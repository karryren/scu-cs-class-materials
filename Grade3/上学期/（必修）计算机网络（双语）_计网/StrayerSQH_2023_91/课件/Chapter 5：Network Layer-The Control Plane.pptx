
<file path=[Content_Types].xml><?xml version="1.0" encoding="utf-8"?>
<Types xmlns="http://schemas.openxmlformats.org/package/2006/content-types">
  <Default Extension="bin" ContentType="application/vnd.openxmlformats-officedocument.oleObject"/>
  <Default Extension="emf" ContentType="image/x-emf"/>
  <Default Extension="gif" ContentType="image/gif"/>
  <Default Extension="jpeg" ContentType="image/jpeg"/>
  <Default Extension="png" ContentType="image/png"/>
  <Default Extension="rels" ContentType="application/vnd.openxmlformats-package.relationships+xml"/>
  <Default Extension="wmf" ContentType="image/x-wmf"/>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theme/theme2.xml" ContentType="application/vnd.openxmlformats-officedocument.theme+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theme/theme3.xml" ContentType="application/vnd.openxmlformats-officedocument.theme+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theme/theme4.xml" ContentType="application/vnd.openxmlformats-officedocument.theme+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theme/theme5.xml" ContentType="application/vnd.openxmlformats-officedocument.theme+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theme/theme6.xml" ContentType="application/vnd.openxmlformats-officedocument.theme+xml"/>
  <Override PartName="/ppt/theme/theme7.xml" ContentType="application/vnd.openxmlformats-officedocument.theme+xml"/>
  <Override PartName="/ppt/theme/theme8.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saveSubsetFonts="1">
  <p:sldMasterIdLst>
    <p:sldMasterId id="2147483648" r:id="rId1"/>
    <p:sldMasterId id="2147483809" r:id="rId2"/>
    <p:sldMasterId id="2147483822" r:id="rId3"/>
    <p:sldMasterId id="2147483834" r:id="rId4"/>
    <p:sldMasterId id="2147483848" r:id="rId5"/>
    <p:sldMasterId id="2147483860" r:id="rId6"/>
  </p:sldMasterIdLst>
  <p:notesMasterIdLst>
    <p:notesMasterId r:id="rId138"/>
  </p:notesMasterIdLst>
  <p:handoutMasterIdLst>
    <p:handoutMasterId r:id="rId139"/>
  </p:handoutMasterIdLst>
  <p:sldIdLst>
    <p:sldId id="778" r:id="rId7"/>
    <p:sldId id="636" r:id="rId8"/>
    <p:sldId id="751" r:id="rId9"/>
    <p:sldId id="779" r:id="rId10"/>
    <p:sldId id="805" r:id="rId11"/>
    <p:sldId id="806" r:id="rId12"/>
    <p:sldId id="802" r:id="rId13"/>
    <p:sldId id="807" r:id="rId14"/>
    <p:sldId id="781" r:id="rId15"/>
    <p:sldId id="782" r:id="rId16"/>
    <p:sldId id="783" r:id="rId17"/>
    <p:sldId id="898" r:id="rId18"/>
    <p:sldId id="832" r:id="rId19"/>
    <p:sldId id="833" r:id="rId20"/>
    <p:sldId id="1698" r:id="rId21"/>
    <p:sldId id="1699" r:id="rId22"/>
    <p:sldId id="1700" r:id="rId23"/>
    <p:sldId id="1701" r:id="rId24"/>
    <p:sldId id="1702" r:id="rId25"/>
    <p:sldId id="1703" r:id="rId26"/>
    <p:sldId id="1705" r:id="rId27"/>
    <p:sldId id="3598" r:id="rId28"/>
    <p:sldId id="352" r:id="rId29"/>
    <p:sldId id="354" r:id="rId30"/>
    <p:sldId id="355" r:id="rId31"/>
    <p:sldId id="461" r:id="rId32"/>
    <p:sldId id="460" r:id="rId33"/>
    <p:sldId id="3599" r:id="rId34"/>
    <p:sldId id="3600" r:id="rId35"/>
    <p:sldId id="808" r:id="rId36"/>
    <p:sldId id="785" r:id="rId37"/>
    <p:sldId id="3602" r:id="rId38"/>
    <p:sldId id="786" r:id="rId39"/>
    <p:sldId id="3601" r:id="rId40"/>
    <p:sldId id="787" r:id="rId41"/>
    <p:sldId id="3603" r:id="rId42"/>
    <p:sldId id="788" r:id="rId43"/>
    <p:sldId id="3604" r:id="rId44"/>
    <p:sldId id="3605" r:id="rId45"/>
    <p:sldId id="3606" r:id="rId46"/>
    <p:sldId id="849" r:id="rId47"/>
    <p:sldId id="3607" r:id="rId48"/>
    <p:sldId id="3608" r:id="rId49"/>
    <p:sldId id="3609" r:id="rId50"/>
    <p:sldId id="3610" r:id="rId51"/>
    <p:sldId id="3611" r:id="rId52"/>
    <p:sldId id="789" r:id="rId53"/>
    <p:sldId id="790" r:id="rId54"/>
    <p:sldId id="809" r:id="rId55"/>
    <p:sldId id="792" r:id="rId56"/>
    <p:sldId id="3612" r:id="rId57"/>
    <p:sldId id="793" r:id="rId58"/>
    <p:sldId id="794" r:id="rId59"/>
    <p:sldId id="795" r:id="rId60"/>
    <p:sldId id="796" r:id="rId61"/>
    <p:sldId id="797" r:id="rId62"/>
    <p:sldId id="798" r:id="rId63"/>
    <p:sldId id="799" r:id="rId64"/>
    <p:sldId id="800" r:id="rId65"/>
    <p:sldId id="801" r:id="rId66"/>
    <p:sldId id="726" r:id="rId67"/>
    <p:sldId id="727" r:id="rId68"/>
    <p:sldId id="728" r:id="rId69"/>
    <p:sldId id="729" r:id="rId70"/>
    <p:sldId id="730" r:id="rId71"/>
    <p:sldId id="731" r:id="rId72"/>
    <p:sldId id="732" r:id="rId73"/>
    <p:sldId id="780" r:id="rId74"/>
    <p:sldId id="821" r:id="rId75"/>
    <p:sldId id="822" r:id="rId76"/>
    <p:sldId id="823" r:id="rId77"/>
    <p:sldId id="824" r:id="rId78"/>
    <p:sldId id="845" r:id="rId79"/>
    <p:sldId id="817" r:id="rId80"/>
    <p:sldId id="818" r:id="rId81"/>
    <p:sldId id="819" r:id="rId82"/>
    <p:sldId id="820" r:id="rId83"/>
    <p:sldId id="810" r:id="rId84"/>
    <p:sldId id="826" r:id="rId85"/>
    <p:sldId id="846" r:id="rId86"/>
    <p:sldId id="827" r:id="rId87"/>
    <p:sldId id="829" r:id="rId88"/>
    <p:sldId id="848" r:id="rId89"/>
    <p:sldId id="850" r:id="rId90"/>
    <p:sldId id="831" r:id="rId91"/>
    <p:sldId id="851" r:id="rId92"/>
    <p:sldId id="852" r:id="rId93"/>
    <p:sldId id="853" r:id="rId94"/>
    <p:sldId id="854" r:id="rId95"/>
    <p:sldId id="855" r:id="rId96"/>
    <p:sldId id="842" r:id="rId97"/>
    <p:sldId id="844" r:id="rId98"/>
    <p:sldId id="825" r:id="rId99"/>
    <p:sldId id="857" r:id="rId100"/>
    <p:sldId id="870" r:id="rId101"/>
    <p:sldId id="871" r:id="rId102"/>
    <p:sldId id="869" r:id="rId103"/>
    <p:sldId id="872" r:id="rId104"/>
    <p:sldId id="866" r:id="rId105"/>
    <p:sldId id="867" r:id="rId106"/>
    <p:sldId id="868" r:id="rId107"/>
    <p:sldId id="863" r:id="rId108"/>
    <p:sldId id="858" r:id="rId109"/>
    <p:sldId id="859" r:id="rId110"/>
    <p:sldId id="860" r:id="rId111"/>
    <p:sldId id="861" r:id="rId112"/>
    <p:sldId id="873" r:id="rId113"/>
    <p:sldId id="874" r:id="rId114"/>
    <p:sldId id="875" r:id="rId115"/>
    <p:sldId id="878" r:id="rId116"/>
    <p:sldId id="879" r:id="rId117"/>
    <p:sldId id="880" r:id="rId118"/>
    <p:sldId id="881" r:id="rId119"/>
    <p:sldId id="876" r:id="rId120"/>
    <p:sldId id="862" r:id="rId121"/>
    <p:sldId id="1497" r:id="rId122"/>
    <p:sldId id="1498" r:id="rId123"/>
    <p:sldId id="1499" r:id="rId124"/>
    <p:sldId id="1500" r:id="rId125"/>
    <p:sldId id="1501" r:id="rId126"/>
    <p:sldId id="1686" r:id="rId127"/>
    <p:sldId id="1503" r:id="rId128"/>
    <p:sldId id="345" r:id="rId129"/>
    <p:sldId id="694" r:id="rId130"/>
    <p:sldId id="882" r:id="rId131"/>
    <p:sldId id="883" r:id="rId132"/>
    <p:sldId id="884" r:id="rId133"/>
    <p:sldId id="894" r:id="rId134"/>
    <p:sldId id="895" r:id="rId135"/>
    <p:sldId id="896" r:id="rId136"/>
    <p:sldId id="897" r:id="rId137"/>
  </p:sldIdLst>
  <p:sldSz cx="9144000" cy="6858000" type="screen4x3"/>
  <p:notesSz cx="7315200" cy="9601200"/>
  <p:defaultTextStyle>
    <a:defPPr>
      <a:defRPr lang="en-US"/>
    </a:defPPr>
    <a:lvl1pPr algn="l" rtl="0" eaLnBrk="0" fontAlgn="base" hangingPunct="0">
      <a:spcBef>
        <a:spcPct val="0"/>
      </a:spcBef>
      <a:spcAft>
        <a:spcPct val="0"/>
      </a:spcAft>
      <a:defRPr kern="1200">
        <a:solidFill>
          <a:schemeClr val="tx1"/>
        </a:solidFill>
        <a:latin typeface="Arial" charset="0"/>
        <a:ea typeface="ＭＳ Ｐゴシック" charset="0"/>
        <a:cs typeface="ＭＳ Ｐゴシック" charset="0"/>
      </a:defRPr>
    </a:lvl1pPr>
    <a:lvl2pPr marL="457200" algn="l" rtl="0" eaLnBrk="0" fontAlgn="base" hangingPunct="0">
      <a:spcBef>
        <a:spcPct val="0"/>
      </a:spcBef>
      <a:spcAft>
        <a:spcPct val="0"/>
      </a:spcAft>
      <a:defRPr kern="1200">
        <a:solidFill>
          <a:schemeClr val="tx1"/>
        </a:solidFill>
        <a:latin typeface="Arial" charset="0"/>
        <a:ea typeface="ＭＳ Ｐゴシック" charset="0"/>
        <a:cs typeface="ＭＳ Ｐゴシック" charset="0"/>
      </a:defRPr>
    </a:lvl2pPr>
    <a:lvl3pPr marL="914400" algn="l" rtl="0" eaLnBrk="0" fontAlgn="base" hangingPunct="0">
      <a:spcBef>
        <a:spcPct val="0"/>
      </a:spcBef>
      <a:spcAft>
        <a:spcPct val="0"/>
      </a:spcAft>
      <a:defRPr kern="1200">
        <a:solidFill>
          <a:schemeClr val="tx1"/>
        </a:solidFill>
        <a:latin typeface="Arial" charset="0"/>
        <a:ea typeface="ＭＳ Ｐゴシック" charset="0"/>
        <a:cs typeface="ＭＳ Ｐゴシック" charset="0"/>
      </a:defRPr>
    </a:lvl3pPr>
    <a:lvl4pPr marL="1371600" algn="l" rtl="0" eaLnBrk="0" fontAlgn="base" hangingPunct="0">
      <a:spcBef>
        <a:spcPct val="0"/>
      </a:spcBef>
      <a:spcAft>
        <a:spcPct val="0"/>
      </a:spcAft>
      <a:defRPr kern="1200">
        <a:solidFill>
          <a:schemeClr val="tx1"/>
        </a:solidFill>
        <a:latin typeface="Arial" charset="0"/>
        <a:ea typeface="ＭＳ Ｐゴシック" charset="0"/>
        <a:cs typeface="ＭＳ Ｐゴシック" charset="0"/>
      </a:defRPr>
    </a:lvl4pPr>
    <a:lvl5pPr marL="1828800" algn="l" rtl="0" eaLnBrk="0" fontAlgn="base" hangingPunct="0">
      <a:spcBef>
        <a:spcPct val="0"/>
      </a:spcBef>
      <a:spcAft>
        <a:spcPct val="0"/>
      </a:spcAft>
      <a:defRPr kern="1200">
        <a:solidFill>
          <a:schemeClr val="tx1"/>
        </a:solidFill>
        <a:latin typeface="Arial" charset="0"/>
        <a:ea typeface="ＭＳ Ｐゴシック" charset="0"/>
        <a:cs typeface="ＭＳ Ｐゴシック" charset="0"/>
      </a:defRPr>
    </a:lvl5pPr>
    <a:lvl6pPr marL="2286000" algn="l" defTabSz="457200" rtl="0" eaLnBrk="1" latinLnBrk="0" hangingPunct="1">
      <a:defRPr kern="1200">
        <a:solidFill>
          <a:schemeClr val="tx1"/>
        </a:solidFill>
        <a:latin typeface="Arial" charset="0"/>
        <a:ea typeface="ＭＳ Ｐゴシック" charset="0"/>
        <a:cs typeface="ＭＳ Ｐゴシック" charset="0"/>
      </a:defRPr>
    </a:lvl6pPr>
    <a:lvl7pPr marL="2743200" algn="l" defTabSz="457200" rtl="0" eaLnBrk="1" latinLnBrk="0" hangingPunct="1">
      <a:defRPr kern="1200">
        <a:solidFill>
          <a:schemeClr val="tx1"/>
        </a:solidFill>
        <a:latin typeface="Arial" charset="0"/>
        <a:ea typeface="ＭＳ Ｐゴシック" charset="0"/>
        <a:cs typeface="ＭＳ Ｐゴシック" charset="0"/>
      </a:defRPr>
    </a:lvl7pPr>
    <a:lvl8pPr marL="3200400" algn="l" defTabSz="457200" rtl="0" eaLnBrk="1" latinLnBrk="0" hangingPunct="1">
      <a:defRPr kern="1200">
        <a:solidFill>
          <a:schemeClr val="tx1"/>
        </a:solidFill>
        <a:latin typeface="Arial" charset="0"/>
        <a:ea typeface="ＭＳ Ｐゴシック" charset="0"/>
        <a:cs typeface="ＭＳ Ｐゴシック" charset="0"/>
      </a:defRPr>
    </a:lvl8pPr>
    <a:lvl9pPr marL="3657600" algn="l" defTabSz="457200" rtl="0" eaLnBrk="1" latinLnBrk="0" hangingPunct="1">
      <a:defRPr kern="1200">
        <a:solidFill>
          <a:schemeClr val="tx1"/>
        </a:solidFill>
        <a:latin typeface="Arial" charset="0"/>
        <a:ea typeface="ＭＳ Ｐゴシック" charset="0"/>
        <a:cs typeface="ＭＳ Ｐゴシック" charset="0"/>
      </a:defRPr>
    </a:lvl9pPr>
  </p:defaultTextStyle>
  <p:extLst>
    <p:ext uri="{EFAFB233-063F-42B5-8137-9DF3F51BA10A}">
      <p15:sldGuideLst xmlns:p15="http://schemas.microsoft.com/office/powerpoint/2012/main">
        <p15:guide id="1" orient="horz" pos="2160">
          <p15:clr>
            <a:srgbClr val="A4A3A4"/>
          </p15:clr>
        </p15:guide>
        <p15:guide id="2" pos="2880">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008000"/>
    <a:srgbClr val="FFFF00"/>
    <a:srgbClr val="DDDDDD"/>
    <a:srgbClr val="FFCCFF"/>
    <a:srgbClr val="000099"/>
    <a:srgbClr val="FF0000"/>
    <a:srgbClr val="66CCFF"/>
    <a:srgbClr val="CC0000"/>
  </p:clrMru>
  <p:extLst>
    <p:ext uri="{E76CE94A-603C-4142-B9EB-6D1370010A27}">
      <p14:discardImageEditData xmlns:p14="http://schemas.microsoft.com/office/powerpoint/2010/main" val="0"/>
    </p:ext>
    <p:ext uri="{D31A062A-798A-4329-ABDD-BBA856620510}">
      <p14:defaultImageDpi xmlns:p14="http://schemas.microsoft.com/office/powerpoint/2010/main" val="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p:restoredLeft sz="28578"/>
    <p:restoredTop sz="76480"/>
  </p:normalViewPr>
  <p:slideViewPr>
    <p:cSldViewPr snapToGrid="0">
      <p:cViewPr varScale="1">
        <p:scale>
          <a:sx n="76" d="100"/>
          <a:sy n="76" d="100"/>
        </p:scale>
        <p:origin x="1096" y="200"/>
      </p:cViewPr>
      <p:guideLst>
        <p:guide orient="horz" pos="2160"/>
        <p:guide pos="2880"/>
      </p:guideLst>
    </p:cSldViewPr>
  </p:slideViewPr>
  <p:notesTextViewPr>
    <p:cViewPr>
      <p:scale>
        <a:sx n="100" d="100"/>
        <a:sy n="100" d="100"/>
      </p:scale>
      <p:origin x="0" y="0"/>
    </p:cViewPr>
  </p:notesTextViewPr>
  <p:sorterViewPr>
    <p:cViewPr>
      <p:scale>
        <a:sx n="66" d="100"/>
        <a:sy n="66" d="100"/>
      </p:scale>
      <p:origin x="0" y="14322"/>
    </p:cViewPr>
  </p:sorterViewPr>
  <p:gridSpacing cx="76200" cy="76200"/>
</p:viewPr>
</file>

<file path=ppt/_rels/presentation.xml.rels><?xml version="1.0" encoding="UTF-8" standalone="yes"?>
<Relationships xmlns="http://schemas.openxmlformats.org/package/2006/relationships"><Relationship Id="rId117" Type="http://schemas.openxmlformats.org/officeDocument/2006/relationships/slide" Target="slides/slide111.xml"/><Relationship Id="rId21" Type="http://schemas.openxmlformats.org/officeDocument/2006/relationships/slide" Target="slides/slide15.xml"/><Relationship Id="rId42" Type="http://schemas.openxmlformats.org/officeDocument/2006/relationships/slide" Target="slides/slide36.xml"/><Relationship Id="rId63" Type="http://schemas.openxmlformats.org/officeDocument/2006/relationships/slide" Target="slides/slide57.xml"/><Relationship Id="rId84" Type="http://schemas.openxmlformats.org/officeDocument/2006/relationships/slide" Target="slides/slide78.xml"/><Relationship Id="rId138" Type="http://schemas.openxmlformats.org/officeDocument/2006/relationships/notesMaster" Target="notesMasters/notesMaster1.xml"/><Relationship Id="rId107" Type="http://schemas.openxmlformats.org/officeDocument/2006/relationships/slide" Target="slides/slide101.xml"/><Relationship Id="rId11" Type="http://schemas.openxmlformats.org/officeDocument/2006/relationships/slide" Target="slides/slide5.xml"/><Relationship Id="rId32" Type="http://schemas.openxmlformats.org/officeDocument/2006/relationships/slide" Target="slides/slide26.xml"/><Relationship Id="rId37" Type="http://schemas.openxmlformats.org/officeDocument/2006/relationships/slide" Target="slides/slide31.xml"/><Relationship Id="rId53" Type="http://schemas.openxmlformats.org/officeDocument/2006/relationships/slide" Target="slides/slide47.xml"/><Relationship Id="rId58" Type="http://schemas.openxmlformats.org/officeDocument/2006/relationships/slide" Target="slides/slide52.xml"/><Relationship Id="rId74" Type="http://schemas.openxmlformats.org/officeDocument/2006/relationships/slide" Target="slides/slide68.xml"/><Relationship Id="rId79" Type="http://schemas.openxmlformats.org/officeDocument/2006/relationships/slide" Target="slides/slide73.xml"/><Relationship Id="rId102" Type="http://schemas.openxmlformats.org/officeDocument/2006/relationships/slide" Target="slides/slide96.xml"/><Relationship Id="rId123" Type="http://schemas.openxmlformats.org/officeDocument/2006/relationships/slide" Target="slides/slide117.xml"/><Relationship Id="rId128" Type="http://schemas.openxmlformats.org/officeDocument/2006/relationships/slide" Target="slides/slide122.xml"/><Relationship Id="rId5" Type="http://schemas.openxmlformats.org/officeDocument/2006/relationships/slideMaster" Target="slideMasters/slideMaster5.xml"/><Relationship Id="rId90" Type="http://schemas.openxmlformats.org/officeDocument/2006/relationships/slide" Target="slides/slide84.xml"/><Relationship Id="rId95" Type="http://schemas.openxmlformats.org/officeDocument/2006/relationships/slide" Target="slides/slide89.xml"/><Relationship Id="rId22" Type="http://schemas.openxmlformats.org/officeDocument/2006/relationships/slide" Target="slides/slide16.xml"/><Relationship Id="rId27" Type="http://schemas.openxmlformats.org/officeDocument/2006/relationships/slide" Target="slides/slide21.xml"/><Relationship Id="rId43" Type="http://schemas.openxmlformats.org/officeDocument/2006/relationships/slide" Target="slides/slide37.xml"/><Relationship Id="rId48" Type="http://schemas.openxmlformats.org/officeDocument/2006/relationships/slide" Target="slides/slide42.xml"/><Relationship Id="rId64" Type="http://schemas.openxmlformats.org/officeDocument/2006/relationships/slide" Target="slides/slide58.xml"/><Relationship Id="rId69" Type="http://schemas.openxmlformats.org/officeDocument/2006/relationships/slide" Target="slides/slide63.xml"/><Relationship Id="rId113" Type="http://schemas.openxmlformats.org/officeDocument/2006/relationships/slide" Target="slides/slide107.xml"/><Relationship Id="rId118" Type="http://schemas.openxmlformats.org/officeDocument/2006/relationships/slide" Target="slides/slide112.xml"/><Relationship Id="rId134" Type="http://schemas.openxmlformats.org/officeDocument/2006/relationships/slide" Target="slides/slide128.xml"/><Relationship Id="rId139" Type="http://schemas.openxmlformats.org/officeDocument/2006/relationships/handoutMaster" Target="handoutMasters/handoutMaster1.xml"/><Relationship Id="rId80" Type="http://schemas.openxmlformats.org/officeDocument/2006/relationships/slide" Target="slides/slide74.xml"/><Relationship Id="rId85" Type="http://schemas.openxmlformats.org/officeDocument/2006/relationships/slide" Target="slides/slide79.xml"/><Relationship Id="rId12" Type="http://schemas.openxmlformats.org/officeDocument/2006/relationships/slide" Target="slides/slide6.xml"/><Relationship Id="rId17" Type="http://schemas.openxmlformats.org/officeDocument/2006/relationships/slide" Target="slides/slide11.xml"/><Relationship Id="rId33" Type="http://schemas.openxmlformats.org/officeDocument/2006/relationships/slide" Target="slides/slide27.xml"/><Relationship Id="rId38" Type="http://schemas.openxmlformats.org/officeDocument/2006/relationships/slide" Target="slides/slide32.xml"/><Relationship Id="rId59" Type="http://schemas.openxmlformats.org/officeDocument/2006/relationships/slide" Target="slides/slide53.xml"/><Relationship Id="rId103" Type="http://schemas.openxmlformats.org/officeDocument/2006/relationships/slide" Target="slides/slide97.xml"/><Relationship Id="rId108" Type="http://schemas.openxmlformats.org/officeDocument/2006/relationships/slide" Target="slides/slide102.xml"/><Relationship Id="rId124" Type="http://schemas.openxmlformats.org/officeDocument/2006/relationships/slide" Target="slides/slide118.xml"/><Relationship Id="rId129" Type="http://schemas.openxmlformats.org/officeDocument/2006/relationships/slide" Target="slides/slide123.xml"/><Relationship Id="rId54" Type="http://schemas.openxmlformats.org/officeDocument/2006/relationships/slide" Target="slides/slide48.xml"/><Relationship Id="rId70" Type="http://schemas.openxmlformats.org/officeDocument/2006/relationships/slide" Target="slides/slide64.xml"/><Relationship Id="rId75" Type="http://schemas.openxmlformats.org/officeDocument/2006/relationships/slide" Target="slides/slide69.xml"/><Relationship Id="rId91" Type="http://schemas.openxmlformats.org/officeDocument/2006/relationships/slide" Target="slides/slide85.xml"/><Relationship Id="rId96" Type="http://schemas.openxmlformats.org/officeDocument/2006/relationships/slide" Target="slides/slide90.xml"/><Relationship Id="rId140" Type="http://schemas.openxmlformats.org/officeDocument/2006/relationships/presProps" Target="presProps.xml"/><Relationship Id="rId1" Type="http://schemas.openxmlformats.org/officeDocument/2006/relationships/slideMaster" Target="slideMasters/slideMaster1.xml"/><Relationship Id="rId6" Type="http://schemas.openxmlformats.org/officeDocument/2006/relationships/slideMaster" Target="slideMasters/slideMaster6.xml"/><Relationship Id="rId23" Type="http://schemas.openxmlformats.org/officeDocument/2006/relationships/slide" Target="slides/slide17.xml"/><Relationship Id="rId28" Type="http://schemas.openxmlformats.org/officeDocument/2006/relationships/slide" Target="slides/slide22.xml"/><Relationship Id="rId49" Type="http://schemas.openxmlformats.org/officeDocument/2006/relationships/slide" Target="slides/slide43.xml"/><Relationship Id="rId114" Type="http://schemas.openxmlformats.org/officeDocument/2006/relationships/slide" Target="slides/slide108.xml"/><Relationship Id="rId119" Type="http://schemas.openxmlformats.org/officeDocument/2006/relationships/slide" Target="slides/slide113.xml"/><Relationship Id="rId44" Type="http://schemas.openxmlformats.org/officeDocument/2006/relationships/slide" Target="slides/slide38.xml"/><Relationship Id="rId60" Type="http://schemas.openxmlformats.org/officeDocument/2006/relationships/slide" Target="slides/slide54.xml"/><Relationship Id="rId65" Type="http://schemas.openxmlformats.org/officeDocument/2006/relationships/slide" Target="slides/slide59.xml"/><Relationship Id="rId81" Type="http://schemas.openxmlformats.org/officeDocument/2006/relationships/slide" Target="slides/slide75.xml"/><Relationship Id="rId86" Type="http://schemas.openxmlformats.org/officeDocument/2006/relationships/slide" Target="slides/slide80.xml"/><Relationship Id="rId130" Type="http://schemas.openxmlformats.org/officeDocument/2006/relationships/slide" Target="slides/slide124.xml"/><Relationship Id="rId135" Type="http://schemas.openxmlformats.org/officeDocument/2006/relationships/slide" Target="slides/slide129.xml"/><Relationship Id="rId13" Type="http://schemas.openxmlformats.org/officeDocument/2006/relationships/slide" Target="slides/slide7.xml"/><Relationship Id="rId18" Type="http://schemas.openxmlformats.org/officeDocument/2006/relationships/slide" Target="slides/slide12.xml"/><Relationship Id="rId39" Type="http://schemas.openxmlformats.org/officeDocument/2006/relationships/slide" Target="slides/slide33.xml"/><Relationship Id="rId109" Type="http://schemas.openxmlformats.org/officeDocument/2006/relationships/slide" Target="slides/slide103.xml"/><Relationship Id="rId34" Type="http://schemas.openxmlformats.org/officeDocument/2006/relationships/slide" Target="slides/slide28.xml"/><Relationship Id="rId50" Type="http://schemas.openxmlformats.org/officeDocument/2006/relationships/slide" Target="slides/slide44.xml"/><Relationship Id="rId55" Type="http://schemas.openxmlformats.org/officeDocument/2006/relationships/slide" Target="slides/slide49.xml"/><Relationship Id="rId76" Type="http://schemas.openxmlformats.org/officeDocument/2006/relationships/slide" Target="slides/slide70.xml"/><Relationship Id="rId97" Type="http://schemas.openxmlformats.org/officeDocument/2006/relationships/slide" Target="slides/slide91.xml"/><Relationship Id="rId104" Type="http://schemas.openxmlformats.org/officeDocument/2006/relationships/slide" Target="slides/slide98.xml"/><Relationship Id="rId120" Type="http://schemas.openxmlformats.org/officeDocument/2006/relationships/slide" Target="slides/slide114.xml"/><Relationship Id="rId125" Type="http://schemas.openxmlformats.org/officeDocument/2006/relationships/slide" Target="slides/slide119.xml"/><Relationship Id="rId141" Type="http://schemas.openxmlformats.org/officeDocument/2006/relationships/viewProps" Target="viewProps.xml"/><Relationship Id="rId7" Type="http://schemas.openxmlformats.org/officeDocument/2006/relationships/slide" Target="slides/slide1.xml"/><Relationship Id="rId71" Type="http://schemas.openxmlformats.org/officeDocument/2006/relationships/slide" Target="slides/slide65.xml"/><Relationship Id="rId92" Type="http://schemas.openxmlformats.org/officeDocument/2006/relationships/slide" Target="slides/slide86.xml"/><Relationship Id="rId2" Type="http://schemas.openxmlformats.org/officeDocument/2006/relationships/slideMaster" Target="slideMasters/slideMaster2.xml"/><Relationship Id="rId29" Type="http://schemas.openxmlformats.org/officeDocument/2006/relationships/slide" Target="slides/slide23.xml"/><Relationship Id="rId24" Type="http://schemas.openxmlformats.org/officeDocument/2006/relationships/slide" Target="slides/slide18.xml"/><Relationship Id="rId40" Type="http://schemas.openxmlformats.org/officeDocument/2006/relationships/slide" Target="slides/slide34.xml"/><Relationship Id="rId45" Type="http://schemas.openxmlformats.org/officeDocument/2006/relationships/slide" Target="slides/slide39.xml"/><Relationship Id="rId66" Type="http://schemas.openxmlformats.org/officeDocument/2006/relationships/slide" Target="slides/slide60.xml"/><Relationship Id="rId87" Type="http://schemas.openxmlformats.org/officeDocument/2006/relationships/slide" Target="slides/slide81.xml"/><Relationship Id="rId110" Type="http://schemas.openxmlformats.org/officeDocument/2006/relationships/slide" Target="slides/slide104.xml"/><Relationship Id="rId115" Type="http://schemas.openxmlformats.org/officeDocument/2006/relationships/slide" Target="slides/slide109.xml"/><Relationship Id="rId131" Type="http://schemas.openxmlformats.org/officeDocument/2006/relationships/slide" Target="slides/slide125.xml"/><Relationship Id="rId136" Type="http://schemas.openxmlformats.org/officeDocument/2006/relationships/slide" Target="slides/slide130.xml"/><Relationship Id="rId61" Type="http://schemas.openxmlformats.org/officeDocument/2006/relationships/slide" Target="slides/slide55.xml"/><Relationship Id="rId82" Type="http://schemas.openxmlformats.org/officeDocument/2006/relationships/slide" Target="slides/slide76.xml"/><Relationship Id="rId19" Type="http://schemas.openxmlformats.org/officeDocument/2006/relationships/slide" Target="slides/slide13.xml"/><Relationship Id="rId14" Type="http://schemas.openxmlformats.org/officeDocument/2006/relationships/slide" Target="slides/slide8.xml"/><Relationship Id="rId30" Type="http://schemas.openxmlformats.org/officeDocument/2006/relationships/slide" Target="slides/slide24.xml"/><Relationship Id="rId35" Type="http://schemas.openxmlformats.org/officeDocument/2006/relationships/slide" Target="slides/slide29.xml"/><Relationship Id="rId56" Type="http://schemas.openxmlformats.org/officeDocument/2006/relationships/slide" Target="slides/slide50.xml"/><Relationship Id="rId77" Type="http://schemas.openxmlformats.org/officeDocument/2006/relationships/slide" Target="slides/slide71.xml"/><Relationship Id="rId100" Type="http://schemas.openxmlformats.org/officeDocument/2006/relationships/slide" Target="slides/slide94.xml"/><Relationship Id="rId105" Type="http://schemas.openxmlformats.org/officeDocument/2006/relationships/slide" Target="slides/slide99.xml"/><Relationship Id="rId126" Type="http://schemas.openxmlformats.org/officeDocument/2006/relationships/slide" Target="slides/slide120.xml"/><Relationship Id="rId8" Type="http://schemas.openxmlformats.org/officeDocument/2006/relationships/slide" Target="slides/slide2.xml"/><Relationship Id="rId51" Type="http://schemas.openxmlformats.org/officeDocument/2006/relationships/slide" Target="slides/slide45.xml"/><Relationship Id="rId72" Type="http://schemas.openxmlformats.org/officeDocument/2006/relationships/slide" Target="slides/slide66.xml"/><Relationship Id="rId93" Type="http://schemas.openxmlformats.org/officeDocument/2006/relationships/slide" Target="slides/slide87.xml"/><Relationship Id="rId98" Type="http://schemas.openxmlformats.org/officeDocument/2006/relationships/slide" Target="slides/slide92.xml"/><Relationship Id="rId121" Type="http://schemas.openxmlformats.org/officeDocument/2006/relationships/slide" Target="slides/slide115.xml"/><Relationship Id="rId142" Type="http://schemas.openxmlformats.org/officeDocument/2006/relationships/theme" Target="theme/theme1.xml"/><Relationship Id="rId3" Type="http://schemas.openxmlformats.org/officeDocument/2006/relationships/slideMaster" Target="slideMasters/slideMaster3.xml"/><Relationship Id="rId25" Type="http://schemas.openxmlformats.org/officeDocument/2006/relationships/slide" Target="slides/slide19.xml"/><Relationship Id="rId46" Type="http://schemas.openxmlformats.org/officeDocument/2006/relationships/slide" Target="slides/slide40.xml"/><Relationship Id="rId67" Type="http://schemas.openxmlformats.org/officeDocument/2006/relationships/slide" Target="slides/slide61.xml"/><Relationship Id="rId116" Type="http://schemas.openxmlformats.org/officeDocument/2006/relationships/slide" Target="slides/slide110.xml"/><Relationship Id="rId137" Type="http://schemas.openxmlformats.org/officeDocument/2006/relationships/slide" Target="slides/slide131.xml"/><Relationship Id="rId20" Type="http://schemas.openxmlformats.org/officeDocument/2006/relationships/slide" Target="slides/slide14.xml"/><Relationship Id="rId41" Type="http://schemas.openxmlformats.org/officeDocument/2006/relationships/slide" Target="slides/slide35.xml"/><Relationship Id="rId62" Type="http://schemas.openxmlformats.org/officeDocument/2006/relationships/slide" Target="slides/slide56.xml"/><Relationship Id="rId83" Type="http://schemas.openxmlformats.org/officeDocument/2006/relationships/slide" Target="slides/slide77.xml"/><Relationship Id="rId88" Type="http://schemas.openxmlformats.org/officeDocument/2006/relationships/slide" Target="slides/slide82.xml"/><Relationship Id="rId111" Type="http://schemas.openxmlformats.org/officeDocument/2006/relationships/slide" Target="slides/slide105.xml"/><Relationship Id="rId132" Type="http://schemas.openxmlformats.org/officeDocument/2006/relationships/slide" Target="slides/slide126.xml"/><Relationship Id="rId15" Type="http://schemas.openxmlformats.org/officeDocument/2006/relationships/slide" Target="slides/slide9.xml"/><Relationship Id="rId36" Type="http://schemas.openxmlformats.org/officeDocument/2006/relationships/slide" Target="slides/slide30.xml"/><Relationship Id="rId57" Type="http://schemas.openxmlformats.org/officeDocument/2006/relationships/slide" Target="slides/slide51.xml"/><Relationship Id="rId106" Type="http://schemas.openxmlformats.org/officeDocument/2006/relationships/slide" Target="slides/slide100.xml"/><Relationship Id="rId127" Type="http://schemas.openxmlformats.org/officeDocument/2006/relationships/slide" Target="slides/slide121.xml"/><Relationship Id="rId10" Type="http://schemas.openxmlformats.org/officeDocument/2006/relationships/slide" Target="slides/slide4.xml"/><Relationship Id="rId31" Type="http://schemas.openxmlformats.org/officeDocument/2006/relationships/slide" Target="slides/slide25.xml"/><Relationship Id="rId52" Type="http://schemas.openxmlformats.org/officeDocument/2006/relationships/slide" Target="slides/slide46.xml"/><Relationship Id="rId73" Type="http://schemas.openxmlformats.org/officeDocument/2006/relationships/slide" Target="slides/slide67.xml"/><Relationship Id="rId78" Type="http://schemas.openxmlformats.org/officeDocument/2006/relationships/slide" Target="slides/slide72.xml"/><Relationship Id="rId94" Type="http://schemas.openxmlformats.org/officeDocument/2006/relationships/slide" Target="slides/slide88.xml"/><Relationship Id="rId99" Type="http://schemas.openxmlformats.org/officeDocument/2006/relationships/slide" Target="slides/slide93.xml"/><Relationship Id="rId101" Type="http://schemas.openxmlformats.org/officeDocument/2006/relationships/slide" Target="slides/slide95.xml"/><Relationship Id="rId122" Type="http://schemas.openxmlformats.org/officeDocument/2006/relationships/slide" Target="slides/slide116.xml"/><Relationship Id="rId143" Type="http://schemas.openxmlformats.org/officeDocument/2006/relationships/tableStyles" Target="tableStyles.xml"/><Relationship Id="rId4" Type="http://schemas.openxmlformats.org/officeDocument/2006/relationships/slideMaster" Target="slideMasters/slideMaster4.xml"/><Relationship Id="rId9" Type="http://schemas.openxmlformats.org/officeDocument/2006/relationships/slide" Target="slides/slide3.xml"/><Relationship Id="rId26" Type="http://schemas.openxmlformats.org/officeDocument/2006/relationships/slide" Target="slides/slide20.xml"/><Relationship Id="rId47" Type="http://schemas.openxmlformats.org/officeDocument/2006/relationships/slide" Target="slides/slide41.xml"/><Relationship Id="rId68" Type="http://schemas.openxmlformats.org/officeDocument/2006/relationships/slide" Target="slides/slide62.xml"/><Relationship Id="rId89" Type="http://schemas.openxmlformats.org/officeDocument/2006/relationships/slide" Target="slides/slide83.xml"/><Relationship Id="rId112" Type="http://schemas.openxmlformats.org/officeDocument/2006/relationships/slide" Target="slides/slide106.xml"/><Relationship Id="rId133" Type="http://schemas.openxmlformats.org/officeDocument/2006/relationships/slide" Target="slides/slide127.xml"/><Relationship Id="rId16" Type="http://schemas.openxmlformats.org/officeDocument/2006/relationships/slide" Target="slides/slide10.xml"/></Relationships>
</file>

<file path=ppt/diagrams/colors1.xml><?xml version="1.0" encoding="utf-8"?>
<dgm:colorsDef xmlns:dgm="http://schemas.openxmlformats.org/drawingml/2006/diagram" xmlns:a="http://schemas.openxmlformats.org/drawingml/2006/main" uniqueId="urn:microsoft.com/office/officeart/2005/8/colors/colorful1#6">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4533357B-E680-4D30-8206-A709B50D7624}" type="doc">
      <dgm:prSet loTypeId="urn:microsoft.com/office/officeart/2005/8/layout/vList2" loCatId="list" qsTypeId="urn:microsoft.com/office/officeart/2005/8/quickstyle/simple4" qsCatId="simple" csTypeId="urn:microsoft.com/office/officeart/2005/8/colors/colorful1#6" csCatId="colorful" phldr="1"/>
      <dgm:spPr/>
      <dgm:t>
        <a:bodyPr/>
        <a:lstStyle/>
        <a:p>
          <a:endParaRPr lang="zh-CN" altLang="en-US"/>
        </a:p>
      </dgm:t>
    </dgm:pt>
    <dgm:pt modelId="{16518293-AEFA-448E-8DCB-4EA94D6D26E9}">
      <dgm:prSet phldrT="[文本]" custT="1"/>
      <dgm:spPr>
        <a:xfrm>
          <a:off x="0" y="4659"/>
          <a:ext cx="6520872" cy="484612"/>
        </a:xfrm>
        <a:prstGeom prst="roundRect">
          <a:avLst/>
        </a:prstGeom>
        <a:gradFill rotWithShape="0">
          <a:gsLst>
            <a:gs pos="0">
              <a:srgbClr val="C0504D">
                <a:hueOff val="0"/>
                <a:satOff val="0"/>
                <a:lumOff val="0"/>
                <a:alphaOff val="0"/>
                <a:shade val="51000"/>
                <a:satMod val="130000"/>
              </a:srgbClr>
            </a:gs>
            <a:gs pos="80000">
              <a:srgbClr val="C0504D">
                <a:hueOff val="0"/>
                <a:satOff val="0"/>
                <a:lumOff val="0"/>
                <a:alphaOff val="0"/>
                <a:shade val="93000"/>
                <a:satMod val="130000"/>
              </a:srgbClr>
            </a:gs>
            <a:gs pos="100000">
              <a:srgbClr val="C0504D">
                <a:hueOff val="0"/>
                <a:satOff val="0"/>
                <a:lumOff val="0"/>
                <a:alphaOff val="0"/>
                <a:shade val="94000"/>
                <a:satMod val="135000"/>
              </a:srgbClr>
            </a:gs>
          </a:gsLst>
          <a:lin ang="16200000" scaled="0"/>
        </a:gradFill>
        <a:ln>
          <a:noFill/>
        </a:ln>
        <a:effectLst>
          <a:outerShdw blurRad="40000" dist="23000" dir="5400000" rotWithShape="0">
            <a:srgbClr val="000000">
              <a:alpha val="35000"/>
            </a:srgbClr>
          </a:outerShdw>
        </a:effectLst>
      </dgm:spPr>
      <dgm:t>
        <a:bodyPr/>
        <a:lstStyle/>
        <a:p>
          <a:pPr>
            <a:buNone/>
          </a:pPr>
          <a:r>
            <a:rPr lang="zh-CN" altLang="en-US" sz="2000" b="1" dirty="0">
              <a:solidFill>
                <a:sysClr val="window" lastClr="FFFFFF"/>
              </a:solidFill>
              <a:latin typeface="微软雅黑" panose="020B0503020204020204" pitchFamily="34" charset="-122"/>
              <a:ea typeface="微软雅黑" panose="020B0503020204020204" pitchFamily="34" charset="-122"/>
              <a:cs typeface="+mn-cs"/>
            </a:rPr>
            <a:t>关于“最佳路由”</a:t>
          </a:r>
        </a:p>
      </dgm:t>
    </dgm:pt>
    <dgm:pt modelId="{8ED58918-7B83-421A-963D-28174E03A511}" type="parTrans" cxnId="{1116B733-6290-4AD1-B772-7E2F47DE9587}">
      <dgm:prSet/>
      <dgm:spPr/>
      <dgm:t>
        <a:bodyPr/>
        <a:lstStyle/>
        <a:p>
          <a:endParaRPr lang="zh-CN" altLang="en-US" sz="2000" b="1">
            <a:latin typeface="微软雅黑" panose="020B0503020204020204" pitchFamily="34" charset="-122"/>
            <a:ea typeface="微软雅黑" panose="020B0503020204020204" pitchFamily="34" charset="-122"/>
          </a:endParaRPr>
        </a:p>
      </dgm:t>
    </dgm:pt>
    <dgm:pt modelId="{38748E35-BABA-4D79-9B11-5D2B51A27A71}" type="sibTrans" cxnId="{1116B733-6290-4AD1-B772-7E2F47DE9587}">
      <dgm:prSet/>
      <dgm:spPr/>
      <dgm:t>
        <a:bodyPr/>
        <a:lstStyle/>
        <a:p>
          <a:endParaRPr lang="zh-CN" altLang="en-US" sz="2000" b="1">
            <a:latin typeface="微软雅黑" panose="020B0503020204020204" pitchFamily="34" charset="-122"/>
            <a:ea typeface="微软雅黑" panose="020B0503020204020204" pitchFamily="34" charset="-122"/>
          </a:endParaRPr>
        </a:p>
      </dgm:t>
    </dgm:pt>
    <dgm:pt modelId="{30BC86A4-9190-42EE-99B2-658A1A49036F}">
      <dgm:prSet phldrT="[文本]" custT="1"/>
      <dgm:spPr>
        <a:xfrm>
          <a:off x="0" y="489272"/>
          <a:ext cx="6520872" cy="1195424"/>
        </a:xfrm>
        <a:prstGeom prst="rect">
          <a:avLst/>
        </a:prstGeom>
        <a:noFill/>
        <a:ln>
          <a:noFill/>
        </a:ln>
        <a:effectLst/>
      </dgm:spPr>
      <dgm:t>
        <a:bodyPr/>
        <a:lstStyle/>
        <a:p>
          <a:pPr>
            <a:buChar char="•"/>
          </a:pPr>
          <a:r>
            <a:rPr lang="zh-CN" altLang="en-US" sz="2000" b="1" dirty="0">
              <a:solidFill>
                <a:sysClr val="windowText" lastClr="000000">
                  <a:hueOff val="0"/>
                  <a:satOff val="0"/>
                  <a:lumOff val="0"/>
                  <a:alphaOff val="0"/>
                </a:sysClr>
              </a:solidFill>
              <a:latin typeface="微软雅黑" panose="020B0503020204020204" pitchFamily="34" charset="-122"/>
              <a:ea typeface="微软雅黑" panose="020B0503020204020204" pitchFamily="34" charset="-122"/>
              <a:cs typeface="+mn-cs"/>
            </a:rPr>
            <a:t>不存在一种绝对的最佳路由算法。</a:t>
          </a:r>
        </a:p>
      </dgm:t>
    </dgm:pt>
    <dgm:pt modelId="{B6072E33-630B-42F5-8DAE-99755D96236B}" type="parTrans" cxnId="{2107EE29-0197-482C-99F5-B371CFDF47C6}">
      <dgm:prSet/>
      <dgm:spPr/>
      <dgm:t>
        <a:bodyPr/>
        <a:lstStyle/>
        <a:p>
          <a:endParaRPr lang="zh-CN" altLang="en-US" sz="2000" b="1">
            <a:latin typeface="微软雅黑" panose="020B0503020204020204" pitchFamily="34" charset="-122"/>
            <a:ea typeface="微软雅黑" panose="020B0503020204020204" pitchFamily="34" charset="-122"/>
          </a:endParaRPr>
        </a:p>
      </dgm:t>
    </dgm:pt>
    <dgm:pt modelId="{1ABABF71-BE3E-4043-A613-94AC93A7F26B}" type="sibTrans" cxnId="{2107EE29-0197-482C-99F5-B371CFDF47C6}">
      <dgm:prSet/>
      <dgm:spPr/>
      <dgm:t>
        <a:bodyPr/>
        <a:lstStyle/>
        <a:p>
          <a:endParaRPr lang="zh-CN" altLang="en-US" sz="2000" b="1">
            <a:latin typeface="微软雅黑" panose="020B0503020204020204" pitchFamily="34" charset="-122"/>
            <a:ea typeface="微软雅黑" panose="020B0503020204020204" pitchFamily="34" charset="-122"/>
          </a:endParaRPr>
        </a:p>
      </dgm:t>
    </dgm:pt>
    <dgm:pt modelId="{89BDB0A5-F0F3-4706-9AFB-422B45FD153E}">
      <dgm:prSet phldrT="[文本]" custT="1"/>
      <dgm:spPr>
        <a:xfrm>
          <a:off x="0" y="1684697"/>
          <a:ext cx="6520872" cy="484612"/>
        </a:xfrm>
        <a:prstGeom prst="roundRect">
          <a:avLst/>
        </a:prstGeom>
        <a:gradFill rotWithShape="0">
          <a:gsLst>
            <a:gs pos="0">
              <a:srgbClr val="9BBB59">
                <a:hueOff val="0"/>
                <a:satOff val="0"/>
                <a:lumOff val="0"/>
                <a:alphaOff val="0"/>
                <a:shade val="51000"/>
                <a:satMod val="130000"/>
              </a:srgbClr>
            </a:gs>
            <a:gs pos="80000">
              <a:srgbClr val="9BBB59">
                <a:hueOff val="0"/>
                <a:satOff val="0"/>
                <a:lumOff val="0"/>
                <a:alphaOff val="0"/>
                <a:shade val="93000"/>
                <a:satMod val="130000"/>
              </a:srgbClr>
            </a:gs>
            <a:gs pos="100000">
              <a:srgbClr val="9BBB59">
                <a:hueOff val="0"/>
                <a:satOff val="0"/>
                <a:lumOff val="0"/>
                <a:alphaOff val="0"/>
                <a:shade val="94000"/>
                <a:satMod val="135000"/>
              </a:srgbClr>
            </a:gs>
          </a:gsLst>
          <a:lin ang="16200000" scaled="0"/>
        </a:gradFill>
        <a:ln>
          <a:noFill/>
        </a:ln>
        <a:effectLst>
          <a:outerShdw blurRad="40000" dist="23000" dir="5400000" rotWithShape="0">
            <a:srgbClr val="000000">
              <a:alpha val="35000"/>
            </a:srgbClr>
          </a:outerShdw>
        </a:effectLst>
      </dgm:spPr>
      <dgm:t>
        <a:bodyPr/>
        <a:lstStyle/>
        <a:p>
          <a:pPr>
            <a:buNone/>
          </a:pPr>
          <a:r>
            <a:rPr lang="zh-CN" altLang="en-US" sz="2000" b="1" dirty="0">
              <a:solidFill>
                <a:schemeClr val="bg1"/>
              </a:solidFill>
              <a:latin typeface="微软雅黑" panose="020B0503020204020204" pitchFamily="34" charset="-122"/>
              <a:ea typeface="微软雅黑" panose="020B0503020204020204" pitchFamily="34" charset="-122"/>
              <a:cs typeface="+mn-cs"/>
            </a:rPr>
            <a:t>路由选择非常复杂</a:t>
          </a:r>
        </a:p>
      </dgm:t>
    </dgm:pt>
    <dgm:pt modelId="{E2DBBCBF-1890-4F06-A86E-DCDA76FC258B}" type="parTrans" cxnId="{B01B1942-3382-4F25-958E-930C3D427AF0}">
      <dgm:prSet/>
      <dgm:spPr/>
      <dgm:t>
        <a:bodyPr/>
        <a:lstStyle/>
        <a:p>
          <a:endParaRPr lang="zh-CN" altLang="en-US" sz="2000" b="1">
            <a:latin typeface="微软雅黑" panose="020B0503020204020204" pitchFamily="34" charset="-122"/>
            <a:ea typeface="微软雅黑" panose="020B0503020204020204" pitchFamily="34" charset="-122"/>
          </a:endParaRPr>
        </a:p>
      </dgm:t>
    </dgm:pt>
    <dgm:pt modelId="{8F3E56C1-0952-4029-B826-24948108077B}" type="sibTrans" cxnId="{B01B1942-3382-4F25-958E-930C3D427AF0}">
      <dgm:prSet/>
      <dgm:spPr/>
      <dgm:t>
        <a:bodyPr/>
        <a:lstStyle/>
        <a:p>
          <a:endParaRPr lang="zh-CN" altLang="en-US" sz="2000" b="1">
            <a:latin typeface="微软雅黑" panose="020B0503020204020204" pitchFamily="34" charset="-122"/>
            <a:ea typeface="微软雅黑" panose="020B0503020204020204" pitchFamily="34" charset="-122"/>
          </a:endParaRPr>
        </a:p>
      </dgm:t>
    </dgm:pt>
    <dgm:pt modelId="{320C1749-000D-4777-85FF-5C0C6DCF8545}">
      <dgm:prSet phldrT="[文本]" custT="1"/>
      <dgm:spPr>
        <a:xfrm>
          <a:off x="0" y="2169309"/>
          <a:ext cx="6520872" cy="1304100"/>
        </a:xfrm>
        <a:prstGeom prst="rect">
          <a:avLst/>
        </a:prstGeom>
        <a:noFill/>
        <a:ln>
          <a:noFill/>
        </a:ln>
        <a:effectLst/>
      </dgm:spPr>
      <dgm:t>
        <a:bodyPr/>
        <a:lstStyle/>
        <a:p>
          <a:pPr>
            <a:buChar char="•"/>
          </a:pPr>
          <a:r>
            <a:rPr lang="zh-CN" altLang="en-US" sz="2000" b="1" dirty="0">
              <a:solidFill>
                <a:sysClr val="windowText" lastClr="000000">
                  <a:hueOff val="0"/>
                  <a:satOff val="0"/>
                  <a:lumOff val="0"/>
                  <a:alphaOff val="0"/>
                </a:sysClr>
              </a:solidFill>
              <a:latin typeface="微软雅黑" panose="020B0503020204020204" pitchFamily="34" charset="-122"/>
              <a:ea typeface="微软雅黑" panose="020B0503020204020204" pitchFamily="34" charset="-122"/>
              <a:cs typeface="+mn-cs"/>
            </a:rPr>
            <a:t>需要所有节点共同协调工作的。</a:t>
          </a:r>
        </a:p>
      </dgm:t>
    </dgm:pt>
    <dgm:pt modelId="{294E8973-375F-47DD-99FD-A3095944FF77}" type="parTrans" cxnId="{70513945-B5E5-4F85-9B1E-329D72B56811}">
      <dgm:prSet/>
      <dgm:spPr/>
      <dgm:t>
        <a:bodyPr/>
        <a:lstStyle/>
        <a:p>
          <a:endParaRPr lang="zh-CN" altLang="en-US" sz="2000" b="1">
            <a:latin typeface="微软雅黑" panose="020B0503020204020204" pitchFamily="34" charset="-122"/>
            <a:ea typeface="微软雅黑" panose="020B0503020204020204" pitchFamily="34" charset="-122"/>
          </a:endParaRPr>
        </a:p>
      </dgm:t>
    </dgm:pt>
    <dgm:pt modelId="{5369DBC2-77C3-4BDD-A686-61AAFD126298}" type="sibTrans" cxnId="{70513945-B5E5-4F85-9B1E-329D72B56811}">
      <dgm:prSet/>
      <dgm:spPr/>
      <dgm:t>
        <a:bodyPr/>
        <a:lstStyle/>
        <a:p>
          <a:endParaRPr lang="zh-CN" altLang="en-US" sz="2000" b="1">
            <a:latin typeface="微软雅黑" panose="020B0503020204020204" pitchFamily="34" charset="-122"/>
            <a:ea typeface="微软雅黑" panose="020B0503020204020204" pitchFamily="34" charset="-122"/>
          </a:endParaRPr>
        </a:p>
      </dgm:t>
    </dgm:pt>
    <dgm:pt modelId="{0DB4822C-EDAC-4F58-B2EF-0B2BC98EE745}">
      <dgm:prSet custT="1"/>
      <dgm:spPr>
        <a:xfrm>
          <a:off x="0" y="489272"/>
          <a:ext cx="6520872" cy="1195424"/>
        </a:xfrm>
        <a:prstGeom prst="rect">
          <a:avLst/>
        </a:prstGeom>
        <a:noFill/>
        <a:ln>
          <a:noFill/>
        </a:ln>
        <a:effectLst/>
      </dgm:spPr>
      <dgm:t>
        <a:bodyPr/>
        <a:lstStyle/>
        <a:p>
          <a:pPr>
            <a:buChar char="•"/>
          </a:pPr>
          <a:r>
            <a:rPr lang="zh-CN" altLang="en-US" sz="2000" b="1" dirty="0">
              <a:solidFill>
                <a:sysClr val="windowText" lastClr="000000">
                  <a:hueOff val="0"/>
                  <a:satOff val="0"/>
                  <a:lumOff val="0"/>
                  <a:alphaOff val="0"/>
                </a:sysClr>
              </a:solidFill>
              <a:latin typeface="微软雅黑" panose="020B0503020204020204" pitchFamily="34" charset="-122"/>
              <a:ea typeface="微软雅黑" panose="020B0503020204020204" pitchFamily="34" charset="-122"/>
              <a:cs typeface="+mn-cs"/>
            </a:rPr>
            <a:t>所谓“最佳”只能是相对于某一种特定要求下得出的较为合理的选择而已。</a:t>
          </a:r>
        </a:p>
      </dgm:t>
    </dgm:pt>
    <dgm:pt modelId="{E6040A55-1C57-4EB1-8C6E-03FF05DE4BB9}" type="parTrans" cxnId="{FBB4225B-94E0-4196-829E-65733A788C31}">
      <dgm:prSet/>
      <dgm:spPr/>
      <dgm:t>
        <a:bodyPr/>
        <a:lstStyle/>
        <a:p>
          <a:endParaRPr lang="zh-CN" altLang="en-US"/>
        </a:p>
      </dgm:t>
    </dgm:pt>
    <dgm:pt modelId="{2D11C94C-006E-4EB5-96A5-D2ED5AF21E96}" type="sibTrans" cxnId="{FBB4225B-94E0-4196-829E-65733A788C31}">
      <dgm:prSet/>
      <dgm:spPr/>
      <dgm:t>
        <a:bodyPr/>
        <a:lstStyle/>
        <a:p>
          <a:endParaRPr lang="zh-CN" altLang="en-US"/>
        </a:p>
      </dgm:t>
    </dgm:pt>
    <dgm:pt modelId="{A4481039-E4CE-4649-B9D0-640DB5B427B4}">
      <dgm:prSet phldrT="[文本]" custT="1"/>
      <dgm:spPr>
        <a:xfrm>
          <a:off x="0" y="2169309"/>
          <a:ext cx="6520872" cy="1304100"/>
        </a:xfrm>
        <a:prstGeom prst="rect">
          <a:avLst/>
        </a:prstGeom>
        <a:noFill/>
        <a:ln>
          <a:noFill/>
        </a:ln>
        <a:effectLst/>
      </dgm:spPr>
      <dgm:t>
        <a:bodyPr/>
        <a:lstStyle/>
        <a:p>
          <a:pPr>
            <a:buChar char="•"/>
          </a:pPr>
          <a:r>
            <a:rPr lang="zh-CN" altLang="en-US" sz="2000" b="1" dirty="0">
              <a:solidFill>
                <a:sysClr val="windowText" lastClr="000000">
                  <a:hueOff val="0"/>
                  <a:satOff val="0"/>
                  <a:lumOff val="0"/>
                  <a:alphaOff val="0"/>
                </a:sysClr>
              </a:solidFill>
              <a:latin typeface="微软雅黑" panose="020B0503020204020204" pitchFamily="34" charset="-122"/>
              <a:ea typeface="微软雅黑" panose="020B0503020204020204" pitchFamily="34" charset="-122"/>
              <a:cs typeface="+mn-cs"/>
            </a:rPr>
            <a:t>环境不断变化，而这种变化有时无法事先知道。</a:t>
          </a:r>
        </a:p>
      </dgm:t>
    </dgm:pt>
    <dgm:pt modelId="{BEBFFC1D-C59E-47B9-B0B3-891558399453}" type="parTrans" cxnId="{CBAF101D-7F5B-4F5D-BEBC-8D20544C5EBB}">
      <dgm:prSet/>
      <dgm:spPr/>
      <dgm:t>
        <a:bodyPr/>
        <a:lstStyle/>
        <a:p>
          <a:endParaRPr lang="zh-CN" altLang="en-US"/>
        </a:p>
      </dgm:t>
    </dgm:pt>
    <dgm:pt modelId="{91DA570E-EB18-40D3-A7FB-5972A6FFA677}" type="sibTrans" cxnId="{CBAF101D-7F5B-4F5D-BEBC-8D20544C5EBB}">
      <dgm:prSet/>
      <dgm:spPr/>
      <dgm:t>
        <a:bodyPr/>
        <a:lstStyle/>
        <a:p>
          <a:endParaRPr lang="zh-CN" altLang="en-US"/>
        </a:p>
      </dgm:t>
    </dgm:pt>
    <dgm:pt modelId="{09858582-0B12-493A-810B-816A4CEE2FC6}">
      <dgm:prSet phldrT="[文本]" custT="1"/>
      <dgm:spPr>
        <a:xfrm>
          <a:off x="0" y="2169309"/>
          <a:ext cx="6520872" cy="1304100"/>
        </a:xfrm>
        <a:prstGeom prst="rect">
          <a:avLst/>
        </a:prstGeom>
        <a:noFill/>
        <a:ln>
          <a:noFill/>
        </a:ln>
        <a:effectLst/>
      </dgm:spPr>
      <dgm:t>
        <a:bodyPr/>
        <a:lstStyle/>
        <a:p>
          <a:pPr>
            <a:buChar char="•"/>
          </a:pPr>
          <a:r>
            <a:rPr lang="zh-CN" altLang="en-US" sz="2000" b="1" dirty="0">
              <a:solidFill>
                <a:sysClr val="windowText" lastClr="000000">
                  <a:hueOff val="0"/>
                  <a:satOff val="0"/>
                  <a:lumOff val="0"/>
                  <a:alphaOff val="0"/>
                </a:sysClr>
              </a:solidFill>
              <a:latin typeface="微软雅黑" panose="020B0503020204020204" pitchFamily="34" charset="-122"/>
              <a:ea typeface="微软雅黑" panose="020B0503020204020204" pitchFamily="34" charset="-122"/>
              <a:cs typeface="+mn-cs"/>
            </a:rPr>
            <a:t>当网络发生拥塞时，很难获得所需的路由选择信息。</a:t>
          </a:r>
        </a:p>
      </dgm:t>
    </dgm:pt>
    <dgm:pt modelId="{112E2980-7B03-44EE-BC58-2AC9A21978F4}" type="parTrans" cxnId="{CE98317D-4C90-4E26-82BA-A80584AF744E}">
      <dgm:prSet/>
      <dgm:spPr/>
      <dgm:t>
        <a:bodyPr/>
        <a:lstStyle/>
        <a:p>
          <a:endParaRPr lang="zh-CN" altLang="en-US"/>
        </a:p>
      </dgm:t>
    </dgm:pt>
    <dgm:pt modelId="{6A0D61C3-2549-4D09-BD20-E16516E7EB52}" type="sibTrans" cxnId="{CE98317D-4C90-4E26-82BA-A80584AF744E}">
      <dgm:prSet/>
      <dgm:spPr/>
      <dgm:t>
        <a:bodyPr/>
        <a:lstStyle/>
        <a:p>
          <a:endParaRPr lang="zh-CN" altLang="en-US"/>
        </a:p>
      </dgm:t>
    </dgm:pt>
    <dgm:pt modelId="{2E2D4BC2-1E8D-4A48-BB66-CA281CDEDE55}">
      <dgm:prSet custT="1"/>
      <dgm:spPr>
        <a:xfrm>
          <a:off x="0" y="489272"/>
          <a:ext cx="6520872" cy="1195424"/>
        </a:xfrm>
        <a:noFill/>
        <a:ln>
          <a:noFill/>
        </a:ln>
        <a:effectLst/>
      </dgm:spPr>
      <dgm:t>
        <a:bodyPr/>
        <a:lstStyle/>
        <a:p>
          <a:pPr>
            <a:buChar char="•"/>
          </a:pPr>
          <a:endParaRPr lang="zh-CN" altLang="en-US" sz="1800" b="1" dirty="0">
            <a:solidFill>
              <a:sysClr val="windowText" lastClr="000000">
                <a:hueOff val="0"/>
                <a:satOff val="0"/>
                <a:lumOff val="0"/>
                <a:alphaOff val="0"/>
              </a:sysClr>
            </a:solidFill>
            <a:latin typeface="微软雅黑" panose="020B0503020204020204" pitchFamily="34" charset="-122"/>
            <a:ea typeface="微软雅黑" panose="020B0503020204020204" pitchFamily="34" charset="-122"/>
            <a:cs typeface="+mn-cs"/>
          </a:endParaRPr>
        </a:p>
      </dgm:t>
    </dgm:pt>
    <dgm:pt modelId="{3750A09C-2567-F74A-B9E0-BE592EA07930}" type="parTrans" cxnId="{B8518777-6F24-D848-8320-2669AF482574}">
      <dgm:prSet/>
      <dgm:spPr/>
      <dgm:t>
        <a:bodyPr/>
        <a:lstStyle/>
        <a:p>
          <a:endParaRPr lang="zh-CN" altLang="en-US"/>
        </a:p>
      </dgm:t>
    </dgm:pt>
    <dgm:pt modelId="{E778BDA9-89D8-D241-AECD-F59AC005158E}" type="sibTrans" cxnId="{B8518777-6F24-D848-8320-2669AF482574}">
      <dgm:prSet/>
      <dgm:spPr/>
      <dgm:t>
        <a:bodyPr/>
        <a:lstStyle/>
        <a:p>
          <a:endParaRPr lang="zh-CN" altLang="en-US"/>
        </a:p>
      </dgm:t>
    </dgm:pt>
    <dgm:pt modelId="{BE7E2D9E-C291-4AD1-9C46-EBC6D82E26F0}" type="pres">
      <dgm:prSet presAssocID="{4533357B-E680-4D30-8206-A709B50D7624}" presName="linear" presStyleCnt="0">
        <dgm:presLayoutVars>
          <dgm:animLvl val="lvl"/>
          <dgm:resizeHandles val="exact"/>
        </dgm:presLayoutVars>
      </dgm:prSet>
      <dgm:spPr/>
    </dgm:pt>
    <dgm:pt modelId="{4B5FE49D-F768-452D-A9A2-52FCD77827E0}" type="pres">
      <dgm:prSet presAssocID="{16518293-AEFA-448E-8DCB-4EA94D6D26E9}" presName="parentText" presStyleLbl="node1" presStyleIdx="0" presStyleCnt="2" custScaleY="41196">
        <dgm:presLayoutVars>
          <dgm:chMax val="0"/>
          <dgm:bulletEnabled val="1"/>
        </dgm:presLayoutVars>
      </dgm:prSet>
      <dgm:spPr/>
    </dgm:pt>
    <dgm:pt modelId="{CCA9AB54-F7DF-42DA-BB14-49BA708108B7}" type="pres">
      <dgm:prSet presAssocID="{16518293-AEFA-448E-8DCB-4EA94D6D26E9}" presName="childText" presStyleLbl="revTx" presStyleIdx="0" presStyleCnt="2">
        <dgm:presLayoutVars>
          <dgm:bulletEnabled val="1"/>
        </dgm:presLayoutVars>
      </dgm:prSet>
      <dgm:spPr>
        <a:prstGeom prst="rect">
          <a:avLst/>
        </a:prstGeom>
      </dgm:spPr>
    </dgm:pt>
    <dgm:pt modelId="{EDCCA3B5-69A3-4D4F-933E-C980F139D5CE}" type="pres">
      <dgm:prSet presAssocID="{89BDB0A5-F0F3-4706-9AFB-422B45FD153E}" presName="parentText" presStyleLbl="node1" presStyleIdx="1" presStyleCnt="2" custScaleY="41196">
        <dgm:presLayoutVars>
          <dgm:chMax val="0"/>
          <dgm:bulletEnabled val="1"/>
        </dgm:presLayoutVars>
      </dgm:prSet>
      <dgm:spPr/>
    </dgm:pt>
    <dgm:pt modelId="{7CB622EB-CFF9-4CEF-9C62-0D3FB7B9D848}" type="pres">
      <dgm:prSet presAssocID="{89BDB0A5-F0F3-4706-9AFB-422B45FD153E}" presName="childText" presStyleLbl="revTx" presStyleIdx="1" presStyleCnt="2">
        <dgm:presLayoutVars>
          <dgm:bulletEnabled val="1"/>
        </dgm:presLayoutVars>
      </dgm:prSet>
      <dgm:spPr/>
    </dgm:pt>
  </dgm:ptLst>
  <dgm:cxnLst>
    <dgm:cxn modelId="{CBAF101D-7F5B-4F5D-BEBC-8D20544C5EBB}" srcId="{89BDB0A5-F0F3-4706-9AFB-422B45FD153E}" destId="{A4481039-E4CE-4649-B9D0-640DB5B427B4}" srcOrd="1" destOrd="0" parTransId="{BEBFFC1D-C59E-47B9-B0B3-891558399453}" sibTransId="{91DA570E-EB18-40D3-A7FB-5972A6FFA677}"/>
    <dgm:cxn modelId="{2107EE29-0197-482C-99F5-B371CFDF47C6}" srcId="{16518293-AEFA-448E-8DCB-4EA94D6D26E9}" destId="{30BC86A4-9190-42EE-99B2-658A1A49036F}" srcOrd="0" destOrd="0" parTransId="{B6072E33-630B-42F5-8DAE-99755D96236B}" sibTransId="{1ABABF71-BE3E-4043-A613-94AC93A7F26B}"/>
    <dgm:cxn modelId="{1116B733-6290-4AD1-B772-7E2F47DE9587}" srcId="{4533357B-E680-4D30-8206-A709B50D7624}" destId="{16518293-AEFA-448E-8DCB-4EA94D6D26E9}" srcOrd="0" destOrd="0" parTransId="{8ED58918-7B83-421A-963D-28174E03A511}" sibTransId="{38748E35-BABA-4D79-9B11-5D2B51A27A71}"/>
    <dgm:cxn modelId="{8F743339-BB99-4604-9A51-F1C4C430EF07}" type="presOf" srcId="{4533357B-E680-4D30-8206-A709B50D7624}" destId="{BE7E2D9E-C291-4AD1-9C46-EBC6D82E26F0}" srcOrd="0" destOrd="0" presId="urn:microsoft.com/office/officeart/2005/8/layout/vList2"/>
    <dgm:cxn modelId="{B01B1942-3382-4F25-958E-930C3D427AF0}" srcId="{4533357B-E680-4D30-8206-A709B50D7624}" destId="{89BDB0A5-F0F3-4706-9AFB-422B45FD153E}" srcOrd="1" destOrd="0" parTransId="{E2DBBCBF-1890-4F06-A86E-DCDA76FC258B}" sibTransId="{8F3E56C1-0952-4029-B826-24948108077B}"/>
    <dgm:cxn modelId="{70513945-B5E5-4F85-9B1E-329D72B56811}" srcId="{89BDB0A5-F0F3-4706-9AFB-422B45FD153E}" destId="{320C1749-000D-4777-85FF-5C0C6DCF8545}" srcOrd="0" destOrd="0" parTransId="{294E8973-375F-47DD-99FD-A3095944FF77}" sibTransId="{5369DBC2-77C3-4BDD-A686-61AAFD126298}"/>
    <dgm:cxn modelId="{FBB4225B-94E0-4196-829E-65733A788C31}" srcId="{16518293-AEFA-448E-8DCB-4EA94D6D26E9}" destId="{0DB4822C-EDAC-4F58-B2EF-0B2BC98EE745}" srcOrd="1" destOrd="0" parTransId="{E6040A55-1C57-4EB1-8C6E-03FF05DE4BB9}" sibTransId="{2D11C94C-006E-4EB5-96A5-D2ED5AF21E96}"/>
    <dgm:cxn modelId="{B8518777-6F24-D848-8320-2669AF482574}" srcId="{16518293-AEFA-448E-8DCB-4EA94D6D26E9}" destId="{2E2D4BC2-1E8D-4A48-BB66-CA281CDEDE55}" srcOrd="2" destOrd="0" parTransId="{3750A09C-2567-F74A-B9E0-BE592EA07930}" sibTransId="{E778BDA9-89D8-D241-AECD-F59AC005158E}"/>
    <dgm:cxn modelId="{CE98317D-4C90-4E26-82BA-A80584AF744E}" srcId="{89BDB0A5-F0F3-4706-9AFB-422B45FD153E}" destId="{09858582-0B12-493A-810B-816A4CEE2FC6}" srcOrd="2" destOrd="0" parTransId="{112E2980-7B03-44EE-BC58-2AC9A21978F4}" sibTransId="{6A0D61C3-2549-4D09-BD20-E16516E7EB52}"/>
    <dgm:cxn modelId="{09776885-12AF-4DBC-AB71-881EEA66E73A}" type="presOf" srcId="{09858582-0B12-493A-810B-816A4CEE2FC6}" destId="{7CB622EB-CFF9-4CEF-9C62-0D3FB7B9D848}" srcOrd="0" destOrd="2" presId="urn:microsoft.com/office/officeart/2005/8/layout/vList2"/>
    <dgm:cxn modelId="{04C14F8E-42A5-412A-A727-B1A415D5F573}" type="presOf" srcId="{A4481039-E4CE-4649-B9D0-640DB5B427B4}" destId="{7CB622EB-CFF9-4CEF-9C62-0D3FB7B9D848}" srcOrd="0" destOrd="1" presId="urn:microsoft.com/office/officeart/2005/8/layout/vList2"/>
    <dgm:cxn modelId="{42BAFF98-D7D3-46DA-BBFE-732D4FAE307E}" type="presOf" srcId="{89BDB0A5-F0F3-4706-9AFB-422B45FD153E}" destId="{EDCCA3B5-69A3-4D4F-933E-C980F139D5CE}" srcOrd="0" destOrd="0" presId="urn:microsoft.com/office/officeart/2005/8/layout/vList2"/>
    <dgm:cxn modelId="{0647F5AA-69F1-4B67-8A62-EFBE1B6A7161}" type="presOf" srcId="{30BC86A4-9190-42EE-99B2-658A1A49036F}" destId="{CCA9AB54-F7DF-42DA-BB14-49BA708108B7}" srcOrd="0" destOrd="0" presId="urn:microsoft.com/office/officeart/2005/8/layout/vList2"/>
    <dgm:cxn modelId="{7CF3BDAF-260E-4785-9CA7-9A6C96BA17C3}" type="presOf" srcId="{320C1749-000D-4777-85FF-5C0C6DCF8545}" destId="{7CB622EB-CFF9-4CEF-9C62-0D3FB7B9D848}" srcOrd="0" destOrd="0" presId="urn:microsoft.com/office/officeart/2005/8/layout/vList2"/>
    <dgm:cxn modelId="{7CC89CC0-ABA6-4D64-B6B0-D555B745BABC}" type="presOf" srcId="{0DB4822C-EDAC-4F58-B2EF-0B2BC98EE745}" destId="{CCA9AB54-F7DF-42DA-BB14-49BA708108B7}" srcOrd="0" destOrd="1" presId="urn:microsoft.com/office/officeart/2005/8/layout/vList2"/>
    <dgm:cxn modelId="{99F429DC-E4A9-4955-B062-4F8480A677CC}" type="presOf" srcId="{16518293-AEFA-448E-8DCB-4EA94D6D26E9}" destId="{4B5FE49D-F768-452D-A9A2-52FCD77827E0}" srcOrd="0" destOrd="0" presId="urn:microsoft.com/office/officeart/2005/8/layout/vList2"/>
    <dgm:cxn modelId="{ABCEC4FA-096B-9D4A-BB8E-822F9F4BFB7E}" type="presOf" srcId="{2E2D4BC2-1E8D-4A48-BB66-CA281CDEDE55}" destId="{CCA9AB54-F7DF-42DA-BB14-49BA708108B7}" srcOrd="0" destOrd="2" presId="urn:microsoft.com/office/officeart/2005/8/layout/vList2"/>
    <dgm:cxn modelId="{4762189A-A012-4FA6-B59E-2A781D8F0C9A}" type="presParOf" srcId="{BE7E2D9E-C291-4AD1-9C46-EBC6D82E26F0}" destId="{4B5FE49D-F768-452D-A9A2-52FCD77827E0}" srcOrd="0" destOrd="0" presId="urn:microsoft.com/office/officeart/2005/8/layout/vList2"/>
    <dgm:cxn modelId="{BB91F1AA-0FFB-4AAD-B0DC-9EEBEEB49457}" type="presParOf" srcId="{BE7E2D9E-C291-4AD1-9C46-EBC6D82E26F0}" destId="{CCA9AB54-F7DF-42DA-BB14-49BA708108B7}" srcOrd="1" destOrd="0" presId="urn:microsoft.com/office/officeart/2005/8/layout/vList2"/>
    <dgm:cxn modelId="{34C45ABA-83A1-4F54-8313-BEF20D8D5BAF}" type="presParOf" srcId="{BE7E2D9E-C291-4AD1-9C46-EBC6D82E26F0}" destId="{EDCCA3B5-69A3-4D4F-933E-C980F139D5CE}" srcOrd="2" destOrd="0" presId="urn:microsoft.com/office/officeart/2005/8/layout/vList2"/>
    <dgm:cxn modelId="{2361A835-A2C2-4FAB-B685-A48F3C9B5815}" type="presParOf" srcId="{BE7E2D9E-C291-4AD1-9C46-EBC6D82E26F0}" destId="{7CB622EB-CFF9-4CEF-9C62-0D3FB7B9D848}" srcOrd="3" destOrd="0" presId="urn:microsoft.com/office/officeart/2005/8/layout/vList2"/>
  </dgm:cxnLst>
  <dgm:bg/>
  <dgm:whole/>
  <dgm:extLst>
    <a:ext uri="http://schemas.microsoft.com/office/drawing/2008/diagram">
      <dsp:dataModelExt xmlns:dsp="http://schemas.microsoft.com/office/drawing/2008/diagram" relId="rId8"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4B5FE49D-F768-452D-A9A2-52FCD77827E0}">
      <dsp:nvSpPr>
        <dsp:cNvPr id="0" name=""/>
        <dsp:cNvSpPr/>
      </dsp:nvSpPr>
      <dsp:spPr>
        <a:xfrm>
          <a:off x="0" y="58325"/>
          <a:ext cx="6981911" cy="493561"/>
        </a:xfrm>
        <a:prstGeom prst="roundRect">
          <a:avLst/>
        </a:prstGeom>
        <a:gradFill rotWithShape="0">
          <a:gsLst>
            <a:gs pos="0">
              <a:srgbClr val="C0504D">
                <a:hueOff val="0"/>
                <a:satOff val="0"/>
                <a:lumOff val="0"/>
                <a:alphaOff val="0"/>
                <a:shade val="51000"/>
                <a:satMod val="130000"/>
              </a:srgbClr>
            </a:gs>
            <a:gs pos="80000">
              <a:srgbClr val="C0504D">
                <a:hueOff val="0"/>
                <a:satOff val="0"/>
                <a:lumOff val="0"/>
                <a:alphaOff val="0"/>
                <a:shade val="93000"/>
                <a:satMod val="130000"/>
              </a:srgbClr>
            </a:gs>
            <a:gs pos="100000">
              <a:srgbClr val="C0504D">
                <a:hueOff val="0"/>
                <a:satOff val="0"/>
                <a:lumOff val="0"/>
                <a:alphaOff val="0"/>
                <a:shade val="94000"/>
                <a:satMod val="135000"/>
              </a:srgbClr>
            </a:gs>
          </a:gsLst>
          <a:lin ang="16200000" scaled="0"/>
        </a:gradFill>
        <a:ln>
          <a:noFill/>
        </a:ln>
        <a:effectLst>
          <a:outerShdw blurRad="40000" dist="23000" dir="5400000" rotWithShape="0">
            <a:srgbClr val="000000">
              <a:alpha val="35000"/>
            </a:srgbClr>
          </a:outerShdw>
        </a:effectLst>
      </dsp:spPr>
      <dsp:style>
        <a:lnRef idx="0">
          <a:scrgbClr r="0" g="0" b="0"/>
        </a:lnRef>
        <a:fillRef idx="3">
          <a:scrgbClr r="0" g="0" b="0"/>
        </a:fillRef>
        <a:effectRef idx="2">
          <a:scrgbClr r="0" g="0" b="0"/>
        </a:effectRef>
        <a:fontRef idx="minor">
          <a:schemeClr val="lt1"/>
        </a:fontRef>
      </dsp:style>
      <dsp:txBody>
        <a:bodyPr spcFirstLastPara="0" vert="horz" wrap="square" lIns="76200" tIns="76200" rIns="76200" bIns="76200" numCol="1" spcCol="1270" anchor="ctr" anchorCtr="0">
          <a:noAutofit/>
        </a:bodyPr>
        <a:lstStyle/>
        <a:p>
          <a:pPr marL="0" lvl="0" indent="0" algn="l" defTabSz="889000">
            <a:lnSpc>
              <a:spcPct val="90000"/>
            </a:lnSpc>
            <a:spcBef>
              <a:spcPct val="0"/>
            </a:spcBef>
            <a:spcAft>
              <a:spcPct val="35000"/>
            </a:spcAft>
            <a:buNone/>
          </a:pPr>
          <a:r>
            <a:rPr lang="zh-CN" altLang="en-US" sz="2000" b="1" kern="1200" dirty="0">
              <a:solidFill>
                <a:sysClr val="window" lastClr="FFFFFF"/>
              </a:solidFill>
              <a:latin typeface="微软雅黑" panose="020B0503020204020204" pitchFamily="34" charset="-122"/>
              <a:ea typeface="微软雅黑" panose="020B0503020204020204" pitchFamily="34" charset="-122"/>
              <a:cs typeface="+mn-cs"/>
            </a:rPr>
            <a:t>关于“最佳路由”</a:t>
          </a:r>
        </a:p>
      </dsp:txBody>
      <dsp:txXfrm>
        <a:off x="24094" y="82419"/>
        <a:ext cx="6933723" cy="445373"/>
      </dsp:txXfrm>
    </dsp:sp>
    <dsp:sp modelId="{CCA9AB54-F7DF-42DA-BB14-49BA708108B7}">
      <dsp:nvSpPr>
        <dsp:cNvPr id="0" name=""/>
        <dsp:cNvSpPr/>
      </dsp:nvSpPr>
      <dsp:spPr>
        <a:xfrm>
          <a:off x="0" y="551886"/>
          <a:ext cx="6981911" cy="178848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221676" tIns="25400" rIns="142240" bIns="25400" numCol="1" spcCol="1270" anchor="t" anchorCtr="0">
          <a:noAutofit/>
        </a:bodyPr>
        <a:lstStyle/>
        <a:p>
          <a:pPr marL="228600" lvl="1" indent="-228600" algn="l" defTabSz="889000">
            <a:lnSpc>
              <a:spcPct val="90000"/>
            </a:lnSpc>
            <a:spcBef>
              <a:spcPct val="0"/>
            </a:spcBef>
            <a:spcAft>
              <a:spcPct val="20000"/>
            </a:spcAft>
            <a:buChar char="•"/>
          </a:pPr>
          <a:r>
            <a:rPr lang="zh-CN" altLang="en-US" sz="2000" b="1" kern="1200" dirty="0">
              <a:solidFill>
                <a:sysClr val="windowText" lastClr="000000">
                  <a:hueOff val="0"/>
                  <a:satOff val="0"/>
                  <a:lumOff val="0"/>
                  <a:alphaOff val="0"/>
                </a:sysClr>
              </a:solidFill>
              <a:latin typeface="微软雅黑" panose="020B0503020204020204" pitchFamily="34" charset="-122"/>
              <a:ea typeface="微软雅黑" panose="020B0503020204020204" pitchFamily="34" charset="-122"/>
              <a:cs typeface="+mn-cs"/>
            </a:rPr>
            <a:t>不存在一种绝对的最佳路由算法。</a:t>
          </a:r>
        </a:p>
        <a:p>
          <a:pPr marL="228600" lvl="1" indent="-228600" algn="l" defTabSz="889000">
            <a:lnSpc>
              <a:spcPct val="90000"/>
            </a:lnSpc>
            <a:spcBef>
              <a:spcPct val="0"/>
            </a:spcBef>
            <a:spcAft>
              <a:spcPct val="20000"/>
            </a:spcAft>
            <a:buChar char="•"/>
          </a:pPr>
          <a:r>
            <a:rPr lang="zh-CN" altLang="en-US" sz="2000" b="1" kern="1200" dirty="0">
              <a:solidFill>
                <a:sysClr val="windowText" lastClr="000000">
                  <a:hueOff val="0"/>
                  <a:satOff val="0"/>
                  <a:lumOff val="0"/>
                  <a:alphaOff val="0"/>
                </a:sysClr>
              </a:solidFill>
              <a:latin typeface="微软雅黑" panose="020B0503020204020204" pitchFamily="34" charset="-122"/>
              <a:ea typeface="微软雅黑" panose="020B0503020204020204" pitchFamily="34" charset="-122"/>
              <a:cs typeface="+mn-cs"/>
            </a:rPr>
            <a:t>所谓“最佳”只能是相对于某一种特定要求下得出的较为合理的选择而已。</a:t>
          </a:r>
        </a:p>
        <a:p>
          <a:pPr marL="171450" lvl="1" indent="-171450" algn="l" defTabSz="800100">
            <a:lnSpc>
              <a:spcPct val="90000"/>
            </a:lnSpc>
            <a:spcBef>
              <a:spcPct val="0"/>
            </a:spcBef>
            <a:spcAft>
              <a:spcPct val="20000"/>
            </a:spcAft>
            <a:buChar char="•"/>
          </a:pPr>
          <a:endParaRPr lang="zh-CN" altLang="en-US" sz="1800" b="1" kern="1200" dirty="0">
            <a:solidFill>
              <a:sysClr val="windowText" lastClr="000000">
                <a:hueOff val="0"/>
                <a:satOff val="0"/>
                <a:lumOff val="0"/>
                <a:alphaOff val="0"/>
              </a:sysClr>
            </a:solidFill>
            <a:latin typeface="微软雅黑" panose="020B0503020204020204" pitchFamily="34" charset="-122"/>
            <a:ea typeface="微软雅黑" panose="020B0503020204020204" pitchFamily="34" charset="-122"/>
            <a:cs typeface="+mn-cs"/>
          </a:endParaRPr>
        </a:p>
      </dsp:txBody>
      <dsp:txXfrm>
        <a:off x="0" y="551886"/>
        <a:ext cx="6981911" cy="1788480"/>
      </dsp:txXfrm>
    </dsp:sp>
    <dsp:sp modelId="{EDCCA3B5-69A3-4D4F-933E-C980F139D5CE}">
      <dsp:nvSpPr>
        <dsp:cNvPr id="0" name=""/>
        <dsp:cNvSpPr/>
      </dsp:nvSpPr>
      <dsp:spPr>
        <a:xfrm>
          <a:off x="0" y="2340366"/>
          <a:ext cx="6981911" cy="493561"/>
        </a:xfrm>
        <a:prstGeom prst="roundRect">
          <a:avLst/>
        </a:prstGeom>
        <a:gradFill rotWithShape="0">
          <a:gsLst>
            <a:gs pos="0">
              <a:srgbClr val="9BBB59">
                <a:hueOff val="0"/>
                <a:satOff val="0"/>
                <a:lumOff val="0"/>
                <a:alphaOff val="0"/>
                <a:shade val="51000"/>
                <a:satMod val="130000"/>
              </a:srgbClr>
            </a:gs>
            <a:gs pos="80000">
              <a:srgbClr val="9BBB59">
                <a:hueOff val="0"/>
                <a:satOff val="0"/>
                <a:lumOff val="0"/>
                <a:alphaOff val="0"/>
                <a:shade val="93000"/>
                <a:satMod val="130000"/>
              </a:srgbClr>
            </a:gs>
            <a:gs pos="100000">
              <a:srgbClr val="9BBB59">
                <a:hueOff val="0"/>
                <a:satOff val="0"/>
                <a:lumOff val="0"/>
                <a:alphaOff val="0"/>
                <a:shade val="94000"/>
                <a:satMod val="135000"/>
              </a:srgbClr>
            </a:gs>
          </a:gsLst>
          <a:lin ang="16200000" scaled="0"/>
        </a:gradFill>
        <a:ln>
          <a:noFill/>
        </a:ln>
        <a:effectLst>
          <a:outerShdw blurRad="40000" dist="23000" dir="5400000" rotWithShape="0">
            <a:srgbClr val="000000">
              <a:alpha val="35000"/>
            </a:srgbClr>
          </a:outerShdw>
        </a:effectLst>
      </dsp:spPr>
      <dsp:style>
        <a:lnRef idx="0">
          <a:scrgbClr r="0" g="0" b="0"/>
        </a:lnRef>
        <a:fillRef idx="3">
          <a:scrgbClr r="0" g="0" b="0"/>
        </a:fillRef>
        <a:effectRef idx="2">
          <a:scrgbClr r="0" g="0" b="0"/>
        </a:effectRef>
        <a:fontRef idx="minor">
          <a:schemeClr val="lt1"/>
        </a:fontRef>
      </dsp:style>
      <dsp:txBody>
        <a:bodyPr spcFirstLastPara="0" vert="horz" wrap="square" lIns="76200" tIns="76200" rIns="76200" bIns="76200" numCol="1" spcCol="1270" anchor="ctr" anchorCtr="0">
          <a:noAutofit/>
        </a:bodyPr>
        <a:lstStyle/>
        <a:p>
          <a:pPr marL="0" lvl="0" indent="0" algn="l" defTabSz="889000">
            <a:lnSpc>
              <a:spcPct val="90000"/>
            </a:lnSpc>
            <a:spcBef>
              <a:spcPct val="0"/>
            </a:spcBef>
            <a:spcAft>
              <a:spcPct val="35000"/>
            </a:spcAft>
            <a:buNone/>
          </a:pPr>
          <a:r>
            <a:rPr lang="zh-CN" altLang="en-US" sz="2000" b="1" kern="1200" dirty="0">
              <a:solidFill>
                <a:schemeClr val="bg1"/>
              </a:solidFill>
              <a:latin typeface="微软雅黑" panose="020B0503020204020204" pitchFamily="34" charset="-122"/>
              <a:ea typeface="微软雅黑" panose="020B0503020204020204" pitchFamily="34" charset="-122"/>
              <a:cs typeface="+mn-cs"/>
            </a:rPr>
            <a:t>路由选择非常复杂</a:t>
          </a:r>
        </a:p>
      </dsp:txBody>
      <dsp:txXfrm>
        <a:off x="24094" y="2364460"/>
        <a:ext cx="6933723" cy="445373"/>
      </dsp:txXfrm>
    </dsp:sp>
    <dsp:sp modelId="{7CB622EB-CFF9-4CEF-9C62-0D3FB7B9D848}">
      <dsp:nvSpPr>
        <dsp:cNvPr id="0" name=""/>
        <dsp:cNvSpPr/>
      </dsp:nvSpPr>
      <dsp:spPr>
        <a:xfrm>
          <a:off x="0" y="2833927"/>
          <a:ext cx="6981911" cy="142416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221676" tIns="25400" rIns="142240" bIns="25400" numCol="1" spcCol="1270" anchor="t" anchorCtr="0">
          <a:noAutofit/>
        </a:bodyPr>
        <a:lstStyle/>
        <a:p>
          <a:pPr marL="228600" lvl="1" indent="-228600" algn="l" defTabSz="889000">
            <a:lnSpc>
              <a:spcPct val="90000"/>
            </a:lnSpc>
            <a:spcBef>
              <a:spcPct val="0"/>
            </a:spcBef>
            <a:spcAft>
              <a:spcPct val="20000"/>
            </a:spcAft>
            <a:buChar char="•"/>
          </a:pPr>
          <a:r>
            <a:rPr lang="zh-CN" altLang="en-US" sz="2000" b="1" kern="1200" dirty="0">
              <a:solidFill>
                <a:sysClr val="windowText" lastClr="000000">
                  <a:hueOff val="0"/>
                  <a:satOff val="0"/>
                  <a:lumOff val="0"/>
                  <a:alphaOff val="0"/>
                </a:sysClr>
              </a:solidFill>
              <a:latin typeface="微软雅黑" panose="020B0503020204020204" pitchFamily="34" charset="-122"/>
              <a:ea typeface="微软雅黑" panose="020B0503020204020204" pitchFamily="34" charset="-122"/>
              <a:cs typeface="+mn-cs"/>
            </a:rPr>
            <a:t>需要所有节点共同协调工作的。</a:t>
          </a:r>
        </a:p>
        <a:p>
          <a:pPr marL="228600" lvl="1" indent="-228600" algn="l" defTabSz="889000">
            <a:lnSpc>
              <a:spcPct val="90000"/>
            </a:lnSpc>
            <a:spcBef>
              <a:spcPct val="0"/>
            </a:spcBef>
            <a:spcAft>
              <a:spcPct val="20000"/>
            </a:spcAft>
            <a:buChar char="•"/>
          </a:pPr>
          <a:r>
            <a:rPr lang="zh-CN" altLang="en-US" sz="2000" b="1" kern="1200" dirty="0">
              <a:solidFill>
                <a:sysClr val="windowText" lastClr="000000">
                  <a:hueOff val="0"/>
                  <a:satOff val="0"/>
                  <a:lumOff val="0"/>
                  <a:alphaOff val="0"/>
                </a:sysClr>
              </a:solidFill>
              <a:latin typeface="微软雅黑" panose="020B0503020204020204" pitchFamily="34" charset="-122"/>
              <a:ea typeface="微软雅黑" panose="020B0503020204020204" pitchFamily="34" charset="-122"/>
              <a:cs typeface="+mn-cs"/>
            </a:rPr>
            <a:t>环境不断变化，而这种变化有时无法事先知道。</a:t>
          </a:r>
        </a:p>
        <a:p>
          <a:pPr marL="228600" lvl="1" indent="-228600" algn="l" defTabSz="889000">
            <a:lnSpc>
              <a:spcPct val="90000"/>
            </a:lnSpc>
            <a:spcBef>
              <a:spcPct val="0"/>
            </a:spcBef>
            <a:spcAft>
              <a:spcPct val="20000"/>
            </a:spcAft>
            <a:buChar char="•"/>
          </a:pPr>
          <a:r>
            <a:rPr lang="zh-CN" altLang="en-US" sz="2000" b="1" kern="1200" dirty="0">
              <a:solidFill>
                <a:sysClr val="windowText" lastClr="000000">
                  <a:hueOff val="0"/>
                  <a:satOff val="0"/>
                  <a:lumOff val="0"/>
                  <a:alphaOff val="0"/>
                </a:sysClr>
              </a:solidFill>
              <a:latin typeface="微软雅黑" panose="020B0503020204020204" pitchFamily="34" charset="-122"/>
              <a:ea typeface="微软雅黑" panose="020B0503020204020204" pitchFamily="34" charset="-122"/>
              <a:cs typeface="+mn-cs"/>
            </a:rPr>
            <a:t>当网络发生拥塞时，很难获得所需的路由选择信息。</a:t>
          </a:r>
        </a:p>
      </dsp:txBody>
      <dsp:txXfrm>
        <a:off x="0" y="2833927"/>
        <a:ext cx="6981911" cy="1424160"/>
      </dsp:txXfrm>
    </dsp:sp>
  </dsp:spTree>
</dsp:drawing>
</file>

<file path=ppt/diagrams/layout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4">
  <dgm:title val=""/>
  <dgm:desc val=""/>
  <dgm:catLst>
    <dgm:cat type="simple" pri="10400"/>
  </dgm:catLst>
  <dgm:scene3d>
    <a:camera prst="orthographicFront"/>
    <a:lightRig rig="threePt" dir="t"/>
  </dgm:scene3d>
  <dgm:styleLbl name="node0">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dgm:scene3d>
    <dgm:sp3d/>
    <dgm:txPr/>
    <dgm:style>
      <a:lnRef idx="0">
        <a:scrgbClr r="0" g="0" b="0"/>
      </a:lnRef>
      <a:fillRef idx="3">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alignImgPlace1">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bgImgPlace1">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sib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1">
        <a:scrgbClr r="0" g="0" b="0"/>
      </a:effectRef>
      <a:fontRef idx="minor"/>
    </dgm:style>
  </dgm:styleLbl>
  <dgm:styleLbl name="asst0">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4">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parChTrans2D2">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parChTrans2D3">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parChTrans2D4">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parCh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0">
        <a:scrgbClr r="0" g="0" b="0"/>
      </a:lnRef>
      <a:fillRef idx="3">
        <a:scrgbClr r="0" g="0" b="0"/>
      </a:fillRef>
      <a:effectRef idx="2">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handoutMasters/_rels/handoutMaster1.xml.rels><?xml version="1.0" encoding="UTF-8" standalone="yes"?>
<Relationships xmlns="http://schemas.openxmlformats.org/package/2006/relationships"><Relationship Id="rId1" Type="http://schemas.openxmlformats.org/officeDocument/2006/relationships/theme" Target="../theme/theme8.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622594" name="Rectangle 2"/>
          <p:cNvSpPr>
            <a:spLocks noGrp="1" noChangeArrowheads="1"/>
          </p:cNvSpPr>
          <p:nvPr>
            <p:ph type="hdr" sz="quarter"/>
          </p:nvPr>
        </p:nvSpPr>
        <p:spPr bwMode="auto">
          <a:xfrm>
            <a:off x="0" y="0"/>
            <a:ext cx="3170238" cy="479425"/>
          </a:xfrm>
          <a:prstGeom prst="rect">
            <a:avLst/>
          </a:prstGeom>
          <a:noFill/>
          <a:ln w="9525">
            <a:noFill/>
            <a:miter lim="800000"/>
            <a:headEnd/>
            <a:tailEnd/>
          </a:ln>
          <a:effectLst/>
        </p:spPr>
        <p:txBody>
          <a:bodyPr vert="horz" wrap="square" lIns="96661" tIns="48331" rIns="96661" bIns="48331" numCol="1" anchor="t" anchorCtr="0" compatLnSpc="1">
            <a:prstTxWarp prst="textNoShape">
              <a:avLst/>
            </a:prstTxWarp>
          </a:bodyPr>
          <a:lstStyle>
            <a:lvl1pPr defTabSz="966788">
              <a:defRPr sz="1300">
                <a:latin typeface="Times New Roman" charset="0"/>
              </a:defRPr>
            </a:lvl1pPr>
          </a:lstStyle>
          <a:p>
            <a:pPr>
              <a:defRPr/>
            </a:pPr>
            <a:endParaRPr lang="en-US"/>
          </a:p>
        </p:txBody>
      </p:sp>
      <p:sp>
        <p:nvSpPr>
          <p:cNvPr id="622595" name="Rectangle 3"/>
          <p:cNvSpPr>
            <a:spLocks noGrp="1" noChangeArrowheads="1"/>
          </p:cNvSpPr>
          <p:nvPr>
            <p:ph type="dt" sz="quarter" idx="1"/>
          </p:nvPr>
        </p:nvSpPr>
        <p:spPr bwMode="auto">
          <a:xfrm>
            <a:off x="4143375" y="0"/>
            <a:ext cx="3170238" cy="479425"/>
          </a:xfrm>
          <a:prstGeom prst="rect">
            <a:avLst/>
          </a:prstGeom>
          <a:noFill/>
          <a:ln w="9525">
            <a:noFill/>
            <a:miter lim="800000"/>
            <a:headEnd/>
            <a:tailEnd/>
          </a:ln>
          <a:effectLst/>
        </p:spPr>
        <p:txBody>
          <a:bodyPr vert="horz" wrap="square" lIns="96661" tIns="48331" rIns="96661" bIns="48331" numCol="1" anchor="t" anchorCtr="0" compatLnSpc="1">
            <a:prstTxWarp prst="textNoShape">
              <a:avLst/>
            </a:prstTxWarp>
          </a:bodyPr>
          <a:lstStyle>
            <a:lvl1pPr algn="r" defTabSz="966788">
              <a:defRPr sz="1300">
                <a:latin typeface="Times New Roman" charset="0"/>
              </a:defRPr>
            </a:lvl1pPr>
          </a:lstStyle>
          <a:p>
            <a:pPr>
              <a:defRPr/>
            </a:pPr>
            <a:endParaRPr lang="en-US"/>
          </a:p>
        </p:txBody>
      </p:sp>
      <p:sp>
        <p:nvSpPr>
          <p:cNvPr id="622596" name="Rectangle 4"/>
          <p:cNvSpPr>
            <a:spLocks noGrp="1" noChangeArrowheads="1"/>
          </p:cNvSpPr>
          <p:nvPr>
            <p:ph type="ftr" sz="quarter" idx="2"/>
          </p:nvPr>
        </p:nvSpPr>
        <p:spPr bwMode="auto">
          <a:xfrm>
            <a:off x="0" y="9120188"/>
            <a:ext cx="3170238" cy="479425"/>
          </a:xfrm>
          <a:prstGeom prst="rect">
            <a:avLst/>
          </a:prstGeom>
          <a:noFill/>
          <a:ln w="9525">
            <a:noFill/>
            <a:miter lim="800000"/>
            <a:headEnd/>
            <a:tailEnd/>
          </a:ln>
          <a:effectLst/>
        </p:spPr>
        <p:txBody>
          <a:bodyPr vert="horz" wrap="square" lIns="96661" tIns="48331" rIns="96661" bIns="48331" numCol="1" anchor="b" anchorCtr="0" compatLnSpc="1">
            <a:prstTxWarp prst="textNoShape">
              <a:avLst/>
            </a:prstTxWarp>
          </a:bodyPr>
          <a:lstStyle>
            <a:lvl1pPr defTabSz="966788">
              <a:defRPr sz="1300">
                <a:latin typeface="Times New Roman" charset="0"/>
              </a:defRPr>
            </a:lvl1pPr>
          </a:lstStyle>
          <a:p>
            <a:pPr>
              <a:defRPr/>
            </a:pPr>
            <a:endParaRPr lang="en-US"/>
          </a:p>
        </p:txBody>
      </p:sp>
      <p:sp>
        <p:nvSpPr>
          <p:cNvPr id="622597" name="Rectangle 5"/>
          <p:cNvSpPr>
            <a:spLocks noGrp="1" noChangeArrowheads="1"/>
          </p:cNvSpPr>
          <p:nvPr>
            <p:ph type="sldNum" sz="quarter" idx="3"/>
          </p:nvPr>
        </p:nvSpPr>
        <p:spPr bwMode="auto">
          <a:xfrm>
            <a:off x="4143375" y="9120188"/>
            <a:ext cx="3170238" cy="479425"/>
          </a:xfrm>
          <a:prstGeom prst="rect">
            <a:avLst/>
          </a:prstGeom>
          <a:noFill/>
          <a:ln w="9525">
            <a:noFill/>
            <a:miter lim="800000"/>
            <a:headEnd/>
            <a:tailEnd/>
          </a:ln>
          <a:effectLst/>
        </p:spPr>
        <p:txBody>
          <a:bodyPr vert="horz" wrap="square" lIns="96661" tIns="48331" rIns="96661" bIns="48331" numCol="1" anchor="b" anchorCtr="0" compatLnSpc="1">
            <a:prstTxWarp prst="textNoShape">
              <a:avLst/>
            </a:prstTxWarp>
          </a:bodyPr>
          <a:lstStyle>
            <a:lvl1pPr algn="r" defTabSz="966788">
              <a:defRPr sz="1300">
                <a:latin typeface="Times New Roman" charset="0"/>
              </a:defRPr>
            </a:lvl1pPr>
          </a:lstStyle>
          <a:p>
            <a:pPr>
              <a:defRPr/>
            </a:pPr>
            <a:fld id="{91292653-6D28-1A4E-9097-8CD0CA4FA95B}" type="slidenum">
              <a:rPr lang="en-US"/>
              <a:pPr>
                <a:defRPr/>
              </a:pPr>
              <a:t>‹#›</a:t>
            </a:fld>
            <a:endParaRPr lang="en-US"/>
          </a:p>
        </p:txBody>
      </p:sp>
    </p:spTree>
    <p:extLst>
      <p:ext uri="{BB962C8B-B14F-4D97-AF65-F5344CB8AC3E}">
        <p14:creationId xmlns:p14="http://schemas.microsoft.com/office/powerpoint/2010/main" val="896416151"/>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7.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3074" name="Rectangle 2"/>
          <p:cNvSpPr>
            <a:spLocks noGrp="1" noChangeArrowheads="1"/>
          </p:cNvSpPr>
          <p:nvPr>
            <p:ph type="hdr" sz="quarter"/>
          </p:nvPr>
        </p:nvSpPr>
        <p:spPr bwMode="auto">
          <a:xfrm>
            <a:off x="0" y="0"/>
            <a:ext cx="3170238" cy="479425"/>
          </a:xfrm>
          <a:prstGeom prst="rect">
            <a:avLst/>
          </a:prstGeom>
          <a:noFill/>
          <a:ln w="9525">
            <a:noFill/>
            <a:miter lim="800000"/>
            <a:headEnd/>
            <a:tailEnd/>
          </a:ln>
          <a:effectLst/>
        </p:spPr>
        <p:txBody>
          <a:bodyPr vert="horz" wrap="square" lIns="96661" tIns="48331" rIns="96661" bIns="48331" numCol="1" anchor="t" anchorCtr="0" compatLnSpc="1">
            <a:prstTxWarp prst="textNoShape">
              <a:avLst/>
            </a:prstTxWarp>
          </a:bodyPr>
          <a:lstStyle>
            <a:lvl1pPr defTabSz="966788">
              <a:defRPr sz="1300">
                <a:latin typeface="Times New Roman" charset="0"/>
              </a:defRPr>
            </a:lvl1pPr>
          </a:lstStyle>
          <a:p>
            <a:pPr>
              <a:defRPr/>
            </a:pPr>
            <a:endParaRPr lang="en-US"/>
          </a:p>
        </p:txBody>
      </p:sp>
      <p:sp>
        <p:nvSpPr>
          <p:cNvPr id="3075" name="Rectangle 3"/>
          <p:cNvSpPr>
            <a:spLocks noGrp="1" noChangeArrowheads="1"/>
          </p:cNvSpPr>
          <p:nvPr>
            <p:ph type="dt" idx="1"/>
          </p:nvPr>
        </p:nvSpPr>
        <p:spPr bwMode="auto">
          <a:xfrm>
            <a:off x="4144963" y="0"/>
            <a:ext cx="3170237" cy="479425"/>
          </a:xfrm>
          <a:prstGeom prst="rect">
            <a:avLst/>
          </a:prstGeom>
          <a:noFill/>
          <a:ln w="9525">
            <a:noFill/>
            <a:miter lim="800000"/>
            <a:headEnd/>
            <a:tailEnd/>
          </a:ln>
          <a:effectLst/>
        </p:spPr>
        <p:txBody>
          <a:bodyPr vert="horz" wrap="square" lIns="96661" tIns="48331" rIns="96661" bIns="48331" numCol="1" anchor="t" anchorCtr="0" compatLnSpc="1">
            <a:prstTxWarp prst="textNoShape">
              <a:avLst/>
            </a:prstTxWarp>
          </a:bodyPr>
          <a:lstStyle>
            <a:lvl1pPr algn="r" defTabSz="966788">
              <a:defRPr sz="1300">
                <a:latin typeface="Times New Roman" charset="0"/>
              </a:defRPr>
            </a:lvl1pPr>
          </a:lstStyle>
          <a:p>
            <a:pPr>
              <a:defRPr/>
            </a:pPr>
            <a:endParaRPr lang="en-US"/>
          </a:p>
        </p:txBody>
      </p:sp>
      <p:sp>
        <p:nvSpPr>
          <p:cNvPr id="39940" name="Rectangle 4"/>
          <p:cNvSpPr>
            <a:spLocks noGrp="1" noRot="1" noChangeAspect="1" noChangeArrowheads="1" noTextEdit="1"/>
          </p:cNvSpPr>
          <p:nvPr>
            <p:ph type="sldImg" idx="2"/>
          </p:nvPr>
        </p:nvSpPr>
        <p:spPr bwMode="auto">
          <a:xfrm>
            <a:off x="1257300" y="720725"/>
            <a:ext cx="4800600" cy="3600450"/>
          </a:xfrm>
          <a:prstGeom prst="rect">
            <a:avLst/>
          </a:prstGeom>
          <a:noFill/>
          <a:ln w="9525">
            <a:solidFill>
              <a:srgbClr val="000000"/>
            </a:solidFill>
            <a:miter lim="800000"/>
            <a:headEnd/>
            <a:tailEnd/>
          </a:ln>
          <a:extLst>
            <a:ext uri="{909E8E84-426E-40dd-AFC4-6F175D3DCCD1}">
              <a14:hiddenFill xmlns:a14="http://schemas.microsoft.com/office/drawing/2010/main" xmlns="">
                <a:solidFill>
                  <a:srgbClr val="FFFFFF"/>
                </a:solidFill>
              </a14:hiddenFill>
            </a:ext>
            <a:ext uri="{FAA26D3D-D897-4be2-8F04-BA451C77F1D7}">
              <ma14:placeholderFlag xmlns:ma14="http://schemas.microsoft.com/office/mac/drawingml/2011/main" xmlns="" val="1"/>
            </a:ext>
          </a:extLst>
        </p:spPr>
      </p:sp>
      <p:sp>
        <p:nvSpPr>
          <p:cNvPr id="3077" name="Rectangle 5"/>
          <p:cNvSpPr>
            <a:spLocks noGrp="1" noChangeArrowheads="1"/>
          </p:cNvSpPr>
          <p:nvPr>
            <p:ph type="body" sz="quarter" idx="3"/>
          </p:nvPr>
        </p:nvSpPr>
        <p:spPr bwMode="auto">
          <a:xfrm>
            <a:off x="974725" y="4560888"/>
            <a:ext cx="5365750" cy="4319587"/>
          </a:xfrm>
          <a:prstGeom prst="rect">
            <a:avLst/>
          </a:prstGeom>
          <a:noFill/>
          <a:ln w="9525">
            <a:noFill/>
            <a:miter lim="800000"/>
            <a:headEnd/>
            <a:tailEnd/>
          </a:ln>
          <a:effectLst/>
        </p:spPr>
        <p:txBody>
          <a:bodyPr vert="horz" wrap="square" lIns="96661" tIns="48331" rIns="96661" bIns="48331" numCol="1" anchor="t" anchorCtr="0" compatLnSpc="1">
            <a:prstTxWarp prst="textNoShape">
              <a:avLst/>
            </a:prstTxWarp>
          </a:body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3078" name="Rectangle 6"/>
          <p:cNvSpPr>
            <a:spLocks noGrp="1" noChangeArrowheads="1"/>
          </p:cNvSpPr>
          <p:nvPr>
            <p:ph type="ftr" sz="quarter" idx="4"/>
          </p:nvPr>
        </p:nvSpPr>
        <p:spPr bwMode="auto">
          <a:xfrm>
            <a:off x="0" y="9121775"/>
            <a:ext cx="3170238" cy="479425"/>
          </a:xfrm>
          <a:prstGeom prst="rect">
            <a:avLst/>
          </a:prstGeom>
          <a:noFill/>
          <a:ln w="9525">
            <a:noFill/>
            <a:miter lim="800000"/>
            <a:headEnd/>
            <a:tailEnd/>
          </a:ln>
          <a:effectLst/>
        </p:spPr>
        <p:txBody>
          <a:bodyPr vert="horz" wrap="square" lIns="96661" tIns="48331" rIns="96661" bIns="48331" numCol="1" anchor="b" anchorCtr="0" compatLnSpc="1">
            <a:prstTxWarp prst="textNoShape">
              <a:avLst/>
            </a:prstTxWarp>
          </a:bodyPr>
          <a:lstStyle>
            <a:lvl1pPr defTabSz="966788">
              <a:defRPr sz="1300">
                <a:latin typeface="Times New Roman" charset="0"/>
              </a:defRPr>
            </a:lvl1pPr>
          </a:lstStyle>
          <a:p>
            <a:pPr>
              <a:defRPr/>
            </a:pPr>
            <a:endParaRPr lang="en-US"/>
          </a:p>
        </p:txBody>
      </p:sp>
      <p:sp>
        <p:nvSpPr>
          <p:cNvPr id="3079" name="Rectangle 7"/>
          <p:cNvSpPr>
            <a:spLocks noGrp="1" noChangeArrowheads="1"/>
          </p:cNvSpPr>
          <p:nvPr>
            <p:ph type="sldNum" sz="quarter" idx="5"/>
          </p:nvPr>
        </p:nvSpPr>
        <p:spPr bwMode="auto">
          <a:xfrm>
            <a:off x="4144963" y="9121775"/>
            <a:ext cx="3170237" cy="479425"/>
          </a:xfrm>
          <a:prstGeom prst="rect">
            <a:avLst/>
          </a:prstGeom>
          <a:noFill/>
          <a:ln w="9525">
            <a:noFill/>
            <a:miter lim="800000"/>
            <a:headEnd/>
            <a:tailEnd/>
          </a:ln>
          <a:effectLst/>
        </p:spPr>
        <p:txBody>
          <a:bodyPr vert="horz" wrap="square" lIns="96661" tIns="48331" rIns="96661" bIns="48331" numCol="1" anchor="b" anchorCtr="0" compatLnSpc="1">
            <a:prstTxWarp prst="textNoShape">
              <a:avLst/>
            </a:prstTxWarp>
          </a:bodyPr>
          <a:lstStyle>
            <a:lvl1pPr algn="r" defTabSz="966788">
              <a:defRPr sz="1300">
                <a:latin typeface="Times New Roman" charset="0"/>
              </a:defRPr>
            </a:lvl1pPr>
          </a:lstStyle>
          <a:p>
            <a:pPr>
              <a:defRPr/>
            </a:pPr>
            <a:fld id="{ACCD5E27-021E-054B-84DE-C100B224ED65}" type="slidenum">
              <a:rPr lang="en-US"/>
              <a:pPr>
                <a:defRPr/>
              </a:pPr>
              <a:t>‹#›</a:t>
            </a:fld>
            <a:endParaRPr lang="en-US"/>
          </a:p>
        </p:txBody>
      </p:sp>
    </p:spTree>
    <p:extLst>
      <p:ext uri="{BB962C8B-B14F-4D97-AF65-F5344CB8AC3E}">
        <p14:creationId xmlns:p14="http://schemas.microsoft.com/office/powerpoint/2010/main" val="3527411503"/>
      </p:ext>
    </p:extLst>
  </p:cSld>
  <p:clrMap bg1="lt1" tx1="dk1" bg2="lt2" tx2="dk2" accent1="accent1" accent2="accent2" accent3="accent3" accent4="accent4" accent5="accent5" accent6="accent6" hlink="hlink" folHlink="folHlink"/>
  <p:notesStyle>
    <a:lvl1pPr algn="l" rtl="0" eaLnBrk="0" fontAlgn="base" hangingPunct="0">
      <a:spcBef>
        <a:spcPct val="30000"/>
      </a:spcBef>
      <a:spcAft>
        <a:spcPct val="0"/>
      </a:spcAft>
      <a:defRPr sz="1200" kern="1200">
        <a:solidFill>
          <a:schemeClr val="tx1"/>
        </a:solidFill>
        <a:latin typeface="Times New Roman" pitchFamily="-109" charset="0"/>
        <a:ea typeface="ＭＳ Ｐゴシック" charset="0"/>
        <a:cs typeface="ＭＳ Ｐゴシック" charset="0"/>
      </a:defRPr>
    </a:lvl1pPr>
    <a:lvl2pPr marL="457200" algn="l" rtl="0" eaLnBrk="0" fontAlgn="base" hangingPunct="0">
      <a:spcBef>
        <a:spcPct val="30000"/>
      </a:spcBef>
      <a:spcAft>
        <a:spcPct val="0"/>
      </a:spcAft>
      <a:defRPr sz="1200" kern="1200">
        <a:solidFill>
          <a:schemeClr val="tx1"/>
        </a:solidFill>
        <a:latin typeface="Times New Roman" pitchFamily="-109" charset="0"/>
        <a:ea typeface="ＭＳ Ｐゴシック" charset="0"/>
        <a:cs typeface="+mn-cs"/>
      </a:defRPr>
    </a:lvl2pPr>
    <a:lvl3pPr marL="914400" algn="l" rtl="0" eaLnBrk="0" fontAlgn="base" hangingPunct="0">
      <a:spcBef>
        <a:spcPct val="30000"/>
      </a:spcBef>
      <a:spcAft>
        <a:spcPct val="0"/>
      </a:spcAft>
      <a:defRPr sz="1200" kern="1200">
        <a:solidFill>
          <a:schemeClr val="tx1"/>
        </a:solidFill>
        <a:latin typeface="Times New Roman" pitchFamily="-109" charset="0"/>
        <a:ea typeface="ＭＳ Ｐゴシック" charset="0"/>
        <a:cs typeface="+mn-cs"/>
      </a:defRPr>
    </a:lvl3pPr>
    <a:lvl4pPr marL="1371600" algn="l" rtl="0" eaLnBrk="0" fontAlgn="base" hangingPunct="0">
      <a:spcBef>
        <a:spcPct val="30000"/>
      </a:spcBef>
      <a:spcAft>
        <a:spcPct val="0"/>
      </a:spcAft>
      <a:defRPr sz="1200" kern="1200">
        <a:solidFill>
          <a:schemeClr val="tx1"/>
        </a:solidFill>
        <a:latin typeface="Times New Roman" pitchFamily="-109" charset="0"/>
        <a:ea typeface="ＭＳ Ｐゴシック" charset="0"/>
        <a:cs typeface="+mn-cs"/>
      </a:defRPr>
    </a:lvl4pPr>
    <a:lvl5pPr marL="1828800" algn="l" rtl="0" eaLnBrk="0" fontAlgn="base" hangingPunct="0">
      <a:spcBef>
        <a:spcPct val="30000"/>
      </a:spcBef>
      <a:spcAft>
        <a:spcPct val="0"/>
      </a:spcAft>
      <a:defRPr sz="1200" kern="1200">
        <a:solidFill>
          <a:schemeClr val="tx1"/>
        </a:solidFill>
        <a:latin typeface="Times New Roman" pitchFamily="-109" charset="0"/>
        <a:ea typeface="ＭＳ Ｐゴシック" charset="0"/>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116.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119.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120.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121.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122.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126.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127.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128.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129.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130.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5217" name="Rectangle 7">
            <a:extLst>
              <a:ext uri="{FF2B5EF4-FFF2-40B4-BE49-F238E27FC236}">
                <a16:creationId xmlns:a16="http://schemas.microsoft.com/office/drawing/2014/main" id="{3227DCD1-9477-7323-AA0A-619F8C5D2FA0}"/>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66788">
              <a:defRPr>
                <a:solidFill>
                  <a:schemeClr val="tx1"/>
                </a:solidFill>
                <a:latin typeface="Comic Sans MS" panose="030F0902030302020204" pitchFamily="66" charset="0"/>
                <a:ea typeface="宋体" panose="02010600030101010101" pitchFamily="2" charset="-122"/>
              </a:defRPr>
            </a:lvl1pPr>
            <a:lvl2pPr marL="742950" indent="-285750" defTabSz="966788">
              <a:defRPr>
                <a:solidFill>
                  <a:schemeClr val="tx1"/>
                </a:solidFill>
                <a:latin typeface="Comic Sans MS" panose="030F0902030302020204" pitchFamily="66" charset="0"/>
                <a:ea typeface="宋体" panose="02010600030101010101" pitchFamily="2" charset="-122"/>
              </a:defRPr>
            </a:lvl2pPr>
            <a:lvl3pPr marL="1143000" indent="-228600" defTabSz="966788">
              <a:defRPr>
                <a:solidFill>
                  <a:schemeClr val="tx1"/>
                </a:solidFill>
                <a:latin typeface="Comic Sans MS" panose="030F0902030302020204" pitchFamily="66" charset="0"/>
                <a:ea typeface="宋体" panose="02010600030101010101" pitchFamily="2" charset="-122"/>
              </a:defRPr>
            </a:lvl3pPr>
            <a:lvl4pPr marL="1600200" indent="-228600" defTabSz="966788">
              <a:defRPr>
                <a:solidFill>
                  <a:schemeClr val="tx1"/>
                </a:solidFill>
                <a:latin typeface="Comic Sans MS" panose="030F0902030302020204" pitchFamily="66" charset="0"/>
                <a:ea typeface="宋体" panose="02010600030101010101" pitchFamily="2" charset="-122"/>
              </a:defRPr>
            </a:lvl4pPr>
            <a:lvl5pPr marL="2057400" indent="-228600" defTabSz="966788">
              <a:defRPr>
                <a:solidFill>
                  <a:schemeClr val="tx1"/>
                </a:solidFill>
                <a:latin typeface="Comic Sans MS" panose="030F0902030302020204" pitchFamily="66" charset="0"/>
                <a:ea typeface="宋体" panose="02010600030101010101" pitchFamily="2" charset="-122"/>
              </a:defRPr>
            </a:lvl5pPr>
            <a:lvl6pPr marL="2514600" indent="-228600" defTabSz="966788" eaLnBrk="0" fontAlgn="base" hangingPunct="0">
              <a:spcBef>
                <a:spcPct val="0"/>
              </a:spcBef>
              <a:spcAft>
                <a:spcPct val="0"/>
              </a:spcAft>
              <a:defRPr>
                <a:solidFill>
                  <a:schemeClr val="tx1"/>
                </a:solidFill>
                <a:latin typeface="Comic Sans MS" panose="030F0902030302020204" pitchFamily="66" charset="0"/>
                <a:ea typeface="宋体" panose="02010600030101010101" pitchFamily="2" charset="-122"/>
              </a:defRPr>
            </a:lvl6pPr>
            <a:lvl7pPr marL="2971800" indent="-228600" defTabSz="966788" eaLnBrk="0" fontAlgn="base" hangingPunct="0">
              <a:spcBef>
                <a:spcPct val="0"/>
              </a:spcBef>
              <a:spcAft>
                <a:spcPct val="0"/>
              </a:spcAft>
              <a:defRPr>
                <a:solidFill>
                  <a:schemeClr val="tx1"/>
                </a:solidFill>
                <a:latin typeface="Comic Sans MS" panose="030F0902030302020204" pitchFamily="66" charset="0"/>
                <a:ea typeface="宋体" panose="02010600030101010101" pitchFamily="2" charset="-122"/>
              </a:defRPr>
            </a:lvl7pPr>
            <a:lvl8pPr marL="3429000" indent="-228600" defTabSz="966788" eaLnBrk="0" fontAlgn="base" hangingPunct="0">
              <a:spcBef>
                <a:spcPct val="0"/>
              </a:spcBef>
              <a:spcAft>
                <a:spcPct val="0"/>
              </a:spcAft>
              <a:defRPr>
                <a:solidFill>
                  <a:schemeClr val="tx1"/>
                </a:solidFill>
                <a:latin typeface="Comic Sans MS" panose="030F0902030302020204" pitchFamily="66" charset="0"/>
                <a:ea typeface="宋体" panose="02010600030101010101" pitchFamily="2" charset="-122"/>
              </a:defRPr>
            </a:lvl8pPr>
            <a:lvl9pPr marL="3886200" indent="-228600" defTabSz="966788" eaLnBrk="0" fontAlgn="base" hangingPunct="0">
              <a:spcBef>
                <a:spcPct val="0"/>
              </a:spcBef>
              <a:spcAft>
                <a:spcPct val="0"/>
              </a:spcAft>
              <a:defRPr>
                <a:solidFill>
                  <a:schemeClr val="tx1"/>
                </a:solidFill>
                <a:latin typeface="Comic Sans MS" panose="030F0902030302020204" pitchFamily="66" charset="0"/>
                <a:ea typeface="宋体" panose="02010600030101010101" pitchFamily="2" charset="-122"/>
              </a:defRPr>
            </a:lvl9pPr>
          </a:lstStyle>
          <a:p>
            <a:pPr marL="0" marR="0" lvl="0" indent="0" algn="r" defTabSz="966788" rtl="0" eaLnBrk="1" fontAlgn="base" latinLnBrk="0" hangingPunct="1">
              <a:lnSpc>
                <a:spcPct val="100000"/>
              </a:lnSpc>
              <a:spcBef>
                <a:spcPct val="0"/>
              </a:spcBef>
              <a:spcAft>
                <a:spcPct val="0"/>
              </a:spcAft>
              <a:buClrTx/>
              <a:buSzTx/>
              <a:buFontTx/>
              <a:buNone/>
              <a:tabLst/>
              <a:defRPr/>
            </a:pPr>
            <a:fld id="{92B5E1A8-F916-C84E-99AC-3DC090B1938D}" type="slidenum">
              <a:rPr kumimoji="0" lang="en-US" altLang="zh-CN" sz="1300" b="0" i="0" u="none" strike="noStrike" kern="1200" cap="none" spc="0" normalizeH="0" baseline="0" noProof="0" smtClean="0">
                <a:ln>
                  <a:noFill/>
                </a:ln>
                <a:solidFill>
                  <a:srgbClr val="000000"/>
                </a:solidFill>
                <a:effectLst/>
                <a:uLnTx/>
                <a:uFillTx/>
                <a:latin typeface="Arial" panose="020B0604020202020204" pitchFamily="34" charset="0"/>
                <a:ea typeface="宋体" panose="02010600030101010101" pitchFamily="2" charset="-122"/>
                <a:cs typeface="+mn-cs"/>
              </a:rPr>
              <a:pPr marL="0" marR="0" lvl="0" indent="0" algn="r" defTabSz="966788" rtl="0" eaLnBrk="1" fontAlgn="base" latinLnBrk="0" hangingPunct="1">
                <a:lnSpc>
                  <a:spcPct val="100000"/>
                </a:lnSpc>
                <a:spcBef>
                  <a:spcPct val="0"/>
                </a:spcBef>
                <a:spcAft>
                  <a:spcPct val="0"/>
                </a:spcAft>
                <a:buClrTx/>
                <a:buSzTx/>
                <a:buFontTx/>
                <a:buNone/>
                <a:tabLst/>
                <a:defRPr/>
              </a:pPr>
              <a:t>12</a:t>
            </a:fld>
            <a:endParaRPr kumimoji="0" lang="en-US" altLang="zh-CN" sz="13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265218" name="Rectangle 2">
            <a:extLst>
              <a:ext uri="{FF2B5EF4-FFF2-40B4-BE49-F238E27FC236}">
                <a16:creationId xmlns:a16="http://schemas.microsoft.com/office/drawing/2014/main" id="{52282CEB-BEC2-125F-D8EB-DAB37ACE42FF}"/>
              </a:ext>
            </a:extLst>
          </p:cNvPr>
          <p:cNvSpPr>
            <a:spLocks noGrp="1" noRot="1" noChangeAspect="1" noChangeArrowheads="1" noTextEdit="1"/>
          </p:cNvSpPr>
          <p:nvPr>
            <p:ph type="sldImg"/>
          </p:nvPr>
        </p:nvSpPr>
        <p:spPr>
          <a:ln/>
        </p:spPr>
      </p:sp>
      <p:sp>
        <p:nvSpPr>
          <p:cNvPr id="265219" name="Rectangle 3">
            <a:extLst>
              <a:ext uri="{FF2B5EF4-FFF2-40B4-BE49-F238E27FC236}">
                <a16:creationId xmlns:a16="http://schemas.microsoft.com/office/drawing/2014/main" id="{3C13EFC9-56C6-B9C3-F59A-C38BC53389FC}"/>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a:ea typeface="宋体" panose="02010600030101010101" pitchFamily="2" charset="-122"/>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7265" name="Rectangle 7">
            <a:extLst>
              <a:ext uri="{FF2B5EF4-FFF2-40B4-BE49-F238E27FC236}">
                <a16:creationId xmlns:a16="http://schemas.microsoft.com/office/drawing/2014/main" id="{50B689D6-405A-E0FC-0E81-0DBB6F646873}"/>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66788">
              <a:defRPr>
                <a:solidFill>
                  <a:schemeClr val="tx1"/>
                </a:solidFill>
                <a:latin typeface="Comic Sans MS" panose="030F0902030302020204" pitchFamily="66" charset="0"/>
                <a:ea typeface="宋体" panose="02010600030101010101" pitchFamily="2" charset="-122"/>
              </a:defRPr>
            </a:lvl1pPr>
            <a:lvl2pPr marL="742950" indent="-285750" defTabSz="966788">
              <a:defRPr>
                <a:solidFill>
                  <a:schemeClr val="tx1"/>
                </a:solidFill>
                <a:latin typeface="Comic Sans MS" panose="030F0902030302020204" pitchFamily="66" charset="0"/>
                <a:ea typeface="宋体" panose="02010600030101010101" pitchFamily="2" charset="-122"/>
              </a:defRPr>
            </a:lvl2pPr>
            <a:lvl3pPr marL="1143000" indent="-228600" defTabSz="966788">
              <a:defRPr>
                <a:solidFill>
                  <a:schemeClr val="tx1"/>
                </a:solidFill>
                <a:latin typeface="Comic Sans MS" panose="030F0902030302020204" pitchFamily="66" charset="0"/>
                <a:ea typeface="宋体" panose="02010600030101010101" pitchFamily="2" charset="-122"/>
              </a:defRPr>
            </a:lvl3pPr>
            <a:lvl4pPr marL="1600200" indent="-228600" defTabSz="966788">
              <a:defRPr>
                <a:solidFill>
                  <a:schemeClr val="tx1"/>
                </a:solidFill>
                <a:latin typeface="Comic Sans MS" panose="030F0902030302020204" pitchFamily="66" charset="0"/>
                <a:ea typeface="宋体" panose="02010600030101010101" pitchFamily="2" charset="-122"/>
              </a:defRPr>
            </a:lvl4pPr>
            <a:lvl5pPr marL="2057400" indent="-228600" defTabSz="966788">
              <a:defRPr>
                <a:solidFill>
                  <a:schemeClr val="tx1"/>
                </a:solidFill>
                <a:latin typeface="Comic Sans MS" panose="030F0902030302020204" pitchFamily="66" charset="0"/>
                <a:ea typeface="宋体" panose="02010600030101010101" pitchFamily="2" charset="-122"/>
              </a:defRPr>
            </a:lvl5pPr>
            <a:lvl6pPr marL="2514600" indent="-228600" defTabSz="966788" eaLnBrk="0" fontAlgn="base" hangingPunct="0">
              <a:spcBef>
                <a:spcPct val="0"/>
              </a:spcBef>
              <a:spcAft>
                <a:spcPct val="0"/>
              </a:spcAft>
              <a:defRPr>
                <a:solidFill>
                  <a:schemeClr val="tx1"/>
                </a:solidFill>
                <a:latin typeface="Comic Sans MS" panose="030F0902030302020204" pitchFamily="66" charset="0"/>
                <a:ea typeface="宋体" panose="02010600030101010101" pitchFamily="2" charset="-122"/>
              </a:defRPr>
            </a:lvl6pPr>
            <a:lvl7pPr marL="2971800" indent="-228600" defTabSz="966788" eaLnBrk="0" fontAlgn="base" hangingPunct="0">
              <a:spcBef>
                <a:spcPct val="0"/>
              </a:spcBef>
              <a:spcAft>
                <a:spcPct val="0"/>
              </a:spcAft>
              <a:defRPr>
                <a:solidFill>
                  <a:schemeClr val="tx1"/>
                </a:solidFill>
                <a:latin typeface="Comic Sans MS" panose="030F0902030302020204" pitchFamily="66" charset="0"/>
                <a:ea typeface="宋体" panose="02010600030101010101" pitchFamily="2" charset="-122"/>
              </a:defRPr>
            </a:lvl7pPr>
            <a:lvl8pPr marL="3429000" indent="-228600" defTabSz="966788" eaLnBrk="0" fontAlgn="base" hangingPunct="0">
              <a:spcBef>
                <a:spcPct val="0"/>
              </a:spcBef>
              <a:spcAft>
                <a:spcPct val="0"/>
              </a:spcAft>
              <a:defRPr>
                <a:solidFill>
                  <a:schemeClr val="tx1"/>
                </a:solidFill>
                <a:latin typeface="Comic Sans MS" panose="030F0902030302020204" pitchFamily="66" charset="0"/>
                <a:ea typeface="宋体" panose="02010600030101010101" pitchFamily="2" charset="-122"/>
              </a:defRPr>
            </a:lvl8pPr>
            <a:lvl9pPr marL="3886200" indent="-228600" defTabSz="966788" eaLnBrk="0" fontAlgn="base" hangingPunct="0">
              <a:spcBef>
                <a:spcPct val="0"/>
              </a:spcBef>
              <a:spcAft>
                <a:spcPct val="0"/>
              </a:spcAft>
              <a:defRPr>
                <a:solidFill>
                  <a:schemeClr val="tx1"/>
                </a:solidFill>
                <a:latin typeface="Comic Sans MS" panose="030F0902030302020204" pitchFamily="66" charset="0"/>
                <a:ea typeface="宋体" panose="02010600030101010101" pitchFamily="2" charset="-122"/>
              </a:defRPr>
            </a:lvl9pPr>
          </a:lstStyle>
          <a:p>
            <a:pPr marL="0" marR="0" lvl="0" indent="0" algn="r" defTabSz="966788" rtl="0" eaLnBrk="1" fontAlgn="base" latinLnBrk="0" hangingPunct="1">
              <a:lnSpc>
                <a:spcPct val="100000"/>
              </a:lnSpc>
              <a:spcBef>
                <a:spcPct val="0"/>
              </a:spcBef>
              <a:spcAft>
                <a:spcPct val="0"/>
              </a:spcAft>
              <a:buClrTx/>
              <a:buSzTx/>
              <a:buFontTx/>
              <a:buNone/>
              <a:tabLst/>
              <a:defRPr/>
            </a:pPr>
            <a:fld id="{B9C8580C-6BDA-784D-B4DB-80C0F049B29C}" type="slidenum">
              <a:rPr kumimoji="0" lang="en-US" altLang="zh-CN" sz="1300" b="0" i="0" u="none" strike="noStrike" kern="1200" cap="none" spc="0" normalizeH="0" baseline="0" noProof="0" smtClean="0">
                <a:ln>
                  <a:noFill/>
                </a:ln>
                <a:solidFill>
                  <a:srgbClr val="000000"/>
                </a:solidFill>
                <a:effectLst/>
                <a:uLnTx/>
                <a:uFillTx/>
                <a:latin typeface="Arial" panose="020B0604020202020204" pitchFamily="34" charset="0"/>
                <a:ea typeface="宋体" panose="02010600030101010101" pitchFamily="2" charset="-122"/>
                <a:cs typeface="+mn-cs"/>
              </a:rPr>
              <a:pPr marL="0" marR="0" lvl="0" indent="0" algn="r" defTabSz="966788" rtl="0" eaLnBrk="1" fontAlgn="base" latinLnBrk="0" hangingPunct="1">
                <a:lnSpc>
                  <a:spcPct val="100000"/>
                </a:lnSpc>
                <a:spcBef>
                  <a:spcPct val="0"/>
                </a:spcBef>
                <a:spcAft>
                  <a:spcPct val="0"/>
                </a:spcAft>
                <a:buClrTx/>
                <a:buSzTx/>
                <a:buFontTx/>
                <a:buNone/>
                <a:tabLst/>
                <a:defRPr/>
              </a:pPr>
              <a:t>13</a:t>
            </a:fld>
            <a:endParaRPr kumimoji="0" lang="en-US" altLang="zh-CN" sz="13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267266" name="Rectangle 2">
            <a:extLst>
              <a:ext uri="{FF2B5EF4-FFF2-40B4-BE49-F238E27FC236}">
                <a16:creationId xmlns:a16="http://schemas.microsoft.com/office/drawing/2014/main" id="{D1EA5F6D-AB3B-087F-163E-D1127D0DB4E2}"/>
              </a:ext>
            </a:extLst>
          </p:cNvPr>
          <p:cNvSpPr>
            <a:spLocks noGrp="1" noRot="1" noChangeAspect="1" noChangeArrowheads="1" noTextEdit="1"/>
          </p:cNvSpPr>
          <p:nvPr>
            <p:ph type="sldImg"/>
          </p:nvPr>
        </p:nvSpPr>
        <p:spPr>
          <a:ln/>
        </p:spPr>
      </p:sp>
      <p:sp>
        <p:nvSpPr>
          <p:cNvPr id="267267" name="Rectangle 3">
            <a:extLst>
              <a:ext uri="{FF2B5EF4-FFF2-40B4-BE49-F238E27FC236}">
                <a16:creationId xmlns:a16="http://schemas.microsoft.com/office/drawing/2014/main" id="{BCF16C23-E296-62BF-0BE6-17319451FA55}"/>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a:ea typeface="宋体" panose="02010600030101010101" pitchFamily="2" charset="-122"/>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9313" name="Rectangle 7">
            <a:extLst>
              <a:ext uri="{FF2B5EF4-FFF2-40B4-BE49-F238E27FC236}">
                <a16:creationId xmlns:a16="http://schemas.microsoft.com/office/drawing/2014/main" id="{BC2F9E24-FE0F-8D1A-8DA9-A49B867E95B3}"/>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66788">
              <a:defRPr>
                <a:solidFill>
                  <a:schemeClr val="tx1"/>
                </a:solidFill>
                <a:latin typeface="Comic Sans MS" panose="030F0902030302020204" pitchFamily="66" charset="0"/>
                <a:ea typeface="宋体" panose="02010600030101010101" pitchFamily="2" charset="-122"/>
              </a:defRPr>
            </a:lvl1pPr>
            <a:lvl2pPr marL="742950" indent="-285750" defTabSz="966788">
              <a:defRPr>
                <a:solidFill>
                  <a:schemeClr val="tx1"/>
                </a:solidFill>
                <a:latin typeface="Comic Sans MS" panose="030F0902030302020204" pitchFamily="66" charset="0"/>
                <a:ea typeface="宋体" panose="02010600030101010101" pitchFamily="2" charset="-122"/>
              </a:defRPr>
            </a:lvl2pPr>
            <a:lvl3pPr marL="1143000" indent="-228600" defTabSz="966788">
              <a:defRPr>
                <a:solidFill>
                  <a:schemeClr val="tx1"/>
                </a:solidFill>
                <a:latin typeface="Comic Sans MS" panose="030F0902030302020204" pitchFamily="66" charset="0"/>
                <a:ea typeface="宋体" panose="02010600030101010101" pitchFamily="2" charset="-122"/>
              </a:defRPr>
            </a:lvl3pPr>
            <a:lvl4pPr marL="1600200" indent="-228600" defTabSz="966788">
              <a:defRPr>
                <a:solidFill>
                  <a:schemeClr val="tx1"/>
                </a:solidFill>
                <a:latin typeface="Comic Sans MS" panose="030F0902030302020204" pitchFamily="66" charset="0"/>
                <a:ea typeface="宋体" panose="02010600030101010101" pitchFamily="2" charset="-122"/>
              </a:defRPr>
            </a:lvl4pPr>
            <a:lvl5pPr marL="2057400" indent="-228600" defTabSz="966788">
              <a:defRPr>
                <a:solidFill>
                  <a:schemeClr val="tx1"/>
                </a:solidFill>
                <a:latin typeface="Comic Sans MS" panose="030F0902030302020204" pitchFamily="66" charset="0"/>
                <a:ea typeface="宋体" panose="02010600030101010101" pitchFamily="2" charset="-122"/>
              </a:defRPr>
            </a:lvl5pPr>
            <a:lvl6pPr marL="2514600" indent="-228600" defTabSz="966788" eaLnBrk="0" fontAlgn="base" hangingPunct="0">
              <a:spcBef>
                <a:spcPct val="0"/>
              </a:spcBef>
              <a:spcAft>
                <a:spcPct val="0"/>
              </a:spcAft>
              <a:defRPr>
                <a:solidFill>
                  <a:schemeClr val="tx1"/>
                </a:solidFill>
                <a:latin typeface="Comic Sans MS" panose="030F0902030302020204" pitchFamily="66" charset="0"/>
                <a:ea typeface="宋体" panose="02010600030101010101" pitchFamily="2" charset="-122"/>
              </a:defRPr>
            </a:lvl6pPr>
            <a:lvl7pPr marL="2971800" indent="-228600" defTabSz="966788" eaLnBrk="0" fontAlgn="base" hangingPunct="0">
              <a:spcBef>
                <a:spcPct val="0"/>
              </a:spcBef>
              <a:spcAft>
                <a:spcPct val="0"/>
              </a:spcAft>
              <a:defRPr>
                <a:solidFill>
                  <a:schemeClr val="tx1"/>
                </a:solidFill>
                <a:latin typeface="Comic Sans MS" panose="030F0902030302020204" pitchFamily="66" charset="0"/>
                <a:ea typeface="宋体" panose="02010600030101010101" pitchFamily="2" charset="-122"/>
              </a:defRPr>
            </a:lvl7pPr>
            <a:lvl8pPr marL="3429000" indent="-228600" defTabSz="966788" eaLnBrk="0" fontAlgn="base" hangingPunct="0">
              <a:spcBef>
                <a:spcPct val="0"/>
              </a:spcBef>
              <a:spcAft>
                <a:spcPct val="0"/>
              </a:spcAft>
              <a:defRPr>
                <a:solidFill>
                  <a:schemeClr val="tx1"/>
                </a:solidFill>
                <a:latin typeface="Comic Sans MS" panose="030F0902030302020204" pitchFamily="66" charset="0"/>
                <a:ea typeface="宋体" panose="02010600030101010101" pitchFamily="2" charset="-122"/>
              </a:defRPr>
            </a:lvl8pPr>
            <a:lvl9pPr marL="3886200" indent="-228600" defTabSz="966788" eaLnBrk="0" fontAlgn="base" hangingPunct="0">
              <a:spcBef>
                <a:spcPct val="0"/>
              </a:spcBef>
              <a:spcAft>
                <a:spcPct val="0"/>
              </a:spcAft>
              <a:defRPr>
                <a:solidFill>
                  <a:schemeClr val="tx1"/>
                </a:solidFill>
                <a:latin typeface="Comic Sans MS" panose="030F0902030302020204" pitchFamily="66" charset="0"/>
                <a:ea typeface="宋体" panose="02010600030101010101" pitchFamily="2" charset="-122"/>
              </a:defRPr>
            </a:lvl9pPr>
          </a:lstStyle>
          <a:p>
            <a:pPr marL="0" marR="0" lvl="0" indent="0" algn="r" defTabSz="966788" rtl="0" eaLnBrk="1" fontAlgn="base" latinLnBrk="0" hangingPunct="1">
              <a:lnSpc>
                <a:spcPct val="100000"/>
              </a:lnSpc>
              <a:spcBef>
                <a:spcPct val="0"/>
              </a:spcBef>
              <a:spcAft>
                <a:spcPct val="0"/>
              </a:spcAft>
              <a:buClrTx/>
              <a:buSzTx/>
              <a:buFontTx/>
              <a:buNone/>
              <a:tabLst/>
              <a:defRPr/>
            </a:pPr>
            <a:fld id="{05A0C3BE-2558-D74D-B122-6C3F11A2A15D}" type="slidenum">
              <a:rPr kumimoji="0" lang="en-US" altLang="zh-CN" sz="1300" b="0" i="0" u="none" strike="noStrike" kern="1200" cap="none" spc="0" normalizeH="0" baseline="0" noProof="0" smtClean="0">
                <a:ln>
                  <a:noFill/>
                </a:ln>
                <a:solidFill>
                  <a:srgbClr val="000000"/>
                </a:solidFill>
                <a:effectLst/>
                <a:uLnTx/>
                <a:uFillTx/>
                <a:latin typeface="Arial" panose="020B0604020202020204" pitchFamily="34" charset="0"/>
                <a:ea typeface="宋体" panose="02010600030101010101" pitchFamily="2" charset="-122"/>
                <a:cs typeface="+mn-cs"/>
              </a:rPr>
              <a:pPr marL="0" marR="0" lvl="0" indent="0" algn="r" defTabSz="966788" rtl="0" eaLnBrk="1" fontAlgn="base" latinLnBrk="0" hangingPunct="1">
                <a:lnSpc>
                  <a:spcPct val="100000"/>
                </a:lnSpc>
                <a:spcBef>
                  <a:spcPct val="0"/>
                </a:spcBef>
                <a:spcAft>
                  <a:spcPct val="0"/>
                </a:spcAft>
                <a:buClrTx/>
                <a:buSzTx/>
                <a:buFontTx/>
                <a:buNone/>
                <a:tabLst/>
                <a:defRPr/>
              </a:pPr>
              <a:t>14</a:t>
            </a:fld>
            <a:endParaRPr kumimoji="0" lang="en-US" altLang="zh-CN" sz="13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269314" name="Rectangle 2">
            <a:extLst>
              <a:ext uri="{FF2B5EF4-FFF2-40B4-BE49-F238E27FC236}">
                <a16:creationId xmlns:a16="http://schemas.microsoft.com/office/drawing/2014/main" id="{B51C2506-626B-44A6-396E-35943A73879E}"/>
              </a:ext>
            </a:extLst>
          </p:cNvPr>
          <p:cNvSpPr>
            <a:spLocks noGrp="1" noRot="1" noChangeAspect="1" noChangeArrowheads="1" noTextEdit="1"/>
          </p:cNvSpPr>
          <p:nvPr>
            <p:ph type="sldImg"/>
          </p:nvPr>
        </p:nvSpPr>
        <p:spPr>
          <a:ln/>
        </p:spPr>
      </p:sp>
      <p:sp>
        <p:nvSpPr>
          <p:cNvPr id="269315" name="Rectangle 3">
            <a:extLst>
              <a:ext uri="{FF2B5EF4-FFF2-40B4-BE49-F238E27FC236}">
                <a16:creationId xmlns:a16="http://schemas.microsoft.com/office/drawing/2014/main" id="{CA525702-9B0E-34DC-7865-9171E7ED5B2B}"/>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a:ea typeface="宋体" panose="02010600030101010101" pitchFamily="2" charset="-122"/>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1361" name="Rectangle 7">
            <a:extLst>
              <a:ext uri="{FF2B5EF4-FFF2-40B4-BE49-F238E27FC236}">
                <a16:creationId xmlns:a16="http://schemas.microsoft.com/office/drawing/2014/main" id="{4A415FDA-7D68-479F-9151-8AADD98DF5FC}"/>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66788">
              <a:defRPr>
                <a:solidFill>
                  <a:schemeClr val="tx1"/>
                </a:solidFill>
                <a:latin typeface="Comic Sans MS" panose="030F0902030302020204" pitchFamily="66" charset="0"/>
                <a:ea typeface="宋体" panose="02010600030101010101" pitchFamily="2" charset="-122"/>
              </a:defRPr>
            </a:lvl1pPr>
            <a:lvl2pPr marL="742950" indent="-285750" defTabSz="966788">
              <a:defRPr>
                <a:solidFill>
                  <a:schemeClr val="tx1"/>
                </a:solidFill>
                <a:latin typeface="Comic Sans MS" panose="030F0902030302020204" pitchFamily="66" charset="0"/>
                <a:ea typeface="宋体" panose="02010600030101010101" pitchFamily="2" charset="-122"/>
              </a:defRPr>
            </a:lvl2pPr>
            <a:lvl3pPr marL="1143000" indent="-228600" defTabSz="966788">
              <a:defRPr>
                <a:solidFill>
                  <a:schemeClr val="tx1"/>
                </a:solidFill>
                <a:latin typeface="Comic Sans MS" panose="030F0902030302020204" pitchFamily="66" charset="0"/>
                <a:ea typeface="宋体" panose="02010600030101010101" pitchFamily="2" charset="-122"/>
              </a:defRPr>
            </a:lvl3pPr>
            <a:lvl4pPr marL="1600200" indent="-228600" defTabSz="966788">
              <a:defRPr>
                <a:solidFill>
                  <a:schemeClr val="tx1"/>
                </a:solidFill>
                <a:latin typeface="Comic Sans MS" panose="030F0902030302020204" pitchFamily="66" charset="0"/>
                <a:ea typeface="宋体" panose="02010600030101010101" pitchFamily="2" charset="-122"/>
              </a:defRPr>
            </a:lvl4pPr>
            <a:lvl5pPr marL="2057400" indent="-228600" defTabSz="966788">
              <a:defRPr>
                <a:solidFill>
                  <a:schemeClr val="tx1"/>
                </a:solidFill>
                <a:latin typeface="Comic Sans MS" panose="030F0902030302020204" pitchFamily="66" charset="0"/>
                <a:ea typeface="宋体" panose="02010600030101010101" pitchFamily="2" charset="-122"/>
              </a:defRPr>
            </a:lvl5pPr>
            <a:lvl6pPr marL="2514600" indent="-228600" defTabSz="966788" eaLnBrk="0" fontAlgn="base" hangingPunct="0">
              <a:spcBef>
                <a:spcPct val="0"/>
              </a:spcBef>
              <a:spcAft>
                <a:spcPct val="0"/>
              </a:spcAft>
              <a:defRPr>
                <a:solidFill>
                  <a:schemeClr val="tx1"/>
                </a:solidFill>
                <a:latin typeface="Comic Sans MS" panose="030F0902030302020204" pitchFamily="66" charset="0"/>
                <a:ea typeface="宋体" panose="02010600030101010101" pitchFamily="2" charset="-122"/>
              </a:defRPr>
            </a:lvl6pPr>
            <a:lvl7pPr marL="2971800" indent="-228600" defTabSz="966788" eaLnBrk="0" fontAlgn="base" hangingPunct="0">
              <a:spcBef>
                <a:spcPct val="0"/>
              </a:spcBef>
              <a:spcAft>
                <a:spcPct val="0"/>
              </a:spcAft>
              <a:defRPr>
                <a:solidFill>
                  <a:schemeClr val="tx1"/>
                </a:solidFill>
                <a:latin typeface="Comic Sans MS" panose="030F0902030302020204" pitchFamily="66" charset="0"/>
                <a:ea typeface="宋体" panose="02010600030101010101" pitchFamily="2" charset="-122"/>
              </a:defRPr>
            </a:lvl7pPr>
            <a:lvl8pPr marL="3429000" indent="-228600" defTabSz="966788" eaLnBrk="0" fontAlgn="base" hangingPunct="0">
              <a:spcBef>
                <a:spcPct val="0"/>
              </a:spcBef>
              <a:spcAft>
                <a:spcPct val="0"/>
              </a:spcAft>
              <a:defRPr>
                <a:solidFill>
                  <a:schemeClr val="tx1"/>
                </a:solidFill>
                <a:latin typeface="Comic Sans MS" panose="030F0902030302020204" pitchFamily="66" charset="0"/>
                <a:ea typeface="宋体" panose="02010600030101010101" pitchFamily="2" charset="-122"/>
              </a:defRPr>
            </a:lvl8pPr>
            <a:lvl9pPr marL="3886200" indent="-228600" defTabSz="966788" eaLnBrk="0" fontAlgn="base" hangingPunct="0">
              <a:spcBef>
                <a:spcPct val="0"/>
              </a:spcBef>
              <a:spcAft>
                <a:spcPct val="0"/>
              </a:spcAft>
              <a:defRPr>
                <a:solidFill>
                  <a:schemeClr val="tx1"/>
                </a:solidFill>
                <a:latin typeface="Comic Sans MS" panose="030F0902030302020204" pitchFamily="66" charset="0"/>
                <a:ea typeface="宋体" panose="02010600030101010101" pitchFamily="2" charset="-122"/>
              </a:defRPr>
            </a:lvl9pPr>
          </a:lstStyle>
          <a:p>
            <a:pPr marL="0" marR="0" lvl="0" indent="0" algn="r" defTabSz="966788" rtl="0" eaLnBrk="1" fontAlgn="base" latinLnBrk="0" hangingPunct="1">
              <a:lnSpc>
                <a:spcPct val="100000"/>
              </a:lnSpc>
              <a:spcBef>
                <a:spcPct val="0"/>
              </a:spcBef>
              <a:spcAft>
                <a:spcPct val="0"/>
              </a:spcAft>
              <a:buClrTx/>
              <a:buSzTx/>
              <a:buFontTx/>
              <a:buNone/>
              <a:tabLst/>
              <a:defRPr/>
            </a:pPr>
            <a:fld id="{20C83645-3749-BC43-A06E-F5E87D1B4514}" type="slidenum">
              <a:rPr kumimoji="0" lang="en-US" altLang="zh-CN" sz="1300" b="0" i="0" u="none" strike="noStrike" kern="1200" cap="none" spc="0" normalizeH="0" baseline="0" noProof="0" smtClean="0">
                <a:ln>
                  <a:noFill/>
                </a:ln>
                <a:solidFill>
                  <a:srgbClr val="000000"/>
                </a:solidFill>
                <a:effectLst/>
                <a:uLnTx/>
                <a:uFillTx/>
                <a:latin typeface="Arial" panose="020B0604020202020204" pitchFamily="34" charset="0"/>
                <a:ea typeface="宋体" panose="02010600030101010101" pitchFamily="2" charset="-122"/>
                <a:cs typeface="+mn-cs"/>
              </a:rPr>
              <a:pPr marL="0" marR="0" lvl="0" indent="0" algn="r" defTabSz="966788" rtl="0" eaLnBrk="1" fontAlgn="base" latinLnBrk="0" hangingPunct="1">
                <a:lnSpc>
                  <a:spcPct val="100000"/>
                </a:lnSpc>
                <a:spcBef>
                  <a:spcPct val="0"/>
                </a:spcBef>
                <a:spcAft>
                  <a:spcPct val="0"/>
                </a:spcAft>
                <a:buClrTx/>
                <a:buSzTx/>
                <a:buFontTx/>
                <a:buNone/>
                <a:tabLst/>
                <a:defRPr/>
              </a:pPr>
              <a:t>15</a:t>
            </a:fld>
            <a:endParaRPr kumimoji="0" lang="en-US" altLang="zh-CN" sz="13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271362" name="Rectangle 2">
            <a:extLst>
              <a:ext uri="{FF2B5EF4-FFF2-40B4-BE49-F238E27FC236}">
                <a16:creationId xmlns:a16="http://schemas.microsoft.com/office/drawing/2014/main" id="{E6AB3696-679C-6FD0-22BC-829F1FAE5FFC}"/>
              </a:ext>
            </a:extLst>
          </p:cNvPr>
          <p:cNvSpPr>
            <a:spLocks noGrp="1" noRot="1" noChangeAspect="1" noChangeArrowheads="1" noTextEdit="1"/>
          </p:cNvSpPr>
          <p:nvPr>
            <p:ph type="sldImg"/>
          </p:nvPr>
        </p:nvSpPr>
        <p:spPr>
          <a:ln/>
        </p:spPr>
      </p:sp>
      <p:sp>
        <p:nvSpPr>
          <p:cNvPr id="271363" name="Rectangle 3">
            <a:extLst>
              <a:ext uri="{FF2B5EF4-FFF2-40B4-BE49-F238E27FC236}">
                <a16:creationId xmlns:a16="http://schemas.microsoft.com/office/drawing/2014/main" id="{B3D68137-6262-3473-D2E9-A1AA319E511F}"/>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a:ea typeface="宋体" panose="02010600030101010101" pitchFamily="2" charset="-122"/>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3409" name="Rectangle 7">
            <a:extLst>
              <a:ext uri="{FF2B5EF4-FFF2-40B4-BE49-F238E27FC236}">
                <a16:creationId xmlns:a16="http://schemas.microsoft.com/office/drawing/2014/main" id="{697615CE-F517-BEA3-EAA8-E68D0C6405DC}"/>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66788">
              <a:defRPr>
                <a:solidFill>
                  <a:schemeClr val="tx1"/>
                </a:solidFill>
                <a:latin typeface="Comic Sans MS" panose="030F0902030302020204" pitchFamily="66" charset="0"/>
                <a:ea typeface="宋体" panose="02010600030101010101" pitchFamily="2" charset="-122"/>
              </a:defRPr>
            </a:lvl1pPr>
            <a:lvl2pPr marL="742950" indent="-285750" defTabSz="966788">
              <a:defRPr>
                <a:solidFill>
                  <a:schemeClr val="tx1"/>
                </a:solidFill>
                <a:latin typeface="Comic Sans MS" panose="030F0902030302020204" pitchFamily="66" charset="0"/>
                <a:ea typeface="宋体" panose="02010600030101010101" pitchFamily="2" charset="-122"/>
              </a:defRPr>
            </a:lvl2pPr>
            <a:lvl3pPr marL="1143000" indent="-228600" defTabSz="966788">
              <a:defRPr>
                <a:solidFill>
                  <a:schemeClr val="tx1"/>
                </a:solidFill>
                <a:latin typeface="Comic Sans MS" panose="030F0902030302020204" pitchFamily="66" charset="0"/>
                <a:ea typeface="宋体" panose="02010600030101010101" pitchFamily="2" charset="-122"/>
              </a:defRPr>
            </a:lvl3pPr>
            <a:lvl4pPr marL="1600200" indent="-228600" defTabSz="966788">
              <a:defRPr>
                <a:solidFill>
                  <a:schemeClr val="tx1"/>
                </a:solidFill>
                <a:latin typeface="Comic Sans MS" panose="030F0902030302020204" pitchFamily="66" charset="0"/>
                <a:ea typeface="宋体" panose="02010600030101010101" pitchFamily="2" charset="-122"/>
              </a:defRPr>
            </a:lvl4pPr>
            <a:lvl5pPr marL="2057400" indent="-228600" defTabSz="966788">
              <a:defRPr>
                <a:solidFill>
                  <a:schemeClr val="tx1"/>
                </a:solidFill>
                <a:latin typeface="Comic Sans MS" panose="030F0902030302020204" pitchFamily="66" charset="0"/>
                <a:ea typeface="宋体" panose="02010600030101010101" pitchFamily="2" charset="-122"/>
              </a:defRPr>
            </a:lvl5pPr>
            <a:lvl6pPr marL="2514600" indent="-228600" defTabSz="966788" eaLnBrk="0" fontAlgn="base" hangingPunct="0">
              <a:spcBef>
                <a:spcPct val="0"/>
              </a:spcBef>
              <a:spcAft>
                <a:spcPct val="0"/>
              </a:spcAft>
              <a:defRPr>
                <a:solidFill>
                  <a:schemeClr val="tx1"/>
                </a:solidFill>
                <a:latin typeface="Comic Sans MS" panose="030F0902030302020204" pitchFamily="66" charset="0"/>
                <a:ea typeface="宋体" panose="02010600030101010101" pitchFamily="2" charset="-122"/>
              </a:defRPr>
            </a:lvl6pPr>
            <a:lvl7pPr marL="2971800" indent="-228600" defTabSz="966788" eaLnBrk="0" fontAlgn="base" hangingPunct="0">
              <a:spcBef>
                <a:spcPct val="0"/>
              </a:spcBef>
              <a:spcAft>
                <a:spcPct val="0"/>
              </a:spcAft>
              <a:defRPr>
                <a:solidFill>
                  <a:schemeClr val="tx1"/>
                </a:solidFill>
                <a:latin typeface="Comic Sans MS" panose="030F0902030302020204" pitchFamily="66" charset="0"/>
                <a:ea typeface="宋体" panose="02010600030101010101" pitchFamily="2" charset="-122"/>
              </a:defRPr>
            </a:lvl7pPr>
            <a:lvl8pPr marL="3429000" indent="-228600" defTabSz="966788" eaLnBrk="0" fontAlgn="base" hangingPunct="0">
              <a:spcBef>
                <a:spcPct val="0"/>
              </a:spcBef>
              <a:spcAft>
                <a:spcPct val="0"/>
              </a:spcAft>
              <a:defRPr>
                <a:solidFill>
                  <a:schemeClr val="tx1"/>
                </a:solidFill>
                <a:latin typeface="Comic Sans MS" panose="030F0902030302020204" pitchFamily="66" charset="0"/>
                <a:ea typeface="宋体" panose="02010600030101010101" pitchFamily="2" charset="-122"/>
              </a:defRPr>
            </a:lvl8pPr>
            <a:lvl9pPr marL="3886200" indent="-228600" defTabSz="966788" eaLnBrk="0" fontAlgn="base" hangingPunct="0">
              <a:spcBef>
                <a:spcPct val="0"/>
              </a:spcBef>
              <a:spcAft>
                <a:spcPct val="0"/>
              </a:spcAft>
              <a:defRPr>
                <a:solidFill>
                  <a:schemeClr val="tx1"/>
                </a:solidFill>
                <a:latin typeface="Comic Sans MS" panose="030F0902030302020204" pitchFamily="66" charset="0"/>
                <a:ea typeface="宋体" panose="02010600030101010101" pitchFamily="2" charset="-122"/>
              </a:defRPr>
            </a:lvl9pPr>
          </a:lstStyle>
          <a:p>
            <a:pPr marL="0" marR="0" lvl="0" indent="0" algn="r" defTabSz="966788" rtl="0" eaLnBrk="1" fontAlgn="base" latinLnBrk="0" hangingPunct="1">
              <a:lnSpc>
                <a:spcPct val="100000"/>
              </a:lnSpc>
              <a:spcBef>
                <a:spcPct val="0"/>
              </a:spcBef>
              <a:spcAft>
                <a:spcPct val="0"/>
              </a:spcAft>
              <a:buClrTx/>
              <a:buSzTx/>
              <a:buFontTx/>
              <a:buNone/>
              <a:tabLst/>
              <a:defRPr/>
            </a:pPr>
            <a:fld id="{F340D3E1-3B39-9B4B-B85A-F59A84AB5B6C}" type="slidenum">
              <a:rPr kumimoji="0" lang="en-US" altLang="zh-CN" sz="1300" b="0" i="0" u="none" strike="noStrike" kern="1200" cap="none" spc="0" normalizeH="0" baseline="0" noProof="0" smtClean="0">
                <a:ln>
                  <a:noFill/>
                </a:ln>
                <a:solidFill>
                  <a:srgbClr val="000000"/>
                </a:solidFill>
                <a:effectLst/>
                <a:uLnTx/>
                <a:uFillTx/>
                <a:latin typeface="Arial" panose="020B0604020202020204" pitchFamily="34" charset="0"/>
                <a:ea typeface="宋体" panose="02010600030101010101" pitchFamily="2" charset="-122"/>
                <a:cs typeface="+mn-cs"/>
              </a:rPr>
              <a:pPr marL="0" marR="0" lvl="0" indent="0" algn="r" defTabSz="966788" rtl="0" eaLnBrk="1" fontAlgn="base" latinLnBrk="0" hangingPunct="1">
                <a:lnSpc>
                  <a:spcPct val="100000"/>
                </a:lnSpc>
                <a:spcBef>
                  <a:spcPct val="0"/>
                </a:spcBef>
                <a:spcAft>
                  <a:spcPct val="0"/>
                </a:spcAft>
                <a:buClrTx/>
                <a:buSzTx/>
                <a:buFontTx/>
                <a:buNone/>
                <a:tabLst/>
                <a:defRPr/>
              </a:pPr>
              <a:t>16</a:t>
            </a:fld>
            <a:endParaRPr kumimoji="0" lang="en-US" altLang="zh-CN" sz="13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273410" name="Rectangle 2">
            <a:extLst>
              <a:ext uri="{FF2B5EF4-FFF2-40B4-BE49-F238E27FC236}">
                <a16:creationId xmlns:a16="http://schemas.microsoft.com/office/drawing/2014/main" id="{028FAAFA-2E9E-E58F-2AE3-C83543B63710}"/>
              </a:ext>
            </a:extLst>
          </p:cNvPr>
          <p:cNvSpPr>
            <a:spLocks noGrp="1" noRot="1" noChangeAspect="1" noChangeArrowheads="1" noTextEdit="1"/>
          </p:cNvSpPr>
          <p:nvPr>
            <p:ph type="sldImg"/>
          </p:nvPr>
        </p:nvSpPr>
        <p:spPr>
          <a:ln/>
        </p:spPr>
      </p:sp>
      <p:sp>
        <p:nvSpPr>
          <p:cNvPr id="273411" name="Rectangle 3">
            <a:extLst>
              <a:ext uri="{FF2B5EF4-FFF2-40B4-BE49-F238E27FC236}">
                <a16:creationId xmlns:a16="http://schemas.microsoft.com/office/drawing/2014/main" id="{18DA32EB-F410-6BAF-B7C6-6D5FE39E4F4A}"/>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a:ea typeface="宋体" panose="02010600030101010101" pitchFamily="2" charset="-122"/>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5457" name="Rectangle 7">
            <a:extLst>
              <a:ext uri="{FF2B5EF4-FFF2-40B4-BE49-F238E27FC236}">
                <a16:creationId xmlns:a16="http://schemas.microsoft.com/office/drawing/2014/main" id="{E18DA08A-D5A9-F68C-2F53-29CA79F2D180}"/>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66788">
              <a:defRPr>
                <a:solidFill>
                  <a:schemeClr val="tx1"/>
                </a:solidFill>
                <a:latin typeface="Comic Sans MS" panose="030F0902030302020204" pitchFamily="66" charset="0"/>
                <a:ea typeface="宋体" panose="02010600030101010101" pitchFamily="2" charset="-122"/>
              </a:defRPr>
            </a:lvl1pPr>
            <a:lvl2pPr marL="742950" indent="-285750" defTabSz="966788">
              <a:defRPr>
                <a:solidFill>
                  <a:schemeClr val="tx1"/>
                </a:solidFill>
                <a:latin typeface="Comic Sans MS" panose="030F0902030302020204" pitchFamily="66" charset="0"/>
                <a:ea typeface="宋体" panose="02010600030101010101" pitchFamily="2" charset="-122"/>
              </a:defRPr>
            </a:lvl2pPr>
            <a:lvl3pPr marL="1143000" indent="-228600" defTabSz="966788">
              <a:defRPr>
                <a:solidFill>
                  <a:schemeClr val="tx1"/>
                </a:solidFill>
                <a:latin typeface="Comic Sans MS" panose="030F0902030302020204" pitchFamily="66" charset="0"/>
                <a:ea typeface="宋体" panose="02010600030101010101" pitchFamily="2" charset="-122"/>
              </a:defRPr>
            </a:lvl3pPr>
            <a:lvl4pPr marL="1600200" indent="-228600" defTabSz="966788">
              <a:defRPr>
                <a:solidFill>
                  <a:schemeClr val="tx1"/>
                </a:solidFill>
                <a:latin typeface="Comic Sans MS" panose="030F0902030302020204" pitchFamily="66" charset="0"/>
                <a:ea typeface="宋体" panose="02010600030101010101" pitchFamily="2" charset="-122"/>
              </a:defRPr>
            </a:lvl4pPr>
            <a:lvl5pPr marL="2057400" indent="-228600" defTabSz="966788">
              <a:defRPr>
                <a:solidFill>
                  <a:schemeClr val="tx1"/>
                </a:solidFill>
                <a:latin typeface="Comic Sans MS" panose="030F0902030302020204" pitchFamily="66" charset="0"/>
                <a:ea typeface="宋体" panose="02010600030101010101" pitchFamily="2" charset="-122"/>
              </a:defRPr>
            </a:lvl5pPr>
            <a:lvl6pPr marL="2514600" indent="-228600" defTabSz="966788" eaLnBrk="0" fontAlgn="base" hangingPunct="0">
              <a:spcBef>
                <a:spcPct val="0"/>
              </a:spcBef>
              <a:spcAft>
                <a:spcPct val="0"/>
              </a:spcAft>
              <a:defRPr>
                <a:solidFill>
                  <a:schemeClr val="tx1"/>
                </a:solidFill>
                <a:latin typeface="Comic Sans MS" panose="030F0902030302020204" pitchFamily="66" charset="0"/>
                <a:ea typeface="宋体" panose="02010600030101010101" pitchFamily="2" charset="-122"/>
              </a:defRPr>
            </a:lvl6pPr>
            <a:lvl7pPr marL="2971800" indent="-228600" defTabSz="966788" eaLnBrk="0" fontAlgn="base" hangingPunct="0">
              <a:spcBef>
                <a:spcPct val="0"/>
              </a:spcBef>
              <a:spcAft>
                <a:spcPct val="0"/>
              </a:spcAft>
              <a:defRPr>
                <a:solidFill>
                  <a:schemeClr val="tx1"/>
                </a:solidFill>
                <a:latin typeface="Comic Sans MS" panose="030F0902030302020204" pitchFamily="66" charset="0"/>
                <a:ea typeface="宋体" panose="02010600030101010101" pitchFamily="2" charset="-122"/>
              </a:defRPr>
            </a:lvl7pPr>
            <a:lvl8pPr marL="3429000" indent="-228600" defTabSz="966788" eaLnBrk="0" fontAlgn="base" hangingPunct="0">
              <a:spcBef>
                <a:spcPct val="0"/>
              </a:spcBef>
              <a:spcAft>
                <a:spcPct val="0"/>
              </a:spcAft>
              <a:defRPr>
                <a:solidFill>
                  <a:schemeClr val="tx1"/>
                </a:solidFill>
                <a:latin typeface="Comic Sans MS" panose="030F0902030302020204" pitchFamily="66" charset="0"/>
                <a:ea typeface="宋体" panose="02010600030101010101" pitchFamily="2" charset="-122"/>
              </a:defRPr>
            </a:lvl8pPr>
            <a:lvl9pPr marL="3886200" indent="-228600" defTabSz="966788" eaLnBrk="0" fontAlgn="base" hangingPunct="0">
              <a:spcBef>
                <a:spcPct val="0"/>
              </a:spcBef>
              <a:spcAft>
                <a:spcPct val="0"/>
              </a:spcAft>
              <a:defRPr>
                <a:solidFill>
                  <a:schemeClr val="tx1"/>
                </a:solidFill>
                <a:latin typeface="Comic Sans MS" panose="030F0902030302020204" pitchFamily="66" charset="0"/>
                <a:ea typeface="宋体" panose="02010600030101010101" pitchFamily="2" charset="-122"/>
              </a:defRPr>
            </a:lvl9pPr>
          </a:lstStyle>
          <a:p>
            <a:pPr marL="0" marR="0" lvl="0" indent="0" algn="r" defTabSz="966788" rtl="0" eaLnBrk="1" fontAlgn="base" latinLnBrk="0" hangingPunct="1">
              <a:lnSpc>
                <a:spcPct val="100000"/>
              </a:lnSpc>
              <a:spcBef>
                <a:spcPct val="0"/>
              </a:spcBef>
              <a:spcAft>
                <a:spcPct val="0"/>
              </a:spcAft>
              <a:buClrTx/>
              <a:buSzTx/>
              <a:buFontTx/>
              <a:buNone/>
              <a:tabLst/>
              <a:defRPr/>
            </a:pPr>
            <a:fld id="{294A800A-DA5D-8D44-996B-D5833F7A91B9}" type="slidenum">
              <a:rPr kumimoji="0" lang="en-US" altLang="zh-CN" sz="1300" b="0" i="0" u="none" strike="noStrike" kern="1200" cap="none" spc="0" normalizeH="0" baseline="0" noProof="0" smtClean="0">
                <a:ln>
                  <a:noFill/>
                </a:ln>
                <a:solidFill>
                  <a:srgbClr val="000000"/>
                </a:solidFill>
                <a:effectLst/>
                <a:uLnTx/>
                <a:uFillTx/>
                <a:latin typeface="Arial" panose="020B0604020202020204" pitchFamily="34" charset="0"/>
                <a:ea typeface="宋体" panose="02010600030101010101" pitchFamily="2" charset="-122"/>
                <a:cs typeface="+mn-cs"/>
              </a:rPr>
              <a:pPr marL="0" marR="0" lvl="0" indent="0" algn="r" defTabSz="966788" rtl="0" eaLnBrk="1" fontAlgn="base" latinLnBrk="0" hangingPunct="1">
                <a:lnSpc>
                  <a:spcPct val="100000"/>
                </a:lnSpc>
                <a:spcBef>
                  <a:spcPct val="0"/>
                </a:spcBef>
                <a:spcAft>
                  <a:spcPct val="0"/>
                </a:spcAft>
                <a:buClrTx/>
                <a:buSzTx/>
                <a:buFontTx/>
                <a:buNone/>
                <a:tabLst/>
                <a:defRPr/>
              </a:pPr>
              <a:t>17</a:t>
            </a:fld>
            <a:endParaRPr kumimoji="0" lang="en-US" altLang="zh-CN" sz="13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275458" name="Rectangle 2">
            <a:extLst>
              <a:ext uri="{FF2B5EF4-FFF2-40B4-BE49-F238E27FC236}">
                <a16:creationId xmlns:a16="http://schemas.microsoft.com/office/drawing/2014/main" id="{E1F54AD6-09D8-ACC5-F63A-4A954D730F84}"/>
              </a:ext>
            </a:extLst>
          </p:cNvPr>
          <p:cNvSpPr>
            <a:spLocks noGrp="1" noRot="1" noChangeAspect="1" noChangeArrowheads="1" noTextEdit="1"/>
          </p:cNvSpPr>
          <p:nvPr>
            <p:ph type="sldImg"/>
          </p:nvPr>
        </p:nvSpPr>
        <p:spPr>
          <a:ln/>
        </p:spPr>
      </p:sp>
      <p:sp>
        <p:nvSpPr>
          <p:cNvPr id="275459" name="Rectangle 3">
            <a:extLst>
              <a:ext uri="{FF2B5EF4-FFF2-40B4-BE49-F238E27FC236}">
                <a16:creationId xmlns:a16="http://schemas.microsoft.com/office/drawing/2014/main" id="{55A2BA03-1495-1A38-DC5C-6C53CE204553}"/>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a:ea typeface="宋体" panose="02010600030101010101" pitchFamily="2" charset="-122"/>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7505" name="Rectangle 7">
            <a:extLst>
              <a:ext uri="{FF2B5EF4-FFF2-40B4-BE49-F238E27FC236}">
                <a16:creationId xmlns:a16="http://schemas.microsoft.com/office/drawing/2014/main" id="{1710C74D-A012-8F28-AB07-1AF4FBC87B8F}"/>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66788">
              <a:defRPr>
                <a:solidFill>
                  <a:schemeClr val="tx1"/>
                </a:solidFill>
                <a:latin typeface="Comic Sans MS" panose="030F0902030302020204" pitchFamily="66" charset="0"/>
                <a:ea typeface="宋体" panose="02010600030101010101" pitchFamily="2" charset="-122"/>
              </a:defRPr>
            </a:lvl1pPr>
            <a:lvl2pPr marL="742950" indent="-285750" defTabSz="966788">
              <a:defRPr>
                <a:solidFill>
                  <a:schemeClr val="tx1"/>
                </a:solidFill>
                <a:latin typeface="Comic Sans MS" panose="030F0902030302020204" pitchFamily="66" charset="0"/>
                <a:ea typeface="宋体" panose="02010600030101010101" pitchFamily="2" charset="-122"/>
              </a:defRPr>
            </a:lvl2pPr>
            <a:lvl3pPr marL="1143000" indent="-228600" defTabSz="966788">
              <a:defRPr>
                <a:solidFill>
                  <a:schemeClr val="tx1"/>
                </a:solidFill>
                <a:latin typeface="Comic Sans MS" panose="030F0902030302020204" pitchFamily="66" charset="0"/>
                <a:ea typeface="宋体" panose="02010600030101010101" pitchFamily="2" charset="-122"/>
              </a:defRPr>
            </a:lvl3pPr>
            <a:lvl4pPr marL="1600200" indent="-228600" defTabSz="966788">
              <a:defRPr>
                <a:solidFill>
                  <a:schemeClr val="tx1"/>
                </a:solidFill>
                <a:latin typeface="Comic Sans MS" panose="030F0902030302020204" pitchFamily="66" charset="0"/>
                <a:ea typeface="宋体" panose="02010600030101010101" pitchFamily="2" charset="-122"/>
              </a:defRPr>
            </a:lvl4pPr>
            <a:lvl5pPr marL="2057400" indent="-228600" defTabSz="966788">
              <a:defRPr>
                <a:solidFill>
                  <a:schemeClr val="tx1"/>
                </a:solidFill>
                <a:latin typeface="Comic Sans MS" panose="030F0902030302020204" pitchFamily="66" charset="0"/>
                <a:ea typeface="宋体" panose="02010600030101010101" pitchFamily="2" charset="-122"/>
              </a:defRPr>
            </a:lvl5pPr>
            <a:lvl6pPr marL="2514600" indent="-228600" defTabSz="966788" eaLnBrk="0" fontAlgn="base" hangingPunct="0">
              <a:spcBef>
                <a:spcPct val="0"/>
              </a:spcBef>
              <a:spcAft>
                <a:spcPct val="0"/>
              </a:spcAft>
              <a:defRPr>
                <a:solidFill>
                  <a:schemeClr val="tx1"/>
                </a:solidFill>
                <a:latin typeface="Comic Sans MS" panose="030F0902030302020204" pitchFamily="66" charset="0"/>
                <a:ea typeface="宋体" panose="02010600030101010101" pitchFamily="2" charset="-122"/>
              </a:defRPr>
            </a:lvl6pPr>
            <a:lvl7pPr marL="2971800" indent="-228600" defTabSz="966788" eaLnBrk="0" fontAlgn="base" hangingPunct="0">
              <a:spcBef>
                <a:spcPct val="0"/>
              </a:spcBef>
              <a:spcAft>
                <a:spcPct val="0"/>
              </a:spcAft>
              <a:defRPr>
                <a:solidFill>
                  <a:schemeClr val="tx1"/>
                </a:solidFill>
                <a:latin typeface="Comic Sans MS" panose="030F0902030302020204" pitchFamily="66" charset="0"/>
                <a:ea typeface="宋体" panose="02010600030101010101" pitchFamily="2" charset="-122"/>
              </a:defRPr>
            </a:lvl7pPr>
            <a:lvl8pPr marL="3429000" indent="-228600" defTabSz="966788" eaLnBrk="0" fontAlgn="base" hangingPunct="0">
              <a:spcBef>
                <a:spcPct val="0"/>
              </a:spcBef>
              <a:spcAft>
                <a:spcPct val="0"/>
              </a:spcAft>
              <a:defRPr>
                <a:solidFill>
                  <a:schemeClr val="tx1"/>
                </a:solidFill>
                <a:latin typeface="Comic Sans MS" panose="030F0902030302020204" pitchFamily="66" charset="0"/>
                <a:ea typeface="宋体" panose="02010600030101010101" pitchFamily="2" charset="-122"/>
              </a:defRPr>
            </a:lvl8pPr>
            <a:lvl9pPr marL="3886200" indent="-228600" defTabSz="966788" eaLnBrk="0" fontAlgn="base" hangingPunct="0">
              <a:spcBef>
                <a:spcPct val="0"/>
              </a:spcBef>
              <a:spcAft>
                <a:spcPct val="0"/>
              </a:spcAft>
              <a:defRPr>
                <a:solidFill>
                  <a:schemeClr val="tx1"/>
                </a:solidFill>
                <a:latin typeface="Comic Sans MS" panose="030F0902030302020204" pitchFamily="66" charset="0"/>
                <a:ea typeface="宋体" panose="02010600030101010101" pitchFamily="2" charset="-122"/>
              </a:defRPr>
            </a:lvl9pPr>
          </a:lstStyle>
          <a:p>
            <a:pPr marL="0" marR="0" lvl="0" indent="0" algn="r" defTabSz="966788" rtl="0" eaLnBrk="1" fontAlgn="base" latinLnBrk="0" hangingPunct="1">
              <a:lnSpc>
                <a:spcPct val="100000"/>
              </a:lnSpc>
              <a:spcBef>
                <a:spcPct val="0"/>
              </a:spcBef>
              <a:spcAft>
                <a:spcPct val="0"/>
              </a:spcAft>
              <a:buClrTx/>
              <a:buSzTx/>
              <a:buFontTx/>
              <a:buNone/>
              <a:tabLst/>
              <a:defRPr/>
            </a:pPr>
            <a:fld id="{D376D16A-DB6E-1F44-98E7-AA3E7486612D}" type="slidenum">
              <a:rPr kumimoji="0" lang="en-US" altLang="zh-CN" sz="1300" b="0" i="0" u="none" strike="noStrike" kern="1200" cap="none" spc="0" normalizeH="0" baseline="0" noProof="0" smtClean="0">
                <a:ln>
                  <a:noFill/>
                </a:ln>
                <a:solidFill>
                  <a:srgbClr val="000000"/>
                </a:solidFill>
                <a:effectLst/>
                <a:uLnTx/>
                <a:uFillTx/>
                <a:latin typeface="Arial" panose="020B0604020202020204" pitchFamily="34" charset="0"/>
                <a:ea typeface="宋体" panose="02010600030101010101" pitchFamily="2" charset="-122"/>
                <a:cs typeface="+mn-cs"/>
              </a:rPr>
              <a:pPr marL="0" marR="0" lvl="0" indent="0" algn="r" defTabSz="966788" rtl="0" eaLnBrk="1" fontAlgn="base" latinLnBrk="0" hangingPunct="1">
                <a:lnSpc>
                  <a:spcPct val="100000"/>
                </a:lnSpc>
                <a:spcBef>
                  <a:spcPct val="0"/>
                </a:spcBef>
                <a:spcAft>
                  <a:spcPct val="0"/>
                </a:spcAft>
                <a:buClrTx/>
                <a:buSzTx/>
                <a:buFontTx/>
                <a:buNone/>
                <a:tabLst/>
                <a:defRPr/>
              </a:pPr>
              <a:t>18</a:t>
            </a:fld>
            <a:endParaRPr kumimoji="0" lang="en-US" altLang="zh-CN" sz="13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277506" name="Rectangle 2">
            <a:extLst>
              <a:ext uri="{FF2B5EF4-FFF2-40B4-BE49-F238E27FC236}">
                <a16:creationId xmlns:a16="http://schemas.microsoft.com/office/drawing/2014/main" id="{7436A46F-AC34-6EC2-021E-2852C7C6A039}"/>
              </a:ext>
            </a:extLst>
          </p:cNvPr>
          <p:cNvSpPr>
            <a:spLocks noGrp="1" noRot="1" noChangeAspect="1" noChangeArrowheads="1" noTextEdit="1"/>
          </p:cNvSpPr>
          <p:nvPr>
            <p:ph type="sldImg"/>
          </p:nvPr>
        </p:nvSpPr>
        <p:spPr>
          <a:ln/>
        </p:spPr>
      </p:sp>
      <p:sp>
        <p:nvSpPr>
          <p:cNvPr id="277507" name="Rectangle 3">
            <a:extLst>
              <a:ext uri="{FF2B5EF4-FFF2-40B4-BE49-F238E27FC236}">
                <a16:creationId xmlns:a16="http://schemas.microsoft.com/office/drawing/2014/main" id="{6D64D100-09AB-C2AD-EC8E-F28DB47E4AFF}"/>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a:ea typeface="宋体" panose="02010600030101010101" pitchFamily="2" charset="-122"/>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9553" name="Rectangle 7">
            <a:extLst>
              <a:ext uri="{FF2B5EF4-FFF2-40B4-BE49-F238E27FC236}">
                <a16:creationId xmlns:a16="http://schemas.microsoft.com/office/drawing/2014/main" id="{F5B902C1-29D0-6AF1-5463-DBBF56446801}"/>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66788">
              <a:defRPr>
                <a:solidFill>
                  <a:schemeClr val="tx1"/>
                </a:solidFill>
                <a:latin typeface="Comic Sans MS" panose="030F0902030302020204" pitchFamily="66" charset="0"/>
                <a:ea typeface="宋体" panose="02010600030101010101" pitchFamily="2" charset="-122"/>
              </a:defRPr>
            </a:lvl1pPr>
            <a:lvl2pPr marL="742950" indent="-285750" defTabSz="966788">
              <a:defRPr>
                <a:solidFill>
                  <a:schemeClr val="tx1"/>
                </a:solidFill>
                <a:latin typeface="Comic Sans MS" panose="030F0902030302020204" pitchFamily="66" charset="0"/>
                <a:ea typeface="宋体" panose="02010600030101010101" pitchFamily="2" charset="-122"/>
              </a:defRPr>
            </a:lvl2pPr>
            <a:lvl3pPr marL="1143000" indent="-228600" defTabSz="966788">
              <a:defRPr>
                <a:solidFill>
                  <a:schemeClr val="tx1"/>
                </a:solidFill>
                <a:latin typeface="Comic Sans MS" panose="030F0902030302020204" pitchFamily="66" charset="0"/>
                <a:ea typeface="宋体" panose="02010600030101010101" pitchFamily="2" charset="-122"/>
              </a:defRPr>
            </a:lvl3pPr>
            <a:lvl4pPr marL="1600200" indent="-228600" defTabSz="966788">
              <a:defRPr>
                <a:solidFill>
                  <a:schemeClr val="tx1"/>
                </a:solidFill>
                <a:latin typeface="Comic Sans MS" panose="030F0902030302020204" pitchFamily="66" charset="0"/>
                <a:ea typeface="宋体" panose="02010600030101010101" pitchFamily="2" charset="-122"/>
              </a:defRPr>
            </a:lvl4pPr>
            <a:lvl5pPr marL="2057400" indent="-228600" defTabSz="966788">
              <a:defRPr>
                <a:solidFill>
                  <a:schemeClr val="tx1"/>
                </a:solidFill>
                <a:latin typeface="Comic Sans MS" panose="030F0902030302020204" pitchFamily="66" charset="0"/>
                <a:ea typeface="宋体" panose="02010600030101010101" pitchFamily="2" charset="-122"/>
              </a:defRPr>
            </a:lvl5pPr>
            <a:lvl6pPr marL="2514600" indent="-228600" defTabSz="966788" eaLnBrk="0" fontAlgn="base" hangingPunct="0">
              <a:spcBef>
                <a:spcPct val="0"/>
              </a:spcBef>
              <a:spcAft>
                <a:spcPct val="0"/>
              </a:spcAft>
              <a:defRPr>
                <a:solidFill>
                  <a:schemeClr val="tx1"/>
                </a:solidFill>
                <a:latin typeface="Comic Sans MS" panose="030F0902030302020204" pitchFamily="66" charset="0"/>
                <a:ea typeface="宋体" panose="02010600030101010101" pitchFamily="2" charset="-122"/>
              </a:defRPr>
            </a:lvl6pPr>
            <a:lvl7pPr marL="2971800" indent="-228600" defTabSz="966788" eaLnBrk="0" fontAlgn="base" hangingPunct="0">
              <a:spcBef>
                <a:spcPct val="0"/>
              </a:spcBef>
              <a:spcAft>
                <a:spcPct val="0"/>
              </a:spcAft>
              <a:defRPr>
                <a:solidFill>
                  <a:schemeClr val="tx1"/>
                </a:solidFill>
                <a:latin typeface="Comic Sans MS" panose="030F0902030302020204" pitchFamily="66" charset="0"/>
                <a:ea typeface="宋体" panose="02010600030101010101" pitchFamily="2" charset="-122"/>
              </a:defRPr>
            </a:lvl7pPr>
            <a:lvl8pPr marL="3429000" indent="-228600" defTabSz="966788" eaLnBrk="0" fontAlgn="base" hangingPunct="0">
              <a:spcBef>
                <a:spcPct val="0"/>
              </a:spcBef>
              <a:spcAft>
                <a:spcPct val="0"/>
              </a:spcAft>
              <a:defRPr>
                <a:solidFill>
                  <a:schemeClr val="tx1"/>
                </a:solidFill>
                <a:latin typeface="Comic Sans MS" panose="030F0902030302020204" pitchFamily="66" charset="0"/>
                <a:ea typeface="宋体" panose="02010600030101010101" pitchFamily="2" charset="-122"/>
              </a:defRPr>
            </a:lvl8pPr>
            <a:lvl9pPr marL="3886200" indent="-228600" defTabSz="966788" eaLnBrk="0" fontAlgn="base" hangingPunct="0">
              <a:spcBef>
                <a:spcPct val="0"/>
              </a:spcBef>
              <a:spcAft>
                <a:spcPct val="0"/>
              </a:spcAft>
              <a:defRPr>
                <a:solidFill>
                  <a:schemeClr val="tx1"/>
                </a:solidFill>
                <a:latin typeface="Comic Sans MS" panose="030F0902030302020204" pitchFamily="66" charset="0"/>
                <a:ea typeface="宋体" panose="02010600030101010101" pitchFamily="2" charset="-122"/>
              </a:defRPr>
            </a:lvl9pPr>
          </a:lstStyle>
          <a:p>
            <a:pPr marL="0" marR="0" lvl="0" indent="0" algn="r" defTabSz="966788" rtl="0" eaLnBrk="1" fontAlgn="base" latinLnBrk="0" hangingPunct="1">
              <a:lnSpc>
                <a:spcPct val="100000"/>
              </a:lnSpc>
              <a:spcBef>
                <a:spcPct val="0"/>
              </a:spcBef>
              <a:spcAft>
                <a:spcPct val="0"/>
              </a:spcAft>
              <a:buClrTx/>
              <a:buSzTx/>
              <a:buFontTx/>
              <a:buNone/>
              <a:tabLst/>
              <a:defRPr/>
            </a:pPr>
            <a:fld id="{1290126F-812A-1946-A89E-87F849532D76}" type="slidenum">
              <a:rPr kumimoji="0" lang="en-US" altLang="zh-CN" sz="1300" b="0" i="0" u="none" strike="noStrike" kern="1200" cap="none" spc="0" normalizeH="0" baseline="0" noProof="0" smtClean="0">
                <a:ln>
                  <a:noFill/>
                </a:ln>
                <a:solidFill>
                  <a:srgbClr val="000000"/>
                </a:solidFill>
                <a:effectLst/>
                <a:uLnTx/>
                <a:uFillTx/>
                <a:latin typeface="Arial" panose="020B0604020202020204" pitchFamily="34" charset="0"/>
                <a:ea typeface="宋体" panose="02010600030101010101" pitchFamily="2" charset="-122"/>
                <a:cs typeface="+mn-cs"/>
              </a:rPr>
              <a:pPr marL="0" marR="0" lvl="0" indent="0" algn="r" defTabSz="966788" rtl="0" eaLnBrk="1" fontAlgn="base" latinLnBrk="0" hangingPunct="1">
                <a:lnSpc>
                  <a:spcPct val="100000"/>
                </a:lnSpc>
                <a:spcBef>
                  <a:spcPct val="0"/>
                </a:spcBef>
                <a:spcAft>
                  <a:spcPct val="0"/>
                </a:spcAft>
                <a:buClrTx/>
                <a:buSzTx/>
                <a:buFontTx/>
                <a:buNone/>
                <a:tabLst/>
                <a:defRPr/>
              </a:pPr>
              <a:t>19</a:t>
            </a:fld>
            <a:endParaRPr kumimoji="0" lang="en-US" altLang="zh-CN" sz="13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279554" name="Rectangle 2">
            <a:extLst>
              <a:ext uri="{FF2B5EF4-FFF2-40B4-BE49-F238E27FC236}">
                <a16:creationId xmlns:a16="http://schemas.microsoft.com/office/drawing/2014/main" id="{7A639AB4-5438-9B2D-635B-BF4FEAADDB72}"/>
              </a:ext>
            </a:extLst>
          </p:cNvPr>
          <p:cNvSpPr>
            <a:spLocks noGrp="1" noRot="1" noChangeAspect="1" noChangeArrowheads="1" noTextEdit="1"/>
          </p:cNvSpPr>
          <p:nvPr>
            <p:ph type="sldImg"/>
          </p:nvPr>
        </p:nvSpPr>
        <p:spPr>
          <a:ln/>
        </p:spPr>
      </p:sp>
      <p:sp>
        <p:nvSpPr>
          <p:cNvPr id="279555" name="Rectangle 3">
            <a:extLst>
              <a:ext uri="{FF2B5EF4-FFF2-40B4-BE49-F238E27FC236}">
                <a16:creationId xmlns:a16="http://schemas.microsoft.com/office/drawing/2014/main" id="{3EDECAA1-4DE2-8F16-0193-B14FE69BB8AD}"/>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a:ea typeface="宋体" panose="02010600030101010101" pitchFamily="2" charset="-122"/>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1601" name="Rectangle 7">
            <a:extLst>
              <a:ext uri="{FF2B5EF4-FFF2-40B4-BE49-F238E27FC236}">
                <a16:creationId xmlns:a16="http://schemas.microsoft.com/office/drawing/2014/main" id="{61FBA106-4809-6A03-E2E3-EC847D1A60CD}"/>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66788">
              <a:defRPr>
                <a:solidFill>
                  <a:schemeClr val="tx1"/>
                </a:solidFill>
                <a:latin typeface="Comic Sans MS" panose="030F0902030302020204" pitchFamily="66" charset="0"/>
                <a:ea typeface="宋体" panose="02010600030101010101" pitchFamily="2" charset="-122"/>
              </a:defRPr>
            </a:lvl1pPr>
            <a:lvl2pPr marL="742950" indent="-285750" defTabSz="966788">
              <a:defRPr>
                <a:solidFill>
                  <a:schemeClr val="tx1"/>
                </a:solidFill>
                <a:latin typeface="Comic Sans MS" panose="030F0902030302020204" pitchFamily="66" charset="0"/>
                <a:ea typeface="宋体" panose="02010600030101010101" pitchFamily="2" charset="-122"/>
              </a:defRPr>
            </a:lvl2pPr>
            <a:lvl3pPr marL="1143000" indent="-228600" defTabSz="966788">
              <a:defRPr>
                <a:solidFill>
                  <a:schemeClr val="tx1"/>
                </a:solidFill>
                <a:latin typeface="Comic Sans MS" panose="030F0902030302020204" pitchFamily="66" charset="0"/>
                <a:ea typeface="宋体" panose="02010600030101010101" pitchFamily="2" charset="-122"/>
              </a:defRPr>
            </a:lvl3pPr>
            <a:lvl4pPr marL="1600200" indent="-228600" defTabSz="966788">
              <a:defRPr>
                <a:solidFill>
                  <a:schemeClr val="tx1"/>
                </a:solidFill>
                <a:latin typeface="Comic Sans MS" panose="030F0902030302020204" pitchFamily="66" charset="0"/>
                <a:ea typeface="宋体" panose="02010600030101010101" pitchFamily="2" charset="-122"/>
              </a:defRPr>
            </a:lvl4pPr>
            <a:lvl5pPr marL="2057400" indent="-228600" defTabSz="966788">
              <a:defRPr>
                <a:solidFill>
                  <a:schemeClr val="tx1"/>
                </a:solidFill>
                <a:latin typeface="Comic Sans MS" panose="030F0902030302020204" pitchFamily="66" charset="0"/>
                <a:ea typeface="宋体" panose="02010600030101010101" pitchFamily="2" charset="-122"/>
              </a:defRPr>
            </a:lvl5pPr>
            <a:lvl6pPr marL="2514600" indent="-228600" defTabSz="966788" eaLnBrk="0" fontAlgn="base" hangingPunct="0">
              <a:spcBef>
                <a:spcPct val="0"/>
              </a:spcBef>
              <a:spcAft>
                <a:spcPct val="0"/>
              </a:spcAft>
              <a:defRPr>
                <a:solidFill>
                  <a:schemeClr val="tx1"/>
                </a:solidFill>
                <a:latin typeface="Comic Sans MS" panose="030F0902030302020204" pitchFamily="66" charset="0"/>
                <a:ea typeface="宋体" panose="02010600030101010101" pitchFamily="2" charset="-122"/>
              </a:defRPr>
            </a:lvl6pPr>
            <a:lvl7pPr marL="2971800" indent="-228600" defTabSz="966788" eaLnBrk="0" fontAlgn="base" hangingPunct="0">
              <a:spcBef>
                <a:spcPct val="0"/>
              </a:spcBef>
              <a:spcAft>
                <a:spcPct val="0"/>
              </a:spcAft>
              <a:defRPr>
                <a:solidFill>
                  <a:schemeClr val="tx1"/>
                </a:solidFill>
                <a:latin typeface="Comic Sans MS" panose="030F0902030302020204" pitchFamily="66" charset="0"/>
                <a:ea typeface="宋体" panose="02010600030101010101" pitchFamily="2" charset="-122"/>
              </a:defRPr>
            </a:lvl7pPr>
            <a:lvl8pPr marL="3429000" indent="-228600" defTabSz="966788" eaLnBrk="0" fontAlgn="base" hangingPunct="0">
              <a:spcBef>
                <a:spcPct val="0"/>
              </a:spcBef>
              <a:spcAft>
                <a:spcPct val="0"/>
              </a:spcAft>
              <a:defRPr>
                <a:solidFill>
                  <a:schemeClr val="tx1"/>
                </a:solidFill>
                <a:latin typeface="Comic Sans MS" panose="030F0902030302020204" pitchFamily="66" charset="0"/>
                <a:ea typeface="宋体" panose="02010600030101010101" pitchFamily="2" charset="-122"/>
              </a:defRPr>
            </a:lvl8pPr>
            <a:lvl9pPr marL="3886200" indent="-228600" defTabSz="966788" eaLnBrk="0" fontAlgn="base" hangingPunct="0">
              <a:spcBef>
                <a:spcPct val="0"/>
              </a:spcBef>
              <a:spcAft>
                <a:spcPct val="0"/>
              </a:spcAft>
              <a:defRPr>
                <a:solidFill>
                  <a:schemeClr val="tx1"/>
                </a:solidFill>
                <a:latin typeface="Comic Sans MS" panose="030F0902030302020204" pitchFamily="66" charset="0"/>
                <a:ea typeface="宋体" panose="02010600030101010101" pitchFamily="2" charset="-122"/>
              </a:defRPr>
            </a:lvl9pPr>
          </a:lstStyle>
          <a:p>
            <a:pPr marL="0" marR="0" lvl="0" indent="0" algn="r" defTabSz="966788" rtl="0" eaLnBrk="1" fontAlgn="base" latinLnBrk="0" hangingPunct="1">
              <a:lnSpc>
                <a:spcPct val="100000"/>
              </a:lnSpc>
              <a:spcBef>
                <a:spcPct val="0"/>
              </a:spcBef>
              <a:spcAft>
                <a:spcPct val="0"/>
              </a:spcAft>
              <a:buClrTx/>
              <a:buSzTx/>
              <a:buFontTx/>
              <a:buNone/>
              <a:tabLst/>
              <a:defRPr/>
            </a:pPr>
            <a:fld id="{8D3C5764-DBEB-FC48-B7B3-D4B4E9DFB50B}" type="slidenum">
              <a:rPr kumimoji="0" lang="en-US" altLang="zh-CN" sz="1300" b="0" i="0" u="none" strike="noStrike" kern="1200" cap="none" spc="0" normalizeH="0" baseline="0" noProof="0" smtClean="0">
                <a:ln>
                  <a:noFill/>
                </a:ln>
                <a:solidFill>
                  <a:srgbClr val="000000"/>
                </a:solidFill>
                <a:effectLst/>
                <a:uLnTx/>
                <a:uFillTx/>
                <a:latin typeface="Arial" panose="020B0604020202020204" pitchFamily="34" charset="0"/>
                <a:ea typeface="宋体" panose="02010600030101010101" pitchFamily="2" charset="-122"/>
                <a:cs typeface="+mn-cs"/>
              </a:rPr>
              <a:pPr marL="0" marR="0" lvl="0" indent="0" algn="r" defTabSz="966788" rtl="0" eaLnBrk="1" fontAlgn="base" latinLnBrk="0" hangingPunct="1">
                <a:lnSpc>
                  <a:spcPct val="100000"/>
                </a:lnSpc>
                <a:spcBef>
                  <a:spcPct val="0"/>
                </a:spcBef>
                <a:spcAft>
                  <a:spcPct val="0"/>
                </a:spcAft>
                <a:buClrTx/>
                <a:buSzTx/>
                <a:buFontTx/>
                <a:buNone/>
                <a:tabLst/>
                <a:defRPr/>
              </a:pPr>
              <a:t>20</a:t>
            </a:fld>
            <a:endParaRPr kumimoji="0" lang="en-US" altLang="zh-CN" sz="13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281602" name="Rectangle 2">
            <a:extLst>
              <a:ext uri="{FF2B5EF4-FFF2-40B4-BE49-F238E27FC236}">
                <a16:creationId xmlns:a16="http://schemas.microsoft.com/office/drawing/2014/main" id="{420A47A7-1A66-679A-3C7C-09CB5A87C523}"/>
              </a:ext>
            </a:extLst>
          </p:cNvPr>
          <p:cNvSpPr>
            <a:spLocks noGrp="1" noRot="1" noChangeAspect="1" noChangeArrowheads="1" noTextEdit="1"/>
          </p:cNvSpPr>
          <p:nvPr>
            <p:ph type="sldImg"/>
          </p:nvPr>
        </p:nvSpPr>
        <p:spPr>
          <a:ln/>
        </p:spPr>
      </p:sp>
      <p:sp>
        <p:nvSpPr>
          <p:cNvPr id="281603" name="Rectangle 3">
            <a:extLst>
              <a:ext uri="{FF2B5EF4-FFF2-40B4-BE49-F238E27FC236}">
                <a16:creationId xmlns:a16="http://schemas.microsoft.com/office/drawing/2014/main" id="{C7BB1BB1-1FD2-38A2-7EE4-57A2B3936B47}"/>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a:ea typeface="宋体" panose="02010600030101010101" pitchFamily="2" charset="-122"/>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3649" name="幻灯片图像占位符 1">
            <a:extLst>
              <a:ext uri="{FF2B5EF4-FFF2-40B4-BE49-F238E27FC236}">
                <a16:creationId xmlns:a16="http://schemas.microsoft.com/office/drawing/2014/main" id="{7F4E013B-877B-74A8-7296-E5C1EE04141B}"/>
              </a:ext>
            </a:extLst>
          </p:cNvPr>
          <p:cNvSpPr>
            <a:spLocks noGrp="1" noRot="1" noChangeAspect="1" noChangeArrowheads="1" noTextEdit="1"/>
          </p:cNvSpPr>
          <p:nvPr>
            <p:ph type="sldImg"/>
          </p:nvPr>
        </p:nvSpPr>
        <p:spPr>
          <a:ln/>
        </p:spPr>
      </p:sp>
      <p:sp>
        <p:nvSpPr>
          <p:cNvPr id="283650" name="备注占位符 2">
            <a:extLst>
              <a:ext uri="{FF2B5EF4-FFF2-40B4-BE49-F238E27FC236}">
                <a16:creationId xmlns:a16="http://schemas.microsoft.com/office/drawing/2014/main" id="{45A5AC16-DC8F-1804-BD91-CE449531517D}"/>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ea typeface="宋体" panose="02010600030101010101" pitchFamily="2" charset="-122"/>
            </a:endParaRPr>
          </a:p>
        </p:txBody>
      </p:sp>
      <p:sp>
        <p:nvSpPr>
          <p:cNvPr id="283651" name="灯片编号占位符 3">
            <a:extLst>
              <a:ext uri="{FF2B5EF4-FFF2-40B4-BE49-F238E27FC236}">
                <a16:creationId xmlns:a16="http://schemas.microsoft.com/office/drawing/2014/main" id="{7F8A7C43-5B35-E0D7-4ACB-A12D5793E560}"/>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66788">
              <a:defRPr>
                <a:solidFill>
                  <a:schemeClr val="tx1"/>
                </a:solidFill>
                <a:latin typeface="Comic Sans MS" panose="030F0902030302020204" pitchFamily="66" charset="0"/>
                <a:ea typeface="宋体" panose="02010600030101010101" pitchFamily="2" charset="-122"/>
              </a:defRPr>
            </a:lvl1pPr>
            <a:lvl2pPr marL="742950" indent="-285750" defTabSz="966788">
              <a:defRPr>
                <a:solidFill>
                  <a:schemeClr val="tx1"/>
                </a:solidFill>
                <a:latin typeface="Comic Sans MS" panose="030F0902030302020204" pitchFamily="66" charset="0"/>
                <a:ea typeface="宋体" panose="02010600030101010101" pitchFamily="2" charset="-122"/>
              </a:defRPr>
            </a:lvl2pPr>
            <a:lvl3pPr marL="1143000" indent="-228600" defTabSz="966788">
              <a:defRPr>
                <a:solidFill>
                  <a:schemeClr val="tx1"/>
                </a:solidFill>
                <a:latin typeface="Comic Sans MS" panose="030F0902030302020204" pitchFamily="66" charset="0"/>
                <a:ea typeface="宋体" panose="02010600030101010101" pitchFamily="2" charset="-122"/>
              </a:defRPr>
            </a:lvl3pPr>
            <a:lvl4pPr marL="1600200" indent="-228600" defTabSz="966788">
              <a:defRPr>
                <a:solidFill>
                  <a:schemeClr val="tx1"/>
                </a:solidFill>
                <a:latin typeface="Comic Sans MS" panose="030F0902030302020204" pitchFamily="66" charset="0"/>
                <a:ea typeface="宋体" panose="02010600030101010101" pitchFamily="2" charset="-122"/>
              </a:defRPr>
            </a:lvl4pPr>
            <a:lvl5pPr marL="2057400" indent="-228600" defTabSz="966788">
              <a:defRPr>
                <a:solidFill>
                  <a:schemeClr val="tx1"/>
                </a:solidFill>
                <a:latin typeface="Comic Sans MS" panose="030F0902030302020204" pitchFamily="66" charset="0"/>
                <a:ea typeface="宋体" panose="02010600030101010101" pitchFamily="2" charset="-122"/>
              </a:defRPr>
            </a:lvl5pPr>
            <a:lvl6pPr marL="2514600" indent="-228600" defTabSz="966788" eaLnBrk="0" fontAlgn="base" hangingPunct="0">
              <a:spcBef>
                <a:spcPct val="0"/>
              </a:spcBef>
              <a:spcAft>
                <a:spcPct val="0"/>
              </a:spcAft>
              <a:defRPr>
                <a:solidFill>
                  <a:schemeClr val="tx1"/>
                </a:solidFill>
                <a:latin typeface="Comic Sans MS" panose="030F0902030302020204" pitchFamily="66" charset="0"/>
                <a:ea typeface="宋体" panose="02010600030101010101" pitchFamily="2" charset="-122"/>
              </a:defRPr>
            </a:lvl6pPr>
            <a:lvl7pPr marL="2971800" indent="-228600" defTabSz="966788" eaLnBrk="0" fontAlgn="base" hangingPunct="0">
              <a:spcBef>
                <a:spcPct val="0"/>
              </a:spcBef>
              <a:spcAft>
                <a:spcPct val="0"/>
              </a:spcAft>
              <a:defRPr>
                <a:solidFill>
                  <a:schemeClr val="tx1"/>
                </a:solidFill>
                <a:latin typeface="Comic Sans MS" panose="030F0902030302020204" pitchFamily="66" charset="0"/>
                <a:ea typeface="宋体" panose="02010600030101010101" pitchFamily="2" charset="-122"/>
              </a:defRPr>
            </a:lvl7pPr>
            <a:lvl8pPr marL="3429000" indent="-228600" defTabSz="966788" eaLnBrk="0" fontAlgn="base" hangingPunct="0">
              <a:spcBef>
                <a:spcPct val="0"/>
              </a:spcBef>
              <a:spcAft>
                <a:spcPct val="0"/>
              </a:spcAft>
              <a:defRPr>
                <a:solidFill>
                  <a:schemeClr val="tx1"/>
                </a:solidFill>
                <a:latin typeface="Comic Sans MS" panose="030F0902030302020204" pitchFamily="66" charset="0"/>
                <a:ea typeface="宋体" panose="02010600030101010101" pitchFamily="2" charset="-122"/>
              </a:defRPr>
            </a:lvl8pPr>
            <a:lvl9pPr marL="3886200" indent="-228600" defTabSz="966788" eaLnBrk="0" fontAlgn="base" hangingPunct="0">
              <a:spcBef>
                <a:spcPct val="0"/>
              </a:spcBef>
              <a:spcAft>
                <a:spcPct val="0"/>
              </a:spcAft>
              <a:defRPr>
                <a:solidFill>
                  <a:schemeClr val="tx1"/>
                </a:solidFill>
                <a:latin typeface="Comic Sans MS" panose="030F0902030302020204" pitchFamily="66" charset="0"/>
                <a:ea typeface="宋体" panose="02010600030101010101" pitchFamily="2" charset="-122"/>
              </a:defRPr>
            </a:lvl9pPr>
          </a:lstStyle>
          <a:p>
            <a:pPr marL="0" marR="0" lvl="0" indent="0" algn="r" defTabSz="966788" rtl="0" eaLnBrk="0" fontAlgn="base" latinLnBrk="0" hangingPunct="0">
              <a:lnSpc>
                <a:spcPct val="100000"/>
              </a:lnSpc>
              <a:spcBef>
                <a:spcPct val="0"/>
              </a:spcBef>
              <a:spcAft>
                <a:spcPct val="0"/>
              </a:spcAft>
              <a:buClrTx/>
              <a:buSzTx/>
              <a:buFontTx/>
              <a:buNone/>
              <a:tabLst/>
              <a:defRPr/>
            </a:pPr>
            <a:fld id="{E43D3618-BCD6-DD4F-9D2C-1B66A372C5B5}" type="slidenum">
              <a:rPr kumimoji="0" lang="zh-CN" altLang="en-US" sz="1300" b="0" i="0" u="none" strike="noStrike" kern="1200" cap="none" spc="0" normalizeH="0" baseline="0" noProof="0" smtClean="0">
                <a:ln>
                  <a:noFill/>
                </a:ln>
                <a:solidFill>
                  <a:srgbClr val="000000"/>
                </a:solidFill>
                <a:effectLst/>
                <a:uLnTx/>
                <a:uFillTx/>
                <a:latin typeface="Times New Roman" panose="02020603050405020304" pitchFamily="18" charset="0"/>
                <a:ea typeface="宋体" panose="02010600030101010101" pitchFamily="2" charset="-122"/>
                <a:cs typeface="+mn-cs"/>
              </a:rPr>
              <a:pPr marL="0" marR="0" lvl="0" indent="0" algn="r" defTabSz="966788" rtl="0" eaLnBrk="0" fontAlgn="base" latinLnBrk="0" hangingPunct="0">
                <a:lnSpc>
                  <a:spcPct val="100000"/>
                </a:lnSpc>
                <a:spcBef>
                  <a:spcPct val="0"/>
                </a:spcBef>
                <a:spcAft>
                  <a:spcPct val="0"/>
                </a:spcAft>
                <a:buClrTx/>
                <a:buSzTx/>
                <a:buFontTx/>
                <a:buNone/>
                <a:tabLst/>
                <a:defRPr/>
              </a:pPr>
              <a:t>21</a:t>
            </a:fld>
            <a:endParaRPr kumimoji="0" lang="zh-CN" altLang="en-US" sz="13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9793" name="幻灯片图像占位符 1">
            <a:extLst>
              <a:ext uri="{FF2B5EF4-FFF2-40B4-BE49-F238E27FC236}">
                <a16:creationId xmlns:a16="http://schemas.microsoft.com/office/drawing/2014/main" id="{BD443D3A-6EEA-CFAD-96D8-8F64B577674E}"/>
              </a:ext>
            </a:extLst>
          </p:cNvPr>
          <p:cNvSpPr>
            <a:spLocks noGrp="1" noRot="1" noChangeAspect="1" noChangeArrowheads="1" noTextEdit="1"/>
          </p:cNvSpPr>
          <p:nvPr>
            <p:ph type="sldImg"/>
          </p:nvPr>
        </p:nvSpPr>
        <p:spPr>
          <a:xfrm>
            <a:off x="1143000" y="685800"/>
            <a:ext cx="4572000" cy="3429000"/>
          </a:xfrm>
          <a:ln/>
        </p:spPr>
      </p:sp>
      <p:sp>
        <p:nvSpPr>
          <p:cNvPr id="289794" name="备注占位符 2">
            <a:extLst>
              <a:ext uri="{FF2B5EF4-FFF2-40B4-BE49-F238E27FC236}">
                <a16:creationId xmlns:a16="http://schemas.microsoft.com/office/drawing/2014/main" id="{964D84BF-1D7A-2EB7-A1E4-2576AADB57AA}"/>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ea typeface="宋体" panose="02010600030101010101" pitchFamily="2" charset="-122"/>
            </a:endParaRPr>
          </a:p>
        </p:txBody>
      </p:sp>
      <p:sp>
        <p:nvSpPr>
          <p:cNvPr id="289795" name="灯片编号占位符 3">
            <a:extLst>
              <a:ext uri="{FF2B5EF4-FFF2-40B4-BE49-F238E27FC236}">
                <a16:creationId xmlns:a16="http://schemas.microsoft.com/office/drawing/2014/main" id="{2F3EA6D8-4018-D132-2B52-55DEFA2133B5}"/>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12813">
              <a:defRPr>
                <a:solidFill>
                  <a:schemeClr val="tx1"/>
                </a:solidFill>
                <a:latin typeface="Comic Sans MS" panose="030F0902030302020204" pitchFamily="66" charset="0"/>
                <a:ea typeface="宋体" panose="02010600030101010101" pitchFamily="2" charset="-122"/>
              </a:defRPr>
            </a:lvl1pPr>
            <a:lvl2pPr marL="742950" indent="-285750" defTabSz="912813">
              <a:defRPr>
                <a:solidFill>
                  <a:schemeClr val="tx1"/>
                </a:solidFill>
                <a:latin typeface="Comic Sans MS" panose="030F0902030302020204" pitchFamily="66" charset="0"/>
                <a:ea typeface="宋体" panose="02010600030101010101" pitchFamily="2" charset="-122"/>
              </a:defRPr>
            </a:lvl2pPr>
            <a:lvl3pPr marL="1143000" indent="-228600" defTabSz="912813">
              <a:defRPr>
                <a:solidFill>
                  <a:schemeClr val="tx1"/>
                </a:solidFill>
                <a:latin typeface="Comic Sans MS" panose="030F0902030302020204" pitchFamily="66" charset="0"/>
                <a:ea typeface="宋体" panose="02010600030101010101" pitchFamily="2" charset="-122"/>
              </a:defRPr>
            </a:lvl3pPr>
            <a:lvl4pPr marL="1600200" indent="-228600" defTabSz="912813">
              <a:defRPr>
                <a:solidFill>
                  <a:schemeClr val="tx1"/>
                </a:solidFill>
                <a:latin typeface="Comic Sans MS" panose="030F0902030302020204" pitchFamily="66" charset="0"/>
                <a:ea typeface="宋体" panose="02010600030101010101" pitchFamily="2" charset="-122"/>
              </a:defRPr>
            </a:lvl4pPr>
            <a:lvl5pPr marL="2057400" indent="-228600" defTabSz="912813">
              <a:defRPr>
                <a:solidFill>
                  <a:schemeClr val="tx1"/>
                </a:solidFill>
                <a:latin typeface="Comic Sans MS" panose="030F0902030302020204" pitchFamily="66" charset="0"/>
                <a:ea typeface="宋体" panose="02010600030101010101" pitchFamily="2" charset="-122"/>
              </a:defRPr>
            </a:lvl5pPr>
            <a:lvl6pPr marL="2514600" indent="-228600" defTabSz="912813" eaLnBrk="0" fontAlgn="base" hangingPunct="0">
              <a:spcBef>
                <a:spcPct val="0"/>
              </a:spcBef>
              <a:spcAft>
                <a:spcPct val="0"/>
              </a:spcAft>
              <a:defRPr>
                <a:solidFill>
                  <a:schemeClr val="tx1"/>
                </a:solidFill>
                <a:latin typeface="Comic Sans MS" panose="030F0902030302020204" pitchFamily="66" charset="0"/>
                <a:ea typeface="宋体" panose="02010600030101010101" pitchFamily="2" charset="-122"/>
              </a:defRPr>
            </a:lvl6pPr>
            <a:lvl7pPr marL="2971800" indent="-228600" defTabSz="912813" eaLnBrk="0" fontAlgn="base" hangingPunct="0">
              <a:spcBef>
                <a:spcPct val="0"/>
              </a:spcBef>
              <a:spcAft>
                <a:spcPct val="0"/>
              </a:spcAft>
              <a:defRPr>
                <a:solidFill>
                  <a:schemeClr val="tx1"/>
                </a:solidFill>
                <a:latin typeface="Comic Sans MS" panose="030F0902030302020204" pitchFamily="66" charset="0"/>
                <a:ea typeface="宋体" panose="02010600030101010101" pitchFamily="2" charset="-122"/>
              </a:defRPr>
            </a:lvl7pPr>
            <a:lvl8pPr marL="3429000" indent="-228600" defTabSz="912813" eaLnBrk="0" fontAlgn="base" hangingPunct="0">
              <a:spcBef>
                <a:spcPct val="0"/>
              </a:spcBef>
              <a:spcAft>
                <a:spcPct val="0"/>
              </a:spcAft>
              <a:defRPr>
                <a:solidFill>
                  <a:schemeClr val="tx1"/>
                </a:solidFill>
                <a:latin typeface="Comic Sans MS" panose="030F0902030302020204" pitchFamily="66" charset="0"/>
                <a:ea typeface="宋体" panose="02010600030101010101" pitchFamily="2" charset="-122"/>
              </a:defRPr>
            </a:lvl8pPr>
            <a:lvl9pPr marL="3886200" indent="-228600" defTabSz="912813" eaLnBrk="0" fontAlgn="base" hangingPunct="0">
              <a:spcBef>
                <a:spcPct val="0"/>
              </a:spcBef>
              <a:spcAft>
                <a:spcPct val="0"/>
              </a:spcAft>
              <a:defRPr>
                <a:solidFill>
                  <a:schemeClr val="tx1"/>
                </a:solidFill>
                <a:latin typeface="Comic Sans MS" panose="030F0902030302020204" pitchFamily="66" charset="0"/>
                <a:ea typeface="宋体" panose="02010600030101010101" pitchFamily="2" charset="-122"/>
              </a:defRPr>
            </a:lvl9pPr>
          </a:lstStyle>
          <a:p>
            <a:pPr marL="0" marR="0" lvl="0" indent="0" algn="r" defTabSz="912813" rtl="0" eaLnBrk="1" fontAlgn="base" latinLnBrk="0" hangingPunct="1">
              <a:lnSpc>
                <a:spcPct val="100000"/>
              </a:lnSpc>
              <a:spcBef>
                <a:spcPct val="0"/>
              </a:spcBef>
              <a:spcAft>
                <a:spcPct val="0"/>
              </a:spcAft>
              <a:buClrTx/>
              <a:buSzTx/>
              <a:buFontTx/>
              <a:buNone/>
              <a:tabLst/>
              <a:defRPr/>
            </a:pPr>
            <a:fld id="{17496896-9999-5344-9FC0-E4927AAC7263}" type="slidenum">
              <a:rPr kumimoji="0" lang="zh-CN" altLang="en-US" sz="1200" b="0" i="0" u="none" strike="noStrike" kern="1200" cap="none" spc="0" normalizeH="0" baseline="0" noProof="0" smtClean="0">
                <a:ln>
                  <a:noFill/>
                </a:ln>
                <a:solidFill>
                  <a:srgbClr val="000000"/>
                </a:solidFill>
                <a:effectLst/>
                <a:uLnTx/>
                <a:uFillTx/>
                <a:latin typeface="Calibri" panose="020F0502020204030204" pitchFamily="34" charset="0"/>
                <a:ea typeface="宋体" panose="02010600030101010101" pitchFamily="2" charset="-122"/>
                <a:cs typeface="+mn-cs"/>
              </a:rPr>
              <a:pPr marL="0" marR="0" lvl="0" indent="0" algn="r" defTabSz="912813" rtl="0" eaLnBrk="1" fontAlgn="base" latinLnBrk="0" hangingPunct="1">
                <a:lnSpc>
                  <a:spcPct val="100000"/>
                </a:lnSpc>
                <a:spcBef>
                  <a:spcPct val="0"/>
                </a:spcBef>
                <a:spcAft>
                  <a:spcPct val="0"/>
                </a:spcAft>
                <a:buClrTx/>
                <a:buSzTx/>
                <a:buFontTx/>
                <a:buNone/>
                <a:tabLst/>
                <a:defRPr/>
              </a:pPr>
              <a:t>26</a:t>
            </a:fld>
            <a:endParaRPr kumimoji="0" lang="zh-CN" altLang="en-US" sz="1200" b="0" i="0" u="none" strike="noStrike" kern="1200" cap="none" spc="0" normalizeH="0" baseline="0" noProof="0">
              <a:ln>
                <a:noFill/>
              </a:ln>
              <a:solidFill>
                <a:srgbClr val="000000"/>
              </a:solidFill>
              <a:effectLst/>
              <a:uLnTx/>
              <a:uFillTx/>
              <a:latin typeface="Calibri" panose="020F0502020204030204" pitchFamily="34" charset="0"/>
              <a:ea typeface="宋体" panose="02010600030101010101" pitchFamily="2" charset="-122"/>
              <a:cs typeface="+mn-cs"/>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1841" name="幻灯片图像占位符 1">
            <a:extLst>
              <a:ext uri="{FF2B5EF4-FFF2-40B4-BE49-F238E27FC236}">
                <a16:creationId xmlns:a16="http://schemas.microsoft.com/office/drawing/2014/main" id="{A473DF7B-4CA9-FDB4-6A3D-B6BA64E5D1D4}"/>
              </a:ext>
            </a:extLst>
          </p:cNvPr>
          <p:cNvSpPr>
            <a:spLocks noGrp="1" noRot="1" noChangeAspect="1" noChangeArrowheads="1" noTextEdit="1"/>
          </p:cNvSpPr>
          <p:nvPr>
            <p:ph type="sldImg"/>
          </p:nvPr>
        </p:nvSpPr>
        <p:spPr>
          <a:xfrm>
            <a:off x="1143000" y="685800"/>
            <a:ext cx="4572000" cy="3429000"/>
          </a:xfrm>
          <a:ln/>
        </p:spPr>
      </p:sp>
      <p:sp>
        <p:nvSpPr>
          <p:cNvPr id="291842" name="备注占位符 2">
            <a:extLst>
              <a:ext uri="{FF2B5EF4-FFF2-40B4-BE49-F238E27FC236}">
                <a16:creationId xmlns:a16="http://schemas.microsoft.com/office/drawing/2014/main" id="{4C026BE0-83FD-6E28-48DA-3D8BED8741A2}"/>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ea typeface="宋体" panose="02010600030101010101" pitchFamily="2" charset="-122"/>
            </a:endParaRPr>
          </a:p>
        </p:txBody>
      </p:sp>
      <p:sp>
        <p:nvSpPr>
          <p:cNvPr id="291843" name="灯片编号占位符 3">
            <a:extLst>
              <a:ext uri="{FF2B5EF4-FFF2-40B4-BE49-F238E27FC236}">
                <a16:creationId xmlns:a16="http://schemas.microsoft.com/office/drawing/2014/main" id="{F80E554D-AF27-C917-ECCD-6057FEFEE652}"/>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12813">
              <a:defRPr>
                <a:solidFill>
                  <a:schemeClr val="tx1"/>
                </a:solidFill>
                <a:latin typeface="Comic Sans MS" panose="030F0902030302020204" pitchFamily="66" charset="0"/>
                <a:ea typeface="宋体" panose="02010600030101010101" pitchFamily="2" charset="-122"/>
              </a:defRPr>
            </a:lvl1pPr>
            <a:lvl2pPr marL="742950" indent="-285750" defTabSz="912813">
              <a:defRPr>
                <a:solidFill>
                  <a:schemeClr val="tx1"/>
                </a:solidFill>
                <a:latin typeface="Comic Sans MS" panose="030F0902030302020204" pitchFamily="66" charset="0"/>
                <a:ea typeface="宋体" panose="02010600030101010101" pitchFamily="2" charset="-122"/>
              </a:defRPr>
            </a:lvl2pPr>
            <a:lvl3pPr marL="1143000" indent="-228600" defTabSz="912813">
              <a:defRPr>
                <a:solidFill>
                  <a:schemeClr val="tx1"/>
                </a:solidFill>
                <a:latin typeface="Comic Sans MS" panose="030F0902030302020204" pitchFamily="66" charset="0"/>
                <a:ea typeface="宋体" panose="02010600030101010101" pitchFamily="2" charset="-122"/>
              </a:defRPr>
            </a:lvl3pPr>
            <a:lvl4pPr marL="1600200" indent="-228600" defTabSz="912813">
              <a:defRPr>
                <a:solidFill>
                  <a:schemeClr val="tx1"/>
                </a:solidFill>
                <a:latin typeface="Comic Sans MS" panose="030F0902030302020204" pitchFamily="66" charset="0"/>
                <a:ea typeface="宋体" panose="02010600030101010101" pitchFamily="2" charset="-122"/>
              </a:defRPr>
            </a:lvl4pPr>
            <a:lvl5pPr marL="2057400" indent="-228600" defTabSz="912813">
              <a:defRPr>
                <a:solidFill>
                  <a:schemeClr val="tx1"/>
                </a:solidFill>
                <a:latin typeface="Comic Sans MS" panose="030F0902030302020204" pitchFamily="66" charset="0"/>
                <a:ea typeface="宋体" panose="02010600030101010101" pitchFamily="2" charset="-122"/>
              </a:defRPr>
            </a:lvl5pPr>
            <a:lvl6pPr marL="2514600" indent="-228600" defTabSz="912813" eaLnBrk="0" fontAlgn="base" hangingPunct="0">
              <a:spcBef>
                <a:spcPct val="0"/>
              </a:spcBef>
              <a:spcAft>
                <a:spcPct val="0"/>
              </a:spcAft>
              <a:defRPr>
                <a:solidFill>
                  <a:schemeClr val="tx1"/>
                </a:solidFill>
                <a:latin typeface="Comic Sans MS" panose="030F0902030302020204" pitchFamily="66" charset="0"/>
                <a:ea typeface="宋体" panose="02010600030101010101" pitchFamily="2" charset="-122"/>
              </a:defRPr>
            </a:lvl6pPr>
            <a:lvl7pPr marL="2971800" indent="-228600" defTabSz="912813" eaLnBrk="0" fontAlgn="base" hangingPunct="0">
              <a:spcBef>
                <a:spcPct val="0"/>
              </a:spcBef>
              <a:spcAft>
                <a:spcPct val="0"/>
              </a:spcAft>
              <a:defRPr>
                <a:solidFill>
                  <a:schemeClr val="tx1"/>
                </a:solidFill>
                <a:latin typeface="Comic Sans MS" panose="030F0902030302020204" pitchFamily="66" charset="0"/>
                <a:ea typeface="宋体" panose="02010600030101010101" pitchFamily="2" charset="-122"/>
              </a:defRPr>
            </a:lvl7pPr>
            <a:lvl8pPr marL="3429000" indent="-228600" defTabSz="912813" eaLnBrk="0" fontAlgn="base" hangingPunct="0">
              <a:spcBef>
                <a:spcPct val="0"/>
              </a:spcBef>
              <a:spcAft>
                <a:spcPct val="0"/>
              </a:spcAft>
              <a:defRPr>
                <a:solidFill>
                  <a:schemeClr val="tx1"/>
                </a:solidFill>
                <a:latin typeface="Comic Sans MS" panose="030F0902030302020204" pitchFamily="66" charset="0"/>
                <a:ea typeface="宋体" panose="02010600030101010101" pitchFamily="2" charset="-122"/>
              </a:defRPr>
            </a:lvl8pPr>
            <a:lvl9pPr marL="3886200" indent="-228600" defTabSz="912813" eaLnBrk="0" fontAlgn="base" hangingPunct="0">
              <a:spcBef>
                <a:spcPct val="0"/>
              </a:spcBef>
              <a:spcAft>
                <a:spcPct val="0"/>
              </a:spcAft>
              <a:defRPr>
                <a:solidFill>
                  <a:schemeClr val="tx1"/>
                </a:solidFill>
                <a:latin typeface="Comic Sans MS" panose="030F0902030302020204" pitchFamily="66" charset="0"/>
                <a:ea typeface="宋体" panose="02010600030101010101" pitchFamily="2" charset="-122"/>
              </a:defRPr>
            </a:lvl9pPr>
          </a:lstStyle>
          <a:p>
            <a:pPr marL="0" marR="0" lvl="0" indent="0" algn="r" defTabSz="912813" rtl="0" eaLnBrk="1" fontAlgn="base" latinLnBrk="0" hangingPunct="1">
              <a:lnSpc>
                <a:spcPct val="100000"/>
              </a:lnSpc>
              <a:spcBef>
                <a:spcPct val="0"/>
              </a:spcBef>
              <a:spcAft>
                <a:spcPct val="0"/>
              </a:spcAft>
              <a:buClrTx/>
              <a:buSzTx/>
              <a:buFontTx/>
              <a:buNone/>
              <a:tabLst/>
              <a:defRPr/>
            </a:pPr>
            <a:fld id="{4AB0A8CB-D476-1646-BD78-34677CE48B88}" type="slidenum">
              <a:rPr kumimoji="0" lang="zh-CN" altLang="en-US" sz="1200" b="0" i="0" u="none" strike="noStrike" kern="1200" cap="none" spc="0" normalizeH="0" baseline="0" noProof="0" smtClean="0">
                <a:ln>
                  <a:noFill/>
                </a:ln>
                <a:solidFill>
                  <a:srgbClr val="000000"/>
                </a:solidFill>
                <a:effectLst/>
                <a:uLnTx/>
                <a:uFillTx/>
                <a:latin typeface="Calibri" panose="020F0502020204030204" pitchFamily="34" charset="0"/>
                <a:ea typeface="宋体" panose="02010600030101010101" pitchFamily="2" charset="-122"/>
                <a:cs typeface="+mn-cs"/>
              </a:rPr>
              <a:pPr marL="0" marR="0" lvl="0" indent="0" algn="r" defTabSz="912813" rtl="0" eaLnBrk="1" fontAlgn="base" latinLnBrk="0" hangingPunct="1">
                <a:lnSpc>
                  <a:spcPct val="100000"/>
                </a:lnSpc>
                <a:spcBef>
                  <a:spcPct val="0"/>
                </a:spcBef>
                <a:spcAft>
                  <a:spcPct val="0"/>
                </a:spcAft>
                <a:buClrTx/>
                <a:buSzTx/>
                <a:buFontTx/>
                <a:buNone/>
                <a:tabLst/>
                <a:defRPr/>
              </a:pPr>
              <a:t>27</a:t>
            </a:fld>
            <a:endParaRPr kumimoji="0" lang="zh-CN" altLang="en-US" sz="1200" b="0" i="0" u="none" strike="noStrike" kern="1200" cap="none" spc="0" normalizeH="0" baseline="0" noProof="0">
              <a:ln>
                <a:noFill/>
              </a:ln>
              <a:solidFill>
                <a:srgbClr val="000000"/>
              </a:solidFill>
              <a:effectLst/>
              <a:uLnTx/>
              <a:uFillTx/>
              <a:latin typeface="Calibri" panose="020F0502020204030204" pitchFamily="34" charset="0"/>
              <a:ea typeface="宋体" panose="02010600030101010101" pitchFamily="2" charset="-122"/>
              <a:cs typeface="+mn-cs"/>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3889" name="幻灯片图像占位符 1">
            <a:extLst>
              <a:ext uri="{FF2B5EF4-FFF2-40B4-BE49-F238E27FC236}">
                <a16:creationId xmlns:a16="http://schemas.microsoft.com/office/drawing/2014/main" id="{1EE9C694-ABA3-7A9E-9AB9-C531E7CFFAF3}"/>
              </a:ext>
            </a:extLst>
          </p:cNvPr>
          <p:cNvSpPr>
            <a:spLocks noGrp="1" noRot="1" noChangeAspect="1" noChangeArrowheads="1" noTextEdit="1"/>
          </p:cNvSpPr>
          <p:nvPr>
            <p:ph type="sldImg"/>
          </p:nvPr>
        </p:nvSpPr>
        <p:spPr>
          <a:xfrm>
            <a:off x="1143000" y="685800"/>
            <a:ext cx="4572000" cy="3429000"/>
          </a:xfrm>
          <a:ln/>
        </p:spPr>
      </p:sp>
      <p:sp>
        <p:nvSpPr>
          <p:cNvPr id="293890" name="备注占位符 2">
            <a:extLst>
              <a:ext uri="{FF2B5EF4-FFF2-40B4-BE49-F238E27FC236}">
                <a16:creationId xmlns:a16="http://schemas.microsoft.com/office/drawing/2014/main" id="{3EB16683-EDC0-D0AC-522D-2F3E22DC5F66}"/>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ea typeface="宋体" panose="02010600030101010101" pitchFamily="2" charset="-122"/>
            </a:endParaRPr>
          </a:p>
        </p:txBody>
      </p:sp>
      <p:sp>
        <p:nvSpPr>
          <p:cNvPr id="293891" name="灯片编号占位符 3">
            <a:extLst>
              <a:ext uri="{FF2B5EF4-FFF2-40B4-BE49-F238E27FC236}">
                <a16:creationId xmlns:a16="http://schemas.microsoft.com/office/drawing/2014/main" id="{754EE466-0D01-2208-B514-24CC4A53B9C6}"/>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12813">
              <a:defRPr>
                <a:solidFill>
                  <a:schemeClr val="tx1"/>
                </a:solidFill>
                <a:latin typeface="Comic Sans MS" panose="030F0902030302020204" pitchFamily="66" charset="0"/>
                <a:ea typeface="宋体" panose="02010600030101010101" pitchFamily="2" charset="-122"/>
              </a:defRPr>
            </a:lvl1pPr>
            <a:lvl2pPr marL="742950" indent="-285750" defTabSz="912813">
              <a:defRPr>
                <a:solidFill>
                  <a:schemeClr val="tx1"/>
                </a:solidFill>
                <a:latin typeface="Comic Sans MS" panose="030F0902030302020204" pitchFamily="66" charset="0"/>
                <a:ea typeface="宋体" panose="02010600030101010101" pitchFamily="2" charset="-122"/>
              </a:defRPr>
            </a:lvl2pPr>
            <a:lvl3pPr marL="1143000" indent="-228600" defTabSz="912813">
              <a:defRPr>
                <a:solidFill>
                  <a:schemeClr val="tx1"/>
                </a:solidFill>
                <a:latin typeface="Comic Sans MS" panose="030F0902030302020204" pitchFamily="66" charset="0"/>
                <a:ea typeface="宋体" panose="02010600030101010101" pitchFamily="2" charset="-122"/>
              </a:defRPr>
            </a:lvl3pPr>
            <a:lvl4pPr marL="1600200" indent="-228600" defTabSz="912813">
              <a:defRPr>
                <a:solidFill>
                  <a:schemeClr val="tx1"/>
                </a:solidFill>
                <a:latin typeface="Comic Sans MS" panose="030F0902030302020204" pitchFamily="66" charset="0"/>
                <a:ea typeface="宋体" panose="02010600030101010101" pitchFamily="2" charset="-122"/>
              </a:defRPr>
            </a:lvl4pPr>
            <a:lvl5pPr marL="2057400" indent="-228600" defTabSz="912813">
              <a:defRPr>
                <a:solidFill>
                  <a:schemeClr val="tx1"/>
                </a:solidFill>
                <a:latin typeface="Comic Sans MS" panose="030F0902030302020204" pitchFamily="66" charset="0"/>
                <a:ea typeface="宋体" panose="02010600030101010101" pitchFamily="2" charset="-122"/>
              </a:defRPr>
            </a:lvl5pPr>
            <a:lvl6pPr marL="2514600" indent="-228600" defTabSz="912813" eaLnBrk="0" fontAlgn="base" hangingPunct="0">
              <a:spcBef>
                <a:spcPct val="0"/>
              </a:spcBef>
              <a:spcAft>
                <a:spcPct val="0"/>
              </a:spcAft>
              <a:defRPr>
                <a:solidFill>
                  <a:schemeClr val="tx1"/>
                </a:solidFill>
                <a:latin typeface="Comic Sans MS" panose="030F0902030302020204" pitchFamily="66" charset="0"/>
                <a:ea typeface="宋体" panose="02010600030101010101" pitchFamily="2" charset="-122"/>
              </a:defRPr>
            </a:lvl6pPr>
            <a:lvl7pPr marL="2971800" indent="-228600" defTabSz="912813" eaLnBrk="0" fontAlgn="base" hangingPunct="0">
              <a:spcBef>
                <a:spcPct val="0"/>
              </a:spcBef>
              <a:spcAft>
                <a:spcPct val="0"/>
              </a:spcAft>
              <a:defRPr>
                <a:solidFill>
                  <a:schemeClr val="tx1"/>
                </a:solidFill>
                <a:latin typeface="Comic Sans MS" panose="030F0902030302020204" pitchFamily="66" charset="0"/>
                <a:ea typeface="宋体" panose="02010600030101010101" pitchFamily="2" charset="-122"/>
              </a:defRPr>
            </a:lvl7pPr>
            <a:lvl8pPr marL="3429000" indent="-228600" defTabSz="912813" eaLnBrk="0" fontAlgn="base" hangingPunct="0">
              <a:spcBef>
                <a:spcPct val="0"/>
              </a:spcBef>
              <a:spcAft>
                <a:spcPct val="0"/>
              </a:spcAft>
              <a:defRPr>
                <a:solidFill>
                  <a:schemeClr val="tx1"/>
                </a:solidFill>
                <a:latin typeface="Comic Sans MS" panose="030F0902030302020204" pitchFamily="66" charset="0"/>
                <a:ea typeface="宋体" panose="02010600030101010101" pitchFamily="2" charset="-122"/>
              </a:defRPr>
            </a:lvl8pPr>
            <a:lvl9pPr marL="3886200" indent="-228600" defTabSz="912813" eaLnBrk="0" fontAlgn="base" hangingPunct="0">
              <a:spcBef>
                <a:spcPct val="0"/>
              </a:spcBef>
              <a:spcAft>
                <a:spcPct val="0"/>
              </a:spcAft>
              <a:defRPr>
                <a:solidFill>
                  <a:schemeClr val="tx1"/>
                </a:solidFill>
                <a:latin typeface="Comic Sans MS" panose="030F0902030302020204" pitchFamily="66" charset="0"/>
                <a:ea typeface="宋体" panose="02010600030101010101" pitchFamily="2" charset="-122"/>
              </a:defRPr>
            </a:lvl9pPr>
          </a:lstStyle>
          <a:p>
            <a:pPr marL="0" marR="0" lvl="0" indent="0" algn="r" defTabSz="912813" rtl="0" eaLnBrk="1" fontAlgn="base" latinLnBrk="0" hangingPunct="1">
              <a:lnSpc>
                <a:spcPct val="100000"/>
              </a:lnSpc>
              <a:spcBef>
                <a:spcPct val="0"/>
              </a:spcBef>
              <a:spcAft>
                <a:spcPct val="0"/>
              </a:spcAft>
              <a:buClrTx/>
              <a:buSzTx/>
              <a:buFontTx/>
              <a:buNone/>
              <a:tabLst/>
              <a:defRPr/>
            </a:pPr>
            <a:fld id="{1D8FDBAA-45AD-354F-A4B9-035DC81D17A7}" type="slidenum">
              <a:rPr kumimoji="0" lang="zh-CN" altLang="en-US" sz="1200" b="0" i="0" u="none" strike="noStrike" kern="1200" cap="none" spc="0" normalizeH="0" baseline="0" noProof="0" smtClean="0">
                <a:ln>
                  <a:noFill/>
                </a:ln>
                <a:solidFill>
                  <a:srgbClr val="000000"/>
                </a:solidFill>
                <a:effectLst/>
                <a:uLnTx/>
                <a:uFillTx/>
                <a:latin typeface="Calibri" panose="020F0502020204030204" pitchFamily="34" charset="0"/>
                <a:ea typeface="宋体" panose="02010600030101010101" pitchFamily="2" charset="-122"/>
                <a:cs typeface="+mn-cs"/>
              </a:rPr>
              <a:pPr marL="0" marR="0" lvl="0" indent="0" algn="r" defTabSz="912813" rtl="0" eaLnBrk="1" fontAlgn="base" latinLnBrk="0" hangingPunct="1">
                <a:lnSpc>
                  <a:spcPct val="100000"/>
                </a:lnSpc>
                <a:spcBef>
                  <a:spcPct val="0"/>
                </a:spcBef>
                <a:spcAft>
                  <a:spcPct val="0"/>
                </a:spcAft>
                <a:buClrTx/>
                <a:buSzTx/>
                <a:buFontTx/>
                <a:buNone/>
                <a:tabLst/>
                <a:defRPr/>
              </a:pPr>
              <a:t>28</a:t>
            </a:fld>
            <a:endParaRPr kumimoji="0" lang="zh-CN" altLang="en-US" sz="1200" b="0" i="0" u="none" strike="noStrike" kern="1200" cap="none" spc="0" normalizeH="0" baseline="0" noProof="0">
              <a:ln>
                <a:noFill/>
              </a:ln>
              <a:solidFill>
                <a:srgbClr val="000000"/>
              </a:solidFill>
              <a:effectLst/>
              <a:uLnTx/>
              <a:uFillTx/>
              <a:latin typeface="Calibri" panose="020F0502020204030204" pitchFamily="34" charset="0"/>
              <a:ea typeface="宋体" panose="02010600030101010101" pitchFamily="2" charset="-122"/>
              <a:cs typeface="+mn-cs"/>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5937" name="幻灯片图像占位符 1">
            <a:extLst>
              <a:ext uri="{FF2B5EF4-FFF2-40B4-BE49-F238E27FC236}">
                <a16:creationId xmlns:a16="http://schemas.microsoft.com/office/drawing/2014/main" id="{C18ECF71-4264-4266-710E-53AA6B4D2844}"/>
              </a:ext>
            </a:extLst>
          </p:cNvPr>
          <p:cNvSpPr>
            <a:spLocks noGrp="1" noRot="1" noChangeAspect="1" noChangeArrowheads="1" noTextEdit="1"/>
          </p:cNvSpPr>
          <p:nvPr>
            <p:ph type="sldImg"/>
          </p:nvPr>
        </p:nvSpPr>
        <p:spPr>
          <a:xfrm>
            <a:off x="1143000" y="685800"/>
            <a:ext cx="4572000" cy="3429000"/>
          </a:xfrm>
          <a:ln/>
        </p:spPr>
      </p:sp>
      <p:sp>
        <p:nvSpPr>
          <p:cNvPr id="295938" name="备注占位符 2">
            <a:extLst>
              <a:ext uri="{FF2B5EF4-FFF2-40B4-BE49-F238E27FC236}">
                <a16:creationId xmlns:a16="http://schemas.microsoft.com/office/drawing/2014/main" id="{27F34CAE-AA9B-FADD-F57E-9457F479D7ED}"/>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ea typeface="宋体" panose="02010600030101010101" pitchFamily="2" charset="-122"/>
            </a:endParaRPr>
          </a:p>
        </p:txBody>
      </p:sp>
      <p:sp>
        <p:nvSpPr>
          <p:cNvPr id="295939" name="灯片编号占位符 3">
            <a:extLst>
              <a:ext uri="{FF2B5EF4-FFF2-40B4-BE49-F238E27FC236}">
                <a16:creationId xmlns:a16="http://schemas.microsoft.com/office/drawing/2014/main" id="{85A899C5-FEEC-DE03-807F-E7BB225892FC}"/>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12813">
              <a:defRPr>
                <a:solidFill>
                  <a:schemeClr val="tx1"/>
                </a:solidFill>
                <a:latin typeface="Comic Sans MS" panose="030F0902030302020204" pitchFamily="66" charset="0"/>
                <a:ea typeface="宋体" panose="02010600030101010101" pitchFamily="2" charset="-122"/>
              </a:defRPr>
            </a:lvl1pPr>
            <a:lvl2pPr marL="742950" indent="-285750" defTabSz="912813">
              <a:defRPr>
                <a:solidFill>
                  <a:schemeClr val="tx1"/>
                </a:solidFill>
                <a:latin typeface="Comic Sans MS" panose="030F0902030302020204" pitchFamily="66" charset="0"/>
                <a:ea typeface="宋体" panose="02010600030101010101" pitchFamily="2" charset="-122"/>
              </a:defRPr>
            </a:lvl2pPr>
            <a:lvl3pPr marL="1143000" indent="-228600" defTabSz="912813">
              <a:defRPr>
                <a:solidFill>
                  <a:schemeClr val="tx1"/>
                </a:solidFill>
                <a:latin typeface="Comic Sans MS" panose="030F0902030302020204" pitchFamily="66" charset="0"/>
                <a:ea typeface="宋体" panose="02010600030101010101" pitchFamily="2" charset="-122"/>
              </a:defRPr>
            </a:lvl3pPr>
            <a:lvl4pPr marL="1600200" indent="-228600" defTabSz="912813">
              <a:defRPr>
                <a:solidFill>
                  <a:schemeClr val="tx1"/>
                </a:solidFill>
                <a:latin typeface="Comic Sans MS" panose="030F0902030302020204" pitchFamily="66" charset="0"/>
                <a:ea typeface="宋体" panose="02010600030101010101" pitchFamily="2" charset="-122"/>
              </a:defRPr>
            </a:lvl4pPr>
            <a:lvl5pPr marL="2057400" indent="-228600" defTabSz="912813">
              <a:defRPr>
                <a:solidFill>
                  <a:schemeClr val="tx1"/>
                </a:solidFill>
                <a:latin typeface="Comic Sans MS" panose="030F0902030302020204" pitchFamily="66" charset="0"/>
                <a:ea typeface="宋体" panose="02010600030101010101" pitchFamily="2" charset="-122"/>
              </a:defRPr>
            </a:lvl5pPr>
            <a:lvl6pPr marL="2514600" indent="-228600" defTabSz="912813" eaLnBrk="0" fontAlgn="base" hangingPunct="0">
              <a:spcBef>
                <a:spcPct val="0"/>
              </a:spcBef>
              <a:spcAft>
                <a:spcPct val="0"/>
              </a:spcAft>
              <a:defRPr>
                <a:solidFill>
                  <a:schemeClr val="tx1"/>
                </a:solidFill>
                <a:latin typeface="Comic Sans MS" panose="030F0902030302020204" pitchFamily="66" charset="0"/>
                <a:ea typeface="宋体" panose="02010600030101010101" pitchFamily="2" charset="-122"/>
              </a:defRPr>
            </a:lvl6pPr>
            <a:lvl7pPr marL="2971800" indent="-228600" defTabSz="912813" eaLnBrk="0" fontAlgn="base" hangingPunct="0">
              <a:spcBef>
                <a:spcPct val="0"/>
              </a:spcBef>
              <a:spcAft>
                <a:spcPct val="0"/>
              </a:spcAft>
              <a:defRPr>
                <a:solidFill>
                  <a:schemeClr val="tx1"/>
                </a:solidFill>
                <a:latin typeface="Comic Sans MS" panose="030F0902030302020204" pitchFamily="66" charset="0"/>
                <a:ea typeface="宋体" panose="02010600030101010101" pitchFamily="2" charset="-122"/>
              </a:defRPr>
            </a:lvl7pPr>
            <a:lvl8pPr marL="3429000" indent="-228600" defTabSz="912813" eaLnBrk="0" fontAlgn="base" hangingPunct="0">
              <a:spcBef>
                <a:spcPct val="0"/>
              </a:spcBef>
              <a:spcAft>
                <a:spcPct val="0"/>
              </a:spcAft>
              <a:defRPr>
                <a:solidFill>
                  <a:schemeClr val="tx1"/>
                </a:solidFill>
                <a:latin typeface="Comic Sans MS" panose="030F0902030302020204" pitchFamily="66" charset="0"/>
                <a:ea typeface="宋体" panose="02010600030101010101" pitchFamily="2" charset="-122"/>
              </a:defRPr>
            </a:lvl8pPr>
            <a:lvl9pPr marL="3886200" indent="-228600" defTabSz="912813" eaLnBrk="0" fontAlgn="base" hangingPunct="0">
              <a:spcBef>
                <a:spcPct val="0"/>
              </a:spcBef>
              <a:spcAft>
                <a:spcPct val="0"/>
              </a:spcAft>
              <a:defRPr>
                <a:solidFill>
                  <a:schemeClr val="tx1"/>
                </a:solidFill>
                <a:latin typeface="Comic Sans MS" panose="030F0902030302020204" pitchFamily="66" charset="0"/>
                <a:ea typeface="宋体" panose="02010600030101010101" pitchFamily="2" charset="-122"/>
              </a:defRPr>
            </a:lvl9pPr>
          </a:lstStyle>
          <a:p>
            <a:pPr marL="0" marR="0" lvl="0" indent="0" algn="r" defTabSz="912813" rtl="0" eaLnBrk="1" fontAlgn="base" latinLnBrk="0" hangingPunct="1">
              <a:lnSpc>
                <a:spcPct val="100000"/>
              </a:lnSpc>
              <a:spcBef>
                <a:spcPct val="0"/>
              </a:spcBef>
              <a:spcAft>
                <a:spcPct val="0"/>
              </a:spcAft>
              <a:buClrTx/>
              <a:buSzTx/>
              <a:buFontTx/>
              <a:buNone/>
              <a:tabLst/>
              <a:defRPr/>
            </a:pPr>
            <a:fld id="{7EDD84AF-656C-AD4C-A834-E6395966F9DF}" type="slidenum">
              <a:rPr kumimoji="0" lang="zh-CN" altLang="en-US" sz="1200" b="0" i="0" u="none" strike="noStrike" kern="1200" cap="none" spc="0" normalizeH="0" baseline="0" noProof="0" smtClean="0">
                <a:ln>
                  <a:noFill/>
                </a:ln>
                <a:solidFill>
                  <a:srgbClr val="000000"/>
                </a:solidFill>
                <a:effectLst/>
                <a:uLnTx/>
                <a:uFillTx/>
                <a:latin typeface="Calibri" panose="020F0502020204030204" pitchFamily="34" charset="0"/>
                <a:ea typeface="宋体" panose="02010600030101010101" pitchFamily="2" charset="-122"/>
                <a:cs typeface="+mn-cs"/>
              </a:rPr>
              <a:pPr marL="0" marR="0" lvl="0" indent="0" algn="r" defTabSz="912813" rtl="0" eaLnBrk="1" fontAlgn="base" latinLnBrk="0" hangingPunct="1">
                <a:lnSpc>
                  <a:spcPct val="100000"/>
                </a:lnSpc>
                <a:spcBef>
                  <a:spcPct val="0"/>
                </a:spcBef>
                <a:spcAft>
                  <a:spcPct val="0"/>
                </a:spcAft>
                <a:buClrTx/>
                <a:buSzTx/>
                <a:buFontTx/>
                <a:buNone/>
                <a:tabLst/>
                <a:defRPr/>
              </a:pPr>
              <a:t>29</a:t>
            </a:fld>
            <a:endParaRPr kumimoji="0" lang="zh-CN" altLang="en-US" sz="1200" b="0" i="0" u="none" strike="noStrike" kern="1200" cap="none" spc="0" normalizeH="0" baseline="0" noProof="0">
              <a:ln>
                <a:noFill/>
              </a:ln>
              <a:solidFill>
                <a:srgbClr val="000000"/>
              </a:solidFill>
              <a:effectLst/>
              <a:uLnTx/>
              <a:uFillTx/>
              <a:latin typeface="Calibri" panose="020F0502020204030204" pitchFamily="34" charset="0"/>
              <a:ea typeface="宋体" panose="02010600030101010101" pitchFamily="2" charset="-122"/>
              <a:cs typeface="+mn-cs"/>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pPr>
              <a:defRPr/>
            </a:pPr>
            <a:fld id="{ACCD5E27-021E-054B-84DE-C100B224ED65}" type="slidenum">
              <a:rPr lang="en-US" smtClean="0"/>
              <a:pPr>
                <a:defRPr/>
              </a:pPr>
              <a:t>31</a:t>
            </a:fld>
            <a:endParaRPr lang="en-US"/>
          </a:p>
        </p:txBody>
      </p:sp>
    </p:spTree>
    <p:extLst>
      <p:ext uri="{BB962C8B-B14F-4D97-AF65-F5344CB8AC3E}">
        <p14:creationId xmlns:p14="http://schemas.microsoft.com/office/powerpoint/2010/main" val="4278058897"/>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ACCD5E27-021E-054B-84DE-C100B224ED65}" type="slidenum">
              <a:rPr lang="en-US" smtClean="0"/>
              <a:pPr>
                <a:defRPr/>
              </a:pPr>
              <a:t>84</a:t>
            </a:fld>
            <a:endParaRPr lang="en-US"/>
          </a:p>
        </p:txBody>
      </p:sp>
    </p:spTree>
    <p:extLst>
      <p:ext uri="{BB962C8B-B14F-4D97-AF65-F5344CB8AC3E}">
        <p14:creationId xmlns:p14="http://schemas.microsoft.com/office/powerpoint/2010/main" val="2721536091"/>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082" name="Slide Image Placeholder 1"/>
          <p:cNvSpPr>
            <a:spLocks noGrp="1" noRot="1" noChangeAspect="1"/>
          </p:cNvSpPr>
          <p:nvPr>
            <p:ph type="sldImg"/>
          </p:nvPr>
        </p:nvSpPr>
        <p:spPr>
          <a:ln/>
        </p:spPr>
      </p:sp>
      <p:sp>
        <p:nvSpPr>
          <p:cNvPr id="46083" name="Notes Placeholder 2"/>
          <p:cNvSpPr>
            <a:spLocks noGrp="1"/>
          </p:cNvSpPr>
          <p:nvPr>
            <p:ph type="body" idx="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a:lstStyle/>
          <a:p>
            <a:pPr eaLnBrk="1" hangingPunct="1">
              <a:spcBef>
                <a:spcPct val="0"/>
              </a:spcBef>
            </a:pPr>
            <a:endParaRPr lang="en-US">
              <a:latin typeface="Arial" charset="0"/>
              <a:ea typeface="ＭＳ Ｐゴシック" charset="0"/>
              <a:cs typeface="ＭＳ Ｐゴシック" charset="0"/>
            </a:endParaRPr>
          </a:p>
        </p:txBody>
      </p:sp>
      <p:sp>
        <p:nvSpPr>
          <p:cNvPr id="46084" name="Slide Number Placeholder 3"/>
          <p:cNvSpPr>
            <a:spLocks noGrp="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defTabSz="957178" eaLnBrk="0" hangingPunct="0">
              <a:defRPr sz="2000" b="1">
                <a:solidFill>
                  <a:schemeClr val="tx1"/>
                </a:solidFill>
                <a:latin typeface="Helvetica" charset="0"/>
                <a:ea typeface="ＭＳ Ｐゴシック" charset="0"/>
                <a:cs typeface="ＭＳ Ｐゴシック" charset="0"/>
              </a:defRPr>
            </a:lvl1pPr>
            <a:lvl2pPr marL="37928345" indent="-37471185" defTabSz="957178" eaLnBrk="0" hangingPunct="0">
              <a:defRPr sz="2000" b="1">
                <a:solidFill>
                  <a:schemeClr val="tx1"/>
                </a:solidFill>
                <a:latin typeface="Helvetica" charset="0"/>
                <a:ea typeface="ＭＳ Ｐゴシック" charset="0"/>
              </a:defRPr>
            </a:lvl2pPr>
            <a:lvl3pPr eaLnBrk="0" hangingPunct="0">
              <a:defRPr sz="2000" b="1">
                <a:solidFill>
                  <a:schemeClr val="tx1"/>
                </a:solidFill>
                <a:latin typeface="Helvetica" charset="0"/>
                <a:ea typeface="ＭＳ Ｐゴシック" charset="0"/>
              </a:defRPr>
            </a:lvl3pPr>
            <a:lvl4pPr eaLnBrk="0" hangingPunct="0">
              <a:defRPr sz="2000" b="1">
                <a:solidFill>
                  <a:schemeClr val="tx1"/>
                </a:solidFill>
                <a:latin typeface="Helvetica" charset="0"/>
                <a:ea typeface="ＭＳ Ｐゴシック" charset="0"/>
              </a:defRPr>
            </a:lvl4pPr>
            <a:lvl5pPr eaLnBrk="0" hangingPunct="0">
              <a:defRPr sz="2000" b="1">
                <a:solidFill>
                  <a:schemeClr val="tx1"/>
                </a:solidFill>
                <a:latin typeface="Helvetica" charset="0"/>
                <a:ea typeface="ＭＳ Ｐゴシック" charset="0"/>
              </a:defRPr>
            </a:lvl5pPr>
            <a:lvl6pPr marL="457159" eaLnBrk="0" fontAlgn="base" hangingPunct="0">
              <a:spcBef>
                <a:spcPct val="0"/>
              </a:spcBef>
              <a:spcAft>
                <a:spcPct val="0"/>
              </a:spcAft>
              <a:defRPr sz="2000" b="1">
                <a:solidFill>
                  <a:schemeClr val="tx1"/>
                </a:solidFill>
                <a:latin typeface="Helvetica" charset="0"/>
                <a:ea typeface="ＭＳ Ｐゴシック" charset="0"/>
              </a:defRPr>
            </a:lvl6pPr>
            <a:lvl7pPr marL="914319" eaLnBrk="0" fontAlgn="base" hangingPunct="0">
              <a:spcBef>
                <a:spcPct val="0"/>
              </a:spcBef>
              <a:spcAft>
                <a:spcPct val="0"/>
              </a:spcAft>
              <a:defRPr sz="2000" b="1">
                <a:solidFill>
                  <a:schemeClr val="tx1"/>
                </a:solidFill>
                <a:latin typeface="Helvetica" charset="0"/>
                <a:ea typeface="ＭＳ Ｐゴシック" charset="0"/>
              </a:defRPr>
            </a:lvl7pPr>
            <a:lvl8pPr marL="1371477" eaLnBrk="0" fontAlgn="base" hangingPunct="0">
              <a:spcBef>
                <a:spcPct val="0"/>
              </a:spcBef>
              <a:spcAft>
                <a:spcPct val="0"/>
              </a:spcAft>
              <a:defRPr sz="2000" b="1">
                <a:solidFill>
                  <a:schemeClr val="tx1"/>
                </a:solidFill>
                <a:latin typeface="Helvetica" charset="0"/>
                <a:ea typeface="ＭＳ Ｐゴシック" charset="0"/>
              </a:defRPr>
            </a:lvl8pPr>
            <a:lvl9pPr marL="1828637" eaLnBrk="0" fontAlgn="base" hangingPunct="0">
              <a:spcBef>
                <a:spcPct val="0"/>
              </a:spcBef>
              <a:spcAft>
                <a:spcPct val="0"/>
              </a:spcAft>
              <a:defRPr sz="2000" b="1">
                <a:solidFill>
                  <a:schemeClr val="tx1"/>
                </a:solidFill>
                <a:latin typeface="Helvetica" charset="0"/>
                <a:ea typeface="ＭＳ Ｐゴシック" charset="0"/>
              </a:defRPr>
            </a:lvl9pPr>
          </a:lstStyle>
          <a:p>
            <a:pPr eaLnBrk="1" hangingPunct="1"/>
            <a:fld id="{CE294AAA-E8DC-2445-B69E-0E43F432FDC4}" type="slidenum">
              <a:rPr lang="en-US" sz="1300" b="0">
                <a:solidFill>
                  <a:prstClr val="black"/>
                </a:solidFill>
                <a:latin typeface="Arial" charset="0"/>
              </a:rPr>
              <a:pPr eaLnBrk="1" hangingPunct="1"/>
              <a:t>98</a:t>
            </a:fld>
            <a:endParaRPr lang="en-US" sz="1300" b="0">
              <a:solidFill>
                <a:prstClr val="black"/>
              </a:solidFill>
              <a:latin typeface="Arial" charset="0"/>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Note: implicit assumption here:</a:t>
            </a:r>
            <a:r>
              <a:rPr lang="en-US" baseline="0" dirty="0"/>
              <a:t> </a:t>
            </a:r>
            <a:r>
              <a:rPr lang="en-US" dirty="0"/>
              <a:t>destination</a:t>
            </a:r>
            <a:r>
              <a:rPr lang="en-US" baseline="0" dirty="0"/>
              <a:t> based forwarding</a:t>
            </a:r>
            <a:endParaRPr lang="en-US" dirty="0"/>
          </a:p>
        </p:txBody>
      </p:sp>
      <p:sp>
        <p:nvSpPr>
          <p:cNvPr id="4" name="Slide Number Placeholder 3"/>
          <p:cNvSpPr>
            <a:spLocks noGrp="1"/>
          </p:cNvSpPr>
          <p:nvPr>
            <p:ph type="sldNum" sz="quarter" idx="10"/>
          </p:nvPr>
        </p:nvSpPr>
        <p:spPr/>
        <p:txBody>
          <a:bodyPr/>
          <a:lstStyle/>
          <a:p>
            <a:pPr>
              <a:defRPr/>
            </a:pPr>
            <a:fld id="{231296B1-910C-4044-A082-0309C11C1AF1}" type="slidenum">
              <a:rPr lang="en-US" smtClean="0"/>
              <a:pPr>
                <a:defRPr/>
              </a:pPr>
              <a:t>99</a:t>
            </a:fld>
            <a:endParaRPr lang="en-US"/>
          </a:p>
        </p:txBody>
      </p:sp>
    </p:spTree>
    <p:extLst>
      <p:ext uri="{BB962C8B-B14F-4D97-AF65-F5344CB8AC3E}">
        <p14:creationId xmlns:p14="http://schemas.microsoft.com/office/powerpoint/2010/main" val="2017459841"/>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Note: implicit assumption here:</a:t>
            </a:r>
            <a:r>
              <a:rPr lang="en-US" baseline="0" dirty="0"/>
              <a:t> </a:t>
            </a:r>
            <a:r>
              <a:rPr lang="en-US" dirty="0"/>
              <a:t>destination</a:t>
            </a:r>
            <a:r>
              <a:rPr lang="en-US" baseline="0" dirty="0"/>
              <a:t> based forwarding</a:t>
            </a:r>
            <a:endParaRPr lang="en-US" dirty="0"/>
          </a:p>
        </p:txBody>
      </p:sp>
      <p:sp>
        <p:nvSpPr>
          <p:cNvPr id="4" name="Slide Number Placeholder 3"/>
          <p:cNvSpPr>
            <a:spLocks noGrp="1"/>
          </p:cNvSpPr>
          <p:nvPr>
            <p:ph type="sldNum" sz="quarter" idx="10"/>
          </p:nvPr>
        </p:nvSpPr>
        <p:spPr/>
        <p:txBody>
          <a:bodyPr/>
          <a:lstStyle/>
          <a:p>
            <a:pPr>
              <a:defRPr/>
            </a:pPr>
            <a:fld id="{231296B1-910C-4044-A082-0309C11C1AF1}" type="slidenum">
              <a:rPr lang="en-US" smtClean="0"/>
              <a:pPr>
                <a:defRPr/>
              </a:pPr>
              <a:t>100</a:t>
            </a:fld>
            <a:endParaRPr lang="en-US"/>
          </a:p>
        </p:txBody>
      </p:sp>
    </p:spTree>
    <p:extLst>
      <p:ext uri="{BB962C8B-B14F-4D97-AF65-F5344CB8AC3E}">
        <p14:creationId xmlns:p14="http://schemas.microsoft.com/office/powerpoint/2010/main" val="2017459841"/>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Note: implicit assumption here:</a:t>
            </a:r>
            <a:r>
              <a:rPr lang="en-US" baseline="0" dirty="0"/>
              <a:t> </a:t>
            </a:r>
            <a:r>
              <a:rPr lang="en-US" dirty="0"/>
              <a:t>destination</a:t>
            </a:r>
            <a:r>
              <a:rPr lang="en-US" baseline="0" dirty="0"/>
              <a:t> based forwarding</a:t>
            </a:r>
            <a:endParaRPr lang="en-US" dirty="0"/>
          </a:p>
        </p:txBody>
      </p:sp>
      <p:sp>
        <p:nvSpPr>
          <p:cNvPr id="4" name="Slide Number Placeholder 3"/>
          <p:cNvSpPr>
            <a:spLocks noGrp="1"/>
          </p:cNvSpPr>
          <p:nvPr>
            <p:ph type="sldNum" sz="quarter" idx="10"/>
          </p:nvPr>
        </p:nvSpPr>
        <p:spPr/>
        <p:txBody>
          <a:bodyPr/>
          <a:lstStyle/>
          <a:p>
            <a:pPr>
              <a:defRPr/>
            </a:pPr>
            <a:fld id="{231296B1-910C-4044-A082-0309C11C1AF1}" type="slidenum">
              <a:rPr lang="en-US" smtClean="0"/>
              <a:pPr>
                <a:defRPr/>
              </a:pPr>
              <a:t>101</a:t>
            </a:fld>
            <a:endParaRPr lang="en-US"/>
          </a:p>
        </p:txBody>
      </p:sp>
    </p:spTree>
    <p:extLst>
      <p:ext uri="{BB962C8B-B14F-4D97-AF65-F5344CB8AC3E}">
        <p14:creationId xmlns:p14="http://schemas.microsoft.com/office/powerpoint/2010/main" val="2017459841"/>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注：根据</a:t>
            </a:r>
            <a:r>
              <a:rPr lang="en-US" altLang="zh-CN" dirty="0"/>
              <a:t>RFC 6633</a:t>
            </a:r>
            <a:r>
              <a:rPr lang="zh-CN" altLang="en-US" dirty="0"/>
              <a:t>规定，已不再使用类型值为</a:t>
            </a:r>
            <a:r>
              <a:rPr lang="en-US" altLang="zh-CN" dirty="0"/>
              <a:t>4</a:t>
            </a:r>
            <a:r>
              <a:rPr lang="zh-CN" altLang="en-US" dirty="0"/>
              <a:t>、</a:t>
            </a:r>
            <a:r>
              <a:rPr lang="en-US" altLang="zh-CN" dirty="0"/>
              <a:t>10</a:t>
            </a:r>
            <a:r>
              <a:rPr lang="zh-CN" altLang="en-US" dirty="0"/>
              <a:t>或</a:t>
            </a:r>
            <a:r>
              <a:rPr lang="en-US" altLang="zh-CN" dirty="0"/>
              <a:t>9</a:t>
            </a:r>
            <a:r>
              <a:rPr lang="zh-CN" altLang="en-US" dirty="0"/>
              <a:t>、</a:t>
            </a:r>
            <a:r>
              <a:rPr lang="en-US" altLang="zh-CN" dirty="0"/>
              <a:t>15</a:t>
            </a:r>
            <a:r>
              <a:rPr lang="zh-CN" altLang="en-US" dirty="0"/>
              <a:t>或</a:t>
            </a:r>
            <a:r>
              <a:rPr lang="en-US" altLang="zh-CN" dirty="0"/>
              <a:t>16</a:t>
            </a:r>
            <a:r>
              <a:rPr lang="zh-CN" altLang="en-US" dirty="0"/>
              <a:t>、</a:t>
            </a:r>
            <a:r>
              <a:rPr lang="en-US" altLang="zh-CN" dirty="0"/>
              <a:t>17</a:t>
            </a:r>
            <a:r>
              <a:rPr lang="zh-CN" altLang="en-US" dirty="0"/>
              <a:t>或</a:t>
            </a:r>
            <a:r>
              <a:rPr lang="en-US" altLang="zh-CN" dirty="0"/>
              <a:t>18</a:t>
            </a:r>
            <a:r>
              <a:rPr lang="zh-CN" altLang="en-US" dirty="0"/>
              <a:t>的报文。</a:t>
            </a:r>
          </a:p>
          <a:p>
            <a:pPr marL="0" lvl="2">
              <a:lnSpc>
                <a:spcPct val="150000"/>
              </a:lnSpc>
              <a:buClr>
                <a:srgbClr val="0070C0"/>
              </a:buClr>
            </a:pPr>
            <a:r>
              <a:rPr lang="zh-CN" altLang="en-US" dirty="0"/>
              <a:t>目前在使用的差错报告报文：</a:t>
            </a:r>
            <a:r>
              <a:rPr lang="zh-CN" altLang="en-US" dirty="0">
                <a:latin typeface="+mn-ea"/>
              </a:rPr>
              <a:t>终点不可达、时间超过、参数问题、</a:t>
            </a:r>
            <a:r>
              <a:rPr lang="zh-CN" altLang="en-US" dirty="0"/>
              <a:t>改变路由（重定向 </a:t>
            </a:r>
            <a:r>
              <a:rPr lang="en-US" altLang="zh-CN" dirty="0"/>
              <a:t>Redirect) </a:t>
            </a:r>
          </a:p>
          <a:p>
            <a:pPr marL="174625" lvl="2" indent="-174625">
              <a:lnSpc>
                <a:spcPct val="150000"/>
              </a:lnSpc>
              <a:buClr>
                <a:srgbClr val="0070C0"/>
              </a:buClr>
            </a:pPr>
            <a:r>
              <a:rPr lang="zh-CN" altLang="en-US" dirty="0"/>
              <a:t>目前在使用的询问报文：</a:t>
            </a:r>
            <a:r>
              <a:rPr lang="zh-CN" altLang="en-US" dirty="0">
                <a:latin typeface="+mn-ea"/>
              </a:rPr>
              <a:t>回送请求和回答报文、时间戳请求和回答报文</a:t>
            </a:r>
            <a:endParaRPr lang="en-US" altLang="zh-CN" dirty="0">
              <a:latin typeface="+mn-ea"/>
            </a:endParaRPr>
          </a:p>
          <a:p>
            <a:pPr marL="174625" lvl="2" indent="-174625">
              <a:lnSpc>
                <a:spcPct val="150000"/>
              </a:lnSpc>
              <a:buClr>
                <a:srgbClr val="0070C0"/>
              </a:buClr>
            </a:pPr>
            <a:endParaRPr lang="en-US" altLang="zh-CN" dirty="0"/>
          </a:p>
          <a:p>
            <a:pPr marL="174625" lvl="2" indent="-174625">
              <a:lnSpc>
                <a:spcPct val="150000"/>
              </a:lnSpc>
              <a:buClr>
                <a:srgbClr val="0070C0"/>
              </a:buClr>
            </a:pPr>
            <a:endParaRPr lang="en-US" altLang="zh-CN" dirty="0"/>
          </a:p>
          <a:p>
            <a:endParaRPr lang="zh-CN" altLang="en-US" dirty="0"/>
          </a:p>
        </p:txBody>
      </p:sp>
      <p:sp>
        <p:nvSpPr>
          <p:cNvPr id="4" name="灯片编号占位符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40B8802-914A-7C41-BC77-CC54DEE99EEF}" type="slidenum">
              <a:rPr kumimoji="1" lang="zh-CN" altLang="en-US" sz="1200" b="0" i="0" u="none" strike="noStrike" kern="1200" cap="none" spc="0" normalizeH="0" baseline="0" noProof="0" smtClean="0">
                <a:ln>
                  <a:noFill/>
                </a:ln>
                <a:solidFill>
                  <a:prstClr val="black"/>
                </a:solidFill>
                <a:effectLst/>
                <a:uLnTx/>
                <a:uFillTx/>
                <a:latin typeface="等线"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116</a:t>
            </a:fld>
            <a:endParaRPr kumimoji="1" lang="zh-CN" altLang="en-US" sz="12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Tree>
    <p:extLst>
      <p:ext uri="{BB962C8B-B14F-4D97-AF65-F5344CB8AC3E}">
        <p14:creationId xmlns:p14="http://schemas.microsoft.com/office/powerpoint/2010/main" val="1388064465"/>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0" indent="0">
              <a:lnSpc>
                <a:spcPct val="120000"/>
              </a:lnSpc>
              <a:buNone/>
            </a:pPr>
            <a:r>
              <a:rPr lang="zh-CN" altLang="en-US" sz="1200" b="1" dirty="0">
                <a:latin typeface="微软雅黑" pitchFamily="34" charset="-122"/>
                <a:ea typeface="微软雅黑" pitchFamily="34" charset="-122"/>
              </a:rPr>
              <a:t>不发送 </a:t>
            </a:r>
            <a:r>
              <a:rPr lang="en-US" altLang="zh-CN" sz="1200" b="1" dirty="0">
                <a:latin typeface="微软雅黑" pitchFamily="34" charset="-122"/>
                <a:ea typeface="微软雅黑" pitchFamily="34" charset="-122"/>
              </a:rPr>
              <a:t>ICMP </a:t>
            </a:r>
            <a:r>
              <a:rPr lang="zh-CN" altLang="en-US" sz="1200" b="1" dirty="0">
                <a:latin typeface="微软雅黑" pitchFamily="34" charset="-122"/>
                <a:ea typeface="微软雅黑" pitchFamily="34" charset="-122"/>
              </a:rPr>
              <a:t>差错报告报文的几种情况：</a:t>
            </a:r>
            <a:endParaRPr lang="en-US" altLang="zh-CN" sz="1200" b="1" dirty="0">
              <a:latin typeface="微软雅黑" pitchFamily="34" charset="-122"/>
              <a:ea typeface="微软雅黑" pitchFamily="34" charset="-122"/>
            </a:endParaRPr>
          </a:p>
          <a:p>
            <a:pPr marL="457200" lvl="1" indent="0">
              <a:lnSpc>
                <a:spcPct val="120000"/>
              </a:lnSpc>
              <a:buClr>
                <a:srgbClr val="0070C0"/>
              </a:buClr>
              <a:buNone/>
            </a:pPr>
            <a:r>
              <a:rPr lang="zh-CN" altLang="en-US" sz="1200" dirty="0">
                <a:latin typeface="微软雅黑" pitchFamily="34" charset="-122"/>
                <a:ea typeface="微软雅黑" pitchFamily="34" charset="-122"/>
              </a:rPr>
              <a:t>对 </a:t>
            </a:r>
            <a:r>
              <a:rPr lang="en-US" altLang="zh-CN" sz="1200" dirty="0">
                <a:latin typeface="微软雅黑" pitchFamily="34" charset="-122"/>
                <a:ea typeface="微软雅黑" pitchFamily="34" charset="-122"/>
              </a:rPr>
              <a:t>ICMP </a:t>
            </a:r>
            <a:r>
              <a:rPr lang="zh-CN" altLang="en-US" sz="1200" dirty="0">
                <a:latin typeface="微软雅黑" pitchFamily="34" charset="-122"/>
                <a:ea typeface="微软雅黑" pitchFamily="34" charset="-122"/>
              </a:rPr>
              <a:t>差错报告报文不再发送 </a:t>
            </a:r>
            <a:r>
              <a:rPr lang="en-US" altLang="zh-CN" sz="1200" dirty="0">
                <a:latin typeface="微软雅黑" pitchFamily="34" charset="-122"/>
                <a:ea typeface="微软雅黑" pitchFamily="34" charset="-122"/>
              </a:rPr>
              <a:t>ICMP </a:t>
            </a:r>
            <a:r>
              <a:rPr lang="zh-CN" altLang="en-US" sz="1200" dirty="0">
                <a:latin typeface="微软雅黑" pitchFamily="34" charset="-122"/>
                <a:ea typeface="微软雅黑" pitchFamily="34" charset="-122"/>
              </a:rPr>
              <a:t>差错报告报文</a:t>
            </a:r>
          </a:p>
          <a:p>
            <a:pPr marL="457200" lvl="1" indent="0">
              <a:lnSpc>
                <a:spcPct val="120000"/>
              </a:lnSpc>
              <a:buClr>
                <a:srgbClr val="0070C0"/>
              </a:buClr>
              <a:buNone/>
            </a:pPr>
            <a:r>
              <a:rPr lang="zh-CN" altLang="en-US" sz="1200" dirty="0">
                <a:latin typeface="微软雅黑" pitchFamily="34" charset="-122"/>
                <a:ea typeface="微软雅黑" pitchFamily="34" charset="-122"/>
              </a:rPr>
              <a:t>对第一个分片的数据报片的所有后续数据报片都不发送 </a:t>
            </a:r>
            <a:r>
              <a:rPr lang="en-US" altLang="zh-CN" sz="1200" dirty="0">
                <a:latin typeface="微软雅黑" pitchFamily="34" charset="-122"/>
                <a:ea typeface="微软雅黑" pitchFamily="34" charset="-122"/>
              </a:rPr>
              <a:t>ICMP </a:t>
            </a:r>
            <a:r>
              <a:rPr lang="zh-CN" altLang="en-US" sz="1200" dirty="0">
                <a:latin typeface="微软雅黑" pitchFamily="34" charset="-122"/>
                <a:ea typeface="微软雅黑" pitchFamily="34" charset="-122"/>
              </a:rPr>
              <a:t>差错报告报文</a:t>
            </a:r>
          </a:p>
          <a:p>
            <a:pPr marL="457200" lvl="1" indent="0">
              <a:lnSpc>
                <a:spcPct val="120000"/>
              </a:lnSpc>
              <a:buClr>
                <a:srgbClr val="0070C0"/>
              </a:buClr>
              <a:buNone/>
            </a:pPr>
            <a:r>
              <a:rPr lang="zh-CN" altLang="en-US" sz="1200" dirty="0">
                <a:latin typeface="微软雅黑" pitchFamily="34" charset="-122"/>
                <a:ea typeface="微软雅黑" pitchFamily="34" charset="-122"/>
              </a:rPr>
              <a:t>对具有多播地址的数据报都不发送 </a:t>
            </a:r>
            <a:r>
              <a:rPr lang="en-US" altLang="zh-CN" sz="1200" dirty="0">
                <a:latin typeface="微软雅黑" pitchFamily="34" charset="-122"/>
                <a:ea typeface="微软雅黑" pitchFamily="34" charset="-122"/>
              </a:rPr>
              <a:t>ICMP </a:t>
            </a:r>
            <a:r>
              <a:rPr lang="zh-CN" altLang="en-US" sz="1200" dirty="0">
                <a:latin typeface="微软雅黑" pitchFamily="34" charset="-122"/>
                <a:ea typeface="微软雅黑" pitchFamily="34" charset="-122"/>
              </a:rPr>
              <a:t>差错报告报文</a:t>
            </a:r>
          </a:p>
          <a:p>
            <a:pPr marL="457200" lvl="1" indent="0">
              <a:lnSpc>
                <a:spcPct val="120000"/>
              </a:lnSpc>
              <a:buClr>
                <a:srgbClr val="0070C0"/>
              </a:buClr>
              <a:buNone/>
            </a:pPr>
            <a:r>
              <a:rPr lang="zh-CN" altLang="en-US" sz="1200" dirty="0">
                <a:latin typeface="微软雅黑" pitchFamily="34" charset="-122"/>
                <a:ea typeface="微软雅黑" pitchFamily="34" charset="-122"/>
              </a:rPr>
              <a:t>对具有特殊地址（如</a:t>
            </a:r>
            <a:r>
              <a:rPr lang="en-US" altLang="zh-CN" sz="1200" dirty="0">
                <a:latin typeface="微软雅黑" pitchFamily="34" charset="-122"/>
                <a:ea typeface="微软雅黑" pitchFamily="34" charset="-122"/>
              </a:rPr>
              <a:t>127.0.0.0 </a:t>
            </a:r>
            <a:r>
              <a:rPr lang="zh-CN" altLang="en-US" sz="1200" dirty="0">
                <a:latin typeface="微软雅黑" pitchFamily="34" charset="-122"/>
                <a:ea typeface="微软雅黑" pitchFamily="34" charset="-122"/>
              </a:rPr>
              <a:t>或 </a:t>
            </a:r>
            <a:r>
              <a:rPr lang="en-US" altLang="zh-CN" sz="1200" dirty="0">
                <a:latin typeface="微软雅黑" pitchFamily="34" charset="-122"/>
                <a:ea typeface="微软雅黑" pitchFamily="34" charset="-122"/>
              </a:rPr>
              <a:t>0.0.0.0</a:t>
            </a:r>
            <a:r>
              <a:rPr lang="zh-CN" altLang="en-US" sz="1200" dirty="0">
                <a:latin typeface="微软雅黑" pitchFamily="34" charset="-122"/>
                <a:ea typeface="微软雅黑" pitchFamily="34" charset="-122"/>
              </a:rPr>
              <a:t>）的数据报不发送 </a:t>
            </a:r>
            <a:r>
              <a:rPr lang="en-US" altLang="zh-CN" sz="1200" dirty="0">
                <a:latin typeface="微软雅黑" pitchFamily="34" charset="-122"/>
                <a:ea typeface="微软雅黑" pitchFamily="34" charset="-122"/>
              </a:rPr>
              <a:t>ICMP </a:t>
            </a:r>
            <a:r>
              <a:rPr lang="zh-CN" altLang="en-US" sz="1200" dirty="0">
                <a:latin typeface="微软雅黑" pitchFamily="34" charset="-122"/>
                <a:ea typeface="微软雅黑" pitchFamily="34" charset="-122"/>
              </a:rPr>
              <a:t>差错报告报文</a:t>
            </a:r>
          </a:p>
          <a:p>
            <a:endParaRPr lang="zh-CN" altLang="en-US" dirty="0"/>
          </a:p>
        </p:txBody>
      </p:sp>
      <p:sp>
        <p:nvSpPr>
          <p:cNvPr id="4" name="灯片编号占位符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40B8802-914A-7C41-BC77-CC54DEE99EEF}" type="slidenum">
              <a:rPr kumimoji="1" lang="zh-CN" altLang="en-US" sz="1200" b="0" i="0" u="none" strike="noStrike" kern="1200" cap="none" spc="0" normalizeH="0" baseline="0" noProof="0" smtClean="0">
                <a:ln>
                  <a:noFill/>
                </a:ln>
                <a:solidFill>
                  <a:prstClr val="black"/>
                </a:solidFill>
                <a:effectLst/>
                <a:uLnTx/>
                <a:uFillTx/>
                <a:latin typeface="等线"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117</a:t>
            </a:fld>
            <a:endParaRPr kumimoji="1" lang="zh-CN" altLang="en-US" sz="12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Tree>
    <p:extLst>
      <p:ext uri="{BB962C8B-B14F-4D97-AF65-F5344CB8AC3E}">
        <p14:creationId xmlns:p14="http://schemas.microsoft.com/office/powerpoint/2010/main" val="289285024"/>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a:lnSpc>
                <a:spcPct val="140000"/>
              </a:lnSpc>
              <a:buClr>
                <a:srgbClr val="0070C0"/>
              </a:buClr>
            </a:pPr>
            <a:r>
              <a:rPr lang="zh-CN" altLang="en-US" dirty="0">
                <a:latin typeface="+mn-ea"/>
              </a:rPr>
              <a:t>根据</a:t>
            </a:r>
            <a:r>
              <a:rPr lang="en-US" altLang="zh-CN" dirty="0">
                <a:latin typeface="+mn-ea"/>
              </a:rPr>
              <a:t>RFC 6633</a:t>
            </a:r>
            <a:r>
              <a:rPr lang="zh-CN" altLang="en-US" dirty="0">
                <a:latin typeface="+mn-ea"/>
              </a:rPr>
              <a:t>规定下面的几种 </a:t>
            </a:r>
            <a:r>
              <a:rPr lang="en-US" altLang="zh-CN" dirty="0">
                <a:latin typeface="+mn-ea"/>
              </a:rPr>
              <a:t>ICMP </a:t>
            </a:r>
            <a:r>
              <a:rPr lang="zh-CN" altLang="en-US" dirty="0">
                <a:latin typeface="+mn-ea"/>
              </a:rPr>
              <a:t>报文不再使用</a:t>
            </a:r>
          </a:p>
          <a:p>
            <a:pPr lvl="1">
              <a:lnSpc>
                <a:spcPct val="140000"/>
              </a:lnSpc>
              <a:buClr>
                <a:srgbClr val="0070C0"/>
              </a:buClr>
            </a:pPr>
            <a:r>
              <a:rPr lang="zh-CN" altLang="en-US" dirty="0">
                <a:latin typeface="+mn-ea"/>
              </a:rPr>
              <a:t>信息请求与回答报文：</a:t>
            </a:r>
            <a:r>
              <a:rPr lang="en-US" altLang="zh-CN" dirty="0">
                <a:latin typeface="+mn-ea"/>
              </a:rPr>
              <a:t>15</a:t>
            </a:r>
            <a:r>
              <a:rPr lang="zh-CN" altLang="en-US" dirty="0">
                <a:latin typeface="+mn-ea"/>
              </a:rPr>
              <a:t>或</a:t>
            </a:r>
            <a:r>
              <a:rPr lang="en-US" altLang="zh-CN" dirty="0">
                <a:latin typeface="+mn-ea"/>
              </a:rPr>
              <a:t>16</a:t>
            </a:r>
            <a:endParaRPr lang="zh-CN" altLang="en-US" dirty="0">
              <a:latin typeface="+mn-ea"/>
            </a:endParaRPr>
          </a:p>
          <a:p>
            <a:pPr lvl="1">
              <a:lnSpc>
                <a:spcPct val="140000"/>
              </a:lnSpc>
              <a:buClr>
                <a:srgbClr val="0070C0"/>
              </a:buClr>
            </a:pPr>
            <a:r>
              <a:rPr lang="zh-CN" altLang="en-US" dirty="0">
                <a:latin typeface="+mn-ea"/>
              </a:rPr>
              <a:t>掩码地址请求和回答报文：</a:t>
            </a:r>
            <a:r>
              <a:rPr lang="en-US" altLang="zh-CN" dirty="0">
                <a:latin typeface="+mn-ea"/>
              </a:rPr>
              <a:t>17</a:t>
            </a:r>
            <a:r>
              <a:rPr lang="zh-CN" altLang="en-US" dirty="0">
                <a:latin typeface="+mn-ea"/>
              </a:rPr>
              <a:t>或</a:t>
            </a:r>
            <a:r>
              <a:rPr lang="en-US" altLang="zh-CN" dirty="0">
                <a:latin typeface="+mn-ea"/>
              </a:rPr>
              <a:t>18</a:t>
            </a:r>
            <a:endParaRPr lang="zh-CN" altLang="en-US" dirty="0">
              <a:latin typeface="+mn-ea"/>
            </a:endParaRPr>
          </a:p>
          <a:p>
            <a:pPr lvl="1">
              <a:lnSpc>
                <a:spcPct val="140000"/>
              </a:lnSpc>
              <a:buClr>
                <a:srgbClr val="0070C0"/>
              </a:buClr>
            </a:pPr>
            <a:r>
              <a:rPr lang="zh-CN" altLang="en-US" dirty="0">
                <a:latin typeface="+mn-ea"/>
              </a:rPr>
              <a:t>路由器询问和通告报文 ：</a:t>
            </a:r>
            <a:r>
              <a:rPr lang="en-US" altLang="zh-CN" dirty="0">
                <a:latin typeface="+mn-ea"/>
              </a:rPr>
              <a:t>10</a:t>
            </a:r>
            <a:r>
              <a:rPr lang="zh-CN" altLang="en-US" dirty="0">
                <a:latin typeface="+mn-ea"/>
              </a:rPr>
              <a:t>或</a:t>
            </a:r>
            <a:r>
              <a:rPr lang="en-US" altLang="zh-CN" dirty="0">
                <a:latin typeface="+mn-ea"/>
              </a:rPr>
              <a:t>9</a:t>
            </a:r>
            <a:endParaRPr lang="zh-CN" altLang="en-US" dirty="0">
              <a:latin typeface="+mn-ea"/>
            </a:endParaRPr>
          </a:p>
          <a:p>
            <a:pPr lvl="1">
              <a:lnSpc>
                <a:spcPct val="140000"/>
              </a:lnSpc>
              <a:buClr>
                <a:srgbClr val="0070C0"/>
              </a:buClr>
            </a:pPr>
            <a:r>
              <a:rPr lang="zh-CN" altLang="en-US" dirty="0">
                <a:latin typeface="+mn-ea"/>
              </a:rPr>
              <a:t>源点抑制报文：</a:t>
            </a:r>
            <a:r>
              <a:rPr lang="en-US" altLang="zh-CN" dirty="0">
                <a:latin typeface="+mn-ea"/>
              </a:rPr>
              <a:t>4</a:t>
            </a:r>
            <a:endParaRPr lang="zh-CN" altLang="en-US" dirty="0">
              <a:latin typeface="+mn-ea"/>
            </a:endParaRPr>
          </a:p>
          <a:p>
            <a:endParaRPr lang="zh-CN" altLang="en-US" dirty="0"/>
          </a:p>
        </p:txBody>
      </p:sp>
      <p:sp>
        <p:nvSpPr>
          <p:cNvPr id="4" name="灯片编号占位符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40B8802-914A-7C41-BC77-CC54DEE99EEF}" type="slidenum">
              <a:rPr kumimoji="1" lang="zh-CN" altLang="en-US" sz="1200" b="0" i="0" u="none" strike="noStrike" kern="1200" cap="none" spc="0" normalizeH="0" baseline="0" noProof="0" smtClean="0">
                <a:ln>
                  <a:noFill/>
                </a:ln>
                <a:solidFill>
                  <a:prstClr val="black"/>
                </a:solidFill>
                <a:effectLst/>
                <a:uLnTx/>
                <a:uFillTx/>
                <a:latin typeface="等线"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119</a:t>
            </a:fld>
            <a:endParaRPr kumimoji="1" lang="zh-CN" altLang="en-US" sz="12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Tree>
    <p:extLst>
      <p:ext uri="{BB962C8B-B14F-4D97-AF65-F5344CB8AC3E}">
        <p14:creationId xmlns:p14="http://schemas.microsoft.com/office/powerpoint/2010/main" val="3877027570"/>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sz="1200" b="0" i="0" kern="1200" dirty="0">
                <a:solidFill>
                  <a:schemeClr val="tx1"/>
                </a:solidFill>
                <a:effectLst/>
                <a:latin typeface="+mn-lt"/>
                <a:ea typeface="+mn-ea"/>
                <a:cs typeface="+mn-cs"/>
              </a:rPr>
              <a:t>默认操作系统的</a:t>
            </a:r>
            <a:r>
              <a:rPr lang="en-US" altLang="zh-CN" sz="1200" b="0" i="0" kern="1200" dirty="0">
                <a:solidFill>
                  <a:schemeClr val="tx1"/>
                </a:solidFill>
                <a:effectLst/>
                <a:latin typeface="+mn-lt"/>
                <a:ea typeface="+mn-ea"/>
                <a:cs typeface="+mn-cs"/>
              </a:rPr>
              <a:t>TTL</a:t>
            </a:r>
            <a:r>
              <a:rPr lang="zh-CN" altLang="en-US" sz="1200" b="0" i="0" kern="1200" dirty="0">
                <a:solidFill>
                  <a:schemeClr val="tx1"/>
                </a:solidFill>
                <a:effectLst/>
                <a:latin typeface="+mn-lt"/>
                <a:ea typeface="+mn-ea"/>
                <a:cs typeface="+mn-cs"/>
              </a:rPr>
              <a:t>值：</a:t>
            </a:r>
          </a:p>
          <a:p>
            <a:r>
              <a:rPr lang="en-US" altLang="zh-CN" sz="1200" b="0" i="0" kern="1200" dirty="0">
                <a:solidFill>
                  <a:schemeClr val="tx1"/>
                </a:solidFill>
                <a:effectLst/>
                <a:latin typeface="+mn-lt"/>
                <a:ea typeface="+mn-ea"/>
                <a:cs typeface="+mn-cs"/>
              </a:rPr>
              <a:t>1</a:t>
            </a:r>
            <a:r>
              <a:rPr lang="zh-CN" altLang="en-US" sz="1200" b="0" i="0" kern="1200" dirty="0">
                <a:solidFill>
                  <a:schemeClr val="tx1"/>
                </a:solidFill>
                <a:effectLst/>
                <a:latin typeface="+mn-lt"/>
                <a:ea typeface="+mn-ea"/>
                <a:cs typeface="+mn-cs"/>
              </a:rPr>
              <a:t>、</a:t>
            </a:r>
            <a:r>
              <a:rPr lang="en-US" altLang="zh-CN" sz="1200" b="0" i="0" kern="1200" dirty="0">
                <a:solidFill>
                  <a:schemeClr val="tx1"/>
                </a:solidFill>
                <a:effectLst/>
                <a:latin typeface="+mn-lt"/>
                <a:ea typeface="+mn-ea"/>
                <a:cs typeface="+mn-cs"/>
              </a:rPr>
              <a:t>WINDOWS NT/2000   TTL</a:t>
            </a:r>
            <a:r>
              <a:rPr lang="zh-CN" altLang="en-US" sz="1200" b="0" i="0" kern="1200" dirty="0">
                <a:solidFill>
                  <a:schemeClr val="tx1"/>
                </a:solidFill>
                <a:effectLst/>
                <a:latin typeface="+mn-lt"/>
                <a:ea typeface="+mn-ea"/>
                <a:cs typeface="+mn-cs"/>
              </a:rPr>
              <a:t>：</a:t>
            </a:r>
            <a:r>
              <a:rPr lang="en-US" altLang="zh-CN" sz="1200" b="0" i="0" kern="1200" dirty="0">
                <a:solidFill>
                  <a:schemeClr val="tx1"/>
                </a:solidFill>
                <a:effectLst/>
                <a:latin typeface="+mn-lt"/>
                <a:ea typeface="+mn-ea"/>
                <a:cs typeface="+mn-cs"/>
              </a:rPr>
              <a:t>128</a:t>
            </a:r>
          </a:p>
          <a:p>
            <a:r>
              <a:rPr lang="en-US" altLang="zh-CN" sz="1200" b="0" i="0" kern="1200" dirty="0">
                <a:solidFill>
                  <a:schemeClr val="tx1"/>
                </a:solidFill>
                <a:effectLst/>
                <a:latin typeface="+mn-lt"/>
                <a:ea typeface="+mn-ea"/>
                <a:cs typeface="+mn-cs"/>
              </a:rPr>
              <a:t>2</a:t>
            </a:r>
            <a:r>
              <a:rPr lang="zh-CN" altLang="en-US" sz="1200" b="0" i="0" kern="1200" dirty="0">
                <a:solidFill>
                  <a:schemeClr val="tx1"/>
                </a:solidFill>
                <a:effectLst/>
                <a:latin typeface="+mn-lt"/>
                <a:ea typeface="+mn-ea"/>
                <a:cs typeface="+mn-cs"/>
              </a:rPr>
              <a:t>、</a:t>
            </a:r>
            <a:r>
              <a:rPr lang="en-US" altLang="zh-CN" sz="1200" b="0" i="0" kern="1200" dirty="0">
                <a:solidFill>
                  <a:schemeClr val="tx1"/>
                </a:solidFill>
                <a:effectLst/>
                <a:latin typeface="+mn-lt"/>
                <a:ea typeface="+mn-ea"/>
                <a:cs typeface="+mn-cs"/>
              </a:rPr>
              <a:t>WINDOWS 95/98     TTL</a:t>
            </a:r>
            <a:r>
              <a:rPr lang="zh-CN" altLang="en-US" sz="1200" b="0" i="0" kern="1200" dirty="0">
                <a:solidFill>
                  <a:schemeClr val="tx1"/>
                </a:solidFill>
                <a:effectLst/>
                <a:latin typeface="+mn-lt"/>
                <a:ea typeface="+mn-ea"/>
                <a:cs typeface="+mn-cs"/>
              </a:rPr>
              <a:t>：</a:t>
            </a:r>
            <a:r>
              <a:rPr lang="en-US" altLang="zh-CN" sz="1200" b="0" i="0" kern="1200" dirty="0">
                <a:solidFill>
                  <a:schemeClr val="tx1"/>
                </a:solidFill>
                <a:effectLst/>
                <a:latin typeface="+mn-lt"/>
                <a:ea typeface="+mn-ea"/>
                <a:cs typeface="+mn-cs"/>
              </a:rPr>
              <a:t>32</a:t>
            </a:r>
          </a:p>
          <a:p>
            <a:r>
              <a:rPr lang="en-US" altLang="zh-CN" sz="1200" b="0" i="0" kern="1200" dirty="0">
                <a:solidFill>
                  <a:schemeClr val="tx1"/>
                </a:solidFill>
                <a:effectLst/>
                <a:latin typeface="+mn-lt"/>
                <a:ea typeface="+mn-ea"/>
                <a:cs typeface="+mn-cs"/>
              </a:rPr>
              <a:t>3</a:t>
            </a:r>
            <a:r>
              <a:rPr lang="zh-CN" altLang="en-US" sz="1200" b="0" i="0" kern="1200" dirty="0">
                <a:solidFill>
                  <a:schemeClr val="tx1"/>
                </a:solidFill>
                <a:effectLst/>
                <a:latin typeface="+mn-lt"/>
                <a:ea typeface="+mn-ea"/>
                <a:cs typeface="+mn-cs"/>
              </a:rPr>
              <a:t>、</a:t>
            </a:r>
            <a:r>
              <a:rPr lang="en-US" altLang="zh-CN" sz="1200" b="0" i="0" kern="1200" dirty="0">
                <a:solidFill>
                  <a:schemeClr val="tx1"/>
                </a:solidFill>
                <a:effectLst/>
                <a:latin typeface="+mn-lt"/>
                <a:ea typeface="+mn-ea"/>
                <a:cs typeface="+mn-cs"/>
              </a:rPr>
              <a:t>UNIX              TTL</a:t>
            </a:r>
            <a:r>
              <a:rPr lang="zh-CN" altLang="en-US" sz="1200" b="0" i="0" kern="1200" dirty="0">
                <a:solidFill>
                  <a:schemeClr val="tx1"/>
                </a:solidFill>
                <a:effectLst/>
                <a:latin typeface="+mn-lt"/>
                <a:ea typeface="+mn-ea"/>
                <a:cs typeface="+mn-cs"/>
              </a:rPr>
              <a:t>：</a:t>
            </a:r>
            <a:r>
              <a:rPr lang="en-US" altLang="zh-CN" sz="1200" b="0" i="0" kern="1200" dirty="0">
                <a:solidFill>
                  <a:schemeClr val="tx1"/>
                </a:solidFill>
                <a:effectLst/>
                <a:latin typeface="+mn-lt"/>
                <a:ea typeface="+mn-ea"/>
                <a:cs typeface="+mn-cs"/>
              </a:rPr>
              <a:t>255</a:t>
            </a:r>
          </a:p>
          <a:p>
            <a:r>
              <a:rPr lang="en-US" altLang="zh-CN" sz="1200" b="0" i="0" kern="1200" dirty="0">
                <a:solidFill>
                  <a:schemeClr val="tx1"/>
                </a:solidFill>
                <a:effectLst/>
                <a:latin typeface="+mn-lt"/>
                <a:ea typeface="+mn-ea"/>
                <a:cs typeface="+mn-cs"/>
              </a:rPr>
              <a:t>4</a:t>
            </a:r>
            <a:r>
              <a:rPr lang="zh-CN" altLang="en-US" sz="1200" b="0" i="0" kern="1200" dirty="0">
                <a:solidFill>
                  <a:schemeClr val="tx1"/>
                </a:solidFill>
                <a:effectLst/>
                <a:latin typeface="+mn-lt"/>
                <a:ea typeface="+mn-ea"/>
                <a:cs typeface="+mn-cs"/>
              </a:rPr>
              <a:t>、</a:t>
            </a:r>
            <a:r>
              <a:rPr lang="en-US" altLang="zh-CN" sz="1200" b="0" i="0" kern="1200" dirty="0">
                <a:solidFill>
                  <a:schemeClr val="tx1"/>
                </a:solidFill>
                <a:effectLst/>
                <a:latin typeface="+mn-lt"/>
                <a:ea typeface="+mn-ea"/>
                <a:cs typeface="+mn-cs"/>
              </a:rPr>
              <a:t>LINUX             TTL</a:t>
            </a:r>
            <a:r>
              <a:rPr lang="zh-CN" altLang="en-US" sz="1200" b="0" i="0" kern="1200" dirty="0">
                <a:solidFill>
                  <a:schemeClr val="tx1"/>
                </a:solidFill>
                <a:effectLst/>
                <a:latin typeface="+mn-lt"/>
                <a:ea typeface="+mn-ea"/>
                <a:cs typeface="+mn-cs"/>
              </a:rPr>
              <a:t>：</a:t>
            </a:r>
            <a:r>
              <a:rPr lang="en-US" altLang="zh-CN" sz="1200" b="0" i="0" kern="1200" dirty="0">
                <a:solidFill>
                  <a:schemeClr val="tx1"/>
                </a:solidFill>
                <a:effectLst/>
                <a:latin typeface="+mn-lt"/>
                <a:ea typeface="+mn-ea"/>
                <a:cs typeface="+mn-cs"/>
              </a:rPr>
              <a:t>64</a:t>
            </a:r>
          </a:p>
          <a:p>
            <a:r>
              <a:rPr lang="en-US" altLang="zh-CN" sz="1200" b="0" i="0" kern="1200" dirty="0">
                <a:solidFill>
                  <a:schemeClr val="tx1"/>
                </a:solidFill>
                <a:effectLst/>
                <a:latin typeface="+mn-lt"/>
                <a:ea typeface="+mn-ea"/>
                <a:cs typeface="+mn-cs"/>
              </a:rPr>
              <a:t>5</a:t>
            </a:r>
            <a:r>
              <a:rPr lang="zh-CN" altLang="en-US" sz="1200" b="0" i="0" kern="1200" dirty="0">
                <a:solidFill>
                  <a:schemeClr val="tx1"/>
                </a:solidFill>
                <a:effectLst/>
                <a:latin typeface="+mn-lt"/>
                <a:ea typeface="+mn-ea"/>
                <a:cs typeface="+mn-cs"/>
              </a:rPr>
              <a:t>、</a:t>
            </a:r>
            <a:r>
              <a:rPr lang="en-US" altLang="zh-CN" sz="1200" b="0" i="0" kern="1200" dirty="0">
                <a:solidFill>
                  <a:schemeClr val="tx1"/>
                </a:solidFill>
                <a:effectLst/>
                <a:latin typeface="+mn-lt"/>
                <a:ea typeface="+mn-ea"/>
                <a:cs typeface="+mn-cs"/>
              </a:rPr>
              <a:t>WIN7              TTL</a:t>
            </a:r>
            <a:r>
              <a:rPr lang="zh-CN" altLang="en-US" sz="1200" b="0" i="0" kern="1200" dirty="0">
                <a:solidFill>
                  <a:schemeClr val="tx1"/>
                </a:solidFill>
                <a:effectLst/>
                <a:latin typeface="+mn-lt"/>
                <a:ea typeface="+mn-ea"/>
                <a:cs typeface="+mn-cs"/>
              </a:rPr>
              <a:t>：</a:t>
            </a:r>
            <a:r>
              <a:rPr lang="en-US" altLang="zh-CN" sz="1200" b="0" i="0" kern="1200" dirty="0">
                <a:solidFill>
                  <a:schemeClr val="tx1"/>
                </a:solidFill>
                <a:effectLst/>
                <a:latin typeface="+mn-lt"/>
                <a:ea typeface="+mn-ea"/>
                <a:cs typeface="+mn-cs"/>
              </a:rPr>
              <a:t>64</a:t>
            </a:r>
          </a:p>
          <a:p>
            <a:endParaRPr lang="zh-CN" altLang="en-US" dirty="0"/>
          </a:p>
        </p:txBody>
      </p:sp>
      <p:sp>
        <p:nvSpPr>
          <p:cNvPr id="4" name="灯片编号占位符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40B8802-914A-7C41-BC77-CC54DEE99EEF}" type="slidenum">
              <a:rPr kumimoji="1" lang="zh-CN" altLang="en-US" sz="1200" b="0" i="0" u="none" strike="noStrike" kern="1200" cap="none" spc="0" normalizeH="0" baseline="0" noProof="0" smtClean="0">
                <a:ln>
                  <a:noFill/>
                </a:ln>
                <a:solidFill>
                  <a:prstClr val="black"/>
                </a:solidFill>
                <a:effectLst/>
                <a:uLnTx/>
                <a:uFillTx/>
                <a:latin typeface="等线"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120</a:t>
            </a:fld>
            <a:endParaRPr kumimoji="1" lang="zh-CN" altLang="en-US" sz="12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Tree>
    <p:extLst>
      <p:ext uri="{BB962C8B-B14F-4D97-AF65-F5344CB8AC3E}">
        <p14:creationId xmlns:p14="http://schemas.microsoft.com/office/powerpoint/2010/main" val="2604657512"/>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0" lvl="1">
              <a:lnSpc>
                <a:spcPct val="120000"/>
              </a:lnSpc>
              <a:buClr>
                <a:srgbClr val="0070C0"/>
              </a:buClr>
            </a:pPr>
            <a:r>
              <a:rPr lang="zh-CN" altLang="en-US" dirty="0">
                <a:latin typeface="+mn-ea"/>
              </a:rPr>
              <a:t>在 </a:t>
            </a:r>
            <a:r>
              <a:rPr lang="en-US" altLang="zh-CN" dirty="0">
                <a:latin typeface="+mn-ea"/>
              </a:rPr>
              <a:t>Windows </a:t>
            </a:r>
            <a:r>
              <a:rPr lang="zh-CN" altLang="en-US" dirty="0">
                <a:latin typeface="+mn-ea"/>
              </a:rPr>
              <a:t>操作系统中这个命令是 </a:t>
            </a:r>
            <a:r>
              <a:rPr lang="en-US" altLang="zh-CN" dirty="0" err="1">
                <a:latin typeface="+mn-ea"/>
              </a:rPr>
              <a:t>Tracert</a:t>
            </a:r>
            <a:r>
              <a:rPr lang="zh-CN" altLang="en-US" dirty="0">
                <a:latin typeface="+mn-ea"/>
              </a:rPr>
              <a:t>，在路由器上面的命令一般为：</a:t>
            </a:r>
            <a:r>
              <a:rPr lang="en-US" altLang="zh-CN" dirty="0" err="1">
                <a:latin typeface="+mn-ea"/>
              </a:rPr>
              <a:t>Traceroute</a:t>
            </a:r>
            <a:endParaRPr lang="zh-CN" altLang="en-US" dirty="0">
              <a:latin typeface="+mn-ea"/>
            </a:endParaRPr>
          </a:p>
          <a:p>
            <a:pPr marL="0" lvl="1">
              <a:lnSpc>
                <a:spcPct val="120000"/>
              </a:lnSpc>
              <a:buClr>
                <a:srgbClr val="0070C0"/>
              </a:buClr>
            </a:pPr>
            <a:r>
              <a:rPr lang="zh-CN" altLang="en-US" dirty="0">
                <a:solidFill>
                  <a:srgbClr val="0000FF"/>
                </a:solidFill>
                <a:latin typeface="+mn-ea"/>
              </a:rPr>
              <a:t>用来跟踪一个分组从源点到终点的路径</a:t>
            </a:r>
          </a:p>
          <a:p>
            <a:pPr marL="0" lvl="1">
              <a:lnSpc>
                <a:spcPct val="120000"/>
              </a:lnSpc>
              <a:buClr>
                <a:srgbClr val="0070C0"/>
              </a:buClr>
            </a:pPr>
            <a:r>
              <a:rPr lang="zh-CN" altLang="en-US" dirty="0">
                <a:latin typeface="+mn-ea"/>
              </a:rPr>
              <a:t>它利用 </a:t>
            </a:r>
            <a:r>
              <a:rPr lang="en-US" altLang="zh-CN" dirty="0">
                <a:latin typeface="+mn-ea"/>
              </a:rPr>
              <a:t>IP </a:t>
            </a:r>
            <a:r>
              <a:rPr lang="zh-CN" altLang="en-US" dirty="0">
                <a:latin typeface="+mn-ea"/>
              </a:rPr>
              <a:t>数据报中的 </a:t>
            </a:r>
            <a:r>
              <a:rPr lang="en-US" altLang="zh-CN" dirty="0">
                <a:latin typeface="+mn-ea"/>
              </a:rPr>
              <a:t>TTL </a:t>
            </a:r>
            <a:r>
              <a:rPr lang="zh-CN" altLang="en-US" dirty="0">
                <a:latin typeface="+mn-ea"/>
              </a:rPr>
              <a:t>字段和 </a:t>
            </a:r>
            <a:r>
              <a:rPr lang="en-US" altLang="zh-CN" dirty="0">
                <a:latin typeface="+mn-ea"/>
              </a:rPr>
              <a:t>ICMP </a:t>
            </a:r>
            <a:r>
              <a:rPr lang="zh-CN" altLang="en-US" dirty="0">
                <a:latin typeface="+mn-ea"/>
              </a:rPr>
              <a:t>时间超过差错报告报文实现对从源点到终点的路径的跟踪</a:t>
            </a:r>
          </a:p>
          <a:p>
            <a:endParaRPr lang="zh-CN" altLang="en-US" dirty="0"/>
          </a:p>
        </p:txBody>
      </p:sp>
      <p:sp>
        <p:nvSpPr>
          <p:cNvPr id="4" name="灯片编号占位符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40B8802-914A-7C41-BC77-CC54DEE99EEF}" type="slidenum">
              <a:rPr kumimoji="1" lang="zh-CN" altLang="en-US" sz="1200" b="0" i="0" u="none" strike="noStrike" kern="1200" cap="none" spc="0" normalizeH="0" baseline="0" noProof="0" smtClean="0">
                <a:ln>
                  <a:noFill/>
                </a:ln>
                <a:solidFill>
                  <a:prstClr val="black"/>
                </a:solidFill>
                <a:effectLst/>
                <a:uLnTx/>
                <a:uFillTx/>
                <a:latin typeface="等线"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121</a:t>
            </a:fld>
            <a:endParaRPr kumimoji="1" lang="zh-CN" altLang="en-US" sz="12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Tree>
    <p:extLst>
      <p:ext uri="{BB962C8B-B14F-4D97-AF65-F5344CB8AC3E}">
        <p14:creationId xmlns:p14="http://schemas.microsoft.com/office/powerpoint/2010/main" val="4143447649"/>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a:lnSpc>
                <a:spcPct val="120000"/>
              </a:lnSpc>
              <a:spcBef>
                <a:spcPts val="600"/>
              </a:spcBef>
            </a:pPr>
            <a:r>
              <a:rPr lang="zh-CN" altLang="en-US" sz="1200" dirty="0">
                <a:solidFill>
                  <a:srgbClr val="C00000"/>
                </a:solidFill>
                <a:latin typeface="微软雅黑" pitchFamily="34" charset="-122"/>
                <a:ea typeface="微软雅黑" pitchFamily="34" charset="-122"/>
              </a:rPr>
              <a:t>注意：</a:t>
            </a:r>
            <a:endParaRPr lang="en-US" altLang="zh-CN" sz="1200" dirty="0">
              <a:solidFill>
                <a:srgbClr val="C00000"/>
              </a:solidFill>
              <a:latin typeface="微软雅黑" pitchFamily="34" charset="-122"/>
              <a:ea typeface="微软雅黑" pitchFamily="34" charset="-122"/>
            </a:endParaRPr>
          </a:p>
          <a:p>
            <a:pPr>
              <a:lnSpc>
                <a:spcPct val="120000"/>
              </a:lnSpc>
              <a:spcBef>
                <a:spcPts val="600"/>
              </a:spcBef>
            </a:pPr>
            <a:r>
              <a:rPr lang="zh-CN" altLang="en-US" sz="1200" dirty="0">
                <a:solidFill>
                  <a:srgbClr val="C00000"/>
                </a:solidFill>
                <a:latin typeface="微软雅黑" pitchFamily="34" charset="-122"/>
                <a:ea typeface="微软雅黑" pitchFamily="34" charset="-122"/>
              </a:rPr>
              <a:t>利用</a:t>
            </a:r>
            <a:r>
              <a:rPr lang="en-US" altLang="zh-CN" sz="1200" dirty="0" err="1">
                <a:solidFill>
                  <a:srgbClr val="C00000"/>
                </a:solidFill>
                <a:latin typeface="微软雅黑" pitchFamily="34" charset="-122"/>
                <a:ea typeface="微软雅黑" pitchFamily="34" charset="-122"/>
              </a:rPr>
              <a:t>Tracert</a:t>
            </a:r>
            <a:r>
              <a:rPr lang="zh-CN" altLang="en-US" sz="1200" dirty="0">
                <a:solidFill>
                  <a:srgbClr val="C00000"/>
                </a:solidFill>
                <a:latin typeface="微软雅黑" pitchFamily="34" charset="-122"/>
                <a:ea typeface="微软雅黑" pitchFamily="34" charset="-122"/>
              </a:rPr>
              <a:t>命令，能查看中间节点信息，可能会带来安全隐患。</a:t>
            </a:r>
          </a:p>
        </p:txBody>
      </p:sp>
      <p:sp>
        <p:nvSpPr>
          <p:cNvPr id="4" name="灯片编号占位符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40B8802-914A-7C41-BC77-CC54DEE99EEF}" type="slidenum">
              <a:rPr kumimoji="1" lang="zh-CN" altLang="en-US" sz="1200" b="0" i="0" u="none" strike="noStrike" kern="1200" cap="none" spc="0" normalizeH="0" baseline="0" noProof="0" smtClean="0">
                <a:ln>
                  <a:noFill/>
                </a:ln>
                <a:solidFill>
                  <a:prstClr val="black"/>
                </a:solidFill>
                <a:effectLst/>
                <a:uLnTx/>
                <a:uFillTx/>
                <a:latin typeface="等线"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122</a:t>
            </a:fld>
            <a:endParaRPr kumimoji="1" lang="zh-CN" altLang="en-US" sz="12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Tree>
    <p:extLst>
      <p:ext uri="{BB962C8B-B14F-4D97-AF65-F5344CB8AC3E}">
        <p14:creationId xmlns:p14="http://schemas.microsoft.com/office/powerpoint/2010/main" val="2622815759"/>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pPr>
              <a:defRPr/>
            </a:pPr>
            <a:fld id="{E2A4C393-E737-BC43-97C2-03F614D801C4}" type="slidenum">
              <a:rPr lang="en-US"/>
              <a:pPr>
                <a:defRPr/>
              </a:pPr>
              <a:t>126</a:t>
            </a:fld>
            <a:endParaRPr lang="en-US"/>
          </a:p>
        </p:txBody>
      </p:sp>
      <p:sp>
        <p:nvSpPr>
          <p:cNvPr id="93186" name="Rectangle 2"/>
          <p:cNvSpPr>
            <a:spLocks noGrp="1" noRot="1" noChangeAspect="1" noChangeArrowheads="1" noTextEdit="1"/>
          </p:cNvSpPr>
          <p:nvPr>
            <p:ph type="sldImg"/>
          </p:nvPr>
        </p:nvSpPr>
        <p:spPr>
          <a:ln/>
          <a:extLst>
            <a:ext uri="{FAA26D3D-D897-4be2-8F04-BA451C77F1D7}">
              <ma14:placeholderFlag xmlns:ma14="http://schemas.microsoft.com/office/mac/drawingml/2011/main" xmlns="" val="1"/>
            </a:ext>
          </a:extLst>
        </p:spPr>
      </p:sp>
      <p:sp>
        <p:nvSpPr>
          <p:cNvPr id="93187" name="Rectangle 3"/>
          <p:cNvSpPr>
            <a:spLocks noGrp="1" noChangeArrowheads="1"/>
          </p:cNvSpPr>
          <p:nvPr>
            <p:ph type="body" idx="1"/>
          </p:nvPr>
        </p:nvSpPr>
        <p:spPr/>
        <p:txBody>
          <a:bodyPr/>
          <a:lstStyle/>
          <a:p>
            <a:pPr>
              <a:defRPr/>
            </a:pPr>
            <a:endParaRPr lang="en-US">
              <a:cs typeface="+mn-cs"/>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pPr>
              <a:defRPr/>
            </a:pPr>
            <a:fld id="{B1F84B22-79F1-5A4C-ADC0-95054349920C}" type="slidenum">
              <a:rPr lang="en-US"/>
              <a:pPr>
                <a:defRPr/>
              </a:pPr>
              <a:t>127</a:t>
            </a:fld>
            <a:endParaRPr lang="en-US"/>
          </a:p>
        </p:txBody>
      </p:sp>
      <p:sp>
        <p:nvSpPr>
          <p:cNvPr id="94210" name="Rectangle 2"/>
          <p:cNvSpPr>
            <a:spLocks noGrp="1" noRot="1" noChangeAspect="1" noChangeArrowheads="1" noTextEdit="1"/>
          </p:cNvSpPr>
          <p:nvPr>
            <p:ph type="sldImg"/>
          </p:nvPr>
        </p:nvSpPr>
        <p:spPr>
          <a:ln/>
          <a:extLst>
            <a:ext uri="{FAA26D3D-D897-4be2-8F04-BA451C77F1D7}">
              <ma14:placeholderFlag xmlns:ma14="http://schemas.microsoft.com/office/mac/drawingml/2011/main" xmlns="" val="1"/>
            </a:ext>
          </a:extLst>
        </p:spPr>
      </p:sp>
      <p:sp>
        <p:nvSpPr>
          <p:cNvPr id="94211" name="Rectangle 3"/>
          <p:cNvSpPr>
            <a:spLocks noGrp="1" noChangeArrowheads="1"/>
          </p:cNvSpPr>
          <p:nvPr>
            <p:ph type="body" idx="1"/>
          </p:nvPr>
        </p:nvSpPr>
        <p:spPr/>
        <p:txBody>
          <a:bodyPr/>
          <a:lstStyle/>
          <a:p>
            <a:pPr>
              <a:defRPr/>
            </a:pPr>
            <a:endParaRPr lang="en-US">
              <a:cs typeface="+mn-cs"/>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pPr>
              <a:defRPr/>
            </a:pPr>
            <a:fld id="{DCD16E53-AA3A-1B40-8834-C507253CDA79}" type="slidenum">
              <a:rPr lang="en-US"/>
              <a:pPr>
                <a:defRPr/>
              </a:pPr>
              <a:t>128</a:t>
            </a:fld>
            <a:endParaRPr lang="en-US"/>
          </a:p>
        </p:txBody>
      </p:sp>
      <p:sp>
        <p:nvSpPr>
          <p:cNvPr id="104450" name="Rectangle 2"/>
          <p:cNvSpPr>
            <a:spLocks noGrp="1" noRot="1" noChangeAspect="1" noChangeArrowheads="1" noTextEdit="1"/>
          </p:cNvSpPr>
          <p:nvPr>
            <p:ph type="sldImg"/>
          </p:nvPr>
        </p:nvSpPr>
        <p:spPr>
          <a:ln/>
          <a:extLst>
            <a:ext uri="{FAA26D3D-D897-4be2-8F04-BA451C77F1D7}">
              <ma14:placeholderFlag xmlns:ma14="http://schemas.microsoft.com/office/mac/drawingml/2011/main" xmlns="" val="1"/>
            </a:ext>
          </a:extLst>
        </p:spPr>
      </p:sp>
      <p:sp>
        <p:nvSpPr>
          <p:cNvPr id="104451" name="Rectangle 3"/>
          <p:cNvSpPr>
            <a:spLocks noGrp="1" noChangeArrowheads="1"/>
          </p:cNvSpPr>
          <p:nvPr>
            <p:ph type="body" idx="1"/>
          </p:nvPr>
        </p:nvSpPr>
        <p:spPr/>
        <p:txBody>
          <a:bodyPr/>
          <a:lstStyle/>
          <a:p>
            <a:pPr>
              <a:defRPr/>
            </a:pPr>
            <a:endParaRPr lang="en-US">
              <a:cs typeface="+mn-cs"/>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pPr>
              <a:defRPr/>
            </a:pPr>
            <a:fld id="{177A7DFF-E366-894D-AE11-E372FC777130}" type="slidenum">
              <a:rPr lang="en-US"/>
              <a:pPr>
                <a:defRPr/>
              </a:pPr>
              <a:t>129</a:t>
            </a:fld>
            <a:endParaRPr lang="en-US"/>
          </a:p>
        </p:txBody>
      </p:sp>
      <p:sp>
        <p:nvSpPr>
          <p:cNvPr id="105474" name="Rectangle 2"/>
          <p:cNvSpPr>
            <a:spLocks noGrp="1" noRot="1" noChangeAspect="1" noChangeArrowheads="1" noTextEdit="1"/>
          </p:cNvSpPr>
          <p:nvPr>
            <p:ph type="sldImg"/>
          </p:nvPr>
        </p:nvSpPr>
        <p:spPr>
          <a:ln/>
          <a:extLst>
            <a:ext uri="{FAA26D3D-D897-4be2-8F04-BA451C77F1D7}">
              <ma14:placeholderFlag xmlns:ma14="http://schemas.microsoft.com/office/mac/drawingml/2011/main" xmlns="" val="1"/>
            </a:ext>
          </a:extLst>
        </p:spPr>
      </p:sp>
      <p:sp>
        <p:nvSpPr>
          <p:cNvPr id="105475" name="Rectangle 3"/>
          <p:cNvSpPr>
            <a:spLocks noGrp="1" noChangeArrowheads="1"/>
          </p:cNvSpPr>
          <p:nvPr>
            <p:ph type="body" idx="1"/>
          </p:nvPr>
        </p:nvSpPr>
        <p:spPr/>
        <p:txBody>
          <a:bodyPr/>
          <a:lstStyle/>
          <a:p>
            <a:pPr>
              <a:defRPr/>
            </a:pPr>
            <a:endParaRPr lang="en-US">
              <a:cs typeface="+mn-cs"/>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pPr>
              <a:defRPr/>
            </a:pPr>
            <a:fld id="{02164779-EDBD-A947-A945-45F2979F167B}" type="slidenum">
              <a:rPr lang="en-US"/>
              <a:pPr>
                <a:defRPr/>
              </a:pPr>
              <a:t>130</a:t>
            </a:fld>
            <a:endParaRPr lang="en-US"/>
          </a:p>
        </p:txBody>
      </p:sp>
      <p:sp>
        <p:nvSpPr>
          <p:cNvPr id="106498" name="Rectangle 2"/>
          <p:cNvSpPr>
            <a:spLocks noGrp="1" noRot="1" noChangeAspect="1" noChangeArrowheads="1" noTextEdit="1"/>
          </p:cNvSpPr>
          <p:nvPr>
            <p:ph type="sldImg"/>
          </p:nvPr>
        </p:nvSpPr>
        <p:spPr>
          <a:ln/>
          <a:extLst>
            <a:ext uri="{FAA26D3D-D897-4be2-8F04-BA451C77F1D7}">
              <ma14:placeholderFlag xmlns:ma14="http://schemas.microsoft.com/office/mac/drawingml/2011/main" xmlns="" val="1"/>
            </a:ext>
          </a:extLst>
        </p:spPr>
      </p:sp>
      <p:sp>
        <p:nvSpPr>
          <p:cNvPr id="106499" name="Rectangle 3"/>
          <p:cNvSpPr>
            <a:spLocks noGrp="1" noChangeArrowheads="1"/>
          </p:cNvSpPr>
          <p:nvPr>
            <p:ph type="body" idx="1"/>
          </p:nvPr>
        </p:nvSpPr>
        <p:spPr/>
        <p:txBody>
          <a:bodyPr/>
          <a:lstStyle/>
          <a:p>
            <a:pPr>
              <a:defRPr/>
            </a:pPr>
            <a:endParaRPr lang="en-US">
              <a:cs typeface="+mn-cs"/>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4" name="Rectangle 4"/>
          <p:cNvSpPr>
            <a:spLocks noGrp="1" noChangeArrowheads="1"/>
          </p:cNvSpPr>
          <p:nvPr>
            <p:ph type="dt" sz="half" idx="10"/>
          </p:nvPr>
        </p:nvSpPr>
        <p:spPr>
          <a:ln/>
        </p:spPr>
        <p:txBody>
          <a:bodyPr/>
          <a:lstStyle>
            <a:lvl1pPr>
              <a:defRPr/>
            </a:lvl1pPr>
          </a:lstStyle>
          <a:p>
            <a:pPr>
              <a:defRPr/>
            </a:pPr>
            <a:endParaRPr lang="en-US"/>
          </a:p>
        </p:txBody>
      </p:sp>
      <p:sp>
        <p:nvSpPr>
          <p:cNvPr id="5" name="Rectangle 7"/>
          <p:cNvSpPr>
            <a:spLocks noGrp="1" noChangeArrowheads="1"/>
          </p:cNvSpPr>
          <p:nvPr>
            <p:ph type="ftr" sz="quarter" idx="11"/>
          </p:nvPr>
        </p:nvSpPr>
        <p:spPr>
          <a:xfrm>
            <a:off x="5532438" y="6467475"/>
            <a:ext cx="2895600" cy="287338"/>
          </a:xfrm>
          <a:prstGeom prst="rect">
            <a:avLst/>
          </a:prstGeom>
          <a:ln/>
        </p:spPr>
        <p:txBody>
          <a:bodyPr/>
          <a:lstStyle>
            <a:lvl1pPr>
              <a:defRPr/>
            </a:lvl1pPr>
          </a:lstStyle>
          <a:p>
            <a:pPr>
              <a:defRPr/>
            </a:pPr>
            <a:r>
              <a:rPr lang="en-US"/>
              <a:t>Network Layer</a:t>
            </a:r>
          </a:p>
        </p:txBody>
      </p:sp>
      <p:sp>
        <p:nvSpPr>
          <p:cNvPr id="6" name="Rectangle 8"/>
          <p:cNvSpPr>
            <a:spLocks noGrp="1" noChangeArrowheads="1"/>
          </p:cNvSpPr>
          <p:nvPr>
            <p:ph type="sldNum" sz="quarter" idx="12"/>
          </p:nvPr>
        </p:nvSpPr>
        <p:spPr>
          <a:xfrm>
            <a:off x="8324850" y="6462713"/>
            <a:ext cx="676275" cy="276225"/>
          </a:xfrm>
          <a:prstGeom prst="rect">
            <a:avLst/>
          </a:prstGeom>
          <a:ln/>
        </p:spPr>
        <p:txBody>
          <a:bodyPr/>
          <a:lstStyle>
            <a:lvl1pPr>
              <a:defRPr/>
            </a:lvl1pPr>
          </a:lstStyle>
          <a:p>
            <a:pPr>
              <a:defRPr/>
            </a:pPr>
            <a:r>
              <a:rPr lang="en-US"/>
              <a:t>4-</a:t>
            </a:r>
            <a:fld id="{743F53F6-B523-C44E-B4C1-FCBC5EB649F5}" type="slidenum">
              <a:rPr lang="en-US"/>
              <a:pPr>
                <a:defRPr/>
              </a:pPr>
              <a:t>‹#›</a:t>
            </a:fld>
            <a:endParaRPr lang="en-US"/>
          </a:p>
        </p:txBody>
      </p:sp>
    </p:spTree>
    <p:extLst>
      <p:ext uri="{BB962C8B-B14F-4D97-AF65-F5344CB8AC3E}">
        <p14:creationId xmlns:p14="http://schemas.microsoft.com/office/powerpoint/2010/main" val="365026524"/>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ln/>
        </p:spPr>
        <p:txBody>
          <a:bodyPr/>
          <a:lstStyle>
            <a:lvl1pPr>
              <a:defRPr/>
            </a:lvl1pPr>
          </a:lstStyle>
          <a:p>
            <a:pPr>
              <a:defRPr/>
            </a:pPr>
            <a:endParaRPr lang="en-US"/>
          </a:p>
        </p:txBody>
      </p:sp>
      <p:sp>
        <p:nvSpPr>
          <p:cNvPr id="5" name="Rectangle 7"/>
          <p:cNvSpPr>
            <a:spLocks noGrp="1" noChangeArrowheads="1"/>
          </p:cNvSpPr>
          <p:nvPr>
            <p:ph type="ftr" sz="quarter" idx="11"/>
          </p:nvPr>
        </p:nvSpPr>
        <p:spPr>
          <a:xfrm>
            <a:off x="5532438" y="6467475"/>
            <a:ext cx="2895600" cy="287338"/>
          </a:xfrm>
          <a:prstGeom prst="rect">
            <a:avLst/>
          </a:prstGeom>
          <a:ln/>
        </p:spPr>
        <p:txBody>
          <a:bodyPr/>
          <a:lstStyle>
            <a:lvl1pPr>
              <a:defRPr/>
            </a:lvl1pPr>
          </a:lstStyle>
          <a:p>
            <a:pPr>
              <a:defRPr/>
            </a:pPr>
            <a:r>
              <a:rPr lang="en-US"/>
              <a:t>Network Layer</a:t>
            </a:r>
          </a:p>
        </p:txBody>
      </p:sp>
      <p:sp>
        <p:nvSpPr>
          <p:cNvPr id="6" name="Rectangle 8"/>
          <p:cNvSpPr>
            <a:spLocks noGrp="1" noChangeArrowheads="1"/>
          </p:cNvSpPr>
          <p:nvPr>
            <p:ph type="sldNum" sz="quarter" idx="12"/>
          </p:nvPr>
        </p:nvSpPr>
        <p:spPr>
          <a:xfrm>
            <a:off x="8324850" y="6462713"/>
            <a:ext cx="676275" cy="276225"/>
          </a:xfrm>
          <a:prstGeom prst="rect">
            <a:avLst/>
          </a:prstGeom>
          <a:ln/>
        </p:spPr>
        <p:txBody>
          <a:bodyPr/>
          <a:lstStyle>
            <a:lvl1pPr>
              <a:defRPr/>
            </a:lvl1pPr>
          </a:lstStyle>
          <a:p>
            <a:pPr>
              <a:defRPr/>
            </a:pPr>
            <a:r>
              <a:rPr lang="en-US"/>
              <a:t>4-</a:t>
            </a:r>
            <a:fld id="{D498B073-F070-8F40-A264-45FE158B6770}" type="slidenum">
              <a:rPr lang="en-US"/>
              <a:pPr>
                <a:defRPr/>
              </a:pPr>
              <a:t>‹#›</a:t>
            </a:fld>
            <a:endParaRPr lang="en-US"/>
          </a:p>
        </p:txBody>
      </p:sp>
    </p:spTree>
    <p:extLst>
      <p:ext uri="{BB962C8B-B14F-4D97-AF65-F5344CB8AC3E}">
        <p14:creationId xmlns:p14="http://schemas.microsoft.com/office/powerpoint/2010/main" val="3796118525"/>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4"/>
          <p:cNvSpPr>
            <a:spLocks noGrp="1" noChangeArrowheads="1"/>
          </p:cNvSpPr>
          <p:nvPr>
            <p:ph type="dt" sz="half" idx="10"/>
          </p:nvPr>
        </p:nvSpPr>
        <p:spPr>
          <a:ln/>
        </p:spPr>
        <p:txBody>
          <a:bodyPr/>
          <a:lstStyle>
            <a:lvl1pPr>
              <a:defRPr/>
            </a:lvl1pPr>
          </a:lstStyle>
          <a:p>
            <a:pPr>
              <a:defRPr/>
            </a:pPr>
            <a:endParaRPr lang="en-US"/>
          </a:p>
        </p:txBody>
      </p:sp>
      <p:sp>
        <p:nvSpPr>
          <p:cNvPr id="5" name="Rectangle 7"/>
          <p:cNvSpPr>
            <a:spLocks noGrp="1" noChangeArrowheads="1"/>
          </p:cNvSpPr>
          <p:nvPr>
            <p:ph type="ftr" sz="quarter" idx="11"/>
          </p:nvPr>
        </p:nvSpPr>
        <p:spPr>
          <a:xfrm>
            <a:off x="5532438" y="6467475"/>
            <a:ext cx="2895600" cy="287338"/>
          </a:xfrm>
          <a:prstGeom prst="rect">
            <a:avLst/>
          </a:prstGeom>
          <a:ln/>
        </p:spPr>
        <p:txBody>
          <a:bodyPr/>
          <a:lstStyle>
            <a:lvl1pPr>
              <a:defRPr/>
            </a:lvl1pPr>
          </a:lstStyle>
          <a:p>
            <a:pPr>
              <a:defRPr/>
            </a:pPr>
            <a:r>
              <a:rPr lang="en-US"/>
              <a:t>Network Layer</a:t>
            </a:r>
          </a:p>
        </p:txBody>
      </p:sp>
      <p:sp>
        <p:nvSpPr>
          <p:cNvPr id="6" name="Rectangle 8"/>
          <p:cNvSpPr>
            <a:spLocks noGrp="1" noChangeArrowheads="1"/>
          </p:cNvSpPr>
          <p:nvPr>
            <p:ph type="sldNum" sz="quarter" idx="12"/>
          </p:nvPr>
        </p:nvSpPr>
        <p:spPr>
          <a:xfrm>
            <a:off x="8324850" y="6462713"/>
            <a:ext cx="676275" cy="276225"/>
          </a:xfrm>
          <a:prstGeom prst="rect">
            <a:avLst/>
          </a:prstGeom>
          <a:ln/>
        </p:spPr>
        <p:txBody>
          <a:bodyPr/>
          <a:lstStyle>
            <a:lvl1pPr>
              <a:defRPr/>
            </a:lvl1pPr>
          </a:lstStyle>
          <a:p>
            <a:pPr>
              <a:defRPr/>
            </a:pPr>
            <a:r>
              <a:rPr lang="en-US"/>
              <a:t>4-</a:t>
            </a:r>
            <a:fld id="{A5E2E980-7D79-7040-B5D8-18DB884801CE}" type="slidenum">
              <a:rPr lang="en-US"/>
              <a:pPr>
                <a:defRPr/>
              </a:pPr>
              <a:t>‹#›</a:t>
            </a:fld>
            <a:endParaRPr lang="en-US"/>
          </a:p>
        </p:txBody>
      </p:sp>
    </p:spTree>
    <p:extLst>
      <p:ext uri="{BB962C8B-B14F-4D97-AF65-F5344CB8AC3E}">
        <p14:creationId xmlns:p14="http://schemas.microsoft.com/office/powerpoint/2010/main" val="4050521670"/>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533400" y="1600200"/>
            <a:ext cx="3810000" cy="46482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495800" y="1600200"/>
            <a:ext cx="3810000" cy="46482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4"/>
          <p:cNvSpPr>
            <a:spLocks noGrp="1" noChangeArrowheads="1"/>
          </p:cNvSpPr>
          <p:nvPr>
            <p:ph type="dt" sz="half" idx="10"/>
          </p:nvPr>
        </p:nvSpPr>
        <p:spPr>
          <a:ln/>
        </p:spPr>
        <p:txBody>
          <a:bodyPr/>
          <a:lstStyle>
            <a:lvl1pPr>
              <a:defRPr/>
            </a:lvl1pPr>
          </a:lstStyle>
          <a:p>
            <a:pPr>
              <a:defRPr/>
            </a:pPr>
            <a:endParaRPr lang="en-US"/>
          </a:p>
        </p:txBody>
      </p:sp>
      <p:sp>
        <p:nvSpPr>
          <p:cNvPr id="6" name="Rectangle 7"/>
          <p:cNvSpPr>
            <a:spLocks noGrp="1" noChangeArrowheads="1"/>
          </p:cNvSpPr>
          <p:nvPr>
            <p:ph type="ftr" sz="quarter" idx="11"/>
          </p:nvPr>
        </p:nvSpPr>
        <p:spPr>
          <a:xfrm>
            <a:off x="5532438" y="6467475"/>
            <a:ext cx="2895600" cy="287338"/>
          </a:xfrm>
          <a:prstGeom prst="rect">
            <a:avLst/>
          </a:prstGeom>
          <a:ln/>
        </p:spPr>
        <p:txBody>
          <a:bodyPr/>
          <a:lstStyle>
            <a:lvl1pPr>
              <a:defRPr/>
            </a:lvl1pPr>
          </a:lstStyle>
          <a:p>
            <a:pPr>
              <a:defRPr/>
            </a:pPr>
            <a:r>
              <a:rPr lang="en-US"/>
              <a:t>Network Layer</a:t>
            </a:r>
          </a:p>
        </p:txBody>
      </p:sp>
      <p:sp>
        <p:nvSpPr>
          <p:cNvPr id="7" name="Rectangle 8"/>
          <p:cNvSpPr>
            <a:spLocks noGrp="1" noChangeArrowheads="1"/>
          </p:cNvSpPr>
          <p:nvPr>
            <p:ph type="sldNum" sz="quarter" idx="12"/>
          </p:nvPr>
        </p:nvSpPr>
        <p:spPr>
          <a:xfrm>
            <a:off x="8324850" y="6462713"/>
            <a:ext cx="676275" cy="276225"/>
          </a:xfrm>
          <a:prstGeom prst="rect">
            <a:avLst/>
          </a:prstGeom>
          <a:ln/>
        </p:spPr>
        <p:txBody>
          <a:bodyPr/>
          <a:lstStyle>
            <a:lvl1pPr>
              <a:defRPr/>
            </a:lvl1pPr>
          </a:lstStyle>
          <a:p>
            <a:pPr>
              <a:defRPr/>
            </a:pPr>
            <a:r>
              <a:rPr lang="en-US"/>
              <a:t>4-</a:t>
            </a:r>
            <a:fld id="{F735F25A-B97A-024B-B408-E1A4C1DF4143}" type="slidenum">
              <a:rPr lang="en-US"/>
              <a:pPr>
                <a:defRPr/>
              </a:pPr>
              <a:t>‹#›</a:t>
            </a:fld>
            <a:endParaRPr lang="en-US"/>
          </a:p>
        </p:txBody>
      </p:sp>
    </p:spTree>
    <p:extLst>
      <p:ext uri="{BB962C8B-B14F-4D97-AF65-F5344CB8AC3E}">
        <p14:creationId xmlns:p14="http://schemas.microsoft.com/office/powerpoint/2010/main" val="813987048"/>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
          <p:cNvSpPr>
            <a:spLocks noGrp="1" noChangeArrowheads="1"/>
          </p:cNvSpPr>
          <p:nvPr>
            <p:ph type="dt" sz="half" idx="10"/>
          </p:nvPr>
        </p:nvSpPr>
        <p:spPr>
          <a:ln/>
        </p:spPr>
        <p:txBody>
          <a:bodyPr/>
          <a:lstStyle>
            <a:lvl1pPr>
              <a:defRPr/>
            </a:lvl1pPr>
          </a:lstStyle>
          <a:p>
            <a:pPr>
              <a:defRPr/>
            </a:pPr>
            <a:endParaRPr lang="en-US"/>
          </a:p>
        </p:txBody>
      </p:sp>
      <p:sp>
        <p:nvSpPr>
          <p:cNvPr id="8" name="Footer Placeholder 7"/>
          <p:cNvSpPr>
            <a:spLocks noGrp="1" noChangeArrowheads="1"/>
          </p:cNvSpPr>
          <p:nvPr>
            <p:ph type="ftr" sz="quarter" idx="11"/>
          </p:nvPr>
        </p:nvSpPr>
        <p:spPr>
          <a:xfrm>
            <a:off x="5532438" y="6467475"/>
            <a:ext cx="2895600" cy="287338"/>
          </a:xfrm>
          <a:prstGeom prst="rect">
            <a:avLst/>
          </a:prstGeom>
          <a:ln/>
        </p:spPr>
        <p:txBody>
          <a:bodyPr/>
          <a:lstStyle>
            <a:lvl1pPr>
              <a:defRPr/>
            </a:lvl1pPr>
          </a:lstStyle>
          <a:p>
            <a:pPr>
              <a:defRPr/>
            </a:pPr>
            <a:r>
              <a:rPr lang="en-US"/>
              <a:t>Network Layer</a:t>
            </a:r>
          </a:p>
        </p:txBody>
      </p:sp>
      <p:sp>
        <p:nvSpPr>
          <p:cNvPr id="9" name="Slide Number Placeholder 8"/>
          <p:cNvSpPr>
            <a:spLocks noGrp="1" noChangeArrowheads="1"/>
          </p:cNvSpPr>
          <p:nvPr>
            <p:ph type="sldNum" sz="quarter" idx="12"/>
          </p:nvPr>
        </p:nvSpPr>
        <p:spPr>
          <a:xfrm>
            <a:off x="8324850" y="6462713"/>
            <a:ext cx="676275" cy="276225"/>
          </a:xfrm>
          <a:prstGeom prst="rect">
            <a:avLst/>
          </a:prstGeom>
          <a:ln/>
        </p:spPr>
        <p:txBody>
          <a:bodyPr/>
          <a:lstStyle>
            <a:lvl1pPr>
              <a:defRPr/>
            </a:lvl1pPr>
          </a:lstStyle>
          <a:p>
            <a:pPr>
              <a:defRPr/>
            </a:pPr>
            <a:r>
              <a:rPr lang="en-US"/>
              <a:t>4-</a:t>
            </a:r>
            <a:fld id="{DD8B96B1-2EDF-B64A-A4F1-BB54A74ACDCF}" type="slidenum">
              <a:rPr lang="en-US"/>
              <a:pPr>
                <a:defRPr/>
              </a:pPr>
              <a:t>‹#›</a:t>
            </a:fld>
            <a:endParaRPr lang="en-US"/>
          </a:p>
        </p:txBody>
      </p:sp>
    </p:spTree>
    <p:extLst>
      <p:ext uri="{BB962C8B-B14F-4D97-AF65-F5344CB8AC3E}">
        <p14:creationId xmlns:p14="http://schemas.microsoft.com/office/powerpoint/2010/main" val="3144769899"/>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4"/>
          <p:cNvSpPr>
            <a:spLocks noGrp="1" noChangeArrowheads="1"/>
          </p:cNvSpPr>
          <p:nvPr>
            <p:ph type="dt" sz="half" idx="10"/>
          </p:nvPr>
        </p:nvSpPr>
        <p:spPr>
          <a:ln/>
        </p:spPr>
        <p:txBody>
          <a:bodyPr/>
          <a:lstStyle>
            <a:lvl1pPr>
              <a:defRPr/>
            </a:lvl1pPr>
          </a:lstStyle>
          <a:p>
            <a:pPr>
              <a:defRPr/>
            </a:pPr>
            <a:endParaRPr lang="en-US"/>
          </a:p>
        </p:txBody>
      </p:sp>
      <p:sp>
        <p:nvSpPr>
          <p:cNvPr id="4" name="Rectangle 7"/>
          <p:cNvSpPr>
            <a:spLocks noGrp="1" noChangeArrowheads="1"/>
          </p:cNvSpPr>
          <p:nvPr>
            <p:ph type="ftr" sz="quarter" idx="11"/>
          </p:nvPr>
        </p:nvSpPr>
        <p:spPr>
          <a:xfrm>
            <a:off x="5532438" y="6467475"/>
            <a:ext cx="2895600" cy="287338"/>
          </a:xfrm>
          <a:prstGeom prst="rect">
            <a:avLst/>
          </a:prstGeom>
          <a:ln/>
        </p:spPr>
        <p:txBody>
          <a:bodyPr/>
          <a:lstStyle>
            <a:lvl1pPr>
              <a:defRPr/>
            </a:lvl1pPr>
          </a:lstStyle>
          <a:p>
            <a:pPr>
              <a:defRPr/>
            </a:pPr>
            <a:r>
              <a:rPr lang="en-US"/>
              <a:t>Network Layer</a:t>
            </a:r>
          </a:p>
        </p:txBody>
      </p:sp>
      <p:sp>
        <p:nvSpPr>
          <p:cNvPr id="5" name="Rectangle 8"/>
          <p:cNvSpPr>
            <a:spLocks noGrp="1" noChangeArrowheads="1"/>
          </p:cNvSpPr>
          <p:nvPr>
            <p:ph type="sldNum" sz="quarter" idx="12"/>
          </p:nvPr>
        </p:nvSpPr>
        <p:spPr>
          <a:xfrm>
            <a:off x="8324850" y="6462713"/>
            <a:ext cx="676275" cy="276225"/>
          </a:xfrm>
          <a:prstGeom prst="rect">
            <a:avLst/>
          </a:prstGeom>
          <a:ln/>
        </p:spPr>
        <p:txBody>
          <a:bodyPr/>
          <a:lstStyle>
            <a:lvl1pPr>
              <a:defRPr/>
            </a:lvl1pPr>
          </a:lstStyle>
          <a:p>
            <a:pPr>
              <a:defRPr/>
            </a:pPr>
            <a:r>
              <a:rPr lang="en-US"/>
              <a:t>4-</a:t>
            </a:r>
            <a:fld id="{0DCF9BDD-CFA9-4940-A134-4E3EBF4AC9F4}" type="slidenum">
              <a:rPr lang="en-US"/>
              <a:pPr>
                <a:defRPr/>
              </a:pPr>
              <a:t>‹#›</a:t>
            </a:fld>
            <a:endParaRPr lang="en-US"/>
          </a:p>
        </p:txBody>
      </p:sp>
    </p:spTree>
    <p:extLst>
      <p:ext uri="{BB962C8B-B14F-4D97-AF65-F5344CB8AC3E}">
        <p14:creationId xmlns:p14="http://schemas.microsoft.com/office/powerpoint/2010/main" val="3636871554"/>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a:lvl1pPr>
          </a:lstStyle>
          <a:p>
            <a:pPr>
              <a:defRPr/>
            </a:pPr>
            <a:endParaRPr lang="en-US"/>
          </a:p>
        </p:txBody>
      </p:sp>
      <p:sp>
        <p:nvSpPr>
          <p:cNvPr id="3" name="Rectangle 7"/>
          <p:cNvSpPr>
            <a:spLocks noGrp="1" noChangeArrowheads="1"/>
          </p:cNvSpPr>
          <p:nvPr>
            <p:ph type="ftr" sz="quarter" idx="11"/>
          </p:nvPr>
        </p:nvSpPr>
        <p:spPr>
          <a:xfrm>
            <a:off x="5532438" y="6467475"/>
            <a:ext cx="2895600" cy="287338"/>
          </a:xfrm>
          <a:prstGeom prst="rect">
            <a:avLst/>
          </a:prstGeom>
          <a:ln/>
        </p:spPr>
        <p:txBody>
          <a:bodyPr/>
          <a:lstStyle>
            <a:lvl1pPr>
              <a:defRPr/>
            </a:lvl1pPr>
          </a:lstStyle>
          <a:p>
            <a:pPr>
              <a:defRPr/>
            </a:pPr>
            <a:r>
              <a:rPr lang="en-US"/>
              <a:t>Network Layer</a:t>
            </a:r>
          </a:p>
        </p:txBody>
      </p:sp>
      <p:sp>
        <p:nvSpPr>
          <p:cNvPr id="4" name="Rectangle 8"/>
          <p:cNvSpPr>
            <a:spLocks noGrp="1" noChangeArrowheads="1"/>
          </p:cNvSpPr>
          <p:nvPr>
            <p:ph type="sldNum" sz="quarter" idx="12"/>
          </p:nvPr>
        </p:nvSpPr>
        <p:spPr>
          <a:xfrm>
            <a:off x="8324850" y="6462713"/>
            <a:ext cx="676275" cy="276225"/>
          </a:xfrm>
          <a:prstGeom prst="rect">
            <a:avLst/>
          </a:prstGeom>
          <a:ln/>
        </p:spPr>
        <p:txBody>
          <a:bodyPr/>
          <a:lstStyle>
            <a:lvl1pPr>
              <a:defRPr/>
            </a:lvl1pPr>
          </a:lstStyle>
          <a:p>
            <a:pPr>
              <a:defRPr/>
            </a:pPr>
            <a:r>
              <a:rPr lang="en-US"/>
              <a:t>4-</a:t>
            </a:r>
            <a:fld id="{7EFC9773-7379-5049-A6C9-0C8EEEC5C544}" type="slidenum">
              <a:rPr lang="en-US"/>
              <a:pPr>
                <a:defRPr/>
              </a:pPr>
              <a:t>‹#›</a:t>
            </a:fld>
            <a:endParaRPr lang="en-US"/>
          </a:p>
        </p:txBody>
      </p:sp>
    </p:spTree>
    <p:extLst>
      <p:ext uri="{BB962C8B-B14F-4D97-AF65-F5344CB8AC3E}">
        <p14:creationId xmlns:p14="http://schemas.microsoft.com/office/powerpoint/2010/main" val="2632134126"/>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a:ln/>
        </p:spPr>
        <p:txBody>
          <a:bodyPr/>
          <a:lstStyle>
            <a:lvl1pPr>
              <a:defRPr/>
            </a:lvl1pPr>
          </a:lstStyle>
          <a:p>
            <a:pPr>
              <a:defRPr/>
            </a:pPr>
            <a:endParaRPr lang="en-US"/>
          </a:p>
        </p:txBody>
      </p:sp>
      <p:sp>
        <p:nvSpPr>
          <p:cNvPr id="6" name="Rectangle 7"/>
          <p:cNvSpPr>
            <a:spLocks noGrp="1" noChangeArrowheads="1"/>
          </p:cNvSpPr>
          <p:nvPr>
            <p:ph type="ftr" sz="quarter" idx="11"/>
          </p:nvPr>
        </p:nvSpPr>
        <p:spPr>
          <a:xfrm>
            <a:off x="5532438" y="6467475"/>
            <a:ext cx="2895600" cy="287338"/>
          </a:xfrm>
          <a:prstGeom prst="rect">
            <a:avLst/>
          </a:prstGeom>
          <a:ln/>
        </p:spPr>
        <p:txBody>
          <a:bodyPr/>
          <a:lstStyle>
            <a:lvl1pPr>
              <a:defRPr/>
            </a:lvl1pPr>
          </a:lstStyle>
          <a:p>
            <a:pPr>
              <a:defRPr/>
            </a:pPr>
            <a:r>
              <a:rPr lang="en-US"/>
              <a:t>Network Layer</a:t>
            </a:r>
          </a:p>
        </p:txBody>
      </p:sp>
      <p:sp>
        <p:nvSpPr>
          <p:cNvPr id="7" name="Rectangle 8"/>
          <p:cNvSpPr>
            <a:spLocks noGrp="1" noChangeArrowheads="1"/>
          </p:cNvSpPr>
          <p:nvPr>
            <p:ph type="sldNum" sz="quarter" idx="12"/>
          </p:nvPr>
        </p:nvSpPr>
        <p:spPr>
          <a:xfrm>
            <a:off x="8324850" y="6462713"/>
            <a:ext cx="676275" cy="276225"/>
          </a:xfrm>
          <a:prstGeom prst="rect">
            <a:avLst/>
          </a:prstGeom>
          <a:ln/>
        </p:spPr>
        <p:txBody>
          <a:bodyPr/>
          <a:lstStyle>
            <a:lvl1pPr>
              <a:defRPr/>
            </a:lvl1pPr>
          </a:lstStyle>
          <a:p>
            <a:pPr>
              <a:defRPr/>
            </a:pPr>
            <a:r>
              <a:rPr lang="en-US"/>
              <a:t>4-</a:t>
            </a:r>
            <a:fld id="{A514D338-4107-944C-9C9F-B78F8039FA74}" type="slidenum">
              <a:rPr lang="en-US"/>
              <a:pPr>
                <a:defRPr/>
              </a:pPr>
              <a:t>‹#›</a:t>
            </a:fld>
            <a:endParaRPr lang="en-US"/>
          </a:p>
        </p:txBody>
      </p:sp>
    </p:spTree>
    <p:extLst>
      <p:ext uri="{BB962C8B-B14F-4D97-AF65-F5344CB8AC3E}">
        <p14:creationId xmlns:p14="http://schemas.microsoft.com/office/powerpoint/2010/main" val="1526806221"/>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a:ln/>
        </p:spPr>
        <p:txBody>
          <a:bodyPr/>
          <a:lstStyle>
            <a:lvl1pPr>
              <a:defRPr/>
            </a:lvl1pPr>
          </a:lstStyle>
          <a:p>
            <a:pPr>
              <a:defRPr/>
            </a:pPr>
            <a:endParaRPr lang="en-US"/>
          </a:p>
        </p:txBody>
      </p:sp>
      <p:sp>
        <p:nvSpPr>
          <p:cNvPr id="6" name="Rectangle 7"/>
          <p:cNvSpPr>
            <a:spLocks noGrp="1" noChangeArrowheads="1"/>
          </p:cNvSpPr>
          <p:nvPr>
            <p:ph type="ftr" sz="quarter" idx="11"/>
          </p:nvPr>
        </p:nvSpPr>
        <p:spPr>
          <a:xfrm>
            <a:off x="5532438" y="6467475"/>
            <a:ext cx="2895600" cy="287338"/>
          </a:xfrm>
          <a:prstGeom prst="rect">
            <a:avLst/>
          </a:prstGeom>
          <a:ln/>
        </p:spPr>
        <p:txBody>
          <a:bodyPr/>
          <a:lstStyle>
            <a:lvl1pPr>
              <a:defRPr/>
            </a:lvl1pPr>
          </a:lstStyle>
          <a:p>
            <a:pPr>
              <a:defRPr/>
            </a:pPr>
            <a:r>
              <a:rPr lang="en-US"/>
              <a:t>Network Layer</a:t>
            </a:r>
          </a:p>
        </p:txBody>
      </p:sp>
      <p:sp>
        <p:nvSpPr>
          <p:cNvPr id="7" name="Rectangle 8"/>
          <p:cNvSpPr>
            <a:spLocks noGrp="1" noChangeArrowheads="1"/>
          </p:cNvSpPr>
          <p:nvPr>
            <p:ph type="sldNum" sz="quarter" idx="12"/>
          </p:nvPr>
        </p:nvSpPr>
        <p:spPr>
          <a:xfrm>
            <a:off x="8324850" y="6462713"/>
            <a:ext cx="676275" cy="276225"/>
          </a:xfrm>
          <a:prstGeom prst="rect">
            <a:avLst/>
          </a:prstGeom>
          <a:ln/>
        </p:spPr>
        <p:txBody>
          <a:bodyPr/>
          <a:lstStyle>
            <a:lvl1pPr>
              <a:defRPr/>
            </a:lvl1pPr>
          </a:lstStyle>
          <a:p>
            <a:pPr>
              <a:defRPr/>
            </a:pPr>
            <a:r>
              <a:rPr lang="en-US"/>
              <a:t>4-</a:t>
            </a:r>
            <a:fld id="{EFD97474-BCA4-8B48-AA21-40B47D81E853}" type="slidenum">
              <a:rPr lang="en-US"/>
              <a:pPr>
                <a:defRPr/>
              </a:pPr>
              <a:t>‹#›</a:t>
            </a:fld>
            <a:endParaRPr lang="en-US"/>
          </a:p>
        </p:txBody>
      </p:sp>
    </p:spTree>
    <p:extLst>
      <p:ext uri="{BB962C8B-B14F-4D97-AF65-F5344CB8AC3E}">
        <p14:creationId xmlns:p14="http://schemas.microsoft.com/office/powerpoint/2010/main" val="722726454"/>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ln/>
        </p:spPr>
        <p:txBody>
          <a:bodyPr/>
          <a:lstStyle>
            <a:lvl1pPr>
              <a:defRPr/>
            </a:lvl1pPr>
          </a:lstStyle>
          <a:p>
            <a:pPr>
              <a:defRPr/>
            </a:pPr>
            <a:endParaRPr lang="en-US"/>
          </a:p>
        </p:txBody>
      </p:sp>
      <p:sp>
        <p:nvSpPr>
          <p:cNvPr id="5" name="Rectangle 7"/>
          <p:cNvSpPr>
            <a:spLocks noGrp="1" noChangeArrowheads="1"/>
          </p:cNvSpPr>
          <p:nvPr>
            <p:ph type="ftr" sz="quarter" idx="11"/>
          </p:nvPr>
        </p:nvSpPr>
        <p:spPr>
          <a:xfrm>
            <a:off x="5532438" y="6467475"/>
            <a:ext cx="2895600" cy="287338"/>
          </a:xfrm>
          <a:prstGeom prst="rect">
            <a:avLst/>
          </a:prstGeom>
          <a:ln/>
        </p:spPr>
        <p:txBody>
          <a:bodyPr/>
          <a:lstStyle>
            <a:lvl1pPr>
              <a:defRPr/>
            </a:lvl1pPr>
          </a:lstStyle>
          <a:p>
            <a:pPr>
              <a:defRPr/>
            </a:pPr>
            <a:r>
              <a:rPr lang="en-US"/>
              <a:t>Network Layer</a:t>
            </a:r>
          </a:p>
        </p:txBody>
      </p:sp>
      <p:sp>
        <p:nvSpPr>
          <p:cNvPr id="6" name="Rectangle 8"/>
          <p:cNvSpPr>
            <a:spLocks noGrp="1" noChangeArrowheads="1"/>
          </p:cNvSpPr>
          <p:nvPr>
            <p:ph type="sldNum" sz="quarter" idx="12"/>
          </p:nvPr>
        </p:nvSpPr>
        <p:spPr>
          <a:xfrm>
            <a:off x="8324850" y="6462713"/>
            <a:ext cx="676275" cy="276225"/>
          </a:xfrm>
          <a:prstGeom prst="rect">
            <a:avLst/>
          </a:prstGeom>
          <a:ln/>
        </p:spPr>
        <p:txBody>
          <a:bodyPr/>
          <a:lstStyle>
            <a:lvl1pPr>
              <a:defRPr/>
            </a:lvl1pPr>
          </a:lstStyle>
          <a:p>
            <a:pPr>
              <a:defRPr/>
            </a:pPr>
            <a:r>
              <a:rPr lang="en-US"/>
              <a:t>4-</a:t>
            </a:r>
            <a:fld id="{38D61CF4-3907-BD48-A0AD-B97C00B711EA}" type="slidenum">
              <a:rPr lang="en-US"/>
              <a:pPr>
                <a:defRPr/>
              </a:pPr>
              <a:t>‹#›</a:t>
            </a:fld>
            <a:endParaRPr lang="en-US"/>
          </a:p>
        </p:txBody>
      </p:sp>
    </p:spTree>
    <p:extLst>
      <p:ext uri="{BB962C8B-B14F-4D97-AF65-F5344CB8AC3E}">
        <p14:creationId xmlns:p14="http://schemas.microsoft.com/office/powerpoint/2010/main" val="3869915179"/>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362700" y="228600"/>
            <a:ext cx="1943100" cy="60198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533400" y="228600"/>
            <a:ext cx="5676900" cy="60198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ln/>
        </p:spPr>
        <p:txBody>
          <a:bodyPr/>
          <a:lstStyle>
            <a:lvl1pPr>
              <a:defRPr/>
            </a:lvl1pPr>
          </a:lstStyle>
          <a:p>
            <a:pPr>
              <a:defRPr/>
            </a:pPr>
            <a:endParaRPr lang="en-US"/>
          </a:p>
        </p:txBody>
      </p:sp>
      <p:sp>
        <p:nvSpPr>
          <p:cNvPr id="5" name="Rectangle 7"/>
          <p:cNvSpPr>
            <a:spLocks noGrp="1" noChangeArrowheads="1"/>
          </p:cNvSpPr>
          <p:nvPr>
            <p:ph type="ftr" sz="quarter" idx="11"/>
          </p:nvPr>
        </p:nvSpPr>
        <p:spPr>
          <a:xfrm>
            <a:off x="5532438" y="6467475"/>
            <a:ext cx="2895600" cy="287338"/>
          </a:xfrm>
          <a:prstGeom prst="rect">
            <a:avLst/>
          </a:prstGeom>
          <a:ln/>
        </p:spPr>
        <p:txBody>
          <a:bodyPr/>
          <a:lstStyle>
            <a:lvl1pPr>
              <a:defRPr/>
            </a:lvl1pPr>
          </a:lstStyle>
          <a:p>
            <a:pPr>
              <a:defRPr/>
            </a:pPr>
            <a:r>
              <a:rPr lang="en-US"/>
              <a:t>Network Layer</a:t>
            </a:r>
          </a:p>
        </p:txBody>
      </p:sp>
      <p:sp>
        <p:nvSpPr>
          <p:cNvPr id="6" name="Rectangle 8"/>
          <p:cNvSpPr>
            <a:spLocks noGrp="1" noChangeArrowheads="1"/>
          </p:cNvSpPr>
          <p:nvPr>
            <p:ph type="sldNum" sz="quarter" idx="12"/>
          </p:nvPr>
        </p:nvSpPr>
        <p:spPr>
          <a:xfrm>
            <a:off x="8324850" y="6462713"/>
            <a:ext cx="676275" cy="276225"/>
          </a:xfrm>
          <a:prstGeom prst="rect">
            <a:avLst/>
          </a:prstGeom>
          <a:ln/>
        </p:spPr>
        <p:txBody>
          <a:bodyPr/>
          <a:lstStyle>
            <a:lvl1pPr>
              <a:defRPr/>
            </a:lvl1pPr>
          </a:lstStyle>
          <a:p>
            <a:pPr>
              <a:defRPr/>
            </a:pPr>
            <a:r>
              <a:rPr lang="en-US"/>
              <a:t>4-</a:t>
            </a:r>
            <a:fld id="{4E5268B6-BFED-754B-A245-6D16E75F0749}" type="slidenum">
              <a:rPr lang="en-US"/>
              <a:pPr>
                <a:defRPr/>
              </a:pPr>
              <a:t>‹#›</a:t>
            </a:fld>
            <a:endParaRPr lang="en-US"/>
          </a:p>
        </p:txBody>
      </p:sp>
    </p:spTree>
    <p:extLst>
      <p:ext uri="{BB962C8B-B14F-4D97-AF65-F5344CB8AC3E}">
        <p14:creationId xmlns:p14="http://schemas.microsoft.com/office/powerpoint/2010/main" val="3833564634"/>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txAndObj" preserve="1">
  <p:cSld name="Title, Text,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533400" y="228600"/>
            <a:ext cx="7772400" cy="1143000"/>
          </a:xfrm>
        </p:spPr>
        <p:txBody>
          <a:bodyPr/>
          <a:lstStyle/>
          <a:p>
            <a:r>
              <a:rPr lang="en-US"/>
              <a:t>Click to edit Master title style</a:t>
            </a:r>
          </a:p>
        </p:txBody>
      </p:sp>
      <p:sp>
        <p:nvSpPr>
          <p:cNvPr id="3" name="Text Placeholder 2"/>
          <p:cNvSpPr>
            <a:spLocks noGrp="1"/>
          </p:cNvSpPr>
          <p:nvPr>
            <p:ph type="body" sz="half" idx="1"/>
          </p:nvPr>
        </p:nvSpPr>
        <p:spPr>
          <a:xfrm>
            <a:off x="533400" y="1600200"/>
            <a:ext cx="3810000" cy="4648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495800" y="1600200"/>
            <a:ext cx="3810000" cy="4648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4"/>
          <p:cNvSpPr>
            <a:spLocks noGrp="1" noChangeArrowheads="1"/>
          </p:cNvSpPr>
          <p:nvPr>
            <p:ph type="dt" sz="half" idx="10"/>
          </p:nvPr>
        </p:nvSpPr>
        <p:spPr>
          <a:ln/>
        </p:spPr>
        <p:txBody>
          <a:bodyPr/>
          <a:lstStyle>
            <a:lvl1pPr>
              <a:defRPr/>
            </a:lvl1pPr>
          </a:lstStyle>
          <a:p>
            <a:pPr>
              <a:defRPr/>
            </a:pPr>
            <a:endParaRPr lang="en-US"/>
          </a:p>
        </p:txBody>
      </p:sp>
      <p:sp>
        <p:nvSpPr>
          <p:cNvPr id="6" name="Rectangle 7"/>
          <p:cNvSpPr>
            <a:spLocks noGrp="1" noChangeArrowheads="1"/>
          </p:cNvSpPr>
          <p:nvPr>
            <p:ph type="ftr" sz="quarter" idx="11"/>
          </p:nvPr>
        </p:nvSpPr>
        <p:spPr>
          <a:xfrm>
            <a:off x="5532438" y="6467475"/>
            <a:ext cx="2895600" cy="287338"/>
          </a:xfrm>
          <a:prstGeom prst="rect">
            <a:avLst/>
          </a:prstGeom>
          <a:ln/>
        </p:spPr>
        <p:txBody>
          <a:bodyPr/>
          <a:lstStyle>
            <a:lvl1pPr>
              <a:defRPr/>
            </a:lvl1pPr>
          </a:lstStyle>
          <a:p>
            <a:pPr>
              <a:defRPr/>
            </a:pPr>
            <a:r>
              <a:rPr lang="en-US"/>
              <a:t>Network Layer</a:t>
            </a:r>
          </a:p>
        </p:txBody>
      </p:sp>
      <p:sp>
        <p:nvSpPr>
          <p:cNvPr id="7" name="Rectangle 8"/>
          <p:cNvSpPr>
            <a:spLocks noGrp="1" noChangeArrowheads="1"/>
          </p:cNvSpPr>
          <p:nvPr>
            <p:ph type="sldNum" sz="quarter" idx="12"/>
          </p:nvPr>
        </p:nvSpPr>
        <p:spPr>
          <a:xfrm>
            <a:off x="8324850" y="6462713"/>
            <a:ext cx="676275" cy="276225"/>
          </a:xfrm>
          <a:prstGeom prst="rect">
            <a:avLst/>
          </a:prstGeom>
          <a:ln/>
        </p:spPr>
        <p:txBody>
          <a:bodyPr/>
          <a:lstStyle>
            <a:lvl1pPr>
              <a:defRPr/>
            </a:lvl1pPr>
          </a:lstStyle>
          <a:p>
            <a:pPr>
              <a:defRPr/>
            </a:pPr>
            <a:r>
              <a:rPr lang="en-US"/>
              <a:t>4-</a:t>
            </a:r>
            <a:fld id="{EC0F1923-A596-1A47-A249-877B26CCB952}" type="slidenum">
              <a:rPr lang="en-US"/>
              <a:pPr>
                <a:defRPr/>
              </a:pPr>
              <a:t>‹#›</a:t>
            </a:fld>
            <a:endParaRPr lang="en-US"/>
          </a:p>
        </p:txBody>
      </p:sp>
    </p:spTree>
    <p:extLst>
      <p:ext uri="{BB962C8B-B14F-4D97-AF65-F5344CB8AC3E}">
        <p14:creationId xmlns:p14="http://schemas.microsoft.com/office/powerpoint/2010/main" val="3207391039"/>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685800" y="2130425"/>
            <a:ext cx="7772400" cy="1470025"/>
          </a:xfrm>
        </p:spPr>
        <p:txBody>
          <a:bodyPr/>
          <a:lstStyle/>
          <a:p>
            <a:r>
              <a:rPr lang="zh-CN" altLang="en-US"/>
              <a:t>单击此处编辑母版标题样式</a:t>
            </a:r>
          </a:p>
        </p:txBody>
      </p:sp>
      <p:sp>
        <p:nvSpPr>
          <p:cNvPr id="3" name="副标题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zh-CN" altLang="en-US"/>
              <a:t>单击此处编辑母版副标题样式</a:t>
            </a:r>
          </a:p>
        </p:txBody>
      </p:sp>
      <p:sp>
        <p:nvSpPr>
          <p:cNvPr id="4" name="Rectangle 4">
            <a:extLst>
              <a:ext uri="{FF2B5EF4-FFF2-40B4-BE49-F238E27FC236}">
                <a16:creationId xmlns:a16="http://schemas.microsoft.com/office/drawing/2014/main" id="{37673CFD-8215-8BF3-BE16-D48842226D50}"/>
              </a:ext>
            </a:extLst>
          </p:cNvPr>
          <p:cNvSpPr>
            <a:spLocks noGrp="1" noChangeArrowheads="1"/>
          </p:cNvSpPr>
          <p:nvPr>
            <p:ph type="dt" sz="half" idx="10"/>
          </p:nvPr>
        </p:nvSpPr>
        <p:spPr>
          <a:ln/>
        </p:spPr>
        <p:txBody>
          <a:bodyPr/>
          <a:lstStyle>
            <a:lvl1pPr>
              <a:defRPr/>
            </a:lvl1pPr>
          </a:lstStyle>
          <a:p>
            <a:pPr>
              <a:defRPr/>
            </a:pPr>
            <a:endParaRPr lang="en-US" altLang="zh-CN"/>
          </a:p>
        </p:txBody>
      </p:sp>
      <p:sp>
        <p:nvSpPr>
          <p:cNvPr id="5" name="Rectangle 5">
            <a:extLst>
              <a:ext uri="{FF2B5EF4-FFF2-40B4-BE49-F238E27FC236}">
                <a16:creationId xmlns:a16="http://schemas.microsoft.com/office/drawing/2014/main" id="{05239897-36B9-B5C2-AAFE-B0A04454E277}"/>
              </a:ext>
            </a:extLst>
          </p:cNvPr>
          <p:cNvSpPr>
            <a:spLocks noGrp="1" noChangeArrowheads="1"/>
          </p:cNvSpPr>
          <p:nvPr>
            <p:ph type="ftr" sz="quarter" idx="11"/>
          </p:nvPr>
        </p:nvSpPr>
        <p:spPr>
          <a:ln/>
        </p:spPr>
        <p:txBody>
          <a:bodyPr/>
          <a:lstStyle>
            <a:lvl1pPr>
              <a:defRPr/>
            </a:lvl1pPr>
          </a:lstStyle>
          <a:p>
            <a:pPr>
              <a:defRPr/>
            </a:pPr>
            <a:r>
              <a:rPr lang="en-US" altLang="zh-CN"/>
              <a:t>Network Layer</a:t>
            </a:r>
          </a:p>
        </p:txBody>
      </p:sp>
      <p:sp>
        <p:nvSpPr>
          <p:cNvPr id="6" name="Rectangle 6">
            <a:extLst>
              <a:ext uri="{FF2B5EF4-FFF2-40B4-BE49-F238E27FC236}">
                <a16:creationId xmlns:a16="http://schemas.microsoft.com/office/drawing/2014/main" id="{9553B599-8B00-8D26-DBCC-6B529852BE1E}"/>
              </a:ext>
            </a:extLst>
          </p:cNvPr>
          <p:cNvSpPr>
            <a:spLocks noGrp="1" noChangeArrowheads="1"/>
          </p:cNvSpPr>
          <p:nvPr>
            <p:ph type="sldNum" sz="quarter" idx="12"/>
          </p:nvPr>
        </p:nvSpPr>
        <p:spPr>
          <a:ln/>
        </p:spPr>
        <p:txBody>
          <a:bodyPr/>
          <a:lstStyle>
            <a:lvl1pPr>
              <a:defRPr/>
            </a:lvl1pPr>
          </a:lstStyle>
          <a:p>
            <a:pPr>
              <a:defRPr/>
            </a:pPr>
            <a:r>
              <a:rPr lang="en-US" altLang="zh-CN"/>
              <a:t>4-</a:t>
            </a:r>
            <a:fld id="{511F736E-0FA2-7D45-A848-DC9373AEE029}" type="slidenum">
              <a:rPr lang="en-US" altLang="zh-CN" smtClean="0"/>
              <a:pPr>
                <a:defRPr/>
              </a:pPr>
              <a:t>‹#›</a:t>
            </a:fld>
            <a:endParaRPr lang="en-US" altLang="zh-CN"/>
          </a:p>
        </p:txBody>
      </p:sp>
    </p:spTree>
    <p:extLst>
      <p:ext uri="{BB962C8B-B14F-4D97-AF65-F5344CB8AC3E}">
        <p14:creationId xmlns:p14="http://schemas.microsoft.com/office/powerpoint/2010/main" val="2467729129"/>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
        <p:nvSpPr>
          <p:cNvPr id="3" name="内容占位符 2"/>
          <p:cNvSpPr>
            <a:spLocks noGrp="1"/>
          </p:cNvSpPr>
          <p:nvPr>
            <p:ph idx="1"/>
          </p:nvPr>
        </p:nvSpPr>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Rectangle 4">
            <a:extLst>
              <a:ext uri="{FF2B5EF4-FFF2-40B4-BE49-F238E27FC236}">
                <a16:creationId xmlns:a16="http://schemas.microsoft.com/office/drawing/2014/main" id="{15E69613-A536-2620-556C-1B0FC1DF4DCC}"/>
              </a:ext>
            </a:extLst>
          </p:cNvPr>
          <p:cNvSpPr>
            <a:spLocks noGrp="1" noChangeArrowheads="1"/>
          </p:cNvSpPr>
          <p:nvPr>
            <p:ph type="dt" sz="half" idx="10"/>
          </p:nvPr>
        </p:nvSpPr>
        <p:spPr>
          <a:ln/>
        </p:spPr>
        <p:txBody>
          <a:bodyPr/>
          <a:lstStyle>
            <a:lvl1pPr>
              <a:defRPr/>
            </a:lvl1pPr>
          </a:lstStyle>
          <a:p>
            <a:pPr>
              <a:defRPr/>
            </a:pPr>
            <a:endParaRPr lang="en-US" altLang="zh-CN"/>
          </a:p>
        </p:txBody>
      </p:sp>
      <p:sp>
        <p:nvSpPr>
          <p:cNvPr id="5" name="Rectangle 5">
            <a:extLst>
              <a:ext uri="{FF2B5EF4-FFF2-40B4-BE49-F238E27FC236}">
                <a16:creationId xmlns:a16="http://schemas.microsoft.com/office/drawing/2014/main" id="{08235D17-DCAA-78A5-07EE-E0FC60E748E7}"/>
              </a:ext>
            </a:extLst>
          </p:cNvPr>
          <p:cNvSpPr>
            <a:spLocks noGrp="1" noChangeArrowheads="1"/>
          </p:cNvSpPr>
          <p:nvPr>
            <p:ph type="ftr" sz="quarter" idx="11"/>
          </p:nvPr>
        </p:nvSpPr>
        <p:spPr>
          <a:ln/>
        </p:spPr>
        <p:txBody>
          <a:bodyPr/>
          <a:lstStyle>
            <a:lvl1pPr>
              <a:defRPr/>
            </a:lvl1pPr>
          </a:lstStyle>
          <a:p>
            <a:pPr>
              <a:defRPr/>
            </a:pPr>
            <a:r>
              <a:rPr lang="en-US" altLang="zh-CN"/>
              <a:t>Network Layer</a:t>
            </a:r>
          </a:p>
        </p:txBody>
      </p:sp>
      <p:sp>
        <p:nvSpPr>
          <p:cNvPr id="6" name="Rectangle 6">
            <a:extLst>
              <a:ext uri="{FF2B5EF4-FFF2-40B4-BE49-F238E27FC236}">
                <a16:creationId xmlns:a16="http://schemas.microsoft.com/office/drawing/2014/main" id="{D00F12D8-78CB-1D05-ACE9-8864A1E72B6B}"/>
              </a:ext>
            </a:extLst>
          </p:cNvPr>
          <p:cNvSpPr>
            <a:spLocks noGrp="1" noChangeArrowheads="1"/>
          </p:cNvSpPr>
          <p:nvPr>
            <p:ph type="sldNum" sz="quarter" idx="12"/>
          </p:nvPr>
        </p:nvSpPr>
        <p:spPr>
          <a:ln/>
        </p:spPr>
        <p:txBody>
          <a:bodyPr/>
          <a:lstStyle>
            <a:lvl1pPr>
              <a:defRPr/>
            </a:lvl1pPr>
          </a:lstStyle>
          <a:p>
            <a:pPr>
              <a:defRPr/>
            </a:pPr>
            <a:r>
              <a:rPr lang="en-US" altLang="zh-CN"/>
              <a:t>4-</a:t>
            </a:r>
            <a:fld id="{66C9E5E1-AC4D-4945-B147-EE6DF0785BF4}" type="slidenum">
              <a:rPr lang="en-US" altLang="zh-CN" smtClean="0"/>
              <a:pPr>
                <a:defRPr/>
              </a:pPr>
              <a:t>‹#›</a:t>
            </a:fld>
            <a:endParaRPr lang="en-US" altLang="zh-CN"/>
          </a:p>
        </p:txBody>
      </p:sp>
    </p:spTree>
    <p:extLst>
      <p:ext uri="{BB962C8B-B14F-4D97-AF65-F5344CB8AC3E}">
        <p14:creationId xmlns:p14="http://schemas.microsoft.com/office/powerpoint/2010/main" val="4136805027"/>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722313" y="4406900"/>
            <a:ext cx="7772400" cy="1362075"/>
          </a:xfrm>
        </p:spPr>
        <p:txBody>
          <a:bodyPr anchor="t"/>
          <a:lstStyle>
            <a:lvl1pPr algn="l">
              <a:defRPr sz="4000" b="1" cap="all"/>
            </a:lvl1pPr>
          </a:lstStyle>
          <a:p>
            <a:r>
              <a:rPr lang="zh-CN" altLang="en-US"/>
              <a:t>单击此处编辑母版标题样式</a:t>
            </a:r>
          </a:p>
        </p:txBody>
      </p:sp>
      <p:sp>
        <p:nvSpPr>
          <p:cNvPr id="3" name="文本占位符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zh-CN" altLang="en-US"/>
              <a:t>单击此处编辑母版文本样式</a:t>
            </a:r>
          </a:p>
        </p:txBody>
      </p:sp>
      <p:sp>
        <p:nvSpPr>
          <p:cNvPr id="4" name="Rectangle 4">
            <a:extLst>
              <a:ext uri="{FF2B5EF4-FFF2-40B4-BE49-F238E27FC236}">
                <a16:creationId xmlns:a16="http://schemas.microsoft.com/office/drawing/2014/main" id="{15380BBC-6A26-CED3-410C-B8282C5ED627}"/>
              </a:ext>
            </a:extLst>
          </p:cNvPr>
          <p:cNvSpPr>
            <a:spLocks noGrp="1" noChangeArrowheads="1"/>
          </p:cNvSpPr>
          <p:nvPr>
            <p:ph type="dt" sz="half" idx="10"/>
          </p:nvPr>
        </p:nvSpPr>
        <p:spPr>
          <a:ln/>
        </p:spPr>
        <p:txBody>
          <a:bodyPr/>
          <a:lstStyle>
            <a:lvl1pPr>
              <a:defRPr/>
            </a:lvl1pPr>
          </a:lstStyle>
          <a:p>
            <a:pPr>
              <a:defRPr/>
            </a:pPr>
            <a:endParaRPr lang="en-US" altLang="zh-CN"/>
          </a:p>
        </p:txBody>
      </p:sp>
      <p:sp>
        <p:nvSpPr>
          <p:cNvPr id="5" name="Rectangle 5">
            <a:extLst>
              <a:ext uri="{FF2B5EF4-FFF2-40B4-BE49-F238E27FC236}">
                <a16:creationId xmlns:a16="http://schemas.microsoft.com/office/drawing/2014/main" id="{61307923-B758-AD22-7802-E708CF9C86FF}"/>
              </a:ext>
            </a:extLst>
          </p:cNvPr>
          <p:cNvSpPr>
            <a:spLocks noGrp="1" noChangeArrowheads="1"/>
          </p:cNvSpPr>
          <p:nvPr>
            <p:ph type="ftr" sz="quarter" idx="11"/>
          </p:nvPr>
        </p:nvSpPr>
        <p:spPr>
          <a:ln/>
        </p:spPr>
        <p:txBody>
          <a:bodyPr/>
          <a:lstStyle>
            <a:lvl1pPr>
              <a:defRPr/>
            </a:lvl1pPr>
          </a:lstStyle>
          <a:p>
            <a:pPr>
              <a:defRPr/>
            </a:pPr>
            <a:r>
              <a:rPr lang="en-US" altLang="zh-CN"/>
              <a:t>Network Layer</a:t>
            </a:r>
          </a:p>
        </p:txBody>
      </p:sp>
      <p:sp>
        <p:nvSpPr>
          <p:cNvPr id="6" name="Rectangle 6">
            <a:extLst>
              <a:ext uri="{FF2B5EF4-FFF2-40B4-BE49-F238E27FC236}">
                <a16:creationId xmlns:a16="http://schemas.microsoft.com/office/drawing/2014/main" id="{24948EB8-65AE-6DDC-FF09-2807C9629B1E}"/>
              </a:ext>
            </a:extLst>
          </p:cNvPr>
          <p:cNvSpPr>
            <a:spLocks noGrp="1" noChangeArrowheads="1"/>
          </p:cNvSpPr>
          <p:nvPr>
            <p:ph type="sldNum" sz="quarter" idx="12"/>
          </p:nvPr>
        </p:nvSpPr>
        <p:spPr>
          <a:ln/>
        </p:spPr>
        <p:txBody>
          <a:bodyPr/>
          <a:lstStyle>
            <a:lvl1pPr>
              <a:defRPr/>
            </a:lvl1pPr>
          </a:lstStyle>
          <a:p>
            <a:pPr>
              <a:defRPr/>
            </a:pPr>
            <a:r>
              <a:rPr lang="en-US" altLang="zh-CN"/>
              <a:t>4-</a:t>
            </a:r>
            <a:fld id="{FFA9B3CE-22BE-0F40-9618-AC797635459A}" type="slidenum">
              <a:rPr lang="en-US" altLang="zh-CN" smtClean="0"/>
              <a:pPr>
                <a:defRPr/>
              </a:pPr>
              <a:t>‹#›</a:t>
            </a:fld>
            <a:endParaRPr lang="en-US" altLang="zh-CN"/>
          </a:p>
        </p:txBody>
      </p:sp>
    </p:spTree>
    <p:extLst>
      <p:ext uri="{BB962C8B-B14F-4D97-AF65-F5344CB8AC3E}">
        <p14:creationId xmlns:p14="http://schemas.microsoft.com/office/powerpoint/2010/main" val="1952394446"/>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
        <p:nvSpPr>
          <p:cNvPr id="3" name="内容占位符 2"/>
          <p:cNvSpPr>
            <a:spLocks noGrp="1"/>
          </p:cNvSpPr>
          <p:nvPr>
            <p:ph sz="half" idx="1"/>
          </p:nvPr>
        </p:nvSpPr>
        <p:spPr>
          <a:xfrm>
            <a:off x="533400" y="1600200"/>
            <a:ext cx="3810000" cy="46482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内容占位符 3"/>
          <p:cNvSpPr>
            <a:spLocks noGrp="1"/>
          </p:cNvSpPr>
          <p:nvPr>
            <p:ph sz="half" idx="2"/>
          </p:nvPr>
        </p:nvSpPr>
        <p:spPr>
          <a:xfrm>
            <a:off x="4495800" y="1600200"/>
            <a:ext cx="3810000" cy="46482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5" name="Rectangle 4">
            <a:extLst>
              <a:ext uri="{FF2B5EF4-FFF2-40B4-BE49-F238E27FC236}">
                <a16:creationId xmlns:a16="http://schemas.microsoft.com/office/drawing/2014/main" id="{A79514AC-ACE6-7A5A-FA47-4836ADE77DA3}"/>
              </a:ext>
            </a:extLst>
          </p:cNvPr>
          <p:cNvSpPr>
            <a:spLocks noGrp="1" noChangeArrowheads="1"/>
          </p:cNvSpPr>
          <p:nvPr>
            <p:ph type="dt" sz="half" idx="10"/>
          </p:nvPr>
        </p:nvSpPr>
        <p:spPr>
          <a:ln/>
        </p:spPr>
        <p:txBody>
          <a:bodyPr/>
          <a:lstStyle>
            <a:lvl1pPr>
              <a:defRPr/>
            </a:lvl1pPr>
          </a:lstStyle>
          <a:p>
            <a:pPr>
              <a:defRPr/>
            </a:pPr>
            <a:endParaRPr lang="en-US" altLang="zh-CN"/>
          </a:p>
        </p:txBody>
      </p:sp>
      <p:sp>
        <p:nvSpPr>
          <p:cNvPr id="6" name="Rectangle 5">
            <a:extLst>
              <a:ext uri="{FF2B5EF4-FFF2-40B4-BE49-F238E27FC236}">
                <a16:creationId xmlns:a16="http://schemas.microsoft.com/office/drawing/2014/main" id="{006E95AE-5BA2-20AC-C10D-05B836306740}"/>
              </a:ext>
            </a:extLst>
          </p:cNvPr>
          <p:cNvSpPr>
            <a:spLocks noGrp="1" noChangeArrowheads="1"/>
          </p:cNvSpPr>
          <p:nvPr>
            <p:ph type="ftr" sz="quarter" idx="11"/>
          </p:nvPr>
        </p:nvSpPr>
        <p:spPr>
          <a:ln/>
        </p:spPr>
        <p:txBody>
          <a:bodyPr/>
          <a:lstStyle>
            <a:lvl1pPr>
              <a:defRPr/>
            </a:lvl1pPr>
          </a:lstStyle>
          <a:p>
            <a:pPr>
              <a:defRPr/>
            </a:pPr>
            <a:r>
              <a:rPr lang="en-US" altLang="zh-CN"/>
              <a:t>Network Layer</a:t>
            </a:r>
          </a:p>
        </p:txBody>
      </p:sp>
      <p:sp>
        <p:nvSpPr>
          <p:cNvPr id="7" name="Rectangle 6">
            <a:extLst>
              <a:ext uri="{FF2B5EF4-FFF2-40B4-BE49-F238E27FC236}">
                <a16:creationId xmlns:a16="http://schemas.microsoft.com/office/drawing/2014/main" id="{A6A70C25-FBC7-9550-1079-525EA5960C17}"/>
              </a:ext>
            </a:extLst>
          </p:cNvPr>
          <p:cNvSpPr>
            <a:spLocks noGrp="1" noChangeArrowheads="1"/>
          </p:cNvSpPr>
          <p:nvPr>
            <p:ph type="sldNum" sz="quarter" idx="12"/>
          </p:nvPr>
        </p:nvSpPr>
        <p:spPr>
          <a:ln/>
        </p:spPr>
        <p:txBody>
          <a:bodyPr/>
          <a:lstStyle>
            <a:lvl1pPr>
              <a:defRPr/>
            </a:lvl1pPr>
          </a:lstStyle>
          <a:p>
            <a:pPr>
              <a:defRPr/>
            </a:pPr>
            <a:r>
              <a:rPr lang="en-US" altLang="zh-CN"/>
              <a:t>4-</a:t>
            </a:r>
            <a:fld id="{C1629214-9250-8C4A-AC8B-A0691B04D4A1}" type="slidenum">
              <a:rPr lang="en-US" altLang="zh-CN" smtClean="0"/>
              <a:pPr>
                <a:defRPr/>
              </a:pPr>
              <a:t>‹#›</a:t>
            </a:fld>
            <a:endParaRPr lang="en-US" altLang="zh-CN"/>
          </a:p>
        </p:txBody>
      </p:sp>
    </p:spTree>
    <p:extLst>
      <p:ext uri="{BB962C8B-B14F-4D97-AF65-F5344CB8AC3E}">
        <p14:creationId xmlns:p14="http://schemas.microsoft.com/office/powerpoint/2010/main" val="3212662749"/>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p:spPr>
        <p:txBody>
          <a:bodyPr/>
          <a:lstStyle>
            <a:lvl1pPr>
              <a:defRPr/>
            </a:lvl1pPr>
          </a:lstStyle>
          <a:p>
            <a:r>
              <a:rPr lang="zh-CN" altLang="en-US"/>
              <a:t>单击此处编辑母版标题样式</a:t>
            </a:r>
          </a:p>
        </p:txBody>
      </p:sp>
      <p:sp>
        <p:nvSpPr>
          <p:cNvPr id="3" name="文本占位符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p>
        </p:txBody>
      </p:sp>
      <p:sp>
        <p:nvSpPr>
          <p:cNvPr id="4" name="内容占位符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5" name="文本占位符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p>
        </p:txBody>
      </p:sp>
      <p:sp>
        <p:nvSpPr>
          <p:cNvPr id="6" name="内容占位符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7" name="Rectangle 4">
            <a:extLst>
              <a:ext uri="{FF2B5EF4-FFF2-40B4-BE49-F238E27FC236}">
                <a16:creationId xmlns:a16="http://schemas.microsoft.com/office/drawing/2014/main" id="{D0A35CC1-3427-ADE1-0139-51BDA29B949A}"/>
              </a:ext>
            </a:extLst>
          </p:cNvPr>
          <p:cNvSpPr>
            <a:spLocks noGrp="1" noChangeArrowheads="1"/>
          </p:cNvSpPr>
          <p:nvPr>
            <p:ph type="dt" sz="half" idx="10"/>
          </p:nvPr>
        </p:nvSpPr>
        <p:spPr>
          <a:ln/>
        </p:spPr>
        <p:txBody>
          <a:bodyPr/>
          <a:lstStyle>
            <a:lvl1pPr>
              <a:defRPr/>
            </a:lvl1pPr>
          </a:lstStyle>
          <a:p>
            <a:pPr>
              <a:defRPr/>
            </a:pPr>
            <a:endParaRPr lang="en-US" altLang="zh-CN"/>
          </a:p>
        </p:txBody>
      </p:sp>
      <p:sp>
        <p:nvSpPr>
          <p:cNvPr id="8" name="Rectangle 5">
            <a:extLst>
              <a:ext uri="{FF2B5EF4-FFF2-40B4-BE49-F238E27FC236}">
                <a16:creationId xmlns:a16="http://schemas.microsoft.com/office/drawing/2014/main" id="{ECE6F6C7-C08E-FF0D-F6F5-3AD027B9557D}"/>
              </a:ext>
            </a:extLst>
          </p:cNvPr>
          <p:cNvSpPr>
            <a:spLocks noGrp="1" noChangeArrowheads="1"/>
          </p:cNvSpPr>
          <p:nvPr>
            <p:ph type="ftr" sz="quarter" idx="11"/>
          </p:nvPr>
        </p:nvSpPr>
        <p:spPr>
          <a:ln/>
        </p:spPr>
        <p:txBody>
          <a:bodyPr/>
          <a:lstStyle>
            <a:lvl1pPr>
              <a:defRPr/>
            </a:lvl1pPr>
          </a:lstStyle>
          <a:p>
            <a:pPr>
              <a:defRPr/>
            </a:pPr>
            <a:r>
              <a:rPr lang="en-US" altLang="zh-CN"/>
              <a:t>Network Layer</a:t>
            </a:r>
          </a:p>
        </p:txBody>
      </p:sp>
      <p:sp>
        <p:nvSpPr>
          <p:cNvPr id="9" name="Rectangle 6">
            <a:extLst>
              <a:ext uri="{FF2B5EF4-FFF2-40B4-BE49-F238E27FC236}">
                <a16:creationId xmlns:a16="http://schemas.microsoft.com/office/drawing/2014/main" id="{F4DFEBA6-B782-D024-F650-7AFB25A988F4}"/>
              </a:ext>
            </a:extLst>
          </p:cNvPr>
          <p:cNvSpPr>
            <a:spLocks noGrp="1" noChangeArrowheads="1"/>
          </p:cNvSpPr>
          <p:nvPr>
            <p:ph type="sldNum" sz="quarter" idx="12"/>
          </p:nvPr>
        </p:nvSpPr>
        <p:spPr>
          <a:ln/>
        </p:spPr>
        <p:txBody>
          <a:bodyPr/>
          <a:lstStyle>
            <a:lvl1pPr>
              <a:defRPr/>
            </a:lvl1pPr>
          </a:lstStyle>
          <a:p>
            <a:pPr>
              <a:defRPr/>
            </a:pPr>
            <a:r>
              <a:rPr lang="en-US" altLang="zh-CN"/>
              <a:t>4-</a:t>
            </a:r>
            <a:fld id="{1827C2D3-3B13-C741-A083-E15D85FF714C}" type="slidenum">
              <a:rPr lang="en-US" altLang="zh-CN" smtClean="0"/>
              <a:pPr>
                <a:defRPr/>
              </a:pPr>
              <a:t>‹#›</a:t>
            </a:fld>
            <a:endParaRPr lang="en-US" altLang="zh-CN"/>
          </a:p>
        </p:txBody>
      </p:sp>
    </p:spTree>
    <p:extLst>
      <p:ext uri="{BB962C8B-B14F-4D97-AF65-F5344CB8AC3E}">
        <p14:creationId xmlns:p14="http://schemas.microsoft.com/office/powerpoint/2010/main" val="3445004064"/>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
        <p:nvSpPr>
          <p:cNvPr id="3" name="Rectangle 4">
            <a:extLst>
              <a:ext uri="{FF2B5EF4-FFF2-40B4-BE49-F238E27FC236}">
                <a16:creationId xmlns:a16="http://schemas.microsoft.com/office/drawing/2014/main" id="{56A26E95-D3C3-D2E4-BE52-E6C46BACE3A0}"/>
              </a:ext>
            </a:extLst>
          </p:cNvPr>
          <p:cNvSpPr>
            <a:spLocks noGrp="1" noChangeArrowheads="1"/>
          </p:cNvSpPr>
          <p:nvPr>
            <p:ph type="dt" sz="half" idx="10"/>
          </p:nvPr>
        </p:nvSpPr>
        <p:spPr>
          <a:ln/>
        </p:spPr>
        <p:txBody>
          <a:bodyPr/>
          <a:lstStyle>
            <a:lvl1pPr>
              <a:defRPr/>
            </a:lvl1pPr>
          </a:lstStyle>
          <a:p>
            <a:pPr>
              <a:defRPr/>
            </a:pPr>
            <a:endParaRPr lang="en-US" altLang="zh-CN"/>
          </a:p>
        </p:txBody>
      </p:sp>
      <p:sp>
        <p:nvSpPr>
          <p:cNvPr id="4" name="Rectangle 5">
            <a:extLst>
              <a:ext uri="{FF2B5EF4-FFF2-40B4-BE49-F238E27FC236}">
                <a16:creationId xmlns:a16="http://schemas.microsoft.com/office/drawing/2014/main" id="{3E075B8E-EC47-7E03-9ADE-9D545F0DDC4A}"/>
              </a:ext>
            </a:extLst>
          </p:cNvPr>
          <p:cNvSpPr>
            <a:spLocks noGrp="1" noChangeArrowheads="1"/>
          </p:cNvSpPr>
          <p:nvPr>
            <p:ph type="ftr" sz="quarter" idx="11"/>
          </p:nvPr>
        </p:nvSpPr>
        <p:spPr>
          <a:ln/>
        </p:spPr>
        <p:txBody>
          <a:bodyPr/>
          <a:lstStyle>
            <a:lvl1pPr>
              <a:defRPr/>
            </a:lvl1pPr>
          </a:lstStyle>
          <a:p>
            <a:pPr>
              <a:defRPr/>
            </a:pPr>
            <a:r>
              <a:rPr lang="en-US" altLang="zh-CN"/>
              <a:t>Network Layer</a:t>
            </a:r>
          </a:p>
        </p:txBody>
      </p:sp>
      <p:sp>
        <p:nvSpPr>
          <p:cNvPr id="5" name="Rectangle 6">
            <a:extLst>
              <a:ext uri="{FF2B5EF4-FFF2-40B4-BE49-F238E27FC236}">
                <a16:creationId xmlns:a16="http://schemas.microsoft.com/office/drawing/2014/main" id="{6354B483-4A0C-1651-EA4F-8649A9AF668B}"/>
              </a:ext>
            </a:extLst>
          </p:cNvPr>
          <p:cNvSpPr>
            <a:spLocks noGrp="1" noChangeArrowheads="1"/>
          </p:cNvSpPr>
          <p:nvPr>
            <p:ph type="sldNum" sz="quarter" idx="12"/>
          </p:nvPr>
        </p:nvSpPr>
        <p:spPr>
          <a:ln/>
        </p:spPr>
        <p:txBody>
          <a:bodyPr/>
          <a:lstStyle>
            <a:lvl1pPr>
              <a:defRPr/>
            </a:lvl1pPr>
          </a:lstStyle>
          <a:p>
            <a:pPr>
              <a:defRPr/>
            </a:pPr>
            <a:r>
              <a:rPr lang="en-US" altLang="zh-CN"/>
              <a:t>4-</a:t>
            </a:r>
            <a:fld id="{7BAA8232-58F5-094F-88B4-B659ED6B8171}" type="slidenum">
              <a:rPr lang="en-US" altLang="zh-CN" smtClean="0"/>
              <a:pPr>
                <a:defRPr/>
              </a:pPr>
              <a:t>‹#›</a:t>
            </a:fld>
            <a:endParaRPr lang="en-US" altLang="zh-CN"/>
          </a:p>
        </p:txBody>
      </p:sp>
    </p:spTree>
    <p:extLst>
      <p:ext uri="{BB962C8B-B14F-4D97-AF65-F5344CB8AC3E}">
        <p14:creationId xmlns:p14="http://schemas.microsoft.com/office/powerpoint/2010/main" val="2940591022"/>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Rectangle 4">
            <a:extLst>
              <a:ext uri="{FF2B5EF4-FFF2-40B4-BE49-F238E27FC236}">
                <a16:creationId xmlns:a16="http://schemas.microsoft.com/office/drawing/2014/main" id="{C5B1A212-E45E-233A-5E94-5474D18640C9}"/>
              </a:ext>
            </a:extLst>
          </p:cNvPr>
          <p:cNvSpPr>
            <a:spLocks noGrp="1" noChangeArrowheads="1"/>
          </p:cNvSpPr>
          <p:nvPr>
            <p:ph type="dt" sz="half" idx="10"/>
          </p:nvPr>
        </p:nvSpPr>
        <p:spPr>
          <a:ln/>
        </p:spPr>
        <p:txBody>
          <a:bodyPr/>
          <a:lstStyle>
            <a:lvl1pPr>
              <a:defRPr/>
            </a:lvl1pPr>
          </a:lstStyle>
          <a:p>
            <a:pPr>
              <a:defRPr/>
            </a:pPr>
            <a:endParaRPr lang="en-US" altLang="zh-CN"/>
          </a:p>
        </p:txBody>
      </p:sp>
      <p:sp>
        <p:nvSpPr>
          <p:cNvPr id="3" name="Rectangle 5">
            <a:extLst>
              <a:ext uri="{FF2B5EF4-FFF2-40B4-BE49-F238E27FC236}">
                <a16:creationId xmlns:a16="http://schemas.microsoft.com/office/drawing/2014/main" id="{B1D773D2-05EB-9EC3-1BDA-AB23900C1D13}"/>
              </a:ext>
            </a:extLst>
          </p:cNvPr>
          <p:cNvSpPr>
            <a:spLocks noGrp="1" noChangeArrowheads="1"/>
          </p:cNvSpPr>
          <p:nvPr>
            <p:ph type="ftr" sz="quarter" idx="11"/>
          </p:nvPr>
        </p:nvSpPr>
        <p:spPr>
          <a:ln/>
        </p:spPr>
        <p:txBody>
          <a:bodyPr/>
          <a:lstStyle>
            <a:lvl1pPr>
              <a:defRPr/>
            </a:lvl1pPr>
          </a:lstStyle>
          <a:p>
            <a:pPr>
              <a:defRPr/>
            </a:pPr>
            <a:r>
              <a:rPr lang="en-US" altLang="zh-CN"/>
              <a:t>Network Layer</a:t>
            </a:r>
          </a:p>
        </p:txBody>
      </p:sp>
      <p:sp>
        <p:nvSpPr>
          <p:cNvPr id="4" name="Rectangle 6">
            <a:extLst>
              <a:ext uri="{FF2B5EF4-FFF2-40B4-BE49-F238E27FC236}">
                <a16:creationId xmlns:a16="http://schemas.microsoft.com/office/drawing/2014/main" id="{5CC8C840-F744-2E8C-E55D-5761966B98E6}"/>
              </a:ext>
            </a:extLst>
          </p:cNvPr>
          <p:cNvSpPr>
            <a:spLocks noGrp="1" noChangeArrowheads="1"/>
          </p:cNvSpPr>
          <p:nvPr>
            <p:ph type="sldNum" sz="quarter" idx="12"/>
          </p:nvPr>
        </p:nvSpPr>
        <p:spPr>
          <a:ln/>
        </p:spPr>
        <p:txBody>
          <a:bodyPr/>
          <a:lstStyle>
            <a:lvl1pPr>
              <a:defRPr/>
            </a:lvl1pPr>
          </a:lstStyle>
          <a:p>
            <a:pPr>
              <a:defRPr/>
            </a:pPr>
            <a:r>
              <a:rPr lang="en-US" altLang="zh-CN"/>
              <a:t>4-</a:t>
            </a:r>
            <a:fld id="{6568E9ED-5E32-9545-A2CB-98865059026E}" type="slidenum">
              <a:rPr lang="en-US" altLang="zh-CN" smtClean="0"/>
              <a:pPr>
                <a:defRPr/>
              </a:pPr>
              <a:t>‹#›</a:t>
            </a:fld>
            <a:endParaRPr lang="en-US" altLang="zh-CN"/>
          </a:p>
        </p:txBody>
      </p:sp>
    </p:spTree>
    <p:extLst>
      <p:ext uri="{BB962C8B-B14F-4D97-AF65-F5344CB8AC3E}">
        <p14:creationId xmlns:p14="http://schemas.microsoft.com/office/powerpoint/2010/main" val="2555265828"/>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457200" y="273050"/>
            <a:ext cx="3008313" cy="1162050"/>
          </a:xfrm>
        </p:spPr>
        <p:txBody>
          <a:bodyPr anchor="b"/>
          <a:lstStyle>
            <a:lvl1pPr algn="l">
              <a:defRPr sz="2000" b="1"/>
            </a:lvl1pPr>
          </a:lstStyle>
          <a:p>
            <a:r>
              <a:rPr lang="zh-CN" altLang="en-US"/>
              <a:t>单击此处编辑母版标题样式</a:t>
            </a:r>
          </a:p>
        </p:txBody>
      </p:sp>
      <p:sp>
        <p:nvSpPr>
          <p:cNvPr id="3" name="内容占位符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文本占位符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a:t>单击此处编辑母版文本样式</a:t>
            </a:r>
          </a:p>
        </p:txBody>
      </p:sp>
      <p:sp>
        <p:nvSpPr>
          <p:cNvPr id="5" name="Rectangle 4">
            <a:extLst>
              <a:ext uri="{FF2B5EF4-FFF2-40B4-BE49-F238E27FC236}">
                <a16:creationId xmlns:a16="http://schemas.microsoft.com/office/drawing/2014/main" id="{C8268B8B-1724-C54B-4A2F-15ADB06287BC}"/>
              </a:ext>
            </a:extLst>
          </p:cNvPr>
          <p:cNvSpPr>
            <a:spLocks noGrp="1" noChangeArrowheads="1"/>
          </p:cNvSpPr>
          <p:nvPr>
            <p:ph type="dt" sz="half" idx="10"/>
          </p:nvPr>
        </p:nvSpPr>
        <p:spPr>
          <a:ln/>
        </p:spPr>
        <p:txBody>
          <a:bodyPr/>
          <a:lstStyle>
            <a:lvl1pPr>
              <a:defRPr/>
            </a:lvl1pPr>
          </a:lstStyle>
          <a:p>
            <a:pPr>
              <a:defRPr/>
            </a:pPr>
            <a:endParaRPr lang="en-US" altLang="zh-CN"/>
          </a:p>
        </p:txBody>
      </p:sp>
      <p:sp>
        <p:nvSpPr>
          <p:cNvPr id="6" name="Rectangle 5">
            <a:extLst>
              <a:ext uri="{FF2B5EF4-FFF2-40B4-BE49-F238E27FC236}">
                <a16:creationId xmlns:a16="http://schemas.microsoft.com/office/drawing/2014/main" id="{7C3E2052-9FAA-A676-5559-DC0BA8E449F6}"/>
              </a:ext>
            </a:extLst>
          </p:cNvPr>
          <p:cNvSpPr>
            <a:spLocks noGrp="1" noChangeArrowheads="1"/>
          </p:cNvSpPr>
          <p:nvPr>
            <p:ph type="ftr" sz="quarter" idx="11"/>
          </p:nvPr>
        </p:nvSpPr>
        <p:spPr>
          <a:ln/>
        </p:spPr>
        <p:txBody>
          <a:bodyPr/>
          <a:lstStyle>
            <a:lvl1pPr>
              <a:defRPr/>
            </a:lvl1pPr>
          </a:lstStyle>
          <a:p>
            <a:pPr>
              <a:defRPr/>
            </a:pPr>
            <a:r>
              <a:rPr lang="en-US" altLang="zh-CN"/>
              <a:t>Network Layer</a:t>
            </a:r>
          </a:p>
        </p:txBody>
      </p:sp>
      <p:sp>
        <p:nvSpPr>
          <p:cNvPr id="7" name="Rectangle 6">
            <a:extLst>
              <a:ext uri="{FF2B5EF4-FFF2-40B4-BE49-F238E27FC236}">
                <a16:creationId xmlns:a16="http://schemas.microsoft.com/office/drawing/2014/main" id="{2D698991-1A62-7273-298C-CD749728148D}"/>
              </a:ext>
            </a:extLst>
          </p:cNvPr>
          <p:cNvSpPr>
            <a:spLocks noGrp="1" noChangeArrowheads="1"/>
          </p:cNvSpPr>
          <p:nvPr>
            <p:ph type="sldNum" sz="quarter" idx="12"/>
          </p:nvPr>
        </p:nvSpPr>
        <p:spPr>
          <a:ln/>
        </p:spPr>
        <p:txBody>
          <a:bodyPr/>
          <a:lstStyle>
            <a:lvl1pPr>
              <a:defRPr/>
            </a:lvl1pPr>
          </a:lstStyle>
          <a:p>
            <a:pPr>
              <a:defRPr/>
            </a:pPr>
            <a:r>
              <a:rPr lang="en-US" altLang="zh-CN"/>
              <a:t>4-</a:t>
            </a:r>
            <a:fld id="{68710D66-AB02-B747-8CF9-30F2A1CFEB43}" type="slidenum">
              <a:rPr lang="en-US" altLang="zh-CN" smtClean="0"/>
              <a:pPr>
                <a:defRPr/>
              </a:pPr>
              <a:t>‹#›</a:t>
            </a:fld>
            <a:endParaRPr lang="en-US" altLang="zh-CN"/>
          </a:p>
        </p:txBody>
      </p:sp>
    </p:spTree>
    <p:extLst>
      <p:ext uri="{BB962C8B-B14F-4D97-AF65-F5344CB8AC3E}">
        <p14:creationId xmlns:p14="http://schemas.microsoft.com/office/powerpoint/2010/main" val="1487940158"/>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1792288" y="4800600"/>
            <a:ext cx="5486400" cy="566738"/>
          </a:xfrm>
        </p:spPr>
        <p:txBody>
          <a:bodyPr anchor="b"/>
          <a:lstStyle>
            <a:lvl1pPr algn="l">
              <a:defRPr sz="2000" b="1"/>
            </a:lvl1pPr>
          </a:lstStyle>
          <a:p>
            <a:r>
              <a:rPr lang="zh-CN" altLang="en-US"/>
              <a:t>单击此处编辑母版标题样式</a:t>
            </a:r>
          </a:p>
        </p:txBody>
      </p:sp>
      <p:sp>
        <p:nvSpPr>
          <p:cNvPr id="3" name="图片占位符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zh-CN" altLang="en-US" noProof="0"/>
          </a:p>
        </p:txBody>
      </p:sp>
      <p:sp>
        <p:nvSpPr>
          <p:cNvPr id="4" name="文本占位符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a:t>单击此处编辑母版文本样式</a:t>
            </a:r>
          </a:p>
        </p:txBody>
      </p:sp>
      <p:sp>
        <p:nvSpPr>
          <p:cNvPr id="5" name="Rectangle 4">
            <a:extLst>
              <a:ext uri="{FF2B5EF4-FFF2-40B4-BE49-F238E27FC236}">
                <a16:creationId xmlns:a16="http://schemas.microsoft.com/office/drawing/2014/main" id="{70514BF6-A103-27C1-DA53-98149A0F8682}"/>
              </a:ext>
            </a:extLst>
          </p:cNvPr>
          <p:cNvSpPr>
            <a:spLocks noGrp="1" noChangeArrowheads="1"/>
          </p:cNvSpPr>
          <p:nvPr>
            <p:ph type="dt" sz="half" idx="10"/>
          </p:nvPr>
        </p:nvSpPr>
        <p:spPr>
          <a:ln/>
        </p:spPr>
        <p:txBody>
          <a:bodyPr/>
          <a:lstStyle>
            <a:lvl1pPr>
              <a:defRPr/>
            </a:lvl1pPr>
          </a:lstStyle>
          <a:p>
            <a:pPr>
              <a:defRPr/>
            </a:pPr>
            <a:endParaRPr lang="en-US" altLang="zh-CN"/>
          </a:p>
        </p:txBody>
      </p:sp>
      <p:sp>
        <p:nvSpPr>
          <p:cNvPr id="6" name="Rectangle 5">
            <a:extLst>
              <a:ext uri="{FF2B5EF4-FFF2-40B4-BE49-F238E27FC236}">
                <a16:creationId xmlns:a16="http://schemas.microsoft.com/office/drawing/2014/main" id="{25911402-D6B3-D2BA-9A0E-1B0BF16A0FDB}"/>
              </a:ext>
            </a:extLst>
          </p:cNvPr>
          <p:cNvSpPr>
            <a:spLocks noGrp="1" noChangeArrowheads="1"/>
          </p:cNvSpPr>
          <p:nvPr>
            <p:ph type="ftr" sz="quarter" idx="11"/>
          </p:nvPr>
        </p:nvSpPr>
        <p:spPr>
          <a:ln/>
        </p:spPr>
        <p:txBody>
          <a:bodyPr/>
          <a:lstStyle>
            <a:lvl1pPr>
              <a:defRPr/>
            </a:lvl1pPr>
          </a:lstStyle>
          <a:p>
            <a:pPr>
              <a:defRPr/>
            </a:pPr>
            <a:r>
              <a:rPr lang="en-US" altLang="zh-CN"/>
              <a:t>Network Layer</a:t>
            </a:r>
          </a:p>
        </p:txBody>
      </p:sp>
      <p:sp>
        <p:nvSpPr>
          <p:cNvPr id="7" name="Rectangle 6">
            <a:extLst>
              <a:ext uri="{FF2B5EF4-FFF2-40B4-BE49-F238E27FC236}">
                <a16:creationId xmlns:a16="http://schemas.microsoft.com/office/drawing/2014/main" id="{9BF66FAB-D8F5-A9AD-E265-BE7CC24DA748}"/>
              </a:ext>
            </a:extLst>
          </p:cNvPr>
          <p:cNvSpPr>
            <a:spLocks noGrp="1" noChangeArrowheads="1"/>
          </p:cNvSpPr>
          <p:nvPr>
            <p:ph type="sldNum" sz="quarter" idx="12"/>
          </p:nvPr>
        </p:nvSpPr>
        <p:spPr>
          <a:ln/>
        </p:spPr>
        <p:txBody>
          <a:bodyPr/>
          <a:lstStyle>
            <a:lvl1pPr>
              <a:defRPr/>
            </a:lvl1pPr>
          </a:lstStyle>
          <a:p>
            <a:pPr>
              <a:defRPr/>
            </a:pPr>
            <a:r>
              <a:rPr lang="en-US" altLang="zh-CN"/>
              <a:t>4-</a:t>
            </a:r>
            <a:fld id="{718E9F7F-DB06-BA46-A38E-C2EEFCD3E7AF}" type="slidenum">
              <a:rPr lang="en-US" altLang="zh-CN" smtClean="0"/>
              <a:pPr>
                <a:defRPr/>
              </a:pPr>
              <a:t>‹#›</a:t>
            </a:fld>
            <a:endParaRPr lang="en-US" altLang="zh-CN"/>
          </a:p>
        </p:txBody>
      </p:sp>
    </p:spTree>
    <p:extLst>
      <p:ext uri="{BB962C8B-B14F-4D97-AF65-F5344CB8AC3E}">
        <p14:creationId xmlns:p14="http://schemas.microsoft.com/office/powerpoint/2010/main" val="3476963569"/>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
        <p:nvSpPr>
          <p:cNvPr id="3" name="竖排文字占位符 2"/>
          <p:cNvSpPr>
            <a:spLocks noGrp="1"/>
          </p:cNvSpPr>
          <p:nvPr>
            <p:ph type="body" orient="vert" idx="1"/>
          </p:nvPr>
        </p:nvSpPr>
        <p:spPr/>
        <p:txBody>
          <a:bodyPr vert="eaVert"/>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Rectangle 4">
            <a:extLst>
              <a:ext uri="{FF2B5EF4-FFF2-40B4-BE49-F238E27FC236}">
                <a16:creationId xmlns:a16="http://schemas.microsoft.com/office/drawing/2014/main" id="{3FE02528-7CAA-0BEB-B6CA-1AE37BF469B7}"/>
              </a:ext>
            </a:extLst>
          </p:cNvPr>
          <p:cNvSpPr>
            <a:spLocks noGrp="1" noChangeArrowheads="1"/>
          </p:cNvSpPr>
          <p:nvPr>
            <p:ph type="dt" sz="half" idx="10"/>
          </p:nvPr>
        </p:nvSpPr>
        <p:spPr>
          <a:ln/>
        </p:spPr>
        <p:txBody>
          <a:bodyPr/>
          <a:lstStyle>
            <a:lvl1pPr>
              <a:defRPr/>
            </a:lvl1pPr>
          </a:lstStyle>
          <a:p>
            <a:pPr>
              <a:defRPr/>
            </a:pPr>
            <a:endParaRPr lang="en-US" altLang="zh-CN"/>
          </a:p>
        </p:txBody>
      </p:sp>
      <p:sp>
        <p:nvSpPr>
          <p:cNvPr id="5" name="Rectangle 5">
            <a:extLst>
              <a:ext uri="{FF2B5EF4-FFF2-40B4-BE49-F238E27FC236}">
                <a16:creationId xmlns:a16="http://schemas.microsoft.com/office/drawing/2014/main" id="{C3A1A9E7-9F6E-4993-9048-F57531EA15BE}"/>
              </a:ext>
            </a:extLst>
          </p:cNvPr>
          <p:cNvSpPr>
            <a:spLocks noGrp="1" noChangeArrowheads="1"/>
          </p:cNvSpPr>
          <p:nvPr>
            <p:ph type="ftr" sz="quarter" idx="11"/>
          </p:nvPr>
        </p:nvSpPr>
        <p:spPr>
          <a:ln/>
        </p:spPr>
        <p:txBody>
          <a:bodyPr/>
          <a:lstStyle>
            <a:lvl1pPr>
              <a:defRPr/>
            </a:lvl1pPr>
          </a:lstStyle>
          <a:p>
            <a:pPr>
              <a:defRPr/>
            </a:pPr>
            <a:r>
              <a:rPr lang="en-US" altLang="zh-CN"/>
              <a:t>Network Layer</a:t>
            </a:r>
          </a:p>
        </p:txBody>
      </p:sp>
      <p:sp>
        <p:nvSpPr>
          <p:cNvPr id="6" name="Rectangle 6">
            <a:extLst>
              <a:ext uri="{FF2B5EF4-FFF2-40B4-BE49-F238E27FC236}">
                <a16:creationId xmlns:a16="http://schemas.microsoft.com/office/drawing/2014/main" id="{403EA7FB-24E7-36C5-914F-3F44BA981DA7}"/>
              </a:ext>
            </a:extLst>
          </p:cNvPr>
          <p:cNvSpPr>
            <a:spLocks noGrp="1" noChangeArrowheads="1"/>
          </p:cNvSpPr>
          <p:nvPr>
            <p:ph type="sldNum" sz="quarter" idx="12"/>
          </p:nvPr>
        </p:nvSpPr>
        <p:spPr>
          <a:ln/>
        </p:spPr>
        <p:txBody>
          <a:bodyPr/>
          <a:lstStyle>
            <a:lvl1pPr>
              <a:defRPr/>
            </a:lvl1pPr>
          </a:lstStyle>
          <a:p>
            <a:pPr>
              <a:defRPr/>
            </a:pPr>
            <a:r>
              <a:rPr lang="en-US" altLang="zh-CN"/>
              <a:t>4-</a:t>
            </a:r>
            <a:fld id="{A5120C4D-F5F6-B04E-A1FE-E24AC07399FE}" type="slidenum">
              <a:rPr lang="en-US" altLang="zh-CN" smtClean="0"/>
              <a:pPr>
                <a:defRPr/>
              </a:pPr>
              <a:t>‹#›</a:t>
            </a:fld>
            <a:endParaRPr lang="en-US" altLang="zh-CN"/>
          </a:p>
        </p:txBody>
      </p:sp>
    </p:spTree>
    <p:extLst>
      <p:ext uri="{BB962C8B-B14F-4D97-AF65-F5344CB8AC3E}">
        <p14:creationId xmlns:p14="http://schemas.microsoft.com/office/powerpoint/2010/main" val="1493013822"/>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type="vertTitleAndTx" preserve="1">
  <p:cSld name="垂直排列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362700" y="228600"/>
            <a:ext cx="1943100" cy="6019800"/>
          </a:xfrm>
        </p:spPr>
        <p:txBody>
          <a:bodyPr vert="eaVert"/>
          <a:lstStyle/>
          <a:p>
            <a:r>
              <a:rPr lang="zh-CN" altLang="en-US"/>
              <a:t>单击此处编辑母版标题样式</a:t>
            </a:r>
          </a:p>
        </p:txBody>
      </p:sp>
      <p:sp>
        <p:nvSpPr>
          <p:cNvPr id="3" name="竖排文字占位符 2"/>
          <p:cNvSpPr>
            <a:spLocks noGrp="1"/>
          </p:cNvSpPr>
          <p:nvPr>
            <p:ph type="body" orient="vert" idx="1"/>
          </p:nvPr>
        </p:nvSpPr>
        <p:spPr>
          <a:xfrm>
            <a:off x="533400" y="228600"/>
            <a:ext cx="5676900" cy="6019800"/>
          </a:xfrm>
        </p:spPr>
        <p:txBody>
          <a:bodyPr vert="eaVert"/>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Rectangle 4">
            <a:extLst>
              <a:ext uri="{FF2B5EF4-FFF2-40B4-BE49-F238E27FC236}">
                <a16:creationId xmlns:a16="http://schemas.microsoft.com/office/drawing/2014/main" id="{1D839147-81A1-8367-D9CB-AC6733D7E97A}"/>
              </a:ext>
            </a:extLst>
          </p:cNvPr>
          <p:cNvSpPr>
            <a:spLocks noGrp="1" noChangeArrowheads="1"/>
          </p:cNvSpPr>
          <p:nvPr>
            <p:ph type="dt" sz="half" idx="10"/>
          </p:nvPr>
        </p:nvSpPr>
        <p:spPr>
          <a:ln/>
        </p:spPr>
        <p:txBody>
          <a:bodyPr/>
          <a:lstStyle>
            <a:lvl1pPr>
              <a:defRPr/>
            </a:lvl1pPr>
          </a:lstStyle>
          <a:p>
            <a:pPr>
              <a:defRPr/>
            </a:pPr>
            <a:endParaRPr lang="en-US" altLang="zh-CN"/>
          </a:p>
        </p:txBody>
      </p:sp>
      <p:sp>
        <p:nvSpPr>
          <p:cNvPr id="5" name="Rectangle 5">
            <a:extLst>
              <a:ext uri="{FF2B5EF4-FFF2-40B4-BE49-F238E27FC236}">
                <a16:creationId xmlns:a16="http://schemas.microsoft.com/office/drawing/2014/main" id="{33A488F6-A1E8-9619-603A-6286079C853B}"/>
              </a:ext>
            </a:extLst>
          </p:cNvPr>
          <p:cNvSpPr>
            <a:spLocks noGrp="1" noChangeArrowheads="1"/>
          </p:cNvSpPr>
          <p:nvPr>
            <p:ph type="ftr" sz="quarter" idx="11"/>
          </p:nvPr>
        </p:nvSpPr>
        <p:spPr>
          <a:ln/>
        </p:spPr>
        <p:txBody>
          <a:bodyPr/>
          <a:lstStyle>
            <a:lvl1pPr>
              <a:defRPr/>
            </a:lvl1pPr>
          </a:lstStyle>
          <a:p>
            <a:pPr>
              <a:defRPr/>
            </a:pPr>
            <a:r>
              <a:rPr lang="en-US" altLang="zh-CN"/>
              <a:t>Network Layer</a:t>
            </a:r>
          </a:p>
        </p:txBody>
      </p:sp>
      <p:sp>
        <p:nvSpPr>
          <p:cNvPr id="6" name="Rectangle 6">
            <a:extLst>
              <a:ext uri="{FF2B5EF4-FFF2-40B4-BE49-F238E27FC236}">
                <a16:creationId xmlns:a16="http://schemas.microsoft.com/office/drawing/2014/main" id="{F9BD3489-7B4E-A6CA-3FEC-61BADDF18F29}"/>
              </a:ext>
            </a:extLst>
          </p:cNvPr>
          <p:cNvSpPr>
            <a:spLocks noGrp="1" noChangeArrowheads="1"/>
          </p:cNvSpPr>
          <p:nvPr>
            <p:ph type="sldNum" sz="quarter" idx="12"/>
          </p:nvPr>
        </p:nvSpPr>
        <p:spPr>
          <a:ln/>
        </p:spPr>
        <p:txBody>
          <a:bodyPr/>
          <a:lstStyle>
            <a:lvl1pPr>
              <a:defRPr/>
            </a:lvl1pPr>
          </a:lstStyle>
          <a:p>
            <a:pPr>
              <a:defRPr/>
            </a:pPr>
            <a:r>
              <a:rPr lang="en-US" altLang="zh-CN"/>
              <a:t>4-</a:t>
            </a:r>
            <a:fld id="{F80508E2-799F-F54A-9DE1-44A971440EC8}" type="slidenum">
              <a:rPr lang="en-US" altLang="zh-CN" smtClean="0"/>
              <a:pPr>
                <a:defRPr/>
              </a:pPr>
              <a:t>‹#›</a:t>
            </a:fld>
            <a:endParaRPr lang="en-US" altLang="zh-CN"/>
          </a:p>
        </p:txBody>
      </p:sp>
    </p:spTree>
    <p:extLst>
      <p:ext uri="{BB962C8B-B14F-4D97-AF65-F5344CB8AC3E}">
        <p14:creationId xmlns:p14="http://schemas.microsoft.com/office/powerpoint/2010/main" val="3434649734"/>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type="txAndObj" preserve="1">
  <p:cSld name="标题，文本与内容">
    <p:spTree>
      <p:nvGrpSpPr>
        <p:cNvPr id="1" name=""/>
        <p:cNvGrpSpPr/>
        <p:nvPr/>
      </p:nvGrpSpPr>
      <p:grpSpPr>
        <a:xfrm>
          <a:off x="0" y="0"/>
          <a:ext cx="0" cy="0"/>
          <a:chOff x="0" y="0"/>
          <a:chExt cx="0" cy="0"/>
        </a:xfrm>
      </p:grpSpPr>
      <p:sp>
        <p:nvSpPr>
          <p:cNvPr id="2" name="标题 1"/>
          <p:cNvSpPr>
            <a:spLocks noGrp="1"/>
          </p:cNvSpPr>
          <p:nvPr>
            <p:ph type="title"/>
          </p:nvPr>
        </p:nvSpPr>
        <p:spPr>
          <a:xfrm>
            <a:off x="533400" y="228600"/>
            <a:ext cx="7772400" cy="1143000"/>
          </a:xfrm>
        </p:spPr>
        <p:txBody>
          <a:bodyPr/>
          <a:lstStyle/>
          <a:p>
            <a:r>
              <a:rPr lang="zh-CN" altLang="en-US"/>
              <a:t>单击此处编辑母版标题样式</a:t>
            </a:r>
          </a:p>
        </p:txBody>
      </p:sp>
      <p:sp>
        <p:nvSpPr>
          <p:cNvPr id="3" name="文本占位符 2"/>
          <p:cNvSpPr>
            <a:spLocks noGrp="1"/>
          </p:cNvSpPr>
          <p:nvPr>
            <p:ph type="body" sz="half" idx="1"/>
          </p:nvPr>
        </p:nvSpPr>
        <p:spPr>
          <a:xfrm>
            <a:off x="533400" y="1600200"/>
            <a:ext cx="3810000" cy="4648200"/>
          </a:xfr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内容占位符 3"/>
          <p:cNvSpPr>
            <a:spLocks noGrp="1"/>
          </p:cNvSpPr>
          <p:nvPr>
            <p:ph sz="half" idx="2"/>
          </p:nvPr>
        </p:nvSpPr>
        <p:spPr>
          <a:xfrm>
            <a:off x="4495800" y="1600200"/>
            <a:ext cx="3810000" cy="4648200"/>
          </a:xfr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5" name="Rectangle 4">
            <a:extLst>
              <a:ext uri="{FF2B5EF4-FFF2-40B4-BE49-F238E27FC236}">
                <a16:creationId xmlns:a16="http://schemas.microsoft.com/office/drawing/2014/main" id="{AF93C41C-639D-9F4A-7829-B5972FAD557B}"/>
              </a:ext>
            </a:extLst>
          </p:cNvPr>
          <p:cNvSpPr>
            <a:spLocks noGrp="1" noChangeArrowheads="1"/>
          </p:cNvSpPr>
          <p:nvPr>
            <p:ph type="dt" sz="half" idx="10"/>
          </p:nvPr>
        </p:nvSpPr>
        <p:spPr>
          <a:ln/>
        </p:spPr>
        <p:txBody>
          <a:bodyPr/>
          <a:lstStyle>
            <a:lvl1pPr>
              <a:defRPr/>
            </a:lvl1pPr>
          </a:lstStyle>
          <a:p>
            <a:pPr>
              <a:defRPr/>
            </a:pPr>
            <a:endParaRPr lang="en-US" altLang="zh-CN"/>
          </a:p>
        </p:txBody>
      </p:sp>
      <p:sp>
        <p:nvSpPr>
          <p:cNvPr id="6" name="Rectangle 5">
            <a:extLst>
              <a:ext uri="{FF2B5EF4-FFF2-40B4-BE49-F238E27FC236}">
                <a16:creationId xmlns:a16="http://schemas.microsoft.com/office/drawing/2014/main" id="{1A604405-6556-D93A-0A6B-E7BA8CA6ED2C}"/>
              </a:ext>
            </a:extLst>
          </p:cNvPr>
          <p:cNvSpPr>
            <a:spLocks noGrp="1" noChangeArrowheads="1"/>
          </p:cNvSpPr>
          <p:nvPr>
            <p:ph type="ftr" sz="quarter" idx="11"/>
          </p:nvPr>
        </p:nvSpPr>
        <p:spPr>
          <a:ln/>
        </p:spPr>
        <p:txBody>
          <a:bodyPr/>
          <a:lstStyle>
            <a:lvl1pPr>
              <a:defRPr/>
            </a:lvl1pPr>
          </a:lstStyle>
          <a:p>
            <a:pPr>
              <a:defRPr/>
            </a:pPr>
            <a:r>
              <a:rPr lang="en-US" altLang="zh-CN"/>
              <a:t>Network Layer</a:t>
            </a:r>
          </a:p>
        </p:txBody>
      </p:sp>
      <p:sp>
        <p:nvSpPr>
          <p:cNvPr id="7" name="Rectangle 6">
            <a:extLst>
              <a:ext uri="{FF2B5EF4-FFF2-40B4-BE49-F238E27FC236}">
                <a16:creationId xmlns:a16="http://schemas.microsoft.com/office/drawing/2014/main" id="{D605C7AC-926E-8252-42CF-3F28439B2823}"/>
              </a:ext>
            </a:extLst>
          </p:cNvPr>
          <p:cNvSpPr>
            <a:spLocks noGrp="1" noChangeArrowheads="1"/>
          </p:cNvSpPr>
          <p:nvPr>
            <p:ph type="sldNum" sz="quarter" idx="12"/>
          </p:nvPr>
        </p:nvSpPr>
        <p:spPr>
          <a:ln/>
        </p:spPr>
        <p:txBody>
          <a:bodyPr/>
          <a:lstStyle>
            <a:lvl1pPr>
              <a:defRPr/>
            </a:lvl1pPr>
          </a:lstStyle>
          <a:p>
            <a:pPr>
              <a:defRPr/>
            </a:pPr>
            <a:r>
              <a:rPr lang="en-US" altLang="zh-CN"/>
              <a:t>4-</a:t>
            </a:r>
            <a:fld id="{0F220389-6234-2C4F-8101-E671776BC0EE}" type="slidenum">
              <a:rPr lang="en-US" altLang="zh-CN" smtClean="0"/>
              <a:pPr>
                <a:defRPr/>
              </a:pPr>
              <a:t>‹#›</a:t>
            </a:fld>
            <a:endParaRPr lang="en-US" altLang="zh-CN"/>
          </a:p>
        </p:txBody>
      </p:sp>
    </p:spTree>
    <p:extLst>
      <p:ext uri="{BB962C8B-B14F-4D97-AF65-F5344CB8AC3E}">
        <p14:creationId xmlns:p14="http://schemas.microsoft.com/office/powerpoint/2010/main" val="401070124"/>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4" name="Rectangle 6">
            <a:extLst>
              <a:ext uri="{FF2B5EF4-FFF2-40B4-BE49-F238E27FC236}">
                <a16:creationId xmlns:a16="http://schemas.microsoft.com/office/drawing/2014/main" id="{1EA179B0-AF04-97EA-BDC6-76B5387EFB76}"/>
              </a:ext>
            </a:extLst>
          </p:cNvPr>
          <p:cNvSpPr/>
          <p:nvPr/>
        </p:nvSpPr>
        <p:spPr>
          <a:xfrm>
            <a:off x="334963" y="3086100"/>
            <a:ext cx="8447087" cy="3305175"/>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sp>
      <p:sp>
        <p:nvSpPr>
          <p:cNvPr id="2" name="Title 1"/>
          <p:cNvSpPr>
            <a:spLocks noGrp="1"/>
          </p:cNvSpPr>
          <p:nvPr>
            <p:ph type="ctrTitle"/>
          </p:nvPr>
        </p:nvSpPr>
        <p:spPr>
          <a:xfrm>
            <a:off x="435894" y="1020431"/>
            <a:ext cx="8245162" cy="1475013"/>
          </a:xfrm>
          <a:effectLst/>
        </p:spPr>
        <p:txBody>
          <a:bodyPr/>
          <a:lstStyle>
            <a:lvl1pPr>
              <a:defRPr sz="2700">
                <a:solidFill>
                  <a:schemeClr val="accent1"/>
                </a:solidFill>
              </a:defRPr>
            </a:lvl1pPr>
          </a:lstStyle>
          <a:p>
            <a:r>
              <a:rPr lang="zh-CN" altLang="en-US"/>
              <a:t>单击此处编辑母版标题样式</a:t>
            </a:r>
            <a:endParaRPr lang="en-US" dirty="0"/>
          </a:p>
        </p:txBody>
      </p:sp>
      <p:sp>
        <p:nvSpPr>
          <p:cNvPr id="3" name="Subtitle 2"/>
          <p:cNvSpPr>
            <a:spLocks noGrp="1"/>
          </p:cNvSpPr>
          <p:nvPr>
            <p:ph type="subTitle" idx="1"/>
          </p:nvPr>
        </p:nvSpPr>
        <p:spPr>
          <a:xfrm>
            <a:off x="435895" y="2495446"/>
            <a:ext cx="8245160" cy="590321"/>
          </a:xfrm>
        </p:spPr>
        <p:txBody>
          <a:bodyPr anchor="t"/>
          <a:lstStyle>
            <a:lvl1pPr marL="0" indent="0" algn="l">
              <a:buNone/>
              <a:defRPr sz="1200" cap="all">
                <a:solidFill>
                  <a:schemeClr val="accent2"/>
                </a:solidFill>
              </a:defRPr>
            </a:lvl1pPr>
            <a:lvl2pPr marL="342900" indent="0" algn="ctr">
              <a:buNone/>
              <a:defRPr>
                <a:solidFill>
                  <a:schemeClr val="tx1">
                    <a:tint val="75000"/>
                  </a:schemeClr>
                </a:solidFill>
              </a:defRPr>
            </a:lvl2pPr>
            <a:lvl3pPr marL="685800" indent="0" algn="ctr">
              <a:buNone/>
              <a:defRPr>
                <a:solidFill>
                  <a:schemeClr val="tx1">
                    <a:tint val="75000"/>
                  </a:schemeClr>
                </a:solidFill>
              </a:defRPr>
            </a:lvl3pPr>
            <a:lvl4pPr marL="1028700" indent="0" algn="ctr">
              <a:buNone/>
              <a:defRPr>
                <a:solidFill>
                  <a:schemeClr val="tx1">
                    <a:tint val="75000"/>
                  </a:schemeClr>
                </a:solidFill>
              </a:defRPr>
            </a:lvl4pPr>
            <a:lvl5pPr marL="1371600" indent="0" algn="ctr">
              <a:buNone/>
              <a:defRPr>
                <a:solidFill>
                  <a:schemeClr val="tx1">
                    <a:tint val="75000"/>
                  </a:schemeClr>
                </a:solidFill>
              </a:defRPr>
            </a:lvl5pPr>
            <a:lvl6pPr marL="1714500" indent="0" algn="ctr">
              <a:buNone/>
              <a:defRPr>
                <a:solidFill>
                  <a:schemeClr val="tx1">
                    <a:tint val="75000"/>
                  </a:schemeClr>
                </a:solidFill>
              </a:defRPr>
            </a:lvl6pPr>
            <a:lvl7pPr marL="2057400" indent="0" algn="ctr">
              <a:buNone/>
              <a:defRPr>
                <a:solidFill>
                  <a:schemeClr val="tx1">
                    <a:tint val="75000"/>
                  </a:schemeClr>
                </a:solidFill>
              </a:defRPr>
            </a:lvl7pPr>
            <a:lvl8pPr marL="2400300" indent="0" algn="ctr">
              <a:buNone/>
              <a:defRPr>
                <a:solidFill>
                  <a:schemeClr val="tx1">
                    <a:tint val="75000"/>
                  </a:schemeClr>
                </a:solidFill>
              </a:defRPr>
            </a:lvl8pPr>
            <a:lvl9pPr marL="2743200" indent="0" algn="ctr">
              <a:buNone/>
              <a:defRPr>
                <a:solidFill>
                  <a:schemeClr val="tx1">
                    <a:tint val="75000"/>
                  </a:schemeClr>
                </a:solidFill>
              </a:defRPr>
            </a:lvl9pPr>
          </a:lstStyle>
          <a:p>
            <a:r>
              <a:rPr lang="zh-CN" altLang="en-US"/>
              <a:t>单击此处编辑母版副标题样式</a:t>
            </a:r>
            <a:endParaRPr lang="en-US" dirty="0"/>
          </a:p>
        </p:txBody>
      </p:sp>
      <p:sp>
        <p:nvSpPr>
          <p:cNvPr id="5" name="Date Placeholder 3">
            <a:extLst>
              <a:ext uri="{FF2B5EF4-FFF2-40B4-BE49-F238E27FC236}">
                <a16:creationId xmlns:a16="http://schemas.microsoft.com/office/drawing/2014/main" id="{5ED39C9E-34BA-64AF-AF9D-92C72E525094}"/>
              </a:ext>
            </a:extLst>
          </p:cNvPr>
          <p:cNvSpPr>
            <a:spLocks noGrp="1"/>
          </p:cNvSpPr>
          <p:nvPr>
            <p:ph type="dt" sz="half" idx="10"/>
          </p:nvPr>
        </p:nvSpPr>
        <p:spPr/>
        <p:txBody>
          <a:bodyPr/>
          <a:lstStyle>
            <a:lvl1pPr>
              <a:defRPr>
                <a:solidFill>
                  <a:schemeClr val="accent1">
                    <a:lumMod val="75000"/>
                    <a:lumOff val="25000"/>
                  </a:schemeClr>
                </a:solidFill>
              </a:defRPr>
            </a:lvl1pPr>
          </a:lstStyle>
          <a:p>
            <a:pPr>
              <a:defRPr/>
            </a:pPr>
            <a:fld id="{EABF46F8-45E4-1A41-A192-7070B6ED6041}" type="datetimeFigureOut">
              <a:rPr lang="en-US"/>
              <a:pPr>
                <a:defRPr/>
              </a:pPr>
              <a:t>11/26/24</a:t>
            </a:fld>
            <a:endParaRPr lang="en-US"/>
          </a:p>
        </p:txBody>
      </p:sp>
      <p:sp>
        <p:nvSpPr>
          <p:cNvPr id="6" name="Footer Placeholder 4">
            <a:extLst>
              <a:ext uri="{FF2B5EF4-FFF2-40B4-BE49-F238E27FC236}">
                <a16:creationId xmlns:a16="http://schemas.microsoft.com/office/drawing/2014/main" id="{508C398D-AF3A-653D-86D8-7146BEA86B39}"/>
              </a:ext>
            </a:extLst>
          </p:cNvPr>
          <p:cNvSpPr>
            <a:spLocks noGrp="1"/>
          </p:cNvSpPr>
          <p:nvPr>
            <p:ph type="ftr" sz="quarter" idx="11"/>
          </p:nvPr>
        </p:nvSpPr>
        <p:spPr/>
        <p:txBody>
          <a:bodyPr/>
          <a:lstStyle>
            <a:lvl1pPr>
              <a:defRPr>
                <a:solidFill>
                  <a:schemeClr val="accent1">
                    <a:lumMod val="75000"/>
                    <a:lumOff val="25000"/>
                  </a:schemeClr>
                </a:solidFill>
              </a:defRPr>
            </a:lvl1pPr>
          </a:lstStyle>
          <a:p>
            <a:pPr>
              <a:defRPr/>
            </a:pPr>
            <a:endParaRPr lang="en-US"/>
          </a:p>
        </p:txBody>
      </p:sp>
      <p:sp>
        <p:nvSpPr>
          <p:cNvPr id="7" name="Slide Number Placeholder 5">
            <a:extLst>
              <a:ext uri="{FF2B5EF4-FFF2-40B4-BE49-F238E27FC236}">
                <a16:creationId xmlns:a16="http://schemas.microsoft.com/office/drawing/2014/main" id="{6B81A222-7D79-1568-FB53-ECD0DA35BC70}"/>
              </a:ext>
            </a:extLst>
          </p:cNvPr>
          <p:cNvSpPr>
            <a:spLocks noGrp="1"/>
          </p:cNvSpPr>
          <p:nvPr>
            <p:ph type="sldNum" sz="quarter" idx="12"/>
          </p:nvPr>
        </p:nvSpPr>
        <p:spPr>
          <a:xfrm>
            <a:off x="7918450" y="5956300"/>
            <a:ext cx="762000" cy="365125"/>
          </a:xfrm>
        </p:spPr>
        <p:txBody>
          <a:bodyPr/>
          <a:lstStyle>
            <a:lvl1pPr>
              <a:defRPr>
                <a:solidFill>
                  <a:schemeClr val="accent1">
                    <a:lumMod val="75000"/>
                    <a:lumOff val="25000"/>
                  </a:schemeClr>
                </a:solidFill>
              </a:defRPr>
            </a:lvl1pPr>
          </a:lstStyle>
          <a:p>
            <a:pPr>
              <a:defRPr/>
            </a:pPr>
            <a:fld id="{DF21EC22-C335-2647-9A77-571B45F9D264}" type="slidenum">
              <a:rPr lang="en-US"/>
              <a:pPr>
                <a:defRPr/>
              </a:pPr>
              <a:t>‹#›</a:t>
            </a:fld>
            <a:endParaRPr lang="en-US"/>
          </a:p>
        </p:txBody>
      </p:sp>
    </p:spTree>
    <p:extLst>
      <p:ext uri="{BB962C8B-B14F-4D97-AF65-F5344CB8AC3E}">
        <p14:creationId xmlns:p14="http://schemas.microsoft.com/office/powerpoint/2010/main" val="4174561417"/>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4" name="Rectangle 6">
            <a:extLst>
              <a:ext uri="{FF2B5EF4-FFF2-40B4-BE49-F238E27FC236}">
                <a16:creationId xmlns:a16="http://schemas.microsoft.com/office/drawing/2014/main" id="{B06535DD-BB4C-48F3-DAA0-FC8F4B1F7229}"/>
              </a:ext>
            </a:extLst>
          </p:cNvPr>
          <p:cNvSpPr>
            <a:spLocks noChangeAspect="1"/>
          </p:cNvSpPr>
          <p:nvPr/>
        </p:nvSpPr>
        <p:spPr>
          <a:xfrm>
            <a:off x="330200" y="614363"/>
            <a:ext cx="8482013" cy="1189037"/>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sp>
      <p:sp>
        <p:nvSpPr>
          <p:cNvPr id="2" name="Title 1"/>
          <p:cNvSpPr>
            <a:spLocks noGrp="1"/>
          </p:cNvSpPr>
          <p:nvPr>
            <p:ph type="title"/>
          </p:nvPr>
        </p:nvSpPr>
        <p:spPr>
          <a:xfrm>
            <a:off x="435894" y="702156"/>
            <a:ext cx="8272212" cy="1013800"/>
          </a:xfrm>
        </p:spPr>
        <p:txBody>
          <a:bodyPr/>
          <a:lstStyle/>
          <a:p>
            <a:r>
              <a:rPr lang="zh-CN" altLang="en-US"/>
              <a:t>单击此处编辑母版标题样式</a:t>
            </a:r>
            <a:endParaRPr lang="en-US" dirty="0"/>
          </a:p>
        </p:txBody>
      </p:sp>
      <p:sp>
        <p:nvSpPr>
          <p:cNvPr id="3" name="Content Placeholder 2"/>
          <p:cNvSpPr>
            <a:spLocks noGrp="1"/>
          </p:cNvSpPr>
          <p:nvPr>
            <p:ph idx="1"/>
          </p:nvPr>
        </p:nvSpPr>
        <p:spPr>
          <a:xfrm>
            <a:off x="435895" y="2180497"/>
            <a:ext cx="8272211" cy="3678303"/>
          </a:xfrm>
        </p:spPr>
        <p:txBody>
          <a:bodyPr/>
          <a:lstStyle/>
          <a:p>
            <a:pPr lvl="0"/>
            <a:r>
              <a:rPr lang="zh-CN" altLang="en-US"/>
              <a:t>编辑母版文本样式
第二级
第三级
第四级
第五级</a:t>
            </a:r>
            <a:endParaRPr lang="en-US" dirty="0"/>
          </a:p>
        </p:txBody>
      </p:sp>
      <p:sp>
        <p:nvSpPr>
          <p:cNvPr id="5" name="Date Placeholder 3">
            <a:extLst>
              <a:ext uri="{FF2B5EF4-FFF2-40B4-BE49-F238E27FC236}">
                <a16:creationId xmlns:a16="http://schemas.microsoft.com/office/drawing/2014/main" id="{1DEF70B2-0745-ADCC-681D-A1C4C96E7B0E}"/>
              </a:ext>
            </a:extLst>
          </p:cNvPr>
          <p:cNvSpPr>
            <a:spLocks noGrp="1"/>
          </p:cNvSpPr>
          <p:nvPr>
            <p:ph type="dt" sz="half" idx="10"/>
          </p:nvPr>
        </p:nvSpPr>
        <p:spPr/>
        <p:txBody>
          <a:bodyPr/>
          <a:lstStyle>
            <a:lvl1pPr>
              <a:defRPr/>
            </a:lvl1pPr>
          </a:lstStyle>
          <a:p>
            <a:pPr>
              <a:defRPr/>
            </a:pPr>
            <a:fld id="{D04E887F-AF35-CF4E-B080-4D66BDA259E3}" type="datetimeFigureOut">
              <a:rPr lang="en-US"/>
              <a:pPr>
                <a:defRPr/>
              </a:pPr>
              <a:t>11/26/24</a:t>
            </a:fld>
            <a:endParaRPr lang="en-US"/>
          </a:p>
        </p:txBody>
      </p:sp>
      <p:sp>
        <p:nvSpPr>
          <p:cNvPr id="6" name="Footer Placeholder 4">
            <a:extLst>
              <a:ext uri="{FF2B5EF4-FFF2-40B4-BE49-F238E27FC236}">
                <a16:creationId xmlns:a16="http://schemas.microsoft.com/office/drawing/2014/main" id="{81B67D47-53F9-3EFF-0309-496135C37499}"/>
              </a:ext>
            </a:extLst>
          </p:cNvPr>
          <p:cNvSpPr>
            <a:spLocks noGrp="1"/>
          </p:cNvSpPr>
          <p:nvPr>
            <p:ph type="ftr" sz="quarter" idx="11"/>
          </p:nvPr>
        </p:nvSpPr>
        <p:spPr/>
        <p:txBody>
          <a:bodyPr/>
          <a:lstStyle>
            <a:lvl1pPr>
              <a:defRPr/>
            </a:lvl1pPr>
          </a:lstStyle>
          <a:p>
            <a:pPr>
              <a:defRPr/>
            </a:pPr>
            <a:endParaRPr lang="en-US"/>
          </a:p>
        </p:txBody>
      </p:sp>
      <p:sp>
        <p:nvSpPr>
          <p:cNvPr id="7" name="Slide Number Placeholder 5">
            <a:extLst>
              <a:ext uri="{FF2B5EF4-FFF2-40B4-BE49-F238E27FC236}">
                <a16:creationId xmlns:a16="http://schemas.microsoft.com/office/drawing/2014/main" id="{84AAAE91-784D-B6AF-0318-E216EA96952E}"/>
              </a:ext>
            </a:extLst>
          </p:cNvPr>
          <p:cNvSpPr>
            <a:spLocks noGrp="1"/>
          </p:cNvSpPr>
          <p:nvPr>
            <p:ph type="sldNum" sz="quarter" idx="12"/>
          </p:nvPr>
        </p:nvSpPr>
        <p:spPr/>
        <p:txBody>
          <a:bodyPr/>
          <a:lstStyle>
            <a:lvl1pPr>
              <a:defRPr/>
            </a:lvl1pPr>
          </a:lstStyle>
          <a:p>
            <a:pPr>
              <a:defRPr/>
            </a:pPr>
            <a:fld id="{9E3C9FEA-8909-8245-9A32-CCFC8BC2D557}" type="slidenum">
              <a:rPr lang="en-US"/>
              <a:pPr>
                <a:defRPr/>
              </a:pPr>
              <a:t>‹#›</a:t>
            </a:fld>
            <a:endParaRPr lang="en-US"/>
          </a:p>
        </p:txBody>
      </p:sp>
    </p:spTree>
    <p:extLst>
      <p:ext uri="{BB962C8B-B14F-4D97-AF65-F5344CB8AC3E}">
        <p14:creationId xmlns:p14="http://schemas.microsoft.com/office/powerpoint/2010/main" val="1237327405"/>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4" name="Rectangle 7">
            <a:extLst>
              <a:ext uri="{FF2B5EF4-FFF2-40B4-BE49-F238E27FC236}">
                <a16:creationId xmlns:a16="http://schemas.microsoft.com/office/drawing/2014/main" id="{DF6BBE0E-6B10-6D09-AEFC-A715AFD4CD10}"/>
              </a:ext>
            </a:extLst>
          </p:cNvPr>
          <p:cNvSpPr>
            <a:spLocks noChangeAspect="1"/>
          </p:cNvSpPr>
          <p:nvPr/>
        </p:nvSpPr>
        <p:spPr>
          <a:xfrm>
            <a:off x="336550" y="5141913"/>
            <a:ext cx="8467725" cy="1258887"/>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sp>
      <p:sp>
        <p:nvSpPr>
          <p:cNvPr id="2" name="Title 1"/>
          <p:cNvSpPr>
            <a:spLocks noGrp="1"/>
          </p:cNvSpPr>
          <p:nvPr>
            <p:ph type="title"/>
          </p:nvPr>
        </p:nvSpPr>
        <p:spPr>
          <a:xfrm>
            <a:off x="435895" y="3043911"/>
            <a:ext cx="8272211" cy="1497507"/>
          </a:xfrm>
        </p:spPr>
        <p:txBody>
          <a:bodyPr/>
          <a:lstStyle>
            <a:lvl1pPr algn="l">
              <a:defRPr sz="2700" b="0" cap="all">
                <a:solidFill>
                  <a:schemeClr val="accent1"/>
                </a:solidFill>
              </a:defRPr>
            </a:lvl1pPr>
          </a:lstStyle>
          <a:p>
            <a:r>
              <a:rPr lang="zh-CN" altLang="en-US"/>
              <a:t>单击此处编辑母版标题样式</a:t>
            </a:r>
            <a:endParaRPr lang="en-US" dirty="0"/>
          </a:p>
        </p:txBody>
      </p:sp>
      <p:sp>
        <p:nvSpPr>
          <p:cNvPr id="3" name="Text Placeholder 2"/>
          <p:cNvSpPr>
            <a:spLocks noGrp="1"/>
          </p:cNvSpPr>
          <p:nvPr>
            <p:ph type="body" idx="1"/>
          </p:nvPr>
        </p:nvSpPr>
        <p:spPr>
          <a:xfrm>
            <a:off x="435895" y="4541417"/>
            <a:ext cx="8272211" cy="600556"/>
          </a:xfrm>
        </p:spPr>
        <p:txBody>
          <a:bodyPr anchor="t"/>
          <a:lstStyle>
            <a:lvl1pPr marL="0" indent="0" algn="l">
              <a:buNone/>
              <a:defRPr sz="1350" cap="all">
                <a:solidFill>
                  <a:schemeClr val="accent2"/>
                </a:solidFill>
              </a:defRPr>
            </a:lvl1pPr>
            <a:lvl2pPr marL="342900" indent="0">
              <a:buNone/>
              <a:defRPr sz="1350">
                <a:solidFill>
                  <a:schemeClr val="tx1">
                    <a:tint val="75000"/>
                  </a:schemeClr>
                </a:solidFill>
              </a:defRPr>
            </a:lvl2pPr>
            <a:lvl3pPr marL="685800" indent="0">
              <a:buNone/>
              <a:defRPr sz="1200">
                <a:solidFill>
                  <a:schemeClr val="tx1">
                    <a:tint val="75000"/>
                  </a:schemeClr>
                </a:solidFill>
              </a:defRPr>
            </a:lvl3pPr>
            <a:lvl4pPr marL="1028700" indent="0">
              <a:buNone/>
              <a:defRPr sz="1050">
                <a:solidFill>
                  <a:schemeClr val="tx1">
                    <a:tint val="75000"/>
                  </a:schemeClr>
                </a:solidFill>
              </a:defRPr>
            </a:lvl4pPr>
            <a:lvl5pPr marL="1371600" indent="0">
              <a:buNone/>
              <a:defRPr sz="1050">
                <a:solidFill>
                  <a:schemeClr val="tx1">
                    <a:tint val="75000"/>
                  </a:schemeClr>
                </a:solidFill>
              </a:defRPr>
            </a:lvl5pPr>
            <a:lvl6pPr marL="1714500" indent="0">
              <a:buNone/>
              <a:defRPr sz="1050">
                <a:solidFill>
                  <a:schemeClr val="tx1">
                    <a:tint val="75000"/>
                  </a:schemeClr>
                </a:solidFill>
              </a:defRPr>
            </a:lvl6pPr>
            <a:lvl7pPr marL="2057400" indent="0">
              <a:buNone/>
              <a:defRPr sz="1050">
                <a:solidFill>
                  <a:schemeClr val="tx1">
                    <a:tint val="75000"/>
                  </a:schemeClr>
                </a:solidFill>
              </a:defRPr>
            </a:lvl7pPr>
            <a:lvl8pPr marL="2400300" indent="0">
              <a:buNone/>
              <a:defRPr sz="1050">
                <a:solidFill>
                  <a:schemeClr val="tx1">
                    <a:tint val="75000"/>
                  </a:schemeClr>
                </a:solidFill>
              </a:defRPr>
            </a:lvl8pPr>
            <a:lvl9pPr marL="2743200" indent="0">
              <a:buNone/>
              <a:defRPr sz="1050">
                <a:solidFill>
                  <a:schemeClr val="tx1">
                    <a:tint val="75000"/>
                  </a:schemeClr>
                </a:solidFill>
              </a:defRPr>
            </a:lvl9pPr>
          </a:lstStyle>
          <a:p>
            <a:pPr lvl="0"/>
            <a:r>
              <a:rPr lang="zh-CN" altLang="en-US"/>
              <a:t>编辑母版文本样式
第二级
第三级
第四级
第五级</a:t>
            </a:r>
            <a:endParaRPr lang="en-US" dirty="0"/>
          </a:p>
        </p:txBody>
      </p:sp>
      <p:sp>
        <p:nvSpPr>
          <p:cNvPr id="5" name="Date Placeholder 3">
            <a:extLst>
              <a:ext uri="{FF2B5EF4-FFF2-40B4-BE49-F238E27FC236}">
                <a16:creationId xmlns:a16="http://schemas.microsoft.com/office/drawing/2014/main" id="{AFE81330-647C-A16D-535B-6F2DD242F647}"/>
              </a:ext>
            </a:extLst>
          </p:cNvPr>
          <p:cNvSpPr>
            <a:spLocks noGrp="1"/>
          </p:cNvSpPr>
          <p:nvPr>
            <p:ph type="dt" sz="half" idx="10"/>
          </p:nvPr>
        </p:nvSpPr>
        <p:spPr/>
        <p:txBody>
          <a:bodyPr/>
          <a:lstStyle>
            <a:lvl1pPr>
              <a:defRPr>
                <a:solidFill>
                  <a:schemeClr val="accent1">
                    <a:lumMod val="75000"/>
                    <a:lumOff val="25000"/>
                  </a:schemeClr>
                </a:solidFill>
              </a:defRPr>
            </a:lvl1pPr>
          </a:lstStyle>
          <a:p>
            <a:pPr>
              <a:defRPr/>
            </a:pPr>
            <a:fld id="{B358E381-3CF7-D342-9E8B-0D4A4EC42F9B}" type="datetimeFigureOut">
              <a:rPr lang="en-US"/>
              <a:pPr>
                <a:defRPr/>
              </a:pPr>
              <a:t>11/26/24</a:t>
            </a:fld>
            <a:endParaRPr lang="en-US"/>
          </a:p>
        </p:txBody>
      </p:sp>
      <p:sp>
        <p:nvSpPr>
          <p:cNvPr id="6" name="Footer Placeholder 4">
            <a:extLst>
              <a:ext uri="{FF2B5EF4-FFF2-40B4-BE49-F238E27FC236}">
                <a16:creationId xmlns:a16="http://schemas.microsoft.com/office/drawing/2014/main" id="{6A19858B-6608-740D-112A-0ABF58F7E1F1}"/>
              </a:ext>
            </a:extLst>
          </p:cNvPr>
          <p:cNvSpPr>
            <a:spLocks noGrp="1"/>
          </p:cNvSpPr>
          <p:nvPr>
            <p:ph type="ftr" sz="quarter" idx="11"/>
          </p:nvPr>
        </p:nvSpPr>
        <p:spPr/>
        <p:txBody>
          <a:bodyPr/>
          <a:lstStyle>
            <a:lvl1pPr>
              <a:defRPr>
                <a:solidFill>
                  <a:schemeClr val="accent1">
                    <a:lumMod val="75000"/>
                    <a:lumOff val="25000"/>
                  </a:schemeClr>
                </a:solidFill>
              </a:defRPr>
            </a:lvl1pPr>
          </a:lstStyle>
          <a:p>
            <a:pPr>
              <a:defRPr/>
            </a:pPr>
            <a:endParaRPr lang="en-US"/>
          </a:p>
        </p:txBody>
      </p:sp>
      <p:sp>
        <p:nvSpPr>
          <p:cNvPr id="7" name="Slide Number Placeholder 5">
            <a:extLst>
              <a:ext uri="{FF2B5EF4-FFF2-40B4-BE49-F238E27FC236}">
                <a16:creationId xmlns:a16="http://schemas.microsoft.com/office/drawing/2014/main" id="{01B40784-7811-59DC-75A7-D4FCF21099FE}"/>
              </a:ext>
            </a:extLst>
          </p:cNvPr>
          <p:cNvSpPr>
            <a:spLocks noGrp="1"/>
          </p:cNvSpPr>
          <p:nvPr>
            <p:ph type="sldNum" sz="quarter" idx="12"/>
          </p:nvPr>
        </p:nvSpPr>
        <p:spPr/>
        <p:txBody>
          <a:bodyPr/>
          <a:lstStyle>
            <a:lvl1pPr>
              <a:defRPr>
                <a:solidFill>
                  <a:schemeClr val="accent1">
                    <a:lumMod val="75000"/>
                    <a:lumOff val="25000"/>
                  </a:schemeClr>
                </a:solidFill>
              </a:defRPr>
            </a:lvl1pPr>
          </a:lstStyle>
          <a:p>
            <a:pPr>
              <a:defRPr/>
            </a:pPr>
            <a:fld id="{C92CF6AA-894C-0846-91FA-22C97A23DE7B}" type="slidenum">
              <a:rPr lang="en-US"/>
              <a:pPr>
                <a:defRPr/>
              </a:pPr>
              <a:t>‹#›</a:t>
            </a:fld>
            <a:endParaRPr lang="en-US"/>
          </a:p>
        </p:txBody>
      </p:sp>
    </p:spTree>
    <p:extLst>
      <p:ext uri="{BB962C8B-B14F-4D97-AF65-F5344CB8AC3E}">
        <p14:creationId xmlns:p14="http://schemas.microsoft.com/office/powerpoint/2010/main" val="1757478087"/>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5" name="Rectangle 7">
            <a:extLst>
              <a:ext uri="{FF2B5EF4-FFF2-40B4-BE49-F238E27FC236}">
                <a16:creationId xmlns:a16="http://schemas.microsoft.com/office/drawing/2014/main" id="{47B5F60A-2B7B-4441-322A-EAD92F192B73}"/>
              </a:ext>
            </a:extLst>
          </p:cNvPr>
          <p:cNvSpPr>
            <a:spLocks noChangeAspect="1"/>
          </p:cNvSpPr>
          <p:nvPr/>
        </p:nvSpPr>
        <p:spPr>
          <a:xfrm>
            <a:off x="334963" y="606425"/>
            <a:ext cx="8474075" cy="1258888"/>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sp>
      <p:sp>
        <p:nvSpPr>
          <p:cNvPr id="2" name="Title 1"/>
          <p:cNvSpPr>
            <a:spLocks noGrp="1"/>
          </p:cNvSpPr>
          <p:nvPr>
            <p:ph type="title"/>
          </p:nvPr>
        </p:nvSpPr>
        <p:spPr>
          <a:xfrm>
            <a:off x="435895" y="729658"/>
            <a:ext cx="8272212" cy="988332"/>
          </a:xfrm>
        </p:spPr>
        <p:txBody>
          <a:bodyPr/>
          <a:lstStyle/>
          <a:p>
            <a:r>
              <a:rPr lang="zh-CN" altLang="en-US"/>
              <a:t>单击此处编辑母版标题样式</a:t>
            </a:r>
            <a:endParaRPr lang="en-US" dirty="0"/>
          </a:p>
        </p:txBody>
      </p:sp>
      <p:sp>
        <p:nvSpPr>
          <p:cNvPr id="3" name="Content Placeholder 2"/>
          <p:cNvSpPr>
            <a:spLocks noGrp="1"/>
          </p:cNvSpPr>
          <p:nvPr>
            <p:ph sz="half" idx="1"/>
          </p:nvPr>
        </p:nvSpPr>
        <p:spPr>
          <a:xfrm>
            <a:off x="435895" y="2228004"/>
            <a:ext cx="4066793" cy="3633047"/>
          </a:xfrm>
        </p:spPr>
        <p:txBody>
          <a:bodyPr/>
          <a:lstStyle/>
          <a:p>
            <a:pPr lvl="0"/>
            <a:r>
              <a:rPr lang="zh-CN" altLang="en-US"/>
              <a:t>编辑母版文本样式
第二级
第三级
第四级
第五级</a:t>
            </a:r>
            <a:endParaRPr lang="en-US" dirty="0"/>
          </a:p>
        </p:txBody>
      </p:sp>
      <p:sp>
        <p:nvSpPr>
          <p:cNvPr id="4" name="Content Placeholder 3"/>
          <p:cNvSpPr>
            <a:spLocks noGrp="1"/>
          </p:cNvSpPr>
          <p:nvPr>
            <p:ph sz="half" idx="2"/>
          </p:nvPr>
        </p:nvSpPr>
        <p:spPr>
          <a:xfrm>
            <a:off x="4641313" y="2228004"/>
            <a:ext cx="4066794" cy="3633047"/>
          </a:xfrm>
        </p:spPr>
        <p:txBody>
          <a:bodyPr/>
          <a:lstStyle/>
          <a:p>
            <a:pPr lvl="0"/>
            <a:r>
              <a:rPr lang="zh-CN" altLang="en-US"/>
              <a:t>编辑母版文本样式
第二级
第三级
第四级
第五级</a:t>
            </a:r>
            <a:endParaRPr lang="en-US" dirty="0"/>
          </a:p>
        </p:txBody>
      </p:sp>
      <p:sp>
        <p:nvSpPr>
          <p:cNvPr id="6" name="Date Placeholder 4">
            <a:extLst>
              <a:ext uri="{FF2B5EF4-FFF2-40B4-BE49-F238E27FC236}">
                <a16:creationId xmlns:a16="http://schemas.microsoft.com/office/drawing/2014/main" id="{F7E264E2-EE9E-B7E5-E4B1-992D767F8D6A}"/>
              </a:ext>
            </a:extLst>
          </p:cNvPr>
          <p:cNvSpPr>
            <a:spLocks noGrp="1"/>
          </p:cNvSpPr>
          <p:nvPr>
            <p:ph type="dt" sz="half" idx="10"/>
          </p:nvPr>
        </p:nvSpPr>
        <p:spPr/>
        <p:txBody>
          <a:bodyPr/>
          <a:lstStyle>
            <a:lvl1pPr>
              <a:defRPr/>
            </a:lvl1pPr>
          </a:lstStyle>
          <a:p>
            <a:pPr>
              <a:defRPr/>
            </a:pPr>
            <a:fld id="{96AFAE86-0F2F-184F-9592-E7599494803C}" type="datetimeFigureOut">
              <a:rPr lang="en-US"/>
              <a:pPr>
                <a:defRPr/>
              </a:pPr>
              <a:t>11/26/24</a:t>
            </a:fld>
            <a:endParaRPr lang="en-US"/>
          </a:p>
        </p:txBody>
      </p:sp>
      <p:sp>
        <p:nvSpPr>
          <p:cNvPr id="7" name="Footer Placeholder 5">
            <a:extLst>
              <a:ext uri="{FF2B5EF4-FFF2-40B4-BE49-F238E27FC236}">
                <a16:creationId xmlns:a16="http://schemas.microsoft.com/office/drawing/2014/main" id="{EAFCFC40-EF77-08C7-C922-7ECA894E0F65}"/>
              </a:ext>
            </a:extLst>
          </p:cNvPr>
          <p:cNvSpPr>
            <a:spLocks noGrp="1"/>
          </p:cNvSpPr>
          <p:nvPr>
            <p:ph type="ftr" sz="quarter" idx="11"/>
          </p:nvPr>
        </p:nvSpPr>
        <p:spPr/>
        <p:txBody>
          <a:bodyPr/>
          <a:lstStyle>
            <a:lvl1pPr>
              <a:defRPr/>
            </a:lvl1pPr>
          </a:lstStyle>
          <a:p>
            <a:pPr>
              <a:defRPr/>
            </a:pPr>
            <a:endParaRPr lang="en-US"/>
          </a:p>
        </p:txBody>
      </p:sp>
      <p:sp>
        <p:nvSpPr>
          <p:cNvPr id="8" name="Slide Number Placeholder 6">
            <a:extLst>
              <a:ext uri="{FF2B5EF4-FFF2-40B4-BE49-F238E27FC236}">
                <a16:creationId xmlns:a16="http://schemas.microsoft.com/office/drawing/2014/main" id="{0535BDC2-8183-BA9A-C194-46A4BD9520B8}"/>
              </a:ext>
            </a:extLst>
          </p:cNvPr>
          <p:cNvSpPr>
            <a:spLocks noGrp="1"/>
          </p:cNvSpPr>
          <p:nvPr>
            <p:ph type="sldNum" sz="quarter" idx="12"/>
          </p:nvPr>
        </p:nvSpPr>
        <p:spPr/>
        <p:txBody>
          <a:bodyPr/>
          <a:lstStyle>
            <a:lvl1pPr>
              <a:defRPr/>
            </a:lvl1pPr>
          </a:lstStyle>
          <a:p>
            <a:pPr>
              <a:defRPr/>
            </a:pPr>
            <a:fld id="{44BF8263-3B13-9E4A-9786-B34C41D336FE}" type="slidenum">
              <a:rPr lang="en-US"/>
              <a:pPr>
                <a:defRPr/>
              </a:pPr>
              <a:t>‹#›</a:t>
            </a:fld>
            <a:endParaRPr lang="en-US"/>
          </a:p>
        </p:txBody>
      </p:sp>
    </p:spTree>
    <p:extLst>
      <p:ext uri="{BB962C8B-B14F-4D97-AF65-F5344CB8AC3E}">
        <p14:creationId xmlns:p14="http://schemas.microsoft.com/office/powerpoint/2010/main" val="2656523665"/>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Rectangle 10">
            <a:extLst>
              <a:ext uri="{FF2B5EF4-FFF2-40B4-BE49-F238E27FC236}">
                <a16:creationId xmlns:a16="http://schemas.microsoft.com/office/drawing/2014/main" id="{123EE956-2057-3BD8-917B-F7D598926E5B}"/>
              </a:ext>
            </a:extLst>
          </p:cNvPr>
          <p:cNvSpPr>
            <a:spLocks noChangeAspect="1"/>
          </p:cNvSpPr>
          <p:nvPr/>
        </p:nvSpPr>
        <p:spPr>
          <a:xfrm>
            <a:off x="334963" y="606425"/>
            <a:ext cx="8474075" cy="1258888"/>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sp>
      <p:sp>
        <p:nvSpPr>
          <p:cNvPr id="12" name="Title 1"/>
          <p:cNvSpPr>
            <a:spLocks noGrp="1"/>
          </p:cNvSpPr>
          <p:nvPr>
            <p:ph type="title"/>
          </p:nvPr>
        </p:nvSpPr>
        <p:spPr>
          <a:xfrm>
            <a:off x="435895" y="729658"/>
            <a:ext cx="8272212" cy="988332"/>
          </a:xfrm>
        </p:spPr>
        <p:txBody>
          <a:bodyPr/>
          <a:lstStyle/>
          <a:p>
            <a:r>
              <a:rPr lang="zh-CN" altLang="en-US"/>
              <a:t>单击此处编辑母版标题样式</a:t>
            </a:r>
            <a:endParaRPr lang="en-US" dirty="0"/>
          </a:p>
        </p:txBody>
      </p:sp>
      <p:sp>
        <p:nvSpPr>
          <p:cNvPr id="3" name="Text Placeholder 2"/>
          <p:cNvSpPr>
            <a:spLocks noGrp="1"/>
          </p:cNvSpPr>
          <p:nvPr>
            <p:ph type="body" idx="1"/>
          </p:nvPr>
        </p:nvSpPr>
        <p:spPr>
          <a:xfrm>
            <a:off x="665415" y="2250893"/>
            <a:ext cx="3815306" cy="536005"/>
          </a:xfrm>
        </p:spPr>
        <p:txBody>
          <a:bodyPr anchor="b">
            <a:noAutofit/>
          </a:bodyPr>
          <a:lstStyle>
            <a:lvl1pPr marL="0" indent="0">
              <a:buNone/>
              <a:defRPr sz="1650" b="0">
                <a:solidFill>
                  <a:schemeClr val="accent2"/>
                </a:solidFill>
              </a:defRPr>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zh-CN" altLang="en-US"/>
              <a:t>编辑母版文本样式
第二级
第三级
第四级
第五级</a:t>
            </a:r>
            <a:endParaRPr lang="en-US" dirty="0"/>
          </a:p>
        </p:txBody>
      </p:sp>
      <p:sp>
        <p:nvSpPr>
          <p:cNvPr id="4" name="Content Placeholder 3"/>
          <p:cNvSpPr>
            <a:spLocks noGrp="1"/>
          </p:cNvSpPr>
          <p:nvPr>
            <p:ph sz="half" idx="2"/>
          </p:nvPr>
        </p:nvSpPr>
        <p:spPr>
          <a:xfrm>
            <a:off x="435896" y="2926053"/>
            <a:ext cx="4044825" cy="2934999"/>
          </a:xfrm>
        </p:spPr>
        <p:txBody>
          <a:bodyPr anchor="t"/>
          <a:lstStyle/>
          <a:p>
            <a:pPr lvl="0"/>
            <a:r>
              <a:rPr lang="zh-CN" altLang="en-US"/>
              <a:t>编辑母版文本样式
第二级
第三级
第四级
第五级</a:t>
            </a:r>
            <a:endParaRPr lang="en-US" dirty="0"/>
          </a:p>
        </p:txBody>
      </p:sp>
      <p:sp>
        <p:nvSpPr>
          <p:cNvPr id="5" name="Text Placeholder 4"/>
          <p:cNvSpPr>
            <a:spLocks noGrp="1"/>
          </p:cNvSpPr>
          <p:nvPr>
            <p:ph type="body" sz="quarter" idx="3"/>
          </p:nvPr>
        </p:nvSpPr>
        <p:spPr>
          <a:xfrm>
            <a:off x="4892802" y="2250893"/>
            <a:ext cx="3815305" cy="553373"/>
          </a:xfrm>
        </p:spPr>
        <p:txBody>
          <a:bodyPr anchor="b">
            <a:noAutofit/>
          </a:bodyPr>
          <a:lstStyle>
            <a:lvl1pPr marL="0" indent="0">
              <a:buNone/>
              <a:defRPr sz="1650" b="0">
                <a:solidFill>
                  <a:schemeClr val="accent2"/>
                </a:solidFill>
              </a:defRPr>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zh-CN" altLang="en-US"/>
              <a:t>编辑母版文本样式
第二级
第三级
第四级
第五级</a:t>
            </a:r>
            <a:endParaRPr lang="en-US" dirty="0"/>
          </a:p>
        </p:txBody>
      </p:sp>
      <p:sp>
        <p:nvSpPr>
          <p:cNvPr id="6" name="Content Placeholder 5"/>
          <p:cNvSpPr>
            <a:spLocks noGrp="1"/>
          </p:cNvSpPr>
          <p:nvPr>
            <p:ph sz="quarter" idx="4"/>
          </p:nvPr>
        </p:nvSpPr>
        <p:spPr>
          <a:xfrm>
            <a:off x="4663282" y="2926053"/>
            <a:ext cx="4044825" cy="2934999"/>
          </a:xfrm>
        </p:spPr>
        <p:txBody>
          <a:bodyPr anchor="t"/>
          <a:lstStyle/>
          <a:p>
            <a:pPr lvl="0"/>
            <a:r>
              <a:rPr lang="zh-CN" altLang="en-US"/>
              <a:t>编辑母版文本样式
第二级
第三级
第四级
第五级</a:t>
            </a:r>
            <a:endParaRPr lang="en-US" dirty="0"/>
          </a:p>
        </p:txBody>
      </p:sp>
      <p:sp>
        <p:nvSpPr>
          <p:cNvPr id="7" name="Date Placeholder 6">
            <a:extLst>
              <a:ext uri="{FF2B5EF4-FFF2-40B4-BE49-F238E27FC236}">
                <a16:creationId xmlns:a16="http://schemas.microsoft.com/office/drawing/2014/main" id="{23EEA767-9B7A-F0C0-40A2-3F519678A78F}"/>
              </a:ext>
            </a:extLst>
          </p:cNvPr>
          <p:cNvSpPr>
            <a:spLocks noGrp="1"/>
          </p:cNvSpPr>
          <p:nvPr>
            <p:ph type="dt" sz="half" idx="10"/>
          </p:nvPr>
        </p:nvSpPr>
        <p:spPr/>
        <p:txBody>
          <a:bodyPr/>
          <a:lstStyle>
            <a:lvl1pPr>
              <a:defRPr/>
            </a:lvl1pPr>
          </a:lstStyle>
          <a:p>
            <a:pPr>
              <a:defRPr/>
            </a:pPr>
            <a:fld id="{D1EEC54C-8402-BD49-AAF9-4D81CB28F6B1}" type="datetimeFigureOut">
              <a:rPr lang="en-US"/>
              <a:pPr>
                <a:defRPr/>
              </a:pPr>
              <a:t>11/26/24</a:t>
            </a:fld>
            <a:endParaRPr lang="en-US"/>
          </a:p>
        </p:txBody>
      </p:sp>
      <p:sp>
        <p:nvSpPr>
          <p:cNvPr id="8" name="Footer Placeholder 7">
            <a:extLst>
              <a:ext uri="{FF2B5EF4-FFF2-40B4-BE49-F238E27FC236}">
                <a16:creationId xmlns:a16="http://schemas.microsoft.com/office/drawing/2014/main" id="{13A7DA3D-3F87-87C9-932C-9873ADD08E18}"/>
              </a:ext>
            </a:extLst>
          </p:cNvPr>
          <p:cNvSpPr>
            <a:spLocks noGrp="1"/>
          </p:cNvSpPr>
          <p:nvPr>
            <p:ph type="ftr" sz="quarter" idx="11"/>
          </p:nvPr>
        </p:nvSpPr>
        <p:spPr/>
        <p:txBody>
          <a:bodyPr/>
          <a:lstStyle>
            <a:lvl1pPr>
              <a:defRPr/>
            </a:lvl1pPr>
          </a:lstStyle>
          <a:p>
            <a:pPr>
              <a:defRPr/>
            </a:pPr>
            <a:endParaRPr lang="en-US"/>
          </a:p>
        </p:txBody>
      </p:sp>
      <p:sp>
        <p:nvSpPr>
          <p:cNvPr id="9" name="Slide Number Placeholder 8">
            <a:extLst>
              <a:ext uri="{FF2B5EF4-FFF2-40B4-BE49-F238E27FC236}">
                <a16:creationId xmlns:a16="http://schemas.microsoft.com/office/drawing/2014/main" id="{8B9EA604-2FEF-1C67-35D0-E3B26D2BA0A6}"/>
              </a:ext>
            </a:extLst>
          </p:cNvPr>
          <p:cNvSpPr>
            <a:spLocks noGrp="1"/>
          </p:cNvSpPr>
          <p:nvPr>
            <p:ph type="sldNum" sz="quarter" idx="12"/>
          </p:nvPr>
        </p:nvSpPr>
        <p:spPr/>
        <p:txBody>
          <a:bodyPr/>
          <a:lstStyle>
            <a:lvl1pPr>
              <a:defRPr/>
            </a:lvl1pPr>
          </a:lstStyle>
          <a:p>
            <a:pPr>
              <a:defRPr/>
            </a:pPr>
            <a:fld id="{2F05867E-BB0C-CD48-BA8B-2A5F73F4E8CF}" type="slidenum">
              <a:rPr lang="en-US"/>
              <a:pPr>
                <a:defRPr/>
              </a:pPr>
              <a:t>‹#›</a:t>
            </a:fld>
            <a:endParaRPr lang="en-US"/>
          </a:p>
        </p:txBody>
      </p:sp>
    </p:spTree>
    <p:extLst>
      <p:ext uri="{BB962C8B-B14F-4D97-AF65-F5344CB8AC3E}">
        <p14:creationId xmlns:p14="http://schemas.microsoft.com/office/powerpoint/2010/main" val="258720897"/>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Rectangle 6">
            <a:extLst>
              <a:ext uri="{FF2B5EF4-FFF2-40B4-BE49-F238E27FC236}">
                <a16:creationId xmlns:a16="http://schemas.microsoft.com/office/drawing/2014/main" id="{4EE9052D-15A6-D253-A793-FF99DD2BBE6A}"/>
              </a:ext>
            </a:extLst>
          </p:cNvPr>
          <p:cNvSpPr>
            <a:spLocks noChangeAspect="1"/>
          </p:cNvSpPr>
          <p:nvPr/>
        </p:nvSpPr>
        <p:spPr>
          <a:xfrm>
            <a:off x="330200" y="606425"/>
            <a:ext cx="8475663" cy="1258888"/>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sp>
      <p:sp>
        <p:nvSpPr>
          <p:cNvPr id="8" name="Title 1"/>
          <p:cNvSpPr>
            <a:spLocks noGrp="1"/>
          </p:cNvSpPr>
          <p:nvPr>
            <p:ph type="title"/>
          </p:nvPr>
        </p:nvSpPr>
        <p:spPr>
          <a:xfrm>
            <a:off x="431921" y="729658"/>
            <a:ext cx="8272212" cy="988332"/>
          </a:xfrm>
        </p:spPr>
        <p:txBody>
          <a:bodyPr/>
          <a:lstStyle/>
          <a:p>
            <a:r>
              <a:rPr lang="zh-CN" altLang="en-US"/>
              <a:t>单击此处编辑母版标题样式</a:t>
            </a:r>
            <a:endParaRPr lang="en-US" dirty="0"/>
          </a:p>
        </p:txBody>
      </p:sp>
      <p:sp>
        <p:nvSpPr>
          <p:cNvPr id="3" name="Date Placeholder 2">
            <a:extLst>
              <a:ext uri="{FF2B5EF4-FFF2-40B4-BE49-F238E27FC236}">
                <a16:creationId xmlns:a16="http://schemas.microsoft.com/office/drawing/2014/main" id="{0D184D3D-3EF3-EF2F-81E1-C25F8557C4D5}"/>
              </a:ext>
            </a:extLst>
          </p:cNvPr>
          <p:cNvSpPr>
            <a:spLocks noGrp="1"/>
          </p:cNvSpPr>
          <p:nvPr>
            <p:ph type="dt" sz="half" idx="10"/>
          </p:nvPr>
        </p:nvSpPr>
        <p:spPr/>
        <p:txBody>
          <a:bodyPr/>
          <a:lstStyle>
            <a:lvl1pPr>
              <a:defRPr/>
            </a:lvl1pPr>
          </a:lstStyle>
          <a:p>
            <a:pPr>
              <a:defRPr/>
            </a:pPr>
            <a:fld id="{B6598113-5B17-BE4B-8EDC-67B83F10E45D}" type="datetimeFigureOut">
              <a:rPr lang="en-US"/>
              <a:pPr>
                <a:defRPr/>
              </a:pPr>
              <a:t>11/26/24</a:t>
            </a:fld>
            <a:endParaRPr lang="en-US"/>
          </a:p>
        </p:txBody>
      </p:sp>
      <p:sp>
        <p:nvSpPr>
          <p:cNvPr id="4" name="Footer Placeholder 3">
            <a:extLst>
              <a:ext uri="{FF2B5EF4-FFF2-40B4-BE49-F238E27FC236}">
                <a16:creationId xmlns:a16="http://schemas.microsoft.com/office/drawing/2014/main" id="{1C4C43AE-0DF5-C429-51D4-160684789242}"/>
              </a:ext>
            </a:extLst>
          </p:cNvPr>
          <p:cNvSpPr>
            <a:spLocks noGrp="1"/>
          </p:cNvSpPr>
          <p:nvPr>
            <p:ph type="ftr" sz="quarter" idx="11"/>
          </p:nvPr>
        </p:nvSpPr>
        <p:spPr/>
        <p:txBody>
          <a:bodyPr/>
          <a:lstStyle>
            <a:lvl1pPr>
              <a:defRPr/>
            </a:lvl1pPr>
          </a:lstStyle>
          <a:p>
            <a:pPr>
              <a:defRPr/>
            </a:pPr>
            <a:endParaRPr lang="en-US"/>
          </a:p>
        </p:txBody>
      </p:sp>
      <p:sp>
        <p:nvSpPr>
          <p:cNvPr id="5" name="Slide Number Placeholder 4">
            <a:extLst>
              <a:ext uri="{FF2B5EF4-FFF2-40B4-BE49-F238E27FC236}">
                <a16:creationId xmlns:a16="http://schemas.microsoft.com/office/drawing/2014/main" id="{4BD0C0E3-E2C9-995E-4DDD-5AA79CA62580}"/>
              </a:ext>
            </a:extLst>
          </p:cNvPr>
          <p:cNvSpPr>
            <a:spLocks noGrp="1"/>
          </p:cNvSpPr>
          <p:nvPr>
            <p:ph type="sldNum" sz="quarter" idx="12"/>
          </p:nvPr>
        </p:nvSpPr>
        <p:spPr/>
        <p:txBody>
          <a:bodyPr/>
          <a:lstStyle>
            <a:lvl1pPr>
              <a:defRPr/>
            </a:lvl1pPr>
          </a:lstStyle>
          <a:p>
            <a:pPr>
              <a:defRPr/>
            </a:pPr>
            <a:fld id="{04264E51-E653-9444-ADCB-37CB5BFE65D2}" type="slidenum">
              <a:rPr lang="en-US"/>
              <a:pPr>
                <a:defRPr/>
              </a:pPr>
              <a:t>‹#›</a:t>
            </a:fld>
            <a:endParaRPr lang="en-US"/>
          </a:p>
        </p:txBody>
      </p:sp>
    </p:spTree>
    <p:extLst>
      <p:ext uri="{BB962C8B-B14F-4D97-AF65-F5344CB8AC3E}">
        <p14:creationId xmlns:p14="http://schemas.microsoft.com/office/powerpoint/2010/main" val="3572487925"/>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Date Placeholder 3">
            <a:extLst>
              <a:ext uri="{FF2B5EF4-FFF2-40B4-BE49-F238E27FC236}">
                <a16:creationId xmlns:a16="http://schemas.microsoft.com/office/drawing/2014/main" id="{5056C664-6164-40F7-177D-001B7BA848E5}"/>
              </a:ext>
            </a:extLst>
          </p:cNvPr>
          <p:cNvSpPr>
            <a:spLocks noGrp="1"/>
          </p:cNvSpPr>
          <p:nvPr>
            <p:ph type="dt" sz="half" idx="10"/>
          </p:nvPr>
        </p:nvSpPr>
        <p:spPr/>
        <p:txBody>
          <a:bodyPr/>
          <a:lstStyle>
            <a:lvl1pPr>
              <a:defRPr/>
            </a:lvl1pPr>
          </a:lstStyle>
          <a:p>
            <a:pPr>
              <a:defRPr/>
            </a:pPr>
            <a:fld id="{CD5D6BE9-EC42-C34C-9B2B-B5E969818D0B}" type="datetimeFigureOut">
              <a:rPr lang="en-US"/>
              <a:pPr>
                <a:defRPr/>
              </a:pPr>
              <a:t>11/26/24</a:t>
            </a:fld>
            <a:endParaRPr lang="en-US"/>
          </a:p>
        </p:txBody>
      </p:sp>
      <p:sp>
        <p:nvSpPr>
          <p:cNvPr id="3" name="Footer Placeholder 4">
            <a:extLst>
              <a:ext uri="{FF2B5EF4-FFF2-40B4-BE49-F238E27FC236}">
                <a16:creationId xmlns:a16="http://schemas.microsoft.com/office/drawing/2014/main" id="{B6367391-FD49-F41D-76F2-7974699E7C5F}"/>
              </a:ext>
            </a:extLst>
          </p:cNvPr>
          <p:cNvSpPr>
            <a:spLocks noGrp="1"/>
          </p:cNvSpPr>
          <p:nvPr>
            <p:ph type="ftr" sz="quarter" idx="11"/>
          </p:nvPr>
        </p:nvSpPr>
        <p:spPr/>
        <p:txBody>
          <a:bodyPr/>
          <a:lstStyle>
            <a:lvl1pPr>
              <a:defRPr/>
            </a:lvl1pPr>
          </a:lstStyle>
          <a:p>
            <a:pPr>
              <a:defRPr/>
            </a:pPr>
            <a:endParaRPr lang="en-US"/>
          </a:p>
        </p:txBody>
      </p:sp>
      <p:sp>
        <p:nvSpPr>
          <p:cNvPr id="4" name="Slide Number Placeholder 5">
            <a:extLst>
              <a:ext uri="{FF2B5EF4-FFF2-40B4-BE49-F238E27FC236}">
                <a16:creationId xmlns:a16="http://schemas.microsoft.com/office/drawing/2014/main" id="{E0E39B41-80C0-ACB3-1F1C-2057BC46F9E7}"/>
              </a:ext>
            </a:extLst>
          </p:cNvPr>
          <p:cNvSpPr>
            <a:spLocks noGrp="1"/>
          </p:cNvSpPr>
          <p:nvPr>
            <p:ph type="sldNum" sz="quarter" idx="12"/>
          </p:nvPr>
        </p:nvSpPr>
        <p:spPr/>
        <p:txBody>
          <a:bodyPr/>
          <a:lstStyle>
            <a:lvl1pPr>
              <a:defRPr/>
            </a:lvl1pPr>
          </a:lstStyle>
          <a:p>
            <a:pPr>
              <a:defRPr/>
            </a:pPr>
            <a:fld id="{ED8DB171-5187-414A-82D2-C034DE58DDF0}" type="slidenum">
              <a:rPr lang="en-US"/>
              <a:pPr>
                <a:defRPr/>
              </a:pPr>
              <a:t>‹#›</a:t>
            </a:fld>
            <a:endParaRPr lang="en-US"/>
          </a:p>
        </p:txBody>
      </p:sp>
    </p:spTree>
    <p:extLst>
      <p:ext uri="{BB962C8B-B14F-4D97-AF65-F5344CB8AC3E}">
        <p14:creationId xmlns:p14="http://schemas.microsoft.com/office/powerpoint/2010/main" val="953907963"/>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5" name="Rectangle 8">
            <a:extLst>
              <a:ext uri="{FF2B5EF4-FFF2-40B4-BE49-F238E27FC236}">
                <a16:creationId xmlns:a16="http://schemas.microsoft.com/office/drawing/2014/main" id="{69560A67-ABB1-64EC-9540-3B8ACEFFA2A1}"/>
              </a:ext>
            </a:extLst>
          </p:cNvPr>
          <p:cNvSpPr>
            <a:spLocks noChangeAspect="1"/>
          </p:cNvSpPr>
          <p:nvPr/>
        </p:nvSpPr>
        <p:spPr>
          <a:xfrm>
            <a:off x="336550" y="5141913"/>
            <a:ext cx="8472488" cy="1274762"/>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sp>
      <p:sp>
        <p:nvSpPr>
          <p:cNvPr id="2" name="Title 1"/>
          <p:cNvSpPr>
            <a:spLocks noGrp="1"/>
          </p:cNvSpPr>
          <p:nvPr>
            <p:ph type="title"/>
          </p:nvPr>
        </p:nvSpPr>
        <p:spPr>
          <a:xfrm>
            <a:off x="435894" y="5262296"/>
            <a:ext cx="3682084" cy="689514"/>
          </a:xfrm>
        </p:spPr>
        <p:txBody>
          <a:bodyPr anchor="ctr"/>
          <a:lstStyle>
            <a:lvl1pPr algn="l">
              <a:defRPr sz="1500" b="0">
                <a:solidFill>
                  <a:schemeClr val="accent1">
                    <a:lumMod val="75000"/>
                    <a:lumOff val="25000"/>
                  </a:schemeClr>
                </a:solidFill>
              </a:defRPr>
            </a:lvl1pPr>
          </a:lstStyle>
          <a:p>
            <a:r>
              <a:rPr lang="zh-CN" altLang="en-US"/>
              <a:t>单击此处编辑母版标题样式</a:t>
            </a:r>
            <a:endParaRPr lang="en-US" dirty="0"/>
          </a:p>
        </p:txBody>
      </p:sp>
      <p:sp>
        <p:nvSpPr>
          <p:cNvPr id="3" name="Content Placeholder 2"/>
          <p:cNvSpPr>
            <a:spLocks noGrp="1"/>
          </p:cNvSpPr>
          <p:nvPr>
            <p:ph idx="1"/>
          </p:nvPr>
        </p:nvSpPr>
        <p:spPr>
          <a:xfrm>
            <a:off x="335862" y="601200"/>
            <a:ext cx="8469630" cy="4204800"/>
          </a:xfrm>
        </p:spPr>
        <p:txBody>
          <a:bodyPr/>
          <a:lstStyle>
            <a:lvl1pPr>
              <a:defRPr sz="1500">
                <a:solidFill>
                  <a:schemeClr val="tx2"/>
                </a:solidFill>
              </a:defRPr>
            </a:lvl1pPr>
            <a:lvl2pPr>
              <a:defRPr sz="1350">
                <a:solidFill>
                  <a:schemeClr val="tx2"/>
                </a:solidFill>
              </a:defRPr>
            </a:lvl2pPr>
            <a:lvl3pPr>
              <a:defRPr sz="1200">
                <a:solidFill>
                  <a:schemeClr val="tx2"/>
                </a:solidFill>
              </a:defRPr>
            </a:lvl3pPr>
            <a:lvl4pPr>
              <a:defRPr sz="1050">
                <a:solidFill>
                  <a:schemeClr val="tx2"/>
                </a:solidFill>
              </a:defRPr>
            </a:lvl4pPr>
            <a:lvl5pPr>
              <a:defRPr sz="1050">
                <a:solidFill>
                  <a:schemeClr val="tx2"/>
                </a:solidFill>
              </a:defRPr>
            </a:lvl5pPr>
            <a:lvl6pPr>
              <a:defRPr sz="1050">
                <a:solidFill>
                  <a:schemeClr val="tx2"/>
                </a:solidFill>
              </a:defRPr>
            </a:lvl6pPr>
            <a:lvl7pPr>
              <a:defRPr sz="1050">
                <a:solidFill>
                  <a:schemeClr val="tx2"/>
                </a:solidFill>
              </a:defRPr>
            </a:lvl7pPr>
            <a:lvl8pPr>
              <a:defRPr sz="1050">
                <a:solidFill>
                  <a:schemeClr val="tx2"/>
                </a:solidFill>
              </a:defRPr>
            </a:lvl8pPr>
            <a:lvl9pPr>
              <a:defRPr sz="1050">
                <a:solidFill>
                  <a:schemeClr val="tx2"/>
                </a:solidFill>
              </a:defRPr>
            </a:lvl9pPr>
          </a:lstStyle>
          <a:p>
            <a:pPr lvl="0"/>
            <a:r>
              <a:rPr lang="zh-CN" altLang="en-US"/>
              <a:t>编辑母版文本样式
第二级
第三级
第四级
第五级</a:t>
            </a:r>
            <a:endParaRPr lang="en-US" dirty="0"/>
          </a:p>
        </p:txBody>
      </p:sp>
      <p:sp>
        <p:nvSpPr>
          <p:cNvPr id="4" name="Text Placeholder 3"/>
          <p:cNvSpPr>
            <a:spLocks noGrp="1"/>
          </p:cNvSpPr>
          <p:nvPr>
            <p:ph type="body" sz="half" idx="2"/>
          </p:nvPr>
        </p:nvSpPr>
        <p:spPr>
          <a:xfrm>
            <a:off x="4305618" y="5262297"/>
            <a:ext cx="4402490" cy="689515"/>
          </a:xfrm>
        </p:spPr>
        <p:txBody>
          <a:bodyPr/>
          <a:lstStyle>
            <a:lvl1pPr marL="0" indent="0" algn="r">
              <a:buNone/>
              <a:defRPr sz="825">
                <a:solidFill>
                  <a:schemeClr val="bg1"/>
                </a:solidFill>
              </a:defRPr>
            </a:lvl1pPr>
            <a:lvl2pPr marL="342900" indent="0">
              <a:buNone/>
              <a:defRPr sz="825"/>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zh-CN" altLang="en-US"/>
              <a:t>编辑母版文本样式
第二级
第三级
第四级
第五级</a:t>
            </a:r>
            <a:endParaRPr lang="en-US" dirty="0"/>
          </a:p>
        </p:txBody>
      </p:sp>
      <p:sp>
        <p:nvSpPr>
          <p:cNvPr id="6" name="Date Placeholder 4">
            <a:extLst>
              <a:ext uri="{FF2B5EF4-FFF2-40B4-BE49-F238E27FC236}">
                <a16:creationId xmlns:a16="http://schemas.microsoft.com/office/drawing/2014/main" id="{D731A36E-D895-C4A6-A138-D958553492EB}"/>
              </a:ext>
            </a:extLst>
          </p:cNvPr>
          <p:cNvSpPr>
            <a:spLocks noGrp="1"/>
          </p:cNvSpPr>
          <p:nvPr>
            <p:ph type="dt" sz="half" idx="10"/>
          </p:nvPr>
        </p:nvSpPr>
        <p:spPr/>
        <p:txBody>
          <a:bodyPr/>
          <a:lstStyle>
            <a:lvl1pPr>
              <a:defRPr>
                <a:solidFill>
                  <a:schemeClr val="accent1">
                    <a:lumMod val="75000"/>
                    <a:lumOff val="25000"/>
                  </a:schemeClr>
                </a:solidFill>
              </a:defRPr>
            </a:lvl1pPr>
          </a:lstStyle>
          <a:p>
            <a:pPr>
              <a:defRPr/>
            </a:pPr>
            <a:fld id="{272EEF41-C9E1-8546-ADF9-F0F8A7C8F027}" type="datetimeFigureOut">
              <a:rPr lang="en-US"/>
              <a:pPr>
                <a:defRPr/>
              </a:pPr>
              <a:t>11/26/24</a:t>
            </a:fld>
            <a:endParaRPr lang="en-US"/>
          </a:p>
        </p:txBody>
      </p:sp>
      <p:sp>
        <p:nvSpPr>
          <p:cNvPr id="7" name="Footer Placeholder 5">
            <a:extLst>
              <a:ext uri="{FF2B5EF4-FFF2-40B4-BE49-F238E27FC236}">
                <a16:creationId xmlns:a16="http://schemas.microsoft.com/office/drawing/2014/main" id="{44D4E9F3-9B79-D315-0851-D9DCE3F8281F}"/>
              </a:ext>
            </a:extLst>
          </p:cNvPr>
          <p:cNvSpPr>
            <a:spLocks noGrp="1"/>
          </p:cNvSpPr>
          <p:nvPr>
            <p:ph type="ftr" sz="quarter" idx="11"/>
          </p:nvPr>
        </p:nvSpPr>
        <p:spPr/>
        <p:txBody>
          <a:bodyPr/>
          <a:lstStyle>
            <a:lvl1pPr>
              <a:defRPr>
                <a:solidFill>
                  <a:schemeClr val="accent1">
                    <a:lumMod val="75000"/>
                    <a:lumOff val="25000"/>
                  </a:schemeClr>
                </a:solidFill>
              </a:defRPr>
            </a:lvl1pPr>
          </a:lstStyle>
          <a:p>
            <a:pPr>
              <a:defRPr/>
            </a:pPr>
            <a:endParaRPr lang="en-US"/>
          </a:p>
        </p:txBody>
      </p:sp>
      <p:sp>
        <p:nvSpPr>
          <p:cNvPr id="8" name="Slide Number Placeholder 6">
            <a:extLst>
              <a:ext uri="{FF2B5EF4-FFF2-40B4-BE49-F238E27FC236}">
                <a16:creationId xmlns:a16="http://schemas.microsoft.com/office/drawing/2014/main" id="{30817DE0-85D8-1D7B-A7B0-8D8C98707956}"/>
              </a:ext>
            </a:extLst>
          </p:cNvPr>
          <p:cNvSpPr>
            <a:spLocks noGrp="1"/>
          </p:cNvSpPr>
          <p:nvPr>
            <p:ph type="sldNum" sz="quarter" idx="12"/>
          </p:nvPr>
        </p:nvSpPr>
        <p:spPr/>
        <p:txBody>
          <a:bodyPr/>
          <a:lstStyle>
            <a:lvl1pPr>
              <a:defRPr>
                <a:solidFill>
                  <a:schemeClr val="accent1">
                    <a:lumMod val="75000"/>
                    <a:lumOff val="25000"/>
                  </a:schemeClr>
                </a:solidFill>
              </a:defRPr>
            </a:lvl1pPr>
          </a:lstStyle>
          <a:p>
            <a:pPr>
              <a:defRPr/>
            </a:pPr>
            <a:fld id="{C339C14C-C915-2745-B6A9-3DBD1506AB4F}" type="slidenum">
              <a:rPr lang="en-US"/>
              <a:pPr>
                <a:defRPr/>
              </a:pPr>
              <a:t>‹#›</a:t>
            </a:fld>
            <a:endParaRPr lang="en-US"/>
          </a:p>
        </p:txBody>
      </p:sp>
    </p:spTree>
    <p:extLst>
      <p:ext uri="{BB962C8B-B14F-4D97-AF65-F5344CB8AC3E}">
        <p14:creationId xmlns:p14="http://schemas.microsoft.com/office/powerpoint/2010/main" val="1798344437"/>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Title 1"/>
          <p:cNvSpPr>
            <a:spLocks noGrp="1"/>
          </p:cNvSpPr>
          <p:nvPr>
            <p:ph type="title"/>
          </p:nvPr>
        </p:nvSpPr>
        <p:spPr>
          <a:xfrm>
            <a:off x="435895" y="4693389"/>
            <a:ext cx="8272212" cy="566738"/>
          </a:xfrm>
        </p:spPr>
        <p:txBody>
          <a:bodyPr/>
          <a:lstStyle>
            <a:lvl1pPr algn="l">
              <a:defRPr sz="1800" b="0">
                <a:solidFill>
                  <a:schemeClr val="accent1"/>
                </a:solidFill>
              </a:defRPr>
            </a:lvl1pPr>
          </a:lstStyle>
          <a:p>
            <a:r>
              <a:rPr lang="zh-CN" altLang="en-US"/>
              <a:t>单击此处编辑母版标题样式</a:t>
            </a:r>
            <a:endParaRPr lang="en-US" dirty="0"/>
          </a:p>
        </p:txBody>
      </p:sp>
      <p:sp>
        <p:nvSpPr>
          <p:cNvPr id="3" name="Picture Placeholder 2"/>
          <p:cNvSpPr>
            <a:spLocks noGrp="1" noChangeAspect="1"/>
          </p:cNvSpPr>
          <p:nvPr>
            <p:ph type="pic" idx="1"/>
          </p:nvPr>
        </p:nvSpPr>
        <p:spPr>
          <a:xfrm>
            <a:off x="335863" y="599725"/>
            <a:ext cx="8468144" cy="3557252"/>
          </a:xfrm>
        </p:spPr>
        <p:txBody>
          <a:bodyPr rtlCol="0" anchor="t">
            <a:normAutofit/>
          </a:bodyPr>
          <a:lstStyle>
            <a:lvl1pPr marL="0" indent="0" algn="ctr">
              <a:buNone/>
              <a:defRPr sz="1200"/>
            </a:lvl1pPr>
            <a:lvl2pPr marL="342900" indent="0">
              <a:buNone/>
              <a:defRPr sz="1200"/>
            </a:lvl2pPr>
            <a:lvl3pPr marL="685800" indent="0">
              <a:buNone/>
              <a:defRPr sz="1200"/>
            </a:lvl3pPr>
            <a:lvl4pPr marL="1028700" indent="0">
              <a:buNone/>
              <a:defRPr sz="1200"/>
            </a:lvl4pPr>
            <a:lvl5pPr marL="1371600" indent="0">
              <a:buNone/>
              <a:defRPr sz="1200"/>
            </a:lvl5pPr>
            <a:lvl6pPr marL="1714500" indent="0">
              <a:buNone/>
              <a:defRPr sz="1200"/>
            </a:lvl6pPr>
            <a:lvl7pPr marL="2057400" indent="0">
              <a:buNone/>
              <a:defRPr sz="1200"/>
            </a:lvl7pPr>
            <a:lvl8pPr marL="2400300" indent="0">
              <a:buNone/>
              <a:defRPr sz="1200"/>
            </a:lvl8pPr>
            <a:lvl9pPr marL="2743200" indent="0">
              <a:buNone/>
              <a:defRPr sz="1200"/>
            </a:lvl9pPr>
          </a:lstStyle>
          <a:p>
            <a:pPr lvl="0"/>
            <a:r>
              <a:rPr lang="zh-CN" altLang="en-US" noProof="0"/>
              <a:t>单击图标添加图片</a:t>
            </a:r>
            <a:endParaRPr lang="en-US" noProof="0" dirty="0"/>
          </a:p>
        </p:txBody>
      </p:sp>
      <p:sp>
        <p:nvSpPr>
          <p:cNvPr id="4" name="Text Placeholder 3"/>
          <p:cNvSpPr>
            <a:spLocks noGrp="1"/>
          </p:cNvSpPr>
          <p:nvPr>
            <p:ph type="body" sz="half" idx="2"/>
          </p:nvPr>
        </p:nvSpPr>
        <p:spPr>
          <a:xfrm>
            <a:off x="435894" y="5260128"/>
            <a:ext cx="8272213" cy="598671"/>
          </a:xfrm>
        </p:spPr>
        <p:txBody>
          <a:bodyPr/>
          <a:lstStyle>
            <a:lvl1pPr marL="0" indent="0">
              <a:buNone/>
              <a:defRPr sz="90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zh-CN" altLang="en-US"/>
              <a:t>编辑母版文本样式
第二级
第三级
第四级
第五级</a:t>
            </a:r>
            <a:endParaRPr lang="en-US" dirty="0"/>
          </a:p>
        </p:txBody>
      </p:sp>
      <p:sp>
        <p:nvSpPr>
          <p:cNvPr id="5" name="Date Placeholder 3">
            <a:extLst>
              <a:ext uri="{FF2B5EF4-FFF2-40B4-BE49-F238E27FC236}">
                <a16:creationId xmlns:a16="http://schemas.microsoft.com/office/drawing/2014/main" id="{2872C644-7AC4-9561-08CA-45FD017386F3}"/>
              </a:ext>
            </a:extLst>
          </p:cNvPr>
          <p:cNvSpPr>
            <a:spLocks noGrp="1"/>
          </p:cNvSpPr>
          <p:nvPr>
            <p:ph type="dt" sz="half" idx="10"/>
          </p:nvPr>
        </p:nvSpPr>
        <p:spPr/>
        <p:txBody>
          <a:bodyPr/>
          <a:lstStyle>
            <a:lvl1pPr>
              <a:defRPr/>
            </a:lvl1pPr>
          </a:lstStyle>
          <a:p>
            <a:pPr>
              <a:defRPr/>
            </a:pPr>
            <a:fld id="{8DAD9742-ABA4-5640-BDA7-A37C960B96B5}" type="datetimeFigureOut">
              <a:rPr lang="en-US"/>
              <a:pPr>
                <a:defRPr/>
              </a:pPr>
              <a:t>11/26/24</a:t>
            </a:fld>
            <a:endParaRPr lang="en-US"/>
          </a:p>
        </p:txBody>
      </p:sp>
      <p:sp>
        <p:nvSpPr>
          <p:cNvPr id="6" name="Footer Placeholder 4">
            <a:extLst>
              <a:ext uri="{FF2B5EF4-FFF2-40B4-BE49-F238E27FC236}">
                <a16:creationId xmlns:a16="http://schemas.microsoft.com/office/drawing/2014/main" id="{891D694E-0B3C-7E29-36FA-EEB828F0D9D0}"/>
              </a:ext>
            </a:extLst>
          </p:cNvPr>
          <p:cNvSpPr>
            <a:spLocks noGrp="1"/>
          </p:cNvSpPr>
          <p:nvPr>
            <p:ph type="ftr" sz="quarter" idx="11"/>
          </p:nvPr>
        </p:nvSpPr>
        <p:spPr/>
        <p:txBody>
          <a:bodyPr/>
          <a:lstStyle>
            <a:lvl1pPr>
              <a:defRPr/>
            </a:lvl1pPr>
          </a:lstStyle>
          <a:p>
            <a:pPr>
              <a:defRPr/>
            </a:pPr>
            <a:endParaRPr lang="en-US"/>
          </a:p>
        </p:txBody>
      </p:sp>
      <p:sp>
        <p:nvSpPr>
          <p:cNvPr id="7" name="Slide Number Placeholder 5">
            <a:extLst>
              <a:ext uri="{FF2B5EF4-FFF2-40B4-BE49-F238E27FC236}">
                <a16:creationId xmlns:a16="http://schemas.microsoft.com/office/drawing/2014/main" id="{4F768CC2-6821-61CB-5452-E839D9D647D2}"/>
              </a:ext>
            </a:extLst>
          </p:cNvPr>
          <p:cNvSpPr>
            <a:spLocks noGrp="1"/>
          </p:cNvSpPr>
          <p:nvPr>
            <p:ph type="sldNum" sz="quarter" idx="12"/>
          </p:nvPr>
        </p:nvSpPr>
        <p:spPr/>
        <p:txBody>
          <a:bodyPr/>
          <a:lstStyle>
            <a:lvl1pPr>
              <a:defRPr/>
            </a:lvl1pPr>
          </a:lstStyle>
          <a:p>
            <a:pPr>
              <a:defRPr/>
            </a:pPr>
            <a:fld id="{2700192B-D626-DB43-84B5-630E55726DDF}" type="slidenum">
              <a:rPr lang="en-US"/>
              <a:pPr>
                <a:defRPr/>
              </a:pPr>
              <a:t>‹#›</a:t>
            </a:fld>
            <a:endParaRPr lang="en-US"/>
          </a:p>
        </p:txBody>
      </p:sp>
    </p:spTree>
    <p:extLst>
      <p:ext uri="{BB962C8B-B14F-4D97-AF65-F5344CB8AC3E}">
        <p14:creationId xmlns:p14="http://schemas.microsoft.com/office/powerpoint/2010/main" val="597452183"/>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Rectangle 7">
            <a:extLst>
              <a:ext uri="{FF2B5EF4-FFF2-40B4-BE49-F238E27FC236}">
                <a16:creationId xmlns:a16="http://schemas.microsoft.com/office/drawing/2014/main" id="{9BCDF3E8-D76C-1962-8946-0C6E04EF995D}"/>
              </a:ext>
            </a:extLst>
          </p:cNvPr>
          <p:cNvSpPr>
            <a:spLocks noChangeAspect="1"/>
          </p:cNvSpPr>
          <p:nvPr/>
        </p:nvSpPr>
        <p:spPr>
          <a:xfrm>
            <a:off x="330200" y="614363"/>
            <a:ext cx="8482013" cy="1189037"/>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sp>
      <p:sp>
        <p:nvSpPr>
          <p:cNvPr id="9" name="Title 1"/>
          <p:cNvSpPr>
            <a:spLocks noGrp="1"/>
          </p:cNvSpPr>
          <p:nvPr>
            <p:ph type="title"/>
          </p:nvPr>
        </p:nvSpPr>
        <p:spPr>
          <a:xfrm>
            <a:off x="435894" y="702156"/>
            <a:ext cx="8272212" cy="1013800"/>
          </a:xfrm>
        </p:spPr>
        <p:txBody>
          <a:bodyPr/>
          <a:lstStyle/>
          <a:p>
            <a:r>
              <a:rPr lang="zh-CN" altLang="en-US"/>
              <a:t>单击此处编辑母版标题样式</a:t>
            </a:r>
            <a:endParaRPr lang="en-US" dirty="0"/>
          </a:p>
        </p:txBody>
      </p:sp>
      <p:sp>
        <p:nvSpPr>
          <p:cNvPr id="3" name="Vertical Text Placeholder 2"/>
          <p:cNvSpPr>
            <a:spLocks noGrp="1"/>
          </p:cNvSpPr>
          <p:nvPr>
            <p:ph type="body" orient="vert" idx="1"/>
          </p:nvPr>
        </p:nvSpPr>
        <p:spPr/>
        <p:txBody>
          <a:bodyPr vert="eaVert" anchor="t"/>
          <a:lstStyle>
            <a:lvl1pPr algn="l">
              <a:defRPr/>
            </a:lvl1pPr>
            <a:lvl2pPr algn="l">
              <a:defRPr/>
            </a:lvl2pPr>
            <a:lvl3pPr algn="l">
              <a:defRPr/>
            </a:lvl3pPr>
            <a:lvl4pPr algn="l">
              <a:defRPr/>
            </a:lvl4pPr>
            <a:lvl5pPr algn="l">
              <a:defRPr/>
            </a:lvl5pPr>
          </a:lstStyle>
          <a:p>
            <a:pPr lvl="0"/>
            <a:r>
              <a:rPr lang="zh-CN" altLang="en-US"/>
              <a:t>编辑母版文本样式
第二级
第三级
第四级
第五级</a:t>
            </a:r>
            <a:endParaRPr lang="en-US" dirty="0"/>
          </a:p>
        </p:txBody>
      </p:sp>
      <p:sp>
        <p:nvSpPr>
          <p:cNvPr id="4" name="Date Placeholder 3">
            <a:extLst>
              <a:ext uri="{FF2B5EF4-FFF2-40B4-BE49-F238E27FC236}">
                <a16:creationId xmlns:a16="http://schemas.microsoft.com/office/drawing/2014/main" id="{F39187BA-E879-2D7E-D7DE-1D87BA015CD6}"/>
              </a:ext>
            </a:extLst>
          </p:cNvPr>
          <p:cNvSpPr>
            <a:spLocks noGrp="1"/>
          </p:cNvSpPr>
          <p:nvPr>
            <p:ph type="dt" sz="half" idx="10"/>
          </p:nvPr>
        </p:nvSpPr>
        <p:spPr/>
        <p:txBody>
          <a:bodyPr/>
          <a:lstStyle>
            <a:lvl1pPr>
              <a:defRPr/>
            </a:lvl1pPr>
          </a:lstStyle>
          <a:p>
            <a:pPr>
              <a:defRPr/>
            </a:pPr>
            <a:fld id="{38AE5C94-EAA6-C34B-A4EB-8D694F84232E}" type="datetimeFigureOut">
              <a:rPr lang="en-US"/>
              <a:pPr>
                <a:defRPr/>
              </a:pPr>
              <a:t>11/26/24</a:t>
            </a:fld>
            <a:endParaRPr lang="en-US"/>
          </a:p>
        </p:txBody>
      </p:sp>
      <p:sp>
        <p:nvSpPr>
          <p:cNvPr id="5" name="Footer Placeholder 4">
            <a:extLst>
              <a:ext uri="{FF2B5EF4-FFF2-40B4-BE49-F238E27FC236}">
                <a16:creationId xmlns:a16="http://schemas.microsoft.com/office/drawing/2014/main" id="{6C81B685-FAF6-F382-B45A-5A8A8FC8B9B2}"/>
              </a:ext>
            </a:extLst>
          </p:cNvPr>
          <p:cNvSpPr>
            <a:spLocks noGrp="1"/>
          </p:cNvSpPr>
          <p:nvPr>
            <p:ph type="ftr" sz="quarter" idx="11"/>
          </p:nvPr>
        </p:nvSpPr>
        <p:spPr/>
        <p:txBody>
          <a:bodyPr/>
          <a:lstStyle>
            <a:lvl1pPr>
              <a:defRPr/>
            </a:lvl1pPr>
          </a:lstStyle>
          <a:p>
            <a:pPr>
              <a:defRPr/>
            </a:pPr>
            <a:endParaRPr lang="en-US"/>
          </a:p>
        </p:txBody>
      </p:sp>
      <p:sp>
        <p:nvSpPr>
          <p:cNvPr id="6" name="Slide Number Placeholder 5">
            <a:extLst>
              <a:ext uri="{FF2B5EF4-FFF2-40B4-BE49-F238E27FC236}">
                <a16:creationId xmlns:a16="http://schemas.microsoft.com/office/drawing/2014/main" id="{DE443BAA-759E-4E26-7E58-E831A48A9F55}"/>
              </a:ext>
            </a:extLst>
          </p:cNvPr>
          <p:cNvSpPr>
            <a:spLocks noGrp="1"/>
          </p:cNvSpPr>
          <p:nvPr>
            <p:ph type="sldNum" sz="quarter" idx="12"/>
          </p:nvPr>
        </p:nvSpPr>
        <p:spPr/>
        <p:txBody>
          <a:bodyPr/>
          <a:lstStyle>
            <a:lvl1pPr>
              <a:defRPr/>
            </a:lvl1pPr>
          </a:lstStyle>
          <a:p>
            <a:pPr>
              <a:defRPr/>
            </a:pPr>
            <a:fld id="{986492BC-134F-2843-9F21-9BB5FB145677}" type="slidenum">
              <a:rPr lang="en-US"/>
              <a:pPr>
                <a:defRPr/>
              </a:pPr>
              <a:t>‹#›</a:t>
            </a:fld>
            <a:endParaRPr lang="en-US"/>
          </a:p>
        </p:txBody>
      </p:sp>
    </p:spTree>
    <p:extLst>
      <p:ext uri="{BB962C8B-B14F-4D97-AF65-F5344CB8AC3E}">
        <p14:creationId xmlns:p14="http://schemas.microsoft.com/office/powerpoint/2010/main" val="3277293967"/>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type="vertTitleAndTx" preserve="1">
  <p:cSld name="竖排标题与文本">
    <p:spTree>
      <p:nvGrpSpPr>
        <p:cNvPr id="1" name=""/>
        <p:cNvGrpSpPr/>
        <p:nvPr/>
      </p:nvGrpSpPr>
      <p:grpSpPr>
        <a:xfrm>
          <a:off x="0" y="0"/>
          <a:ext cx="0" cy="0"/>
          <a:chOff x="0" y="0"/>
          <a:chExt cx="0" cy="0"/>
        </a:xfrm>
      </p:grpSpPr>
      <p:sp>
        <p:nvSpPr>
          <p:cNvPr id="4" name="Rectangle 6">
            <a:extLst>
              <a:ext uri="{FF2B5EF4-FFF2-40B4-BE49-F238E27FC236}">
                <a16:creationId xmlns:a16="http://schemas.microsoft.com/office/drawing/2014/main" id="{C53C98EA-C3ED-C33C-46E7-CB731332AF3F}"/>
              </a:ext>
            </a:extLst>
          </p:cNvPr>
          <p:cNvSpPr>
            <a:spLocks noChangeAspect="1"/>
          </p:cNvSpPr>
          <p:nvPr/>
        </p:nvSpPr>
        <p:spPr>
          <a:xfrm>
            <a:off x="6629400" y="600075"/>
            <a:ext cx="2179638" cy="5816600"/>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sp>
      <p:sp>
        <p:nvSpPr>
          <p:cNvPr id="2" name="Vertical Title 1"/>
          <p:cNvSpPr>
            <a:spLocks noGrp="1"/>
          </p:cNvSpPr>
          <p:nvPr>
            <p:ph type="title" orient="vert"/>
          </p:nvPr>
        </p:nvSpPr>
        <p:spPr>
          <a:xfrm>
            <a:off x="6629401" y="675727"/>
            <a:ext cx="1503123" cy="5183073"/>
          </a:xfrm>
        </p:spPr>
        <p:txBody>
          <a:bodyPr vert="eaVert"/>
          <a:lstStyle/>
          <a:p>
            <a:r>
              <a:rPr lang="zh-CN" altLang="en-US"/>
              <a:t>单击此处编辑母版标题样式</a:t>
            </a:r>
            <a:endParaRPr lang="en-US" dirty="0"/>
          </a:p>
        </p:txBody>
      </p:sp>
      <p:sp>
        <p:nvSpPr>
          <p:cNvPr id="3" name="Vertical Text Placeholder 2"/>
          <p:cNvSpPr>
            <a:spLocks noGrp="1"/>
          </p:cNvSpPr>
          <p:nvPr>
            <p:ph type="body" orient="vert" idx="1"/>
          </p:nvPr>
        </p:nvSpPr>
        <p:spPr>
          <a:xfrm>
            <a:off x="581193" y="675727"/>
            <a:ext cx="5922209" cy="5183073"/>
          </a:xfrm>
        </p:spPr>
        <p:txBody>
          <a:bodyPr vert="eaVert" anchor="t"/>
          <a:lstStyle/>
          <a:p>
            <a:pPr lvl="0"/>
            <a:r>
              <a:rPr lang="zh-CN" altLang="en-US"/>
              <a:t>编辑母版文本样式
第二级
第三级
第四级
第五级</a:t>
            </a:r>
            <a:endParaRPr lang="en-US" dirty="0"/>
          </a:p>
        </p:txBody>
      </p:sp>
      <p:sp>
        <p:nvSpPr>
          <p:cNvPr id="5" name="Date Placeholder 3">
            <a:extLst>
              <a:ext uri="{FF2B5EF4-FFF2-40B4-BE49-F238E27FC236}">
                <a16:creationId xmlns:a16="http://schemas.microsoft.com/office/drawing/2014/main" id="{2C337286-D33A-B399-9616-B516733DBEDB}"/>
              </a:ext>
            </a:extLst>
          </p:cNvPr>
          <p:cNvSpPr>
            <a:spLocks noGrp="1"/>
          </p:cNvSpPr>
          <p:nvPr>
            <p:ph type="dt" sz="half" idx="10"/>
          </p:nvPr>
        </p:nvSpPr>
        <p:spPr>
          <a:xfrm>
            <a:off x="6745288" y="5956300"/>
            <a:ext cx="995362" cy="365125"/>
          </a:xfrm>
        </p:spPr>
        <p:txBody>
          <a:bodyPr/>
          <a:lstStyle>
            <a:lvl1pPr>
              <a:defRPr>
                <a:solidFill>
                  <a:schemeClr val="accent1">
                    <a:lumMod val="75000"/>
                    <a:lumOff val="25000"/>
                  </a:schemeClr>
                </a:solidFill>
              </a:defRPr>
            </a:lvl1pPr>
          </a:lstStyle>
          <a:p>
            <a:pPr>
              <a:defRPr/>
            </a:pPr>
            <a:fld id="{CB653898-888B-E940-B643-ABF615C01945}" type="datetimeFigureOut">
              <a:rPr lang="en-US"/>
              <a:pPr>
                <a:defRPr/>
              </a:pPr>
              <a:t>11/26/24</a:t>
            </a:fld>
            <a:endParaRPr lang="en-US"/>
          </a:p>
        </p:txBody>
      </p:sp>
      <p:sp>
        <p:nvSpPr>
          <p:cNvPr id="6" name="Footer Placeholder 4">
            <a:extLst>
              <a:ext uri="{FF2B5EF4-FFF2-40B4-BE49-F238E27FC236}">
                <a16:creationId xmlns:a16="http://schemas.microsoft.com/office/drawing/2014/main" id="{091B507A-4F57-F8DF-B267-1E7815BBAD0D}"/>
              </a:ext>
            </a:extLst>
          </p:cNvPr>
          <p:cNvSpPr>
            <a:spLocks noGrp="1"/>
          </p:cNvSpPr>
          <p:nvPr>
            <p:ph type="ftr" sz="quarter" idx="11"/>
          </p:nvPr>
        </p:nvSpPr>
        <p:spPr>
          <a:xfrm>
            <a:off x="581025" y="5951538"/>
            <a:ext cx="5922963" cy="365125"/>
          </a:xfrm>
        </p:spPr>
        <p:txBody>
          <a:bodyPr/>
          <a:lstStyle>
            <a:lvl1pPr>
              <a:defRPr/>
            </a:lvl1pPr>
          </a:lstStyle>
          <a:p>
            <a:pPr>
              <a:defRPr/>
            </a:pPr>
            <a:endParaRPr lang="en-US"/>
          </a:p>
        </p:txBody>
      </p:sp>
      <p:sp>
        <p:nvSpPr>
          <p:cNvPr id="7" name="Slide Number Placeholder 5">
            <a:extLst>
              <a:ext uri="{FF2B5EF4-FFF2-40B4-BE49-F238E27FC236}">
                <a16:creationId xmlns:a16="http://schemas.microsoft.com/office/drawing/2014/main" id="{23A0A424-3F2D-55B0-21A1-A23BEE6503A2}"/>
              </a:ext>
            </a:extLst>
          </p:cNvPr>
          <p:cNvSpPr>
            <a:spLocks noGrp="1"/>
          </p:cNvSpPr>
          <p:nvPr>
            <p:ph type="sldNum" sz="quarter" idx="12"/>
          </p:nvPr>
        </p:nvSpPr>
        <p:spPr>
          <a:xfrm>
            <a:off x="7834313" y="5956300"/>
            <a:ext cx="873125" cy="365125"/>
          </a:xfrm>
        </p:spPr>
        <p:txBody>
          <a:bodyPr/>
          <a:lstStyle>
            <a:lvl1pPr>
              <a:defRPr>
                <a:solidFill>
                  <a:schemeClr val="accent1">
                    <a:lumMod val="75000"/>
                    <a:lumOff val="25000"/>
                  </a:schemeClr>
                </a:solidFill>
              </a:defRPr>
            </a:lvl1pPr>
          </a:lstStyle>
          <a:p>
            <a:pPr>
              <a:defRPr/>
            </a:pPr>
            <a:fld id="{2929A2C8-33E1-E44B-BAAD-602C36EA871E}" type="slidenum">
              <a:rPr lang="en-US"/>
              <a:pPr>
                <a:defRPr/>
              </a:pPr>
              <a:t>‹#›</a:t>
            </a:fld>
            <a:endParaRPr lang="en-US"/>
          </a:p>
        </p:txBody>
      </p:sp>
    </p:spTree>
    <p:extLst>
      <p:ext uri="{BB962C8B-B14F-4D97-AF65-F5344CB8AC3E}">
        <p14:creationId xmlns:p14="http://schemas.microsoft.com/office/powerpoint/2010/main" val="2811992114"/>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685800" y="2130435"/>
            <a:ext cx="7772400" cy="1470025"/>
          </a:xfrm>
        </p:spPr>
        <p:txBody>
          <a:bodyPr/>
          <a:lstStyle/>
          <a:p>
            <a:r>
              <a:rPr lang="zh-CN" altLang="en-US"/>
              <a:t>单击此处编辑母版标题样式</a:t>
            </a:r>
          </a:p>
        </p:txBody>
      </p:sp>
      <p:sp>
        <p:nvSpPr>
          <p:cNvPr id="3" name="副标题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6908" indent="0" algn="ctr">
              <a:buNone/>
              <a:defRPr>
                <a:solidFill>
                  <a:schemeClr val="tx1">
                    <a:tint val="75000"/>
                  </a:schemeClr>
                </a:solidFill>
              </a:defRPr>
            </a:lvl2pPr>
            <a:lvl3pPr marL="913815" indent="0" algn="ctr">
              <a:buNone/>
              <a:defRPr>
                <a:solidFill>
                  <a:schemeClr val="tx1">
                    <a:tint val="75000"/>
                  </a:schemeClr>
                </a:solidFill>
              </a:defRPr>
            </a:lvl3pPr>
            <a:lvl4pPr marL="1370721" indent="0" algn="ctr">
              <a:buNone/>
              <a:defRPr>
                <a:solidFill>
                  <a:schemeClr val="tx1">
                    <a:tint val="75000"/>
                  </a:schemeClr>
                </a:solidFill>
              </a:defRPr>
            </a:lvl4pPr>
            <a:lvl5pPr marL="1827629" indent="0" algn="ctr">
              <a:buNone/>
              <a:defRPr>
                <a:solidFill>
                  <a:schemeClr val="tx1">
                    <a:tint val="75000"/>
                  </a:schemeClr>
                </a:solidFill>
              </a:defRPr>
            </a:lvl5pPr>
            <a:lvl6pPr marL="2284539" indent="0" algn="ctr">
              <a:buNone/>
              <a:defRPr>
                <a:solidFill>
                  <a:schemeClr val="tx1">
                    <a:tint val="75000"/>
                  </a:schemeClr>
                </a:solidFill>
              </a:defRPr>
            </a:lvl6pPr>
            <a:lvl7pPr marL="2741447" indent="0" algn="ctr">
              <a:buNone/>
              <a:defRPr>
                <a:solidFill>
                  <a:schemeClr val="tx1">
                    <a:tint val="75000"/>
                  </a:schemeClr>
                </a:solidFill>
              </a:defRPr>
            </a:lvl7pPr>
            <a:lvl8pPr marL="3198354" indent="0" algn="ctr">
              <a:buNone/>
              <a:defRPr>
                <a:solidFill>
                  <a:schemeClr val="tx1">
                    <a:tint val="75000"/>
                  </a:schemeClr>
                </a:solidFill>
              </a:defRPr>
            </a:lvl8pPr>
            <a:lvl9pPr marL="3655261" indent="0" algn="ctr">
              <a:buNone/>
              <a:defRPr>
                <a:solidFill>
                  <a:schemeClr val="tx1">
                    <a:tint val="75000"/>
                  </a:schemeClr>
                </a:solidFill>
              </a:defRPr>
            </a:lvl9pPr>
          </a:lstStyle>
          <a:p>
            <a:r>
              <a:rPr lang="zh-CN" altLang="en-US"/>
              <a:t>单击此处编辑母版副标题样式</a:t>
            </a:r>
          </a:p>
        </p:txBody>
      </p:sp>
      <p:sp>
        <p:nvSpPr>
          <p:cNvPr id="4" name="日期占位符 3">
            <a:extLst>
              <a:ext uri="{FF2B5EF4-FFF2-40B4-BE49-F238E27FC236}">
                <a16:creationId xmlns:a16="http://schemas.microsoft.com/office/drawing/2014/main" id="{404612BA-7AA4-0429-1F13-3B1BFA20C1F5}"/>
              </a:ext>
            </a:extLst>
          </p:cNvPr>
          <p:cNvSpPr>
            <a:spLocks noGrp="1"/>
          </p:cNvSpPr>
          <p:nvPr>
            <p:ph type="dt" sz="half" idx="10"/>
          </p:nvPr>
        </p:nvSpPr>
        <p:spPr/>
        <p:txBody>
          <a:bodyPr/>
          <a:lstStyle>
            <a:lvl1pPr>
              <a:defRPr/>
            </a:lvl1pPr>
          </a:lstStyle>
          <a:p>
            <a:pPr>
              <a:defRPr/>
            </a:pPr>
            <a:fld id="{B8717E0A-5731-F045-86CD-A4F4D04FD97C}" type="datetimeFigureOut">
              <a:rPr lang="zh-CN" altLang="en-US"/>
              <a:pPr>
                <a:defRPr/>
              </a:pPr>
              <a:t>2024/11/26</a:t>
            </a:fld>
            <a:endParaRPr lang="zh-CN" altLang="en-US"/>
          </a:p>
        </p:txBody>
      </p:sp>
      <p:sp>
        <p:nvSpPr>
          <p:cNvPr id="5" name="页脚占位符 4">
            <a:extLst>
              <a:ext uri="{FF2B5EF4-FFF2-40B4-BE49-F238E27FC236}">
                <a16:creationId xmlns:a16="http://schemas.microsoft.com/office/drawing/2014/main" id="{62CAD50E-4C68-53CC-E184-48E6620EFF6C}"/>
              </a:ext>
            </a:extLst>
          </p:cNvPr>
          <p:cNvSpPr>
            <a:spLocks noGrp="1"/>
          </p:cNvSpPr>
          <p:nvPr>
            <p:ph type="ftr" sz="quarter" idx="11"/>
          </p:nvPr>
        </p:nvSpPr>
        <p:spPr/>
        <p:txBody>
          <a:bodyPr/>
          <a:lstStyle>
            <a:lvl1pPr>
              <a:defRPr/>
            </a:lvl1pPr>
          </a:lstStyle>
          <a:p>
            <a:pPr>
              <a:defRPr/>
            </a:pPr>
            <a:endParaRPr lang="zh-CN" altLang="en-US"/>
          </a:p>
        </p:txBody>
      </p:sp>
      <p:sp>
        <p:nvSpPr>
          <p:cNvPr id="6" name="灯片编号占位符 5">
            <a:extLst>
              <a:ext uri="{FF2B5EF4-FFF2-40B4-BE49-F238E27FC236}">
                <a16:creationId xmlns:a16="http://schemas.microsoft.com/office/drawing/2014/main" id="{CC45E805-10BD-8473-E49D-E7393090E6E4}"/>
              </a:ext>
            </a:extLst>
          </p:cNvPr>
          <p:cNvSpPr>
            <a:spLocks noGrp="1"/>
          </p:cNvSpPr>
          <p:nvPr>
            <p:ph type="sldNum" sz="quarter" idx="12"/>
          </p:nvPr>
        </p:nvSpPr>
        <p:spPr/>
        <p:txBody>
          <a:bodyPr/>
          <a:lstStyle>
            <a:lvl1pPr>
              <a:defRPr/>
            </a:lvl1pPr>
          </a:lstStyle>
          <a:p>
            <a:pPr>
              <a:defRPr/>
            </a:pPr>
            <a:fld id="{7D9FDFDB-9520-784F-AA61-99E19F5921CA}" type="slidenum">
              <a:rPr lang="zh-CN" altLang="en-US"/>
              <a:pPr>
                <a:defRPr/>
              </a:pPr>
              <a:t>‹#›</a:t>
            </a:fld>
            <a:endParaRPr lang="zh-CN" altLang="en-US"/>
          </a:p>
        </p:txBody>
      </p:sp>
    </p:spTree>
    <p:extLst>
      <p:ext uri="{BB962C8B-B14F-4D97-AF65-F5344CB8AC3E}">
        <p14:creationId xmlns:p14="http://schemas.microsoft.com/office/powerpoint/2010/main" val="2018265174"/>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
        <p:nvSpPr>
          <p:cNvPr id="3" name="内容占位符 2"/>
          <p:cNvSpPr>
            <a:spLocks noGrp="1"/>
          </p:cNvSpPr>
          <p:nvPr>
            <p:ph idx="1"/>
          </p:nvPr>
        </p:nvSpPr>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日期占位符 3">
            <a:extLst>
              <a:ext uri="{FF2B5EF4-FFF2-40B4-BE49-F238E27FC236}">
                <a16:creationId xmlns:a16="http://schemas.microsoft.com/office/drawing/2014/main" id="{90EE72FF-B32D-C61D-82A1-51C44E65900B}"/>
              </a:ext>
            </a:extLst>
          </p:cNvPr>
          <p:cNvSpPr>
            <a:spLocks noGrp="1"/>
          </p:cNvSpPr>
          <p:nvPr>
            <p:ph type="dt" sz="half" idx="10"/>
          </p:nvPr>
        </p:nvSpPr>
        <p:spPr/>
        <p:txBody>
          <a:bodyPr/>
          <a:lstStyle>
            <a:lvl1pPr>
              <a:defRPr/>
            </a:lvl1pPr>
          </a:lstStyle>
          <a:p>
            <a:pPr>
              <a:defRPr/>
            </a:pPr>
            <a:fld id="{400494D7-D30D-9F46-B4E8-9EE4239B2379}" type="datetimeFigureOut">
              <a:rPr lang="zh-CN" altLang="en-US"/>
              <a:pPr>
                <a:defRPr/>
              </a:pPr>
              <a:t>2024/11/26</a:t>
            </a:fld>
            <a:endParaRPr lang="zh-CN" altLang="en-US"/>
          </a:p>
        </p:txBody>
      </p:sp>
      <p:sp>
        <p:nvSpPr>
          <p:cNvPr id="5" name="页脚占位符 4">
            <a:extLst>
              <a:ext uri="{FF2B5EF4-FFF2-40B4-BE49-F238E27FC236}">
                <a16:creationId xmlns:a16="http://schemas.microsoft.com/office/drawing/2014/main" id="{789D1174-3044-2651-F290-ED82A7DFE064}"/>
              </a:ext>
            </a:extLst>
          </p:cNvPr>
          <p:cNvSpPr>
            <a:spLocks noGrp="1"/>
          </p:cNvSpPr>
          <p:nvPr>
            <p:ph type="ftr" sz="quarter" idx="11"/>
          </p:nvPr>
        </p:nvSpPr>
        <p:spPr/>
        <p:txBody>
          <a:bodyPr/>
          <a:lstStyle>
            <a:lvl1pPr>
              <a:defRPr/>
            </a:lvl1pPr>
          </a:lstStyle>
          <a:p>
            <a:pPr>
              <a:defRPr/>
            </a:pPr>
            <a:endParaRPr lang="zh-CN" altLang="en-US"/>
          </a:p>
        </p:txBody>
      </p:sp>
      <p:sp>
        <p:nvSpPr>
          <p:cNvPr id="6" name="灯片编号占位符 5">
            <a:extLst>
              <a:ext uri="{FF2B5EF4-FFF2-40B4-BE49-F238E27FC236}">
                <a16:creationId xmlns:a16="http://schemas.microsoft.com/office/drawing/2014/main" id="{0B1DDBBA-CE92-EFE0-0140-A855CAC6EF8A}"/>
              </a:ext>
            </a:extLst>
          </p:cNvPr>
          <p:cNvSpPr>
            <a:spLocks noGrp="1"/>
          </p:cNvSpPr>
          <p:nvPr>
            <p:ph type="sldNum" sz="quarter" idx="12"/>
          </p:nvPr>
        </p:nvSpPr>
        <p:spPr/>
        <p:txBody>
          <a:bodyPr/>
          <a:lstStyle>
            <a:lvl1pPr>
              <a:defRPr/>
            </a:lvl1pPr>
          </a:lstStyle>
          <a:p>
            <a:pPr>
              <a:defRPr/>
            </a:pPr>
            <a:fld id="{60792356-A15B-5C40-ABBA-83C30072C293}" type="slidenum">
              <a:rPr lang="zh-CN" altLang="en-US"/>
              <a:pPr>
                <a:defRPr/>
              </a:pPr>
              <a:t>‹#›</a:t>
            </a:fld>
            <a:endParaRPr lang="zh-CN" altLang="en-US"/>
          </a:p>
        </p:txBody>
      </p:sp>
    </p:spTree>
    <p:extLst>
      <p:ext uri="{BB962C8B-B14F-4D97-AF65-F5344CB8AC3E}">
        <p14:creationId xmlns:p14="http://schemas.microsoft.com/office/powerpoint/2010/main" val="2347452642"/>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722313" y="4406902"/>
            <a:ext cx="7772400" cy="1362075"/>
          </a:xfrm>
        </p:spPr>
        <p:txBody>
          <a:bodyPr anchor="t"/>
          <a:lstStyle>
            <a:lvl1pPr algn="l">
              <a:defRPr sz="4000" b="1" cap="all"/>
            </a:lvl1pPr>
          </a:lstStyle>
          <a:p>
            <a:r>
              <a:rPr lang="zh-CN" altLang="en-US"/>
              <a:t>单击此处编辑母版标题样式</a:t>
            </a:r>
          </a:p>
        </p:txBody>
      </p:sp>
      <p:sp>
        <p:nvSpPr>
          <p:cNvPr id="3" name="文本占位符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6908" indent="0">
              <a:buNone/>
              <a:defRPr sz="1800">
                <a:solidFill>
                  <a:schemeClr val="tx1">
                    <a:tint val="75000"/>
                  </a:schemeClr>
                </a:solidFill>
              </a:defRPr>
            </a:lvl2pPr>
            <a:lvl3pPr marL="913815" indent="0">
              <a:buNone/>
              <a:defRPr sz="1600">
                <a:solidFill>
                  <a:schemeClr val="tx1">
                    <a:tint val="75000"/>
                  </a:schemeClr>
                </a:solidFill>
              </a:defRPr>
            </a:lvl3pPr>
            <a:lvl4pPr marL="1370721" indent="0">
              <a:buNone/>
              <a:defRPr sz="1400">
                <a:solidFill>
                  <a:schemeClr val="tx1">
                    <a:tint val="75000"/>
                  </a:schemeClr>
                </a:solidFill>
              </a:defRPr>
            </a:lvl4pPr>
            <a:lvl5pPr marL="1827629" indent="0">
              <a:buNone/>
              <a:defRPr sz="1400">
                <a:solidFill>
                  <a:schemeClr val="tx1">
                    <a:tint val="75000"/>
                  </a:schemeClr>
                </a:solidFill>
              </a:defRPr>
            </a:lvl5pPr>
            <a:lvl6pPr marL="2284539" indent="0">
              <a:buNone/>
              <a:defRPr sz="1400">
                <a:solidFill>
                  <a:schemeClr val="tx1">
                    <a:tint val="75000"/>
                  </a:schemeClr>
                </a:solidFill>
              </a:defRPr>
            </a:lvl6pPr>
            <a:lvl7pPr marL="2741447" indent="0">
              <a:buNone/>
              <a:defRPr sz="1400">
                <a:solidFill>
                  <a:schemeClr val="tx1">
                    <a:tint val="75000"/>
                  </a:schemeClr>
                </a:solidFill>
              </a:defRPr>
            </a:lvl7pPr>
            <a:lvl8pPr marL="3198354" indent="0">
              <a:buNone/>
              <a:defRPr sz="1400">
                <a:solidFill>
                  <a:schemeClr val="tx1">
                    <a:tint val="75000"/>
                  </a:schemeClr>
                </a:solidFill>
              </a:defRPr>
            </a:lvl8pPr>
            <a:lvl9pPr marL="3655261" indent="0">
              <a:buNone/>
              <a:defRPr sz="1400">
                <a:solidFill>
                  <a:schemeClr val="tx1">
                    <a:tint val="75000"/>
                  </a:schemeClr>
                </a:solidFill>
              </a:defRPr>
            </a:lvl9pPr>
          </a:lstStyle>
          <a:p>
            <a:pPr lvl="0"/>
            <a:r>
              <a:rPr lang="zh-CN" altLang="en-US"/>
              <a:t>单击此处编辑母版文本样式</a:t>
            </a:r>
          </a:p>
        </p:txBody>
      </p:sp>
      <p:sp>
        <p:nvSpPr>
          <p:cNvPr id="4" name="日期占位符 3">
            <a:extLst>
              <a:ext uri="{FF2B5EF4-FFF2-40B4-BE49-F238E27FC236}">
                <a16:creationId xmlns:a16="http://schemas.microsoft.com/office/drawing/2014/main" id="{0D655C19-1230-1B17-E625-C213D208817D}"/>
              </a:ext>
            </a:extLst>
          </p:cNvPr>
          <p:cNvSpPr>
            <a:spLocks noGrp="1"/>
          </p:cNvSpPr>
          <p:nvPr>
            <p:ph type="dt" sz="half" idx="10"/>
          </p:nvPr>
        </p:nvSpPr>
        <p:spPr/>
        <p:txBody>
          <a:bodyPr/>
          <a:lstStyle>
            <a:lvl1pPr>
              <a:defRPr/>
            </a:lvl1pPr>
          </a:lstStyle>
          <a:p>
            <a:pPr>
              <a:defRPr/>
            </a:pPr>
            <a:fld id="{980DA437-817C-ED42-841D-784C0823A0D4}" type="datetimeFigureOut">
              <a:rPr lang="zh-CN" altLang="en-US"/>
              <a:pPr>
                <a:defRPr/>
              </a:pPr>
              <a:t>2024/11/26</a:t>
            </a:fld>
            <a:endParaRPr lang="zh-CN" altLang="en-US"/>
          </a:p>
        </p:txBody>
      </p:sp>
      <p:sp>
        <p:nvSpPr>
          <p:cNvPr id="5" name="页脚占位符 4">
            <a:extLst>
              <a:ext uri="{FF2B5EF4-FFF2-40B4-BE49-F238E27FC236}">
                <a16:creationId xmlns:a16="http://schemas.microsoft.com/office/drawing/2014/main" id="{8A16E2C0-140C-41FC-745C-7DC7C01B1773}"/>
              </a:ext>
            </a:extLst>
          </p:cNvPr>
          <p:cNvSpPr>
            <a:spLocks noGrp="1"/>
          </p:cNvSpPr>
          <p:nvPr>
            <p:ph type="ftr" sz="quarter" idx="11"/>
          </p:nvPr>
        </p:nvSpPr>
        <p:spPr/>
        <p:txBody>
          <a:bodyPr/>
          <a:lstStyle>
            <a:lvl1pPr>
              <a:defRPr/>
            </a:lvl1pPr>
          </a:lstStyle>
          <a:p>
            <a:pPr>
              <a:defRPr/>
            </a:pPr>
            <a:endParaRPr lang="zh-CN" altLang="en-US"/>
          </a:p>
        </p:txBody>
      </p:sp>
      <p:sp>
        <p:nvSpPr>
          <p:cNvPr id="6" name="灯片编号占位符 5">
            <a:extLst>
              <a:ext uri="{FF2B5EF4-FFF2-40B4-BE49-F238E27FC236}">
                <a16:creationId xmlns:a16="http://schemas.microsoft.com/office/drawing/2014/main" id="{5C4AE239-FD63-102D-A02E-E5F1F511872A}"/>
              </a:ext>
            </a:extLst>
          </p:cNvPr>
          <p:cNvSpPr>
            <a:spLocks noGrp="1"/>
          </p:cNvSpPr>
          <p:nvPr>
            <p:ph type="sldNum" sz="quarter" idx="12"/>
          </p:nvPr>
        </p:nvSpPr>
        <p:spPr/>
        <p:txBody>
          <a:bodyPr/>
          <a:lstStyle>
            <a:lvl1pPr>
              <a:defRPr/>
            </a:lvl1pPr>
          </a:lstStyle>
          <a:p>
            <a:pPr>
              <a:defRPr/>
            </a:pPr>
            <a:fld id="{CCEF0EA8-E658-5544-B601-7F52D34A1E72}" type="slidenum">
              <a:rPr lang="zh-CN" altLang="en-US"/>
              <a:pPr>
                <a:defRPr/>
              </a:pPr>
              <a:t>‹#›</a:t>
            </a:fld>
            <a:endParaRPr lang="zh-CN" altLang="en-US"/>
          </a:p>
        </p:txBody>
      </p:sp>
    </p:spTree>
    <p:extLst>
      <p:ext uri="{BB962C8B-B14F-4D97-AF65-F5344CB8AC3E}">
        <p14:creationId xmlns:p14="http://schemas.microsoft.com/office/powerpoint/2010/main" val="4249394775"/>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
        <p:nvSpPr>
          <p:cNvPr id="3" name="内容占位符 2"/>
          <p:cNvSpPr>
            <a:spLocks noGrp="1"/>
          </p:cNvSpPr>
          <p:nvPr>
            <p:ph sz="half" idx="1"/>
          </p:nvPr>
        </p:nvSpPr>
        <p:spPr>
          <a:xfrm>
            <a:off x="457200" y="1200152"/>
            <a:ext cx="4038600" cy="3394075"/>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内容占位符 3"/>
          <p:cNvSpPr>
            <a:spLocks noGrp="1"/>
          </p:cNvSpPr>
          <p:nvPr>
            <p:ph sz="half" idx="2"/>
          </p:nvPr>
        </p:nvSpPr>
        <p:spPr>
          <a:xfrm>
            <a:off x="4648200" y="1200152"/>
            <a:ext cx="4038600" cy="3394075"/>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5" name="日期占位符 3">
            <a:extLst>
              <a:ext uri="{FF2B5EF4-FFF2-40B4-BE49-F238E27FC236}">
                <a16:creationId xmlns:a16="http://schemas.microsoft.com/office/drawing/2014/main" id="{CEC43DA5-3E31-A1E6-2E7F-D011DCE6FD67}"/>
              </a:ext>
            </a:extLst>
          </p:cNvPr>
          <p:cNvSpPr>
            <a:spLocks noGrp="1"/>
          </p:cNvSpPr>
          <p:nvPr>
            <p:ph type="dt" sz="half" idx="10"/>
          </p:nvPr>
        </p:nvSpPr>
        <p:spPr/>
        <p:txBody>
          <a:bodyPr/>
          <a:lstStyle>
            <a:lvl1pPr>
              <a:defRPr/>
            </a:lvl1pPr>
          </a:lstStyle>
          <a:p>
            <a:pPr>
              <a:defRPr/>
            </a:pPr>
            <a:fld id="{7059AAD9-AB67-C54E-8289-3188AC05D9DB}" type="datetimeFigureOut">
              <a:rPr lang="zh-CN" altLang="en-US"/>
              <a:pPr>
                <a:defRPr/>
              </a:pPr>
              <a:t>2024/11/26</a:t>
            </a:fld>
            <a:endParaRPr lang="zh-CN" altLang="en-US"/>
          </a:p>
        </p:txBody>
      </p:sp>
      <p:sp>
        <p:nvSpPr>
          <p:cNvPr id="6" name="页脚占位符 4">
            <a:extLst>
              <a:ext uri="{FF2B5EF4-FFF2-40B4-BE49-F238E27FC236}">
                <a16:creationId xmlns:a16="http://schemas.microsoft.com/office/drawing/2014/main" id="{74A3B97B-F74C-9E98-7A09-1C4671688A53}"/>
              </a:ext>
            </a:extLst>
          </p:cNvPr>
          <p:cNvSpPr>
            <a:spLocks noGrp="1"/>
          </p:cNvSpPr>
          <p:nvPr>
            <p:ph type="ftr" sz="quarter" idx="11"/>
          </p:nvPr>
        </p:nvSpPr>
        <p:spPr/>
        <p:txBody>
          <a:bodyPr/>
          <a:lstStyle>
            <a:lvl1pPr>
              <a:defRPr/>
            </a:lvl1pPr>
          </a:lstStyle>
          <a:p>
            <a:pPr>
              <a:defRPr/>
            </a:pPr>
            <a:endParaRPr lang="zh-CN" altLang="en-US"/>
          </a:p>
        </p:txBody>
      </p:sp>
      <p:sp>
        <p:nvSpPr>
          <p:cNvPr id="7" name="灯片编号占位符 5">
            <a:extLst>
              <a:ext uri="{FF2B5EF4-FFF2-40B4-BE49-F238E27FC236}">
                <a16:creationId xmlns:a16="http://schemas.microsoft.com/office/drawing/2014/main" id="{AE901F4F-8461-27E4-EA09-F284503B34D3}"/>
              </a:ext>
            </a:extLst>
          </p:cNvPr>
          <p:cNvSpPr>
            <a:spLocks noGrp="1"/>
          </p:cNvSpPr>
          <p:nvPr>
            <p:ph type="sldNum" sz="quarter" idx="12"/>
          </p:nvPr>
        </p:nvSpPr>
        <p:spPr/>
        <p:txBody>
          <a:bodyPr/>
          <a:lstStyle>
            <a:lvl1pPr>
              <a:defRPr/>
            </a:lvl1pPr>
          </a:lstStyle>
          <a:p>
            <a:pPr>
              <a:defRPr/>
            </a:pPr>
            <a:fld id="{681D348A-4F28-5445-A20D-57032E798E7F}" type="slidenum">
              <a:rPr lang="zh-CN" altLang="en-US"/>
              <a:pPr>
                <a:defRPr/>
              </a:pPr>
              <a:t>‹#›</a:t>
            </a:fld>
            <a:endParaRPr lang="zh-CN" altLang="en-US"/>
          </a:p>
        </p:txBody>
      </p:sp>
    </p:spTree>
    <p:extLst>
      <p:ext uri="{BB962C8B-B14F-4D97-AF65-F5344CB8AC3E}">
        <p14:creationId xmlns:p14="http://schemas.microsoft.com/office/powerpoint/2010/main" val="2030624392"/>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7"/>
            <a:ext cx="8229600" cy="1143000"/>
          </a:xfrm>
        </p:spPr>
        <p:txBody>
          <a:bodyPr/>
          <a:lstStyle>
            <a:lvl1pPr>
              <a:defRPr/>
            </a:lvl1pPr>
          </a:lstStyle>
          <a:p>
            <a:r>
              <a:rPr lang="zh-CN" altLang="en-US"/>
              <a:t>单击此处编辑母版标题样式</a:t>
            </a:r>
          </a:p>
        </p:txBody>
      </p:sp>
      <p:sp>
        <p:nvSpPr>
          <p:cNvPr id="3" name="文本占位符 2"/>
          <p:cNvSpPr>
            <a:spLocks noGrp="1"/>
          </p:cNvSpPr>
          <p:nvPr>
            <p:ph type="body" idx="1"/>
          </p:nvPr>
        </p:nvSpPr>
        <p:spPr>
          <a:xfrm>
            <a:off x="457202" y="1535114"/>
            <a:ext cx="4040188" cy="639763"/>
          </a:xfrm>
        </p:spPr>
        <p:txBody>
          <a:bodyPr anchor="b"/>
          <a:lstStyle>
            <a:lvl1pPr marL="0" indent="0">
              <a:buNone/>
              <a:defRPr sz="2400" b="1"/>
            </a:lvl1pPr>
            <a:lvl2pPr marL="456908" indent="0">
              <a:buNone/>
              <a:defRPr sz="2000" b="1"/>
            </a:lvl2pPr>
            <a:lvl3pPr marL="913815" indent="0">
              <a:buNone/>
              <a:defRPr sz="1800" b="1"/>
            </a:lvl3pPr>
            <a:lvl4pPr marL="1370721" indent="0">
              <a:buNone/>
              <a:defRPr sz="1600" b="1"/>
            </a:lvl4pPr>
            <a:lvl5pPr marL="1827629" indent="0">
              <a:buNone/>
              <a:defRPr sz="1600" b="1"/>
            </a:lvl5pPr>
            <a:lvl6pPr marL="2284539" indent="0">
              <a:buNone/>
              <a:defRPr sz="1600" b="1"/>
            </a:lvl6pPr>
            <a:lvl7pPr marL="2741447" indent="0">
              <a:buNone/>
              <a:defRPr sz="1600" b="1"/>
            </a:lvl7pPr>
            <a:lvl8pPr marL="3198354" indent="0">
              <a:buNone/>
              <a:defRPr sz="1600" b="1"/>
            </a:lvl8pPr>
            <a:lvl9pPr marL="3655261" indent="0">
              <a:buNone/>
              <a:defRPr sz="1600" b="1"/>
            </a:lvl9pPr>
          </a:lstStyle>
          <a:p>
            <a:pPr lvl="0"/>
            <a:r>
              <a:rPr lang="zh-CN" altLang="en-US"/>
              <a:t>单击此处编辑母版文本样式</a:t>
            </a:r>
          </a:p>
        </p:txBody>
      </p:sp>
      <p:sp>
        <p:nvSpPr>
          <p:cNvPr id="4" name="内容占位符 3"/>
          <p:cNvSpPr>
            <a:spLocks noGrp="1"/>
          </p:cNvSpPr>
          <p:nvPr>
            <p:ph sz="half" idx="2"/>
          </p:nvPr>
        </p:nvSpPr>
        <p:spPr>
          <a:xfrm>
            <a:off x="457202"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5" name="文本占位符 4"/>
          <p:cNvSpPr>
            <a:spLocks noGrp="1"/>
          </p:cNvSpPr>
          <p:nvPr>
            <p:ph type="body" sz="quarter" idx="3"/>
          </p:nvPr>
        </p:nvSpPr>
        <p:spPr>
          <a:xfrm>
            <a:off x="4645033" y="1535114"/>
            <a:ext cx="4041775" cy="639763"/>
          </a:xfrm>
        </p:spPr>
        <p:txBody>
          <a:bodyPr anchor="b"/>
          <a:lstStyle>
            <a:lvl1pPr marL="0" indent="0">
              <a:buNone/>
              <a:defRPr sz="2400" b="1"/>
            </a:lvl1pPr>
            <a:lvl2pPr marL="456908" indent="0">
              <a:buNone/>
              <a:defRPr sz="2000" b="1"/>
            </a:lvl2pPr>
            <a:lvl3pPr marL="913815" indent="0">
              <a:buNone/>
              <a:defRPr sz="1800" b="1"/>
            </a:lvl3pPr>
            <a:lvl4pPr marL="1370721" indent="0">
              <a:buNone/>
              <a:defRPr sz="1600" b="1"/>
            </a:lvl4pPr>
            <a:lvl5pPr marL="1827629" indent="0">
              <a:buNone/>
              <a:defRPr sz="1600" b="1"/>
            </a:lvl5pPr>
            <a:lvl6pPr marL="2284539" indent="0">
              <a:buNone/>
              <a:defRPr sz="1600" b="1"/>
            </a:lvl6pPr>
            <a:lvl7pPr marL="2741447" indent="0">
              <a:buNone/>
              <a:defRPr sz="1600" b="1"/>
            </a:lvl7pPr>
            <a:lvl8pPr marL="3198354" indent="0">
              <a:buNone/>
              <a:defRPr sz="1600" b="1"/>
            </a:lvl8pPr>
            <a:lvl9pPr marL="3655261" indent="0">
              <a:buNone/>
              <a:defRPr sz="1600" b="1"/>
            </a:lvl9pPr>
          </a:lstStyle>
          <a:p>
            <a:pPr lvl="0"/>
            <a:r>
              <a:rPr lang="zh-CN" altLang="en-US"/>
              <a:t>单击此处编辑母版文本样式</a:t>
            </a:r>
          </a:p>
        </p:txBody>
      </p:sp>
      <p:sp>
        <p:nvSpPr>
          <p:cNvPr id="6" name="内容占位符 5"/>
          <p:cNvSpPr>
            <a:spLocks noGrp="1"/>
          </p:cNvSpPr>
          <p:nvPr>
            <p:ph sz="quarter" idx="4"/>
          </p:nvPr>
        </p:nvSpPr>
        <p:spPr>
          <a:xfrm>
            <a:off x="4645033"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7" name="日期占位符 3">
            <a:extLst>
              <a:ext uri="{FF2B5EF4-FFF2-40B4-BE49-F238E27FC236}">
                <a16:creationId xmlns:a16="http://schemas.microsoft.com/office/drawing/2014/main" id="{FB9314DE-E358-70A2-0D6E-BF0492C9EE6A}"/>
              </a:ext>
            </a:extLst>
          </p:cNvPr>
          <p:cNvSpPr>
            <a:spLocks noGrp="1"/>
          </p:cNvSpPr>
          <p:nvPr>
            <p:ph type="dt" sz="half" idx="10"/>
          </p:nvPr>
        </p:nvSpPr>
        <p:spPr/>
        <p:txBody>
          <a:bodyPr/>
          <a:lstStyle>
            <a:lvl1pPr>
              <a:defRPr/>
            </a:lvl1pPr>
          </a:lstStyle>
          <a:p>
            <a:pPr>
              <a:defRPr/>
            </a:pPr>
            <a:fld id="{DB633DA7-2A12-CC48-8BC9-B6CF13525E47}" type="datetimeFigureOut">
              <a:rPr lang="zh-CN" altLang="en-US"/>
              <a:pPr>
                <a:defRPr/>
              </a:pPr>
              <a:t>2024/11/26</a:t>
            </a:fld>
            <a:endParaRPr lang="zh-CN" altLang="en-US"/>
          </a:p>
        </p:txBody>
      </p:sp>
      <p:sp>
        <p:nvSpPr>
          <p:cNvPr id="8" name="页脚占位符 4">
            <a:extLst>
              <a:ext uri="{FF2B5EF4-FFF2-40B4-BE49-F238E27FC236}">
                <a16:creationId xmlns:a16="http://schemas.microsoft.com/office/drawing/2014/main" id="{B5E34A3E-3ADA-C849-71B3-4C3AC249E673}"/>
              </a:ext>
            </a:extLst>
          </p:cNvPr>
          <p:cNvSpPr>
            <a:spLocks noGrp="1"/>
          </p:cNvSpPr>
          <p:nvPr>
            <p:ph type="ftr" sz="quarter" idx="11"/>
          </p:nvPr>
        </p:nvSpPr>
        <p:spPr/>
        <p:txBody>
          <a:bodyPr/>
          <a:lstStyle>
            <a:lvl1pPr>
              <a:defRPr/>
            </a:lvl1pPr>
          </a:lstStyle>
          <a:p>
            <a:pPr>
              <a:defRPr/>
            </a:pPr>
            <a:endParaRPr lang="zh-CN" altLang="en-US"/>
          </a:p>
        </p:txBody>
      </p:sp>
      <p:sp>
        <p:nvSpPr>
          <p:cNvPr id="9" name="灯片编号占位符 5">
            <a:extLst>
              <a:ext uri="{FF2B5EF4-FFF2-40B4-BE49-F238E27FC236}">
                <a16:creationId xmlns:a16="http://schemas.microsoft.com/office/drawing/2014/main" id="{6DCF6B38-0300-B90D-A0C1-E300C79D7B5A}"/>
              </a:ext>
            </a:extLst>
          </p:cNvPr>
          <p:cNvSpPr>
            <a:spLocks noGrp="1"/>
          </p:cNvSpPr>
          <p:nvPr>
            <p:ph type="sldNum" sz="quarter" idx="12"/>
          </p:nvPr>
        </p:nvSpPr>
        <p:spPr/>
        <p:txBody>
          <a:bodyPr/>
          <a:lstStyle>
            <a:lvl1pPr>
              <a:defRPr/>
            </a:lvl1pPr>
          </a:lstStyle>
          <a:p>
            <a:pPr>
              <a:defRPr/>
            </a:pPr>
            <a:fld id="{577771C7-E346-734F-8887-C55539370A36}" type="slidenum">
              <a:rPr lang="zh-CN" altLang="en-US"/>
              <a:pPr>
                <a:defRPr/>
              </a:pPr>
              <a:t>‹#›</a:t>
            </a:fld>
            <a:endParaRPr lang="zh-CN" altLang="en-US"/>
          </a:p>
        </p:txBody>
      </p:sp>
    </p:spTree>
    <p:extLst>
      <p:ext uri="{BB962C8B-B14F-4D97-AF65-F5344CB8AC3E}">
        <p14:creationId xmlns:p14="http://schemas.microsoft.com/office/powerpoint/2010/main" val="3308952679"/>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
        <p:nvSpPr>
          <p:cNvPr id="3" name="日期占位符 3">
            <a:extLst>
              <a:ext uri="{FF2B5EF4-FFF2-40B4-BE49-F238E27FC236}">
                <a16:creationId xmlns:a16="http://schemas.microsoft.com/office/drawing/2014/main" id="{CF8D52BE-700C-F2C7-3CAA-5070879A20F6}"/>
              </a:ext>
            </a:extLst>
          </p:cNvPr>
          <p:cNvSpPr>
            <a:spLocks noGrp="1"/>
          </p:cNvSpPr>
          <p:nvPr>
            <p:ph type="dt" sz="half" idx="10"/>
          </p:nvPr>
        </p:nvSpPr>
        <p:spPr/>
        <p:txBody>
          <a:bodyPr/>
          <a:lstStyle>
            <a:lvl1pPr>
              <a:defRPr/>
            </a:lvl1pPr>
          </a:lstStyle>
          <a:p>
            <a:pPr>
              <a:defRPr/>
            </a:pPr>
            <a:fld id="{5BB53D36-475D-A048-9EBD-A66776EE943B}" type="datetimeFigureOut">
              <a:rPr lang="zh-CN" altLang="en-US"/>
              <a:pPr>
                <a:defRPr/>
              </a:pPr>
              <a:t>2024/11/26</a:t>
            </a:fld>
            <a:endParaRPr lang="zh-CN" altLang="en-US"/>
          </a:p>
        </p:txBody>
      </p:sp>
      <p:sp>
        <p:nvSpPr>
          <p:cNvPr id="4" name="页脚占位符 4">
            <a:extLst>
              <a:ext uri="{FF2B5EF4-FFF2-40B4-BE49-F238E27FC236}">
                <a16:creationId xmlns:a16="http://schemas.microsoft.com/office/drawing/2014/main" id="{973F96DE-26AA-79A1-0596-496CC9493FFB}"/>
              </a:ext>
            </a:extLst>
          </p:cNvPr>
          <p:cNvSpPr>
            <a:spLocks noGrp="1"/>
          </p:cNvSpPr>
          <p:nvPr>
            <p:ph type="ftr" sz="quarter" idx="11"/>
          </p:nvPr>
        </p:nvSpPr>
        <p:spPr/>
        <p:txBody>
          <a:bodyPr/>
          <a:lstStyle>
            <a:lvl1pPr>
              <a:defRPr/>
            </a:lvl1pPr>
          </a:lstStyle>
          <a:p>
            <a:pPr>
              <a:defRPr/>
            </a:pPr>
            <a:endParaRPr lang="zh-CN" altLang="en-US"/>
          </a:p>
        </p:txBody>
      </p:sp>
      <p:sp>
        <p:nvSpPr>
          <p:cNvPr id="5" name="灯片编号占位符 5">
            <a:extLst>
              <a:ext uri="{FF2B5EF4-FFF2-40B4-BE49-F238E27FC236}">
                <a16:creationId xmlns:a16="http://schemas.microsoft.com/office/drawing/2014/main" id="{19608C0E-0A87-401C-C35B-9301CFAA352D}"/>
              </a:ext>
            </a:extLst>
          </p:cNvPr>
          <p:cNvSpPr>
            <a:spLocks noGrp="1"/>
          </p:cNvSpPr>
          <p:nvPr>
            <p:ph type="sldNum" sz="quarter" idx="12"/>
          </p:nvPr>
        </p:nvSpPr>
        <p:spPr/>
        <p:txBody>
          <a:bodyPr/>
          <a:lstStyle>
            <a:lvl1pPr>
              <a:defRPr/>
            </a:lvl1pPr>
          </a:lstStyle>
          <a:p>
            <a:pPr>
              <a:defRPr/>
            </a:pPr>
            <a:fld id="{07CACB7F-56BC-F141-BA2E-972F65A45A97}" type="slidenum">
              <a:rPr lang="zh-CN" altLang="en-US"/>
              <a:pPr>
                <a:defRPr/>
              </a:pPr>
              <a:t>‹#›</a:t>
            </a:fld>
            <a:endParaRPr lang="zh-CN" altLang="en-US"/>
          </a:p>
        </p:txBody>
      </p:sp>
    </p:spTree>
    <p:extLst>
      <p:ext uri="{BB962C8B-B14F-4D97-AF65-F5344CB8AC3E}">
        <p14:creationId xmlns:p14="http://schemas.microsoft.com/office/powerpoint/2010/main" val="1821367182"/>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日期占位符 3">
            <a:extLst>
              <a:ext uri="{FF2B5EF4-FFF2-40B4-BE49-F238E27FC236}">
                <a16:creationId xmlns:a16="http://schemas.microsoft.com/office/drawing/2014/main" id="{04BF238A-7461-4D96-4858-1093438447C2}"/>
              </a:ext>
            </a:extLst>
          </p:cNvPr>
          <p:cNvSpPr>
            <a:spLocks noGrp="1"/>
          </p:cNvSpPr>
          <p:nvPr>
            <p:ph type="dt" sz="half" idx="10"/>
          </p:nvPr>
        </p:nvSpPr>
        <p:spPr/>
        <p:txBody>
          <a:bodyPr/>
          <a:lstStyle>
            <a:lvl1pPr>
              <a:defRPr/>
            </a:lvl1pPr>
          </a:lstStyle>
          <a:p>
            <a:pPr>
              <a:defRPr/>
            </a:pPr>
            <a:fld id="{BD392D04-E2FC-A74D-BB0A-70E4A3C20B7E}" type="datetimeFigureOut">
              <a:rPr lang="zh-CN" altLang="en-US"/>
              <a:pPr>
                <a:defRPr/>
              </a:pPr>
              <a:t>2024/11/26</a:t>
            </a:fld>
            <a:endParaRPr lang="zh-CN" altLang="en-US"/>
          </a:p>
        </p:txBody>
      </p:sp>
      <p:sp>
        <p:nvSpPr>
          <p:cNvPr id="3" name="页脚占位符 4">
            <a:extLst>
              <a:ext uri="{FF2B5EF4-FFF2-40B4-BE49-F238E27FC236}">
                <a16:creationId xmlns:a16="http://schemas.microsoft.com/office/drawing/2014/main" id="{0EA21FDE-0045-7EE0-4348-A58BA29584AB}"/>
              </a:ext>
            </a:extLst>
          </p:cNvPr>
          <p:cNvSpPr>
            <a:spLocks noGrp="1"/>
          </p:cNvSpPr>
          <p:nvPr>
            <p:ph type="ftr" sz="quarter" idx="11"/>
          </p:nvPr>
        </p:nvSpPr>
        <p:spPr/>
        <p:txBody>
          <a:bodyPr/>
          <a:lstStyle>
            <a:lvl1pPr>
              <a:defRPr/>
            </a:lvl1pPr>
          </a:lstStyle>
          <a:p>
            <a:pPr>
              <a:defRPr/>
            </a:pPr>
            <a:endParaRPr lang="zh-CN" altLang="en-US"/>
          </a:p>
        </p:txBody>
      </p:sp>
      <p:sp>
        <p:nvSpPr>
          <p:cNvPr id="4" name="灯片编号占位符 5">
            <a:extLst>
              <a:ext uri="{FF2B5EF4-FFF2-40B4-BE49-F238E27FC236}">
                <a16:creationId xmlns:a16="http://schemas.microsoft.com/office/drawing/2014/main" id="{E8052E6B-9B94-06FD-8D6A-9124314C5AC0}"/>
              </a:ext>
            </a:extLst>
          </p:cNvPr>
          <p:cNvSpPr>
            <a:spLocks noGrp="1"/>
          </p:cNvSpPr>
          <p:nvPr>
            <p:ph type="sldNum" sz="quarter" idx="12"/>
          </p:nvPr>
        </p:nvSpPr>
        <p:spPr/>
        <p:txBody>
          <a:bodyPr/>
          <a:lstStyle>
            <a:lvl1pPr>
              <a:defRPr/>
            </a:lvl1pPr>
          </a:lstStyle>
          <a:p>
            <a:pPr>
              <a:defRPr/>
            </a:pPr>
            <a:fld id="{9F9DE8CD-9496-3041-A5BB-6FE298A5F76F}" type="slidenum">
              <a:rPr lang="zh-CN" altLang="en-US"/>
              <a:pPr>
                <a:defRPr/>
              </a:pPr>
              <a:t>‹#›</a:t>
            </a:fld>
            <a:endParaRPr lang="zh-CN" altLang="en-US"/>
          </a:p>
        </p:txBody>
      </p:sp>
    </p:spTree>
    <p:extLst>
      <p:ext uri="{BB962C8B-B14F-4D97-AF65-F5344CB8AC3E}">
        <p14:creationId xmlns:p14="http://schemas.microsoft.com/office/powerpoint/2010/main" val="3578806711"/>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457205" y="273050"/>
            <a:ext cx="3008313" cy="1162051"/>
          </a:xfrm>
        </p:spPr>
        <p:txBody>
          <a:bodyPr anchor="b"/>
          <a:lstStyle>
            <a:lvl1pPr algn="l">
              <a:defRPr sz="2000" b="1"/>
            </a:lvl1pPr>
          </a:lstStyle>
          <a:p>
            <a:r>
              <a:rPr lang="zh-CN" altLang="en-US"/>
              <a:t>单击此处编辑母版标题样式</a:t>
            </a:r>
          </a:p>
        </p:txBody>
      </p:sp>
      <p:sp>
        <p:nvSpPr>
          <p:cNvPr id="3" name="内容占位符 2"/>
          <p:cNvSpPr>
            <a:spLocks noGrp="1"/>
          </p:cNvSpPr>
          <p:nvPr>
            <p:ph idx="1"/>
          </p:nvPr>
        </p:nvSpPr>
        <p:spPr>
          <a:xfrm>
            <a:off x="3575050" y="273053"/>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文本占位符 3"/>
          <p:cNvSpPr>
            <a:spLocks noGrp="1"/>
          </p:cNvSpPr>
          <p:nvPr>
            <p:ph type="body" sz="half" idx="2"/>
          </p:nvPr>
        </p:nvSpPr>
        <p:spPr>
          <a:xfrm>
            <a:off x="457205" y="1435103"/>
            <a:ext cx="3008313" cy="4691063"/>
          </a:xfrm>
        </p:spPr>
        <p:txBody>
          <a:bodyPr/>
          <a:lstStyle>
            <a:lvl1pPr marL="0" indent="0">
              <a:buNone/>
              <a:defRPr sz="1400"/>
            </a:lvl1pPr>
            <a:lvl2pPr marL="456908" indent="0">
              <a:buNone/>
              <a:defRPr sz="1200"/>
            </a:lvl2pPr>
            <a:lvl3pPr marL="913815" indent="0">
              <a:buNone/>
              <a:defRPr sz="1000"/>
            </a:lvl3pPr>
            <a:lvl4pPr marL="1370721" indent="0">
              <a:buNone/>
              <a:defRPr sz="900"/>
            </a:lvl4pPr>
            <a:lvl5pPr marL="1827629" indent="0">
              <a:buNone/>
              <a:defRPr sz="900"/>
            </a:lvl5pPr>
            <a:lvl6pPr marL="2284539" indent="0">
              <a:buNone/>
              <a:defRPr sz="900"/>
            </a:lvl6pPr>
            <a:lvl7pPr marL="2741447" indent="0">
              <a:buNone/>
              <a:defRPr sz="900"/>
            </a:lvl7pPr>
            <a:lvl8pPr marL="3198354" indent="0">
              <a:buNone/>
              <a:defRPr sz="900"/>
            </a:lvl8pPr>
            <a:lvl9pPr marL="3655261" indent="0">
              <a:buNone/>
              <a:defRPr sz="900"/>
            </a:lvl9pPr>
          </a:lstStyle>
          <a:p>
            <a:pPr lvl="0"/>
            <a:r>
              <a:rPr lang="zh-CN" altLang="en-US"/>
              <a:t>单击此处编辑母版文本样式</a:t>
            </a:r>
          </a:p>
        </p:txBody>
      </p:sp>
      <p:sp>
        <p:nvSpPr>
          <p:cNvPr id="5" name="日期占位符 3">
            <a:extLst>
              <a:ext uri="{FF2B5EF4-FFF2-40B4-BE49-F238E27FC236}">
                <a16:creationId xmlns:a16="http://schemas.microsoft.com/office/drawing/2014/main" id="{2846C64F-9881-93DD-9C81-7B8D426B4F07}"/>
              </a:ext>
            </a:extLst>
          </p:cNvPr>
          <p:cNvSpPr>
            <a:spLocks noGrp="1"/>
          </p:cNvSpPr>
          <p:nvPr>
            <p:ph type="dt" sz="half" idx="10"/>
          </p:nvPr>
        </p:nvSpPr>
        <p:spPr/>
        <p:txBody>
          <a:bodyPr/>
          <a:lstStyle>
            <a:lvl1pPr>
              <a:defRPr/>
            </a:lvl1pPr>
          </a:lstStyle>
          <a:p>
            <a:pPr>
              <a:defRPr/>
            </a:pPr>
            <a:fld id="{B1E18B37-4CCA-2344-9370-11C76BFD35E9}" type="datetimeFigureOut">
              <a:rPr lang="zh-CN" altLang="en-US"/>
              <a:pPr>
                <a:defRPr/>
              </a:pPr>
              <a:t>2024/11/26</a:t>
            </a:fld>
            <a:endParaRPr lang="zh-CN" altLang="en-US"/>
          </a:p>
        </p:txBody>
      </p:sp>
      <p:sp>
        <p:nvSpPr>
          <p:cNvPr id="6" name="页脚占位符 4">
            <a:extLst>
              <a:ext uri="{FF2B5EF4-FFF2-40B4-BE49-F238E27FC236}">
                <a16:creationId xmlns:a16="http://schemas.microsoft.com/office/drawing/2014/main" id="{7DC3D0F9-C684-0E51-B4F8-4BA893870BE4}"/>
              </a:ext>
            </a:extLst>
          </p:cNvPr>
          <p:cNvSpPr>
            <a:spLocks noGrp="1"/>
          </p:cNvSpPr>
          <p:nvPr>
            <p:ph type="ftr" sz="quarter" idx="11"/>
          </p:nvPr>
        </p:nvSpPr>
        <p:spPr/>
        <p:txBody>
          <a:bodyPr/>
          <a:lstStyle>
            <a:lvl1pPr>
              <a:defRPr/>
            </a:lvl1pPr>
          </a:lstStyle>
          <a:p>
            <a:pPr>
              <a:defRPr/>
            </a:pPr>
            <a:endParaRPr lang="zh-CN" altLang="en-US"/>
          </a:p>
        </p:txBody>
      </p:sp>
      <p:sp>
        <p:nvSpPr>
          <p:cNvPr id="7" name="灯片编号占位符 5">
            <a:extLst>
              <a:ext uri="{FF2B5EF4-FFF2-40B4-BE49-F238E27FC236}">
                <a16:creationId xmlns:a16="http://schemas.microsoft.com/office/drawing/2014/main" id="{EAF33AFF-CF08-8B4D-FAE9-F1C243205431}"/>
              </a:ext>
            </a:extLst>
          </p:cNvPr>
          <p:cNvSpPr>
            <a:spLocks noGrp="1"/>
          </p:cNvSpPr>
          <p:nvPr>
            <p:ph type="sldNum" sz="quarter" idx="12"/>
          </p:nvPr>
        </p:nvSpPr>
        <p:spPr/>
        <p:txBody>
          <a:bodyPr/>
          <a:lstStyle>
            <a:lvl1pPr>
              <a:defRPr/>
            </a:lvl1pPr>
          </a:lstStyle>
          <a:p>
            <a:pPr>
              <a:defRPr/>
            </a:pPr>
            <a:fld id="{5F7ACEC7-5844-F64A-97AC-995D4CEFE567}" type="slidenum">
              <a:rPr lang="zh-CN" altLang="en-US"/>
              <a:pPr>
                <a:defRPr/>
              </a:pPr>
              <a:t>‹#›</a:t>
            </a:fld>
            <a:endParaRPr lang="zh-CN" altLang="en-US"/>
          </a:p>
        </p:txBody>
      </p:sp>
    </p:spTree>
    <p:extLst>
      <p:ext uri="{BB962C8B-B14F-4D97-AF65-F5344CB8AC3E}">
        <p14:creationId xmlns:p14="http://schemas.microsoft.com/office/powerpoint/2010/main" val="2597167827"/>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1792288" y="4800601"/>
            <a:ext cx="5486400" cy="566739"/>
          </a:xfrm>
        </p:spPr>
        <p:txBody>
          <a:bodyPr anchor="b"/>
          <a:lstStyle>
            <a:lvl1pPr algn="l">
              <a:defRPr sz="2000" b="1"/>
            </a:lvl1pPr>
          </a:lstStyle>
          <a:p>
            <a:r>
              <a:rPr lang="zh-CN" altLang="en-US"/>
              <a:t>单击此处编辑母版标题样式</a:t>
            </a:r>
          </a:p>
        </p:txBody>
      </p:sp>
      <p:sp>
        <p:nvSpPr>
          <p:cNvPr id="3" name="图片占位符 2"/>
          <p:cNvSpPr>
            <a:spLocks noGrp="1"/>
          </p:cNvSpPr>
          <p:nvPr>
            <p:ph type="pic" idx="1"/>
          </p:nvPr>
        </p:nvSpPr>
        <p:spPr>
          <a:xfrm>
            <a:off x="1792288" y="612775"/>
            <a:ext cx="5486400" cy="4114800"/>
          </a:xfrm>
        </p:spPr>
        <p:txBody>
          <a:bodyPr rtlCol="0">
            <a:normAutofit/>
          </a:bodyPr>
          <a:lstStyle>
            <a:lvl1pPr marL="0" indent="0">
              <a:buNone/>
              <a:defRPr sz="3200"/>
            </a:lvl1pPr>
            <a:lvl2pPr marL="456908" indent="0">
              <a:buNone/>
              <a:defRPr sz="2800"/>
            </a:lvl2pPr>
            <a:lvl3pPr marL="913815" indent="0">
              <a:buNone/>
              <a:defRPr sz="2400"/>
            </a:lvl3pPr>
            <a:lvl4pPr marL="1370721" indent="0">
              <a:buNone/>
              <a:defRPr sz="2000"/>
            </a:lvl4pPr>
            <a:lvl5pPr marL="1827629" indent="0">
              <a:buNone/>
              <a:defRPr sz="2000"/>
            </a:lvl5pPr>
            <a:lvl6pPr marL="2284539" indent="0">
              <a:buNone/>
              <a:defRPr sz="2000"/>
            </a:lvl6pPr>
            <a:lvl7pPr marL="2741447" indent="0">
              <a:buNone/>
              <a:defRPr sz="2000"/>
            </a:lvl7pPr>
            <a:lvl8pPr marL="3198354" indent="0">
              <a:buNone/>
              <a:defRPr sz="2000"/>
            </a:lvl8pPr>
            <a:lvl9pPr marL="3655261" indent="0">
              <a:buNone/>
              <a:defRPr sz="2000"/>
            </a:lvl9pPr>
          </a:lstStyle>
          <a:p>
            <a:pPr lvl="0"/>
            <a:endParaRPr lang="zh-CN" altLang="en-US" noProof="0"/>
          </a:p>
        </p:txBody>
      </p:sp>
      <p:sp>
        <p:nvSpPr>
          <p:cNvPr id="4" name="文本占位符 3"/>
          <p:cNvSpPr>
            <a:spLocks noGrp="1"/>
          </p:cNvSpPr>
          <p:nvPr>
            <p:ph type="body" sz="half" idx="2"/>
          </p:nvPr>
        </p:nvSpPr>
        <p:spPr>
          <a:xfrm>
            <a:off x="1792288" y="5367340"/>
            <a:ext cx="5486400" cy="804863"/>
          </a:xfrm>
        </p:spPr>
        <p:txBody>
          <a:bodyPr/>
          <a:lstStyle>
            <a:lvl1pPr marL="0" indent="0">
              <a:buNone/>
              <a:defRPr sz="1400"/>
            </a:lvl1pPr>
            <a:lvl2pPr marL="456908" indent="0">
              <a:buNone/>
              <a:defRPr sz="1200"/>
            </a:lvl2pPr>
            <a:lvl3pPr marL="913815" indent="0">
              <a:buNone/>
              <a:defRPr sz="1000"/>
            </a:lvl3pPr>
            <a:lvl4pPr marL="1370721" indent="0">
              <a:buNone/>
              <a:defRPr sz="900"/>
            </a:lvl4pPr>
            <a:lvl5pPr marL="1827629" indent="0">
              <a:buNone/>
              <a:defRPr sz="900"/>
            </a:lvl5pPr>
            <a:lvl6pPr marL="2284539" indent="0">
              <a:buNone/>
              <a:defRPr sz="900"/>
            </a:lvl6pPr>
            <a:lvl7pPr marL="2741447" indent="0">
              <a:buNone/>
              <a:defRPr sz="900"/>
            </a:lvl7pPr>
            <a:lvl8pPr marL="3198354" indent="0">
              <a:buNone/>
              <a:defRPr sz="900"/>
            </a:lvl8pPr>
            <a:lvl9pPr marL="3655261" indent="0">
              <a:buNone/>
              <a:defRPr sz="900"/>
            </a:lvl9pPr>
          </a:lstStyle>
          <a:p>
            <a:pPr lvl="0"/>
            <a:r>
              <a:rPr lang="zh-CN" altLang="en-US"/>
              <a:t>单击此处编辑母版文本样式</a:t>
            </a:r>
          </a:p>
        </p:txBody>
      </p:sp>
      <p:sp>
        <p:nvSpPr>
          <p:cNvPr id="5" name="日期占位符 3">
            <a:extLst>
              <a:ext uri="{FF2B5EF4-FFF2-40B4-BE49-F238E27FC236}">
                <a16:creationId xmlns:a16="http://schemas.microsoft.com/office/drawing/2014/main" id="{513C156B-0F54-1EBE-2619-BA353E2163F8}"/>
              </a:ext>
            </a:extLst>
          </p:cNvPr>
          <p:cNvSpPr>
            <a:spLocks noGrp="1"/>
          </p:cNvSpPr>
          <p:nvPr>
            <p:ph type="dt" sz="half" idx="10"/>
          </p:nvPr>
        </p:nvSpPr>
        <p:spPr/>
        <p:txBody>
          <a:bodyPr/>
          <a:lstStyle>
            <a:lvl1pPr>
              <a:defRPr/>
            </a:lvl1pPr>
          </a:lstStyle>
          <a:p>
            <a:pPr>
              <a:defRPr/>
            </a:pPr>
            <a:fld id="{482C23A1-01B3-4A4A-98AB-096F6271261D}" type="datetimeFigureOut">
              <a:rPr lang="zh-CN" altLang="en-US"/>
              <a:pPr>
                <a:defRPr/>
              </a:pPr>
              <a:t>2024/11/26</a:t>
            </a:fld>
            <a:endParaRPr lang="zh-CN" altLang="en-US"/>
          </a:p>
        </p:txBody>
      </p:sp>
      <p:sp>
        <p:nvSpPr>
          <p:cNvPr id="6" name="页脚占位符 4">
            <a:extLst>
              <a:ext uri="{FF2B5EF4-FFF2-40B4-BE49-F238E27FC236}">
                <a16:creationId xmlns:a16="http://schemas.microsoft.com/office/drawing/2014/main" id="{7E20784F-A817-02F9-95E0-CC3A7F41CA2D}"/>
              </a:ext>
            </a:extLst>
          </p:cNvPr>
          <p:cNvSpPr>
            <a:spLocks noGrp="1"/>
          </p:cNvSpPr>
          <p:nvPr>
            <p:ph type="ftr" sz="quarter" idx="11"/>
          </p:nvPr>
        </p:nvSpPr>
        <p:spPr/>
        <p:txBody>
          <a:bodyPr/>
          <a:lstStyle>
            <a:lvl1pPr>
              <a:defRPr/>
            </a:lvl1pPr>
          </a:lstStyle>
          <a:p>
            <a:pPr>
              <a:defRPr/>
            </a:pPr>
            <a:endParaRPr lang="zh-CN" altLang="en-US"/>
          </a:p>
        </p:txBody>
      </p:sp>
      <p:sp>
        <p:nvSpPr>
          <p:cNvPr id="7" name="灯片编号占位符 5">
            <a:extLst>
              <a:ext uri="{FF2B5EF4-FFF2-40B4-BE49-F238E27FC236}">
                <a16:creationId xmlns:a16="http://schemas.microsoft.com/office/drawing/2014/main" id="{38B3BE09-0F76-251C-ADD5-ED1B95DF04D8}"/>
              </a:ext>
            </a:extLst>
          </p:cNvPr>
          <p:cNvSpPr>
            <a:spLocks noGrp="1"/>
          </p:cNvSpPr>
          <p:nvPr>
            <p:ph type="sldNum" sz="quarter" idx="12"/>
          </p:nvPr>
        </p:nvSpPr>
        <p:spPr/>
        <p:txBody>
          <a:bodyPr/>
          <a:lstStyle>
            <a:lvl1pPr>
              <a:defRPr/>
            </a:lvl1pPr>
          </a:lstStyle>
          <a:p>
            <a:pPr>
              <a:defRPr/>
            </a:pPr>
            <a:fld id="{5C72C76F-3207-1145-A331-8AE9FF637BD6}" type="slidenum">
              <a:rPr lang="zh-CN" altLang="en-US"/>
              <a:pPr>
                <a:defRPr/>
              </a:pPr>
              <a:t>‹#›</a:t>
            </a:fld>
            <a:endParaRPr lang="zh-CN" altLang="en-US"/>
          </a:p>
        </p:txBody>
      </p:sp>
    </p:spTree>
    <p:extLst>
      <p:ext uri="{BB962C8B-B14F-4D97-AF65-F5344CB8AC3E}">
        <p14:creationId xmlns:p14="http://schemas.microsoft.com/office/powerpoint/2010/main" val="449462096"/>
      </p:ext>
    </p:extLst>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
        <p:nvSpPr>
          <p:cNvPr id="3" name="竖排文字占位符 2"/>
          <p:cNvSpPr>
            <a:spLocks noGrp="1"/>
          </p:cNvSpPr>
          <p:nvPr>
            <p:ph type="body" orient="vert" idx="1"/>
          </p:nvPr>
        </p:nvSpPr>
        <p:spPr/>
        <p:txBody>
          <a:bodyPr vert="eaVert"/>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日期占位符 3">
            <a:extLst>
              <a:ext uri="{FF2B5EF4-FFF2-40B4-BE49-F238E27FC236}">
                <a16:creationId xmlns:a16="http://schemas.microsoft.com/office/drawing/2014/main" id="{0B0D15FE-1757-0BA2-A093-13A304AECBD7}"/>
              </a:ext>
            </a:extLst>
          </p:cNvPr>
          <p:cNvSpPr>
            <a:spLocks noGrp="1"/>
          </p:cNvSpPr>
          <p:nvPr>
            <p:ph type="dt" sz="half" idx="10"/>
          </p:nvPr>
        </p:nvSpPr>
        <p:spPr/>
        <p:txBody>
          <a:bodyPr/>
          <a:lstStyle>
            <a:lvl1pPr>
              <a:defRPr/>
            </a:lvl1pPr>
          </a:lstStyle>
          <a:p>
            <a:pPr>
              <a:defRPr/>
            </a:pPr>
            <a:fld id="{9AD0E23F-EACA-A643-954A-5478C3BD9E37}" type="datetimeFigureOut">
              <a:rPr lang="zh-CN" altLang="en-US"/>
              <a:pPr>
                <a:defRPr/>
              </a:pPr>
              <a:t>2024/11/26</a:t>
            </a:fld>
            <a:endParaRPr lang="zh-CN" altLang="en-US"/>
          </a:p>
        </p:txBody>
      </p:sp>
      <p:sp>
        <p:nvSpPr>
          <p:cNvPr id="5" name="页脚占位符 4">
            <a:extLst>
              <a:ext uri="{FF2B5EF4-FFF2-40B4-BE49-F238E27FC236}">
                <a16:creationId xmlns:a16="http://schemas.microsoft.com/office/drawing/2014/main" id="{EFF9E614-3E97-28CB-0CDE-E8B0FB3A14A1}"/>
              </a:ext>
            </a:extLst>
          </p:cNvPr>
          <p:cNvSpPr>
            <a:spLocks noGrp="1"/>
          </p:cNvSpPr>
          <p:nvPr>
            <p:ph type="ftr" sz="quarter" idx="11"/>
          </p:nvPr>
        </p:nvSpPr>
        <p:spPr/>
        <p:txBody>
          <a:bodyPr/>
          <a:lstStyle>
            <a:lvl1pPr>
              <a:defRPr/>
            </a:lvl1pPr>
          </a:lstStyle>
          <a:p>
            <a:pPr>
              <a:defRPr/>
            </a:pPr>
            <a:endParaRPr lang="zh-CN" altLang="en-US"/>
          </a:p>
        </p:txBody>
      </p:sp>
      <p:sp>
        <p:nvSpPr>
          <p:cNvPr id="6" name="灯片编号占位符 5">
            <a:extLst>
              <a:ext uri="{FF2B5EF4-FFF2-40B4-BE49-F238E27FC236}">
                <a16:creationId xmlns:a16="http://schemas.microsoft.com/office/drawing/2014/main" id="{1692FDD4-9CB0-5038-644E-729DADADB699}"/>
              </a:ext>
            </a:extLst>
          </p:cNvPr>
          <p:cNvSpPr>
            <a:spLocks noGrp="1"/>
          </p:cNvSpPr>
          <p:nvPr>
            <p:ph type="sldNum" sz="quarter" idx="12"/>
          </p:nvPr>
        </p:nvSpPr>
        <p:spPr/>
        <p:txBody>
          <a:bodyPr/>
          <a:lstStyle>
            <a:lvl1pPr>
              <a:defRPr/>
            </a:lvl1pPr>
          </a:lstStyle>
          <a:p>
            <a:pPr>
              <a:defRPr/>
            </a:pPr>
            <a:fld id="{FC2BFD44-F25D-C84F-AFEB-3D1ADA9B9042}" type="slidenum">
              <a:rPr lang="zh-CN" altLang="en-US"/>
              <a:pPr>
                <a:defRPr/>
              </a:pPr>
              <a:t>‹#›</a:t>
            </a:fld>
            <a:endParaRPr lang="zh-CN" altLang="en-US"/>
          </a:p>
        </p:txBody>
      </p:sp>
    </p:spTree>
    <p:extLst>
      <p:ext uri="{BB962C8B-B14F-4D97-AF65-F5344CB8AC3E}">
        <p14:creationId xmlns:p14="http://schemas.microsoft.com/office/powerpoint/2010/main" val="4262305832"/>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type="vertTitleAndTx" preserve="1">
  <p:cSld name="垂直排列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629400" y="206377"/>
            <a:ext cx="2057400" cy="4387851"/>
          </a:xfrm>
        </p:spPr>
        <p:txBody>
          <a:bodyPr vert="eaVert"/>
          <a:lstStyle/>
          <a:p>
            <a:r>
              <a:rPr lang="zh-CN" altLang="en-US"/>
              <a:t>单击此处编辑母版标题样式</a:t>
            </a:r>
          </a:p>
        </p:txBody>
      </p:sp>
      <p:sp>
        <p:nvSpPr>
          <p:cNvPr id="3" name="竖排文字占位符 2"/>
          <p:cNvSpPr>
            <a:spLocks noGrp="1"/>
          </p:cNvSpPr>
          <p:nvPr>
            <p:ph type="body" orient="vert" idx="1"/>
          </p:nvPr>
        </p:nvSpPr>
        <p:spPr>
          <a:xfrm>
            <a:off x="457200" y="206377"/>
            <a:ext cx="6019800" cy="4387851"/>
          </a:xfrm>
        </p:spPr>
        <p:txBody>
          <a:bodyPr vert="eaVert"/>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日期占位符 3">
            <a:extLst>
              <a:ext uri="{FF2B5EF4-FFF2-40B4-BE49-F238E27FC236}">
                <a16:creationId xmlns:a16="http://schemas.microsoft.com/office/drawing/2014/main" id="{DA46C3A0-BA16-D51D-B92E-B0A3F42B1F73}"/>
              </a:ext>
            </a:extLst>
          </p:cNvPr>
          <p:cNvSpPr>
            <a:spLocks noGrp="1"/>
          </p:cNvSpPr>
          <p:nvPr>
            <p:ph type="dt" sz="half" idx="10"/>
          </p:nvPr>
        </p:nvSpPr>
        <p:spPr/>
        <p:txBody>
          <a:bodyPr/>
          <a:lstStyle>
            <a:lvl1pPr>
              <a:defRPr/>
            </a:lvl1pPr>
          </a:lstStyle>
          <a:p>
            <a:pPr>
              <a:defRPr/>
            </a:pPr>
            <a:fld id="{5A3A8B00-C9BA-3843-8E3E-173665461543}" type="datetimeFigureOut">
              <a:rPr lang="zh-CN" altLang="en-US"/>
              <a:pPr>
                <a:defRPr/>
              </a:pPr>
              <a:t>2024/11/26</a:t>
            </a:fld>
            <a:endParaRPr lang="zh-CN" altLang="en-US"/>
          </a:p>
        </p:txBody>
      </p:sp>
      <p:sp>
        <p:nvSpPr>
          <p:cNvPr id="5" name="页脚占位符 4">
            <a:extLst>
              <a:ext uri="{FF2B5EF4-FFF2-40B4-BE49-F238E27FC236}">
                <a16:creationId xmlns:a16="http://schemas.microsoft.com/office/drawing/2014/main" id="{59F16CDF-2778-17EB-0309-FB1B91C94CE4}"/>
              </a:ext>
            </a:extLst>
          </p:cNvPr>
          <p:cNvSpPr>
            <a:spLocks noGrp="1"/>
          </p:cNvSpPr>
          <p:nvPr>
            <p:ph type="ftr" sz="quarter" idx="11"/>
          </p:nvPr>
        </p:nvSpPr>
        <p:spPr/>
        <p:txBody>
          <a:bodyPr/>
          <a:lstStyle>
            <a:lvl1pPr>
              <a:defRPr/>
            </a:lvl1pPr>
          </a:lstStyle>
          <a:p>
            <a:pPr>
              <a:defRPr/>
            </a:pPr>
            <a:endParaRPr lang="zh-CN" altLang="en-US"/>
          </a:p>
        </p:txBody>
      </p:sp>
      <p:sp>
        <p:nvSpPr>
          <p:cNvPr id="6" name="灯片编号占位符 5">
            <a:extLst>
              <a:ext uri="{FF2B5EF4-FFF2-40B4-BE49-F238E27FC236}">
                <a16:creationId xmlns:a16="http://schemas.microsoft.com/office/drawing/2014/main" id="{3EB9949B-205C-97A8-2264-74A8539E4BFE}"/>
              </a:ext>
            </a:extLst>
          </p:cNvPr>
          <p:cNvSpPr>
            <a:spLocks noGrp="1"/>
          </p:cNvSpPr>
          <p:nvPr>
            <p:ph type="sldNum" sz="quarter" idx="12"/>
          </p:nvPr>
        </p:nvSpPr>
        <p:spPr/>
        <p:txBody>
          <a:bodyPr/>
          <a:lstStyle>
            <a:lvl1pPr>
              <a:defRPr/>
            </a:lvl1pPr>
          </a:lstStyle>
          <a:p>
            <a:pPr>
              <a:defRPr/>
            </a:pPr>
            <a:fld id="{7EE921EC-142E-A645-A1DE-405B20B701D7}" type="slidenum">
              <a:rPr lang="zh-CN" altLang="en-US"/>
              <a:pPr>
                <a:defRPr/>
              </a:pPr>
              <a:t>‹#›</a:t>
            </a:fld>
            <a:endParaRPr lang="zh-CN" altLang="en-US"/>
          </a:p>
        </p:txBody>
      </p:sp>
    </p:spTree>
    <p:extLst>
      <p:ext uri="{BB962C8B-B14F-4D97-AF65-F5344CB8AC3E}">
        <p14:creationId xmlns:p14="http://schemas.microsoft.com/office/powerpoint/2010/main" val="296174029"/>
      </p:ext>
    </p:extLst>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userDrawn="1">
  <p:cSld name="1_标题和内容">
    <p:bg>
      <p:bgPr>
        <a:gradFill rotWithShape="1">
          <a:gsLst>
            <a:gs pos="0">
              <a:srgbClr val="D7D9E1"/>
            </a:gs>
            <a:gs pos="25999">
              <a:srgbClr val="EBECF0"/>
            </a:gs>
            <a:gs pos="100000">
              <a:srgbClr val="FFFFFF"/>
            </a:gs>
          </a:gsLst>
          <a:lin ang="5400000" scaled="1"/>
        </a:gra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779593337"/>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p:cSld name="自定义版式">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7"/>
            <a:ext cx="8229600" cy="1143000"/>
          </a:xfrm>
          <a:prstGeom prst="rect">
            <a:avLst/>
          </a:prstGeom>
        </p:spPr>
        <p:txBody>
          <a:bodyPr/>
          <a:lstStyle/>
          <a:p>
            <a:r>
              <a:rPr lang="zh-CN" altLang="en-US"/>
              <a:t>单击此处编辑母版标题样式</a:t>
            </a:r>
          </a:p>
        </p:txBody>
      </p:sp>
      <p:sp>
        <p:nvSpPr>
          <p:cNvPr id="3" name="灯片编号占位符 5">
            <a:extLst>
              <a:ext uri="{FF2B5EF4-FFF2-40B4-BE49-F238E27FC236}">
                <a16:creationId xmlns:a16="http://schemas.microsoft.com/office/drawing/2014/main" id="{9634A8F2-072B-0050-CD9F-BCFF613309D0}"/>
              </a:ext>
            </a:extLst>
          </p:cNvPr>
          <p:cNvSpPr>
            <a:spLocks noGrp="1" noChangeArrowheads="1"/>
          </p:cNvSpPr>
          <p:nvPr>
            <p:ph type="sldNum" sz="quarter" idx="10"/>
          </p:nvPr>
        </p:nvSpPr>
        <p:spPr/>
        <p:txBody>
          <a:bodyPr/>
          <a:lstStyle>
            <a:lvl1pPr>
              <a:defRPr/>
            </a:lvl1pPr>
          </a:lstStyle>
          <a:p>
            <a:pPr>
              <a:defRPr/>
            </a:pPr>
            <a:fld id="{8FBEA881-2A5F-454E-BB11-67F8E8A4F86E}" type="slidenum">
              <a:rPr lang="zh-CN" altLang="en-US"/>
              <a:pPr>
                <a:defRPr/>
              </a:pPr>
              <a:t>‹#›</a:t>
            </a:fld>
            <a:endParaRPr lang="zh-CN" altLang="en-US">
              <a:latin typeface="Arial" pitchFamily="34" charset="0"/>
            </a:endParaRPr>
          </a:p>
        </p:txBody>
      </p:sp>
    </p:spTree>
    <p:extLst>
      <p:ext uri="{BB962C8B-B14F-4D97-AF65-F5344CB8AC3E}">
        <p14:creationId xmlns:p14="http://schemas.microsoft.com/office/powerpoint/2010/main" val="1777512181"/>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685800" y="2130425"/>
            <a:ext cx="7772400" cy="1470025"/>
          </a:xfrm>
        </p:spPr>
        <p:txBody>
          <a:bodyPr/>
          <a:lstStyle/>
          <a:p>
            <a:r>
              <a:rPr lang="zh-CN" altLang="en-US"/>
              <a:t>单击此处编辑母版标题样式</a:t>
            </a:r>
          </a:p>
        </p:txBody>
      </p:sp>
      <p:sp>
        <p:nvSpPr>
          <p:cNvPr id="3" name="副标题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zh-CN" altLang="en-US"/>
              <a:t>单击此处编辑母版副标题样式</a:t>
            </a:r>
          </a:p>
        </p:txBody>
      </p:sp>
      <p:sp>
        <p:nvSpPr>
          <p:cNvPr id="4" name="Rectangle 4">
            <a:extLst>
              <a:ext uri="{FF2B5EF4-FFF2-40B4-BE49-F238E27FC236}">
                <a16:creationId xmlns:a16="http://schemas.microsoft.com/office/drawing/2014/main" id="{BE8B526D-21D6-3F09-014E-B0EC2654B039}"/>
              </a:ext>
            </a:extLst>
          </p:cNvPr>
          <p:cNvSpPr>
            <a:spLocks noGrp="1" noChangeArrowheads="1"/>
          </p:cNvSpPr>
          <p:nvPr>
            <p:ph type="dt" sz="half" idx="10"/>
          </p:nvPr>
        </p:nvSpPr>
        <p:spPr>
          <a:ln/>
        </p:spPr>
        <p:txBody>
          <a:bodyPr/>
          <a:lstStyle>
            <a:lvl1pPr>
              <a:defRPr/>
            </a:lvl1pPr>
          </a:lstStyle>
          <a:p>
            <a:pPr>
              <a:defRPr/>
            </a:pPr>
            <a:endParaRPr lang="en-US" altLang="zh-CN"/>
          </a:p>
        </p:txBody>
      </p:sp>
      <p:sp>
        <p:nvSpPr>
          <p:cNvPr id="5" name="Rectangle 5">
            <a:extLst>
              <a:ext uri="{FF2B5EF4-FFF2-40B4-BE49-F238E27FC236}">
                <a16:creationId xmlns:a16="http://schemas.microsoft.com/office/drawing/2014/main" id="{79AFB13B-9A33-DA79-EEAD-614E6530F1E8}"/>
              </a:ext>
            </a:extLst>
          </p:cNvPr>
          <p:cNvSpPr>
            <a:spLocks noGrp="1" noChangeArrowheads="1"/>
          </p:cNvSpPr>
          <p:nvPr>
            <p:ph type="ftr" sz="quarter" idx="11"/>
          </p:nvPr>
        </p:nvSpPr>
        <p:spPr>
          <a:ln/>
        </p:spPr>
        <p:txBody>
          <a:bodyPr/>
          <a:lstStyle>
            <a:lvl1pPr>
              <a:defRPr/>
            </a:lvl1pPr>
          </a:lstStyle>
          <a:p>
            <a:pPr>
              <a:defRPr/>
            </a:pPr>
            <a:r>
              <a:rPr lang="en-US" altLang="zh-CN"/>
              <a:t>Network Layer</a:t>
            </a:r>
          </a:p>
        </p:txBody>
      </p:sp>
      <p:sp>
        <p:nvSpPr>
          <p:cNvPr id="6" name="Rectangle 6">
            <a:extLst>
              <a:ext uri="{FF2B5EF4-FFF2-40B4-BE49-F238E27FC236}">
                <a16:creationId xmlns:a16="http://schemas.microsoft.com/office/drawing/2014/main" id="{17D9EF08-DB25-760F-F9A7-ABD1BF5331E9}"/>
              </a:ext>
            </a:extLst>
          </p:cNvPr>
          <p:cNvSpPr>
            <a:spLocks noGrp="1" noChangeArrowheads="1"/>
          </p:cNvSpPr>
          <p:nvPr>
            <p:ph type="sldNum" sz="quarter" idx="12"/>
          </p:nvPr>
        </p:nvSpPr>
        <p:spPr>
          <a:ln/>
        </p:spPr>
        <p:txBody>
          <a:bodyPr/>
          <a:lstStyle>
            <a:lvl1pPr>
              <a:defRPr/>
            </a:lvl1pPr>
          </a:lstStyle>
          <a:p>
            <a:pPr>
              <a:defRPr/>
            </a:pPr>
            <a:r>
              <a:rPr lang="en-US" altLang="zh-CN"/>
              <a:t>4-</a:t>
            </a:r>
            <a:fld id="{7F2224E5-D295-EB4A-A922-D880B5C35891}" type="slidenum">
              <a:rPr lang="en-US" altLang="zh-CN" smtClean="0"/>
              <a:pPr>
                <a:defRPr/>
              </a:pPr>
              <a:t>‹#›</a:t>
            </a:fld>
            <a:endParaRPr lang="en-US" altLang="zh-CN"/>
          </a:p>
        </p:txBody>
      </p:sp>
    </p:spTree>
    <p:extLst>
      <p:ext uri="{BB962C8B-B14F-4D97-AF65-F5344CB8AC3E}">
        <p14:creationId xmlns:p14="http://schemas.microsoft.com/office/powerpoint/2010/main" val="2943778268"/>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
        <p:nvSpPr>
          <p:cNvPr id="3" name="内容占位符 2"/>
          <p:cNvSpPr>
            <a:spLocks noGrp="1"/>
          </p:cNvSpPr>
          <p:nvPr>
            <p:ph idx="1"/>
          </p:nvPr>
        </p:nvSpPr>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Rectangle 4">
            <a:extLst>
              <a:ext uri="{FF2B5EF4-FFF2-40B4-BE49-F238E27FC236}">
                <a16:creationId xmlns:a16="http://schemas.microsoft.com/office/drawing/2014/main" id="{AC97AA97-376E-F910-EBFB-965EFCABF2DA}"/>
              </a:ext>
            </a:extLst>
          </p:cNvPr>
          <p:cNvSpPr>
            <a:spLocks noGrp="1" noChangeArrowheads="1"/>
          </p:cNvSpPr>
          <p:nvPr>
            <p:ph type="dt" sz="half" idx="10"/>
          </p:nvPr>
        </p:nvSpPr>
        <p:spPr>
          <a:ln/>
        </p:spPr>
        <p:txBody>
          <a:bodyPr/>
          <a:lstStyle>
            <a:lvl1pPr>
              <a:defRPr/>
            </a:lvl1pPr>
          </a:lstStyle>
          <a:p>
            <a:pPr>
              <a:defRPr/>
            </a:pPr>
            <a:endParaRPr lang="en-US" altLang="zh-CN"/>
          </a:p>
        </p:txBody>
      </p:sp>
      <p:sp>
        <p:nvSpPr>
          <p:cNvPr id="5" name="Rectangle 5">
            <a:extLst>
              <a:ext uri="{FF2B5EF4-FFF2-40B4-BE49-F238E27FC236}">
                <a16:creationId xmlns:a16="http://schemas.microsoft.com/office/drawing/2014/main" id="{C49A3E10-6769-95BD-3812-EA84B4BD1F55}"/>
              </a:ext>
            </a:extLst>
          </p:cNvPr>
          <p:cNvSpPr>
            <a:spLocks noGrp="1" noChangeArrowheads="1"/>
          </p:cNvSpPr>
          <p:nvPr>
            <p:ph type="ftr" sz="quarter" idx="11"/>
          </p:nvPr>
        </p:nvSpPr>
        <p:spPr>
          <a:ln/>
        </p:spPr>
        <p:txBody>
          <a:bodyPr/>
          <a:lstStyle>
            <a:lvl1pPr>
              <a:defRPr/>
            </a:lvl1pPr>
          </a:lstStyle>
          <a:p>
            <a:pPr>
              <a:defRPr/>
            </a:pPr>
            <a:r>
              <a:rPr lang="en-US" altLang="zh-CN"/>
              <a:t>Network Layer</a:t>
            </a:r>
          </a:p>
        </p:txBody>
      </p:sp>
      <p:sp>
        <p:nvSpPr>
          <p:cNvPr id="6" name="Rectangle 6">
            <a:extLst>
              <a:ext uri="{FF2B5EF4-FFF2-40B4-BE49-F238E27FC236}">
                <a16:creationId xmlns:a16="http://schemas.microsoft.com/office/drawing/2014/main" id="{8745788E-7E55-ABEE-3CE8-68AEB5329C59}"/>
              </a:ext>
            </a:extLst>
          </p:cNvPr>
          <p:cNvSpPr>
            <a:spLocks noGrp="1" noChangeArrowheads="1"/>
          </p:cNvSpPr>
          <p:nvPr>
            <p:ph type="sldNum" sz="quarter" idx="12"/>
          </p:nvPr>
        </p:nvSpPr>
        <p:spPr>
          <a:ln/>
        </p:spPr>
        <p:txBody>
          <a:bodyPr/>
          <a:lstStyle>
            <a:lvl1pPr>
              <a:defRPr/>
            </a:lvl1pPr>
          </a:lstStyle>
          <a:p>
            <a:pPr>
              <a:defRPr/>
            </a:pPr>
            <a:r>
              <a:rPr lang="en-US" altLang="zh-CN"/>
              <a:t>4-</a:t>
            </a:r>
            <a:fld id="{9945FC85-8F90-F940-94DE-39DBA7C2A93C}" type="slidenum">
              <a:rPr lang="en-US" altLang="zh-CN" smtClean="0"/>
              <a:pPr>
                <a:defRPr/>
              </a:pPr>
              <a:t>‹#›</a:t>
            </a:fld>
            <a:endParaRPr lang="en-US" altLang="zh-CN"/>
          </a:p>
        </p:txBody>
      </p:sp>
    </p:spTree>
    <p:extLst>
      <p:ext uri="{BB962C8B-B14F-4D97-AF65-F5344CB8AC3E}">
        <p14:creationId xmlns:p14="http://schemas.microsoft.com/office/powerpoint/2010/main" val="754545221"/>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722313" y="4406900"/>
            <a:ext cx="7772400" cy="1362075"/>
          </a:xfrm>
        </p:spPr>
        <p:txBody>
          <a:bodyPr anchor="t"/>
          <a:lstStyle>
            <a:lvl1pPr algn="l">
              <a:defRPr sz="4000" b="1" cap="all"/>
            </a:lvl1pPr>
          </a:lstStyle>
          <a:p>
            <a:r>
              <a:rPr lang="zh-CN" altLang="en-US"/>
              <a:t>单击此处编辑母版标题样式</a:t>
            </a:r>
          </a:p>
        </p:txBody>
      </p:sp>
      <p:sp>
        <p:nvSpPr>
          <p:cNvPr id="3" name="文本占位符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zh-CN" altLang="en-US"/>
              <a:t>单击此处编辑母版文本样式</a:t>
            </a:r>
          </a:p>
        </p:txBody>
      </p:sp>
      <p:sp>
        <p:nvSpPr>
          <p:cNvPr id="4" name="Rectangle 4">
            <a:extLst>
              <a:ext uri="{FF2B5EF4-FFF2-40B4-BE49-F238E27FC236}">
                <a16:creationId xmlns:a16="http://schemas.microsoft.com/office/drawing/2014/main" id="{4CA249D6-89CD-5B69-8441-0D364F4037EE}"/>
              </a:ext>
            </a:extLst>
          </p:cNvPr>
          <p:cNvSpPr>
            <a:spLocks noGrp="1" noChangeArrowheads="1"/>
          </p:cNvSpPr>
          <p:nvPr>
            <p:ph type="dt" sz="half" idx="10"/>
          </p:nvPr>
        </p:nvSpPr>
        <p:spPr>
          <a:ln/>
        </p:spPr>
        <p:txBody>
          <a:bodyPr/>
          <a:lstStyle>
            <a:lvl1pPr>
              <a:defRPr/>
            </a:lvl1pPr>
          </a:lstStyle>
          <a:p>
            <a:pPr>
              <a:defRPr/>
            </a:pPr>
            <a:endParaRPr lang="en-US" altLang="zh-CN"/>
          </a:p>
        </p:txBody>
      </p:sp>
      <p:sp>
        <p:nvSpPr>
          <p:cNvPr id="5" name="Rectangle 5">
            <a:extLst>
              <a:ext uri="{FF2B5EF4-FFF2-40B4-BE49-F238E27FC236}">
                <a16:creationId xmlns:a16="http://schemas.microsoft.com/office/drawing/2014/main" id="{07DCABA0-0867-FCD8-1084-E89B68778769}"/>
              </a:ext>
            </a:extLst>
          </p:cNvPr>
          <p:cNvSpPr>
            <a:spLocks noGrp="1" noChangeArrowheads="1"/>
          </p:cNvSpPr>
          <p:nvPr>
            <p:ph type="ftr" sz="quarter" idx="11"/>
          </p:nvPr>
        </p:nvSpPr>
        <p:spPr>
          <a:ln/>
        </p:spPr>
        <p:txBody>
          <a:bodyPr/>
          <a:lstStyle>
            <a:lvl1pPr>
              <a:defRPr/>
            </a:lvl1pPr>
          </a:lstStyle>
          <a:p>
            <a:pPr>
              <a:defRPr/>
            </a:pPr>
            <a:r>
              <a:rPr lang="en-US" altLang="zh-CN"/>
              <a:t>Network Layer</a:t>
            </a:r>
          </a:p>
        </p:txBody>
      </p:sp>
      <p:sp>
        <p:nvSpPr>
          <p:cNvPr id="6" name="Rectangle 6">
            <a:extLst>
              <a:ext uri="{FF2B5EF4-FFF2-40B4-BE49-F238E27FC236}">
                <a16:creationId xmlns:a16="http://schemas.microsoft.com/office/drawing/2014/main" id="{D3963155-1D01-A74F-4DB3-027462BE0AC2}"/>
              </a:ext>
            </a:extLst>
          </p:cNvPr>
          <p:cNvSpPr>
            <a:spLocks noGrp="1" noChangeArrowheads="1"/>
          </p:cNvSpPr>
          <p:nvPr>
            <p:ph type="sldNum" sz="quarter" idx="12"/>
          </p:nvPr>
        </p:nvSpPr>
        <p:spPr>
          <a:ln/>
        </p:spPr>
        <p:txBody>
          <a:bodyPr/>
          <a:lstStyle>
            <a:lvl1pPr>
              <a:defRPr/>
            </a:lvl1pPr>
          </a:lstStyle>
          <a:p>
            <a:pPr>
              <a:defRPr/>
            </a:pPr>
            <a:r>
              <a:rPr lang="en-US" altLang="zh-CN"/>
              <a:t>4-</a:t>
            </a:r>
            <a:fld id="{AC4C544D-8455-5644-838B-4BD465FAEDDB}" type="slidenum">
              <a:rPr lang="en-US" altLang="zh-CN" smtClean="0"/>
              <a:pPr>
                <a:defRPr/>
              </a:pPr>
              <a:t>‹#›</a:t>
            </a:fld>
            <a:endParaRPr lang="en-US" altLang="zh-CN"/>
          </a:p>
        </p:txBody>
      </p:sp>
    </p:spTree>
    <p:extLst>
      <p:ext uri="{BB962C8B-B14F-4D97-AF65-F5344CB8AC3E}">
        <p14:creationId xmlns:p14="http://schemas.microsoft.com/office/powerpoint/2010/main" val="1394416221"/>
      </p:ext>
    </p:extLst>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
        <p:nvSpPr>
          <p:cNvPr id="3" name="内容占位符 2"/>
          <p:cNvSpPr>
            <a:spLocks noGrp="1"/>
          </p:cNvSpPr>
          <p:nvPr>
            <p:ph sz="half" idx="1"/>
          </p:nvPr>
        </p:nvSpPr>
        <p:spPr>
          <a:xfrm>
            <a:off x="533400" y="1600200"/>
            <a:ext cx="3810000" cy="46482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内容占位符 3"/>
          <p:cNvSpPr>
            <a:spLocks noGrp="1"/>
          </p:cNvSpPr>
          <p:nvPr>
            <p:ph sz="half" idx="2"/>
          </p:nvPr>
        </p:nvSpPr>
        <p:spPr>
          <a:xfrm>
            <a:off x="4495800" y="1600200"/>
            <a:ext cx="3810000" cy="46482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5" name="Rectangle 4">
            <a:extLst>
              <a:ext uri="{FF2B5EF4-FFF2-40B4-BE49-F238E27FC236}">
                <a16:creationId xmlns:a16="http://schemas.microsoft.com/office/drawing/2014/main" id="{A36B8FDC-8A48-C67F-E331-E4491D0F04B8}"/>
              </a:ext>
            </a:extLst>
          </p:cNvPr>
          <p:cNvSpPr>
            <a:spLocks noGrp="1" noChangeArrowheads="1"/>
          </p:cNvSpPr>
          <p:nvPr>
            <p:ph type="dt" sz="half" idx="10"/>
          </p:nvPr>
        </p:nvSpPr>
        <p:spPr>
          <a:ln/>
        </p:spPr>
        <p:txBody>
          <a:bodyPr/>
          <a:lstStyle>
            <a:lvl1pPr>
              <a:defRPr/>
            </a:lvl1pPr>
          </a:lstStyle>
          <a:p>
            <a:pPr>
              <a:defRPr/>
            </a:pPr>
            <a:endParaRPr lang="en-US" altLang="zh-CN"/>
          </a:p>
        </p:txBody>
      </p:sp>
      <p:sp>
        <p:nvSpPr>
          <p:cNvPr id="6" name="Rectangle 5">
            <a:extLst>
              <a:ext uri="{FF2B5EF4-FFF2-40B4-BE49-F238E27FC236}">
                <a16:creationId xmlns:a16="http://schemas.microsoft.com/office/drawing/2014/main" id="{E673B63F-9E47-EE6E-0274-032F3F630D51}"/>
              </a:ext>
            </a:extLst>
          </p:cNvPr>
          <p:cNvSpPr>
            <a:spLocks noGrp="1" noChangeArrowheads="1"/>
          </p:cNvSpPr>
          <p:nvPr>
            <p:ph type="ftr" sz="quarter" idx="11"/>
          </p:nvPr>
        </p:nvSpPr>
        <p:spPr>
          <a:ln/>
        </p:spPr>
        <p:txBody>
          <a:bodyPr/>
          <a:lstStyle>
            <a:lvl1pPr>
              <a:defRPr/>
            </a:lvl1pPr>
          </a:lstStyle>
          <a:p>
            <a:pPr>
              <a:defRPr/>
            </a:pPr>
            <a:r>
              <a:rPr lang="en-US" altLang="zh-CN"/>
              <a:t>Network Layer</a:t>
            </a:r>
          </a:p>
        </p:txBody>
      </p:sp>
      <p:sp>
        <p:nvSpPr>
          <p:cNvPr id="7" name="Rectangle 6">
            <a:extLst>
              <a:ext uri="{FF2B5EF4-FFF2-40B4-BE49-F238E27FC236}">
                <a16:creationId xmlns:a16="http://schemas.microsoft.com/office/drawing/2014/main" id="{DDFA7823-CD4A-E7F7-A81B-8BBC9AE02FA8}"/>
              </a:ext>
            </a:extLst>
          </p:cNvPr>
          <p:cNvSpPr>
            <a:spLocks noGrp="1" noChangeArrowheads="1"/>
          </p:cNvSpPr>
          <p:nvPr>
            <p:ph type="sldNum" sz="quarter" idx="12"/>
          </p:nvPr>
        </p:nvSpPr>
        <p:spPr>
          <a:ln/>
        </p:spPr>
        <p:txBody>
          <a:bodyPr/>
          <a:lstStyle>
            <a:lvl1pPr>
              <a:defRPr/>
            </a:lvl1pPr>
          </a:lstStyle>
          <a:p>
            <a:pPr>
              <a:defRPr/>
            </a:pPr>
            <a:r>
              <a:rPr lang="en-US" altLang="zh-CN"/>
              <a:t>4-</a:t>
            </a:r>
            <a:fld id="{75B8E677-1392-BF41-B876-946BC4A75516}" type="slidenum">
              <a:rPr lang="en-US" altLang="zh-CN" smtClean="0"/>
              <a:pPr>
                <a:defRPr/>
              </a:pPr>
              <a:t>‹#›</a:t>
            </a:fld>
            <a:endParaRPr lang="en-US" altLang="zh-CN"/>
          </a:p>
        </p:txBody>
      </p:sp>
    </p:spTree>
    <p:extLst>
      <p:ext uri="{BB962C8B-B14F-4D97-AF65-F5344CB8AC3E}">
        <p14:creationId xmlns:p14="http://schemas.microsoft.com/office/powerpoint/2010/main" val="951067807"/>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p:spPr>
        <p:txBody>
          <a:bodyPr/>
          <a:lstStyle>
            <a:lvl1pPr>
              <a:defRPr/>
            </a:lvl1pPr>
          </a:lstStyle>
          <a:p>
            <a:r>
              <a:rPr lang="zh-CN" altLang="en-US"/>
              <a:t>单击此处编辑母版标题样式</a:t>
            </a:r>
          </a:p>
        </p:txBody>
      </p:sp>
      <p:sp>
        <p:nvSpPr>
          <p:cNvPr id="3" name="文本占位符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p>
        </p:txBody>
      </p:sp>
      <p:sp>
        <p:nvSpPr>
          <p:cNvPr id="4" name="内容占位符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5" name="文本占位符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p>
        </p:txBody>
      </p:sp>
      <p:sp>
        <p:nvSpPr>
          <p:cNvPr id="6" name="内容占位符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7" name="Rectangle 4">
            <a:extLst>
              <a:ext uri="{FF2B5EF4-FFF2-40B4-BE49-F238E27FC236}">
                <a16:creationId xmlns:a16="http://schemas.microsoft.com/office/drawing/2014/main" id="{82A99534-EA0C-FF31-1E6E-0EA2D56CABD5}"/>
              </a:ext>
            </a:extLst>
          </p:cNvPr>
          <p:cNvSpPr>
            <a:spLocks noGrp="1" noChangeArrowheads="1"/>
          </p:cNvSpPr>
          <p:nvPr>
            <p:ph type="dt" sz="half" idx="10"/>
          </p:nvPr>
        </p:nvSpPr>
        <p:spPr>
          <a:ln/>
        </p:spPr>
        <p:txBody>
          <a:bodyPr/>
          <a:lstStyle>
            <a:lvl1pPr>
              <a:defRPr/>
            </a:lvl1pPr>
          </a:lstStyle>
          <a:p>
            <a:pPr>
              <a:defRPr/>
            </a:pPr>
            <a:endParaRPr lang="en-US" altLang="zh-CN"/>
          </a:p>
        </p:txBody>
      </p:sp>
      <p:sp>
        <p:nvSpPr>
          <p:cNvPr id="8" name="Rectangle 5">
            <a:extLst>
              <a:ext uri="{FF2B5EF4-FFF2-40B4-BE49-F238E27FC236}">
                <a16:creationId xmlns:a16="http://schemas.microsoft.com/office/drawing/2014/main" id="{E67F1337-0DAA-9F58-2D46-F8410ABC3DCC}"/>
              </a:ext>
            </a:extLst>
          </p:cNvPr>
          <p:cNvSpPr>
            <a:spLocks noGrp="1" noChangeArrowheads="1"/>
          </p:cNvSpPr>
          <p:nvPr>
            <p:ph type="ftr" sz="quarter" idx="11"/>
          </p:nvPr>
        </p:nvSpPr>
        <p:spPr>
          <a:ln/>
        </p:spPr>
        <p:txBody>
          <a:bodyPr/>
          <a:lstStyle>
            <a:lvl1pPr>
              <a:defRPr/>
            </a:lvl1pPr>
          </a:lstStyle>
          <a:p>
            <a:pPr>
              <a:defRPr/>
            </a:pPr>
            <a:r>
              <a:rPr lang="en-US" altLang="zh-CN"/>
              <a:t>Network Layer</a:t>
            </a:r>
          </a:p>
        </p:txBody>
      </p:sp>
      <p:sp>
        <p:nvSpPr>
          <p:cNvPr id="9" name="Rectangle 6">
            <a:extLst>
              <a:ext uri="{FF2B5EF4-FFF2-40B4-BE49-F238E27FC236}">
                <a16:creationId xmlns:a16="http://schemas.microsoft.com/office/drawing/2014/main" id="{37C536C9-662D-9D07-32B2-F9BB4DF4EF14}"/>
              </a:ext>
            </a:extLst>
          </p:cNvPr>
          <p:cNvSpPr>
            <a:spLocks noGrp="1" noChangeArrowheads="1"/>
          </p:cNvSpPr>
          <p:nvPr>
            <p:ph type="sldNum" sz="quarter" idx="12"/>
          </p:nvPr>
        </p:nvSpPr>
        <p:spPr>
          <a:ln/>
        </p:spPr>
        <p:txBody>
          <a:bodyPr/>
          <a:lstStyle>
            <a:lvl1pPr>
              <a:defRPr/>
            </a:lvl1pPr>
          </a:lstStyle>
          <a:p>
            <a:pPr>
              <a:defRPr/>
            </a:pPr>
            <a:r>
              <a:rPr lang="en-US" altLang="zh-CN"/>
              <a:t>4-</a:t>
            </a:r>
            <a:fld id="{43AEE716-8A43-1843-AA7B-FC805B1421AC}" type="slidenum">
              <a:rPr lang="en-US" altLang="zh-CN" smtClean="0"/>
              <a:pPr>
                <a:defRPr/>
              </a:pPr>
              <a:t>‹#›</a:t>
            </a:fld>
            <a:endParaRPr lang="en-US" altLang="zh-CN"/>
          </a:p>
        </p:txBody>
      </p:sp>
    </p:spTree>
    <p:extLst>
      <p:ext uri="{BB962C8B-B14F-4D97-AF65-F5344CB8AC3E}">
        <p14:creationId xmlns:p14="http://schemas.microsoft.com/office/powerpoint/2010/main" val="3915776594"/>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
        <p:nvSpPr>
          <p:cNvPr id="3" name="Rectangle 4">
            <a:extLst>
              <a:ext uri="{FF2B5EF4-FFF2-40B4-BE49-F238E27FC236}">
                <a16:creationId xmlns:a16="http://schemas.microsoft.com/office/drawing/2014/main" id="{5A70ACC8-3CF8-B1E8-97F1-B01D6941554C}"/>
              </a:ext>
            </a:extLst>
          </p:cNvPr>
          <p:cNvSpPr>
            <a:spLocks noGrp="1" noChangeArrowheads="1"/>
          </p:cNvSpPr>
          <p:nvPr>
            <p:ph type="dt" sz="half" idx="10"/>
          </p:nvPr>
        </p:nvSpPr>
        <p:spPr>
          <a:ln/>
        </p:spPr>
        <p:txBody>
          <a:bodyPr/>
          <a:lstStyle>
            <a:lvl1pPr>
              <a:defRPr/>
            </a:lvl1pPr>
          </a:lstStyle>
          <a:p>
            <a:pPr>
              <a:defRPr/>
            </a:pPr>
            <a:endParaRPr lang="en-US" altLang="zh-CN"/>
          </a:p>
        </p:txBody>
      </p:sp>
      <p:sp>
        <p:nvSpPr>
          <p:cNvPr id="4" name="Rectangle 5">
            <a:extLst>
              <a:ext uri="{FF2B5EF4-FFF2-40B4-BE49-F238E27FC236}">
                <a16:creationId xmlns:a16="http://schemas.microsoft.com/office/drawing/2014/main" id="{BBD5095E-3C0F-0564-975C-B294BF6E4E5E}"/>
              </a:ext>
            </a:extLst>
          </p:cNvPr>
          <p:cNvSpPr>
            <a:spLocks noGrp="1" noChangeArrowheads="1"/>
          </p:cNvSpPr>
          <p:nvPr>
            <p:ph type="ftr" sz="quarter" idx="11"/>
          </p:nvPr>
        </p:nvSpPr>
        <p:spPr>
          <a:ln/>
        </p:spPr>
        <p:txBody>
          <a:bodyPr/>
          <a:lstStyle>
            <a:lvl1pPr>
              <a:defRPr/>
            </a:lvl1pPr>
          </a:lstStyle>
          <a:p>
            <a:pPr>
              <a:defRPr/>
            </a:pPr>
            <a:r>
              <a:rPr lang="en-US" altLang="zh-CN"/>
              <a:t>Network Layer</a:t>
            </a:r>
          </a:p>
        </p:txBody>
      </p:sp>
      <p:sp>
        <p:nvSpPr>
          <p:cNvPr id="5" name="Rectangle 6">
            <a:extLst>
              <a:ext uri="{FF2B5EF4-FFF2-40B4-BE49-F238E27FC236}">
                <a16:creationId xmlns:a16="http://schemas.microsoft.com/office/drawing/2014/main" id="{9FEC5F78-1B4B-571C-47CF-CE6287E0A527}"/>
              </a:ext>
            </a:extLst>
          </p:cNvPr>
          <p:cNvSpPr>
            <a:spLocks noGrp="1" noChangeArrowheads="1"/>
          </p:cNvSpPr>
          <p:nvPr>
            <p:ph type="sldNum" sz="quarter" idx="12"/>
          </p:nvPr>
        </p:nvSpPr>
        <p:spPr>
          <a:ln/>
        </p:spPr>
        <p:txBody>
          <a:bodyPr/>
          <a:lstStyle>
            <a:lvl1pPr>
              <a:defRPr/>
            </a:lvl1pPr>
          </a:lstStyle>
          <a:p>
            <a:pPr>
              <a:defRPr/>
            </a:pPr>
            <a:r>
              <a:rPr lang="en-US" altLang="zh-CN"/>
              <a:t>4-</a:t>
            </a:r>
            <a:fld id="{94709BD0-B279-8044-967B-69F95C9BD28D}" type="slidenum">
              <a:rPr lang="en-US" altLang="zh-CN" smtClean="0"/>
              <a:pPr>
                <a:defRPr/>
              </a:pPr>
              <a:t>‹#›</a:t>
            </a:fld>
            <a:endParaRPr lang="en-US" altLang="zh-CN"/>
          </a:p>
        </p:txBody>
      </p:sp>
    </p:spTree>
    <p:extLst>
      <p:ext uri="{BB962C8B-B14F-4D97-AF65-F5344CB8AC3E}">
        <p14:creationId xmlns:p14="http://schemas.microsoft.com/office/powerpoint/2010/main" val="4115867892"/>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Rectangle 4">
            <a:extLst>
              <a:ext uri="{FF2B5EF4-FFF2-40B4-BE49-F238E27FC236}">
                <a16:creationId xmlns:a16="http://schemas.microsoft.com/office/drawing/2014/main" id="{B3187DF7-5C4F-7EA4-C3C8-669FE6D1636D}"/>
              </a:ext>
            </a:extLst>
          </p:cNvPr>
          <p:cNvSpPr>
            <a:spLocks noGrp="1" noChangeArrowheads="1"/>
          </p:cNvSpPr>
          <p:nvPr>
            <p:ph type="dt" sz="half" idx="10"/>
          </p:nvPr>
        </p:nvSpPr>
        <p:spPr>
          <a:ln/>
        </p:spPr>
        <p:txBody>
          <a:bodyPr/>
          <a:lstStyle>
            <a:lvl1pPr>
              <a:defRPr/>
            </a:lvl1pPr>
          </a:lstStyle>
          <a:p>
            <a:pPr>
              <a:defRPr/>
            </a:pPr>
            <a:endParaRPr lang="en-US" altLang="zh-CN"/>
          </a:p>
        </p:txBody>
      </p:sp>
      <p:sp>
        <p:nvSpPr>
          <p:cNvPr id="3" name="Rectangle 5">
            <a:extLst>
              <a:ext uri="{FF2B5EF4-FFF2-40B4-BE49-F238E27FC236}">
                <a16:creationId xmlns:a16="http://schemas.microsoft.com/office/drawing/2014/main" id="{7FF019F6-583A-DE28-12B0-CF8A874C73F5}"/>
              </a:ext>
            </a:extLst>
          </p:cNvPr>
          <p:cNvSpPr>
            <a:spLocks noGrp="1" noChangeArrowheads="1"/>
          </p:cNvSpPr>
          <p:nvPr>
            <p:ph type="ftr" sz="quarter" idx="11"/>
          </p:nvPr>
        </p:nvSpPr>
        <p:spPr>
          <a:ln/>
        </p:spPr>
        <p:txBody>
          <a:bodyPr/>
          <a:lstStyle>
            <a:lvl1pPr>
              <a:defRPr/>
            </a:lvl1pPr>
          </a:lstStyle>
          <a:p>
            <a:pPr>
              <a:defRPr/>
            </a:pPr>
            <a:r>
              <a:rPr lang="en-US" altLang="zh-CN"/>
              <a:t>Network Layer</a:t>
            </a:r>
          </a:p>
        </p:txBody>
      </p:sp>
      <p:sp>
        <p:nvSpPr>
          <p:cNvPr id="4" name="Rectangle 6">
            <a:extLst>
              <a:ext uri="{FF2B5EF4-FFF2-40B4-BE49-F238E27FC236}">
                <a16:creationId xmlns:a16="http://schemas.microsoft.com/office/drawing/2014/main" id="{2F874370-5098-BF8B-E752-861AC570C528}"/>
              </a:ext>
            </a:extLst>
          </p:cNvPr>
          <p:cNvSpPr>
            <a:spLocks noGrp="1" noChangeArrowheads="1"/>
          </p:cNvSpPr>
          <p:nvPr>
            <p:ph type="sldNum" sz="quarter" idx="12"/>
          </p:nvPr>
        </p:nvSpPr>
        <p:spPr>
          <a:ln/>
        </p:spPr>
        <p:txBody>
          <a:bodyPr/>
          <a:lstStyle>
            <a:lvl1pPr>
              <a:defRPr/>
            </a:lvl1pPr>
          </a:lstStyle>
          <a:p>
            <a:pPr>
              <a:defRPr/>
            </a:pPr>
            <a:r>
              <a:rPr lang="en-US" altLang="zh-CN"/>
              <a:t>4-</a:t>
            </a:r>
            <a:fld id="{0214DB39-C07B-D146-9E82-A22E986BBD2E}" type="slidenum">
              <a:rPr lang="en-US" altLang="zh-CN" smtClean="0"/>
              <a:pPr>
                <a:defRPr/>
              </a:pPr>
              <a:t>‹#›</a:t>
            </a:fld>
            <a:endParaRPr lang="en-US" altLang="zh-CN"/>
          </a:p>
        </p:txBody>
      </p:sp>
    </p:spTree>
    <p:extLst>
      <p:ext uri="{BB962C8B-B14F-4D97-AF65-F5344CB8AC3E}">
        <p14:creationId xmlns:p14="http://schemas.microsoft.com/office/powerpoint/2010/main" val="2770631779"/>
      </p:ext>
    </p:extLst>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457200" y="273050"/>
            <a:ext cx="3008313" cy="1162050"/>
          </a:xfrm>
        </p:spPr>
        <p:txBody>
          <a:bodyPr anchor="b"/>
          <a:lstStyle>
            <a:lvl1pPr algn="l">
              <a:defRPr sz="2000" b="1"/>
            </a:lvl1pPr>
          </a:lstStyle>
          <a:p>
            <a:r>
              <a:rPr lang="zh-CN" altLang="en-US"/>
              <a:t>单击此处编辑母版标题样式</a:t>
            </a:r>
          </a:p>
        </p:txBody>
      </p:sp>
      <p:sp>
        <p:nvSpPr>
          <p:cNvPr id="3" name="内容占位符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文本占位符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a:t>单击此处编辑母版文本样式</a:t>
            </a:r>
          </a:p>
        </p:txBody>
      </p:sp>
      <p:sp>
        <p:nvSpPr>
          <p:cNvPr id="5" name="Rectangle 4">
            <a:extLst>
              <a:ext uri="{FF2B5EF4-FFF2-40B4-BE49-F238E27FC236}">
                <a16:creationId xmlns:a16="http://schemas.microsoft.com/office/drawing/2014/main" id="{927091E4-E57E-6FA6-3782-64C879646B89}"/>
              </a:ext>
            </a:extLst>
          </p:cNvPr>
          <p:cNvSpPr>
            <a:spLocks noGrp="1" noChangeArrowheads="1"/>
          </p:cNvSpPr>
          <p:nvPr>
            <p:ph type="dt" sz="half" idx="10"/>
          </p:nvPr>
        </p:nvSpPr>
        <p:spPr>
          <a:ln/>
        </p:spPr>
        <p:txBody>
          <a:bodyPr/>
          <a:lstStyle>
            <a:lvl1pPr>
              <a:defRPr/>
            </a:lvl1pPr>
          </a:lstStyle>
          <a:p>
            <a:pPr>
              <a:defRPr/>
            </a:pPr>
            <a:endParaRPr lang="en-US" altLang="zh-CN"/>
          </a:p>
        </p:txBody>
      </p:sp>
      <p:sp>
        <p:nvSpPr>
          <p:cNvPr id="6" name="Rectangle 5">
            <a:extLst>
              <a:ext uri="{FF2B5EF4-FFF2-40B4-BE49-F238E27FC236}">
                <a16:creationId xmlns:a16="http://schemas.microsoft.com/office/drawing/2014/main" id="{6E8BD89E-CCDA-0450-36F4-535D6B2CAAC8}"/>
              </a:ext>
            </a:extLst>
          </p:cNvPr>
          <p:cNvSpPr>
            <a:spLocks noGrp="1" noChangeArrowheads="1"/>
          </p:cNvSpPr>
          <p:nvPr>
            <p:ph type="ftr" sz="quarter" idx="11"/>
          </p:nvPr>
        </p:nvSpPr>
        <p:spPr>
          <a:ln/>
        </p:spPr>
        <p:txBody>
          <a:bodyPr/>
          <a:lstStyle>
            <a:lvl1pPr>
              <a:defRPr/>
            </a:lvl1pPr>
          </a:lstStyle>
          <a:p>
            <a:pPr>
              <a:defRPr/>
            </a:pPr>
            <a:r>
              <a:rPr lang="en-US" altLang="zh-CN"/>
              <a:t>Network Layer</a:t>
            </a:r>
          </a:p>
        </p:txBody>
      </p:sp>
      <p:sp>
        <p:nvSpPr>
          <p:cNvPr id="7" name="Rectangle 6">
            <a:extLst>
              <a:ext uri="{FF2B5EF4-FFF2-40B4-BE49-F238E27FC236}">
                <a16:creationId xmlns:a16="http://schemas.microsoft.com/office/drawing/2014/main" id="{D5E89DCB-074A-F613-13D5-4E4311269876}"/>
              </a:ext>
            </a:extLst>
          </p:cNvPr>
          <p:cNvSpPr>
            <a:spLocks noGrp="1" noChangeArrowheads="1"/>
          </p:cNvSpPr>
          <p:nvPr>
            <p:ph type="sldNum" sz="quarter" idx="12"/>
          </p:nvPr>
        </p:nvSpPr>
        <p:spPr>
          <a:ln/>
        </p:spPr>
        <p:txBody>
          <a:bodyPr/>
          <a:lstStyle>
            <a:lvl1pPr>
              <a:defRPr/>
            </a:lvl1pPr>
          </a:lstStyle>
          <a:p>
            <a:pPr>
              <a:defRPr/>
            </a:pPr>
            <a:r>
              <a:rPr lang="en-US" altLang="zh-CN"/>
              <a:t>4-</a:t>
            </a:r>
            <a:fld id="{51772C62-BD98-364D-9B37-5B014B077C2A}" type="slidenum">
              <a:rPr lang="en-US" altLang="zh-CN" smtClean="0"/>
              <a:pPr>
                <a:defRPr/>
              </a:pPr>
              <a:t>‹#›</a:t>
            </a:fld>
            <a:endParaRPr lang="en-US" altLang="zh-CN"/>
          </a:p>
        </p:txBody>
      </p:sp>
    </p:spTree>
    <p:extLst>
      <p:ext uri="{BB962C8B-B14F-4D97-AF65-F5344CB8AC3E}">
        <p14:creationId xmlns:p14="http://schemas.microsoft.com/office/powerpoint/2010/main" val="3183435673"/>
      </p:ext>
    </p:extLst>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1792288" y="4800600"/>
            <a:ext cx="5486400" cy="566738"/>
          </a:xfrm>
        </p:spPr>
        <p:txBody>
          <a:bodyPr anchor="b"/>
          <a:lstStyle>
            <a:lvl1pPr algn="l">
              <a:defRPr sz="2000" b="1"/>
            </a:lvl1pPr>
          </a:lstStyle>
          <a:p>
            <a:r>
              <a:rPr lang="zh-CN" altLang="en-US"/>
              <a:t>单击此处编辑母版标题样式</a:t>
            </a:r>
          </a:p>
        </p:txBody>
      </p:sp>
      <p:sp>
        <p:nvSpPr>
          <p:cNvPr id="3" name="图片占位符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zh-CN" altLang="en-US" noProof="0"/>
          </a:p>
        </p:txBody>
      </p:sp>
      <p:sp>
        <p:nvSpPr>
          <p:cNvPr id="4" name="文本占位符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a:t>单击此处编辑母版文本样式</a:t>
            </a:r>
          </a:p>
        </p:txBody>
      </p:sp>
      <p:sp>
        <p:nvSpPr>
          <p:cNvPr id="5" name="Rectangle 4">
            <a:extLst>
              <a:ext uri="{FF2B5EF4-FFF2-40B4-BE49-F238E27FC236}">
                <a16:creationId xmlns:a16="http://schemas.microsoft.com/office/drawing/2014/main" id="{E2AA0BA3-E837-DE1C-F88C-C2F154951051}"/>
              </a:ext>
            </a:extLst>
          </p:cNvPr>
          <p:cNvSpPr>
            <a:spLocks noGrp="1" noChangeArrowheads="1"/>
          </p:cNvSpPr>
          <p:nvPr>
            <p:ph type="dt" sz="half" idx="10"/>
          </p:nvPr>
        </p:nvSpPr>
        <p:spPr>
          <a:ln/>
        </p:spPr>
        <p:txBody>
          <a:bodyPr/>
          <a:lstStyle>
            <a:lvl1pPr>
              <a:defRPr/>
            </a:lvl1pPr>
          </a:lstStyle>
          <a:p>
            <a:pPr>
              <a:defRPr/>
            </a:pPr>
            <a:endParaRPr lang="en-US" altLang="zh-CN"/>
          </a:p>
        </p:txBody>
      </p:sp>
      <p:sp>
        <p:nvSpPr>
          <p:cNvPr id="6" name="Rectangle 5">
            <a:extLst>
              <a:ext uri="{FF2B5EF4-FFF2-40B4-BE49-F238E27FC236}">
                <a16:creationId xmlns:a16="http://schemas.microsoft.com/office/drawing/2014/main" id="{177F0FBB-0434-B4C0-5056-ED2ADC19AD7E}"/>
              </a:ext>
            </a:extLst>
          </p:cNvPr>
          <p:cNvSpPr>
            <a:spLocks noGrp="1" noChangeArrowheads="1"/>
          </p:cNvSpPr>
          <p:nvPr>
            <p:ph type="ftr" sz="quarter" idx="11"/>
          </p:nvPr>
        </p:nvSpPr>
        <p:spPr>
          <a:ln/>
        </p:spPr>
        <p:txBody>
          <a:bodyPr/>
          <a:lstStyle>
            <a:lvl1pPr>
              <a:defRPr/>
            </a:lvl1pPr>
          </a:lstStyle>
          <a:p>
            <a:pPr>
              <a:defRPr/>
            </a:pPr>
            <a:r>
              <a:rPr lang="en-US" altLang="zh-CN"/>
              <a:t>Network Layer</a:t>
            </a:r>
          </a:p>
        </p:txBody>
      </p:sp>
      <p:sp>
        <p:nvSpPr>
          <p:cNvPr id="7" name="Rectangle 6">
            <a:extLst>
              <a:ext uri="{FF2B5EF4-FFF2-40B4-BE49-F238E27FC236}">
                <a16:creationId xmlns:a16="http://schemas.microsoft.com/office/drawing/2014/main" id="{2B876C34-C522-78FA-0F7B-0E3786A58E23}"/>
              </a:ext>
            </a:extLst>
          </p:cNvPr>
          <p:cNvSpPr>
            <a:spLocks noGrp="1" noChangeArrowheads="1"/>
          </p:cNvSpPr>
          <p:nvPr>
            <p:ph type="sldNum" sz="quarter" idx="12"/>
          </p:nvPr>
        </p:nvSpPr>
        <p:spPr>
          <a:ln/>
        </p:spPr>
        <p:txBody>
          <a:bodyPr/>
          <a:lstStyle>
            <a:lvl1pPr>
              <a:defRPr/>
            </a:lvl1pPr>
          </a:lstStyle>
          <a:p>
            <a:pPr>
              <a:defRPr/>
            </a:pPr>
            <a:r>
              <a:rPr lang="en-US" altLang="zh-CN"/>
              <a:t>4-</a:t>
            </a:r>
            <a:fld id="{B363F3E4-16E7-1A4C-96BA-1915B795AFA5}" type="slidenum">
              <a:rPr lang="en-US" altLang="zh-CN" smtClean="0"/>
              <a:pPr>
                <a:defRPr/>
              </a:pPr>
              <a:t>‹#›</a:t>
            </a:fld>
            <a:endParaRPr lang="en-US" altLang="zh-CN"/>
          </a:p>
        </p:txBody>
      </p:sp>
    </p:spTree>
    <p:extLst>
      <p:ext uri="{BB962C8B-B14F-4D97-AF65-F5344CB8AC3E}">
        <p14:creationId xmlns:p14="http://schemas.microsoft.com/office/powerpoint/2010/main" val="3362438553"/>
      </p:ext>
    </p:extLst>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
        <p:nvSpPr>
          <p:cNvPr id="3" name="竖排文字占位符 2"/>
          <p:cNvSpPr>
            <a:spLocks noGrp="1"/>
          </p:cNvSpPr>
          <p:nvPr>
            <p:ph type="body" orient="vert" idx="1"/>
          </p:nvPr>
        </p:nvSpPr>
        <p:spPr/>
        <p:txBody>
          <a:bodyPr vert="eaVert"/>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Rectangle 4">
            <a:extLst>
              <a:ext uri="{FF2B5EF4-FFF2-40B4-BE49-F238E27FC236}">
                <a16:creationId xmlns:a16="http://schemas.microsoft.com/office/drawing/2014/main" id="{4B1A2C1E-C851-49F0-D138-8873652B81F4}"/>
              </a:ext>
            </a:extLst>
          </p:cNvPr>
          <p:cNvSpPr>
            <a:spLocks noGrp="1" noChangeArrowheads="1"/>
          </p:cNvSpPr>
          <p:nvPr>
            <p:ph type="dt" sz="half" idx="10"/>
          </p:nvPr>
        </p:nvSpPr>
        <p:spPr>
          <a:ln/>
        </p:spPr>
        <p:txBody>
          <a:bodyPr/>
          <a:lstStyle>
            <a:lvl1pPr>
              <a:defRPr/>
            </a:lvl1pPr>
          </a:lstStyle>
          <a:p>
            <a:pPr>
              <a:defRPr/>
            </a:pPr>
            <a:endParaRPr lang="en-US" altLang="zh-CN"/>
          </a:p>
        </p:txBody>
      </p:sp>
      <p:sp>
        <p:nvSpPr>
          <p:cNvPr id="5" name="Rectangle 5">
            <a:extLst>
              <a:ext uri="{FF2B5EF4-FFF2-40B4-BE49-F238E27FC236}">
                <a16:creationId xmlns:a16="http://schemas.microsoft.com/office/drawing/2014/main" id="{1E654378-1773-A206-6847-CD363628114B}"/>
              </a:ext>
            </a:extLst>
          </p:cNvPr>
          <p:cNvSpPr>
            <a:spLocks noGrp="1" noChangeArrowheads="1"/>
          </p:cNvSpPr>
          <p:nvPr>
            <p:ph type="ftr" sz="quarter" idx="11"/>
          </p:nvPr>
        </p:nvSpPr>
        <p:spPr>
          <a:ln/>
        </p:spPr>
        <p:txBody>
          <a:bodyPr/>
          <a:lstStyle>
            <a:lvl1pPr>
              <a:defRPr/>
            </a:lvl1pPr>
          </a:lstStyle>
          <a:p>
            <a:pPr>
              <a:defRPr/>
            </a:pPr>
            <a:r>
              <a:rPr lang="en-US" altLang="zh-CN"/>
              <a:t>Network Layer</a:t>
            </a:r>
          </a:p>
        </p:txBody>
      </p:sp>
      <p:sp>
        <p:nvSpPr>
          <p:cNvPr id="6" name="Rectangle 6">
            <a:extLst>
              <a:ext uri="{FF2B5EF4-FFF2-40B4-BE49-F238E27FC236}">
                <a16:creationId xmlns:a16="http://schemas.microsoft.com/office/drawing/2014/main" id="{14DFF5F5-45E5-9A52-BF96-159D5746EDF5}"/>
              </a:ext>
            </a:extLst>
          </p:cNvPr>
          <p:cNvSpPr>
            <a:spLocks noGrp="1" noChangeArrowheads="1"/>
          </p:cNvSpPr>
          <p:nvPr>
            <p:ph type="sldNum" sz="quarter" idx="12"/>
          </p:nvPr>
        </p:nvSpPr>
        <p:spPr>
          <a:ln/>
        </p:spPr>
        <p:txBody>
          <a:bodyPr/>
          <a:lstStyle>
            <a:lvl1pPr>
              <a:defRPr/>
            </a:lvl1pPr>
          </a:lstStyle>
          <a:p>
            <a:pPr>
              <a:defRPr/>
            </a:pPr>
            <a:r>
              <a:rPr lang="en-US" altLang="zh-CN"/>
              <a:t>4-</a:t>
            </a:r>
            <a:fld id="{D8157CC4-2E57-F249-BC83-969955F966B4}" type="slidenum">
              <a:rPr lang="en-US" altLang="zh-CN" smtClean="0"/>
              <a:pPr>
                <a:defRPr/>
              </a:pPr>
              <a:t>‹#›</a:t>
            </a:fld>
            <a:endParaRPr lang="en-US" altLang="zh-CN"/>
          </a:p>
        </p:txBody>
      </p:sp>
    </p:spTree>
    <p:extLst>
      <p:ext uri="{BB962C8B-B14F-4D97-AF65-F5344CB8AC3E}">
        <p14:creationId xmlns:p14="http://schemas.microsoft.com/office/powerpoint/2010/main" val="250021433"/>
      </p:ext>
    </p:extLst>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type="vertTitleAndTx" preserve="1">
  <p:cSld name="垂直排列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362700" y="228600"/>
            <a:ext cx="1943100" cy="6019800"/>
          </a:xfrm>
        </p:spPr>
        <p:txBody>
          <a:bodyPr vert="eaVert"/>
          <a:lstStyle/>
          <a:p>
            <a:r>
              <a:rPr lang="zh-CN" altLang="en-US"/>
              <a:t>单击此处编辑母版标题样式</a:t>
            </a:r>
          </a:p>
        </p:txBody>
      </p:sp>
      <p:sp>
        <p:nvSpPr>
          <p:cNvPr id="3" name="竖排文字占位符 2"/>
          <p:cNvSpPr>
            <a:spLocks noGrp="1"/>
          </p:cNvSpPr>
          <p:nvPr>
            <p:ph type="body" orient="vert" idx="1"/>
          </p:nvPr>
        </p:nvSpPr>
        <p:spPr>
          <a:xfrm>
            <a:off x="533400" y="228600"/>
            <a:ext cx="5676900" cy="6019800"/>
          </a:xfrm>
        </p:spPr>
        <p:txBody>
          <a:bodyPr vert="eaVert"/>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Rectangle 4">
            <a:extLst>
              <a:ext uri="{FF2B5EF4-FFF2-40B4-BE49-F238E27FC236}">
                <a16:creationId xmlns:a16="http://schemas.microsoft.com/office/drawing/2014/main" id="{A371C8E1-2694-02D4-8E06-D19F6FEB899A}"/>
              </a:ext>
            </a:extLst>
          </p:cNvPr>
          <p:cNvSpPr>
            <a:spLocks noGrp="1" noChangeArrowheads="1"/>
          </p:cNvSpPr>
          <p:nvPr>
            <p:ph type="dt" sz="half" idx="10"/>
          </p:nvPr>
        </p:nvSpPr>
        <p:spPr>
          <a:ln/>
        </p:spPr>
        <p:txBody>
          <a:bodyPr/>
          <a:lstStyle>
            <a:lvl1pPr>
              <a:defRPr/>
            </a:lvl1pPr>
          </a:lstStyle>
          <a:p>
            <a:pPr>
              <a:defRPr/>
            </a:pPr>
            <a:endParaRPr lang="en-US" altLang="zh-CN"/>
          </a:p>
        </p:txBody>
      </p:sp>
      <p:sp>
        <p:nvSpPr>
          <p:cNvPr id="5" name="Rectangle 5">
            <a:extLst>
              <a:ext uri="{FF2B5EF4-FFF2-40B4-BE49-F238E27FC236}">
                <a16:creationId xmlns:a16="http://schemas.microsoft.com/office/drawing/2014/main" id="{3508BE2C-625C-B4C6-FFBC-F321731C2F5C}"/>
              </a:ext>
            </a:extLst>
          </p:cNvPr>
          <p:cNvSpPr>
            <a:spLocks noGrp="1" noChangeArrowheads="1"/>
          </p:cNvSpPr>
          <p:nvPr>
            <p:ph type="ftr" sz="quarter" idx="11"/>
          </p:nvPr>
        </p:nvSpPr>
        <p:spPr>
          <a:ln/>
        </p:spPr>
        <p:txBody>
          <a:bodyPr/>
          <a:lstStyle>
            <a:lvl1pPr>
              <a:defRPr/>
            </a:lvl1pPr>
          </a:lstStyle>
          <a:p>
            <a:pPr>
              <a:defRPr/>
            </a:pPr>
            <a:r>
              <a:rPr lang="en-US" altLang="zh-CN"/>
              <a:t>Network Layer</a:t>
            </a:r>
          </a:p>
        </p:txBody>
      </p:sp>
      <p:sp>
        <p:nvSpPr>
          <p:cNvPr id="6" name="Rectangle 6">
            <a:extLst>
              <a:ext uri="{FF2B5EF4-FFF2-40B4-BE49-F238E27FC236}">
                <a16:creationId xmlns:a16="http://schemas.microsoft.com/office/drawing/2014/main" id="{7905C4EC-7082-4EAB-FC86-96E9F99B73A5}"/>
              </a:ext>
            </a:extLst>
          </p:cNvPr>
          <p:cNvSpPr>
            <a:spLocks noGrp="1" noChangeArrowheads="1"/>
          </p:cNvSpPr>
          <p:nvPr>
            <p:ph type="sldNum" sz="quarter" idx="12"/>
          </p:nvPr>
        </p:nvSpPr>
        <p:spPr>
          <a:ln/>
        </p:spPr>
        <p:txBody>
          <a:bodyPr/>
          <a:lstStyle>
            <a:lvl1pPr>
              <a:defRPr/>
            </a:lvl1pPr>
          </a:lstStyle>
          <a:p>
            <a:pPr>
              <a:defRPr/>
            </a:pPr>
            <a:r>
              <a:rPr lang="en-US" altLang="zh-CN"/>
              <a:t>4-</a:t>
            </a:r>
            <a:fld id="{5B2EBCF6-73E0-EB4B-BA70-7EF7D6B7C0CA}" type="slidenum">
              <a:rPr lang="en-US" altLang="zh-CN" smtClean="0"/>
              <a:pPr>
                <a:defRPr/>
              </a:pPr>
              <a:t>‹#›</a:t>
            </a:fld>
            <a:endParaRPr lang="en-US" altLang="zh-CN"/>
          </a:p>
        </p:txBody>
      </p:sp>
    </p:spTree>
    <p:extLst>
      <p:ext uri="{BB962C8B-B14F-4D97-AF65-F5344CB8AC3E}">
        <p14:creationId xmlns:p14="http://schemas.microsoft.com/office/powerpoint/2010/main" val="458337343"/>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8CF97C75-78EB-4043-953B-95F867F42CEE}"/>
              </a:ext>
            </a:extLst>
          </p:cNvPr>
          <p:cNvSpPr>
            <a:spLocks noGrp="1"/>
          </p:cNvSpPr>
          <p:nvPr>
            <p:ph type="ctrTitle"/>
          </p:nvPr>
        </p:nvSpPr>
        <p:spPr>
          <a:xfrm>
            <a:off x="1143000" y="1122363"/>
            <a:ext cx="6858000" cy="2387600"/>
          </a:xfrm>
        </p:spPr>
        <p:txBody>
          <a:bodyPr anchor="b"/>
          <a:lstStyle>
            <a:lvl1pPr algn="ctr">
              <a:defRPr sz="4500"/>
            </a:lvl1pPr>
          </a:lstStyle>
          <a:p>
            <a:r>
              <a:rPr kumimoji="1" lang="zh-CN" altLang="en-US" dirty="0"/>
              <a:t>单击此处编辑母版标题样式</a:t>
            </a:r>
          </a:p>
        </p:txBody>
      </p:sp>
      <p:sp>
        <p:nvSpPr>
          <p:cNvPr id="3" name="副标题 2">
            <a:extLst>
              <a:ext uri="{FF2B5EF4-FFF2-40B4-BE49-F238E27FC236}">
                <a16:creationId xmlns:a16="http://schemas.microsoft.com/office/drawing/2014/main" id="{421C1163-5F70-9046-86B2-81951DCE1A96}"/>
              </a:ext>
            </a:extLst>
          </p:cNvPr>
          <p:cNvSpPr>
            <a:spLocks noGrp="1"/>
          </p:cNvSpPr>
          <p:nvPr>
            <p:ph type="subTitle" idx="1"/>
          </p:nvPr>
        </p:nvSpPr>
        <p:spPr>
          <a:xfrm>
            <a:off x="1143000" y="3602038"/>
            <a:ext cx="6858000" cy="1655762"/>
          </a:xfrm>
        </p:spPr>
        <p:txBody>
          <a:bodyPr/>
          <a:lstStyle>
            <a:lvl1pPr marL="0" indent="0" algn="ctr">
              <a:buNone/>
              <a:defRPr sz="1800"/>
            </a:lvl1pPr>
            <a:lvl2pPr marL="342900" indent="0" algn="ctr">
              <a:buNone/>
              <a:defRPr sz="1500"/>
            </a:lvl2pPr>
            <a:lvl3pPr marL="685800" indent="0" algn="ctr">
              <a:buNone/>
              <a:defRPr sz="1350"/>
            </a:lvl3pPr>
            <a:lvl4pPr marL="1028700" indent="0" algn="ctr">
              <a:buNone/>
              <a:defRPr sz="1200"/>
            </a:lvl4pPr>
            <a:lvl5pPr marL="1371600" indent="0" algn="ctr">
              <a:buNone/>
              <a:defRPr sz="1200"/>
            </a:lvl5pPr>
            <a:lvl6pPr marL="1714500" indent="0" algn="ctr">
              <a:buNone/>
              <a:defRPr sz="1200"/>
            </a:lvl6pPr>
            <a:lvl7pPr marL="2057400" indent="0" algn="ctr">
              <a:buNone/>
              <a:defRPr sz="1200"/>
            </a:lvl7pPr>
            <a:lvl8pPr marL="2400300" indent="0" algn="ctr">
              <a:buNone/>
              <a:defRPr sz="1200"/>
            </a:lvl8pPr>
            <a:lvl9pPr marL="2743200" indent="0" algn="ctr">
              <a:buNone/>
              <a:defRPr sz="1200"/>
            </a:lvl9pPr>
          </a:lstStyle>
          <a:p>
            <a:r>
              <a:rPr kumimoji="1" lang="zh-CN" altLang="en-US" dirty="0"/>
              <a:t>单击此处编辑母版副标题样式</a:t>
            </a:r>
          </a:p>
        </p:txBody>
      </p:sp>
      <p:sp>
        <p:nvSpPr>
          <p:cNvPr id="7" name="矩形 6">
            <a:extLst>
              <a:ext uri="{FF2B5EF4-FFF2-40B4-BE49-F238E27FC236}">
                <a16:creationId xmlns:a16="http://schemas.microsoft.com/office/drawing/2014/main" id="{B6F9E280-F138-8142-8DB1-324EA9F38324}"/>
              </a:ext>
            </a:extLst>
          </p:cNvPr>
          <p:cNvSpPr/>
          <p:nvPr userDrawn="1"/>
        </p:nvSpPr>
        <p:spPr>
          <a:xfrm>
            <a:off x="-7454" y="-8627"/>
            <a:ext cx="6980627" cy="567811"/>
          </a:xfrm>
          <a:prstGeom prst="rect">
            <a:avLst/>
          </a:prstGeom>
          <a:solidFill>
            <a:srgbClr val="5B307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100" b="0" spc="450" dirty="0">
                <a:solidFill>
                  <a:schemeClr val="bg1"/>
                </a:solidFill>
                <a:latin typeface="微软雅黑" panose="020B0503020204020204" pitchFamily="34" charset="-122"/>
                <a:ea typeface="微软雅黑" panose="020B0503020204020204" pitchFamily="34" charset="-122"/>
              </a:rPr>
              <a:t>计算机网络</a:t>
            </a:r>
          </a:p>
        </p:txBody>
      </p:sp>
      <p:sp>
        <p:nvSpPr>
          <p:cNvPr id="9" name="文本框 8">
            <a:extLst>
              <a:ext uri="{FF2B5EF4-FFF2-40B4-BE49-F238E27FC236}">
                <a16:creationId xmlns:a16="http://schemas.microsoft.com/office/drawing/2014/main" id="{56DF02C2-66E0-594F-914D-47F0EC7AA666}"/>
              </a:ext>
            </a:extLst>
          </p:cNvPr>
          <p:cNvSpPr txBox="1"/>
          <p:nvPr userDrawn="1"/>
        </p:nvSpPr>
        <p:spPr>
          <a:xfrm>
            <a:off x="7131995" y="90612"/>
            <a:ext cx="1768433" cy="300082"/>
          </a:xfrm>
          <a:prstGeom prst="rect">
            <a:avLst/>
          </a:prstGeom>
          <a:noFill/>
        </p:spPr>
        <p:txBody>
          <a:bodyPr wrap="none" rtlCol="0">
            <a:spAutoFit/>
          </a:bodyPr>
          <a:lstStyle/>
          <a:p>
            <a:pPr algn="r"/>
            <a:r>
              <a:rPr lang="zh-CN" altLang="en-US" sz="1350" spc="450" dirty="0">
                <a:solidFill>
                  <a:srgbClr val="5B307E"/>
                </a:solidFill>
                <a:latin typeface="微软雅黑" panose="020B0503020204020204" pitchFamily="34" charset="-122"/>
                <a:ea typeface="微软雅黑" panose="020B0503020204020204" pitchFamily="34" charset="-122"/>
              </a:rPr>
              <a:t>众筹</a:t>
            </a:r>
            <a:r>
              <a:rPr lang="en-US" altLang="zh-CN" sz="1350" b="0" spc="450" dirty="0">
                <a:solidFill>
                  <a:srgbClr val="5B307E"/>
                </a:solidFill>
                <a:latin typeface="微软雅黑" panose="020B0503020204020204" pitchFamily="34" charset="-122"/>
                <a:ea typeface="微软雅黑" panose="020B0503020204020204" pitchFamily="34" charset="-122"/>
              </a:rPr>
              <a:t>·</a:t>
            </a:r>
            <a:r>
              <a:rPr lang="zh-CN" altLang="en-US" sz="1350" spc="450" dirty="0">
                <a:solidFill>
                  <a:srgbClr val="5B307E"/>
                </a:solidFill>
                <a:latin typeface="微软雅黑" panose="020B0503020204020204" pitchFamily="34" charset="-122"/>
                <a:ea typeface="微软雅黑" panose="020B0503020204020204" pitchFamily="34" charset="-122"/>
              </a:rPr>
              <a:t>网络</a:t>
            </a:r>
            <a:r>
              <a:rPr lang="en-US" altLang="zh-CN" sz="1350" b="0" spc="450" dirty="0">
                <a:solidFill>
                  <a:srgbClr val="5B307E"/>
                </a:solidFill>
                <a:latin typeface="微软雅黑" panose="020B0503020204020204" pitchFamily="34" charset="-122"/>
                <a:ea typeface="微软雅黑" panose="020B0503020204020204" pitchFamily="34" charset="-122"/>
              </a:rPr>
              <a:t>·</a:t>
            </a:r>
            <a:r>
              <a:rPr lang="zh-CN" altLang="en-US" sz="1350" spc="450" dirty="0">
                <a:solidFill>
                  <a:srgbClr val="5B307E"/>
                </a:solidFill>
                <a:latin typeface="微软雅黑" panose="020B0503020204020204" pitchFamily="34" charset="-122"/>
                <a:ea typeface="微软雅黑" panose="020B0503020204020204" pitchFamily="34" charset="-122"/>
              </a:rPr>
              <a:t>分享</a:t>
            </a:r>
          </a:p>
        </p:txBody>
      </p:sp>
      <p:grpSp>
        <p:nvGrpSpPr>
          <p:cNvPr id="26" name="组合 25">
            <a:extLst>
              <a:ext uri="{FF2B5EF4-FFF2-40B4-BE49-F238E27FC236}">
                <a16:creationId xmlns:a16="http://schemas.microsoft.com/office/drawing/2014/main" id="{8AB2E87B-2061-474F-BD6B-FFB3E5285CE9}"/>
              </a:ext>
            </a:extLst>
          </p:cNvPr>
          <p:cNvGrpSpPr/>
          <p:nvPr userDrawn="1"/>
        </p:nvGrpSpPr>
        <p:grpSpPr>
          <a:xfrm>
            <a:off x="3578826" y="5979423"/>
            <a:ext cx="2009428" cy="742053"/>
            <a:chOff x="4858653" y="5979422"/>
            <a:chExt cx="2679237" cy="742053"/>
          </a:xfrm>
        </p:grpSpPr>
        <p:grpSp>
          <p:nvGrpSpPr>
            <p:cNvPr id="24" name="组合 23">
              <a:extLst>
                <a:ext uri="{FF2B5EF4-FFF2-40B4-BE49-F238E27FC236}">
                  <a16:creationId xmlns:a16="http://schemas.microsoft.com/office/drawing/2014/main" id="{ABB9B9B8-F63F-5C48-98A1-BF8860F585BF}"/>
                </a:ext>
              </a:extLst>
            </p:cNvPr>
            <p:cNvGrpSpPr/>
            <p:nvPr userDrawn="1"/>
          </p:nvGrpSpPr>
          <p:grpSpPr>
            <a:xfrm>
              <a:off x="4858653" y="5979422"/>
              <a:ext cx="867188" cy="742053"/>
              <a:chOff x="901977" y="761321"/>
              <a:chExt cx="1281319" cy="1139058"/>
            </a:xfrm>
          </p:grpSpPr>
          <p:sp>
            <p:nvSpPr>
              <p:cNvPr id="10" name="矩形 9">
                <a:extLst>
                  <a:ext uri="{FF2B5EF4-FFF2-40B4-BE49-F238E27FC236}">
                    <a16:creationId xmlns:a16="http://schemas.microsoft.com/office/drawing/2014/main" id="{D1B680A8-BC74-BA43-BB0D-C8F8C7B77C8F}"/>
                  </a:ext>
                </a:extLst>
              </p:cNvPr>
              <p:cNvSpPr/>
              <p:nvPr userDrawn="1"/>
            </p:nvSpPr>
            <p:spPr>
              <a:xfrm>
                <a:off x="901977" y="761321"/>
                <a:ext cx="1281319" cy="1139058"/>
              </a:xfrm>
              <a:prstGeom prst="rect">
                <a:avLst/>
              </a:prstGeom>
              <a:solidFill>
                <a:srgbClr val="5C307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dirty="0">
                  <a:solidFill>
                    <a:srgbClr val="5C307E"/>
                  </a:solidFill>
                </a:endParaRPr>
              </a:p>
            </p:txBody>
          </p:sp>
          <p:grpSp>
            <p:nvGrpSpPr>
              <p:cNvPr id="11" name="组合 10">
                <a:extLst>
                  <a:ext uri="{FF2B5EF4-FFF2-40B4-BE49-F238E27FC236}">
                    <a16:creationId xmlns:a16="http://schemas.microsoft.com/office/drawing/2014/main" id="{3F50F50E-8A90-104F-B899-DE9D869B8A5F}"/>
                  </a:ext>
                </a:extLst>
              </p:cNvPr>
              <p:cNvGrpSpPr/>
              <p:nvPr userDrawn="1"/>
            </p:nvGrpSpPr>
            <p:grpSpPr>
              <a:xfrm>
                <a:off x="1031055" y="907676"/>
                <a:ext cx="1013957" cy="853426"/>
                <a:chOff x="1368170" y="664579"/>
                <a:chExt cx="550582" cy="439737"/>
              </a:xfrm>
              <a:solidFill>
                <a:schemeClr val="bg1"/>
              </a:solidFill>
            </p:grpSpPr>
            <p:sp>
              <p:nvSpPr>
                <p:cNvPr id="12" name="Freeform 1">
                  <a:extLst>
                    <a:ext uri="{FF2B5EF4-FFF2-40B4-BE49-F238E27FC236}">
                      <a16:creationId xmlns:a16="http://schemas.microsoft.com/office/drawing/2014/main" id="{D5F846F9-652E-1B4D-9692-FE9281D20E9C}"/>
                    </a:ext>
                  </a:extLst>
                </p:cNvPr>
                <p:cNvSpPr>
                  <a:spLocks noChangeArrowheads="1"/>
                </p:cNvSpPr>
                <p:nvPr/>
              </p:nvSpPr>
              <p:spPr bwMode="auto">
                <a:xfrm>
                  <a:off x="1481203" y="771778"/>
                  <a:ext cx="437549" cy="332538"/>
                </a:xfrm>
                <a:custGeom>
                  <a:avLst/>
                  <a:gdLst>
                    <a:gd name="T0" fmla="*/ 25 w 2647"/>
                    <a:gd name="T1" fmla="*/ 1478 h 2011"/>
                    <a:gd name="T2" fmla="*/ 525 w 2647"/>
                    <a:gd name="T3" fmla="*/ 1865 h 2011"/>
                    <a:gd name="T4" fmla="*/ 736 w 2647"/>
                    <a:gd name="T5" fmla="*/ 1972 h 2011"/>
                    <a:gd name="T6" fmla="*/ 940 w 2647"/>
                    <a:gd name="T7" fmla="*/ 2010 h 2011"/>
                    <a:gd name="T8" fmla="*/ 1078 w 2647"/>
                    <a:gd name="T9" fmla="*/ 1991 h 2011"/>
                    <a:gd name="T10" fmla="*/ 1286 w 2647"/>
                    <a:gd name="T11" fmla="*/ 1894 h 2011"/>
                    <a:gd name="T12" fmla="*/ 1506 w 2647"/>
                    <a:gd name="T13" fmla="*/ 1715 h 2011"/>
                    <a:gd name="T14" fmla="*/ 1506 w 2647"/>
                    <a:gd name="T15" fmla="*/ 1715 h 2011"/>
                    <a:gd name="T16" fmla="*/ 2630 w 2647"/>
                    <a:gd name="T17" fmla="*/ 624 h 2011"/>
                    <a:gd name="T18" fmla="*/ 2646 w 2647"/>
                    <a:gd name="T19" fmla="*/ 586 h 2011"/>
                    <a:gd name="T20" fmla="*/ 2630 w 2647"/>
                    <a:gd name="T21" fmla="*/ 548 h 2011"/>
                    <a:gd name="T22" fmla="*/ 2090 w 2647"/>
                    <a:gd name="T23" fmla="*/ 21 h 2011"/>
                    <a:gd name="T24" fmla="*/ 2016 w 2647"/>
                    <a:gd name="T25" fmla="*/ 22 h 2011"/>
                    <a:gd name="T26" fmla="*/ 2017 w 2647"/>
                    <a:gd name="T27" fmla="*/ 96 h 2011"/>
                    <a:gd name="T28" fmla="*/ 2518 w 2647"/>
                    <a:gd name="T29" fmla="*/ 586 h 2011"/>
                    <a:gd name="T30" fmla="*/ 1433 w 2647"/>
                    <a:gd name="T31" fmla="*/ 1639 h 2011"/>
                    <a:gd name="T32" fmla="*/ 1433 w 2647"/>
                    <a:gd name="T33" fmla="*/ 1639 h 2011"/>
                    <a:gd name="T34" fmla="*/ 1167 w 2647"/>
                    <a:gd name="T35" fmla="*/ 1843 h 2011"/>
                    <a:gd name="T36" fmla="*/ 1051 w 2647"/>
                    <a:gd name="T37" fmla="*/ 1889 h 2011"/>
                    <a:gd name="T38" fmla="*/ 940 w 2647"/>
                    <a:gd name="T39" fmla="*/ 1904 h 2011"/>
                    <a:gd name="T40" fmla="*/ 772 w 2647"/>
                    <a:gd name="T41" fmla="*/ 1872 h 2011"/>
                    <a:gd name="T42" fmla="*/ 474 w 2647"/>
                    <a:gd name="T43" fmla="*/ 1704 h 2011"/>
                    <a:gd name="T44" fmla="*/ 93 w 2647"/>
                    <a:gd name="T45" fmla="*/ 1398 h 2011"/>
                    <a:gd name="T46" fmla="*/ 19 w 2647"/>
                    <a:gd name="T47" fmla="*/ 1404 h 2011"/>
                    <a:gd name="T48" fmla="*/ 25 w 2647"/>
                    <a:gd name="T49" fmla="*/ 1478 h 20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647" h="2011">
                      <a:moveTo>
                        <a:pt x="25" y="1478"/>
                      </a:moveTo>
                      <a:cubicBezTo>
                        <a:pt x="219" y="1643"/>
                        <a:pt x="380" y="1773"/>
                        <a:pt x="525" y="1865"/>
                      </a:cubicBezTo>
                      <a:cubicBezTo>
                        <a:pt x="598" y="1911"/>
                        <a:pt x="668" y="1947"/>
                        <a:pt x="736" y="1972"/>
                      </a:cubicBezTo>
                      <a:cubicBezTo>
                        <a:pt x="805" y="1996"/>
                        <a:pt x="872" y="2010"/>
                        <a:pt x="940" y="2010"/>
                      </a:cubicBezTo>
                      <a:cubicBezTo>
                        <a:pt x="986" y="2010"/>
                        <a:pt x="1032" y="2004"/>
                        <a:pt x="1078" y="1991"/>
                      </a:cubicBezTo>
                      <a:cubicBezTo>
                        <a:pt x="1147" y="1973"/>
                        <a:pt x="1216" y="1940"/>
                        <a:pt x="1286" y="1894"/>
                      </a:cubicBezTo>
                      <a:cubicBezTo>
                        <a:pt x="1357" y="1848"/>
                        <a:pt x="1429" y="1789"/>
                        <a:pt x="1506" y="1715"/>
                      </a:cubicBezTo>
                      <a:lnTo>
                        <a:pt x="1506" y="1715"/>
                      </a:lnTo>
                      <a:lnTo>
                        <a:pt x="2630" y="624"/>
                      </a:lnTo>
                      <a:cubicBezTo>
                        <a:pt x="2640" y="614"/>
                        <a:pt x="2646" y="600"/>
                        <a:pt x="2646" y="586"/>
                      </a:cubicBezTo>
                      <a:cubicBezTo>
                        <a:pt x="2646" y="572"/>
                        <a:pt x="2641" y="558"/>
                        <a:pt x="2630" y="548"/>
                      </a:cubicBezTo>
                      <a:lnTo>
                        <a:pt x="2090" y="21"/>
                      </a:lnTo>
                      <a:cubicBezTo>
                        <a:pt x="2069" y="0"/>
                        <a:pt x="2036" y="1"/>
                        <a:pt x="2016" y="22"/>
                      </a:cubicBezTo>
                      <a:cubicBezTo>
                        <a:pt x="1995" y="42"/>
                        <a:pt x="1996" y="76"/>
                        <a:pt x="2017" y="96"/>
                      </a:cubicBezTo>
                      <a:lnTo>
                        <a:pt x="2518" y="586"/>
                      </a:lnTo>
                      <a:lnTo>
                        <a:pt x="1433" y="1639"/>
                      </a:lnTo>
                      <a:lnTo>
                        <a:pt x="1433" y="1639"/>
                      </a:lnTo>
                      <a:cubicBezTo>
                        <a:pt x="1335" y="1733"/>
                        <a:pt x="1247" y="1800"/>
                        <a:pt x="1167" y="1843"/>
                      </a:cubicBezTo>
                      <a:cubicBezTo>
                        <a:pt x="1127" y="1864"/>
                        <a:pt x="1088" y="1879"/>
                        <a:pt x="1051" y="1889"/>
                      </a:cubicBezTo>
                      <a:cubicBezTo>
                        <a:pt x="1013" y="1899"/>
                        <a:pt x="977" y="1904"/>
                        <a:pt x="940" y="1904"/>
                      </a:cubicBezTo>
                      <a:cubicBezTo>
                        <a:pt x="886" y="1904"/>
                        <a:pt x="831" y="1894"/>
                        <a:pt x="772" y="1872"/>
                      </a:cubicBezTo>
                      <a:cubicBezTo>
                        <a:pt x="683" y="1840"/>
                        <a:pt x="586" y="1784"/>
                        <a:pt x="474" y="1704"/>
                      </a:cubicBezTo>
                      <a:cubicBezTo>
                        <a:pt x="363" y="1624"/>
                        <a:pt x="238" y="1521"/>
                        <a:pt x="93" y="1398"/>
                      </a:cubicBezTo>
                      <a:cubicBezTo>
                        <a:pt x="71" y="1379"/>
                        <a:pt x="38" y="1382"/>
                        <a:pt x="19" y="1404"/>
                      </a:cubicBezTo>
                      <a:cubicBezTo>
                        <a:pt x="0" y="1426"/>
                        <a:pt x="3" y="1459"/>
                        <a:pt x="25" y="147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13" name="Freeform 2">
                  <a:extLst>
                    <a:ext uri="{FF2B5EF4-FFF2-40B4-BE49-F238E27FC236}">
                      <a16:creationId xmlns:a16="http://schemas.microsoft.com/office/drawing/2014/main" id="{29E72527-4F98-5C42-A871-1F1811E8F11A}"/>
                    </a:ext>
                  </a:extLst>
                </p:cNvPr>
                <p:cNvSpPr>
                  <a:spLocks noChangeArrowheads="1"/>
                </p:cNvSpPr>
                <p:nvPr/>
              </p:nvSpPr>
              <p:spPr bwMode="auto">
                <a:xfrm>
                  <a:off x="1511832" y="868769"/>
                  <a:ext cx="356603" cy="190334"/>
                </a:xfrm>
                <a:custGeom>
                  <a:avLst/>
                  <a:gdLst>
                    <a:gd name="T0" fmla="*/ 15 w 2158"/>
                    <a:gd name="T1" fmla="*/ 713 h 1152"/>
                    <a:gd name="T2" fmla="*/ 432 w 2158"/>
                    <a:gd name="T3" fmla="*/ 1033 h 1152"/>
                    <a:gd name="T4" fmla="*/ 605 w 2158"/>
                    <a:gd name="T5" fmla="*/ 1120 h 1152"/>
                    <a:gd name="T6" fmla="*/ 771 w 2158"/>
                    <a:gd name="T7" fmla="*/ 1151 h 1152"/>
                    <a:gd name="T8" fmla="*/ 896 w 2158"/>
                    <a:gd name="T9" fmla="*/ 1132 h 1152"/>
                    <a:gd name="T10" fmla="*/ 1089 w 2158"/>
                    <a:gd name="T11" fmla="*/ 1036 h 1152"/>
                    <a:gd name="T12" fmla="*/ 1305 w 2158"/>
                    <a:gd name="T13" fmla="*/ 856 h 1152"/>
                    <a:gd name="T14" fmla="*/ 1305 w 2158"/>
                    <a:gd name="T15" fmla="*/ 856 h 1152"/>
                    <a:gd name="T16" fmla="*/ 2144 w 2158"/>
                    <a:gd name="T17" fmla="*/ 57 h 1152"/>
                    <a:gd name="T18" fmla="*/ 2145 w 2158"/>
                    <a:gd name="T19" fmla="*/ 13 h 1152"/>
                    <a:gd name="T20" fmla="*/ 2100 w 2158"/>
                    <a:gd name="T21" fmla="*/ 12 h 1152"/>
                    <a:gd name="T22" fmla="*/ 1262 w 2158"/>
                    <a:gd name="T23" fmla="*/ 811 h 1152"/>
                    <a:gd name="T24" fmla="*/ 1262 w 2158"/>
                    <a:gd name="T25" fmla="*/ 811 h 1152"/>
                    <a:gd name="T26" fmla="*/ 993 w 2158"/>
                    <a:gd name="T27" fmla="*/ 1023 h 1152"/>
                    <a:gd name="T28" fmla="*/ 878 w 2158"/>
                    <a:gd name="T29" fmla="*/ 1072 h 1152"/>
                    <a:gd name="T30" fmla="*/ 771 w 2158"/>
                    <a:gd name="T31" fmla="*/ 1088 h 1152"/>
                    <a:gd name="T32" fmla="*/ 626 w 2158"/>
                    <a:gd name="T33" fmla="*/ 1061 h 1152"/>
                    <a:gd name="T34" fmla="*/ 376 w 2158"/>
                    <a:gd name="T35" fmla="*/ 920 h 1152"/>
                    <a:gd name="T36" fmla="*/ 55 w 2158"/>
                    <a:gd name="T37" fmla="*/ 665 h 1152"/>
                    <a:gd name="T38" fmla="*/ 11 w 2158"/>
                    <a:gd name="T39" fmla="*/ 669 h 1152"/>
                    <a:gd name="T40" fmla="*/ 15 w 2158"/>
                    <a:gd name="T41" fmla="*/ 713 h 1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58" h="1152">
                      <a:moveTo>
                        <a:pt x="15" y="713"/>
                      </a:moveTo>
                      <a:cubicBezTo>
                        <a:pt x="179" y="850"/>
                        <a:pt x="312" y="958"/>
                        <a:pt x="432" y="1033"/>
                      </a:cubicBezTo>
                      <a:cubicBezTo>
                        <a:pt x="492" y="1071"/>
                        <a:pt x="549" y="1100"/>
                        <a:pt x="605" y="1120"/>
                      </a:cubicBezTo>
                      <a:cubicBezTo>
                        <a:pt x="661" y="1140"/>
                        <a:pt x="716" y="1151"/>
                        <a:pt x="771" y="1151"/>
                      </a:cubicBezTo>
                      <a:cubicBezTo>
                        <a:pt x="812" y="1151"/>
                        <a:pt x="854" y="1145"/>
                        <a:pt x="896" y="1132"/>
                      </a:cubicBezTo>
                      <a:cubicBezTo>
                        <a:pt x="959" y="1114"/>
                        <a:pt x="1022" y="1082"/>
                        <a:pt x="1089" y="1036"/>
                      </a:cubicBezTo>
                      <a:cubicBezTo>
                        <a:pt x="1156" y="990"/>
                        <a:pt x="1227" y="931"/>
                        <a:pt x="1305" y="856"/>
                      </a:cubicBezTo>
                      <a:lnTo>
                        <a:pt x="1305" y="856"/>
                      </a:lnTo>
                      <a:lnTo>
                        <a:pt x="2144" y="57"/>
                      </a:lnTo>
                      <a:cubicBezTo>
                        <a:pt x="2156" y="45"/>
                        <a:pt x="2157" y="25"/>
                        <a:pt x="2145" y="13"/>
                      </a:cubicBezTo>
                      <a:cubicBezTo>
                        <a:pt x="2133" y="0"/>
                        <a:pt x="2113" y="0"/>
                        <a:pt x="2100" y="12"/>
                      </a:cubicBezTo>
                      <a:lnTo>
                        <a:pt x="1262" y="811"/>
                      </a:lnTo>
                      <a:lnTo>
                        <a:pt x="1262" y="811"/>
                      </a:lnTo>
                      <a:cubicBezTo>
                        <a:pt x="1160" y="908"/>
                        <a:pt x="1072" y="978"/>
                        <a:pt x="993" y="1023"/>
                      </a:cubicBezTo>
                      <a:cubicBezTo>
                        <a:pt x="953" y="1045"/>
                        <a:pt x="915" y="1062"/>
                        <a:pt x="878" y="1072"/>
                      </a:cubicBezTo>
                      <a:cubicBezTo>
                        <a:pt x="842" y="1083"/>
                        <a:pt x="806" y="1088"/>
                        <a:pt x="771" y="1088"/>
                      </a:cubicBezTo>
                      <a:cubicBezTo>
                        <a:pt x="724" y="1088"/>
                        <a:pt x="677" y="1079"/>
                        <a:pt x="626" y="1061"/>
                      </a:cubicBezTo>
                      <a:cubicBezTo>
                        <a:pt x="551" y="1034"/>
                        <a:pt x="469" y="987"/>
                        <a:pt x="376" y="920"/>
                      </a:cubicBezTo>
                      <a:cubicBezTo>
                        <a:pt x="282" y="853"/>
                        <a:pt x="177" y="767"/>
                        <a:pt x="55" y="665"/>
                      </a:cubicBezTo>
                      <a:cubicBezTo>
                        <a:pt x="42" y="654"/>
                        <a:pt x="22" y="656"/>
                        <a:pt x="11" y="669"/>
                      </a:cubicBezTo>
                      <a:cubicBezTo>
                        <a:pt x="0" y="682"/>
                        <a:pt x="1" y="702"/>
                        <a:pt x="15" y="71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14" name="Freeform 3">
                  <a:extLst>
                    <a:ext uri="{FF2B5EF4-FFF2-40B4-BE49-F238E27FC236}">
                      <a16:creationId xmlns:a16="http://schemas.microsoft.com/office/drawing/2014/main" id="{E5209C47-8580-2040-BA4C-C66647BCADD2}"/>
                    </a:ext>
                  </a:extLst>
                </p:cNvPr>
                <p:cNvSpPr>
                  <a:spLocks noChangeArrowheads="1"/>
                </p:cNvSpPr>
                <p:nvPr/>
              </p:nvSpPr>
              <p:spPr bwMode="auto">
                <a:xfrm>
                  <a:off x="1540273" y="847620"/>
                  <a:ext cx="304826" cy="169186"/>
                </a:xfrm>
                <a:custGeom>
                  <a:avLst/>
                  <a:gdLst>
                    <a:gd name="T0" fmla="*/ 12 w 1845"/>
                    <a:gd name="T1" fmla="*/ 672 h 1022"/>
                    <a:gd name="T2" fmla="*/ 350 w 1845"/>
                    <a:gd name="T3" fmla="*/ 928 h 1022"/>
                    <a:gd name="T4" fmla="*/ 488 w 1845"/>
                    <a:gd name="T5" fmla="*/ 997 h 1022"/>
                    <a:gd name="T6" fmla="*/ 620 w 1845"/>
                    <a:gd name="T7" fmla="*/ 1021 h 1022"/>
                    <a:gd name="T8" fmla="*/ 734 w 1845"/>
                    <a:gd name="T9" fmla="*/ 1003 h 1022"/>
                    <a:gd name="T10" fmla="*/ 915 w 1845"/>
                    <a:gd name="T11" fmla="*/ 905 h 1022"/>
                    <a:gd name="T12" fmla="*/ 1129 w 1845"/>
                    <a:gd name="T13" fmla="*/ 720 h 1022"/>
                    <a:gd name="T14" fmla="*/ 1129 w 1845"/>
                    <a:gd name="T15" fmla="*/ 720 h 1022"/>
                    <a:gd name="T16" fmla="*/ 1834 w 1845"/>
                    <a:gd name="T17" fmla="*/ 42 h 1022"/>
                    <a:gd name="T18" fmla="*/ 1835 w 1845"/>
                    <a:gd name="T19" fmla="*/ 10 h 1022"/>
                    <a:gd name="T20" fmla="*/ 1802 w 1845"/>
                    <a:gd name="T21" fmla="*/ 9 h 1022"/>
                    <a:gd name="T22" fmla="*/ 1097 w 1845"/>
                    <a:gd name="T23" fmla="*/ 687 h 1022"/>
                    <a:gd name="T24" fmla="*/ 1097 w 1845"/>
                    <a:gd name="T25" fmla="*/ 687 h 1022"/>
                    <a:gd name="T26" fmla="*/ 828 w 1845"/>
                    <a:gd name="T27" fmla="*/ 907 h 1022"/>
                    <a:gd name="T28" fmla="*/ 720 w 1845"/>
                    <a:gd name="T29" fmla="*/ 959 h 1022"/>
                    <a:gd name="T30" fmla="*/ 620 w 1845"/>
                    <a:gd name="T31" fmla="*/ 975 h 1022"/>
                    <a:gd name="T32" fmla="*/ 504 w 1845"/>
                    <a:gd name="T33" fmla="*/ 954 h 1022"/>
                    <a:gd name="T34" fmla="*/ 302 w 1845"/>
                    <a:gd name="T35" fmla="*/ 841 h 1022"/>
                    <a:gd name="T36" fmla="*/ 41 w 1845"/>
                    <a:gd name="T37" fmla="*/ 636 h 1022"/>
                    <a:gd name="T38" fmla="*/ 9 w 1845"/>
                    <a:gd name="T39" fmla="*/ 640 h 1022"/>
                    <a:gd name="T40" fmla="*/ 12 w 1845"/>
                    <a:gd name="T41" fmla="*/ 672 h 10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45" h="1022">
                      <a:moveTo>
                        <a:pt x="12" y="672"/>
                      </a:moveTo>
                      <a:cubicBezTo>
                        <a:pt x="146" y="782"/>
                        <a:pt x="254" y="868"/>
                        <a:pt x="350" y="928"/>
                      </a:cubicBezTo>
                      <a:cubicBezTo>
                        <a:pt x="398" y="958"/>
                        <a:pt x="444" y="981"/>
                        <a:pt x="488" y="997"/>
                      </a:cubicBezTo>
                      <a:cubicBezTo>
                        <a:pt x="533" y="1013"/>
                        <a:pt x="576" y="1021"/>
                        <a:pt x="620" y="1021"/>
                      </a:cubicBezTo>
                      <a:cubicBezTo>
                        <a:pt x="658" y="1021"/>
                        <a:pt x="695" y="1015"/>
                        <a:pt x="734" y="1003"/>
                      </a:cubicBezTo>
                      <a:cubicBezTo>
                        <a:pt x="791" y="984"/>
                        <a:pt x="850" y="952"/>
                        <a:pt x="915" y="905"/>
                      </a:cubicBezTo>
                      <a:cubicBezTo>
                        <a:pt x="980" y="858"/>
                        <a:pt x="1050" y="797"/>
                        <a:pt x="1129" y="720"/>
                      </a:cubicBezTo>
                      <a:lnTo>
                        <a:pt x="1129" y="720"/>
                      </a:lnTo>
                      <a:lnTo>
                        <a:pt x="1834" y="42"/>
                      </a:lnTo>
                      <a:cubicBezTo>
                        <a:pt x="1843" y="34"/>
                        <a:pt x="1844" y="19"/>
                        <a:pt x="1835" y="10"/>
                      </a:cubicBezTo>
                      <a:cubicBezTo>
                        <a:pt x="1826" y="1"/>
                        <a:pt x="1811" y="0"/>
                        <a:pt x="1802" y="9"/>
                      </a:cubicBezTo>
                      <a:lnTo>
                        <a:pt x="1097" y="687"/>
                      </a:lnTo>
                      <a:lnTo>
                        <a:pt x="1097" y="687"/>
                      </a:lnTo>
                      <a:cubicBezTo>
                        <a:pt x="992" y="788"/>
                        <a:pt x="905" y="861"/>
                        <a:pt x="828" y="907"/>
                      </a:cubicBezTo>
                      <a:cubicBezTo>
                        <a:pt x="790" y="931"/>
                        <a:pt x="754" y="948"/>
                        <a:pt x="720" y="959"/>
                      </a:cubicBezTo>
                      <a:cubicBezTo>
                        <a:pt x="685" y="970"/>
                        <a:pt x="653" y="975"/>
                        <a:pt x="620" y="975"/>
                      </a:cubicBezTo>
                      <a:cubicBezTo>
                        <a:pt x="582" y="975"/>
                        <a:pt x="544" y="968"/>
                        <a:pt x="504" y="954"/>
                      </a:cubicBezTo>
                      <a:cubicBezTo>
                        <a:pt x="443" y="932"/>
                        <a:pt x="378" y="894"/>
                        <a:pt x="302" y="841"/>
                      </a:cubicBezTo>
                      <a:cubicBezTo>
                        <a:pt x="227" y="787"/>
                        <a:pt x="141" y="718"/>
                        <a:pt x="41" y="636"/>
                      </a:cubicBezTo>
                      <a:cubicBezTo>
                        <a:pt x="31" y="628"/>
                        <a:pt x="17" y="630"/>
                        <a:pt x="9" y="640"/>
                      </a:cubicBezTo>
                      <a:cubicBezTo>
                        <a:pt x="0" y="649"/>
                        <a:pt x="2" y="664"/>
                        <a:pt x="12" y="672"/>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15" name="Freeform 4">
                  <a:extLst>
                    <a:ext uri="{FF2B5EF4-FFF2-40B4-BE49-F238E27FC236}">
                      <a16:creationId xmlns:a16="http://schemas.microsoft.com/office/drawing/2014/main" id="{8D752D59-1EE5-1646-B01E-BA47AB38FFEC}"/>
                    </a:ext>
                  </a:extLst>
                </p:cNvPr>
                <p:cNvSpPr>
                  <a:spLocks noChangeArrowheads="1"/>
                </p:cNvSpPr>
                <p:nvPr/>
              </p:nvSpPr>
              <p:spPr bwMode="auto">
                <a:xfrm>
                  <a:off x="1568713" y="826472"/>
                  <a:ext cx="253050" cy="148037"/>
                </a:xfrm>
                <a:custGeom>
                  <a:avLst/>
                  <a:gdLst>
                    <a:gd name="T0" fmla="*/ 8 w 1531"/>
                    <a:gd name="T1" fmla="*/ 630 h 895"/>
                    <a:gd name="T2" fmla="*/ 269 w 1531"/>
                    <a:gd name="T3" fmla="*/ 824 h 895"/>
                    <a:gd name="T4" fmla="*/ 374 w 1531"/>
                    <a:gd name="T5" fmla="*/ 876 h 895"/>
                    <a:gd name="T6" fmla="*/ 473 w 1531"/>
                    <a:gd name="T7" fmla="*/ 894 h 895"/>
                    <a:gd name="T8" fmla="*/ 573 w 1531"/>
                    <a:gd name="T9" fmla="*/ 875 h 895"/>
                    <a:gd name="T10" fmla="*/ 739 w 1531"/>
                    <a:gd name="T11" fmla="*/ 775 h 895"/>
                    <a:gd name="T12" fmla="*/ 953 w 1531"/>
                    <a:gd name="T13" fmla="*/ 584 h 895"/>
                    <a:gd name="T14" fmla="*/ 953 w 1531"/>
                    <a:gd name="T15" fmla="*/ 584 h 895"/>
                    <a:gd name="T16" fmla="*/ 1524 w 1531"/>
                    <a:gd name="T17" fmla="*/ 27 h 895"/>
                    <a:gd name="T18" fmla="*/ 1524 w 1531"/>
                    <a:gd name="T19" fmla="*/ 6 h 895"/>
                    <a:gd name="T20" fmla="*/ 1503 w 1531"/>
                    <a:gd name="T21" fmla="*/ 6 h 895"/>
                    <a:gd name="T22" fmla="*/ 932 w 1531"/>
                    <a:gd name="T23" fmla="*/ 563 h 895"/>
                    <a:gd name="T24" fmla="*/ 932 w 1531"/>
                    <a:gd name="T25" fmla="*/ 563 h 895"/>
                    <a:gd name="T26" fmla="*/ 663 w 1531"/>
                    <a:gd name="T27" fmla="*/ 793 h 895"/>
                    <a:gd name="T28" fmla="*/ 562 w 1531"/>
                    <a:gd name="T29" fmla="*/ 847 h 895"/>
                    <a:gd name="T30" fmla="*/ 473 w 1531"/>
                    <a:gd name="T31" fmla="*/ 865 h 895"/>
                    <a:gd name="T32" fmla="*/ 384 w 1531"/>
                    <a:gd name="T33" fmla="*/ 848 h 895"/>
                    <a:gd name="T34" fmla="*/ 229 w 1531"/>
                    <a:gd name="T35" fmla="*/ 762 h 895"/>
                    <a:gd name="T36" fmla="*/ 26 w 1531"/>
                    <a:gd name="T37" fmla="*/ 607 h 895"/>
                    <a:gd name="T38" fmla="*/ 5 w 1531"/>
                    <a:gd name="T39" fmla="*/ 609 h 895"/>
                    <a:gd name="T40" fmla="*/ 8 w 1531"/>
                    <a:gd name="T41" fmla="*/ 630 h 8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31" h="895">
                      <a:moveTo>
                        <a:pt x="8" y="630"/>
                      </a:moveTo>
                      <a:cubicBezTo>
                        <a:pt x="113" y="714"/>
                        <a:pt x="196" y="779"/>
                        <a:pt x="269" y="824"/>
                      </a:cubicBezTo>
                      <a:cubicBezTo>
                        <a:pt x="306" y="847"/>
                        <a:pt x="340" y="864"/>
                        <a:pt x="374" y="876"/>
                      </a:cubicBezTo>
                      <a:cubicBezTo>
                        <a:pt x="407" y="888"/>
                        <a:pt x="440" y="894"/>
                        <a:pt x="473" y="894"/>
                      </a:cubicBezTo>
                      <a:cubicBezTo>
                        <a:pt x="506" y="894"/>
                        <a:pt x="539" y="888"/>
                        <a:pt x="573" y="875"/>
                      </a:cubicBezTo>
                      <a:cubicBezTo>
                        <a:pt x="624" y="856"/>
                        <a:pt x="678" y="823"/>
                        <a:pt x="739" y="775"/>
                      </a:cubicBezTo>
                      <a:cubicBezTo>
                        <a:pt x="801" y="727"/>
                        <a:pt x="870" y="663"/>
                        <a:pt x="953" y="584"/>
                      </a:cubicBezTo>
                      <a:lnTo>
                        <a:pt x="953" y="584"/>
                      </a:lnTo>
                      <a:lnTo>
                        <a:pt x="1524" y="27"/>
                      </a:lnTo>
                      <a:cubicBezTo>
                        <a:pt x="1529" y="21"/>
                        <a:pt x="1530" y="12"/>
                        <a:pt x="1524" y="6"/>
                      </a:cubicBezTo>
                      <a:cubicBezTo>
                        <a:pt x="1518" y="0"/>
                        <a:pt x="1509" y="0"/>
                        <a:pt x="1503" y="6"/>
                      </a:cubicBezTo>
                      <a:lnTo>
                        <a:pt x="932" y="563"/>
                      </a:lnTo>
                      <a:lnTo>
                        <a:pt x="932" y="563"/>
                      </a:lnTo>
                      <a:cubicBezTo>
                        <a:pt x="823" y="668"/>
                        <a:pt x="737" y="744"/>
                        <a:pt x="663" y="793"/>
                      </a:cubicBezTo>
                      <a:cubicBezTo>
                        <a:pt x="627" y="818"/>
                        <a:pt x="594" y="836"/>
                        <a:pt x="562" y="847"/>
                      </a:cubicBezTo>
                      <a:cubicBezTo>
                        <a:pt x="531" y="859"/>
                        <a:pt x="502" y="865"/>
                        <a:pt x="473" y="865"/>
                      </a:cubicBezTo>
                      <a:cubicBezTo>
                        <a:pt x="444" y="865"/>
                        <a:pt x="415" y="859"/>
                        <a:pt x="384" y="848"/>
                      </a:cubicBezTo>
                      <a:cubicBezTo>
                        <a:pt x="338" y="832"/>
                        <a:pt x="288" y="803"/>
                        <a:pt x="229" y="762"/>
                      </a:cubicBezTo>
                      <a:cubicBezTo>
                        <a:pt x="171" y="722"/>
                        <a:pt x="105" y="669"/>
                        <a:pt x="26" y="607"/>
                      </a:cubicBezTo>
                      <a:cubicBezTo>
                        <a:pt x="20" y="602"/>
                        <a:pt x="10" y="603"/>
                        <a:pt x="5" y="609"/>
                      </a:cubicBezTo>
                      <a:cubicBezTo>
                        <a:pt x="0" y="615"/>
                        <a:pt x="1" y="625"/>
                        <a:pt x="8" y="6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16" name="Freeform 5">
                  <a:extLst>
                    <a:ext uri="{FF2B5EF4-FFF2-40B4-BE49-F238E27FC236}">
                      <a16:creationId xmlns:a16="http://schemas.microsoft.com/office/drawing/2014/main" id="{736C1717-3251-C843-B909-26D88513A992}"/>
                    </a:ext>
                  </a:extLst>
                </p:cNvPr>
                <p:cNvSpPr>
                  <a:spLocks noChangeArrowheads="1"/>
                </p:cNvSpPr>
                <p:nvPr/>
              </p:nvSpPr>
              <p:spPr bwMode="auto">
                <a:xfrm>
                  <a:off x="1596425" y="805324"/>
                  <a:ext cx="201273" cy="127619"/>
                </a:xfrm>
                <a:custGeom>
                  <a:avLst/>
                  <a:gdLst>
                    <a:gd name="T0" fmla="*/ 4 w 1217"/>
                    <a:gd name="T1" fmla="*/ 588 h 773"/>
                    <a:gd name="T2" fmla="*/ 193 w 1217"/>
                    <a:gd name="T3" fmla="*/ 724 h 773"/>
                    <a:gd name="T4" fmla="*/ 332 w 1217"/>
                    <a:gd name="T5" fmla="*/ 772 h 773"/>
                    <a:gd name="T6" fmla="*/ 415 w 1217"/>
                    <a:gd name="T7" fmla="*/ 752 h 773"/>
                    <a:gd name="T8" fmla="*/ 563 w 1217"/>
                    <a:gd name="T9" fmla="*/ 648 h 773"/>
                    <a:gd name="T10" fmla="*/ 776 w 1217"/>
                    <a:gd name="T11" fmla="*/ 448 h 773"/>
                    <a:gd name="T12" fmla="*/ 776 w 1217"/>
                    <a:gd name="T13" fmla="*/ 448 h 773"/>
                    <a:gd name="T14" fmla="*/ 1213 w 1217"/>
                    <a:gd name="T15" fmla="*/ 12 h 773"/>
                    <a:gd name="T16" fmla="*/ 1213 w 1217"/>
                    <a:gd name="T17" fmla="*/ 2 h 773"/>
                    <a:gd name="T18" fmla="*/ 1204 w 1217"/>
                    <a:gd name="T19" fmla="*/ 2 h 773"/>
                    <a:gd name="T20" fmla="*/ 767 w 1217"/>
                    <a:gd name="T21" fmla="*/ 439 h 773"/>
                    <a:gd name="T22" fmla="*/ 500 w 1217"/>
                    <a:gd name="T23" fmla="*/ 682 h 773"/>
                    <a:gd name="T24" fmla="*/ 410 w 1217"/>
                    <a:gd name="T25" fmla="*/ 740 h 773"/>
                    <a:gd name="T26" fmla="*/ 332 w 1217"/>
                    <a:gd name="T27" fmla="*/ 759 h 773"/>
                    <a:gd name="T28" fmla="*/ 199 w 1217"/>
                    <a:gd name="T29" fmla="*/ 712 h 773"/>
                    <a:gd name="T30" fmla="*/ 12 w 1217"/>
                    <a:gd name="T31" fmla="*/ 577 h 773"/>
                    <a:gd name="T32" fmla="*/ 2 w 1217"/>
                    <a:gd name="T33" fmla="*/ 578 h 773"/>
                    <a:gd name="T34" fmla="*/ 4 w 1217"/>
                    <a:gd name="T35" fmla="*/ 588 h 7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17" h="773">
                      <a:moveTo>
                        <a:pt x="4" y="588"/>
                      </a:moveTo>
                      <a:cubicBezTo>
                        <a:pt x="81" y="647"/>
                        <a:pt x="141" y="692"/>
                        <a:pt x="193" y="724"/>
                      </a:cubicBezTo>
                      <a:cubicBezTo>
                        <a:pt x="244" y="755"/>
                        <a:pt x="288" y="772"/>
                        <a:pt x="332" y="772"/>
                      </a:cubicBezTo>
                      <a:cubicBezTo>
                        <a:pt x="359" y="772"/>
                        <a:pt x="386" y="765"/>
                        <a:pt x="415" y="752"/>
                      </a:cubicBezTo>
                      <a:cubicBezTo>
                        <a:pt x="458" y="733"/>
                        <a:pt x="505" y="698"/>
                        <a:pt x="563" y="648"/>
                      </a:cubicBezTo>
                      <a:cubicBezTo>
                        <a:pt x="620" y="597"/>
                        <a:pt x="689" y="531"/>
                        <a:pt x="776" y="448"/>
                      </a:cubicBezTo>
                      <a:lnTo>
                        <a:pt x="776" y="448"/>
                      </a:lnTo>
                      <a:lnTo>
                        <a:pt x="1213" y="12"/>
                      </a:lnTo>
                      <a:cubicBezTo>
                        <a:pt x="1216" y="9"/>
                        <a:pt x="1216" y="5"/>
                        <a:pt x="1213" y="2"/>
                      </a:cubicBezTo>
                      <a:cubicBezTo>
                        <a:pt x="1210" y="0"/>
                        <a:pt x="1206" y="0"/>
                        <a:pt x="1204" y="2"/>
                      </a:cubicBezTo>
                      <a:lnTo>
                        <a:pt x="767" y="439"/>
                      </a:lnTo>
                      <a:cubicBezTo>
                        <a:pt x="651" y="549"/>
                        <a:pt x="568" y="630"/>
                        <a:pt x="500" y="682"/>
                      </a:cubicBezTo>
                      <a:cubicBezTo>
                        <a:pt x="466" y="709"/>
                        <a:pt x="437" y="728"/>
                        <a:pt x="410" y="740"/>
                      </a:cubicBezTo>
                      <a:cubicBezTo>
                        <a:pt x="382" y="753"/>
                        <a:pt x="357" y="759"/>
                        <a:pt x="332" y="759"/>
                      </a:cubicBezTo>
                      <a:cubicBezTo>
                        <a:pt x="291" y="759"/>
                        <a:pt x="250" y="743"/>
                        <a:pt x="199" y="712"/>
                      </a:cubicBezTo>
                      <a:cubicBezTo>
                        <a:pt x="149" y="682"/>
                        <a:pt x="89" y="636"/>
                        <a:pt x="12" y="577"/>
                      </a:cubicBezTo>
                      <a:cubicBezTo>
                        <a:pt x="9" y="575"/>
                        <a:pt x="4" y="575"/>
                        <a:pt x="2" y="578"/>
                      </a:cubicBezTo>
                      <a:cubicBezTo>
                        <a:pt x="0" y="581"/>
                        <a:pt x="1" y="585"/>
                        <a:pt x="4" y="58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17" name="Freeform 6">
                  <a:extLst>
                    <a:ext uri="{FF2B5EF4-FFF2-40B4-BE49-F238E27FC236}">
                      <a16:creationId xmlns:a16="http://schemas.microsoft.com/office/drawing/2014/main" id="{A3B338F7-55A4-4740-9066-F03D0DE3B4C8}"/>
                    </a:ext>
                  </a:extLst>
                </p:cNvPr>
                <p:cNvSpPr>
                  <a:spLocks noChangeArrowheads="1"/>
                </p:cNvSpPr>
                <p:nvPr/>
              </p:nvSpPr>
              <p:spPr bwMode="auto">
                <a:xfrm>
                  <a:off x="1368170" y="664579"/>
                  <a:ext cx="439737" cy="330350"/>
                </a:xfrm>
                <a:custGeom>
                  <a:avLst/>
                  <a:gdLst>
                    <a:gd name="T0" fmla="*/ 2631 w 2657"/>
                    <a:gd name="T1" fmla="*/ 532 h 1998"/>
                    <a:gd name="T2" fmla="*/ 2130 w 2657"/>
                    <a:gd name="T3" fmla="*/ 145 h 1998"/>
                    <a:gd name="T4" fmla="*/ 1920 w 2657"/>
                    <a:gd name="T5" fmla="*/ 38 h 1998"/>
                    <a:gd name="T6" fmla="*/ 1715 w 2657"/>
                    <a:gd name="T7" fmla="*/ 0 h 1998"/>
                    <a:gd name="T8" fmla="*/ 1578 w 2657"/>
                    <a:gd name="T9" fmla="*/ 19 h 1998"/>
                    <a:gd name="T10" fmla="*/ 1370 w 2657"/>
                    <a:gd name="T11" fmla="*/ 116 h 1998"/>
                    <a:gd name="T12" fmla="*/ 1150 w 2657"/>
                    <a:gd name="T13" fmla="*/ 295 h 1998"/>
                    <a:gd name="T14" fmla="*/ 1150 w 2657"/>
                    <a:gd name="T15" fmla="*/ 295 h 1998"/>
                    <a:gd name="T16" fmla="*/ 16 w 2657"/>
                    <a:gd name="T17" fmla="*/ 1368 h 1998"/>
                    <a:gd name="T18" fmla="*/ 0 w 2657"/>
                    <a:gd name="T19" fmla="*/ 1406 h 1998"/>
                    <a:gd name="T20" fmla="*/ 16 w 2657"/>
                    <a:gd name="T21" fmla="*/ 1444 h 1998"/>
                    <a:gd name="T22" fmla="*/ 566 w 2657"/>
                    <a:gd name="T23" fmla="*/ 1977 h 1998"/>
                    <a:gd name="T24" fmla="*/ 640 w 2657"/>
                    <a:gd name="T25" fmla="*/ 1976 h 1998"/>
                    <a:gd name="T26" fmla="*/ 639 w 2657"/>
                    <a:gd name="T27" fmla="*/ 1901 h 1998"/>
                    <a:gd name="T28" fmla="*/ 129 w 2657"/>
                    <a:gd name="T29" fmla="*/ 1406 h 1998"/>
                    <a:gd name="T30" fmla="*/ 1223 w 2657"/>
                    <a:gd name="T31" fmla="*/ 371 h 1998"/>
                    <a:gd name="T32" fmla="*/ 1223 w 2657"/>
                    <a:gd name="T33" fmla="*/ 371 h 1998"/>
                    <a:gd name="T34" fmla="*/ 1489 w 2657"/>
                    <a:gd name="T35" fmla="*/ 167 h 1998"/>
                    <a:gd name="T36" fmla="*/ 1605 w 2657"/>
                    <a:gd name="T37" fmla="*/ 121 h 1998"/>
                    <a:gd name="T38" fmla="*/ 1715 w 2657"/>
                    <a:gd name="T39" fmla="*/ 106 h 1998"/>
                    <a:gd name="T40" fmla="*/ 1884 w 2657"/>
                    <a:gd name="T41" fmla="*/ 138 h 1998"/>
                    <a:gd name="T42" fmla="*/ 2181 w 2657"/>
                    <a:gd name="T43" fmla="*/ 306 h 1998"/>
                    <a:gd name="T44" fmla="*/ 2562 w 2657"/>
                    <a:gd name="T45" fmla="*/ 612 h 1998"/>
                    <a:gd name="T46" fmla="*/ 2637 w 2657"/>
                    <a:gd name="T47" fmla="*/ 606 h 1998"/>
                    <a:gd name="T48" fmla="*/ 2631 w 2657"/>
                    <a:gd name="T49" fmla="*/ 532 h 19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657" h="1998">
                      <a:moveTo>
                        <a:pt x="2631" y="532"/>
                      </a:moveTo>
                      <a:cubicBezTo>
                        <a:pt x="2437" y="367"/>
                        <a:pt x="2276" y="237"/>
                        <a:pt x="2130" y="145"/>
                      </a:cubicBezTo>
                      <a:cubicBezTo>
                        <a:pt x="2058" y="99"/>
                        <a:pt x="1988" y="63"/>
                        <a:pt x="1920" y="38"/>
                      </a:cubicBezTo>
                      <a:cubicBezTo>
                        <a:pt x="1851" y="14"/>
                        <a:pt x="1783" y="0"/>
                        <a:pt x="1715" y="0"/>
                      </a:cubicBezTo>
                      <a:cubicBezTo>
                        <a:pt x="1669" y="0"/>
                        <a:pt x="1623" y="6"/>
                        <a:pt x="1578" y="19"/>
                      </a:cubicBezTo>
                      <a:cubicBezTo>
                        <a:pt x="1509" y="37"/>
                        <a:pt x="1440" y="70"/>
                        <a:pt x="1370" y="116"/>
                      </a:cubicBezTo>
                      <a:cubicBezTo>
                        <a:pt x="1299" y="162"/>
                        <a:pt x="1227" y="221"/>
                        <a:pt x="1150" y="295"/>
                      </a:cubicBezTo>
                      <a:lnTo>
                        <a:pt x="1150" y="295"/>
                      </a:lnTo>
                      <a:lnTo>
                        <a:pt x="16" y="1368"/>
                      </a:lnTo>
                      <a:cubicBezTo>
                        <a:pt x="6" y="1378"/>
                        <a:pt x="0" y="1391"/>
                        <a:pt x="0" y="1406"/>
                      </a:cubicBezTo>
                      <a:cubicBezTo>
                        <a:pt x="0" y="1420"/>
                        <a:pt x="6" y="1434"/>
                        <a:pt x="16" y="1444"/>
                      </a:cubicBezTo>
                      <a:lnTo>
                        <a:pt x="566" y="1977"/>
                      </a:lnTo>
                      <a:cubicBezTo>
                        <a:pt x="587" y="1997"/>
                        <a:pt x="619" y="1997"/>
                        <a:pt x="640" y="1976"/>
                      </a:cubicBezTo>
                      <a:cubicBezTo>
                        <a:pt x="660" y="1955"/>
                        <a:pt x="660" y="1921"/>
                        <a:pt x="639" y="1901"/>
                      </a:cubicBezTo>
                      <a:lnTo>
                        <a:pt x="129" y="1406"/>
                      </a:lnTo>
                      <a:lnTo>
                        <a:pt x="1223" y="371"/>
                      </a:lnTo>
                      <a:lnTo>
                        <a:pt x="1223" y="371"/>
                      </a:lnTo>
                      <a:cubicBezTo>
                        <a:pt x="1321" y="277"/>
                        <a:pt x="1409" y="210"/>
                        <a:pt x="1489" y="167"/>
                      </a:cubicBezTo>
                      <a:cubicBezTo>
                        <a:pt x="1529" y="146"/>
                        <a:pt x="1568" y="131"/>
                        <a:pt x="1605" y="121"/>
                      </a:cubicBezTo>
                      <a:cubicBezTo>
                        <a:pt x="1642" y="111"/>
                        <a:pt x="1679" y="106"/>
                        <a:pt x="1715" y="106"/>
                      </a:cubicBezTo>
                      <a:cubicBezTo>
                        <a:pt x="1770" y="106"/>
                        <a:pt x="1825" y="116"/>
                        <a:pt x="1884" y="138"/>
                      </a:cubicBezTo>
                      <a:cubicBezTo>
                        <a:pt x="1972" y="170"/>
                        <a:pt x="2070" y="226"/>
                        <a:pt x="2181" y="306"/>
                      </a:cubicBezTo>
                      <a:cubicBezTo>
                        <a:pt x="2293" y="387"/>
                        <a:pt x="2418" y="490"/>
                        <a:pt x="2562" y="612"/>
                      </a:cubicBezTo>
                      <a:cubicBezTo>
                        <a:pt x="2585" y="631"/>
                        <a:pt x="2618" y="628"/>
                        <a:pt x="2637" y="606"/>
                      </a:cubicBezTo>
                      <a:cubicBezTo>
                        <a:pt x="2656" y="584"/>
                        <a:pt x="2653" y="551"/>
                        <a:pt x="2631" y="532"/>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18" name="Freeform 7">
                  <a:extLst>
                    <a:ext uri="{FF2B5EF4-FFF2-40B4-BE49-F238E27FC236}">
                      <a16:creationId xmlns:a16="http://schemas.microsoft.com/office/drawing/2014/main" id="{4141CE36-498C-CB43-8361-06B6ABAF9EAA}"/>
                    </a:ext>
                  </a:extLst>
                </p:cNvPr>
                <p:cNvSpPr>
                  <a:spLocks noChangeArrowheads="1"/>
                </p:cNvSpPr>
                <p:nvPr/>
              </p:nvSpPr>
              <p:spPr bwMode="auto">
                <a:xfrm>
                  <a:off x="1419946" y="709792"/>
                  <a:ext cx="356603" cy="190334"/>
                </a:xfrm>
                <a:custGeom>
                  <a:avLst/>
                  <a:gdLst>
                    <a:gd name="T0" fmla="*/ 2142 w 2158"/>
                    <a:gd name="T1" fmla="*/ 438 h 1152"/>
                    <a:gd name="T2" fmla="*/ 1725 w 2158"/>
                    <a:gd name="T3" fmla="*/ 118 h 1152"/>
                    <a:gd name="T4" fmla="*/ 1552 w 2158"/>
                    <a:gd name="T5" fmla="*/ 31 h 1152"/>
                    <a:gd name="T6" fmla="*/ 1386 w 2158"/>
                    <a:gd name="T7" fmla="*/ 0 h 1152"/>
                    <a:gd name="T8" fmla="*/ 1261 w 2158"/>
                    <a:gd name="T9" fmla="*/ 19 h 1152"/>
                    <a:gd name="T10" fmla="*/ 1068 w 2158"/>
                    <a:gd name="T11" fmla="*/ 115 h 1152"/>
                    <a:gd name="T12" fmla="*/ 852 w 2158"/>
                    <a:gd name="T13" fmla="*/ 295 h 1152"/>
                    <a:gd name="T14" fmla="*/ 852 w 2158"/>
                    <a:gd name="T15" fmla="*/ 295 h 1152"/>
                    <a:gd name="T16" fmla="*/ 13 w 2158"/>
                    <a:gd name="T17" fmla="*/ 1094 h 1152"/>
                    <a:gd name="T18" fmla="*/ 12 w 2158"/>
                    <a:gd name="T19" fmla="*/ 1138 h 1152"/>
                    <a:gd name="T20" fmla="*/ 56 w 2158"/>
                    <a:gd name="T21" fmla="*/ 1139 h 1152"/>
                    <a:gd name="T22" fmla="*/ 895 w 2158"/>
                    <a:gd name="T23" fmla="*/ 340 h 1152"/>
                    <a:gd name="T24" fmla="*/ 895 w 2158"/>
                    <a:gd name="T25" fmla="*/ 340 h 1152"/>
                    <a:gd name="T26" fmla="*/ 1164 w 2158"/>
                    <a:gd name="T27" fmla="*/ 128 h 1152"/>
                    <a:gd name="T28" fmla="*/ 1279 w 2158"/>
                    <a:gd name="T29" fmla="*/ 79 h 1152"/>
                    <a:gd name="T30" fmla="*/ 1386 w 2158"/>
                    <a:gd name="T31" fmla="*/ 63 h 1152"/>
                    <a:gd name="T32" fmla="*/ 1531 w 2158"/>
                    <a:gd name="T33" fmla="*/ 90 h 1152"/>
                    <a:gd name="T34" fmla="*/ 1781 w 2158"/>
                    <a:gd name="T35" fmla="*/ 231 h 1152"/>
                    <a:gd name="T36" fmla="*/ 2102 w 2158"/>
                    <a:gd name="T37" fmla="*/ 486 h 1152"/>
                    <a:gd name="T38" fmla="*/ 2146 w 2158"/>
                    <a:gd name="T39" fmla="*/ 482 h 1152"/>
                    <a:gd name="T40" fmla="*/ 2142 w 2158"/>
                    <a:gd name="T41" fmla="*/ 438 h 1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58" h="1152">
                      <a:moveTo>
                        <a:pt x="2142" y="438"/>
                      </a:moveTo>
                      <a:cubicBezTo>
                        <a:pt x="1978" y="301"/>
                        <a:pt x="1845" y="193"/>
                        <a:pt x="1725" y="118"/>
                      </a:cubicBezTo>
                      <a:cubicBezTo>
                        <a:pt x="1664" y="80"/>
                        <a:pt x="1608" y="51"/>
                        <a:pt x="1552" y="31"/>
                      </a:cubicBezTo>
                      <a:cubicBezTo>
                        <a:pt x="1496" y="11"/>
                        <a:pt x="1441" y="0"/>
                        <a:pt x="1386" y="0"/>
                      </a:cubicBezTo>
                      <a:cubicBezTo>
                        <a:pt x="1344" y="0"/>
                        <a:pt x="1303" y="6"/>
                        <a:pt x="1261" y="19"/>
                      </a:cubicBezTo>
                      <a:cubicBezTo>
                        <a:pt x="1198" y="37"/>
                        <a:pt x="1135" y="69"/>
                        <a:pt x="1068" y="115"/>
                      </a:cubicBezTo>
                      <a:cubicBezTo>
                        <a:pt x="1000" y="161"/>
                        <a:pt x="930" y="220"/>
                        <a:pt x="852" y="295"/>
                      </a:cubicBezTo>
                      <a:lnTo>
                        <a:pt x="852" y="295"/>
                      </a:lnTo>
                      <a:lnTo>
                        <a:pt x="13" y="1094"/>
                      </a:lnTo>
                      <a:cubicBezTo>
                        <a:pt x="1" y="1106"/>
                        <a:pt x="0" y="1126"/>
                        <a:pt x="12" y="1138"/>
                      </a:cubicBezTo>
                      <a:cubicBezTo>
                        <a:pt x="24" y="1151"/>
                        <a:pt x="44" y="1151"/>
                        <a:pt x="56" y="1139"/>
                      </a:cubicBezTo>
                      <a:lnTo>
                        <a:pt x="895" y="340"/>
                      </a:lnTo>
                      <a:lnTo>
                        <a:pt x="895" y="340"/>
                      </a:lnTo>
                      <a:cubicBezTo>
                        <a:pt x="997" y="243"/>
                        <a:pt x="1085" y="173"/>
                        <a:pt x="1164" y="128"/>
                      </a:cubicBezTo>
                      <a:cubicBezTo>
                        <a:pt x="1204" y="106"/>
                        <a:pt x="1242" y="89"/>
                        <a:pt x="1279" y="79"/>
                      </a:cubicBezTo>
                      <a:cubicBezTo>
                        <a:pt x="1315" y="68"/>
                        <a:pt x="1351" y="63"/>
                        <a:pt x="1386" y="63"/>
                      </a:cubicBezTo>
                      <a:cubicBezTo>
                        <a:pt x="1433" y="63"/>
                        <a:pt x="1480" y="72"/>
                        <a:pt x="1531" y="90"/>
                      </a:cubicBezTo>
                      <a:cubicBezTo>
                        <a:pt x="1606" y="117"/>
                        <a:pt x="1688" y="164"/>
                        <a:pt x="1781" y="231"/>
                      </a:cubicBezTo>
                      <a:cubicBezTo>
                        <a:pt x="1874" y="298"/>
                        <a:pt x="1979" y="384"/>
                        <a:pt x="2102" y="486"/>
                      </a:cubicBezTo>
                      <a:cubicBezTo>
                        <a:pt x="2115" y="497"/>
                        <a:pt x="2135" y="495"/>
                        <a:pt x="2146" y="482"/>
                      </a:cubicBezTo>
                      <a:cubicBezTo>
                        <a:pt x="2157" y="469"/>
                        <a:pt x="2155" y="449"/>
                        <a:pt x="2142" y="43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19" name="Freeform 8">
                  <a:extLst>
                    <a:ext uri="{FF2B5EF4-FFF2-40B4-BE49-F238E27FC236}">
                      <a16:creationId xmlns:a16="http://schemas.microsoft.com/office/drawing/2014/main" id="{8C0DB147-A359-BD41-A434-9663F54133EF}"/>
                    </a:ext>
                  </a:extLst>
                </p:cNvPr>
                <p:cNvSpPr>
                  <a:spLocks noChangeArrowheads="1"/>
                </p:cNvSpPr>
                <p:nvPr/>
              </p:nvSpPr>
              <p:spPr bwMode="auto">
                <a:xfrm>
                  <a:off x="1444012" y="752818"/>
                  <a:ext cx="304826" cy="169186"/>
                </a:xfrm>
                <a:custGeom>
                  <a:avLst/>
                  <a:gdLst>
                    <a:gd name="T0" fmla="*/ 1832 w 1844"/>
                    <a:gd name="T1" fmla="*/ 349 h 1021"/>
                    <a:gd name="T2" fmla="*/ 1494 w 1844"/>
                    <a:gd name="T3" fmla="*/ 93 h 1021"/>
                    <a:gd name="T4" fmla="*/ 1356 w 1844"/>
                    <a:gd name="T5" fmla="*/ 24 h 1021"/>
                    <a:gd name="T6" fmla="*/ 1224 w 1844"/>
                    <a:gd name="T7" fmla="*/ 0 h 1021"/>
                    <a:gd name="T8" fmla="*/ 1110 w 1844"/>
                    <a:gd name="T9" fmla="*/ 18 h 1021"/>
                    <a:gd name="T10" fmla="*/ 929 w 1844"/>
                    <a:gd name="T11" fmla="*/ 116 h 1021"/>
                    <a:gd name="T12" fmla="*/ 715 w 1844"/>
                    <a:gd name="T13" fmla="*/ 301 h 1021"/>
                    <a:gd name="T14" fmla="*/ 714 w 1844"/>
                    <a:gd name="T15" fmla="*/ 301 h 1021"/>
                    <a:gd name="T16" fmla="*/ 10 w 1844"/>
                    <a:gd name="T17" fmla="*/ 978 h 1021"/>
                    <a:gd name="T18" fmla="*/ 9 w 1844"/>
                    <a:gd name="T19" fmla="*/ 1011 h 1021"/>
                    <a:gd name="T20" fmla="*/ 42 w 1844"/>
                    <a:gd name="T21" fmla="*/ 1012 h 1021"/>
                    <a:gd name="T22" fmla="*/ 746 w 1844"/>
                    <a:gd name="T23" fmla="*/ 334 h 1021"/>
                    <a:gd name="T24" fmla="*/ 746 w 1844"/>
                    <a:gd name="T25" fmla="*/ 334 h 1021"/>
                    <a:gd name="T26" fmla="*/ 1016 w 1844"/>
                    <a:gd name="T27" fmla="*/ 114 h 1021"/>
                    <a:gd name="T28" fmla="*/ 1124 w 1844"/>
                    <a:gd name="T29" fmla="*/ 62 h 1021"/>
                    <a:gd name="T30" fmla="*/ 1224 w 1844"/>
                    <a:gd name="T31" fmla="*/ 46 h 1021"/>
                    <a:gd name="T32" fmla="*/ 1340 w 1844"/>
                    <a:gd name="T33" fmla="*/ 67 h 1021"/>
                    <a:gd name="T34" fmla="*/ 1542 w 1844"/>
                    <a:gd name="T35" fmla="*/ 180 h 1021"/>
                    <a:gd name="T36" fmla="*/ 1803 w 1844"/>
                    <a:gd name="T37" fmla="*/ 385 h 1021"/>
                    <a:gd name="T38" fmla="*/ 1835 w 1844"/>
                    <a:gd name="T39" fmla="*/ 381 h 1021"/>
                    <a:gd name="T40" fmla="*/ 1832 w 1844"/>
                    <a:gd name="T41" fmla="*/ 349 h 10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44" h="1021">
                      <a:moveTo>
                        <a:pt x="1832" y="349"/>
                      </a:moveTo>
                      <a:cubicBezTo>
                        <a:pt x="1698" y="239"/>
                        <a:pt x="1590" y="153"/>
                        <a:pt x="1494" y="93"/>
                      </a:cubicBezTo>
                      <a:cubicBezTo>
                        <a:pt x="1446" y="63"/>
                        <a:pt x="1400" y="40"/>
                        <a:pt x="1356" y="24"/>
                      </a:cubicBezTo>
                      <a:cubicBezTo>
                        <a:pt x="1311" y="8"/>
                        <a:pt x="1268" y="0"/>
                        <a:pt x="1224" y="0"/>
                      </a:cubicBezTo>
                      <a:cubicBezTo>
                        <a:pt x="1186" y="0"/>
                        <a:pt x="1148" y="6"/>
                        <a:pt x="1110" y="18"/>
                      </a:cubicBezTo>
                      <a:cubicBezTo>
                        <a:pt x="1052" y="37"/>
                        <a:pt x="993" y="69"/>
                        <a:pt x="929" y="116"/>
                      </a:cubicBezTo>
                      <a:cubicBezTo>
                        <a:pt x="864" y="163"/>
                        <a:pt x="794" y="224"/>
                        <a:pt x="715" y="301"/>
                      </a:cubicBezTo>
                      <a:lnTo>
                        <a:pt x="714" y="301"/>
                      </a:lnTo>
                      <a:lnTo>
                        <a:pt x="10" y="978"/>
                      </a:lnTo>
                      <a:cubicBezTo>
                        <a:pt x="1" y="987"/>
                        <a:pt x="0" y="1002"/>
                        <a:pt x="9" y="1011"/>
                      </a:cubicBezTo>
                      <a:cubicBezTo>
                        <a:pt x="18" y="1020"/>
                        <a:pt x="33" y="1020"/>
                        <a:pt x="42" y="1012"/>
                      </a:cubicBezTo>
                      <a:lnTo>
                        <a:pt x="746" y="334"/>
                      </a:lnTo>
                      <a:lnTo>
                        <a:pt x="746" y="334"/>
                      </a:lnTo>
                      <a:cubicBezTo>
                        <a:pt x="851" y="233"/>
                        <a:pt x="939" y="160"/>
                        <a:pt x="1016" y="114"/>
                      </a:cubicBezTo>
                      <a:cubicBezTo>
                        <a:pt x="1054" y="90"/>
                        <a:pt x="1090" y="73"/>
                        <a:pt x="1124" y="62"/>
                      </a:cubicBezTo>
                      <a:cubicBezTo>
                        <a:pt x="1159" y="51"/>
                        <a:pt x="1191" y="46"/>
                        <a:pt x="1224" y="46"/>
                      </a:cubicBezTo>
                      <a:cubicBezTo>
                        <a:pt x="1262" y="46"/>
                        <a:pt x="1300" y="53"/>
                        <a:pt x="1340" y="67"/>
                      </a:cubicBezTo>
                      <a:cubicBezTo>
                        <a:pt x="1401" y="89"/>
                        <a:pt x="1466" y="127"/>
                        <a:pt x="1542" y="180"/>
                      </a:cubicBezTo>
                      <a:cubicBezTo>
                        <a:pt x="1617" y="234"/>
                        <a:pt x="1702" y="303"/>
                        <a:pt x="1803" y="385"/>
                      </a:cubicBezTo>
                      <a:cubicBezTo>
                        <a:pt x="1813" y="393"/>
                        <a:pt x="1827" y="391"/>
                        <a:pt x="1835" y="381"/>
                      </a:cubicBezTo>
                      <a:cubicBezTo>
                        <a:pt x="1843" y="372"/>
                        <a:pt x="1842" y="357"/>
                        <a:pt x="1832" y="34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20" name="Freeform 9">
                  <a:extLst>
                    <a:ext uri="{FF2B5EF4-FFF2-40B4-BE49-F238E27FC236}">
                      <a16:creationId xmlns:a16="http://schemas.microsoft.com/office/drawing/2014/main" id="{C6F23298-B6AB-BA43-B481-2717E0BC3632}"/>
                    </a:ext>
                  </a:extLst>
                </p:cNvPr>
                <p:cNvSpPr>
                  <a:spLocks noChangeArrowheads="1"/>
                </p:cNvSpPr>
                <p:nvPr/>
              </p:nvSpPr>
              <p:spPr bwMode="auto">
                <a:xfrm>
                  <a:off x="1467348" y="795114"/>
                  <a:ext cx="253049" cy="148038"/>
                </a:xfrm>
                <a:custGeom>
                  <a:avLst/>
                  <a:gdLst>
                    <a:gd name="T0" fmla="*/ 1522 w 1530"/>
                    <a:gd name="T1" fmla="*/ 264 h 895"/>
                    <a:gd name="T2" fmla="*/ 1260 w 1530"/>
                    <a:gd name="T3" fmla="*/ 70 h 895"/>
                    <a:gd name="T4" fmla="*/ 1156 w 1530"/>
                    <a:gd name="T5" fmla="*/ 18 h 895"/>
                    <a:gd name="T6" fmla="*/ 1057 w 1530"/>
                    <a:gd name="T7" fmla="*/ 0 h 895"/>
                    <a:gd name="T8" fmla="*/ 957 w 1530"/>
                    <a:gd name="T9" fmla="*/ 19 h 895"/>
                    <a:gd name="T10" fmla="*/ 791 w 1530"/>
                    <a:gd name="T11" fmla="*/ 119 h 895"/>
                    <a:gd name="T12" fmla="*/ 577 w 1530"/>
                    <a:gd name="T13" fmla="*/ 310 h 895"/>
                    <a:gd name="T14" fmla="*/ 577 w 1530"/>
                    <a:gd name="T15" fmla="*/ 310 h 895"/>
                    <a:gd name="T16" fmla="*/ 6 w 1530"/>
                    <a:gd name="T17" fmla="*/ 867 h 895"/>
                    <a:gd name="T18" fmla="*/ 6 w 1530"/>
                    <a:gd name="T19" fmla="*/ 888 h 895"/>
                    <a:gd name="T20" fmla="*/ 27 w 1530"/>
                    <a:gd name="T21" fmla="*/ 888 h 895"/>
                    <a:gd name="T22" fmla="*/ 598 w 1530"/>
                    <a:gd name="T23" fmla="*/ 331 h 895"/>
                    <a:gd name="T24" fmla="*/ 598 w 1530"/>
                    <a:gd name="T25" fmla="*/ 331 h 895"/>
                    <a:gd name="T26" fmla="*/ 866 w 1530"/>
                    <a:gd name="T27" fmla="*/ 101 h 895"/>
                    <a:gd name="T28" fmla="*/ 968 w 1530"/>
                    <a:gd name="T29" fmla="*/ 47 h 895"/>
                    <a:gd name="T30" fmla="*/ 1057 w 1530"/>
                    <a:gd name="T31" fmla="*/ 29 h 895"/>
                    <a:gd name="T32" fmla="*/ 1146 w 1530"/>
                    <a:gd name="T33" fmla="*/ 46 h 895"/>
                    <a:gd name="T34" fmla="*/ 1300 w 1530"/>
                    <a:gd name="T35" fmla="*/ 132 h 895"/>
                    <a:gd name="T36" fmla="*/ 1504 w 1530"/>
                    <a:gd name="T37" fmla="*/ 287 h 895"/>
                    <a:gd name="T38" fmla="*/ 1524 w 1530"/>
                    <a:gd name="T39" fmla="*/ 285 h 895"/>
                    <a:gd name="T40" fmla="*/ 1522 w 1530"/>
                    <a:gd name="T41" fmla="*/ 264 h 8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30" h="895">
                      <a:moveTo>
                        <a:pt x="1522" y="264"/>
                      </a:moveTo>
                      <a:cubicBezTo>
                        <a:pt x="1417" y="180"/>
                        <a:pt x="1334" y="115"/>
                        <a:pt x="1260" y="70"/>
                      </a:cubicBezTo>
                      <a:cubicBezTo>
                        <a:pt x="1224" y="47"/>
                        <a:pt x="1189" y="30"/>
                        <a:pt x="1156" y="18"/>
                      </a:cubicBezTo>
                      <a:cubicBezTo>
                        <a:pt x="1123" y="6"/>
                        <a:pt x="1090" y="0"/>
                        <a:pt x="1057" y="0"/>
                      </a:cubicBezTo>
                      <a:cubicBezTo>
                        <a:pt x="1024" y="0"/>
                        <a:pt x="991" y="6"/>
                        <a:pt x="957" y="19"/>
                      </a:cubicBezTo>
                      <a:cubicBezTo>
                        <a:pt x="906" y="38"/>
                        <a:pt x="852" y="71"/>
                        <a:pt x="791" y="119"/>
                      </a:cubicBezTo>
                      <a:cubicBezTo>
                        <a:pt x="729" y="167"/>
                        <a:pt x="660" y="231"/>
                        <a:pt x="577" y="310"/>
                      </a:cubicBezTo>
                      <a:lnTo>
                        <a:pt x="577" y="310"/>
                      </a:lnTo>
                      <a:lnTo>
                        <a:pt x="6" y="867"/>
                      </a:lnTo>
                      <a:cubicBezTo>
                        <a:pt x="0" y="873"/>
                        <a:pt x="0" y="882"/>
                        <a:pt x="6" y="888"/>
                      </a:cubicBezTo>
                      <a:cubicBezTo>
                        <a:pt x="12" y="894"/>
                        <a:pt x="21" y="894"/>
                        <a:pt x="27" y="888"/>
                      </a:cubicBezTo>
                      <a:lnTo>
                        <a:pt x="598" y="331"/>
                      </a:lnTo>
                      <a:lnTo>
                        <a:pt x="598" y="331"/>
                      </a:lnTo>
                      <a:cubicBezTo>
                        <a:pt x="707" y="226"/>
                        <a:pt x="793" y="150"/>
                        <a:pt x="866" y="101"/>
                      </a:cubicBezTo>
                      <a:cubicBezTo>
                        <a:pt x="903" y="76"/>
                        <a:pt x="936" y="58"/>
                        <a:pt x="968" y="47"/>
                      </a:cubicBezTo>
                      <a:cubicBezTo>
                        <a:pt x="999" y="35"/>
                        <a:pt x="1028" y="29"/>
                        <a:pt x="1057" y="29"/>
                      </a:cubicBezTo>
                      <a:cubicBezTo>
                        <a:pt x="1086" y="29"/>
                        <a:pt x="1115" y="35"/>
                        <a:pt x="1146" y="46"/>
                      </a:cubicBezTo>
                      <a:cubicBezTo>
                        <a:pt x="1192" y="62"/>
                        <a:pt x="1242" y="91"/>
                        <a:pt x="1300" y="132"/>
                      </a:cubicBezTo>
                      <a:cubicBezTo>
                        <a:pt x="1359" y="172"/>
                        <a:pt x="1425" y="225"/>
                        <a:pt x="1504" y="287"/>
                      </a:cubicBezTo>
                      <a:cubicBezTo>
                        <a:pt x="1510" y="292"/>
                        <a:pt x="1518" y="291"/>
                        <a:pt x="1524" y="285"/>
                      </a:cubicBezTo>
                      <a:cubicBezTo>
                        <a:pt x="1529" y="279"/>
                        <a:pt x="1528" y="269"/>
                        <a:pt x="1522" y="26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21" name="Freeform 10">
                  <a:extLst>
                    <a:ext uri="{FF2B5EF4-FFF2-40B4-BE49-F238E27FC236}">
                      <a16:creationId xmlns:a16="http://schemas.microsoft.com/office/drawing/2014/main" id="{358E77EF-FA74-0941-A231-8FD607054BBA}"/>
                    </a:ext>
                  </a:extLst>
                </p:cNvPr>
                <p:cNvSpPr>
                  <a:spLocks noChangeArrowheads="1"/>
                </p:cNvSpPr>
                <p:nvPr/>
              </p:nvSpPr>
              <p:spPr bwMode="auto">
                <a:xfrm>
                  <a:off x="1491413" y="835952"/>
                  <a:ext cx="201273" cy="127619"/>
                </a:xfrm>
                <a:custGeom>
                  <a:avLst/>
                  <a:gdLst>
                    <a:gd name="T0" fmla="*/ 1212 w 1217"/>
                    <a:gd name="T1" fmla="*/ 184 h 773"/>
                    <a:gd name="T2" fmla="*/ 1023 w 1217"/>
                    <a:gd name="T3" fmla="*/ 48 h 773"/>
                    <a:gd name="T4" fmla="*/ 884 w 1217"/>
                    <a:gd name="T5" fmla="*/ 0 h 773"/>
                    <a:gd name="T6" fmla="*/ 801 w 1217"/>
                    <a:gd name="T7" fmla="*/ 20 h 773"/>
                    <a:gd name="T8" fmla="*/ 653 w 1217"/>
                    <a:gd name="T9" fmla="*/ 124 h 773"/>
                    <a:gd name="T10" fmla="*/ 440 w 1217"/>
                    <a:gd name="T11" fmla="*/ 324 h 773"/>
                    <a:gd name="T12" fmla="*/ 440 w 1217"/>
                    <a:gd name="T13" fmla="*/ 324 h 773"/>
                    <a:gd name="T14" fmla="*/ 3 w 1217"/>
                    <a:gd name="T15" fmla="*/ 760 h 773"/>
                    <a:gd name="T16" fmla="*/ 3 w 1217"/>
                    <a:gd name="T17" fmla="*/ 770 h 773"/>
                    <a:gd name="T18" fmla="*/ 12 w 1217"/>
                    <a:gd name="T19" fmla="*/ 770 h 773"/>
                    <a:gd name="T20" fmla="*/ 449 w 1217"/>
                    <a:gd name="T21" fmla="*/ 333 h 773"/>
                    <a:gd name="T22" fmla="*/ 716 w 1217"/>
                    <a:gd name="T23" fmla="*/ 90 h 773"/>
                    <a:gd name="T24" fmla="*/ 806 w 1217"/>
                    <a:gd name="T25" fmla="*/ 32 h 773"/>
                    <a:gd name="T26" fmla="*/ 884 w 1217"/>
                    <a:gd name="T27" fmla="*/ 13 h 773"/>
                    <a:gd name="T28" fmla="*/ 1016 w 1217"/>
                    <a:gd name="T29" fmla="*/ 60 h 773"/>
                    <a:gd name="T30" fmla="*/ 1204 w 1217"/>
                    <a:gd name="T31" fmla="*/ 195 h 773"/>
                    <a:gd name="T32" fmla="*/ 1214 w 1217"/>
                    <a:gd name="T33" fmla="*/ 194 h 773"/>
                    <a:gd name="T34" fmla="*/ 1212 w 1217"/>
                    <a:gd name="T35" fmla="*/ 184 h 7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17" h="773">
                      <a:moveTo>
                        <a:pt x="1212" y="184"/>
                      </a:moveTo>
                      <a:cubicBezTo>
                        <a:pt x="1135" y="125"/>
                        <a:pt x="1075" y="80"/>
                        <a:pt x="1023" y="48"/>
                      </a:cubicBezTo>
                      <a:cubicBezTo>
                        <a:pt x="971" y="17"/>
                        <a:pt x="928" y="0"/>
                        <a:pt x="884" y="0"/>
                      </a:cubicBezTo>
                      <a:cubicBezTo>
                        <a:pt x="856" y="0"/>
                        <a:pt x="829" y="7"/>
                        <a:pt x="801" y="20"/>
                      </a:cubicBezTo>
                      <a:cubicBezTo>
                        <a:pt x="758" y="39"/>
                        <a:pt x="711" y="74"/>
                        <a:pt x="653" y="124"/>
                      </a:cubicBezTo>
                      <a:cubicBezTo>
                        <a:pt x="595" y="175"/>
                        <a:pt x="527" y="241"/>
                        <a:pt x="440" y="324"/>
                      </a:cubicBezTo>
                      <a:lnTo>
                        <a:pt x="440" y="324"/>
                      </a:lnTo>
                      <a:lnTo>
                        <a:pt x="3" y="760"/>
                      </a:lnTo>
                      <a:cubicBezTo>
                        <a:pt x="0" y="763"/>
                        <a:pt x="0" y="767"/>
                        <a:pt x="3" y="770"/>
                      </a:cubicBezTo>
                      <a:cubicBezTo>
                        <a:pt x="5" y="772"/>
                        <a:pt x="10" y="772"/>
                        <a:pt x="12" y="770"/>
                      </a:cubicBezTo>
                      <a:lnTo>
                        <a:pt x="449" y="333"/>
                      </a:lnTo>
                      <a:cubicBezTo>
                        <a:pt x="565" y="223"/>
                        <a:pt x="648" y="142"/>
                        <a:pt x="716" y="90"/>
                      </a:cubicBezTo>
                      <a:cubicBezTo>
                        <a:pt x="749" y="63"/>
                        <a:pt x="778" y="44"/>
                        <a:pt x="806" y="32"/>
                      </a:cubicBezTo>
                      <a:cubicBezTo>
                        <a:pt x="833" y="19"/>
                        <a:pt x="859" y="13"/>
                        <a:pt x="884" y="13"/>
                      </a:cubicBezTo>
                      <a:cubicBezTo>
                        <a:pt x="924" y="13"/>
                        <a:pt x="966" y="29"/>
                        <a:pt x="1016" y="60"/>
                      </a:cubicBezTo>
                      <a:cubicBezTo>
                        <a:pt x="1067" y="90"/>
                        <a:pt x="1127" y="136"/>
                        <a:pt x="1204" y="195"/>
                      </a:cubicBezTo>
                      <a:cubicBezTo>
                        <a:pt x="1207" y="197"/>
                        <a:pt x="1211" y="197"/>
                        <a:pt x="1214" y="194"/>
                      </a:cubicBezTo>
                      <a:cubicBezTo>
                        <a:pt x="1216" y="191"/>
                        <a:pt x="1215" y="187"/>
                        <a:pt x="1212" y="18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22" name="Freeform 11">
                  <a:extLst>
                    <a:ext uri="{FF2B5EF4-FFF2-40B4-BE49-F238E27FC236}">
                      <a16:creationId xmlns:a16="http://schemas.microsoft.com/office/drawing/2014/main" id="{C4AC1E84-A6C9-AC43-8829-ADA26407D647}"/>
                    </a:ext>
                  </a:extLst>
                </p:cNvPr>
                <p:cNvSpPr>
                  <a:spLocks noChangeArrowheads="1"/>
                </p:cNvSpPr>
                <p:nvPr/>
              </p:nvSpPr>
              <p:spPr bwMode="auto">
                <a:xfrm>
                  <a:off x="1608093" y="858559"/>
                  <a:ext cx="72925" cy="48130"/>
                </a:xfrm>
                <a:custGeom>
                  <a:avLst/>
                  <a:gdLst>
                    <a:gd name="T0" fmla="*/ 49 w 442"/>
                    <a:gd name="T1" fmla="*/ 200 h 293"/>
                    <a:gd name="T2" fmla="*/ 0 w 442"/>
                    <a:gd name="T3" fmla="*/ 156 h 293"/>
                    <a:gd name="T4" fmla="*/ 45 w 442"/>
                    <a:gd name="T5" fmla="*/ 107 h 293"/>
                    <a:gd name="T6" fmla="*/ 392 w 442"/>
                    <a:gd name="T7" fmla="*/ 91 h 293"/>
                    <a:gd name="T8" fmla="*/ 441 w 442"/>
                    <a:gd name="T9" fmla="*/ 137 h 293"/>
                    <a:gd name="T10" fmla="*/ 396 w 442"/>
                    <a:gd name="T11" fmla="*/ 185 h 293"/>
                    <a:gd name="T12" fmla="*/ 49 w 442"/>
                    <a:gd name="T13" fmla="*/ 200 h 293"/>
                  </a:gdLst>
                  <a:ahLst/>
                  <a:cxnLst>
                    <a:cxn ang="0">
                      <a:pos x="T0" y="T1"/>
                    </a:cxn>
                    <a:cxn ang="0">
                      <a:pos x="T2" y="T3"/>
                    </a:cxn>
                    <a:cxn ang="0">
                      <a:pos x="T4" y="T5"/>
                    </a:cxn>
                    <a:cxn ang="0">
                      <a:pos x="T6" y="T7"/>
                    </a:cxn>
                    <a:cxn ang="0">
                      <a:pos x="T8" y="T9"/>
                    </a:cxn>
                    <a:cxn ang="0">
                      <a:pos x="T10" y="T11"/>
                    </a:cxn>
                    <a:cxn ang="0">
                      <a:pos x="T12" y="T13"/>
                    </a:cxn>
                  </a:cxnLst>
                  <a:rect l="0" t="0" r="r" b="b"/>
                  <a:pathLst>
                    <a:path w="442" h="293">
                      <a:moveTo>
                        <a:pt x="49" y="200"/>
                      </a:moveTo>
                      <a:lnTo>
                        <a:pt x="0" y="156"/>
                      </a:lnTo>
                      <a:lnTo>
                        <a:pt x="45" y="107"/>
                      </a:lnTo>
                      <a:cubicBezTo>
                        <a:pt x="136" y="7"/>
                        <a:pt x="292" y="0"/>
                        <a:pt x="392" y="91"/>
                      </a:cubicBezTo>
                      <a:lnTo>
                        <a:pt x="441" y="137"/>
                      </a:lnTo>
                      <a:lnTo>
                        <a:pt x="396" y="185"/>
                      </a:lnTo>
                      <a:cubicBezTo>
                        <a:pt x="304" y="285"/>
                        <a:pt x="149" y="292"/>
                        <a:pt x="49" y="20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grpSp>
        </p:grpSp>
        <p:sp>
          <p:nvSpPr>
            <p:cNvPr id="25" name="文本框 24">
              <a:extLst>
                <a:ext uri="{FF2B5EF4-FFF2-40B4-BE49-F238E27FC236}">
                  <a16:creationId xmlns:a16="http://schemas.microsoft.com/office/drawing/2014/main" id="{C343F0B3-495F-9444-816E-38B2C9F55C5E}"/>
                </a:ext>
              </a:extLst>
            </p:cNvPr>
            <p:cNvSpPr txBox="1"/>
            <p:nvPr userDrawn="1"/>
          </p:nvSpPr>
          <p:spPr>
            <a:xfrm>
              <a:off x="5752785" y="5979422"/>
              <a:ext cx="1785105" cy="571951"/>
            </a:xfrm>
            <a:prstGeom prst="rect">
              <a:avLst/>
            </a:prstGeom>
            <a:noFill/>
          </p:spPr>
          <p:txBody>
            <a:bodyPr wrap="none" rtlCol="0">
              <a:spAutoFit/>
            </a:bodyPr>
            <a:lstStyle/>
            <a:p>
              <a:pPr algn="ctr">
                <a:spcBef>
                  <a:spcPts val="450"/>
                </a:spcBef>
              </a:pPr>
              <a:r>
                <a:rPr lang="zh-CN" altLang="en-US" sz="1350" spc="450" dirty="0">
                  <a:solidFill>
                    <a:srgbClr val="5B307E"/>
                  </a:solidFill>
                  <a:latin typeface="微软雅黑" panose="020B0503020204020204" pitchFamily="34" charset="-122"/>
                  <a:ea typeface="微软雅黑" panose="020B0503020204020204" pitchFamily="34" charset="-122"/>
                </a:rPr>
                <a:t>计算机网络</a:t>
              </a:r>
              <a:endParaRPr lang="en-US" altLang="zh-CN" sz="1350" spc="450" dirty="0">
                <a:solidFill>
                  <a:srgbClr val="5B307E"/>
                </a:solidFill>
                <a:latin typeface="微软雅黑" panose="020B0503020204020204" pitchFamily="34" charset="-122"/>
                <a:ea typeface="微软雅黑" panose="020B0503020204020204" pitchFamily="34" charset="-122"/>
              </a:endParaRPr>
            </a:p>
            <a:p>
              <a:pPr algn="ctr">
                <a:spcBef>
                  <a:spcPts val="450"/>
                </a:spcBef>
              </a:pPr>
              <a:r>
                <a:rPr lang="zh-CN" altLang="en-US" sz="1350" spc="450" dirty="0">
                  <a:solidFill>
                    <a:srgbClr val="5B307E"/>
                  </a:solidFill>
                  <a:latin typeface="微软雅黑" panose="020B0503020204020204" pitchFamily="34" charset="-122"/>
                  <a:ea typeface="微软雅黑" panose="020B0503020204020204" pitchFamily="34" charset="-122"/>
                </a:rPr>
                <a:t>教案社区</a:t>
              </a:r>
            </a:p>
          </p:txBody>
        </p:sp>
      </p:grpSp>
    </p:spTree>
    <p:extLst>
      <p:ext uri="{BB962C8B-B14F-4D97-AF65-F5344CB8AC3E}">
        <p14:creationId xmlns:p14="http://schemas.microsoft.com/office/powerpoint/2010/main" val="890927042"/>
      </p:ext>
    </p:extLst>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39" name="矩形 38">
            <a:extLst>
              <a:ext uri="{FF2B5EF4-FFF2-40B4-BE49-F238E27FC236}">
                <a16:creationId xmlns:a16="http://schemas.microsoft.com/office/drawing/2014/main" id="{FBB5D1D6-FEDC-364E-ADD0-80C842FD6986}"/>
              </a:ext>
            </a:extLst>
          </p:cNvPr>
          <p:cNvSpPr/>
          <p:nvPr userDrawn="1"/>
        </p:nvSpPr>
        <p:spPr>
          <a:xfrm>
            <a:off x="500874" y="541554"/>
            <a:ext cx="381985" cy="498948"/>
          </a:xfrm>
          <a:prstGeom prst="rect">
            <a:avLst/>
          </a:prstGeom>
          <a:solidFill>
            <a:srgbClr val="5C307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dirty="0">
              <a:solidFill>
                <a:srgbClr val="5C307E"/>
              </a:solidFill>
            </a:endParaRPr>
          </a:p>
        </p:txBody>
      </p:sp>
      <p:sp>
        <p:nvSpPr>
          <p:cNvPr id="2" name="标题 1">
            <a:extLst>
              <a:ext uri="{FF2B5EF4-FFF2-40B4-BE49-F238E27FC236}">
                <a16:creationId xmlns:a16="http://schemas.microsoft.com/office/drawing/2014/main" id="{223457C5-5D0E-4F46-9D0B-7EA2985DFFE7}"/>
              </a:ext>
            </a:extLst>
          </p:cNvPr>
          <p:cNvSpPr>
            <a:spLocks noGrp="1"/>
          </p:cNvSpPr>
          <p:nvPr>
            <p:ph type="title"/>
          </p:nvPr>
        </p:nvSpPr>
        <p:spPr/>
        <p:txBody>
          <a:bodyPr>
            <a:normAutofit/>
          </a:bodyPr>
          <a:lstStyle>
            <a:lvl1pPr>
              <a:defRPr sz="3000"/>
            </a:lvl1pPr>
          </a:lstStyle>
          <a:p>
            <a:r>
              <a:rPr kumimoji="1" lang="zh-CN" altLang="en-US" dirty="0"/>
              <a:t>单击此处编辑母版标题样式</a:t>
            </a:r>
          </a:p>
        </p:txBody>
      </p:sp>
      <p:sp>
        <p:nvSpPr>
          <p:cNvPr id="3" name="内容占位符 2">
            <a:extLst>
              <a:ext uri="{FF2B5EF4-FFF2-40B4-BE49-F238E27FC236}">
                <a16:creationId xmlns:a16="http://schemas.microsoft.com/office/drawing/2014/main" id="{D2FA45BE-434F-B44C-99F8-C563AC076A02}"/>
              </a:ext>
            </a:extLst>
          </p:cNvPr>
          <p:cNvSpPr>
            <a:spLocks noGrp="1"/>
          </p:cNvSpPr>
          <p:nvPr>
            <p:ph idx="1"/>
          </p:nvPr>
        </p:nvSpPr>
        <p:spPr>
          <a:xfrm>
            <a:off x="628650" y="1510758"/>
            <a:ext cx="7886700" cy="4586694"/>
          </a:xfrm>
        </p:spPr>
        <p:txBody>
          <a:bodyPr/>
          <a:lstStyle>
            <a:lvl1pPr marL="270272" indent="-270272">
              <a:lnSpc>
                <a:spcPct val="100000"/>
              </a:lnSpc>
              <a:spcBef>
                <a:spcPts val="450"/>
              </a:spcBef>
              <a:buFont typeface="Wingdings" pitchFamily="2" charset="2"/>
              <a:buChar char="Ø"/>
              <a:tabLst/>
              <a:defRPr/>
            </a:lvl1pPr>
            <a:lvl2pPr>
              <a:lnSpc>
                <a:spcPct val="100000"/>
              </a:lnSpc>
              <a:spcBef>
                <a:spcPts val="450"/>
              </a:spcBef>
              <a:buFont typeface="Arial" panose="020B0604020202020204" pitchFamily="34" charset="0"/>
              <a:buChar char="•"/>
              <a:defRPr/>
            </a:lvl2pPr>
            <a:lvl3pPr>
              <a:lnSpc>
                <a:spcPct val="100000"/>
              </a:lnSpc>
              <a:spcBef>
                <a:spcPts val="450"/>
              </a:spcBef>
              <a:defRPr/>
            </a:lvl3pPr>
            <a:lvl4pPr>
              <a:lnSpc>
                <a:spcPct val="100000"/>
              </a:lnSpc>
              <a:spcBef>
                <a:spcPts val="450"/>
              </a:spcBef>
              <a:defRPr/>
            </a:lvl4pPr>
            <a:lvl5pPr>
              <a:lnSpc>
                <a:spcPct val="100000"/>
              </a:lnSpc>
              <a:spcBef>
                <a:spcPts val="450"/>
              </a:spcBef>
              <a:defRPr/>
            </a:lvl5pPr>
          </a:lstStyle>
          <a:p>
            <a:pPr lvl="0"/>
            <a:r>
              <a:rPr kumimoji="1" lang="zh-CN" altLang="en-US" dirty="0"/>
              <a:t>单击此处编辑母版文本样式</a:t>
            </a:r>
          </a:p>
          <a:p>
            <a:pPr lvl="1"/>
            <a:r>
              <a:rPr kumimoji="1" lang="zh-CN" altLang="en-US" dirty="0"/>
              <a:t>二级</a:t>
            </a:r>
          </a:p>
          <a:p>
            <a:pPr lvl="2"/>
            <a:r>
              <a:rPr kumimoji="1" lang="zh-CN" altLang="en-US" dirty="0"/>
              <a:t>三级</a:t>
            </a:r>
          </a:p>
          <a:p>
            <a:pPr lvl="3"/>
            <a:r>
              <a:rPr kumimoji="1" lang="zh-CN" altLang="en-US" dirty="0"/>
              <a:t>四级</a:t>
            </a:r>
          </a:p>
          <a:p>
            <a:pPr lvl="4"/>
            <a:r>
              <a:rPr kumimoji="1" lang="zh-CN" altLang="en-US" dirty="0"/>
              <a:t>五级</a:t>
            </a:r>
          </a:p>
        </p:txBody>
      </p:sp>
      <p:sp>
        <p:nvSpPr>
          <p:cNvPr id="4" name="日期占位符 3">
            <a:extLst>
              <a:ext uri="{FF2B5EF4-FFF2-40B4-BE49-F238E27FC236}">
                <a16:creationId xmlns:a16="http://schemas.microsoft.com/office/drawing/2014/main" id="{5A1C8C13-A111-E44B-BB6E-32C9AFF870A6}"/>
              </a:ext>
            </a:extLst>
          </p:cNvPr>
          <p:cNvSpPr>
            <a:spLocks noGrp="1"/>
          </p:cNvSpPr>
          <p:nvPr>
            <p:ph type="dt" sz="half" idx="10"/>
          </p:nvPr>
        </p:nvSpPr>
        <p:spPr>
          <a:xfrm>
            <a:off x="148001" y="6489304"/>
            <a:ext cx="2057400" cy="365125"/>
          </a:xfrm>
          <a:prstGeom prst="rect">
            <a:avLst/>
          </a:prstGeom>
        </p:spPr>
        <p:txBody>
          <a:bodyPr/>
          <a:lstStyle/>
          <a:p>
            <a:r>
              <a:rPr kumimoji="1" lang="en-US" altLang="zh-CN"/>
              <a:t>5.3 </a:t>
            </a:r>
            <a:r>
              <a:rPr kumimoji="1" lang="zh-CN" altLang="en-US"/>
              <a:t>网络互联</a:t>
            </a:r>
            <a:endParaRPr kumimoji="1" lang="zh-CN" altLang="en-US" dirty="0"/>
          </a:p>
        </p:txBody>
      </p:sp>
      <p:sp>
        <p:nvSpPr>
          <p:cNvPr id="5" name="页脚占位符 4">
            <a:extLst>
              <a:ext uri="{FF2B5EF4-FFF2-40B4-BE49-F238E27FC236}">
                <a16:creationId xmlns:a16="http://schemas.microsoft.com/office/drawing/2014/main" id="{3A7B7B75-EEC1-2D4D-AB7C-5A3514969529}"/>
              </a:ext>
            </a:extLst>
          </p:cNvPr>
          <p:cNvSpPr>
            <a:spLocks noGrp="1"/>
          </p:cNvSpPr>
          <p:nvPr>
            <p:ph type="ftr" sz="quarter" idx="11"/>
          </p:nvPr>
        </p:nvSpPr>
        <p:spPr>
          <a:xfrm>
            <a:off x="3028950" y="6489304"/>
            <a:ext cx="3086100" cy="365125"/>
          </a:xfrm>
          <a:prstGeom prst="rect">
            <a:avLst/>
          </a:prstGeom>
        </p:spPr>
        <p:txBody>
          <a:bodyPr/>
          <a:lstStyle/>
          <a:p>
            <a:r>
              <a:rPr kumimoji="1" lang="zh-CN" altLang="en-US" dirty="0"/>
              <a:t>引自：</a:t>
            </a:r>
            <a:r>
              <a:rPr kumimoji="1" lang="en-US" altLang="zh-CN" dirty="0"/>
              <a:t>XXXXX</a:t>
            </a:r>
            <a:r>
              <a:rPr kumimoji="1" lang="zh-CN" altLang="en-US" dirty="0"/>
              <a:t>（如果需要）</a:t>
            </a:r>
          </a:p>
        </p:txBody>
      </p:sp>
      <p:sp>
        <p:nvSpPr>
          <p:cNvPr id="6" name="灯片编号占位符 5">
            <a:extLst>
              <a:ext uri="{FF2B5EF4-FFF2-40B4-BE49-F238E27FC236}">
                <a16:creationId xmlns:a16="http://schemas.microsoft.com/office/drawing/2014/main" id="{8FDBE6BC-6A1B-1944-BBB6-30FD8C33B360}"/>
              </a:ext>
            </a:extLst>
          </p:cNvPr>
          <p:cNvSpPr>
            <a:spLocks noGrp="1"/>
          </p:cNvSpPr>
          <p:nvPr>
            <p:ph type="sldNum" sz="quarter" idx="12"/>
          </p:nvPr>
        </p:nvSpPr>
        <p:spPr>
          <a:xfrm>
            <a:off x="6515107" y="6489304"/>
            <a:ext cx="2489753" cy="365125"/>
          </a:xfrm>
          <a:prstGeom prst="rect">
            <a:avLst/>
          </a:prstGeom>
        </p:spPr>
        <p:txBody>
          <a:bodyPr/>
          <a:lstStyle/>
          <a:p>
            <a:fld id="{8D4D1E41-7A09-AB4A-A4E1-09765ADA2698}" type="slidenum">
              <a:rPr kumimoji="1" lang="zh-CN" altLang="en-US" smtClean="0"/>
              <a:t>‹#›</a:t>
            </a:fld>
            <a:endParaRPr kumimoji="1" lang="zh-CN" altLang="en-US" dirty="0"/>
          </a:p>
        </p:txBody>
      </p:sp>
      <p:cxnSp>
        <p:nvCxnSpPr>
          <p:cNvPr id="40" name="直线连接符 39">
            <a:extLst>
              <a:ext uri="{FF2B5EF4-FFF2-40B4-BE49-F238E27FC236}">
                <a16:creationId xmlns:a16="http://schemas.microsoft.com/office/drawing/2014/main" id="{9E7AFED4-5702-094E-A3B8-21EB069F234E}"/>
              </a:ext>
            </a:extLst>
          </p:cNvPr>
          <p:cNvCxnSpPr>
            <a:cxnSpLocks/>
          </p:cNvCxnSpPr>
          <p:nvPr userDrawn="1"/>
        </p:nvCxnSpPr>
        <p:spPr>
          <a:xfrm>
            <a:off x="986091" y="1244212"/>
            <a:ext cx="5471859" cy="0"/>
          </a:xfrm>
          <a:prstGeom prst="line">
            <a:avLst/>
          </a:prstGeom>
          <a:ln w="19050">
            <a:solidFill>
              <a:srgbClr val="5C307E"/>
            </a:solidFill>
          </a:ln>
        </p:spPr>
        <p:style>
          <a:lnRef idx="1">
            <a:schemeClr val="accent1"/>
          </a:lnRef>
          <a:fillRef idx="0">
            <a:schemeClr val="accent1"/>
          </a:fillRef>
          <a:effectRef idx="0">
            <a:schemeClr val="accent1"/>
          </a:effectRef>
          <a:fontRef idx="minor">
            <a:schemeClr val="tx1"/>
          </a:fontRef>
        </p:style>
      </p:cxnSp>
      <p:grpSp>
        <p:nvGrpSpPr>
          <p:cNvPr id="41" name="组合 40">
            <a:extLst>
              <a:ext uri="{FF2B5EF4-FFF2-40B4-BE49-F238E27FC236}">
                <a16:creationId xmlns:a16="http://schemas.microsoft.com/office/drawing/2014/main" id="{AB0058AB-B1F1-354B-AC17-D97CF5C61CCA}"/>
              </a:ext>
            </a:extLst>
          </p:cNvPr>
          <p:cNvGrpSpPr/>
          <p:nvPr userDrawn="1"/>
        </p:nvGrpSpPr>
        <p:grpSpPr>
          <a:xfrm>
            <a:off x="7387088" y="844222"/>
            <a:ext cx="1471114" cy="208345"/>
            <a:chOff x="1368170" y="1165302"/>
            <a:chExt cx="4139947" cy="439737"/>
          </a:xfrm>
        </p:grpSpPr>
        <p:grpSp>
          <p:nvGrpSpPr>
            <p:cNvPr id="42" name="组合 41">
              <a:extLst>
                <a:ext uri="{FF2B5EF4-FFF2-40B4-BE49-F238E27FC236}">
                  <a16:creationId xmlns:a16="http://schemas.microsoft.com/office/drawing/2014/main" id="{AAF2B681-E82A-B44D-9C2D-B50F21D83567}"/>
                </a:ext>
              </a:extLst>
            </p:cNvPr>
            <p:cNvGrpSpPr/>
            <p:nvPr/>
          </p:nvGrpSpPr>
          <p:grpSpPr>
            <a:xfrm>
              <a:off x="1368170" y="1165302"/>
              <a:ext cx="550582" cy="439737"/>
              <a:chOff x="1368170" y="664579"/>
              <a:chExt cx="550582" cy="439737"/>
            </a:xfrm>
          </p:grpSpPr>
          <p:sp>
            <p:nvSpPr>
              <p:cNvPr id="53" name="Freeform 1">
                <a:extLst>
                  <a:ext uri="{FF2B5EF4-FFF2-40B4-BE49-F238E27FC236}">
                    <a16:creationId xmlns:a16="http://schemas.microsoft.com/office/drawing/2014/main" id="{0961A78E-DF61-2349-8E10-2E9861DBEA9A}"/>
                  </a:ext>
                </a:extLst>
              </p:cNvPr>
              <p:cNvSpPr>
                <a:spLocks noChangeArrowheads="1"/>
              </p:cNvSpPr>
              <p:nvPr/>
            </p:nvSpPr>
            <p:spPr bwMode="auto">
              <a:xfrm>
                <a:off x="1481203" y="771778"/>
                <a:ext cx="437549" cy="332538"/>
              </a:xfrm>
              <a:custGeom>
                <a:avLst/>
                <a:gdLst>
                  <a:gd name="T0" fmla="*/ 25 w 2647"/>
                  <a:gd name="T1" fmla="*/ 1478 h 2011"/>
                  <a:gd name="T2" fmla="*/ 525 w 2647"/>
                  <a:gd name="T3" fmla="*/ 1865 h 2011"/>
                  <a:gd name="T4" fmla="*/ 736 w 2647"/>
                  <a:gd name="T5" fmla="*/ 1972 h 2011"/>
                  <a:gd name="T6" fmla="*/ 940 w 2647"/>
                  <a:gd name="T7" fmla="*/ 2010 h 2011"/>
                  <a:gd name="T8" fmla="*/ 1078 w 2647"/>
                  <a:gd name="T9" fmla="*/ 1991 h 2011"/>
                  <a:gd name="T10" fmla="*/ 1286 w 2647"/>
                  <a:gd name="T11" fmla="*/ 1894 h 2011"/>
                  <a:gd name="T12" fmla="*/ 1506 w 2647"/>
                  <a:gd name="T13" fmla="*/ 1715 h 2011"/>
                  <a:gd name="T14" fmla="*/ 1506 w 2647"/>
                  <a:gd name="T15" fmla="*/ 1715 h 2011"/>
                  <a:gd name="T16" fmla="*/ 2630 w 2647"/>
                  <a:gd name="T17" fmla="*/ 624 h 2011"/>
                  <a:gd name="T18" fmla="*/ 2646 w 2647"/>
                  <a:gd name="T19" fmla="*/ 586 h 2011"/>
                  <a:gd name="T20" fmla="*/ 2630 w 2647"/>
                  <a:gd name="T21" fmla="*/ 548 h 2011"/>
                  <a:gd name="T22" fmla="*/ 2090 w 2647"/>
                  <a:gd name="T23" fmla="*/ 21 h 2011"/>
                  <a:gd name="T24" fmla="*/ 2016 w 2647"/>
                  <a:gd name="T25" fmla="*/ 22 h 2011"/>
                  <a:gd name="T26" fmla="*/ 2017 w 2647"/>
                  <a:gd name="T27" fmla="*/ 96 h 2011"/>
                  <a:gd name="T28" fmla="*/ 2518 w 2647"/>
                  <a:gd name="T29" fmla="*/ 586 h 2011"/>
                  <a:gd name="T30" fmla="*/ 1433 w 2647"/>
                  <a:gd name="T31" fmla="*/ 1639 h 2011"/>
                  <a:gd name="T32" fmla="*/ 1433 w 2647"/>
                  <a:gd name="T33" fmla="*/ 1639 h 2011"/>
                  <a:gd name="T34" fmla="*/ 1167 w 2647"/>
                  <a:gd name="T35" fmla="*/ 1843 h 2011"/>
                  <a:gd name="T36" fmla="*/ 1051 w 2647"/>
                  <a:gd name="T37" fmla="*/ 1889 h 2011"/>
                  <a:gd name="T38" fmla="*/ 940 w 2647"/>
                  <a:gd name="T39" fmla="*/ 1904 h 2011"/>
                  <a:gd name="T40" fmla="*/ 772 w 2647"/>
                  <a:gd name="T41" fmla="*/ 1872 h 2011"/>
                  <a:gd name="T42" fmla="*/ 474 w 2647"/>
                  <a:gd name="T43" fmla="*/ 1704 h 2011"/>
                  <a:gd name="T44" fmla="*/ 93 w 2647"/>
                  <a:gd name="T45" fmla="*/ 1398 h 2011"/>
                  <a:gd name="T46" fmla="*/ 19 w 2647"/>
                  <a:gd name="T47" fmla="*/ 1404 h 2011"/>
                  <a:gd name="T48" fmla="*/ 25 w 2647"/>
                  <a:gd name="T49" fmla="*/ 1478 h 20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647" h="2011">
                    <a:moveTo>
                      <a:pt x="25" y="1478"/>
                    </a:moveTo>
                    <a:cubicBezTo>
                      <a:pt x="219" y="1643"/>
                      <a:pt x="380" y="1773"/>
                      <a:pt x="525" y="1865"/>
                    </a:cubicBezTo>
                    <a:cubicBezTo>
                      <a:pt x="598" y="1911"/>
                      <a:pt x="668" y="1947"/>
                      <a:pt x="736" y="1972"/>
                    </a:cubicBezTo>
                    <a:cubicBezTo>
                      <a:pt x="805" y="1996"/>
                      <a:pt x="872" y="2010"/>
                      <a:pt x="940" y="2010"/>
                    </a:cubicBezTo>
                    <a:cubicBezTo>
                      <a:pt x="986" y="2010"/>
                      <a:pt x="1032" y="2004"/>
                      <a:pt x="1078" y="1991"/>
                    </a:cubicBezTo>
                    <a:cubicBezTo>
                      <a:pt x="1147" y="1973"/>
                      <a:pt x="1216" y="1940"/>
                      <a:pt x="1286" y="1894"/>
                    </a:cubicBezTo>
                    <a:cubicBezTo>
                      <a:pt x="1357" y="1848"/>
                      <a:pt x="1429" y="1789"/>
                      <a:pt x="1506" y="1715"/>
                    </a:cubicBezTo>
                    <a:lnTo>
                      <a:pt x="1506" y="1715"/>
                    </a:lnTo>
                    <a:lnTo>
                      <a:pt x="2630" y="624"/>
                    </a:lnTo>
                    <a:cubicBezTo>
                      <a:pt x="2640" y="614"/>
                      <a:pt x="2646" y="600"/>
                      <a:pt x="2646" y="586"/>
                    </a:cubicBezTo>
                    <a:cubicBezTo>
                      <a:pt x="2646" y="572"/>
                      <a:pt x="2641" y="558"/>
                      <a:pt x="2630" y="548"/>
                    </a:cubicBezTo>
                    <a:lnTo>
                      <a:pt x="2090" y="21"/>
                    </a:lnTo>
                    <a:cubicBezTo>
                      <a:pt x="2069" y="0"/>
                      <a:pt x="2036" y="1"/>
                      <a:pt x="2016" y="22"/>
                    </a:cubicBezTo>
                    <a:cubicBezTo>
                      <a:pt x="1995" y="42"/>
                      <a:pt x="1996" y="76"/>
                      <a:pt x="2017" y="96"/>
                    </a:cubicBezTo>
                    <a:lnTo>
                      <a:pt x="2518" y="586"/>
                    </a:lnTo>
                    <a:lnTo>
                      <a:pt x="1433" y="1639"/>
                    </a:lnTo>
                    <a:lnTo>
                      <a:pt x="1433" y="1639"/>
                    </a:lnTo>
                    <a:cubicBezTo>
                      <a:pt x="1335" y="1733"/>
                      <a:pt x="1247" y="1800"/>
                      <a:pt x="1167" y="1843"/>
                    </a:cubicBezTo>
                    <a:cubicBezTo>
                      <a:pt x="1127" y="1864"/>
                      <a:pt x="1088" y="1879"/>
                      <a:pt x="1051" y="1889"/>
                    </a:cubicBezTo>
                    <a:cubicBezTo>
                      <a:pt x="1013" y="1899"/>
                      <a:pt x="977" y="1904"/>
                      <a:pt x="940" y="1904"/>
                    </a:cubicBezTo>
                    <a:cubicBezTo>
                      <a:pt x="886" y="1904"/>
                      <a:pt x="831" y="1894"/>
                      <a:pt x="772" y="1872"/>
                    </a:cubicBezTo>
                    <a:cubicBezTo>
                      <a:pt x="683" y="1840"/>
                      <a:pt x="586" y="1784"/>
                      <a:pt x="474" y="1704"/>
                    </a:cubicBezTo>
                    <a:cubicBezTo>
                      <a:pt x="363" y="1624"/>
                      <a:pt x="238" y="1521"/>
                      <a:pt x="93" y="1398"/>
                    </a:cubicBezTo>
                    <a:cubicBezTo>
                      <a:pt x="71" y="1379"/>
                      <a:pt x="38" y="1382"/>
                      <a:pt x="19" y="1404"/>
                    </a:cubicBezTo>
                    <a:cubicBezTo>
                      <a:pt x="0" y="1426"/>
                      <a:pt x="3" y="1459"/>
                      <a:pt x="25" y="1478"/>
                    </a:cubicBezTo>
                  </a:path>
                </a:pathLst>
              </a:custGeom>
              <a:solidFill>
                <a:srgbClr val="D7222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54" name="Freeform 2">
                <a:extLst>
                  <a:ext uri="{FF2B5EF4-FFF2-40B4-BE49-F238E27FC236}">
                    <a16:creationId xmlns:a16="http://schemas.microsoft.com/office/drawing/2014/main" id="{1B3EB2F6-21CF-A24E-9B62-5D7928C20B20}"/>
                  </a:ext>
                </a:extLst>
              </p:cNvPr>
              <p:cNvSpPr>
                <a:spLocks noChangeArrowheads="1"/>
              </p:cNvSpPr>
              <p:nvPr/>
            </p:nvSpPr>
            <p:spPr bwMode="auto">
              <a:xfrm>
                <a:off x="1511832" y="868769"/>
                <a:ext cx="356603" cy="190334"/>
              </a:xfrm>
              <a:custGeom>
                <a:avLst/>
                <a:gdLst>
                  <a:gd name="T0" fmla="*/ 15 w 2158"/>
                  <a:gd name="T1" fmla="*/ 713 h 1152"/>
                  <a:gd name="T2" fmla="*/ 432 w 2158"/>
                  <a:gd name="T3" fmla="*/ 1033 h 1152"/>
                  <a:gd name="T4" fmla="*/ 605 w 2158"/>
                  <a:gd name="T5" fmla="*/ 1120 h 1152"/>
                  <a:gd name="T6" fmla="*/ 771 w 2158"/>
                  <a:gd name="T7" fmla="*/ 1151 h 1152"/>
                  <a:gd name="T8" fmla="*/ 896 w 2158"/>
                  <a:gd name="T9" fmla="*/ 1132 h 1152"/>
                  <a:gd name="T10" fmla="*/ 1089 w 2158"/>
                  <a:gd name="T11" fmla="*/ 1036 h 1152"/>
                  <a:gd name="T12" fmla="*/ 1305 w 2158"/>
                  <a:gd name="T13" fmla="*/ 856 h 1152"/>
                  <a:gd name="T14" fmla="*/ 1305 w 2158"/>
                  <a:gd name="T15" fmla="*/ 856 h 1152"/>
                  <a:gd name="T16" fmla="*/ 2144 w 2158"/>
                  <a:gd name="T17" fmla="*/ 57 h 1152"/>
                  <a:gd name="T18" fmla="*/ 2145 w 2158"/>
                  <a:gd name="T19" fmla="*/ 13 h 1152"/>
                  <a:gd name="T20" fmla="*/ 2100 w 2158"/>
                  <a:gd name="T21" fmla="*/ 12 h 1152"/>
                  <a:gd name="T22" fmla="*/ 1262 w 2158"/>
                  <a:gd name="T23" fmla="*/ 811 h 1152"/>
                  <a:gd name="T24" fmla="*/ 1262 w 2158"/>
                  <a:gd name="T25" fmla="*/ 811 h 1152"/>
                  <a:gd name="T26" fmla="*/ 993 w 2158"/>
                  <a:gd name="T27" fmla="*/ 1023 h 1152"/>
                  <a:gd name="T28" fmla="*/ 878 w 2158"/>
                  <a:gd name="T29" fmla="*/ 1072 h 1152"/>
                  <a:gd name="T30" fmla="*/ 771 w 2158"/>
                  <a:gd name="T31" fmla="*/ 1088 h 1152"/>
                  <a:gd name="T32" fmla="*/ 626 w 2158"/>
                  <a:gd name="T33" fmla="*/ 1061 h 1152"/>
                  <a:gd name="T34" fmla="*/ 376 w 2158"/>
                  <a:gd name="T35" fmla="*/ 920 h 1152"/>
                  <a:gd name="T36" fmla="*/ 55 w 2158"/>
                  <a:gd name="T37" fmla="*/ 665 h 1152"/>
                  <a:gd name="T38" fmla="*/ 11 w 2158"/>
                  <a:gd name="T39" fmla="*/ 669 h 1152"/>
                  <a:gd name="T40" fmla="*/ 15 w 2158"/>
                  <a:gd name="T41" fmla="*/ 713 h 1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58" h="1152">
                    <a:moveTo>
                      <a:pt x="15" y="713"/>
                    </a:moveTo>
                    <a:cubicBezTo>
                      <a:pt x="179" y="850"/>
                      <a:pt x="312" y="958"/>
                      <a:pt x="432" y="1033"/>
                    </a:cubicBezTo>
                    <a:cubicBezTo>
                      <a:pt x="492" y="1071"/>
                      <a:pt x="549" y="1100"/>
                      <a:pt x="605" y="1120"/>
                    </a:cubicBezTo>
                    <a:cubicBezTo>
                      <a:pt x="661" y="1140"/>
                      <a:pt x="716" y="1151"/>
                      <a:pt x="771" y="1151"/>
                    </a:cubicBezTo>
                    <a:cubicBezTo>
                      <a:pt x="812" y="1151"/>
                      <a:pt x="854" y="1145"/>
                      <a:pt x="896" y="1132"/>
                    </a:cubicBezTo>
                    <a:cubicBezTo>
                      <a:pt x="959" y="1114"/>
                      <a:pt x="1022" y="1082"/>
                      <a:pt x="1089" y="1036"/>
                    </a:cubicBezTo>
                    <a:cubicBezTo>
                      <a:pt x="1156" y="990"/>
                      <a:pt x="1227" y="931"/>
                      <a:pt x="1305" y="856"/>
                    </a:cubicBezTo>
                    <a:lnTo>
                      <a:pt x="1305" y="856"/>
                    </a:lnTo>
                    <a:lnTo>
                      <a:pt x="2144" y="57"/>
                    </a:lnTo>
                    <a:cubicBezTo>
                      <a:pt x="2156" y="45"/>
                      <a:pt x="2157" y="25"/>
                      <a:pt x="2145" y="13"/>
                    </a:cubicBezTo>
                    <a:cubicBezTo>
                      <a:pt x="2133" y="0"/>
                      <a:pt x="2113" y="0"/>
                      <a:pt x="2100" y="12"/>
                    </a:cubicBezTo>
                    <a:lnTo>
                      <a:pt x="1262" y="811"/>
                    </a:lnTo>
                    <a:lnTo>
                      <a:pt x="1262" y="811"/>
                    </a:lnTo>
                    <a:cubicBezTo>
                      <a:pt x="1160" y="908"/>
                      <a:pt x="1072" y="978"/>
                      <a:pt x="993" y="1023"/>
                    </a:cubicBezTo>
                    <a:cubicBezTo>
                      <a:pt x="953" y="1045"/>
                      <a:pt x="915" y="1062"/>
                      <a:pt x="878" y="1072"/>
                    </a:cubicBezTo>
                    <a:cubicBezTo>
                      <a:pt x="842" y="1083"/>
                      <a:pt x="806" y="1088"/>
                      <a:pt x="771" y="1088"/>
                    </a:cubicBezTo>
                    <a:cubicBezTo>
                      <a:pt x="724" y="1088"/>
                      <a:pt x="677" y="1079"/>
                      <a:pt x="626" y="1061"/>
                    </a:cubicBezTo>
                    <a:cubicBezTo>
                      <a:pt x="551" y="1034"/>
                      <a:pt x="469" y="987"/>
                      <a:pt x="376" y="920"/>
                    </a:cubicBezTo>
                    <a:cubicBezTo>
                      <a:pt x="282" y="853"/>
                      <a:pt x="177" y="767"/>
                      <a:pt x="55" y="665"/>
                    </a:cubicBezTo>
                    <a:cubicBezTo>
                      <a:pt x="42" y="654"/>
                      <a:pt x="22" y="656"/>
                      <a:pt x="11" y="669"/>
                    </a:cubicBezTo>
                    <a:cubicBezTo>
                      <a:pt x="0" y="682"/>
                      <a:pt x="1" y="702"/>
                      <a:pt x="15" y="713"/>
                    </a:cubicBezTo>
                  </a:path>
                </a:pathLst>
              </a:custGeom>
              <a:solidFill>
                <a:srgbClr val="DD4A16"/>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55" name="Freeform 3">
                <a:extLst>
                  <a:ext uri="{FF2B5EF4-FFF2-40B4-BE49-F238E27FC236}">
                    <a16:creationId xmlns:a16="http://schemas.microsoft.com/office/drawing/2014/main" id="{81A1399D-3A4A-4346-8C84-7B455211A803}"/>
                  </a:ext>
                </a:extLst>
              </p:cNvPr>
              <p:cNvSpPr>
                <a:spLocks noChangeArrowheads="1"/>
              </p:cNvSpPr>
              <p:nvPr/>
            </p:nvSpPr>
            <p:spPr bwMode="auto">
              <a:xfrm>
                <a:off x="1540273" y="847620"/>
                <a:ext cx="304826" cy="169186"/>
              </a:xfrm>
              <a:custGeom>
                <a:avLst/>
                <a:gdLst>
                  <a:gd name="T0" fmla="*/ 12 w 1845"/>
                  <a:gd name="T1" fmla="*/ 672 h 1022"/>
                  <a:gd name="T2" fmla="*/ 350 w 1845"/>
                  <a:gd name="T3" fmla="*/ 928 h 1022"/>
                  <a:gd name="T4" fmla="*/ 488 w 1845"/>
                  <a:gd name="T5" fmla="*/ 997 h 1022"/>
                  <a:gd name="T6" fmla="*/ 620 w 1845"/>
                  <a:gd name="T7" fmla="*/ 1021 h 1022"/>
                  <a:gd name="T8" fmla="*/ 734 w 1845"/>
                  <a:gd name="T9" fmla="*/ 1003 h 1022"/>
                  <a:gd name="T10" fmla="*/ 915 w 1845"/>
                  <a:gd name="T11" fmla="*/ 905 h 1022"/>
                  <a:gd name="T12" fmla="*/ 1129 w 1845"/>
                  <a:gd name="T13" fmla="*/ 720 h 1022"/>
                  <a:gd name="T14" fmla="*/ 1129 w 1845"/>
                  <a:gd name="T15" fmla="*/ 720 h 1022"/>
                  <a:gd name="T16" fmla="*/ 1834 w 1845"/>
                  <a:gd name="T17" fmla="*/ 42 h 1022"/>
                  <a:gd name="T18" fmla="*/ 1835 w 1845"/>
                  <a:gd name="T19" fmla="*/ 10 h 1022"/>
                  <a:gd name="T20" fmla="*/ 1802 w 1845"/>
                  <a:gd name="T21" fmla="*/ 9 h 1022"/>
                  <a:gd name="T22" fmla="*/ 1097 w 1845"/>
                  <a:gd name="T23" fmla="*/ 687 h 1022"/>
                  <a:gd name="T24" fmla="*/ 1097 w 1845"/>
                  <a:gd name="T25" fmla="*/ 687 h 1022"/>
                  <a:gd name="T26" fmla="*/ 828 w 1845"/>
                  <a:gd name="T27" fmla="*/ 907 h 1022"/>
                  <a:gd name="T28" fmla="*/ 720 w 1845"/>
                  <a:gd name="T29" fmla="*/ 959 h 1022"/>
                  <a:gd name="T30" fmla="*/ 620 w 1845"/>
                  <a:gd name="T31" fmla="*/ 975 h 1022"/>
                  <a:gd name="T32" fmla="*/ 504 w 1845"/>
                  <a:gd name="T33" fmla="*/ 954 h 1022"/>
                  <a:gd name="T34" fmla="*/ 302 w 1845"/>
                  <a:gd name="T35" fmla="*/ 841 h 1022"/>
                  <a:gd name="T36" fmla="*/ 41 w 1845"/>
                  <a:gd name="T37" fmla="*/ 636 h 1022"/>
                  <a:gd name="T38" fmla="*/ 9 w 1845"/>
                  <a:gd name="T39" fmla="*/ 640 h 1022"/>
                  <a:gd name="T40" fmla="*/ 12 w 1845"/>
                  <a:gd name="T41" fmla="*/ 672 h 10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45" h="1022">
                    <a:moveTo>
                      <a:pt x="12" y="672"/>
                    </a:moveTo>
                    <a:cubicBezTo>
                      <a:pt x="146" y="782"/>
                      <a:pt x="254" y="868"/>
                      <a:pt x="350" y="928"/>
                    </a:cubicBezTo>
                    <a:cubicBezTo>
                      <a:pt x="398" y="958"/>
                      <a:pt x="444" y="981"/>
                      <a:pt x="488" y="997"/>
                    </a:cubicBezTo>
                    <a:cubicBezTo>
                      <a:pt x="533" y="1013"/>
                      <a:pt x="576" y="1021"/>
                      <a:pt x="620" y="1021"/>
                    </a:cubicBezTo>
                    <a:cubicBezTo>
                      <a:pt x="658" y="1021"/>
                      <a:pt x="695" y="1015"/>
                      <a:pt x="734" y="1003"/>
                    </a:cubicBezTo>
                    <a:cubicBezTo>
                      <a:pt x="791" y="984"/>
                      <a:pt x="850" y="952"/>
                      <a:pt x="915" y="905"/>
                    </a:cubicBezTo>
                    <a:cubicBezTo>
                      <a:pt x="980" y="858"/>
                      <a:pt x="1050" y="797"/>
                      <a:pt x="1129" y="720"/>
                    </a:cubicBezTo>
                    <a:lnTo>
                      <a:pt x="1129" y="720"/>
                    </a:lnTo>
                    <a:lnTo>
                      <a:pt x="1834" y="42"/>
                    </a:lnTo>
                    <a:cubicBezTo>
                      <a:pt x="1843" y="34"/>
                      <a:pt x="1844" y="19"/>
                      <a:pt x="1835" y="10"/>
                    </a:cubicBezTo>
                    <a:cubicBezTo>
                      <a:pt x="1826" y="1"/>
                      <a:pt x="1811" y="0"/>
                      <a:pt x="1802" y="9"/>
                    </a:cubicBezTo>
                    <a:lnTo>
                      <a:pt x="1097" y="687"/>
                    </a:lnTo>
                    <a:lnTo>
                      <a:pt x="1097" y="687"/>
                    </a:lnTo>
                    <a:cubicBezTo>
                      <a:pt x="992" y="788"/>
                      <a:pt x="905" y="861"/>
                      <a:pt x="828" y="907"/>
                    </a:cubicBezTo>
                    <a:cubicBezTo>
                      <a:pt x="790" y="931"/>
                      <a:pt x="754" y="948"/>
                      <a:pt x="720" y="959"/>
                    </a:cubicBezTo>
                    <a:cubicBezTo>
                      <a:pt x="685" y="970"/>
                      <a:pt x="653" y="975"/>
                      <a:pt x="620" y="975"/>
                    </a:cubicBezTo>
                    <a:cubicBezTo>
                      <a:pt x="582" y="975"/>
                      <a:pt x="544" y="968"/>
                      <a:pt x="504" y="954"/>
                    </a:cubicBezTo>
                    <a:cubicBezTo>
                      <a:pt x="443" y="932"/>
                      <a:pt x="378" y="894"/>
                      <a:pt x="302" y="841"/>
                    </a:cubicBezTo>
                    <a:cubicBezTo>
                      <a:pt x="227" y="787"/>
                      <a:pt x="141" y="718"/>
                      <a:pt x="41" y="636"/>
                    </a:cubicBezTo>
                    <a:cubicBezTo>
                      <a:pt x="31" y="628"/>
                      <a:pt x="17" y="630"/>
                      <a:pt x="9" y="640"/>
                    </a:cubicBezTo>
                    <a:cubicBezTo>
                      <a:pt x="0" y="649"/>
                      <a:pt x="2" y="664"/>
                      <a:pt x="12" y="672"/>
                    </a:cubicBezTo>
                  </a:path>
                </a:pathLst>
              </a:custGeom>
              <a:solidFill>
                <a:srgbClr val="EA7410"/>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56" name="Freeform 4">
                <a:extLst>
                  <a:ext uri="{FF2B5EF4-FFF2-40B4-BE49-F238E27FC236}">
                    <a16:creationId xmlns:a16="http://schemas.microsoft.com/office/drawing/2014/main" id="{E9BBE6CF-9D5F-7A45-BADF-582C03D33AE6}"/>
                  </a:ext>
                </a:extLst>
              </p:cNvPr>
              <p:cNvSpPr>
                <a:spLocks noChangeArrowheads="1"/>
              </p:cNvSpPr>
              <p:nvPr/>
            </p:nvSpPr>
            <p:spPr bwMode="auto">
              <a:xfrm>
                <a:off x="1568713" y="826472"/>
                <a:ext cx="253050" cy="148037"/>
              </a:xfrm>
              <a:custGeom>
                <a:avLst/>
                <a:gdLst>
                  <a:gd name="T0" fmla="*/ 8 w 1531"/>
                  <a:gd name="T1" fmla="*/ 630 h 895"/>
                  <a:gd name="T2" fmla="*/ 269 w 1531"/>
                  <a:gd name="T3" fmla="*/ 824 h 895"/>
                  <a:gd name="T4" fmla="*/ 374 w 1531"/>
                  <a:gd name="T5" fmla="*/ 876 h 895"/>
                  <a:gd name="T6" fmla="*/ 473 w 1531"/>
                  <a:gd name="T7" fmla="*/ 894 h 895"/>
                  <a:gd name="T8" fmla="*/ 573 w 1531"/>
                  <a:gd name="T9" fmla="*/ 875 h 895"/>
                  <a:gd name="T10" fmla="*/ 739 w 1531"/>
                  <a:gd name="T11" fmla="*/ 775 h 895"/>
                  <a:gd name="T12" fmla="*/ 953 w 1531"/>
                  <a:gd name="T13" fmla="*/ 584 h 895"/>
                  <a:gd name="T14" fmla="*/ 953 w 1531"/>
                  <a:gd name="T15" fmla="*/ 584 h 895"/>
                  <a:gd name="T16" fmla="*/ 1524 w 1531"/>
                  <a:gd name="T17" fmla="*/ 27 h 895"/>
                  <a:gd name="T18" fmla="*/ 1524 w 1531"/>
                  <a:gd name="T19" fmla="*/ 6 h 895"/>
                  <a:gd name="T20" fmla="*/ 1503 w 1531"/>
                  <a:gd name="T21" fmla="*/ 6 h 895"/>
                  <a:gd name="T22" fmla="*/ 932 w 1531"/>
                  <a:gd name="T23" fmla="*/ 563 h 895"/>
                  <a:gd name="T24" fmla="*/ 932 w 1531"/>
                  <a:gd name="T25" fmla="*/ 563 h 895"/>
                  <a:gd name="T26" fmla="*/ 663 w 1531"/>
                  <a:gd name="T27" fmla="*/ 793 h 895"/>
                  <a:gd name="T28" fmla="*/ 562 w 1531"/>
                  <a:gd name="T29" fmla="*/ 847 h 895"/>
                  <a:gd name="T30" fmla="*/ 473 w 1531"/>
                  <a:gd name="T31" fmla="*/ 865 h 895"/>
                  <a:gd name="T32" fmla="*/ 384 w 1531"/>
                  <a:gd name="T33" fmla="*/ 848 h 895"/>
                  <a:gd name="T34" fmla="*/ 229 w 1531"/>
                  <a:gd name="T35" fmla="*/ 762 h 895"/>
                  <a:gd name="T36" fmla="*/ 26 w 1531"/>
                  <a:gd name="T37" fmla="*/ 607 h 895"/>
                  <a:gd name="T38" fmla="*/ 5 w 1531"/>
                  <a:gd name="T39" fmla="*/ 609 h 895"/>
                  <a:gd name="T40" fmla="*/ 8 w 1531"/>
                  <a:gd name="T41" fmla="*/ 630 h 8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31" h="895">
                    <a:moveTo>
                      <a:pt x="8" y="630"/>
                    </a:moveTo>
                    <a:cubicBezTo>
                      <a:pt x="113" y="714"/>
                      <a:pt x="196" y="779"/>
                      <a:pt x="269" y="824"/>
                    </a:cubicBezTo>
                    <a:cubicBezTo>
                      <a:pt x="306" y="847"/>
                      <a:pt x="340" y="864"/>
                      <a:pt x="374" y="876"/>
                    </a:cubicBezTo>
                    <a:cubicBezTo>
                      <a:pt x="407" y="888"/>
                      <a:pt x="440" y="894"/>
                      <a:pt x="473" y="894"/>
                    </a:cubicBezTo>
                    <a:cubicBezTo>
                      <a:pt x="506" y="894"/>
                      <a:pt x="539" y="888"/>
                      <a:pt x="573" y="875"/>
                    </a:cubicBezTo>
                    <a:cubicBezTo>
                      <a:pt x="624" y="856"/>
                      <a:pt x="678" y="823"/>
                      <a:pt x="739" y="775"/>
                    </a:cubicBezTo>
                    <a:cubicBezTo>
                      <a:pt x="801" y="727"/>
                      <a:pt x="870" y="663"/>
                      <a:pt x="953" y="584"/>
                    </a:cubicBezTo>
                    <a:lnTo>
                      <a:pt x="953" y="584"/>
                    </a:lnTo>
                    <a:lnTo>
                      <a:pt x="1524" y="27"/>
                    </a:lnTo>
                    <a:cubicBezTo>
                      <a:pt x="1529" y="21"/>
                      <a:pt x="1530" y="12"/>
                      <a:pt x="1524" y="6"/>
                    </a:cubicBezTo>
                    <a:cubicBezTo>
                      <a:pt x="1518" y="0"/>
                      <a:pt x="1509" y="0"/>
                      <a:pt x="1503" y="6"/>
                    </a:cubicBezTo>
                    <a:lnTo>
                      <a:pt x="932" y="563"/>
                    </a:lnTo>
                    <a:lnTo>
                      <a:pt x="932" y="563"/>
                    </a:lnTo>
                    <a:cubicBezTo>
                      <a:pt x="823" y="668"/>
                      <a:pt x="737" y="744"/>
                      <a:pt x="663" y="793"/>
                    </a:cubicBezTo>
                    <a:cubicBezTo>
                      <a:pt x="627" y="818"/>
                      <a:pt x="594" y="836"/>
                      <a:pt x="562" y="847"/>
                    </a:cubicBezTo>
                    <a:cubicBezTo>
                      <a:pt x="531" y="859"/>
                      <a:pt x="502" y="865"/>
                      <a:pt x="473" y="865"/>
                    </a:cubicBezTo>
                    <a:cubicBezTo>
                      <a:pt x="444" y="865"/>
                      <a:pt x="415" y="859"/>
                      <a:pt x="384" y="848"/>
                    </a:cubicBezTo>
                    <a:cubicBezTo>
                      <a:pt x="338" y="832"/>
                      <a:pt x="288" y="803"/>
                      <a:pt x="229" y="762"/>
                    </a:cubicBezTo>
                    <a:cubicBezTo>
                      <a:pt x="171" y="722"/>
                      <a:pt x="105" y="669"/>
                      <a:pt x="26" y="607"/>
                    </a:cubicBezTo>
                    <a:cubicBezTo>
                      <a:pt x="20" y="602"/>
                      <a:pt x="10" y="603"/>
                      <a:pt x="5" y="609"/>
                    </a:cubicBezTo>
                    <a:cubicBezTo>
                      <a:pt x="0" y="615"/>
                      <a:pt x="1" y="625"/>
                      <a:pt x="8" y="630"/>
                    </a:cubicBezTo>
                  </a:path>
                </a:pathLst>
              </a:custGeom>
              <a:solidFill>
                <a:srgbClr val="F6C40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57" name="Freeform 5">
                <a:extLst>
                  <a:ext uri="{FF2B5EF4-FFF2-40B4-BE49-F238E27FC236}">
                    <a16:creationId xmlns:a16="http://schemas.microsoft.com/office/drawing/2014/main" id="{4AA75148-84CF-0844-9DC3-A5A612E4F4BE}"/>
                  </a:ext>
                </a:extLst>
              </p:cNvPr>
              <p:cNvSpPr>
                <a:spLocks noChangeArrowheads="1"/>
              </p:cNvSpPr>
              <p:nvPr/>
            </p:nvSpPr>
            <p:spPr bwMode="auto">
              <a:xfrm>
                <a:off x="1596425" y="805324"/>
                <a:ext cx="201273" cy="127619"/>
              </a:xfrm>
              <a:custGeom>
                <a:avLst/>
                <a:gdLst>
                  <a:gd name="T0" fmla="*/ 4 w 1217"/>
                  <a:gd name="T1" fmla="*/ 588 h 773"/>
                  <a:gd name="T2" fmla="*/ 193 w 1217"/>
                  <a:gd name="T3" fmla="*/ 724 h 773"/>
                  <a:gd name="T4" fmla="*/ 332 w 1217"/>
                  <a:gd name="T5" fmla="*/ 772 h 773"/>
                  <a:gd name="T6" fmla="*/ 415 w 1217"/>
                  <a:gd name="T7" fmla="*/ 752 h 773"/>
                  <a:gd name="T8" fmla="*/ 563 w 1217"/>
                  <a:gd name="T9" fmla="*/ 648 h 773"/>
                  <a:gd name="T10" fmla="*/ 776 w 1217"/>
                  <a:gd name="T11" fmla="*/ 448 h 773"/>
                  <a:gd name="T12" fmla="*/ 776 w 1217"/>
                  <a:gd name="T13" fmla="*/ 448 h 773"/>
                  <a:gd name="T14" fmla="*/ 1213 w 1217"/>
                  <a:gd name="T15" fmla="*/ 12 h 773"/>
                  <a:gd name="T16" fmla="*/ 1213 w 1217"/>
                  <a:gd name="T17" fmla="*/ 2 h 773"/>
                  <a:gd name="T18" fmla="*/ 1204 w 1217"/>
                  <a:gd name="T19" fmla="*/ 2 h 773"/>
                  <a:gd name="T20" fmla="*/ 767 w 1217"/>
                  <a:gd name="T21" fmla="*/ 439 h 773"/>
                  <a:gd name="T22" fmla="*/ 500 w 1217"/>
                  <a:gd name="T23" fmla="*/ 682 h 773"/>
                  <a:gd name="T24" fmla="*/ 410 w 1217"/>
                  <a:gd name="T25" fmla="*/ 740 h 773"/>
                  <a:gd name="T26" fmla="*/ 332 w 1217"/>
                  <a:gd name="T27" fmla="*/ 759 h 773"/>
                  <a:gd name="T28" fmla="*/ 199 w 1217"/>
                  <a:gd name="T29" fmla="*/ 712 h 773"/>
                  <a:gd name="T30" fmla="*/ 12 w 1217"/>
                  <a:gd name="T31" fmla="*/ 577 h 773"/>
                  <a:gd name="T32" fmla="*/ 2 w 1217"/>
                  <a:gd name="T33" fmla="*/ 578 h 773"/>
                  <a:gd name="T34" fmla="*/ 4 w 1217"/>
                  <a:gd name="T35" fmla="*/ 588 h 7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17" h="773">
                    <a:moveTo>
                      <a:pt x="4" y="588"/>
                    </a:moveTo>
                    <a:cubicBezTo>
                      <a:pt x="81" y="647"/>
                      <a:pt x="141" y="692"/>
                      <a:pt x="193" y="724"/>
                    </a:cubicBezTo>
                    <a:cubicBezTo>
                      <a:pt x="244" y="755"/>
                      <a:pt x="288" y="772"/>
                      <a:pt x="332" y="772"/>
                    </a:cubicBezTo>
                    <a:cubicBezTo>
                      <a:pt x="359" y="772"/>
                      <a:pt x="386" y="765"/>
                      <a:pt x="415" y="752"/>
                    </a:cubicBezTo>
                    <a:cubicBezTo>
                      <a:pt x="458" y="733"/>
                      <a:pt x="505" y="698"/>
                      <a:pt x="563" y="648"/>
                    </a:cubicBezTo>
                    <a:cubicBezTo>
                      <a:pt x="620" y="597"/>
                      <a:pt x="689" y="531"/>
                      <a:pt x="776" y="448"/>
                    </a:cubicBezTo>
                    <a:lnTo>
                      <a:pt x="776" y="448"/>
                    </a:lnTo>
                    <a:lnTo>
                      <a:pt x="1213" y="12"/>
                    </a:lnTo>
                    <a:cubicBezTo>
                      <a:pt x="1216" y="9"/>
                      <a:pt x="1216" y="5"/>
                      <a:pt x="1213" y="2"/>
                    </a:cubicBezTo>
                    <a:cubicBezTo>
                      <a:pt x="1210" y="0"/>
                      <a:pt x="1206" y="0"/>
                      <a:pt x="1204" y="2"/>
                    </a:cubicBezTo>
                    <a:lnTo>
                      <a:pt x="767" y="439"/>
                    </a:lnTo>
                    <a:cubicBezTo>
                      <a:pt x="651" y="549"/>
                      <a:pt x="568" y="630"/>
                      <a:pt x="500" y="682"/>
                    </a:cubicBezTo>
                    <a:cubicBezTo>
                      <a:pt x="466" y="709"/>
                      <a:pt x="437" y="728"/>
                      <a:pt x="410" y="740"/>
                    </a:cubicBezTo>
                    <a:cubicBezTo>
                      <a:pt x="382" y="753"/>
                      <a:pt x="357" y="759"/>
                      <a:pt x="332" y="759"/>
                    </a:cubicBezTo>
                    <a:cubicBezTo>
                      <a:pt x="291" y="759"/>
                      <a:pt x="250" y="743"/>
                      <a:pt x="199" y="712"/>
                    </a:cubicBezTo>
                    <a:cubicBezTo>
                      <a:pt x="149" y="682"/>
                      <a:pt x="89" y="636"/>
                      <a:pt x="12" y="577"/>
                    </a:cubicBezTo>
                    <a:cubicBezTo>
                      <a:pt x="9" y="575"/>
                      <a:pt x="4" y="575"/>
                      <a:pt x="2" y="578"/>
                    </a:cubicBezTo>
                    <a:cubicBezTo>
                      <a:pt x="0" y="581"/>
                      <a:pt x="1" y="585"/>
                      <a:pt x="4" y="588"/>
                    </a:cubicBezTo>
                  </a:path>
                </a:pathLst>
              </a:custGeom>
              <a:solidFill>
                <a:srgbClr val="F1E827"/>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58" name="Freeform 6">
                <a:extLst>
                  <a:ext uri="{FF2B5EF4-FFF2-40B4-BE49-F238E27FC236}">
                    <a16:creationId xmlns:a16="http://schemas.microsoft.com/office/drawing/2014/main" id="{AB607A71-F482-B646-9976-486F89F11276}"/>
                  </a:ext>
                </a:extLst>
              </p:cNvPr>
              <p:cNvSpPr>
                <a:spLocks noChangeArrowheads="1"/>
              </p:cNvSpPr>
              <p:nvPr/>
            </p:nvSpPr>
            <p:spPr bwMode="auto">
              <a:xfrm>
                <a:off x="1368170" y="664579"/>
                <a:ext cx="439737" cy="330350"/>
              </a:xfrm>
              <a:custGeom>
                <a:avLst/>
                <a:gdLst>
                  <a:gd name="T0" fmla="*/ 2631 w 2657"/>
                  <a:gd name="T1" fmla="*/ 532 h 1998"/>
                  <a:gd name="T2" fmla="*/ 2130 w 2657"/>
                  <a:gd name="T3" fmla="*/ 145 h 1998"/>
                  <a:gd name="T4" fmla="*/ 1920 w 2657"/>
                  <a:gd name="T5" fmla="*/ 38 h 1998"/>
                  <a:gd name="T6" fmla="*/ 1715 w 2657"/>
                  <a:gd name="T7" fmla="*/ 0 h 1998"/>
                  <a:gd name="T8" fmla="*/ 1578 w 2657"/>
                  <a:gd name="T9" fmla="*/ 19 h 1998"/>
                  <a:gd name="T10" fmla="*/ 1370 w 2657"/>
                  <a:gd name="T11" fmla="*/ 116 h 1998"/>
                  <a:gd name="T12" fmla="*/ 1150 w 2657"/>
                  <a:gd name="T13" fmla="*/ 295 h 1998"/>
                  <a:gd name="T14" fmla="*/ 1150 w 2657"/>
                  <a:gd name="T15" fmla="*/ 295 h 1998"/>
                  <a:gd name="T16" fmla="*/ 16 w 2657"/>
                  <a:gd name="T17" fmla="*/ 1368 h 1998"/>
                  <a:gd name="T18" fmla="*/ 0 w 2657"/>
                  <a:gd name="T19" fmla="*/ 1406 h 1998"/>
                  <a:gd name="T20" fmla="*/ 16 w 2657"/>
                  <a:gd name="T21" fmla="*/ 1444 h 1998"/>
                  <a:gd name="T22" fmla="*/ 566 w 2657"/>
                  <a:gd name="T23" fmla="*/ 1977 h 1998"/>
                  <a:gd name="T24" fmla="*/ 640 w 2657"/>
                  <a:gd name="T25" fmla="*/ 1976 h 1998"/>
                  <a:gd name="T26" fmla="*/ 639 w 2657"/>
                  <a:gd name="T27" fmla="*/ 1901 h 1998"/>
                  <a:gd name="T28" fmla="*/ 129 w 2657"/>
                  <a:gd name="T29" fmla="*/ 1406 h 1998"/>
                  <a:gd name="T30" fmla="*/ 1223 w 2657"/>
                  <a:gd name="T31" fmla="*/ 371 h 1998"/>
                  <a:gd name="T32" fmla="*/ 1223 w 2657"/>
                  <a:gd name="T33" fmla="*/ 371 h 1998"/>
                  <a:gd name="T34" fmla="*/ 1489 w 2657"/>
                  <a:gd name="T35" fmla="*/ 167 h 1998"/>
                  <a:gd name="T36" fmla="*/ 1605 w 2657"/>
                  <a:gd name="T37" fmla="*/ 121 h 1998"/>
                  <a:gd name="T38" fmla="*/ 1715 w 2657"/>
                  <a:gd name="T39" fmla="*/ 106 h 1998"/>
                  <a:gd name="T40" fmla="*/ 1884 w 2657"/>
                  <a:gd name="T41" fmla="*/ 138 h 1998"/>
                  <a:gd name="T42" fmla="*/ 2181 w 2657"/>
                  <a:gd name="T43" fmla="*/ 306 h 1998"/>
                  <a:gd name="T44" fmla="*/ 2562 w 2657"/>
                  <a:gd name="T45" fmla="*/ 612 h 1998"/>
                  <a:gd name="T46" fmla="*/ 2637 w 2657"/>
                  <a:gd name="T47" fmla="*/ 606 h 1998"/>
                  <a:gd name="T48" fmla="*/ 2631 w 2657"/>
                  <a:gd name="T49" fmla="*/ 532 h 19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657" h="1998">
                    <a:moveTo>
                      <a:pt x="2631" y="532"/>
                    </a:moveTo>
                    <a:cubicBezTo>
                      <a:pt x="2437" y="367"/>
                      <a:pt x="2276" y="237"/>
                      <a:pt x="2130" y="145"/>
                    </a:cubicBezTo>
                    <a:cubicBezTo>
                      <a:pt x="2058" y="99"/>
                      <a:pt x="1988" y="63"/>
                      <a:pt x="1920" y="38"/>
                    </a:cubicBezTo>
                    <a:cubicBezTo>
                      <a:pt x="1851" y="14"/>
                      <a:pt x="1783" y="0"/>
                      <a:pt x="1715" y="0"/>
                    </a:cubicBezTo>
                    <a:cubicBezTo>
                      <a:pt x="1669" y="0"/>
                      <a:pt x="1623" y="6"/>
                      <a:pt x="1578" y="19"/>
                    </a:cubicBezTo>
                    <a:cubicBezTo>
                      <a:pt x="1509" y="37"/>
                      <a:pt x="1440" y="70"/>
                      <a:pt x="1370" y="116"/>
                    </a:cubicBezTo>
                    <a:cubicBezTo>
                      <a:pt x="1299" y="162"/>
                      <a:pt x="1227" y="221"/>
                      <a:pt x="1150" y="295"/>
                    </a:cubicBezTo>
                    <a:lnTo>
                      <a:pt x="1150" y="295"/>
                    </a:lnTo>
                    <a:lnTo>
                      <a:pt x="16" y="1368"/>
                    </a:lnTo>
                    <a:cubicBezTo>
                      <a:pt x="6" y="1378"/>
                      <a:pt x="0" y="1391"/>
                      <a:pt x="0" y="1406"/>
                    </a:cubicBezTo>
                    <a:cubicBezTo>
                      <a:pt x="0" y="1420"/>
                      <a:pt x="6" y="1434"/>
                      <a:pt x="16" y="1444"/>
                    </a:cubicBezTo>
                    <a:lnTo>
                      <a:pt x="566" y="1977"/>
                    </a:lnTo>
                    <a:cubicBezTo>
                      <a:pt x="587" y="1997"/>
                      <a:pt x="619" y="1997"/>
                      <a:pt x="640" y="1976"/>
                    </a:cubicBezTo>
                    <a:cubicBezTo>
                      <a:pt x="660" y="1955"/>
                      <a:pt x="660" y="1921"/>
                      <a:pt x="639" y="1901"/>
                    </a:cubicBezTo>
                    <a:lnTo>
                      <a:pt x="129" y="1406"/>
                    </a:lnTo>
                    <a:lnTo>
                      <a:pt x="1223" y="371"/>
                    </a:lnTo>
                    <a:lnTo>
                      <a:pt x="1223" y="371"/>
                    </a:lnTo>
                    <a:cubicBezTo>
                      <a:pt x="1321" y="277"/>
                      <a:pt x="1409" y="210"/>
                      <a:pt x="1489" y="167"/>
                    </a:cubicBezTo>
                    <a:cubicBezTo>
                      <a:pt x="1529" y="146"/>
                      <a:pt x="1568" y="131"/>
                      <a:pt x="1605" y="121"/>
                    </a:cubicBezTo>
                    <a:cubicBezTo>
                      <a:pt x="1642" y="111"/>
                      <a:pt x="1679" y="106"/>
                      <a:pt x="1715" y="106"/>
                    </a:cubicBezTo>
                    <a:cubicBezTo>
                      <a:pt x="1770" y="106"/>
                      <a:pt x="1825" y="116"/>
                      <a:pt x="1884" y="138"/>
                    </a:cubicBezTo>
                    <a:cubicBezTo>
                      <a:pt x="1972" y="170"/>
                      <a:pt x="2070" y="226"/>
                      <a:pt x="2181" y="306"/>
                    </a:cubicBezTo>
                    <a:cubicBezTo>
                      <a:pt x="2293" y="387"/>
                      <a:pt x="2418" y="490"/>
                      <a:pt x="2562" y="612"/>
                    </a:cubicBezTo>
                    <a:cubicBezTo>
                      <a:pt x="2585" y="631"/>
                      <a:pt x="2618" y="628"/>
                      <a:pt x="2637" y="606"/>
                    </a:cubicBezTo>
                    <a:cubicBezTo>
                      <a:pt x="2656" y="584"/>
                      <a:pt x="2653" y="551"/>
                      <a:pt x="2631" y="532"/>
                    </a:cubicBezTo>
                  </a:path>
                </a:pathLst>
              </a:custGeom>
              <a:solidFill>
                <a:srgbClr val="157C5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59" name="Freeform 7">
                <a:extLst>
                  <a:ext uri="{FF2B5EF4-FFF2-40B4-BE49-F238E27FC236}">
                    <a16:creationId xmlns:a16="http://schemas.microsoft.com/office/drawing/2014/main" id="{6DA5CE31-3E42-6346-B29B-FE9FF265D7AD}"/>
                  </a:ext>
                </a:extLst>
              </p:cNvPr>
              <p:cNvSpPr>
                <a:spLocks noChangeArrowheads="1"/>
              </p:cNvSpPr>
              <p:nvPr/>
            </p:nvSpPr>
            <p:spPr bwMode="auto">
              <a:xfrm>
                <a:off x="1419946" y="709792"/>
                <a:ext cx="356603" cy="190334"/>
              </a:xfrm>
              <a:custGeom>
                <a:avLst/>
                <a:gdLst>
                  <a:gd name="T0" fmla="*/ 2142 w 2158"/>
                  <a:gd name="T1" fmla="*/ 438 h 1152"/>
                  <a:gd name="T2" fmla="*/ 1725 w 2158"/>
                  <a:gd name="T3" fmla="*/ 118 h 1152"/>
                  <a:gd name="T4" fmla="*/ 1552 w 2158"/>
                  <a:gd name="T5" fmla="*/ 31 h 1152"/>
                  <a:gd name="T6" fmla="*/ 1386 w 2158"/>
                  <a:gd name="T7" fmla="*/ 0 h 1152"/>
                  <a:gd name="T8" fmla="*/ 1261 w 2158"/>
                  <a:gd name="T9" fmla="*/ 19 h 1152"/>
                  <a:gd name="T10" fmla="*/ 1068 w 2158"/>
                  <a:gd name="T11" fmla="*/ 115 h 1152"/>
                  <a:gd name="T12" fmla="*/ 852 w 2158"/>
                  <a:gd name="T13" fmla="*/ 295 h 1152"/>
                  <a:gd name="T14" fmla="*/ 852 w 2158"/>
                  <a:gd name="T15" fmla="*/ 295 h 1152"/>
                  <a:gd name="T16" fmla="*/ 13 w 2158"/>
                  <a:gd name="T17" fmla="*/ 1094 h 1152"/>
                  <a:gd name="T18" fmla="*/ 12 w 2158"/>
                  <a:gd name="T19" fmla="*/ 1138 h 1152"/>
                  <a:gd name="T20" fmla="*/ 56 w 2158"/>
                  <a:gd name="T21" fmla="*/ 1139 h 1152"/>
                  <a:gd name="T22" fmla="*/ 895 w 2158"/>
                  <a:gd name="T23" fmla="*/ 340 h 1152"/>
                  <a:gd name="T24" fmla="*/ 895 w 2158"/>
                  <a:gd name="T25" fmla="*/ 340 h 1152"/>
                  <a:gd name="T26" fmla="*/ 1164 w 2158"/>
                  <a:gd name="T27" fmla="*/ 128 h 1152"/>
                  <a:gd name="T28" fmla="*/ 1279 w 2158"/>
                  <a:gd name="T29" fmla="*/ 79 h 1152"/>
                  <a:gd name="T30" fmla="*/ 1386 w 2158"/>
                  <a:gd name="T31" fmla="*/ 63 h 1152"/>
                  <a:gd name="T32" fmla="*/ 1531 w 2158"/>
                  <a:gd name="T33" fmla="*/ 90 h 1152"/>
                  <a:gd name="T34" fmla="*/ 1781 w 2158"/>
                  <a:gd name="T35" fmla="*/ 231 h 1152"/>
                  <a:gd name="T36" fmla="*/ 2102 w 2158"/>
                  <a:gd name="T37" fmla="*/ 486 h 1152"/>
                  <a:gd name="T38" fmla="*/ 2146 w 2158"/>
                  <a:gd name="T39" fmla="*/ 482 h 1152"/>
                  <a:gd name="T40" fmla="*/ 2142 w 2158"/>
                  <a:gd name="T41" fmla="*/ 438 h 1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58" h="1152">
                    <a:moveTo>
                      <a:pt x="2142" y="438"/>
                    </a:moveTo>
                    <a:cubicBezTo>
                      <a:pt x="1978" y="301"/>
                      <a:pt x="1845" y="193"/>
                      <a:pt x="1725" y="118"/>
                    </a:cubicBezTo>
                    <a:cubicBezTo>
                      <a:pt x="1664" y="80"/>
                      <a:pt x="1608" y="51"/>
                      <a:pt x="1552" y="31"/>
                    </a:cubicBezTo>
                    <a:cubicBezTo>
                      <a:pt x="1496" y="11"/>
                      <a:pt x="1441" y="0"/>
                      <a:pt x="1386" y="0"/>
                    </a:cubicBezTo>
                    <a:cubicBezTo>
                      <a:pt x="1344" y="0"/>
                      <a:pt x="1303" y="6"/>
                      <a:pt x="1261" y="19"/>
                    </a:cubicBezTo>
                    <a:cubicBezTo>
                      <a:pt x="1198" y="37"/>
                      <a:pt x="1135" y="69"/>
                      <a:pt x="1068" y="115"/>
                    </a:cubicBezTo>
                    <a:cubicBezTo>
                      <a:pt x="1000" y="161"/>
                      <a:pt x="930" y="220"/>
                      <a:pt x="852" y="295"/>
                    </a:cubicBezTo>
                    <a:lnTo>
                      <a:pt x="852" y="295"/>
                    </a:lnTo>
                    <a:lnTo>
                      <a:pt x="13" y="1094"/>
                    </a:lnTo>
                    <a:cubicBezTo>
                      <a:pt x="1" y="1106"/>
                      <a:pt x="0" y="1126"/>
                      <a:pt x="12" y="1138"/>
                    </a:cubicBezTo>
                    <a:cubicBezTo>
                      <a:pt x="24" y="1151"/>
                      <a:pt x="44" y="1151"/>
                      <a:pt x="56" y="1139"/>
                    </a:cubicBezTo>
                    <a:lnTo>
                      <a:pt x="895" y="340"/>
                    </a:lnTo>
                    <a:lnTo>
                      <a:pt x="895" y="340"/>
                    </a:lnTo>
                    <a:cubicBezTo>
                      <a:pt x="997" y="243"/>
                      <a:pt x="1085" y="173"/>
                      <a:pt x="1164" y="128"/>
                    </a:cubicBezTo>
                    <a:cubicBezTo>
                      <a:pt x="1204" y="106"/>
                      <a:pt x="1242" y="89"/>
                      <a:pt x="1279" y="79"/>
                    </a:cubicBezTo>
                    <a:cubicBezTo>
                      <a:pt x="1315" y="68"/>
                      <a:pt x="1351" y="63"/>
                      <a:pt x="1386" y="63"/>
                    </a:cubicBezTo>
                    <a:cubicBezTo>
                      <a:pt x="1433" y="63"/>
                      <a:pt x="1480" y="72"/>
                      <a:pt x="1531" y="90"/>
                    </a:cubicBezTo>
                    <a:cubicBezTo>
                      <a:pt x="1606" y="117"/>
                      <a:pt x="1688" y="164"/>
                      <a:pt x="1781" y="231"/>
                    </a:cubicBezTo>
                    <a:cubicBezTo>
                      <a:pt x="1874" y="298"/>
                      <a:pt x="1979" y="384"/>
                      <a:pt x="2102" y="486"/>
                    </a:cubicBezTo>
                    <a:cubicBezTo>
                      <a:pt x="2115" y="497"/>
                      <a:pt x="2135" y="495"/>
                      <a:pt x="2146" y="482"/>
                    </a:cubicBezTo>
                    <a:cubicBezTo>
                      <a:pt x="2157" y="469"/>
                      <a:pt x="2155" y="449"/>
                      <a:pt x="2142" y="438"/>
                    </a:cubicBezTo>
                  </a:path>
                </a:pathLst>
              </a:custGeom>
              <a:solidFill>
                <a:srgbClr val="049445"/>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60" name="Freeform 8">
                <a:extLst>
                  <a:ext uri="{FF2B5EF4-FFF2-40B4-BE49-F238E27FC236}">
                    <a16:creationId xmlns:a16="http://schemas.microsoft.com/office/drawing/2014/main" id="{CF0A24C0-A91E-F641-90F0-BC83EC452429}"/>
                  </a:ext>
                </a:extLst>
              </p:cNvPr>
              <p:cNvSpPr>
                <a:spLocks noChangeArrowheads="1"/>
              </p:cNvSpPr>
              <p:nvPr/>
            </p:nvSpPr>
            <p:spPr bwMode="auto">
              <a:xfrm>
                <a:off x="1444012" y="752818"/>
                <a:ext cx="304826" cy="169186"/>
              </a:xfrm>
              <a:custGeom>
                <a:avLst/>
                <a:gdLst>
                  <a:gd name="T0" fmla="*/ 1832 w 1844"/>
                  <a:gd name="T1" fmla="*/ 349 h 1021"/>
                  <a:gd name="T2" fmla="*/ 1494 w 1844"/>
                  <a:gd name="T3" fmla="*/ 93 h 1021"/>
                  <a:gd name="T4" fmla="*/ 1356 w 1844"/>
                  <a:gd name="T5" fmla="*/ 24 h 1021"/>
                  <a:gd name="T6" fmla="*/ 1224 w 1844"/>
                  <a:gd name="T7" fmla="*/ 0 h 1021"/>
                  <a:gd name="T8" fmla="*/ 1110 w 1844"/>
                  <a:gd name="T9" fmla="*/ 18 h 1021"/>
                  <a:gd name="T10" fmla="*/ 929 w 1844"/>
                  <a:gd name="T11" fmla="*/ 116 h 1021"/>
                  <a:gd name="T12" fmla="*/ 715 w 1844"/>
                  <a:gd name="T13" fmla="*/ 301 h 1021"/>
                  <a:gd name="T14" fmla="*/ 714 w 1844"/>
                  <a:gd name="T15" fmla="*/ 301 h 1021"/>
                  <a:gd name="T16" fmla="*/ 10 w 1844"/>
                  <a:gd name="T17" fmla="*/ 978 h 1021"/>
                  <a:gd name="T18" fmla="*/ 9 w 1844"/>
                  <a:gd name="T19" fmla="*/ 1011 h 1021"/>
                  <a:gd name="T20" fmla="*/ 42 w 1844"/>
                  <a:gd name="T21" fmla="*/ 1012 h 1021"/>
                  <a:gd name="T22" fmla="*/ 746 w 1844"/>
                  <a:gd name="T23" fmla="*/ 334 h 1021"/>
                  <a:gd name="T24" fmla="*/ 746 w 1844"/>
                  <a:gd name="T25" fmla="*/ 334 h 1021"/>
                  <a:gd name="T26" fmla="*/ 1016 w 1844"/>
                  <a:gd name="T27" fmla="*/ 114 h 1021"/>
                  <a:gd name="T28" fmla="*/ 1124 w 1844"/>
                  <a:gd name="T29" fmla="*/ 62 h 1021"/>
                  <a:gd name="T30" fmla="*/ 1224 w 1844"/>
                  <a:gd name="T31" fmla="*/ 46 h 1021"/>
                  <a:gd name="T32" fmla="*/ 1340 w 1844"/>
                  <a:gd name="T33" fmla="*/ 67 h 1021"/>
                  <a:gd name="T34" fmla="*/ 1542 w 1844"/>
                  <a:gd name="T35" fmla="*/ 180 h 1021"/>
                  <a:gd name="T36" fmla="*/ 1803 w 1844"/>
                  <a:gd name="T37" fmla="*/ 385 h 1021"/>
                  <a:gd name="T38" fmla="*/ 1835 w 1844"/>
                  <a:gd name="T39" fmla="*/ 381 h 1021"/>
                  <a:gd name="T40" fmla="*/ 1832 w 1844"/>
                  <a:gd name="T41" fmla="*/ 349 h 10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44" h="1021">
                    <a:moveTo>
                      <a:pt x="1832" y="349"/>
                    </a:moveTo>
                    <a:cubicBezTo>
                      <a:pt x="1698" y="239"/>
                      <a:pt x="1590" y="153"/>
                      <a:pt x="1494" y="93"/>
                    </a:cubicBezTo>
                    <a:cubicBezTo>
                      <a:pt x="1446" y="63"/>
                      <a:pt x="1400" y="40"/>
                      <a:pt x="1356" y="24"/>
                    </a:cubicBezTo>
                    <a:cubicBezTo>
                      <a:pt x="1311" y="8"/>
                      <a:pt x="1268" y="0"/>
                      <a:pt x="1224" y="0"/>
                    </a:cubicBezTo>
                    <a:cubicBezTo>
                      <a:pt x="1186" y="0"/>
                      <a:pt x="1148" y="6"/>
                      <a:pt x="1110" y="18"/>
                    </a:cubicBezTo>
                    <a:cubicBezTo>
                      <a:pt x="1052" y="37"/>
                      <a:pt x="993" y="69"/>
                      <a:pt x="929" y="116"/>
                    </a:cubicBezTo>
                    <a:cubicBezTo>
                      <a:pt x="864" y="163"/>
                      <a:pt x="794" y="224"/>
                      <a:pt x="715" y="301"/>
                    </a:cubicBezTo>
                    <a:lnTo>
                      <a:pt x="714" y="301"/>
                    </a:lnTo>
                    <a:lnTo>
                      <a:pt x="10" y="978"/>
                    </a:lnTo>
                    <a:cubicBezTo>
                      <a:pt x="1" y="987"/>
                      <a:pt x="0" y="1002"/>
                      <a:pt x="9" y="1011"/>
                    </a:cubicBezTo>
                    <a:cubicBezTo>
                      <a:pt x="18" y="1020"/>
                      <a:pt x="33" y="1020"/>
                      <a:pt x="42" y="1012"/>
                    </a:cubicBezTo>
                    <a:lnTo>
                      <a:pt x="746" y="334"/>
                    </a:lnTo>
                    <a:lnTo>
                      <a:pt x="746" y="334"/>
                    </a:lnTo>
                    <a:cubicBezTo>
                      <a:pt x="851" y="233"/>
                      <a:pt x="939" y="160"/>
                      <a:pt x="1016" y="114"/>
                    </a:cubicBezTo>
                    <a:cubicBezTo>
                      <a:pt x="1054" y="90"/>
                      <a:pt x="1090" y="73"/>
                      <a:pt x="1124" y="62"/>
                    </a:cubicBezTo>
                    <a:cubicBezTo>
                      <a:pt x="1159" y="51"/>
                      <a:pt x="1191" y="46"/>
                      <a:pt x="1224" y="46"/>
                    </a:cubicBezTo>
                    <a:cubicBezTo>
                      <a:pt x="1262" y="46"/>
                      <a:pt x="1300" y="53"/>
                      <a:pt x="1340" y="67"/>
                    </a:cubicBezTo>
                    <a:cubicBezTo>
                      <a:pt x="1401" y="89"/>
                      <a:pt x="1466" y="127"/>
                      <a:pt x="1542" y="180"/>
                    </a:cubicBezTo>
                    <a:cubicBezTo>
                      <a:pt x="1617" y="234"/>
                      <a:pt x="1702" y="303"/>
                      <a:pt x="1803" y="385"/>
                    </a:cubicBezTo>
                    <a:cubicBezTo>
                      <a:pt x="1813" y="393"/>
                      <a:pt x="1827" y="391"/>
                      <a:pt x="1835" y="381"/>
                    </a:cubicBezTo>
                    <a:cubicBezTo>
                      <a:pt x="1843" y="372"/>
                      <a:pt x="1842" y="357"/>
                      <a:pt x="1832" y="349"/>
                    </a:cubicBezTo>
                  </a:path>
                </a:pathLst>
              </a:custGeom>
              <a:solidFill>
                <a:srgbClr val="48A838"/>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61" name="Freeform 9">
                <a:extLst>
                  <a:ext uri="{FF2B5EF4-FFF2-40B4-BE49-F238E27FC236}">
                    <a16:creationId xmlns:a16="http://schemas.microsoft.com/office/drawing/2014/main" id="{310AF166-F554-F74D-AB72-E414E499E277}"/>
                  </a:ext>
                </a:extLst>
              </p:cNvPr>
              <p:cNvSpPr>
                <a:spLocks noChangeArrowheads="1"/>
              </p:cNvSpPr>
              <p:nvPr/>
            </p:nvSpPr>
            <p:spPr bwMode="auto">
              <a:xfrm>
                <a:off x="1467348" y="795114"/>
                <a:ext cx="253049" cy="148038"/>
              </a:xfrm>
              <a:custGeom>
                <a:avLst/>
                <a:gdLst>
                  <a:gd name="T0" fmla="*/ 1522 w 1530"/>
                  <a:gd name="T1" fmla="*/ 264 h 895"/>
                  <a:gd name="T2" fmla="*/ 1260 w 1530"/>
                  <a:gd name="T3" fmla="*/ 70 h 895"/>
                  <a:gd name="T4" fmla="*/ 1156 w 1530"/>
                  <a:gd name="T5" fmla="*/ 18 h 895"/>
                  <a:gd name="T6" fmla="*/ 1057 w 1530"/>
                  <a:gd name="T7" fmla="*/ 0 h 895"/>
                  <a:gd name="T8" fmla="*/ 957 w 1530"/>
                  <a:gd name="T9" fmla="*/ 19 h 895"/>
                  <a:gd name="T10" fmla="*/ 791 w 1530"/>
                  <a:gd name="T11" fmla="*/ 119 h 895"/>
                  <a:gd name="T12" fmla="*/ 577 w 1530"/>
                  <a:gd name="T13" fmla="*/ 310 h 895"/>
                  <a:gd name="T14" fmla="*/ 577 w 1530"/>
                  <a:gd name="T15" fmla="*/ 310 h 895"/>
                  <a:gd name="T16" fmla="*/ 6 w 1530"/>
                  <a:gd name="T17" fmla="*/ 867 h 895"/>
                  <a:gd name="T18" fmla="*/ 6 w 1530"/>
                  <a:gd name="T19" fmla="*/ 888 h 895"/>
                  <a:gd name="T20" fmla="*/ 27 w 1530"/>
                  <a:gd name="T21" fmla="*/ 888 h 895"/>
                  <a:gd name="T22" fmla="*/ 598 w 1530"/>
                  <a:gd name="T23" fmla="*/ 331 h 895"/>
                  <a:gd name="T24" fmla="*/ 598 w 1530"/>
                  <a:gd name="T25" fmla="*/ 331 h 895"/>
                  <a:gd name="T26" fmla="*/ 866 w 1530"/>
                  <a:gd name="T27" fmla="*/ 101 h 895"/>
                  <a:gd name="T28" fmla="*/ 968 w 1530"/>
                  <a:gd name="T29" fmla="*/ 47 h 895"/>
                  <a:gd name="T30" fmla="*/ 1057 w 1530"/>
                  <a:gd name="T31" fmla="*/ 29 h 895"/>
                  <a:gd name="T32" fmla="*/ 1146 w 1530"/>
                  <a:gd name="T33" fmla="*/ 46 h 895"/>
                  <a:gd name="T34" fmla="*/ 1300 w 1530"/>
                  <a:gd name="T35" fmla="*/ 132 h 895"/>
                  <a:gd name="T36" fmla="*/ 1504 w 1530"/>
                  <a:gd name="T37" fmla="*/ 287 h 895"/>
                  <a:gd name="T38" fmla="*/ 1524 w 1530"/>
                  <a:gd name="T39" fmla="*/ 285 h 895"/>
                  <a:gd name="T40" fmla="*/ 1522 w 1530"/>
                  <a:gd name="T41" fmla="*/ 264 h 8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30" h="895">
                    <a:moveTo>
                      <a:pt x="1522" y="264"/>
                    </a:moveTo>
                    <a:cubicBezTo>
                      <a:pt x="1417" y="180"/>
                      <a:pt x="1334" y="115"/>
                      <a:pt x="1260" y="70"/>
                    </a:cubicBezTo>
                    <a:cubicBezTo>
                      <a:pt x="1224" y="47"/>
                      <a:pt x="1189" y="30"/>
                      <a:pt x="1156" y="18"/>
                    </a:cubicBezTo>
                    <a:cubicBezTo>
                      <a:pt x="1123" y="6"/>
                      <a:pt x="1090" y="0"/>
                      <a:pt x="1057" y="0"/>
                    </a:cubicBezTo>
                    <a:cubicBezTo>
                      <a:pt x="1024" y="0"/>
                      <a:pt x="991" y="6"/>
                      <a:pt x="957" y="19"/>
                    </a:cubicBezTo>
                    <a:cubicBezTo>
                      <a:pt x="906" y="38"/>
                      <a:pt x="852" y="71"/>
                      <a:pt x="791" y="119"/>
                    </a:cubicBezTo>
                    <a:cubicBezTo>
                      <a:pt x="729" y="167"/>
                      <a:pt x="660" y="231"/>
                      <a:pt x="577" y="310"/>
                    </a:cubicBezTo>
                    <a:lnTo>
                      <a:pt x="577" y="310"/>
                    </a:lnTo>
                    <a:lnTo>
                      <a:pt x="6" y="867"/>
                    </a:lnTo>
                    <a:cubicBezTo>
                      <a:pt x="0" y="873"/>
                      <a:pt x="0" y="882"/>
                      <a:pt x="6" y="888"/>
                    </a:cubicBezTo>
                    <a:cubicBezTo>
                      <a:pt x="12" y="894"/>
                      <a:pt x="21" y="894"/>
                      <a:pt x="27" y="888"/>
                    </a:cubicBezTo>
                    <a:lnTo>
                      <a:pt x="598" y="331"/>
                    </a:lnTo>
                    <a:lnTo>
                      <a:pt x="598" y="331"/>
                    </a:lnTo>
                    <a:cubicBezTo>
                      <a:pt x="707" y="226"/>
                      <a:pt x="793" y="150"/>
                      <a:pt x="866" y="101"/>
                    </a:cubicBezTo>
                    <a:cubicBezTo>
                      <a:pt x="903" y="76"/>
                      <a:pt x="936" y="58"/>
                      <a:pt x="968" y="47"/>
                    </a:cubicBezTo>
                    <a:cubicBezTo>
                      <a:pt x="999" y="35"/>
                      <a:pt x="1028" y="29"/>
                      <a:pt x="1057" y="29"/>
                    </a:cubicBezTo>
                    <a:cubicBezTo>
                      <a:pt x="1086" y="29"/>
                      <a:pt x="1115" y="35"/>
                      <a:pt x="1146" y="46"/>
                    </a:cubicBezTo>
                    <a:cubicBezTo>
                      <a:pt x="1192" y="62"/>
                      <a:pt x="1242" y="91"/>
                      <a:pt x="1300" y="132"/>
                    </a:cubicBezTo>
                    <a:cubicBezTo>
                      <a:pt x="1359" y="172"/>
                      <a:pt x="1425" y="225"/>
                      <a:pt x="1504" y="287"/>
                    </a:cubicBezTo>
                    <a:cubicBezTo>
                      <a:pt x="1510" y="292"/>
                      <a:pt x="1518" y="291"/>
                      <a:pt x="1524" y="285"/>
                    </a:cubicBezTo>
                    <a:cubicBezTo>
                      <a:pt x="1529" y="279"/>
                      <a:pt x="1528" y="269"/>
                      <a:pt x="1522" y="264"/>
                    </a:cubicBezTo>
                  </a:path>
                </a:pathLst>
              </a:custGeom>
              <a:solidFill>
                <a:srgbClr val="B2CE2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62" name="Freeform 10">
                <a:extLst>
                  <a:ext uri="{FF2B5EF4-FFF2-40B4-BE49-F238E27FC236}">
                    <a16:creationId xmlns:a16="http://schemas.microsoft.com/office/drawing/2014/main" id="{8D3BD77D-1A93-E64A-9C17-6A3B016DF2E9}"/>
                  </a:ext>
                </a:extLst>
              </p:cNvPr>
              <p:cNvSpPr>
                <a:spLocks noChangeArrowheads="1"/>
              </p:cNvSpPr>
              <p:nvPr/>
            </p:nvSpPr>
            <p:spPr bwMode="auto">
              <a:xfrm>
                <a:off x="1491413" y="835952"/>
                <a:ext cx="201273" cy="127619"/>
              </a:xfrm>
              <a:custGeom>
                <a:avLst/>
                <a:gdLst>
                  <a:gd name="T0" fmla="*/ 1212 w 1217"/>
                  <a:gd name="T1" fmla="*/ 184 h 773"/>
                  <a:gd name="T2" fmla="*/ 1023 w 1217"/>
                  <a:gd name="T3" fmla="*/ 48 h 773"/>
                  <a:gd name="T4" fmla="*/ 884 w 1217"/>
                  <a:gd name="T5" fmla="*/ 0 h 773"/>
                  <a:gd name="T6" fmla="*/ 801 w 1217"/>
                  <a:gd name="T7" fmla="*/ 20 h 773"/>
                  <a:gd name="T8" fmla="*/ 653 w 1217"/>
                  <a:gd name="T9" fmla="*/ 124 h 773"/>
                  <a:gd name="T10" fmla="*/ 440 w 1217"/>
                  <a:gd name="T11" fmla="*/ 324 h 773"/>
                  <a:gd name="T12" fmla="*/ 440 w 1217"/>
                  <a:gd name="T13" fmla="*/ 324 h 773"/>
                  <a:gd name="T14" fmla="*/ 3 w 1217"/>
                  <a:gd name="T15" fmla="*/ 760 h 773"/>
                  <a:gd name="T16" fmla="*/ 3 w 1217"/>
                  <a:gd name="T17" fmla="*/ 770 h 773"/>
                  <a:gd name="T18" fmla="*/ 12 w 1217"/>
                  <a:gd name="T19" fmla="*/ 770 h 773"/>
                  <a:gd name="T20" fmla="*/ 449 w 1217"/>
                  <a:gd name="T21" fmla="*/ 333 h 773"/>
                  <a:gd name="T22" fmla="*/ 716 w 1217"/>
                  <a:gd name="T23" fmla="*/ 90 h 773"/>
                  <a:gd name="T24" fmla="*/ 806 w 1217"/>
                  <a:gd name="T25" fmla="*/ 32 h 773"/>
                  <a:gd name="T26" fmla="*/ 884 w 1217"/>
                  <a:gd name="T27" fmla="*/ 13 h 773"/>
                  <a:gd name="T28" fmla="*/ 1016 w 1217"/>
                  <a:gd name="T29" fmla="*/ 60 h 773"/>
                  <a:gd name="T30" fmla="*/ 1204 w 1217"/>
                  <a:gd name="T31" fmla="*/ 195 h 773"/>
                  <a:gd name="T32" fmla="*/ 1214 w 1217"/>
                  <a:gd name="T33" fmla="*/ 194 h 773"/>
                  <a:gd name="T34" fmla="*/ 1212 w 1217"/>
                  <a:gd name="T35" fmla="*/ 184 h 7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17" h="773">
                    <a:moveTo>
                      <a:pt x="1212" y="184"/>
                    </a:moveTo>
                    <a:cubicBezTo>
                      <a:pt x="1135" y="125"/>
                      <a:pt x="1075" y="80"/>
                      <a:pt x="1023" y="48"/>
                    </a:cubicBezTo>
                    <a:cubicBezTo>
                      <a:pt x="971" y="17"/>
                      <a:pt x="928" y="0"/>
                      <a:pt x="884" y="0"/>
                    </a:cubicBezTo>
                    <a:cubicBezTo>
                      <a:pt x="856" y="0"/>
                      <a:pt x="829" y="7"/>
                      <a:pt x="801" y="20"/>
                    </a:cubicBezTo>
                    <a:cubicBezTo>
                      <a:pt x="758" y="39"/>
                      <a:pt x="711" y="74"/>
                      <a:pt x="653" y="124"/>
                    </a:cubicBezTo>
                    <a:cubicBezTo>
                      <a:pt x="595" y="175"/>
                      <a:pt x="527" y="241"/>
                      <a:pt x="440" y="324"/>
                    </a:cubicBezTo>
                    <a:lnTo>
                      <a:pt x="440" y="324"/>
                    </a:lnTo>
                    <a:lnTo>
                      <a:pt x="3" y="760"/>
                    </a:lnTo>
                    <a:cubicBezTo>
                      <a:pt x="0" y="763"/>
                      <a:pt x="0" y="767"/>
                      <a:pt x="3" y="770"/>
                    </a:cubicBezTo>
                    <a:cubicBezTo>
                      <a:pt x="5" y="772"/>
                      <a:pt x="10" y="772"/>
                      <a:pt x="12" y="770"/>
                    </a:cubicBezTo>
                    <a:lnTo>
                      <a:pt x="449" y="333"/>
                    </a:lnTo>
                    <a:cubicBezTo>
                      <a:pt x="565" y="223"/>
                      <a:pt x="648" y="142"/>
                      <a:pt x="716" y="90"/>
                    </a:cubicBezTo>
                    <a:cubicBezTo>
                      <a:pt x="749" y="63"/>
                      <a:pt x="778" y="44"/>
                      <a:pt x="806" y="32"/>
                    </a:cubicBezTo>
                    <a:cubicBezTo>
                      <a:pt x="833" y="19"/>
                      <a:pt x="859" y="13"/>
                      <a:pt x="884" y="13"/>
                    </a:cubicBezTo>
                    <a:cubicBezTo>
                      <a:pt x="924" y="13"/>
                      <a:pt x="966" y="29"/>
                      <a:pt x="1016" y="60"/>
                    </a:cubicBezTo>
                    <a:cubicBezTo>
                      <a:pt x="1067" y="90"/>
                      <a:pt x="1127" y="136"/>
                      <a:pt x="1204" y="195"/>
                    </a:cubicBezTo>
                    <a:cubicBezTo>
                      <a:pt x="1207" y="197"/>
                      <a:pt x="1211" y="197"/>
                      <a:pt x="1214" y="194"/>
                    </a:cubicBezTo>
                    <a:cubicBezTo>
                      <a:pt x="1216" y="191"/>
                      <a:pt x="1215" y="187"/>
                      <a:pt x="1212" y="184"/>
                    </a:cubicBezTo>
                  </a:path>
                </a:pathLst>
              </a:custGeom>
              <a:solidFill>
                <a:srgbClr val="F1E827"/>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63" name="Freeform 11">
                <a:extLst>
                  <a:ext uri="{FF2B5EF4-FFF2-40B4-BE49-F238E27FC236}">
                    <a16:creationId xmlns:a16="http://schemas.microsoft.com/office/drawing/2014/main" id="{0D54B55E-B871-E543-9108-B4A5765745E5}"/>
                  </a:ext>
                </a:extLst>
              </p:cNvPr>
              <p:cNvSpPr>
                <a:spLocks noChangeArrowheads="1"/>
              </p:cNvSpPr>
              <p:nvPr/>
            </p:nvSpPr>
            <p:spPr bwMode="auto">
              <a:xfrm>
                <a:off x="1608093" y="858559"/>
                <a:ext cx="72925" cy="48130"/>
              </a:xfrm>
              <a:custGeom>
                <a:avLst/>
                <a:gdLst>
                  <a:gd name="T0" fmla="*/ 49 w 442"/>
                  <a:gd name="T1" fmla="*/ 200 h 293"/>
                  <a:gd name="T2" fmla="*/ 0 w 442"/>
                  <a:gd name="T3" fmla="*/ 156 h 293"/>
                  <a:gd name="T4" fmla="*/ 45 w 442"/>
                  <a:gd name="T5" fmla="*/ 107 h 293"/>
                  <a:gd name="T6" fmla="*/ 392 w 442"/>
                  <a:gd name="T7" fmla="*/ 91 h 293"/>
                  <a:gd name="T8" fmla="*/ 441 w 442"/>
                  <a:gd name="T9" fmla="*/ 137 h 293"/>
                  <a:gd name="T10" fmla="*/ 396 w 442"/>
                  <a:gd name="T11" fmla="*/ 185 h 293"/>
                  <a:gd name="T12" fmla="*/ 49 w 442"/>
                  <a:gd name="T13" fmla="*/ 200 h 293"/>
                </a:gdLst>
                <a:ahLst/>
                <a:cxnLst>
                  <a:cxn ang="0">
                    <a:pos x="T0" y="T1"/>
                  </a:cxn>
                  <a:cxn ang="0">
                    <a:pos x="T2" y="T3"/>
                  </a:cxn>
                  <a:cxn ang="0">
                    <a:pos x="T4" y="T5"/>
                  </a:cxn>
                  <a:cxn ang="0">
                    <a:pos x="T6" y="T7"/>
                  </a:cxn>
                  <a:cxn ang="0">
                    <a:pos x="T8" y="T9"/>
                  </a:cxn>
                  <a:cxn ang="0">
                    <a:pos x="T10" y="T11"/>
                  </a:cxn>
                  <a:cxn ang="0">
                    <a:pos x="T12" y="T13"/>
                  </a:cxn>
                </a:cxnLst>
                <a:rect l="0" t="0" r="r" b="b"/>
                <a:pathLst>
                  <a:path w="442" h="293">
                    <a:moveTo>
                      <a:pt x="49" y="200"/>
                    </a:moveTo>
                    <a:lnTo>
                      <a:pt x="0" y="156"/>
                    </a:lnTo>
                    <a:lnTo>
                      <a:pt x="45" y="107"/>
                    </a:lnTo>
                    <a:cubicBezTo>
                      <a:pt x="136" y="7"/>
                      <a:pt x="292" y="0"/>
                      <a:pt x="392" y="91"/>
                    </a:cubicBezTo>
                    <a:lnTo>
                      <a:pt x="441" y="137"/>
                    </a:lnTo>
                    <a:lnTo>
                      <a:pt x="396" y="185"/>
                    </a:lnTo>
                    <a:cubicBezTo>
                      <a:pt x="304" y="285"/>
                      <a:pt x="149" y="292"/>
                      <a:pt x="49" y="200"/>
                    </a:cubicBezTo>
                  </a:path>
                </a:pathLst>
              </a:custGeom>
              <a:solidFill>
                <a:srgbClr val="F1E827"/>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grpSp>
        <p:grpSp>
          <p:nvGrpSpPr>
            <p:cNvPr id="43" name="组合 42">
              <a:extLst>
                <a:ext uri="{FF2B5EF4-FFF2-40B4-BE49-F238E27FC236}">
                  <a16:creationId xmlns:a16="http://schemas.microsoft.com/office/drawing/2014/main" id="{30A711A7-A169-8A41-85E2-EA40E3A3BB5F}"/>
                </a:ext>
              </a:extLst>
            </p:cNvPr>
            <p:cNvGrpSpPr/>
            <p:nvPr/>
          </p:nvGrpSpPr>
          <p:grpSpPr>
            <a:xfrm>
              <a:off x="2028870" y="1197389"/>
              <a:ext cx="3479247" cy="365353"/>
              <a:chOff x="2028870" y="696666"/>
              <a:chExt cx="3479247" cy="365353"/>
            </a:xfrm>
            <a:solidFill>
              <a:schemeClr val="bg1">
                <a:lumMod val="50000"/>
              </a:schemeClr>
            </a:solidFill>
          </p:grpSpPr>
          <p:sp>
            <p:nvSpPr>
              <p:cNvPr id="44" name="Freeform 12">
                <a:extLst>
                  <a:ext uri="{FF2B5EF4-FFF2-40B4-BE49-F238E27FC236}">
                    <a16:creationId xmlns:a16="http://schemas.microsoft.com/office/drawing/2014/main" id="{7E68957D-5A1D-C948-A5BC-A3888C640FE3}"/>
                  </a:ext>
                </a:extLst>
              </p:cNvPr>
              <p:cNvSpPr>
                <a:spLocks noChangeArrowheads="1"/>
              </p:cNvSpPr>
              <p:nvPr/>
            </p:nvSpPr>
            <p:spPr bwMode="auto">
              <a:xfrm>
                <a:off x="2028870" y="697395"/>
                <a:ext cx="358061" cy="363166"/>
              </a:xfrm>
              <a:custGeom>
                <a:avLst/>
                <a:gdLst>
                  <a:gd name="T0" fmla="*/ 121 w 2165"/>
                  <a:gd name="T1" fmla="*/ 758 h 2195"/>
                  <a:gd name="T2" fmla="*/ 0 w 2165"/>
                  <a:gd name="T3" fmla="*/ 758 h 2195"/>
                  <a:gd name="T4" fmla="*/ 0 w 2165"/>
                  <a:gd name="T5" fmla="*/ 582 h 2195"/>
                  <a:gd name="T6" fmla="*/ 463 w 2165"/>
                  <a:gd name="T7" fmla="*/ 582 h 2195"/>
                  <a:gd name="T8" fmla="*/ 463 w 2165"/>
                  <a:gd name="T9" fmla="*/ 1982 h 2195"/>
                  <a:gd name="T10" fmla="*/ 620 w 2165"/>
                  <a:gd name="T11" fmla="*/ 1982 h 2195"/>
                  <a:gd name="T12" fmla="*/ 620 w 2165"/>
                  <a:gd name="T13" fmla="*/ 2157 h 2195"/>
                  <a:gd name="T14" fmla="*/ 121 w 2165"/>
                  <a:gd name="T15" fmla="*/ 2157 h 2195"/>
                  <a:gd name="T16" fmla="*/ 121 w 2165"/>
                  <a:gd name="T17" fmla="*/ 758 h 2195"/>
                  <a:gd name="T18" fmla="*/ 467 w 2165"/>
                  <a:gd name="T19" fmla="*/ 51 h 2195"/>
                  <a:gd name="T20" fmla="*/ 467 w 2165"/>
                  <a:gd name="T21" fmla="*/ 462 h 2195"/>
                  <a:gd name="T22" fmla="*/ 121 w 2165"/>
                  <a:gd name="T23" fmla="*/ 462 h 2195"/>
                  <a:gd name="T24" fmla="*/ 121 w 2165"/>
                  <a:gd name="T25" fmla="*/ 51 h 2195"/>
                  <a:gd name="T26" fmla="*/ 467 w 2165"/>
                  <a:gd name="T27" fmla="*/ 51 h 2195"/>
                  <a:gd name="T28" fmla="*/ 629 w 2165"/>
                  <a:gd name="T29" fmla="*/ 906 h 2195"/>
                  <a:gd name="T30" fmla="*/ 629 w 2165"/>
                  <a:gd name="T31" fmla="*/ 730 h 2195"/>
                  <a:gd name="T32" fmla="*/ 1221 w 2165"/>
                  <a:gd name="T33" fmla="*/ 730 h 2195"/>
                  <a:gd name="T34" fmla="*/ 1221 w 2165"/>
                  <a:gd name="T35" fmla="*/ 0 h 2195"/>
                  <a:gd name="T36" fmla="*/ 1563 w 2165"/>
                  <a:gd name="T37" fmla="*/ 0 h 2195"/>
                  <a:gd name="T38" fmla="*/ 1563 w 2165"/>
                  <a:gd name="T39" fmla="*/ 730 h 2195"/>
                  <a:gd name="T40" fmla="*/ 2164 w 2165"/>
                  <a:gd name="T41" fmla="*/ 730 h 2195"/>
                  <a:gd name="T42" fmla="*/ 2164 w 2165"/>
                  <a:gd name="T43" fmla="*/ 906 h 2195"/>
                  <a:gd name="T44" fmla="*/ 1563 w 2165"/>
                  <a:gd name="T45" fmla="*/ 906 h 2195"/>
                  <a:gd name="T46" fmla="*/ 1563 w 2165"/>
                  <a:gd name="T47" fmla="*/ 2194 h 2195"/>
                  <a:gd name="T48" fmla="*/ 1221 w 2165"/>
                  <a:gd name="T49" fmla="*/ 2194 h 2195"/>
                  <a:gd name="T50" fmla="*/ 1221 w 2165"/>
                  <a:gd name="T51" fmla="*/ 906 h 2195"/>
                  <a:gd name="T52" fmla="*/ 629 w 2165"/>
                  <a:gd name="T53" fmla="*/ 906 h 2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165" h="2195">
                    <a:moveTo>
                      <a:pt x="121" y="758"/>
                    </a:moveTo>
                    <a:lnTo>
                      <a:pt x="0" y="758"/>
                    </a:lnTo>
                    <a:lnTo>
                      <a:pt x="0" y="582"/>
                    </a:lnTo>
                    <a:lnTo>
                      <a:pt x="463" y="582"/>
                    </a:lnTo>
                    <a:lnTo>
                      <a:pt x="463" y="1982"/>
                    </a:lnTo>
                    <a:lnTo>
                      <a:pt x="620" y="1982"/>
                    </a:lnTo>
                    <a:lnTo>
                      <a:pt x="620" y="2157"/>
                    </a:lnTo>
                    <a:lnTo>
                      <a:pt x="121" y="2157"/>
                    </a:lnTo>
                    <a:lnTo>
                      <a:pt x="121" y="758"/>
                    </a:lnTo>
                    <a:close/>
                    <a:moveTo>
                      <a:pt x="467" y="51"/>
                    </a:moveTo>
                    <a:lnTo>
                      <a:pt x="467" y="462"/>
                    </a:lnTo>
                    <a:lnTo>
                      <a:pt x="121" y="462"/>
                    </a:lnTo>
                    <a:lnTo>
                      <a:pt x="121" y="51"/>
                    </a:lnTo>
                    <a:lnTo>
                      <a:pt x="467" y="51"/>
                    </a:lnTo>
                    <a:close/>
                    <a:moveTo>
                      <a:pt x="629" y="906"/>
                    </a:moveTo>
                    <a:lnTo>
                      <a:pt x="629" y="730"/>
                    </a:lnTo>
                    <a:lnTo>
                      <a:pt x="1221" y="730"/>
                    </a:lnTo>
                    <a:lnTo>
                      <a:pt x="1221" y="0"/>
                    </a:lnTo>
                    <a:lnTo>
                      <a:pt x="1563" y="0"/>
                    </a:lnTo>
                    <a:lnTo>
                      <a:pt x="1563" y="730"/>
                    </a:lnTo>
                    <a:lnTo>
                      <a:pt x="2164" y="730"/>
                    </a:lnTo>
                    <a:lnTo>
                      <a:pt x="2164" y="906"/>
                    </a:lnTo>
                    <a:lnTo>
                      <a:pt x="1563" y="906"/>
                    </a:lnTo>
                    <a:lnTo>
                      <a:pt x="1563" y="2194"/>
                    </a:lnTo>
                    <a:lnTo>
                      <a:pt x="1221" y="2194"/>
                    </a:lnTo>
                    <a:lnTo>
                      <a:pt x="1221" y="906"/>
                    </a:lnTo>
                    <a:lnTo>
                      <a:pt x="629" y="906"/>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45" name="Freeform 13">
                <a:extLst>
                  <a:ext uri="{FF2B5EF4-FFF2-40B4-BE49-F238E27FC236}">
                    <a16:creationId xmlns:a16="http://schemas.microsoft.com/office/drawing/2014/main" id="{01D55A2B-04CF-B043-87D1-43B606D23BFB}"/>
                  </a:ext>
                </a:extLst>
              </p:cNvPr>
              <p:cNvSpPr>
                <a:spLocks noChangeArrowheads="1"/>
              </p:cNvSpPr>
              <p:nvPr/>
            </p:nvSpPr>
            <p:spPr bwMode="auto">
              <a:xfrm>
                <a:off x="2417559" y="696666"/>
                <a:ext cx="357332" cy="364625"/>
              </a:xfrm>
              <a:custGeom>
                <a:avLst/>
                <a:gdLst>
                  <a:gd name="T0" fmla="*/ 583 w 2161"/>
                  <a:gd name="T1" fmla="*/ 379 h 2205"/>
                  <a:gd name="T2" fmla="*/ 458 w 2161"/>
                  <a:gd name="T3" fmla="*/ 287 h 2205"/>
                  <a:gd name="T4" fmla="*/ 0 w 2161"/>
                  <a:gd name="T5" fmla="*/ 379 h 2205"/>
                  <a:gd name="T6" fmla="*/ 662 w 2161"/>
                  <a:gd name="T7" fmla="*/ 0 h 2205"/>
                  <a:gd name="T8" fmla="*/ 1087 w 2161"/>
                  <a:gd name="T9" fmla="*/ 111 h 2205"/>
                  <a:gd name="T10" fmla="*/ 916 w 2161"/>
                  <a:gd name="T11" fmla="*/ 287 h 2205"/>
                  <a:gd name="T12" fmla="*/ 675 w 2161"/>
                  <a:gd name="T13" fmla="*/ 1691 h 2205"/>
                  <a:gd name="T14" fmla="*/ 1545 w 2161"/>
                  <a:gd name="T15" fmla="*/ 1811 h 2205"/>
                  <a:gd name="T16" fmla="*/ 1887 w 2161"/>
                  <a:gd name="T17" fmla="*/ 1691 h 2205"/>
                  <a:gd name="T18" fmla="*/ 2150 w 2161"/>
                  <a:gd name="T19" fmla="*/ 1811 h 2205"/>
                  <a:gd name="T20" fmla="*/ 1887 w 2161"/>
                  <a:gd name="T21" fmla="*/ 1987 h 2205"/>
                  <a:gd name="T22" fmla="*/ 1545 w 2161"/>
                  <a:gd name="T23" fmla="*/ 2204 h 2205"/>
                  <a:gd name="T24" fmla="*/ 652 w 2161"/>
                  <a:gd name="T25" fmla="*/ 1987 h 2205"/>
                  <a:gd name="T26" fmla="*/ 144 w 2161"/>
                  <a:gd name="T27" fmla="*/ 2204 h 2205"/>
                  <a:gd name="T28" fmla="*/ 47 w 2161"/>
                  <a:gd name="T29" fmla="*/ 1987 h 2205"/>
                  <a:gd name="T30" fmla="*/ 333 w 2161"/>
                  <a:gd name="T31" fmla="*/ 1811 h 2205"/>
                  <a:gd name="T32" fmla="*/ 675 w 2161"/>
                  <a:gd name="T33" fmla="*/ 1691 h 2205"/>
                  <a:gd name="T34" fmla="*/ 2100 w 2161"/>
                  <a:gd name="T35" fmla="*/ 448 h 2205"/>
                  <a:gd name="T36" fmla="*/ 102 w 2161"/>
                  <a:gd name="T37" fmla="*/ 1622 h 2205"/>
                  <a:gd name="T38" fmla="*/ 444 w 2161"/>
                  <a:gd name="T39" fmla="*/ 781 h 2205"/>
                  <a:gd name="T40" fmla="*/ 1757 w 2161"/>
                  <a:gd name="T41" fmla="*/ 624 h 2205"/>
                  <a:gd name="T42" fmla="*/ 444 w 2161"/>
                  <a:gd name="T43" fmla="*/ 781 h 2205"/>
                  <a:gd name="T44" fmla="*/ 1757 w 2161"/>
                  <a:gd name="T45" fmla="*/ 1114 h 2205"/>
                  <a:gd name="T46" fmla="*/ 444 w 2161"/>
                  <a:gd name="T47" fmla="*/ 957 h 2205"/>
                  <a:gd name="T48" fmla="*/ 1757 w 2161"/>
                  <a:gd name="T49" fmla="*/ 1289 h 2205"/>
                  <a:gd name="T50" fmla="*/ 444 w 2161"/>
                  <a:gd name="T51" fmla="*/ 1446 h 2205"/>
                  <a:gd name="T52" fmla="*/ 1757 w 2161"/>
                  <a:gd name="T53" fmla="*/ 1289 h 2205"/>
                  <a:gd name="T54" fmla="*/ 1041 w 2161"/>
                  <a:gd name="T55" fmla="*/ 379 h 2205"/>
                  <a:gd name="T56" fmla="*/ 1688 w 2161"/>
                  <a:gd name="T57" fmla="*/ 0 h 2205"/>
                  <a:gd name="T58" fmla="*/ 2160 w 2161"/>
                  <a:gd name="T59" fmla="*/ 111 h 2205"/>
                  <a:gd name="T60" fmla="*/ 1998 w 2161"/>
                  <a:gd name="T61" fmla="*/ 287 h 2205"/>
                  <a:gd name="T62" fmla="*/ 1646 w 2161"/>
                  <a:gd name="T63" fmla="*/ 379 h 2205"/>
                  <a:gd name="T64" fmla="*/ 1508 w 2161"/>
                  <a:gd name="T65" fmla="*/ 287 h 2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161" h="2205">
                    <a:moveTo>
                      <a:pt x="990" y="379"/>
                    </a:moveTo>
                    <a:lnTo>
                      <a:pt x="583" y="379"/>
                    </a:lnTo>
                    <a:lnTo>
                      <a:pt x="509" y="287"/>
                    </a:lnTo>
                    <a:lnTo>
                      <a:pt x="458" y="287"/>
                    </a:lnTo>
                    <a:lnTo>
                      <a:pt x="389" y="379"/>
                    </a:lnTo>
                    <a:lnTo>
                      <a:pt x="0" y="379"/>
                    </a:lnTo>
                    <a:lnTo>
                      <a:pt x="273" y="0"/>
                    </a:lnTo>
                    <a:lnTo>
                      <a:pt x="662" y="0"/>
                    </a:lnTo>
                    <a:lnTo>
                      <a:pt x="592" y="111"/>
                    </a:lnTo>
                    <a:lnTo>
                      <a:pt x="1087" y="111"/>
                    </a:lnTo>
                    <a:lnTo>
                      <a:pt x="1087" y="287"/>
                    </a:lnTo>
                    <a:lnTo>
                      <a:pt x="916" y="287"/>
                    </a:lnTo>
                    <a:lnTo>
                      <a:pt x="990" y="379"/>
                    </a:lnTo>
                    <a:close/>
                    <a:moveTo>
                      <a:pt x="675" y="1691"/>
                    </a:moveTo>
                    <a:lnTo>
                      <a:pt x="675" y="1811"/>
                    </a:lnTo>
                    <a:lnTo>
                      <a:pt x="1545" y="1811"/>
                    </a:lnTo>
                    <a:lnTo>
                      <a:pt x="1545" y="1691"/>
                    </a:lnTo>
                    <a:lnTo>
                      <a:pt x="1887" y="1691"/>
                    </a:lnTo>
                    <a:lnTo>
                      <a:pt x="1887" y="1811"/>
                    </a:lnTo>
                    <a:lnTo>
                      <a:pt x="2150" y="1811"/>
                    </a:lnTo>
                    <a:lnTo>
                      <a:pt x="2150" y="1987"/>
                    </a:lnTo>
                    <a:lnTo>
                      <a:pt x="1887" y="1987"/>
                    </a:lnTo>
                    <a:lnTo>
                      <a:pt x="1887" y="2204"/>
                    </a:lnTo>
                    <a:lnTo>
                      <a:pt x="1545" y="2204"/>
                    </a:lnTo>
                    <a:lnTo>
                      <a:pt x="1545" y="1987"/>
                    </a:lnTo>
                    <a:lnTo>
                      <a:pt x="652" y="1987"/>
                    </a:lnTo>
                    <a:lnTo>
                      <a:pt x="527" y="2204"/>
                    </a:lnTo>
                    <a:lnTo>
                      <a:pt x="144" y="2204"/>
                    </a:lnTo>
                    <a:lnTo>
                      <a:pt x="282" y="1987"/>
                    </a:lnTo>
                    <a:lnTo>
                      <a:pt x="47" y="1987"/>
                    </a:lnTo>
                    <a:lnTo>
                      <a:pt x="47" y="1811"/>
                    </a:lnTo>
                    <a:lnTo>
                      <a:pt x="333" y="1811"/>
                    </a:lnTo>
                    <a:lnTo>
                      <a:pt x="333" y="1691"/>
                    </a:lnTo>
                    <a:lnTo>
                      <a:pt x="675" y="1691"/>
                    </a:lnTo>
                    <a:close/>
                    <a:moveTo>
                      <a:pt x="102" y="448"/>
                    </a:moveTo>
                    <a:lnTo>
                      <a:pt x="2100" y="448"/>
                    </a:lnTo>
                    <a:lnTo>
                      <a:pt x="2100" y="1622"/>
                    </a:lnTo>
                    <a:lnTo>
                      <a:pt x="102" y="1622"/>
                    </a:lnTo>
                    <a:lnTo>
                      <a:pt x="102" y="448"/>
                    </a:lnTo>
                    <a:close/>
                    <a:moveTo>
                      <a:pt x="444" y="781"/>
                    </a:moveTo>
                    <a:lnTo>
                      <a:pt x="1757" y="781"/>
                    </a:lnTo>
                    <a:lnTo>
                      <a:pt x="1757" y="624"/>
                    </a:lnTo>
                    <a:lnTo>
                      <a:pt x="444" y="624"/>
                    </a:lnTo>
                    <a:lnTo>
                      <a:pt x="444" y="781"/>
                    </a:lnTo>
                    <a:close/>
                    <a:moveTo>
                      <a:pt x="444" y="1114"/>
                    </a:moveTo>
                    <a:lnTo>
                      <a:pt x="1757" y="1114"/>
                    </a:lnTo>
                    <a:lnTo>
                      <a:pt x="1757" y="957"/>
                    </a:lnTo>
                    <a:lnTo>
                      <a:pt x="444" y="957"/>
                    </a:lnTo>
                    <a:lnTo>
                      <a:pt x="444" y="1114"/>
                    </a:lnTo>
                    <a:close/>
                    <a:moveTo>
                      <a:pt x="1757" y="1289"/>
                    </a:moveTo>
                    <a:lnTo>
                      <a:pt x="444" y="1289"/>
                    </a:lnTo>
                    <a:lnTo>
                      <a:pt x="444" y="1446"/>
                    </a:lnTo>
                    <a:lnTo>
                      <a:pt x="1757" y="1446"/>
                    </a:lnTo>
                    <a:lnTo>
                      <a:pt x="1757" y="1289"/>
                    </a:lnTo>
                    <a:close/>
                    <a:moveTo>
                      <a:pt x="1434" y="379"/>
                    </a:moveTo>
                    <a:lnTo>
                      <a:pt x="1041" y="379"/>
                    </a:lnTo>
                    <a:lnTo>
                      <a:pt x="1313" y="0"/>
                    </a:lnTo>
                    <a:lnTo>
                      <a:pt x="1688" y="0"/>
                    </a:lnTo>
                    <a:lnTo>
                      <a:pt x="1609" y="111"/>
                    </a:lnTo>
                    <a:lnTo>
                      <a:pt x="2160" y="111"/>
                    </a:lnTo>
                    <a:lnTo>
                      <a:pt x="2160" y="287"/>
                    </a:lnTo>
                    <a:lnTo>
                      <a:pt x="1998" y="287"/>
                    </a:lnTo>
                    <a:lnTo>
                      <a:pt x="2072" y="379"/>
                    </a:lnTo>
                    <a:lnTo>
                      <a:pt x="1646" y="379"/>
                    </a:lnTo>
                    <a:lnTo>
                      <a:pt x="1572" y="287"/>
                    </a:lnTo>
                    <a:lnTo>
                      <a:pt x="1508" y="287"/>
                    </a:lnTo>
                    <a:lnTo>
                      <a:pt x="1434" y="37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46" name="Freeform 14">
                <a:extLst>
                  <a:ext uri="{FF2B5EF4-FFF2-40B4-BE49-F238E27FC236}">
                    <a16:creationId xmlns:a16="http://schemas.microsoft.com/office/drawing/2014/main" id="{FF056158-A321-8F40-B663-2CF3304CA5ED}"/>
                  </a:ext>
                </a:extLst>
              </p:cNvPr>
              <p:cNvSpPr>
                <a:spLocks noChangeArrowheads="1"/>
              </p:cNvSpPr>
              <p:nvPr/>
            </p:nvSpPr>
            <p:spPr bwMode="auto">
              <a:xfrm>
                <a:off x="2810625" y="696666"/>
                <a:ext cx="363895" cy="364625"/>
              </a:xfrm>
              <a:custGeom>
                <a:avLst/>
                <a:gdLst>
                  <a:gd name="T0" fmla="*/ 0 w 2202"/>
                  <a:gd name="T1" fmla="*/ 2019 h 2205"/>
                  <a:gd name="T2" fmla="*/ 74 w 2202"/>
                  <a:gd name="T3" fmla="*/ 661 h 2205"/>
                  <a:gd name="T4" fmla="*/ 310 w 2202"/>
                  <a:gd name="T5" fmla="*/ 661 h 2205"/>
                  <a:gd name="T6" fmla="*/ 231 w 2202"/>
                  <a:gd name="T7" fmla="*/ 2019 h 2205"/>
                  <a:gd name="T8" fmla="*/ 0 w 2202"/>
                  <a:gd name="T9" fmla="*/ 2019 h 2205"/>
                  <a:gd name="T10" fmla="*/ 939 w 2202"/>
                  <a:gd name="T11" fmla="*/ 439 h 2205"/>
                  <a:gd name="T12" fmla="*/ 684 w 2202"/>
                  <a:gd name="T13" fmla="*/ 439 h 2205"/>
                  <a:gd name="T14" fmla="*/ 684 w 2202"/>
                  <a:gd name="T15" fmla="*/ 2204 h 2205"/>
                  <a:gd name="T16" fmla="*/ 361 w 2202"/>
                  <a:gd name="T17" fmla="*/ 2204 h 2205"/>
                  <a:gd name="T18" fmla="*/ 361 w 2202"/>
                  <a:gd name="T19" fmla="*/ 439 h 2205"/>
                  <a:gd name="T20" fmla="*/ 28 w 2202"/>
                  <a:gd name="T21" fmla="*/ 439 h 2205"/>
                  <a:gd name="T22" fmla="*/ 28 w 2202"/>
                  <a:gd name="T23" fmla="*/ 264 h 2205"/>
                  <a:gd name="T24" fmla="*/ 361 w 2202"/>
                  <a:gd name="T25" fmla="*/ 264 h 2205"/>
                  <a:gd name="T26" fmla="*/ 361 w 2202"/>
                  <a:gd name="T27" fmla="*/ 0 h 2205"/>
                  <a:gd name="T28" fmla="*/ 684 w 2202"/>
                  <a:gd name="T29" fmla="*/ 0 h 2205"/>
                  <a:gd name="T30" fmla="*/ 684 w 2202"/>
                  <a:gd name="T31" fmla="*/ 264 h 2205"/>
                  <a:gd name="T32" fmla="*/ 939 w 2202"/>
                  <a:gd name="T33" fmla="*/ 264 h 2205"/>
                  <a:gd name="T34" fmla="*/ 939 w 2202"/>
                  <a:gd name="T35" fmla="*/ 439 h 2205"/>
                  <a:gd name="T36" fmla="*/ 939 w 2202"/>
                  <a:gd name="T37" fmla="*/ 661 h 2205"/>
                  <a:gd name="T38" fmla="*/ 939 w 2202"/>
                  <a:gd name="T39" fmla="*/ 1686 h 2205"/>
                  <a:gd name="T40" fmla="*/ 735 w 2202"/>
                  <a:gd name="T41" fmla="*/ 1686 h 2205"/>
                  <a:gd name="T42" fmla="*/ 735 w 2202"/>
                  <a:gd name="T43" fmla="*/ 661 h 2205"/>
                  <a:gd name="T44" fmla="*/ 939 w 2202"/>
                  <a:gd name="T45" fmla="*/ 661 h 2205"/>
                  <a:gd name="T46" fmla="*/ 1022 w 2202"/>
                  <a:gd name="T47" fmla="*/ 1594 h 2205"/>
                  <a:gd name="T48" fmla="*/ 1022 w 2202"/>
                  <a:gd name="T49" fmla="*/ 42 h 2205"/>
                  <a:gd name="T50" fmla="*/ 1988 w 2202"/>
                  <a:gd name="T51" fmla="*/ 42 h 2205"/>
                  <a:gd name="T52" fmla="*/ 1988 w 2202"/>
                  <a:gd name="T53" fmla="*/ 2033 h 2205"/>
                  <a:gd name="T54" fmla="*/ 2201 w 2202"/>
                  <a:gd name="T55" fmla="*/ 2033 h 2205"/>
                  <a:gd name="T56" fmla="*/ 2201 w 2202"/>
                  <a:gd name="T57" fmla="*/ 2204 h 2205"/>
                  <a:gd name="T58" fmla="*/ 1665 w 2202"/>
                  <a:gd name="T59" fmla="*/ 2204 h 2205"/>
                  <a:gd name="T60" fmla="*/ 1665 w 2202"/>
                  <a:gd name="T61" fmla="*/ 217 h 2205"/>
                  <a:gd name="T62" fmla="*/ 1355 w 2202"/>
                  <a:gd name="T63" fmla="*/ 217 h 2205"/>
                  <a:gd name="T64" fmla="*/ 1355 w 2202"/>
                  <a:gd name="T65" fmla="*/ 1668 h 2205"/>
                  <a:gd name="T66" fmla="*/ 1198 w 2202"/>
                  <a:gd name="T67" fmla="*/ 2204 h 2205"/>
                  <a:gd name="T68" fmla="*/ 851 w 2202"/>
                  <a:gd name="T69" fmla="*/ 2204 h 2205"/>
                  <a:gd name="T70" fmla="*/ 1022 w 2202"/>
                  <a:gd name="T71" fmla="*/ 1594 h 2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202" h="2205">
                    <a:moveTo>
                      <a:pt x="0" y="2019"/>
                    </a:moveTo>
                    <a:lnTo>
                      <a:pt x="74" y="661"/>
                    </a:lnTo>
                    <a:lnTo>
                      <a:pt x="310" y="661"/>
                    </a:lnTo>
                    <a:lnTo>
                      <a:pt x="231" y="2019"/>
                    </a:lnTo>
                    <a:lnTo>
                      <a:pt x="0" y="2019"/>
                    </a:lnTo>
                    <a:close/>
                    <a:moveTo>
                      <a:pt x="939" y="439"/>
                    </a:moveTo>
                    <a:lnTo>
                      <a:pt x="684" y="439"/>
                    </a:lnTo>
                    <a:lnTo>
                      <a:pt x="684" y="2204"/>
                    </a:lnTo>
                    <a:lnTo>
                      <a:pt x="361" y="2204"/>
                    </a:lnTo>
                    <a:lnTo>
                      <a:pt x="361" y="439"/>
                    </a:lnTo>
                    <a:lnTo>
                      <a:pt x="28" y="439"/>
                    </a:lnTo>
                    <a:lnTo>
                      <a:pt x="28" y="264"/>
                    </a:lnTo>
                    <a:lnTo>
                      <a:pt x="361" y="264"/>
                    </a:lnTo>
                    <a:lnTo>
                      <a:pt x="361" y="0"/>
                    </a:lnTo>
                    <a:lnTo>
                      <a:pt x="684" y="0"/>
                    </a:lnTo>
                    <a:lnTo>
                      <a:pt x="684" y="264"/>
                    </a:lnTo>
                    <a:lnTo>
                      <a:pt x="939" y="264"/>
                    </a:lnTo>
                    <a:lnTo>
                      <a:pt x="939" y="439"/>
                    </a:lnTo>
                    <a:close/>
                    <a:moveTo>
                      <a:pt x="939" y="661"/>
                    </a:moveTo>
                    <a:lnTo>
                      <a:pt x="939" y="1686"/>
                    </a:lnTo>
                    <a:lnTo>
                      <a:pt x="735" y="1686"/>
                    </a:lnTo>
                    <a:lnTo>
                      <a:pt x="735" y="661"/>
                    </a:lnTo>
                    <a:lnTo>
                      <a:pt x="939" y="661"/>
                    </a:lnTo>
                    <a:close/>
                    <a:moveTo>
                      <a:pt x="1022" y="1594"/>
                    </a:moveTo>
                    <a:lnTo>
                      <a:pt x="1022" y="42"/>
                    </a:lnTo>
                    <a:lnTo>
                      <a:pt x="1988" y="42"/>
                    </a:lnTo>
                    <a:lnTo>
                      <a:pt x="1988" y="2033"/>
                    </a:lnTo>
                    <a:lnTo>
                      <a:pt x="2201" y="2033"/>
                    </a:lnTo>
                    <a:lnTo>
                      <a:pt x="2201" y="2204"/>
                    </a:lnTo>
                    <a:lnTo>
                      <a:pt x="1665" y="2204"/>
                    </a:lnTo>
                    <a:lnTo>
                      <a:pt x="1665" y="217"/>
                    </a:lnTo>
                    <a:lnTo>
                      <a:pt x="1355" y="217"/>
                    </a:lnTo>
                    <a:lnTo>
                      <a:pt x="1355" y="1668"/>
                    </a:lnTo>
                    <a:lnTo>
                      <a:pt x="1198" y="2204"/>
                    </a:lnTo>
                    <a:lnTo>
                      <a:pt x="851" y="2204"/>
                    </a:lnTo>
                    <a:lnTo>
                      <a:pt x="1022" y="1594"/>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47" name="Freeform 15">
                <a:extLst>
                  <a:ext uri="{FF2B5EF4-FFF2-40B4-BE49-F238E27FC236}">
                    <a16:creationId xmlns:a16="http://schemas.microsoft.com/office/drawing/2014/main" id="{9C184C5C-D7DA-A74D-B56E-C97972D2E6C1}"/>
                  </a:ext>
                </a:extLst>
              </p:cNvPr>
              <p:cNvSpPr>
                <a:spLocks noChangeArrowheads="1"/>
              </p:cNvSpPr>
              <p:nvPr/>
            </p:nvSpPr>
            <p:spPr bwMode="auto">
              <a:xfrm>
                <a:off x="3212441" y="703958"/>
                <a:ext cx="339830" cy="358061"/>
              </a:xfrm>
              <a:custGeom>
                <a:avLst/>
                <a:gdLst>
                  <a:gd name="T0" fmla="*/ 1747 w 2053"/>
                  <a:gd name="T1" fmla="*/ 1982 h 2163"/>
                  <a:gd name="T2" fmla="*/ 1747 w 2053"/>
                  <a:gd name="T3" fmla="*/ 175 h 2163"/>
                  <a:gd name="T4" fmla="*/ 305 w 2053"/>
                  <a:gd name="T5" fmla="*/ 175 h 2163"/>
                  <a:gd name="T6" fmla="*/ 305 w 2053"/>
                  <a:gd name="T7" fmla="*/ 2162 h 2163"/>
                  <a:gd name="T8" fmla="*/ 0 w 2053"/>
                  <a:gd name="T9" fmla="*/ 2162 h 2163"/>
                  <a:gd name="T10" fmla="*/ 0 w 2053"/>
                  <a:gd name="T11" fmla="*/ 0 h 2163"/>
                  <a:gd name="T12" fmla="*/ 2052 w 2053"/>
                  <a:gd name="T13" fmla="*/ 0 h 2163"/>
                  <a:gd name="T14" fmla="*/ 2052 w 2053"/>
                  <a:gd name="T15" fmla="*/ 2162 h 2163"/>
                  <a:gd name="T16" fmla="*/ 1590 w 2053"/>
                  <a:gd name="T17" fmla="*/ 2162 h 2163"/>
                  <a:gd name="T18" fmla="*/ 1590 w 2053"/>
                  <a:gd name="T19" fmla="*/ 1982 h 2163"/>
                  <a:gd name="T20" fmla="*/ 1747 w 2053"/>
                  <a:gd name="T21" fmla="*/ 1982 h 2163"/>
                  <a:gd name="T22" fmla="*/ 791 w 2053"/>
                  <a:gd name="T23" fmla="*/ 1127 h 2163"/>
                  <a:gd name="T24" fmla="*/ 1017 w 2053"/>
                  <a:gd name="T25" fmla="*/ 1843 h 2163"/>
                  <a:gd name="T26" fmla="*/ 786 w 2053"/>
                  <a:gd name="T27" fmla="*/ 1843 h 2163"/>
                  <a:gd name="T28" fmla="*/ 680 w 2053"/>
                  <a:gd name="T29" fmla="*/ 1501 h 2163"/>
                  <a:gd name="T30" fmla="*/ 573 w 2053"/>
                  <a:gd name="T31" fmla="*/ 1843 h 2163"/>
                  <a:gd name="T32" fmla="*/ 347 w 2053"/>
                  <a:gd name="T33" fmla="*/ 1843 h 2163"/>
                  <a:gd name="T34" fmla="*/ 564 w 2053"/>
                  <a:gd name="T35" fmla="*/ 1136 h 2163"/>
                  <a:gd name="T36" fmla="*/ 338 w 2053"/>
                  <a:gd name="T37" fmla="*/ 430 h 2163"/>
                  <a:gd name="T38" fmla="*/ 569 w 2053"/>
                  <a:gd name="T39" fmla="*/ 430 h 2163"/>
                  <a:gd name="T40" fmla="*/ 675 w 2053"/>
                  <a:gd name="T41" fmla="*/ 767 h 2163"/>
                  <a:gd name="T42" fmla="*/ 777 w 2053"/>
                  <a:gd name="T43" fmla="*/ 430 h 2163"/>
                  <a:gd name="T44" fmla="*/ 1003 w 2053"/>
                  <a:gd name="T45" fmla="*/ 430 h 2163"/>
                  <a:gd name="T46" fmla="*/ 791 w 2053"/>
                  <a:gd name="T47" fmla="*/ 1127 h 2163"/>
                  <a:gd name="T48" fmla="*/ 1503 w 2053"/>
                  <a:gd name="T49" fmla="*/ 1127 h 2163"/>
                  <a:gd name="T50" fmla="*/ 1728 w 2053"/>
                  <a:gd name="T51" fmla="*/ 1843 h 2163"/>
                  <a:gd name="T52" fmla="*/ 1498 w 2053"/>
                  <a:gd name="T53" fmla="*/ 1843 h 2163"/>
                  <a:gd name="T54" fmla="*/ 1392 w 2053"/>
                  <a:gd name="T55" fmla="*/ 1501 h 2163"/>
                  <a:gd name="T56" fmla="*/ 1286 w 2053"/>
                  <a:gd name="T57" fmla="*/ 1843 h 2163"/>
                  <a:gd name="T58" fmla="*/ 1059 w 2053"/>
                  <a:gd name="T59" fmla="*/ 1843 h 2163"/>
                  <a:gd name="T60" fmla="*/ 1276 w 2053"/>
                  <a:gd name="T61" fmla="*/ 1136 h 2163"/>
                  <a:gd name="T62" fmla="*/ 1050 w 2053"/>
                  <a:gd name="T63" fmla="*/ 430 h 2163"/>
                  <a:gd name="T64" fmla="*/ 1281 w 2053"/>
                  <a:gd name="T65" fmla="*/ 430 h 2163"/>
                  <a:gd name="T66" fmla="*/ 1387 w 2053"/>
                  <a:gd name="T67" fmla="*/ 767 h 2163"/>
                  <a:gd name="T68" fmla="*/ 1489 w 2053"/>
                  <a:gd name="T69" fmla="*/ 430 h 2163"/>
                  <a:gd name="T70" fmla="*/ 1715 w 2053"/>
                  <a:gd name="T71" fmla="*/ 430 h 2163"/>
                  <a:gd name="T72" fmla="*/ 1503 w 2053"/>
                  <a:gd name="T73" fmla="*/ 1127 h 2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53" h="2163">
                    <a:moveTo>
                      <a:pt x="1747" y="1982"/>
                    </a:moveTo>
                    <a:lnTo>
                      <a:pt x="1747" y="175"/>
                    </a:lnTo>
                    <a:lnTo>
                      <a:pt x="305" y="175"/>
                    </a:lnTo>
                    <a:lnTo>
                      <a:pt x="305" y="2162"/>
                    </a:lnTo>
                    <a:lnTo>
                      <a:pt x="0" y="2162"/>
                    </a:lnTo>
                    <a:lnTo>
                      <a:pt x="0" y="0"/>
                    </a:lnTo>
                    <a:lnTo>
                      <a:pt x="2052" y="0"/>
                    </a:lnTo>
                    <a:lnTo>
                      <a:pt x="2052" y="2162"/>
                    </a:lnTo>
                    <a:lnTo>
                      <a:pt x="1590" y="2162"/>
                    </a:lnTo>
                    <a:lnTo>
                      <a:pt x="1590" y="1982"/>
                    </a:lnTo>
                    <a:lnTo>
                      <a:pt x="1747" y="1982"/>
                    </a:lnTo>
                    <a:close/>
                    <a:moveTo>
                      <a:pt x="791" y="1127"/>
                    </a:moveTo>
                    <a:lnTo>
                      <a:pt x="1017" y="1843"/>
                    </a:lnTo>
                    <a:lnTo>
                      <a:pt x="786" y="1843"/>
                    </a:lnTo>
                    <a:lnTo>
                      <a:pt x="680" y="1501"/>
                    </a:lnTo>
                    <a:lnTo>
                      <a:pt x="573" y="1843"/>
                    </a:lnTo>
                    <a:lnTo>
                      <a:pt x="347" y="1843"/>
                    </a:lnTo>
                    <a:lnTo>
                      <a:pt x="564" y="1136"/>
                    </a:lnTo>
                    <a:lnTo>
                      <a:pt x="338" y="430"/>
                    </a:lnTo>
                    <a:lnTo>
                      <a:pt x="569" y="430"/>
                    </a:lnTo>
                    <a:lnTo>
                      <a:pt x="675" y="767"/>
                    </a:lnTo>
                    <a:lnTo>
                      <a:pt x="777" y="430"/>
                    </a:lnTo>
                    <a:lnTo>
                      <a:pt x="1003" y="430"/>
                    </a:lnTo>
                    <a:lnTo>
                      <a:pt x="791" y="1127"/>
                    </a:lnTo>
                    <a:close/>
                    <a:moveTo>
                      <a:pt x="1503" y="1127"/>
                    </a:moveTo>
                    <a:lnTo>
                      <a:pt x="1728" y="1843"/>
                    </a:lnTo>
                    <a:lnTo>
                      <a:pt x="1498" y="1843"/>
                    </a:lnTo>
                    <a:lnTo>
                      <a:pt x="1392" y="1501"/>
                    </a:lnTo>
                    <a:lnTo>
                      <a:pt x="1286" y="1843"/>
                    </a:lnTo>
                    <a:lnTo>
                      <a:pt x="1059" y="1843"/>
                    </a:lnTo>
                    <a:lnTo>
                      <a:pt x="1276" y="1136"/>
                    </a:lnTo>
                    <a:lnTo>
                      <a:pt x="1050" y="430"/>
                    </a:lnTo>
                    <a:lnTo>
                      <a:pt x="1281" y="430"/>
                    </a:lnTo>
                    <a:lnTo>
                      <a:pt x="1387" y="767"/>
                    </a:lnTo>
                    <a:lnTo>
                      <a:pt x="1489" y="430"/>
                    </a:lnTo>
                    <a:lnTo>
                      <a:pt x="1715" y="430"/>
                    </a:lnTo>
                    <a:lnTo>
                      <a:pt x="1503" y="1127"/>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48" name="Freeform 16">
                <a:extLst>
                  <a:ext uri="{FF2B5EF4-FFF2-40B4-BE49-F238E27FC236}">
                    <a16:creationId xmlns:a16="http://schemas.microsoft.com/office/drawing/2014/main" id="{177BD5B8-6ED6-AF44-A4E9-AC0F5ADBB26A}"/>
                  </a:ext>
                </a:extLst>
              </p:cNvPr>
              <p:cNvSpPr>
                <a:spLocks noChangeArrowheads="1"/>
              </p:cNvSpPr>
              <p:nvPr/>
            </p:nvSpPr>
            <p:spPr bwMode="auto">
              <a:xfrm>
                <a:off x="3581441" y="696666"/>
                <a:ext cx="375564" cy="362437"/>
              </a:xfrm>
              <a:custGeom>
                <a:avLst/>
                <a:gdLst>
                  <a:gd name="T0" fmla="*/ 315 w 2272"/>
                  <a:gd name="T1" fmla="*/ 957 h 2191"/>
                  <a:gd name="T2" fmla="*/ 0 w 2272"/>
                  <a:gd name="T3" fmla="*/ 957 h 2191"/>
                  <a:gd name="T4" fmla="*/ 361 w 2272"/>
                  <a:gd name="T5" fmla="*/ 5 h 2191"/>
                  <a:gd name="T6" fmla="*/ 675 w 2272"/>
                  <a:gd name="T7" fmla="*/ 5 h 2191"/>
                  <a:gd name="T8" fmla="*/ 380 w 2272"/>
                  <a:gd name="T9" fmla="*/ 767 h 2191"/>
                  <a:gd name="T10" fmla="*/ 453 w 2272"/>
                  <a:gd name="T11" fmla="*/ 767 h 2191"/>
                  <a:gd name="T12" fmla="*/ 509 w 2272"/>
                  <a:gd name="T13" fmla="*/ 647 h 2191"/>
                  <a:gd name="T14" fmla="*/ 823 w 2272"/>
                  <a:gd name="T15" fmla="*/ 647 h 2191"/>
                  <a:gd name="T16" fmla="*/ 463 w 2272"/>
                  <a:gd name="T17" fmla="*/ 1492 h 2191"/>
                  <a:gd name="T18" fmla="*/ 754 w 2272"/>
                  <a:gd name="T19" fmla="*/ 1492 h 2191"/>
                  <a:gd name="T20" fmla="*/ 754 w 2272"/>
                  <a:gd name="T21" fmla="*/ 1677 h 2191"/>
                  <a:gd name="T22" fmla="*/ 366 w 2272"/>
                  <a:gd name="T23" fmla="*/ 1677 h 2191"/>
                  <a:gd name="T24" fmla="*/ 65 w 2272"/>
                  <a:gd name="T25" fmla="*/ 1677 h 2191"/>
                  <a:gd name="T26" fmla="*/ 375 w 2272"/>
                  <a:gd name="T27" fmla="*/ 957 h 2191"/>
                  <a:gd name="T28" fmla="*/ 315 w 2272"/>
                  <a:gd name="T29" fmla="*/ 957 h 2191"/>
                  <a:gd name="T30" fmla="*/ 763 w 2272"/>
                  <a:gd name="T31" fmla="*/ 1954 h 2191"/>
                  <a:gd name="T32" fmla="*/ 763 w 2272"/>
                  <a:gd name="T33" fmla="*/ 2130 h 2191"/>
                  <a:gd name="T34" fmla="*/ 84 w 2272"/>
                  <a:gd name="T35" fmla="*/ 2130 h 2191"/>
                  <a:gd name="T36" fmla="*/ 84 w 2272"/>
                  <a:gd name="T37" fmla="*/ 1954 h 2191"/>
                  <a:gd name="T38" fmla="*/ 763 w 2272"/>
                  <a:gd name="T39" fmla="*/ 1954 h 2191"/>
                  <a:gd name="T40" fmla="*/ 1831 w 2272"/>
                  <a:gd name="T41" fmla="*/ 1205 h 2191"/>
                  <a:gd name="T42" fmla="*/ 1614 w 2272"/>
                  <a:gd name="T43" fmla="*/ 994 h 2191"/>
                  <a:gd name="T44" fmla="*/ 1355 w 2272"/>
                  <a:gd name="T45" fmla="*/ 1205 h 2191"/>
                  <a:gd name="T46" fmla="*/ 884 w 2272"/>
                  <a:gd name="T47" fmla="*/ 1205 h 2191"/>
                  <a:gd name="T48" fmla="*/ 1392 w 2272"/>
                  <a:gd name="T49" fmla="*/ 781 h 2191"/>
                  <a:gd name="T50" fmla="*/ 1212 w 2272"/>
                  <a:gd name="T51" fmla="*/ 587 h 2191"/>
                  <a:gd name="T52" fmla="*/ 1179 w 2272"/>
                  <a:gd name="T53" fmla="*/ 684 h 2191"/>
                  <a:gd name="T54" fmla="*/ 842 w 2272"/>
                  <a:gd name="T55" fmla="*/ 684 h 2191"/>
                  <a:gd name="T56" fmla="*/ 1082 w 2272"/>
                  <a:gd name="T57" fmla="*/ 0 h 2191"/>
                  <a:gd name="T58" fmla="*/ 1420 w 2272"/>
                  <a:gd name="T59" fmla="*/ 0 h 2191"/>
                  <a:gd name="T60" fmla="*/ 1397 w 2272"/>
                  <a:gd name="T61" fmla="*/ 79 h 2191"/>
                  <a:gd name="T62" fmla="*/ 2174 w 2272"/>
                  <a:gd name="T63" fmla="*/ 79 h 2191"/>
                  <a:gd name="T64" fmla="*/ 2174 w 2272"/>
                  <a:gd name="T65" fmla="*/ 527 h 2191"/>
                  <a:gd name="T66" fmla="*/ 1864 w 2272"/>
                  <a:gd name="T67" fmla="*/ 795 h 2191"/>
                  <a:gd name="T68" fmla="*/ 2271 w 2272"/>
                  <a:gd name="T69" fmla="*/ 1205 h 2191"/>
                  <a:gd name="T70" fmla="*/ 1831 w 2272"/>
                  <a:gd name="T71" fmla="*/ 1205 h 2191"/>
                  <a:gd name="T72" fmla="*/ 934 w 2272"/>
                  <a:gd name="T73" fmla="*/ 2190 h 2191"/>
                  <a:gd name="T74" fmla="*/ 934 w 2272"/>
                  <a:gd name="T75" fmla="*/ 1303 h 2191"/>
                  <a:gd name="T76" fmla="*/ 2206 w 2272"/>
                  <a:gd name="T77" fmla="*/ 1303 h 2191"/>
                  <a:gd name="T78" fmla="*/ 2206 w 2272"/>
                  <a:gd name="T79" fmla="*/ 2190 h 2191"/>
                  <a:gd name="T80" fmla="*/ 934 w 2272"/>
                  <a:gd name="T81" fmla="*/ 2190 h 2191"/>
                  <a:gd name="T82" fmla="*/ 1522 w 2272"/>
                  <a:gd name="T83" fmla="*/ 467 h 2191"/>
                  <a:gd name="T84" fmla="*/ 1646 w 2272"/>
                  <a:gd name="T85" fmla="*/ 592 h 2191"/>
                  <a:gd name="T86" fmla="*/ 1892 w 2272"/>
                  <a:gd name="T87" fmla="*/ 379 h 2191"/>
                  <a:gd name="T88" fmla="*/ 1892 w 2272"/>
                  <a:gd name="T89" fmla="*/ 254 h 2191"/>
                  <a:gd name="T90" fmla="*/ 1332 w 2272"/>
                  <a:gd name="T91" fmla="*/ 254 h 2191"/>
                  <a:gd name="T92" fmla="*/ 1253 w 2272"/>
                  <a:gd name="T93" fmla="*/ 467 h 2191"/>
                  <a:gd name="T94" fmla="*/ 1522 w 2272"/>
                  <a:gd name="T95" fmla="*/ 467 h 2191"/>
                  <a:gd name="T96" fmla="*/ 1277 w 2272"/>
                  <a:gd name="T97" fmla="*/ 1478 h 2191"/>
                  <a:gd name="T98" fmla="*/ 1277 w 2272"/>
                  <a:gd name="T99" fmla="*/ 2014 h 2191"/>
                  <a:gd name="T100" fmla="*/ 1864 w 2272"/>
                  <a:gd name="T101" fmla="*/ 2014 h 2191"/>
                  <a:gd name="T102" fmla="*/ 1864 w 2272"/>
                  <a:gd name="T103" fmla="*/ 1478 h 2191"/>
                  <a:gd name="T104" fmla="*/ 1277 w 2272"/>
                  <a:gd name="T105" fmla="*/ 1478 h 2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272" h="2191">
                    <a:moveTo>
                      <a:pt x="315" y="957"/>
                    </a:moveTo>
                    <a:lnTo>
                      <a:pt x="0" y="957"/>
                    </a:lnTo>
                    <a:lnTo>
                      <a:pt x="361" y="5"/>
                    </a:lnTo>
                    <a:lnTo>
                      <a:pt x="675" y="5"/>
                    </a:lnTo>
                    <a:lnTo>
                      <a:pt x="380" y="767"/>
                    </a:lnTo>
                    <a:lnTo>
                      <a:pt x="453" y="767"/>
                    </a:lnTo>
                    <a:lnTo>
                      <a:pt x="509" y="647"/>
                    </a:lnTo>
                    <a:lnTo>
                      <a:pt x="823" y="647"/>
                    </a:lnTo>
                    <a:lnTo>
                      <a:pt x="463" y="1492"/>
                    </a:lnTo>
                    <a:lnTo>
                      <a:pt x="754" y="1492"/>
                    </a:lnTo>
                    <a:lnTo>
                      <a:pt x="754" y="1677"/>
                    </a:lnTo>
                    <a:lnTo>
                      <a:pt x="366" y="1677"/>
                    </a:lnTo>
                    <a:lnTo>
                      <a:pt x="65" y="1677"/>
                    </a:lnTo>
                    <a:lnTo>
                      <a:pt x="375" y="957"/>
                    </a:lnTo>
                    <a:lnTo>
                      <a:pt x="315" y="957"/>
                    </a:lnTo>
                    <a:close/>
                    <a:moveTo>
                      <a:pt x="763" y="1954"/>
                    </a:moveTo>
                    <a:lnTo>
                      <a:pt x="763" y="2130"/>
                    </a:lnTo>
                    <a:lnTo>
                      <a:pt x="84" y="2130"/>
                    </a:lnTo>
                    <a:lnTo>
                      <a:pt x="84" y="1954"/>
                    </a:lnTo>
                    <a:lnTo>
                      <a:pt x="763" y="1954"/>
                    </a:lnTo>
                    <a:close/>
                    <a:moveTo>
                      <a:pt x="1831" y="1205"/>
                    </a:moveTo>
                    <a:lnTo>
                      <a:pt x="1614" y="994"/>
                    </a:lnTo>
                    <a:lnTo>
                      <a:pt x="1355" y="1205"/>
                    </a:lnTo>
                    <a:lnTo>
                      <a:pt x="884" y="1205"/>
                    </a:lnTo>
                    <a:lnTo>
                      <a:pt x="1392" y="781"/>
                    </a:lnTo>
                    <a:lnTo>
                      <a:pt x="1212" y="587"/>
                    </a:lnTo>
                    <a:lnTo>
                      <a:pt x="1179" y="684"/>
                    </a:lnTo>
                    <a:lnTo>
                      <a:pt x="842" y="684"/>
                    </a:lnTo>
                    <a:lnTo>
                      <a:pt x="1082" y="0"/>
                    </a:lnTo>
                    <a:lnTo>
                      <a:pt x="1420" y="0"/>
                    </a:lnTo>
                    <a:lnTo>
                      <a:pt x="1397" y="79"/>
                    </a:lnTo>
                    <a:lnTo>
                      <a:pt x="2174" y="79"/>
                    </a:lnTo>
                    <a:lnTo>
                      <a:pt x="2174" y="527"/>
                    </a:lnTo>
                    <a:lnTo>
                      <a:pt x="1864" y="795"/>
                    </a:lnTo>
                    <a:lnTo>
                      <a:pt x="2271" y="1205"/>
                    </a:lnTo>
                    <a:lnTo>
                      <a:pt x="1831" y="1205"/>
                    </a:lnTo>
                    <a:close/>
                    <a:moveTo>
                      <a:pt x="934" y="2190"/>
                    </a:moveTo>
                    <a:lnTo>
                      <a:pt x="934" y="1303"/>
                    </a:lnTo>
                    <a:lnTo>
                      <a:pt x="2206" y="1303"/>
                    </a:lnTo>
                    <a:lnTo>
                      <a:pt x="2206" y="2190"/>
                    </a:lnTo>
                    <a:lnTo>
                      <a:pt x="934" y="2190"/>
                    </a:lnTo>
                    <a:close/>
                    <a:moveTo>
                      <a:pt x="1522" y="467"/>
                    </a:moveTo>
                    <a:lnTo>
                      <a:pt x="1646" y="592"/>
                    </a:lnTo>
                    <a:lnTo>
                      <a:pt x="1892" y="379"/>
                    </a:lnTo>
                    <a:lnTo>
                      <a:pt x="1892" y="254"/>
                    </a:lnTo>
                    <a:lnTo>
                      <a:pt x="1332" y="254"/>
                    </a:lnTo>
                    <a:lnTo>
                      <a:pt x="1253" y="467"/>
                    </a:lnTo>
                    <a:lnTo>
                      <a:pt x="1522" y="467"/>
                    </a:lnTo>
                    <a:close/>
                    <a:moveTo>
                      <a:pt x="1277" y="1478"/>
                    </a:moveTo>
                    <a:lnTo>
                      <a:pt x="1277" y="2014"/>
                    </a:lnTo>
                    <a:lnTo>
                      <a:pt x="1864" y="2014"/>
                    </a:lnTo>
                    <a:lnTo>
                      <a:pt x="1864" y="1478"/>
                    </a:lnTo>
                    <a:lnTo>
                      <a:pt x="1277" y="1478"/>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49" name="Freeform 17">
                <a:extLst>
                  <a:ext uri="{FF2B5EF4-FFF2-40B4-BE49-F238E27FC236}">
                    <a16:creationId xmlns:a16="http://schemas.microsoft.com/office/drawing/2014/main" id="{659E8A2F-BD45-A141-8653-9A26A575F667}"/>
                  </a:ext>
                </a:extLst>
              </p:cNvPr>
              <p:cNvSpPr>
                <a:spLocks noChangeArrowheads="1"/>
              </p:cNvSpPr>
              <p:nvPr/>
            </p:nvSpPr>
            <p:spPr bwMode="auto">
              <a:xfrm>
                <a:off x="3982528" y="697395"/>
                <a:ext cx="362437" cy="363166"/>
              </a:xfrm>
              <a:custGeom>
                <a:avLst/>
                <a:gdLst>
                  <a:gd name="T0" fmla="*/ 1244 w 2193"/>
                  <a:gd name="T1" fmla="*/ 1012 h 2195"/>
                  <a:gd name="T2" fmla="*/ 934 w 2193"/>
                  <a:gd name="T3" fmla="*/ 1589 h 2195"/>
                  <a:gd name="T4" fmla="*/ 1249 w 2193"/>
                  <a:gd name="T5" fmla="*/ 1764 h 2195"/>
                  <a:gd name="T6" fmla="*/ 925 w 2193"/>
                  <a:gd name="T7" fmla="*/ 2194 h 2195"/>
                  <a:gd name="T8" fmla="*/ 439 w 2193"/>
                  <a:gd name="T9" fmla="*/ 2032 h 2195"/>
                  <a:gd name="T10" fmla="*/ 597 w 2193"/>
                  <a:gd name="T11" fmla="*/ 1764 h 2195"/>
                  <a:gd name="T12" fmla="*/ 65 w 2193"/>
                  <a:gd name="T13" fmla="*/ 1589 h 2195"/>
                  <a:gd name="T14" fmla="*/ 856 w 2193"/>
                  <a:gd name="T15" fmla="*/ 1187 h 2195"/>
                  <a:gd name="T16" fmla="*/ 292 w 2193"/>
                  <a:gd name="T17" fmla="*/ 1455 h 2195"/>
                  <a:gd name="T18" fmla="*/ 167 w 2193"/>
                  <a:gd name="T19" fmla="*/ 1187 h 2195"/>
                  <a:gd name="T20" fmla="*/ 65 w 2193"/>
                  <a:gd name="T21" fmla="*/ 1012 h 2195"/>
                  <a:gd name="T22" fmla="*/ 361 w 2193"/>
                  <a:gd name="T23" fmla="*/ 809 h 2195"/>
                  <a:gd name="T24" fmla="*/ 56 w 2193"/>
                  <a:gd name="T25" fmla="*/ 628 h 2195"/>
                  <a:gd name="T26" fmla="*/ 366 w 2193"/>
                  <a:gd name="T27" fmla="*/ 319 h 2195"/>
                  <a:gd name="T28" fmla="*/ 125 w 2193"/>
                  <a:gd name="T29" fmla="*/ 148 h 2195"/>
                  <a:gd name="T30" fmla="*/ 366 w 2193"/>
                  <a:gd name="T31" fmla="*/ 0 h 2195"/>
                  <a:gd name="T32" fmla="*/ 680 w 2193"/>
                  <a:gd name="T33" fmla="*/ 148 h 2195"/>
                  <a:gd name="T34" fmla="*/ 934 w 2193"/>
                  <a:gd name="T35" fmla="*/ 319 h 2195"/>
                  <a:gd name="T36" fmla="*/ 680 w 2193"/>
                  <a:gd name="T37" fmla="*/ 628 h 2195"/>
                  <a:gd name="T38" fmla="*/ 1022 w 2193"/>
                  <a:gd name="T39" fmla="*/ 64 h 2195"/>
                  <a:gd name="T40" fmla="*/ 1115 w 2193"/>
                  <a:gd name="T41" fmla="*/ 628 h 2195"/>
                  <a:gd name="T42" fmla="*/ 1244 w 2193"/>
                  <a:gd name="T43" fmla="*/ 809 h 2195"/>
                  <a:gd name="T44" fmla="*/ 546 w 2193"/>
                  <a:gd name="T45" fmla="*/ 1012 h 2195"/>
                  <a:gd name="T46" fmla="*/ 1683 w 2193"/>
                  <a:gd name="T47" fmla="*/ 0 h 2195"/>
                  <a:gd name="T48" fmla="*/ 2183 w 2193"/>
                  <a:gd name="T49" fmla="*/ 115 h 2195"/>
                  <a:gd name="T50" fmla="*/ 2113 w 2193"/>
                  <a:gd name="T51" fmla="*/ 291 h 2195"/>
                  <a:gd name="T52" fmla="*/ 1868 w 2193"/>
                  <a:gd name="T53" fmla="*/ 1427 h 2195"/>
                  <a:gd name="T54" fmla="*/ 1836 w 2193"/>
                  <a:gd name="T55" fmla="*/ 2194 h 2195"/>
                  <a:gd name="T56" fmla="*/ 1535 w 2193"/>
                  <a:gd name="T57" fmla="*/ 2194 h 2195"/>
                  <a:gd name="T58" fmla="*/ 1489 w 2193"/>
                  <a:gd name="T59" fmla="*/ 1445 h 2195"/>
                  <a:gd name="T60" fmla="*/ 1632 w 2193"/>
                  <a:gd name="T61" fmla="*/ 1104 h 2195"/>
                  <a:gd name="T62" fmla="*/ 1771 w 2193"/>
                  <a:gd name="T63" fmla="*/ 291 h 2195"/>
                  <a:gd name="T64" fmla="*/ 1614 w 2193"/>
                  <a:gd name="T65" fmla="*/ 975 h 2195"/>
                  <a:gd name="T66" fmla="*/ 1360 w 2193"/>
                  <a:gd name="T67" fmla="*/ 0 h 2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193" h="2195">
                    <a:moveTo>
                      <a:pt x="546" y="1012"/>
                    </a:moveTo>
                    <a:lnTo>
                      <a:pt x="1244" y="1012"/>
                    </a:lnTo>
                    <a:lnTo>
                      <a:pt x="1244" y="1187"/>
                    </a:lnTo>
                    <a:lnTo>
                      <a:pt x="934" y="1589"/>
                    </a:lnTo>
                    <a:lnTo>
                      <a:pt x="1249" y="1589"/>
                    </a:lnTo>
                    <a:lnTo>
                      <a:pt x="1249" y="1764"/>
                    </a:lnTo>
                    <a:lnTo>
                      <a:pt x="925" y="1764"/>
                    </a:lnTo>
                    <a:lnTo>
                      <a:pt x="925" y="2194"/>
                    </a:lnTo>
                    <a:lnTo>
                      <a:pt x="439" y="2194"/>
                    </a:lnTo>
                    <a:lnTo>
                      <a:pt x="439" y="2032"/>
                    </a:lnTo>
                    <a:lnTo>
                      <a:pt x="597" y="2032"/>
                    </a:lnTo>
                    <a:lnTo>
                      <a:pt x="597" y="1764"/>
                    </a:lnTo>
                    <a:lnTo>
                      <a:pt x="65" y="1764"/>
                    </a:lnTo>
                    <a:lnTo>
                      <a:pt x="65" y="1589"/>
                    </a:lnTo>
                    <a:lnTo>
                      <a:pt x="537" y="1589"/>
                    </a:lnTo>
                    <a:lnTo>
                      <a:pt x="856" y="1187"/>
                    </a:lnTo>
                    <a:lnTo>
                      <a:pt x="453" y="1187"/>
                    </a:lnTo>
                    <a:lnTo>
                      <a:pt x="292" y="1455"/>
                    </a:lnTo>
                    <a:lnTo>
                      <a:pt x="0" y="1455"/>
                    </a:lnTo>
                    <a:lnTo>
                      <a:pt x="167" y="1187"/>
                    </a:lnTo>
                    <a:lnTo>
                      <a:pt x="65" y="1187"/>
                    </a:lnTo>
                    <a:lnTo>
                      <a:pt x="65" y="1012"/>
                    </a:lnTo>
                    <a:lnTo>
                      <a:pt x="255" y="1012"/>
                    </a:lnTo>
                    <a:lnTo>
                      <a:pt x="361" y="809"/>
                    </a:lnTo>
                    <a:lnTo>
                      <a:pt x="56" y="809"/>
                    </a:lnTo>
                    <a:lnTo>
                      <a:pt x="56" y="628"/>
                    </a:lnTo>
                    <a:lnTo>
                      <a:pt x="366" y="628"/>
                    </a:lnTo>
                    <a:lnTo>
                      <a:pt x="366" y="319"/>
                    </a:lnTo>
                    <a:lnTo>
                      <a:pt x="125" y="319"/>
                    </a:lnTo>
                    <a:lnTo>
                      <a:pt x="125" y="148"/>
                    </a:lnTo>
                    <a:lnTo>
                      <a:pt x="366" y="148"/>
                    </a:lnTo>
                    <a:lnTo>
                      <a:pt x="366" y="0"/>
                    </a:lnTo>
                    <a:lnTo>
                      <a:pt x="680" y="0"/>
                    </a:lnTo>
                    <a:lnTo>
                      <a:pt x="680" y="148"/>
                    </a:lnTo>
                    <a:lnTo>
                      <a:pt x="934" y="148"/>
                    </a:lnTo>
                    <a:lnTo>
                      <a:pt x="934" y="319"/>
                    </a:lnTo>
                    <a:lnTo>
                      <a:pt x="680" y="319"/>
                    </a:lnTo>
                    <a:lnTo>
                      <a:pt x="680" y="628"/>
                    </a:lnTo>
                    <a:lnTo>
                      <a:pt x="846" y="628"/>
                    </a:lnTo>
                    <a:lnTo>
                      <a:pt x="1022" y="64"/>
                    </a:lnTo>
                    <a:lnTo>
                      <a:pt x="1272" y="64"/>
                    </a:lnTo>
                    <a:lnTo>
                      <a:pt x="1115" y="628"/>
                    </a:lnTo>
                    <a:lnTo>
                      <a:pt x="1244" y="628"/>
                    </a:lnTo>
                    <a:lnTo>
                      <a:pt x="1244" y="809"/>
                    </a:lnTo>
                    <a:lnTo>
                      <a:pt x="652" y="809"/>
                    </a:lnTo>
                    <a:lnTo>
                      <a:pt x="546" y="1012"/>
                    </a:lnTo>
                    <a:close/>
                    <a:moveTo>
                      <a:pt x="1360" y="0"/>
                    </a:moveTo>
                    <a:lnTo>
                      <a:pt x="1683" y="0"/>
                    </a:lnTo>
                    <a:lnTo>
                      <a:pt x="1679" y="115"/>
                    </a:lnTo>
                    <a:lnTo>
                      <a:pt x="2183" y="115"/>
                    </a:lnTo>
                    <a:lnTo>
                      <a:pt x="2183" y="291"/>
                    </a:lnTo>
                    <a:lnTo>
                      <a:pt x="2113" y="291"/>
                    </a:lnTo>
                    <a:lnTo>
                      <a:pt x="2113" y="739"/>
                    </a:lnTo>
                    <a:lnTo>
                      <a:pt x="1868" y="1427"/>
                    </a:lnTo>
                    <a:lnTo>
                      <a:pt x="2192" y="2194"/>
                    </a:lnTo>
                    <a:lnTo>
                      <a:pt x="1836" y="2194"/>
                    </a:lnTo>
                    <a:lnTo>
                      <a:pt x="1683" y="1834"/>
                    </a:lnTo>
                    <a:lnTo>
                      <a:pt x="1535" y="2194"/>
                    </a:lnTo>
                    <a:lnTo>
                      <a:pt x="1175" y="2194"/>
                    </a:lnTo>
                    <a:lnTo>
                      <a:pt x="1489" y="1445"/>
                    </a:lnTo>
                    <a:lnTo>
                      <a:pt x="1355" y="1104"/>
                    </a:lnTo>
                    <a:lnTo>
                      <a:pt x="1632" y="1104"/>
                    </a:lnTo>
                    <a:lnTo>
                      <a:pt x="1771" y="698"/>
                    </a:lnTo>
                    <a:lnTo>
                      <a:pt x="1771" y="291"/>
                    </a:lnTo>
                    <a:lnTo>
                      <a:pt x="1669" y="291"/>
                    </a:lnTo>
                    <a:lnTo>
                      <a:pt x="1614" y="975"/>
                    </a:lnTo>
                    <a:lnTo>
                      <a:pt x="1281" y="975"/>
                    </a:lnTo>
                    <a:lnTo>
                      <a:pt x="1360" y="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50" name="Freeform 18">
                <a:extLst>
                  <a:ext uri="{FF2B5EF4-FFF2-40B4-BE49-F238E27FC236}">
                    <a16:creationId xmlns:a16="http://schemas.microsoft.com/office/drawing/2014/main" id="{74855C05-5F16-C049-9443-A35BB82DE2CF}"/>
                  </a:ext>
                </a:extLst>
              </p:cNvPr>
              <p:cNvSpPr>
                <a:spLocks noChangeArrowheads="1"/>
              </p:cNvSpPr>
              <p:nvPr/>
            </p:nvSpPr>
            <p:spPr bwMode="auto">
              <a:xfrm>
                <a:off x="4374864" y="702500"/>
                <a:ext cx="369000" cy="355874"/>
              </a:xfrm>
              <a:custGeom>
                <a:avLst/>
                <a:gdLst>
                  <a:gd name="T0" fmla="*/ 1447 w 2230"/>
                  <a:gd name="T1" fmla="*/ 1118 h 2150"/>
                  <a:gd name="T2" fmla="*/ 2229 w 2230"/>
                  <a:gd name="T3" fmla="*/ 1405 h 2150"/>
                  <a:gd name="T4" fmla="*/ 1545 w 2230"/>
                  <a:gd name="T5" fmla="*/ 1405 h 2150"/>
                  <a:gd name="T6" fmla="*/ 1078 w 2230"/>
                  <a:gd name="T7" fmla="*/ 1252 h 2150"/>
                  <a:gd name="T8" fmla="*/ 652 w 2230"/>
                  <a:gd name="T9" fmla="*/ 1405 h 2150"/>
                  <a:gd name="T10" fmla="*/ 0 w 2230"/>
                  <a:gd name="T11" fmla="*/ 1405 h 2150"/>
                  <a:gd name="T12" fmla="*/ 726 w 2230"/>
                  <a:gd name="T13" fmla="*/ 1137 h 2150"/>
                  <a:gd name="T14" fmla="*/ 222 w 2230"/>
                  <a:gd name="T15" fmla="*/ 976 h 2150"/>
                  <a:gd name="T16" fmla="*/ 361 w 2230"/>
                  <a:gd name="T17" fmla="*/ 745 h 2150"/>
                  <a:gd name="T18" fmla="*/ 88 w 2230"/>
                  <a:gd name="T19" fmla="*/ 745 h 2150"/>
                  <a:gd name="T20" fmla="*/ 88 w 2230"/>
                  <a:gd name="T21" fmla="*/ 583 h 2150"/>
                  <a:gd name="T22" fmla="*/ 467 w 2230"/>
                  <a:gd name="T23" fmla="*/ 583 h 2150"/>
                  <a:gd name="T24" fmla="*/ 550 w 2230"/>
                  <a:gd name="T25" fmla="*/ 444 h 2150"/>
                  <a:gd name="T26" fmla="*/ 902 w 2230"/>
                  <a:gd name="T27" fmla="*/ 444 h 2150"/>
                  <a:gd name="T28" fmla="*/ 823 w 2230"/>
                  <a:gd name="T29" fmla="*/ 583 h 2150"/>
                  <a:gd name="T30" fmla="*/ 2146 w 2230"/>
                  <a:gd name="T31" fmla="*/ 583 h 2150"/>
                  <a:gd name="T32" fmla="*/ 2146 w 2230"/>
                  <a:gd name="T33" fmla="*/ 745 h 2150"/>
                  <a:gd name="T34" fmla="*/ 1910 w 2230"/>
                  <a:gd name="T35" fmla="*/ 745 h 2150"/>
                  <a:gd name="T36" fmla="*/ 1910 w 2230"/>
                  <a:gd name="T37" fmla="*/ 957 h 2150"/>
                  <a:gd name="T38" fmla="*/ 1447 w 2230"/>
                  <a:gd name="T39" fmla="*/ 1118 h 2150"/>
                  <a:gd name="T40" fmla="*/ 56 w 2230"/>
                  <a:gd name="T41" fmla="*/ 2126 h 2150"/>
                  <a:gd name="T42" fmla="*/ 426 w 2230"/>
                  <a:gd name="T43" fmla="*/ 1733 h 2150"/>
                  <a:gd name="T44" fmla="*/ 819 w 2230"/>
                  <a:gd name="T45" fmla="*/ 1733 h 2150"/>
                  <a:gd name="T46" fmla="*/ 463 w 2230"/>
                  <a:gd name="T47" fmla="*/ 2126 h 2150"/>
                  <a:gd name="T48" fmla="*/ 56 w 2230"/>
                  <a:gd name="T49" fmla="*/ 2126 h 2150"/>
                  <a:gd name="T50" fmla="*/ 1817 w 2230"/>
                  <a:gd name="T51" fmla="*/ 490 h 2150"/>
                  <a:gd name="T52" fmla="*/ 1817 w 2230"/>
                  <a:gd name="T53" fmla="*/ 292 h 2150"/>
                  <a:gd name="T54" fmla="*/ 412 w 2230"/>
                  <a:gd name="T55" fmla="*/ 292 h 2150"/>
                  <a:gd name="T56" fmla="*/ 412 w 2230"/>
                  <a:gd name="T57" fmla="*/ 490 h 2150"/>
                  <a:gd name="T58" fmla="*/ 88 w 2230"/>
                  <a:gd name="T59" fmla="*/ 490 h 2150"/>
                  <a:gd name="T60" fmla="*/ 88 w 2230"/>
                  <a:gd name="T61" fmla="*/ 121 h 2150"/>
                  <a:gd name="T62" fmla="*/ 925 w 2230"/>
                  <a:gd name="T63" fmla="*/ 121 h 2150"/>
                  <a:gd name="T64" fmla="*/ 925 w 2230"/>
                  <a:gd name="T65" fmla="*/ 0 h 2150"/>
                  <a:gd name="T66" fmla="*/ 1290 w 2230"/>
                  <a:gd name="T67" fmla="*/ 0 h 2150"/>
                  <a:gd name="T68" fmla="*/ 1290 w 2230"/>
                  <a:gd name="T69" fmla="*/ 121 h 2150"/>
                  <a:gd name="T70" fmla="*/ 2146 w 2230"/>
                  <a:gd name="T71" fmla="*/ 121 h 2150"/>
                  <a:gd name="T72" fmla="*/ 2146 w 2230"/>
                  <a:gd name="T73" fmla="*/ 490 h 2150"/>
                  <a:gd name="T74" fmla="*/ 1817 w 2230"/>
                  <a:gd name="T75" fmla="*/ 490 h 2150"/>
                  <a:gd name="T76" fmla="*/ 1281 w 2230"/>
                  <a:gd name="T77" fmla="*/ 1368 h 2150"/>
                  <a:gd name="T78" fmla="*/ 1281 w 2230"/>
                  <a:gd name="T79" fmla="*/ 1497 h 2150"/>
                  <a:gd name="T80" fmla="*/ 2146 w 2230"/>
                  <a:gd name="T81" fmla="*/ 1497 h 2150"/>
                  <a:gd name="T82" fmla="*/ 2146 w 2230"/>
                  <a:gd name="T83" fmla="*/ 1668 h 2150"/>
                  <a:gd name="T84" fmla="*/ 1281 w 2230"/>
                  <a:gd name="T85" fmla="*/ 1668 h 2150"/>
                  <a:gd name="T86" fmla="*/ 1281 w 2230"/>
                  <a:gd name="T87" fmla="*/ 2149 h 2150"/>
                  <a:gd name="T88" fmla="*/ 944 w 2230"/>
                  <a:gd name="T89" fmla="*/ 2149 h 2150"/>
                  <a:gd name="T90" fmla="*/ 944 w 2230"/>
                  <a:gd name="T91" fmla="*/ 1668 h 2150"/>
                  <a:gd name="T92" fmla="*/ 88 w 2230"/>
                  <a:gd name="T93" fmla="*/ 1668 h 2150"/>
                  <a:gd name="T94" fmla="*/ 88 w 2230"/>
                  <a:gd name="T95" fmla="*/ 1497 h 2150"/>
                  <a:gd name="T96" fmla="*/ 944 w 2230"/>
                  <a:gd name="T97" fmla="*/ 1497 h 2150"/>
                  <a:gd name="T98" fmla="*/ 944 w 2230"/>
                  <a:gd name="T99" fmla="*/ 1368 h 2150"/>
                  <a:gd name="T100" fmla="*/ 1281 w 2230"/>
                  <a:gd name="T101" fmla="*/ 1368 h 2150"/>
                  <a:gd name="T102" fmla="*/ 1115 w 2230"/>
                  <a:gd name="T103" fmla="*/ 999 h 2150"/>
                  <a:gd name="T104" fmla="*/ 1568 w 2230"/>
                  <a:gd name="T105" fmla="*/ 832 h 2150"/>
                  <a:gd name="T106" fmla="*/ 1568 w 2230"/>
                  <a:gd name="T107" fmla="*/ 745 h 2150"/>
                  <a:gd name="T108" fmla="*/ 726 w 2230"/>
                  <a:gd name="T109" fmla="*/ 745 h 2150"/>
                  <a:gd name="T110" fmla="*/ 675 w 2230"/>
                  <a:gd name="T111" fmla="*/ 837 h 2150"/>
                  <a:gd name="T112" fmla="*/ 1115 w 2230"/>
                  <a:gd name="T113" fmla="*/ 999 h 2150"/>
                  <a:gd name="T114" fmla="*/ 2192 w 2230"/>
                  <a:gd name="T115" fmla="*/ 2126 h 2150"/>
                  <a:gd name="T116" fmla="*/ 1776 w 2230"/>
                  <a:gd name="T117" fmla="*/ 2126 h 2150"/>
                  <a:gd name="T118" fmla="*/ 1420 w 2230"/>
                  <a:gd name="T119" fmla="*/ 1733 h 2150"/>
                  <a:gd name="T120" fmla="*/ 1827 w 2230"/>
                  <a:gd name="T121" fmla="*/ 1733 h 2150"/>
                  <a:gd name="T122" fmla="*/ 2192 w 2230"/>
                  <a:gd name="T123" fmla="*/ 2126 h 2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230" h="2150">
                    <a:moveTo>
                      <a:pt x="1447" y="1118"/>
                    </a:moveTo>
                    <a:lnTo>
                      <a:pt x="2229" y="1405"/>
                    </a:lnTo>
                    <a:lnTo>
                      <a:pt x="1545" y="1405"/>
                    </a:lnTo>
                    <a:lnTo>
                      <a:pt x="1078" y="1252"/>
                    </a:lnTo>
                    <a:lnTo>
                      <a:pt x="652" y="1405"/>
                    </a:lnTo>
                    <a:lnTo>
                      <a:pt x="0" y="1405"/>
                    </a:lnTo>
                    <a:lnTo>
                      <a:pt x="726" y="1137"/>
                    </a:lnTo>
                    <a:lnTo>
                      <a:pt x="222" y="976"/>
                    </a:lnTo>
                    <a:lnTo>
                      <a:pt x="361" y="745"/>
                    </a:lnTo>
                    <a:lnTo>
                      <a:pt x="88" y="745"/>
                    </a:lnTo>
                    <a:lnTo>
                      <a:pt x="88" y="583"/>
                    </a:lnTo>
                    <a:lnTo>
                      <a:pt x="467" y="583"/>
                    </a:lnTo>
                    <a:lnTo>
                      <a:pt x="550" y="444"/>
                    </a:lnTo>
                    <a:lnTo>
                      <a:pt x="902" y="444"/>
                    </a:lnTo>
                    <a:lnTo>
                      <a:pt x="823" y="583"/>
                    </a:lnTo>
                    <a:lnTo>
                      <a:pt x="2146" y="583"/>
                    </a:lnTo>
                    <a:lnTo>
                      <a:pt x="2146" y="745"/>
                    </a:lnTo>
                    <a:lnTo>
                      <a:pt x="1910" y="745"/>
                    </a:lnTo>
                    <a:lnTo>
                      <a:pt x="1910" y="957"/>
                    </a:lnTo>
                    <a:lnTo>
                      <a:pt x="1447" y="1118"/>
                    </a:lnTo>
                    <a:close/>
                    <a:moveTo>
                      <a:pt x="56" y="2126"/>
                    </a:moveTo>
                    <a:lnTo>
                      <a:pt x="426" y="1733"/>
                    </a:lnTo>
                    <a:lnTo>
                      <a:pt x="819" y="1733"/>
                    </a:lnTo>
                    <a:lnTo>
                      <a:pt x="463" y="2126"/>
                    </a:lnTo>
                    <a:lnTo>
                      <a:pt x="56" y="2126"/>
                    </a:lnTo>
                    <a:close/>
                    <a:moveTo>
                      <a:pt x="1817" y="490"/>
                    </a:moveTo>
                    <a:lnTo>
                      <a:pt x="1817" y="292"/>
                    </a:lnTo>
                    <a:lnTo>
                      <a:pt x="412" y="292"/>
                    </a:lnTo>
                    <a:lnTo>
                      <a:pt x="412" y="490"/>
                    </a:lnTo>
                    <a:lnTo>
                      <a:pt x="88" y="490"/>
                    </a:lnTo>
                    <a:lnTo>
                      <a:pt x="88" y="121"/>
                    </a:lnTo>
                    <a:lnTo>
                      <a:pt x="925" y="121"/>
                    </a:lnTo>
                    <a:lnTo>
                      <a:pt x="925" y="0"/>
                    </a:lnTo>
                    <a:lnTo>
                      <a:pt x="1290" y="0"/>
                    </a:lnTo>
                    <a:lnTo>
                      <a:pt x="1290" y="121"/>
                    </a:lnTo>
                    <a:lnTo>
                      <a:pt x="2146" y="121"/>
                    </a:lnTo>
                    <a:lnTo>
                      <a:pt x="2146" y="490"/>
                    </a:lnTo>
                    <a:lnTo>
                      <a:pt x="1817" y="490"/>
                    </a:lnTo>
                    <a:close/>
                    <a:moveTo>
                      <a:pt x="1281" y="1368"/>
                    </a:moveTo>
                    <a:lnTo>
                      <a:pt x="1281" y="1497"/>
                    </a:lnTo>
                    <a:lnTo>
                      <a:pt x="2146" y="1497"/>
                    </a:lnTo>
                    <a:lnTo>
                      <a:pt x="2146" y="1668"/>
                    </a:lnTo>
                    <a:lnTo>
                      <a:pt x="1281" y="1668"/>
                    </a:lnTo>
                    <a:lnTo>
                      <a:pt x="1281" y="2149"/>
                    </a:lnTo>
                    <a:lnTo>
                      <a:pt x="944" y="2149"/>
                    </a:lnTo>
                    <a:lnTo>
                      <a:pt x="944" y="1668"/>
                    </a:lnTo>
                    <a:lnTo>
                      <a:pt x="88" y="1668"/>
                    </a:lnTo>
                    <a:lnTo>
                      <a:pt x="88" y="1497"/>
                    </a:lnTo>
                    <a:lnTo>
                      <a:pt x="944" y="1497"/>
                    </a:lnTo>
                    <a:lnTo>
                      <a:pt x="944" y="1368"/>
                    </a:lnTo>
                    <a:lnTo>
                      <a:pt x="1281" y="1368"/>
                    </a:lnTo>
                    <a:close/>
                    <a:moveTo>
                      <a:pt x="1115" y="999"/>
                    </a:moveTo>
                    <a:lnTo>
                      <a:pt x="1568" y="832"/>
                    </a:lnTo>
                    <a:lnTo>
                      <a:pt x="1568" y="745"/>
                    </a:lnTo>
                    <a:lnTo>
                      <a:pt x="726" y="745"/>
                    </a:lnTo>
                    <a:lnTo>
                      <a:pt x="675" y="837"/>
                    </a:lnTo>
                    <a:lnTo>
                      <a:pt x="1115" y="999"/>
                    </a:lnTo>
                    <a:close/>
                    <a:moveTo>
                      <a:pt x="2192" y="2126"/>
                    </a:moveTo>
                    <a:lnTo>
                      <a:pt x="1776" y="2126"/>
                    </a:lnTo>
                    <a:lnTo>
                      <a:pt x="1420" y="1733"/>
                    </a:lnTo>
                    <a:lnTo>
                      <a:pt x="1827" y="1733"/>
                    </a:lnTo>
                    <a:lnTo>
                      <a:pt x="2192" y="2126"/>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51" name="Freeform 19">
                <a:extLst>
                  <a:ext uri="{FF2B5EF4-FFF2-40B4-BE49-F238E27FC236}">
                    <a16:creationId xmlns:a16="http://schemas.microsoft.com/office/drawing/2014/main" id="{F26716A7-ED33-4E4F-BADB-2E2D22363495}"/>
                  </a:ext>
                </a:extLst>
              </p:cNvPr>
              <p:cNvSpPr>
                <a:spLocks noChangeArrowheads="1"/>
              </p:cNvSpPr>
              <p:nvPr/>
            </p:nvSpPr>
            <p:spPr bwMode="auto">
              <a:xfrm>
                <a:off x="4758449" y="696666"/>
                <a:ext cx="376293" cy="364625"/>
              </a:xfrm>
              <a:custGeom>
                <a:avLst/>
                <a:gdLst>
                  <a:gd name="T0" fmla="*/ 615 w 2276"/>
                  <a:gd name="T1" fmla="*/ 943 h 2205"/>
                  <a:gd name="T2" fmla="*/ 897 w 2276"/>
                  <a:gd name="T3" fmla="*/ 1145 h 2205"/>
                  <a:gd name="T4" fmla="*/ 897 w 2276"/>
                  <a:gd name="T5" fmla="*/ 1548 h 2205"/>
                  <a:gd name="T6" fmla="*/ 583 w 2276"/>
                  <a:gd name="T7" fmla="*/ 1330 h 2205"/>
                  <a:gd name="T8" fmla="*/ 583 w 2276"/>
                  <a:gd name="T9" fmla="*/ 2204 h 2205"/>
                  <a:gd name="T10" fmla="*/ 241 w 2276"/>
                  <a:gd name="T11" fmla="*/ 2204 h 2205"/>
                  <a:gd name="T12" fmla="*/ 241 w 2276"/>
                  <a:gd name="T13" fmla="*/ 1478 h 2205"/>
                  <a:gd name="T14" fmla="*/ 0 w 2276"/>
                  <a:gd name="T15" fmla="*/ 1478 h 2205"/>
                  <a:gd name="T16" fmla="*/ 435 w 2276"/>
                  <a:gd name="T17" fmla="*/ 439 h 2205"/>
                  <a:gd name="T18" fmla="*/ 93 w 2276"/>
                  <a:gd name="T19" fmla="*/ 439 h 2205"/>
                  <a:gd name="T20" fmla="*/ 93 w 2276"/>
                  <a:gd name="T21" fmla="*/ 264 h 2205"/>
                  <a:gd name="T22" fmla="*/ 306 w 2276"/>
                  <a:gd name="T23" fmla="*/ 264 h 2205"/>
                  <a:gd name="T24" fmla="*/ 306 w 2276"/>
                  <a:gd name="T25" fmla="*/ 0 h 2205"/>
                  <a:gd name="T26" fmla="*/ 680 w 2276"/>
                  <a:gd name="T27" fmla="*/ 0 h 2205"/>
                  <a:gd name="T28" fmla="*/ 680 w 2276"/>
                  <a:gd name="T29" fmla="*/ 264 h 2205"/>
                  <a:gd name="T30" fmla="*/ 819 w 2276"/>
                  <a:gd name="T31" fmla="*/ 264 h 2205"/>
                  <a:gd name="T32" fmla="*/ 819 w 2276"/>
                  <a:gd name="T33" fmla="*/ 439 h 2205"/>
                  <a:gd name="T34" fmla="*/ 615 w 2276"/>
                  <a:gd name="T35" fmla="*/ 943 h 2205"/>
                  <a:gd name="T36" fmla="*/ 888 w 2276"/>
                  <a:gd name="T37" fmla="*/ 726 h 2205"/>
                  <a:gd name="T38" fmla="*/ 888 w 2276"/>
                  <a:gd name="T39" fmla="*/ 550 h 2205"/>
                  <a:gd name="T40" fmla="*/ 1360 w 2276"/>
                  <a:gd name="T41" fmla="*/ 550 h 2205"/>
                  <a:gd name="T42" fmla="*/ 1360 w 2276"/>
                  <a:gd name="T43" fmla="*/ 0 h 2205"/>
                  <a:gd name="T44" fmla="*/ 1702 w 2276"/>
                  <a:gd name="T45" fmla="*/ 0 h 2205"/>
                  <a:gd name="T46" fmla="*/ 1702 w 2276"/>
                  <a:gd name="T47" fmla="*/ 550 h 2205"/>
                  <a:gd name="T48" fmla="*/ 2178 w 2276"/>
                  <a:gd name="T49" fmla="*/ 550 h 2205"/>
                  <a:gd name="T50" fmla="*/ 2178 w 2276"/>
                  <a:gd name="T51" fmla="*/ 726 h 2205"/>
                  <a:gd name="T52" fmla="*/ 1702 w 2276"/>
                  <a:gd name="T53" fmla="*/ 726 h 2205"/>
                  <a:gd name="T54" fmla="*/ 1702 w 2276"/>
                  <a:gd name="T55" fmla="*/ 1996 h 2205"/>
                  <a:gd name="T56" fmla="*/ 2275 w 2276"/>
                  <a:gd name="T57" fmla="*/ 1996 h 2205"/>
                  <a:gd name="T58" fmla="*/ 2275 w 2276"/>
                  <a:gd name="T59" fmla="*/ 2172 h 2205"/>
                  <a:gd name="T60" fmla="*/ 763 w 2276"/>
                  <a:gd name="T61" fmla="*/ 2172 h 2205"/>
                  <a:gd name="T62" fmla="*/ 763 w 2276"/>
                  <a:gd name="T63" fmla="*/ 1996 h 2205"/>
                  <a:gd name="T64" fmla="*/ 1360 w 2276"/>
                  <a:gd name="T65" fmla="*/ 1996 h 2205"/>
                  <a:gd name="T66" fmla="*/ 1360 w 2276"/>
                  <a:gd name="T67" fmla="*/ 726 h 2205"/>
                  <a:gd name="T68" fmla="*/ 888 w 2276"/>
                  <a:gd name="T69" fmla="*/ 726 h 2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276" h="2205">
                    <a:moveTo>
                      <a:pt x="615" y="943"/>
                    </a:moveTo>
                    <a:lnTo>
                      <a:pt x="897" y="1145"/>
                    </a:lnTo>
                    <a:lnTo>
                      <a:pt x="897" y="1548"/>
                    </a:lnTo>
                    <a:lnTo>
                      <a:pt x="583" y="1330"/>
                    </a:lnTo>
                    <a:lnTo>
                      <a:pt x="583" y="2204"/>
                    </a:lnTo>
                    <a:lnTo>
                      <a:pt x="241" y="2204"/>
                    </a:lnTo>
                    <a:lnTo>
                      <a:pt x="241" y="1478"/>
                    </a:lnTo>
                    <a:lnTo>
                      <a:pt x="0" y="1478"/>
                    </a:lnTo>
                    <a:lnTo>
                      <a:pt x="435" y="439"/>
                    </a:lnTo>
                    <a:lnTo>
                      <a:pt x="93" y="439"/>
                    </a:lnTo>
                    <a:lnTo>
                      <a:pt x="93" y="264"/>
                    </a:lnTo>
                    <a:lnTo>
                      <a:pt x="306" y="264"/>
                    </a:lnTo>
                    <a:lnTo>
                      <a:pt x="306" y="0"/>
                    </a:lnTo>
                    <a:lnTo>
                      <a:pt x="680" y="0"/>
                    </a:lnTo>
                    <a:lnTo>
                      <a:pt x="680" y="264"/>
                    </a:lnTo>
                    <a:lnTo>
                      <a:pt x="819" y="264"/>
                    </a:lnTo>
                    <a:lnTo>
                      <a:pt x="819" y="439"/>
                    </a:lnTo>
                    <a:lnTo>
                      <a:pt x="615" y="943"/>
                    </a:lnTo>
                    <a:close/>
                    <a:moveTo>
                      <a:pt x="888" y="726"/>
                    </a:moveTo>
                    <a:lnTo>
                      <a:pt x="888" y="550"/>
                    </a:lnTo>
                    <a:lnTo>
                      <a:pt x="1360" y="550"/>
                    </a:lnTo>
                    <a:lnTo>
                      <a:pt x="1360" y="0"/>
                    </a:lnTo>
                    <a:lnTo>
                      <a:pt x="1702" y="0"/>
                    </a:lnTo>
                    <a:lnTo>
                      <a:pt x="1702" y="550"/>
                    </a:lnTo>
                    <a:lnTo>
                      <a:pt x="2178" y="550"/>
                    </a:lnTo>
                    <a:lnTo>
                      <a:pt x="2178" y="726"/>
                    </a:lnTo>
                    <a:lnTo>
                      <a:pt x="1702" y="726"/>
                    </a:lnTo>
                    <a:lnTo>
                      <a:pt x="1702" y="1996"/>
                    </a:lnTo>
                    <a:lnTo>
                      <a:pt x="2275" y="1996"/>
                    </a:lnTo>
                    <a:lnTo>
                      <a:pt x="2275" y="2172"/>
                    </a:lnTo>
                    <a:lnTo>
                      <a:pt x="763" y="2172"/>
                    </a:lnTo>
                    <a:lnTo>
                      <a:pt x="763" y="1996"/>
                    </a:lnTo>
                    <a:lnTo>
                      <a:pt x="1360" y="1996"/>
                    </a:lnTo>
                    <a:lnTo>
                      <a:pt x="1360" y="726"/>
                    </a:lnTo>
                    <a:lnTo>
                      <a:pt x="888" y="726"/>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52" name="Freeform 20">
                <a:extLst>
                  <a:ext uri="{FF2B5EF4-FFF2-40B4-BE49-F238E27FC236}">
                    <a16:creationId xmlns:a16="http://schemas.microsoft.com/office/drawing/2014/main" id="{A25A530F-4DF9-E348-A512-A3FC76E2497C}"/>
                  </a:ext>
                </a:extLst>
              </p:cNvPr>
              <p:cNvSpPr>
                <a:spLocks noChangeArrowheads="1"/>
              </p:cNvSpPr>
              <p:nvPr/>
            </p:nvSpPr>
            <p:spPr bwMode="auto">
              <a:xfrm>
                <a:off x="5179226" y="705417"/>
                <a:ext cx="328891" cy="352227"/>
              </a:xfrm>
              <a:custGeom>
                <a:avLst/>
                <a:gdLst>
                  <a:gd name="T0" fmla="*/ 1979 w 1990"/>
                  <a:gd name="T1" fmla="*/ 176 h 2131"/>
                  <a:gd name="T2" fmla="*/ 343 w 1990"/>
                  <a:gd name="T3" fmla="*/ 176 h 2131"/>
                  <a:gd name="T4" fmla="*/ 343 w 1990"/>
                  <a:gd name="T5" fmla="*/ 1954 h 2131"/>
                  <a:gd name="T6" fmla="*/ 1989 w 1990"/>
                  <a:gd name="T7" fmla="*/ 1954 h 2131"/>
                  <a:gd name="T8" fmla="*/ 1989 w 1990"/>
                  <a:gd name="T9" fmla="*/ 2130 h 2131"/>
                  <a:gd name="T10" fmla="*/ 0 w 1990"/>
                  <a:gd name="T11" fmla="*/ 2130 h 2131"/>
                  <a:gd name="T12" fmla="*/ 0 w 1990"/>
                  <a:gd name="T13" fmla="*/ 0 h 2131"/>
                  <a:gd name="T14" fmla="*/ 1979 w 1990"/>
                  <a:gd name="T15" fmla="*/ 0 h 2131"/>
                  <a:gd name="T16" fmla="*/ 1979 w 1990"/>
                  <a:gd name="T17" fmla="*/ 176 h 2131"/>
                  <a:gd name="T18" fmla="*/ 958 w 1990"/>
                  <a:gd name="T19" fmla="*/ 1063 h 2131"/>
                  <a:gd name="T20" fmla="*/ 421 w 1990"/>
                  <a:gd name="T21" fmla="*/ 310 h 2131"/>
                  <a:gd name="T22" fmla="*/ 847 w 1990"/>
                  <a:gd name="T23" fmla="*/ 310 h 2131"/>
                  <a:gd name="T24" fmla="*/ 1166 w 1990"/>
                  <a:gd name="T25" fmla="*/ 763 h 2131"/>
                  <a:gd name="T26" fmla="*/ 1475 w 1990"/>
                  <a:gd name="T27" fmla="*/ 310 h 2131"/>
                  <a:gd name="T28" fmla="*/ 1887 w 1990"/>
                  <a:gd name="T29" fmla="*/ 310 h 2131"/>
                  <a:gd name="T30" fmla="*/ 1378 w 1990"/>
                  <a:gd name="T31" fmla="*/ 1058 h 2131"/>
                  <a:gd name="T32" fmla="*/ 1924 w 1990"/>
                  <a:gd name="T33" fmla="*/ 1829 h 2131"/>
                  <a:gd name="T34" fmla="*/ 1508 w 1990"/>
                  <a:gd name="T35" fmla="*/ 1829 h 2131"/>
                  <a:gd name="T36" fmla="*/ 1175 w 1990"/>
                  <a:gd name="T37" fmla="*/ 1358 h 2131"/>
                  <a:gd name="T38" fmla="*/ 860 w 1990"/>
                  <a:gd name="T39" fmla="*/ 1829 h 2131"/>
                  <a:gd name="T40" fmla="*/ 440 w 1990"/>
                  <a:gd name="T41" fmla="*/ 1829 h 2131"/>
                  <a:gd name="T42" fmla="*/ 958 w 1990"/>
                  <a:gd name="T43" fmla="*/ 1063 h 2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90" h="2131">
                    <a:moveTo>
                      <a:pt x="1979" y="176"/>
                    </a:moveTo>
                    <a:lnTo>
                      <a:pt x="343" y="176"/>
                    </a:lnTo>
                    <a:lnTo>
                      <a:pt x="343" y="1954"/>
                    </a:lnTo>
                    <a:lnTo>
                      <a:pt x="1989" y="1954"/>
                    </a:lnTo>
                    <a:lnTo>
                      <a:pt x="1989" y="2130"/>
                    </a:lnTo>
                    <a:lnTo>
                      <a:pt x="0" y="2130"/>
                    </a:lnTo>
                    <a:lnTo>
                      <a:pt x="0" y="0"/>
                    </a:lnTo>
                    <a:lnTo>
                      <a:pt x="1979" y="0"/>
                    </a:lnTo>
                    <a:lnTo>
                      <a:pt x="1979" y="176"/>
                    </a:lnTo>
                    <a:close/>
                    <a:moveTo>
                      <a:pt x="958" y="1063"/>
                    </a:moveTo>
                    <a:lnTo>
                      <a:pt x="421" y="310"/>
                    </a:lnTo>
                    <a:lnTo>
                      <a:pt x="847" y="310"/>
                    </a:lnTo>
                    <a:lnTo>
                      <a:pt x="1166" y="763"/>
                    </a:lnTo>
                    <a:lnTo>
                      <a:pt x="1475" y="310"/>
                    </a:lnTo>
                    <a:lnTo>
                      <a:pt x="1887" y="310"/>
                    </a:lnTo>
                    <a:lnTo>
                      <a:pt x="1378" y="1058"/>
                    </a:lnTo>
                    <a:lnTo>
                      <a:pt x="1924" y="1829"/>
                    </a:lnTo>
                    <a:lnTo>
                      <a:pt x="1508" y="1829"/>
                    </a:lnTo>
                    <a:lnTo>
                      <a:pt x="1175" y="1358"/>
                    </a:lnTo>
                    <a:lnTo>
                      <a:pt x="860" y="1829"/>
                    </a:lnTo>
                    <a:lnTo>
                      <a:pt x="440" y="1829"/>
                    </a:lnTo>
                    <a:lnTo>
                      <a:pt x="958" y="1063"/>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dirty="0"/>
              </a:p>
            </p:txBody>
          </p:sp>
        </p:grpSp>
      </p:grpSp>
      <p:cxnSp>
        <p:nvCxnSpPr>
          <p:cNvPr id="64" name="直线连接符 63">
            <a:extLst>
              <a:ext uri="{FF2B5EF4-FFF2-40B4-BE49-F238E27FC236}">
                <a16:creationId xmlns:a16="http://schemas.microsoft.com/office/drawing/2014/main" id="{06B569DB-EE88-CB4A-A634-A7CA45E81663}"/>
              </a:ext>
            </a:extLst>
          </p:cNvPr>
          <p:cNvCxnSpPr>
            <a:cxnSpLocks/>
          </p:cNvCxnSpPr>
          <p:nvPr userDrawn="1"/>
        </p:nvCxnSpPr>
        <p:spPr>
          <a:xfrm>
            <a:off x="7279051" y="526775"/>
            <a:ext cx="0" cy="503679"/>
          </a:xfrm>
          <a:prstGeom prst="line">
            <a:avLst/>
          </a:prstGeom>
          <a:ln w="12700" cap="rnd">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grpSp>
        <p:nvGrpSpPr>
          <p:cNvPr id="65" name="组合 64">
            <a:extLst>
              <a:ext uri="{FF2B5EF4-FFF2-40B4-BE49-F238E27FC236}">
                <a16:creationId xmlns:a16="http://schemas.microsoft.com/office/drawing/2014/main" id="{C69ABA2F-7A98-FE44-912C-23CCE000584E}"/>
              </a:ext>
            </a:extLst>
          </p:cNvPr>
          <p:cNvGrpSpPr/>
          <p:nvPr userDrawn="1"/>
        </p:nvGrpSpPr>
        <p:grpSpPr>
          <a:xfrm>
            <a:off x="7749100" y="426644"/>
            <a:ext cx="695780" cy="369331"/>
            <a:chOff x="1113126" y="809213"/>
            <a:chExt cx="2133357" cy="523762"/>
          </a:xfrm>
          <a:solidFill>
            <a:schemeClr val="bg1">
              <a:lumMod val="75000"/>
            </a:schemeClr>
          </a:solidFill>
        </p:grpSpPr>
        <p:sp>
          <p:nvSpPr>
            <p:cNvPr id="66" name="椭圆 65">
              <a:extLst>
                <a:ext uri="{FF2B5EF4-FFF2-40B4-BE49-F238E27FC236}">
                  <a16:creationId xmlns:a16="http://schemas.microsoft.com/office/drawing/2014/main" id="{5034F0ED-7F0F-A647-8634-57EC9EDD7255}"/>
                </a:ext>
              </a:extLst>
            </p:cNvPr>
            <p:cNvSpPr/>
            <p:nvPr userDrawn="1"/>
          </p:nvSpPr>
          <p:spPr>
            <a:xfrm>
              <a:off x="1113126" y="809213"/>
              <a:ext cx="523762" cy="523762"/>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67" name="椭圆 66">
              <a:extLst>
                <a:ext uri="{FF2B5EF4-FFF2-40B4-BE49-F238E27FC236}">
                  <a16:creationId xmlns:a16="http://schemas.microsoft.com/office/drawing/2014/main" id="{D081D63E-0DB7-F145-BD48-A7D925A71793}"/>
                </a:ext>
              </a:extLst>
            </p:cNvPr>
            <p:cNvSpPr/>
            <p:nvPr userDrawn="1"/>
          </p:nvSpPr>
          <p:spPr>
            <a:xfrm>
              <a:off x="1649658" y="809213"/>
              <a:ext cx="523762" cy="523762"/>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68" name="椭圆 67">
              <a:extLst>
                <a:ext uri="{FF2B5EF4-FFF2-40B4-BE49-F238E27FC236}">
                  <a16:creationId xmlns:a16="http://schemas.microsoft.com/office/drawing/2014/main" id="{DE68830E-1F7F-B045-A86E-6FF9C25B8D77}"/>
                </a:ext>
              </a:extLst>
            </p:cNvPr>
            <p:cNvSpPr/>
            <p:nvPr userDrawn="1"/>
          </p:nvSpPr>
          <p:spPr>
            <a:xfrm>
              <a:off x="2186190" y="809213"/>
              <a:ext cx="523762" cy="523762"/>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69" name="椭圆 68">
              <a:extLst>
                <a:ext uri="{FF2B5EF4-FFF2-40B4-BE49-F238E27FC236}">
                  <a16:creationId xmlns:a16="http://schemas.microsoft.com/office/drawing/2014/main" id="{86747901-9919-AD4B-8F5D-A15F9E1E169D}"/>
                </a:ext>
              </a:extLst>
            </p:cNvPr>
            <p:cNvSpPr/>
            <p:nvPr userDrawn="1"/>
          </p:nvSpPr>
          <p:spPr>
            <a:xfrm>
              <a:off x="2722721" y="809213"/>
              <a:ext cx="523762" cy="523762"/>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grpSp>
      <p:sp>
        <p:nvSpPr>
          <p:cNvPr id="70" name="矩形 69">
            <a:extLst>
              <a:ext uri="{FF2B5EF4-FFF2-40B4-BE49-F238E27FC236}">
                <a16:creationId xmlns:a16="http://schemas.microsoft.com/office/drawing/2014/main" id="{2BB61636-6036-1C48-82CA-04EB1597C9CC}"/>
              </a:ext>
            </a:extLst>
          </p:cNvPr>
          <p:cNvSpPr/>
          <p:nvPr userDrawn="1"/>
        </p:nvSpPr>
        <p:spPr>
          <a:xfrm>
            <a:off x="7677941" y="413133"/>
            <a:ext cx="843822" cy="276999"/>
          </a:xfrm>
          <a:prstGeom prst="rect">
            <a:avLst/>
          </a:prstGeom>
          <a:noFill/>
        </p:spPr>
        <p:txBody>
          <a:bodyPr wrap="none" lIns="68580" tIns="34290" rIns="68580" bIns="34290">
            <a:spAutoFit/>
          </a:bodyPr>
          <a:lstStyle/>
          <a:p>
            <a:pPr algn="ctr"/>
            <a:r>
              <a:rPr lang="zh-CN" altLang="en-US" sz="1350" b="1" cap="none" spc="0" dirty="0">
                <a:ln w="22225">
                  <a:noFill/>
                  <a:prstDash val="solid"/>
                </a:ln>
                <a:solidFill>
                  <a:schemeClr val="accent1">
                    <a:lumMod val="60000"/>
                    <a:lumOff val="40000"/>
                  </a:schemeClr>
                </a:solidFill>
                <a:effectLst/>
              </a:rPr>
              <a:t>我的学校</a:t>
            </a:r>
          </a:p>
        </p:txBody>
      </p:sp>
      <p:grpSp>
        <p:nvGrpSpPr>
          <p:cNvPr id="71" name="组合 70">
            <a:extLst>
              <a:ext uri="{FF2B5EF4-FFF2-40B4-BE49-F238E27FC236}">
                <a16:creationId xmlns:a16="http://schemas.microsoft.com/office/drawing/2014/main" id="{C1D75728-DE08-814F-9EF0-7E9AFB999FE6}"/>
              </a:ext>
            </a:extLst>
          </p:cNvPr>
          <p:cNvGrpSpPr/>
          <p:nvPr userDrawn="1"/>
        </p:nvGrpSpPr>
        <p:grpSpPr>
          <a:xfrm>
            <a:off x="536589" y="634525"/>
            <a:ext cx="302279" cy="321898"/>
            <a:chOff x="1368170" y="664579"/>
            <a:chExt cx="550582" cy="439737"/>
          </a:xfrm>
          <a:solidFill>
            <a:schemeClr val="bg1"/>
          </a:solidFill>
        </p:grpSpPr>
        <p:sp>
          <p:nvSpPr>
            <p:cNvPr id="72" name="Freeform 1">
              <a:extLst>
                <a:ext uri="{FF2B5EF4-FFF2-40B4-BE49-F238E27FC236}">
                  <a16:creationId xmlns:a16="http://schemas.microsoft.com/office/drawing/2014/main" id="{53F1A011-1E52-3140-9C21-8911AB32201B}"/>
                </a:ext>
              </a:extLst>
            </p:cNvPr>
            <p:cNvSpPr>
              <a:spLocks noChangeArrowheads="1"/>
            </p:cNvSpPr>
            <p:nvPr/>
          </p:nvSpPr>
          <p:spPr bwMode="auto">
            <a:xfrm>
              <a:off x="1481203" y="771778"/>
              <a:ext cx="437549" cy="332538"/>
            </a:xfrm>
            <a:custGeom>
              <a:avLst/>
              <a:gdLst>
                <a:gd name="T0" fmla="*/ 25 w 2647"/>
                <a:gd name="T1" fmla="*/ 1478 h 2011"/>
                <a:gd name="T2" fmla="*/ 525 w 2647"/>
                <a:gd name="T3" fmla="*/ 1865 h 2011"/>
                <a:gd name="T4" fmla="*/ 736 w 2647"/>
                <a:gd name="T5" fmla="*/ 1972 h 2011"/>
                <a:gd name="T6" fmla="*/ 940 w 2647"/>
                <a:gd name="T7" fmla="*/ 2010 h 2011"/>
                <a:gd name="T8" fmla="*/ 1078 w 2647"/>
                <a:gd name="T9" fmla="*/ 1991 h 2011"/>
                <a:gd name="T10" fmla="*/ 1286 w 2647"/>
                <a:gd name="T11" fmla="*/ 1894 h 2011"/>
                <a:gd name="T12" fmla="*/ 1506 w 2647"/>
                <a:gd name="T13" fmla="*/ 1715 h 2011"/>
                <a:gd name="T14" fmla="*/ 1506 w 2647"/>
                <a:gd name="T15" fmla="*/ 1715 h 2011"/>
                <a:gd name="T16" fmla="*/ 2630 w 2647"/>
                <a:gd name="T17" fmla="*/ 624 h 2011"/>
                <a:gd name="T18" fmla="*/ 2646 w 2647"/>
                <a:gd name="T19" fmla="*/ 586 h 2011"/>
                <a:gd name="T20" fmla="*/ 2630 w 2647"/>
                <a:gd name="T21" fmla="*/ 548 h 2011"/>
                <a:gd name="T22" fmla="*/ 2090 w 2647"/>
                <a:gd name="T23" fmla="*/ 21 h 2011"/>
                <a:gd name="T24" fmla="*/ 2016 w 2647"/>
                <a:gd name="T25" fmla="*/ 22 h 2011"/>
                <a:gd name="T26" fmla="*/ 2017 w 2647"/>
                <a:gd name="T27" fmla="*/ 96 h 2011"/>
                <a:gd name="T28" fmla="*/ 2518 w 2647"/>
                <a:gd name="T29" fmla="*/ 586 h 2011"/>
                <a:gd name="T30" fmla="*/ 1433 w 2647"/>
                <a:gd name="T31" fmla="*/ 1639 h 2011"/>
                <a:gd name="T32" fmla="*/ 1433 w 2647"/>
                <a:gd name="T33" fmla="*/ 1639 h 2011"/>
                <a:gd name="T34" fmla="*/ 1167 w 2647"/>
                <a:gd name="T35" fmla="*/ 1843 h 2011"/>
                <a:gd name="T36" fmla="*/ 1051 w 2647"/>
                <a:gd name="T37" fmla="*/ 1889 h 2011"/>
                <a:gd name="T38" fmla="*/ 940 w 2647"/>
                <a:gd name="T39" fmla="*/ 1904 h 2011"/>
                <a:gd name="T40" fmla="*/ 772 w 2647"/>
                <a:gd name="T41" fmla="*/ 1872 h 2011"/>
                <a:gd name="T42" fmla="*/ 474 w 2647"/>
                <a:gd name="T43" fmla="*/ 1704 h 2011"/>
                <a:gd name="T44" fmla="*/ 93 w 2647"/>
                <a:gd name="T45" fmla="*/ 1398 h 2011"/>
                <a:gd name="T46" fmla="*/ 19 w 2647"/>
                <a:gd name="T47" fmla="*/ 1404 h 2011"/>
                <a:gd name="T48" fmla="*/ 25 w 2647"/>
                <a:gd name="T49" fmla="*/ 1478 h 20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647" h="2011">
                  <a:moveTo>
                    <a:pt x="25" y="1478"/>
                  </a:moveTo>
                  <a:cubicBezTo>
                    <a:pt x="219" y="1643"/>
                    <a:pt x="380" y="1773"/>
                    <a:pt x="525" y="1865"/>
                  </a:cubicBezTo>
                  <a:cubicBezTo>
                    <a:pt x="598" y="1911"/>
                    <a:pt x="668" y="1947"/>
                    <a:pt x="736" y="1972"/>
                  </a:cubicBezTo>
                  <a:cubicBezTo>
                    <a:pt x="805" y="1996"/>
                    <a:pt x="872" y="2010"/>
                    <a:pt x="940" y="2010"/>
                  </a:cubicBezTo>
                  <a:cubicBezTo>
                    <a:pt x="986" y="2010"/>
                    <a:pt x="1032" y="2004"/>
                    <a:pt x="1078" y="1991"/>
                  </a:cubicBezTo>
                  <a:cubicBezTo>
                    <a:pt x="1147" y="1973"/>
                    <a:pt x="1216" y="1940"/>
                    <a:pt x="1286" y="1894"/>
                  </a:cubicBezTo>
                  <a:cubicBezTo>
                    <a:pt x="1357" y="1848"/>
                    <a:pt x="1429" y="1789"/>
                    <a:pt x="1506" y="1715"/>
                  </a:cubicBezTo>
                  <a:lnTo>
                    <a:pt x="1506" y="1715"/>
                  </a:lnTo>
                  <a:lnTo>
                    <a:pt x="2630" y="624"/>
                  </a:lnTo>
                  <a:cubicBezTo>
                    <a:pt x="2640" y="614"/>
                    <a:pt x="2646" y="600"/>
                    <a:pt x="2646" y="586"/>
                  </a:cubicBezTo>
                  <a:cubicBezTo>
                    <a:pt x="2646" y="572"/>
                    <a:pt x="2641" y="558"/>
                    <a:pt x="2630" y="548"/>
                  </a:cubicBezTo>
                  <a:lnTo>
                    <a:pt x="2090" y="21"/>
                  </a:lnTo>
                  <a:cubicBezTo>
                    <a:pt x="2069" y="0"/>
                    <a:pt x="2036" y="1"/>
                    <a:pt x="2016" y="22"/>
                  </a:cubicBezTo>
                  <a:cubicBezTo>
                    <a:pt x="1995" y="42"/>
                    <a:pt x="1996" y="76"/>
                    <a:pt x="2017" y="96"/>
                  </a:cubicBezTo>
                  <a:lnTo>
                    <a:pt x="2518" y="586"/>
                  </a:lnTo>
                  <a:lnTo>
                    <a:pt x="1433" y="1639"/>
                  </a:lnTo>
                  <a:lnTo>
                    <a:pt x="1433" y="1639"/>
                  </a:lnTo>
                  <a:cubicBezTo>
                    <a:pt x="1335" y="1733"/>
                    <a:pt x="1247" y="1800"/>
                    <a:pt x="1167" y="1843"/>
                  </a:cubicBezTo>
                  <a:cubicBezTo>
                    <a:pt x="1127" y="1864"/>
                    <a:pt x="1088" y="1879"/>
                    <a:pt x="1051" y="1889"/>
                  </a:cubicBezTo>
                  <a:cubicBezTo>
                    <a:pt x="1013" y="1899"/>
                    <a:pt x="977" y="1904"/>
                    <a:pt x="940" y="1904"/>
                  </a:cubicBezTo>
                  <a:cubicBezTo>
                    <a:pt x="886" y="1904"/>
                    <a:pt x="831" y="1894"/>
                    <a:pt x="772" y="1872"/>
                  </a:cubicBezTo>
                  <a:cubicBezTo>
                    <a:pt x="683" y="1840"/>
                    <a:pt x="586" y="1784"/>
                    <a:pt x="474" y="1704"/>
                  </a:cubicBezTo>
                  <a:cubicBezTo>
                    <a:pt x="363" y="1624"/>
                    <a:pt x="238" y="1521"/>
                    <a:pt x="93" y="1398"/>
                  </a:cubicBezTo>
                  <a:cubicBezTo>
                    <a:pt x="71" y="1379"/>
                    <a:pt x="38" y="1382"/>
                    <a:pt x="19" y="1404"/>
                  </a:cubicBezTo>
                  <a:cubicBezTo>
                    <a:pt x="0" y="1426"/>
                    <a:pt x="3" y="1459"/>
                    <a:pt x="25" y="147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73" name="Freeform 2">
              <a:extLst>
                <a:ext uri="{FF2B5EF4-FFF2-40B4-BE49-F238E27FC236}">
                  <a16:creationId xmlns:a16="http://schemas.microsoft.com/office/drawing/2014/main" id="{364873AD-F7AE-3D48-84F0-C71836518975}"/>
                </a:ext>
              </a:extLst>
            </p:cNvPr>
            <p:cNvSpPr>
              <a:spLocks noChangeArrowheads="1"/>
            </p:cNvSpPr>
            <p:nvPr/>
          </p:nvSpPr>
          <p:spPr bwMode="auto">
            <a:xfrm>
              <a:off x="1511832" y="868769"/>
              <a:ext cx="356603" cy="190334"/>
            </a:xfrm>
            <a:custGeom>
              <a:avLst/>
              <a:gdLst>
                <a:gd name="T0" fmla="*/ 15 w 2158"/>
                <a:gd name="T1" fmla="*/ 713 h 1152"/>
                <a:gd name="T2" fmla="*/ 432 w 2158"/>
                <a:gd name="T3" fmla="*/ 1033 h 1152"/>
                <a:gd name="T4" fmla="*/ 605 w 2158"/>
                <a:gd name="T5" fmla="*/ 1120 h 1152"/>
                <a:gd name="T6" fmla="*/ 771 w 2158"/>
                <a:gd name="T7" fmla="*/ 1151 h 1152"/>
                <a:gd name="T8" fmla="*/ 896 w 2158"/>
                <a:gd name="T9" fmla="*/ 1132 h 1152"/>
                <a:gd name="T10" fmla="*/ 1089 w 2158"/>
                <a:gd name="T11" fmla="*/ 1036 h 1152"/>
                <a:gd name="T12" fmla="*/ 1305 w 2158"/>
                <a:gd name="T13" fmla="*/ 856 h 1152"/>
                <a:gd name="T14" fmla="*/ 1305 w 2158"/>
                <a:gd name="T15" fmla="*/ 856 h 1152"/>
                <a:gd name="T16" fmla="*/ 2144 w 2158"/>
                <a:gd name="T17" fmla="*/ 57 h 1152"/>
                <a:gd name="T18" fmla="*/ 2145 w 2158"/>
                <a:gd name="T19" fmla="*/ 13 h 1152"/>
                <a:gd name="T20" fmla="*/ 2100 w 2158"/>
                <a:gd name="T21" fmla="*/ 12 h 1152"/>
                <a:gd name="T22" fmla="*/ 1262 w 2158"/>
                <a:gd name="T23" fmla="*/ 811 h 1152"/>
                <a:gd name="T24" fmla="*/ 1262 w 2158"/>
                <a:gd name="T25" fmla="*/ 811 h 1152"/>
                <a:gd name="T26" fmla="*/ 993 w 2158"/>
                <a:gd name="T27" fmla="*/ 1023 h 1152"/>
                <a:gd name="T28" fmla="*/ 878 w 2158"/>
                <a:gd name="T29" fmla="*/ 1072 h 1152"/>
                <a:gd name="T30" fmla="*/ 771 w 2158"/>
                <a:gd name="T31" fmla="*/ 1088 h 1152"/>
                <a:gd name="T32" fmla="*/ 626 w 2158"/>
                <a:gd name="T33" fmla="*/ 1061 h 1152"/>
                <a:gd name="T34" fmla="*/ 376 w 2158"/>
                <a:gd name="T35" fmla="*/ 920 h 1152"/>
                <a:gd name="T36" fmla="*/ 55 w 2158"/>
                <a:gd name="T37" fmla="*/ 665 h 1152"/>
                <a:gd name="T38" fmla="*/ 11 w 2158"/>
                <a:gd name="T39" fmla="*/ 669 h 1152"/>
                <a:gd name="T40" fmla="*/ 15 w 2158"/>
                <a:gd name="T41" fmla="*/ 713 h 1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58" h="1152">
                  <a:moveTo>
                    <a:pt x="15" y="713"/>
                  </a:moveTo>
                  <a:cubicBezTo>
                    <a:pt x="179" y="850"/>
                    <a:pt x="312" y="958"/>
                    <a:pt x="432" y="1033"/>
                  </a:cubicBezTo>
                  <a:cubicBezTo>
                    <a:pt x="492" y="1071"/>
                    <a:pt x="549" y="1100"/>
                    <a:pt x="605" y="1120"/>
                  </a:cubicBezTo>
                  <a:cubicBezTo>
                    <a:pt x="661" y="1140"/>
                    <a:pt x="716" y="1151"/>
                    <a:pt x="771" y="1151"/>
                  </a:cubicBezTo>
                  <a:cubicBezTo>
                    <a:pt x="812" y="1151"/>
                    <a:pt x="854" y="1145"/>
                    <a:pt x="896" y="1132"/>
                  </a:cubicBezTo>
                  <a:cubicBezTo>
                    <a:pt x="959" y="1114"/>
                    <a:pt x="1022" y="1082"/>
                    <a:pt x="1089" y="1036"/>
                  </a:cubicBezTo>
                  <a:cubicBezTo>
                    <a:pt x="1156" y="990"/>
                    <a:pt x="1227" y="931"/>
                    <a:pt x="1305" y="856"/>
                  </a:cubicBezTo>
                  <a:lnTo>
                    <a:pt x="1305" y="856"/>
                  </a:lnTo>
                  <a:lnTo>
                    <a:pt x="2144" y="57"/>
                  </a:lnTo>
                  <a:cubicBezTo>
                    <a:pt x="2156" y="45"/>
                    <a:pt x="2157" y="25"/>
                    <a:pt x="2145" y="13"/>
                  </a:cubicBezTo>
                  <a:cubicBezTo>
                    <a:pt x="2133" y="0"/>
                    <a:pt x="2113" y="0"/>
                    <a:pt x="2100" y="12"/>
                  </a:cubicBezTo>
                  <a:lnTo>
                    <a:pt x="1262" y="811"/>
                  </a:lnTo>
                  <a:lnTo>
                    <a:pt x="1262" y="811"/>
                  </a:lnTo>
                  <a:cubicBezTo>
                    <a:pt x="1160" y="908"/>
                    <a:pt x="1072" y="978"/>
                    <a:pt x="993" y="1023"/>
                  </a:cubicBezTo>
                  <a:cubicBezTo>
                    <a:pt x="953" y="1045"/>
                    <a:pt x="915" y="1062"/>
                    <a:pt x="878" y="1072"/>
                  </a:cubicBezTo>
                  <a:cubicBezTo>
                    <a:pt x="842" y="1083"/>
                    <a:pt x="806" y="1088"/>
                    <a:pt x="771" y="1088"/>
                  </a:cubicBezTo>
                  <a:cubicBezTo>
                    <a:pt x="724" y="1088"/>
                    <a:pt x="677" y="1079"/>
                    <a:pt x="626" y="1061"/>
                  </a:cubicBezTo>
                  <a:cubicBezTo>
                    <a:pt x="551" y="1034"/>
                    <a:pt x="469" y="987"/>
                    <a:pt x="376" y="920"/>
                  </a:cubicBezTo>
                  <a:cubicBezTo>
                    <a:pt x="282" y="853"/>
                    <a:pt x="177" y="767"/>
                    <a:pt x="55" y="665"/>
                  </a:cubicBezTo>
                  <a:cubicBezTo>
                    <a:pt x="42" y="654"/>
                    <a:pt x="22" y="656"/>
                    <a:pt x="11" y="669"/>
                  </a:cubicBezTo>
                  <a:cubicBezTo>
                    <a:pt x="0" y="682"/>
                    <a:pt x="1" y="702"/>
                    <a:pt x="15" y="71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74" name="Freeform 3">
              <a:extLst>
                <a:ext uri="{FF2B5EF4-FFF2-40B4-BE49-F238E27FC236}">
                  <a16:creationId xmlns:a16="http://schemas.microsoft.com/office/drawing/2014/main" id="{5B03D593-4A0D-DF4E-8474-4FAD50C6BCB7}"/>
                </a:ext>
              </a:extLst>
            </p:cNvPr>
            <p:cNvSpPr>
              <a:spLocks noChangeArrowheads="1"/>
            </p:cNvSpPr>
            <p:nvPr/>
          </p:nvSpPr>
          <p:spPr bwMode="auto">
            <a:xfrm>
              <a:off x="1540273" y="847620"/>
              <a:ext cx="304826" cy="169186"/>
            </a:xfrm>
            <a:custGeom>
              <a:avLst/>
              <a:gdLst>
                <a:gd name="T0" fmla="*/ 12 w 1845"/>
                <a:gd name="T1" fmla="*/ 672 h 1022"/>
                <a:gd name="T2" fmla="*/ 350 w 1845"/>
                <a:gd name="T3" fmla="*/ 928 h 1022"/>
                <a:gd name="T4" fmla="*/ 488 w 1845"/>
                <a:gd name="T5" fmla="*/ 997 h 1022"/>
                <a:gd name="T6" fmla="*/ 620 w 1845"/>
                <a:gd name="T7" fmla="*/ 1021 h 1022"/>
                <a:gd name="T8" fmla="*/ 734 w 1845"/>
                <a:gd name="T9" fmla="*/ 1003 h 1022"/>
                <a:gd name="T10" fmla="*/ 915 w 1845"/>
                <a:gd name="T11" fmla="*/ 905 h 1022"/>
                <a:gd name="T12" fmla="*/ 1129 w 1845"/>
                <a:gd name="T13" fmla="*/ 720 h 1022"/>
                <a:gd name="T14" fmla="*/ 1129 w 1845"/>
                <a:gd name="T15" fmla="*/ 720 h 1022"/>
                <a:gd name="T16" fmla="*/ 1834 w 1845"/>
                <a:gd name="T17" fmla="*/ 42 h 1022"/>
                <a:gd name="T18" fmla="*/ 1835 w 1845"/>
                <a:gd name="T19" fmla="*/ 10 h 1022"/>
                <a:gd name="T20" fmla="*/ 1802 w 1845"/>
                <a:gd name="T21" fmla="*/ 9 h 1022"/>
                <a:gd name="T22" fmla="*/ 1097 w 1845"/>
                <a:gd name="T23" fmla="*/ 687 h 1022"/>
                <a:gd name="T24" fmla="*/ 1097 w 1845"/>
                <a:gd name="T25" fmla="*/ 687 h 1022"/>
                <a:gd name="T26" fmla="*/ 828 w 1845"/>
                <a:gd name="T27" fmla="*/ 907 h 1022"/>
                <a:gd name="T28" fmla="*/ 720 w 1845"/>
                <a:gd name="T29" fmla="*/ 959 h 1022"/>
                <a:gd name="T30" fmla="*/ 620 w 1845"/>
                <a:gd name="T31" fmla="*/ 975 h 1022"/>
                <a:gd name="T32" fmla="*/ 504 w 1845"/>
                <a:gd name="T33" fmla="*/ 954 h 1022"/>
                <a:gd name="T34" fmla="*/ 302 w 1845"/>
                <a:gd name="T35" fmla="*/ 841 h 1022"/>
                <a:gd name="T36" fmla="*/ 41 w 1845"/>
                <a:gd name="T37" fmla="*/ 636 h 1022"/>
                <a:gd name="T38" fmla="*/ 9 w 1845"/>
                <a:gd name="T39" fmla="*/ 640 h 1022"/>
                <a:gd name="T40" fmla="*/ 12 w 1845"/>
                <a:gd name="T41" fmla="*/ 672 h 10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45" h="1022">
                  <a:moveTo>
                    <a:pt x="12" y="672"/>
                  </a:moveTo>
                  <a:cubicBezTo>
                    <a:pt x="146" y="782"/>
                    <a:pt x="254" y="868"/>
                    <a:pt x="350" y="928"/>
                  </a:cubicBezTo>
                  <a:cubicBezTo>
                    <a:pt x="398" y="958"/>
                    <a:pt x="444" y="981"/>
                    <a:pt x="488" y="997"/>
                  </a:cubicBezTo>
                  <a:cubicBezTo>
                    <a:pt x="533" y="1013"/>
                    <a:pt x="576" y="1021"/>
                    <a:pt x="620" y="1021"/>
                  </a:cubicBezTo>
                  <a:cubicBezTo>
                    <a:pt x="658" y="1021"/>
                    <a:pt x="695" y="1015"/>
                    <a:pt x="734" y="1003"/>
                  </a:cubicBezTo>
                  <a:cubicBezTo>
                    <a:pt x="791" y="984"/>
                    <a:pt x="850" y="952"/>
                    <a:pt x="915" y="905"/>
                  </a:cubicBezTo>
                  <a:cubicBezTo>
                    <a:pt x="980" y="858"/>
                    <a:pt x="1050" y="797"/>
                    <a:pt x="1129" y="720"/>
                  </a:cubicBezTo>
                  <a:lnTo>
                    <a:pt x="1129" y="720"/>
                  </a:lnTo>
                  <a:lnTo>
                    <a:pt x="1834" y="42"/>
                  </a:lnTo>
                  <a:cubicBezTo>
                    <a:pt x="1843" y="34"/>
                    <a:pt x="1844" y="19"/>
                    <a:pt x="1835" y="10"/>
                  </a:cubicBezTo>
                  <a:cubicBezTo>
                    <a:pt x="1826" y="1"/>
                    <a:pt x="1811" y="0"/>
                    <a:pt x="1802" y="9"/>
                  </a:cubicBezTo>
                  <a:lnTo>
                    <a:pt x="1097" y="687"/>
                  </a:lnTo>
                  <a:lnTo>
                    <a:pt x="1097" y="687"/>
                  </a:lnTo>
                  <a:cubicBezTo>
                    <a:pt x="992" y="788"/>
                    <a:pt x="905" y="861"/>
                    <a:pt x="828" y="907"/>
                  </a:cubicBezTo>
                  <a:cubicBezTo>
                    <a:pt x="790" y="931"/>
                    <a:pt x="754" y="948"/>
                    <a:pt x="720" y="959"/>
                  </a:cubicBezTo>
                  <a:cubicBezTo>
                    <a:pt x="685" y="970"/>
                    <a:pt x="653" y="975"/>
                    <a:pt x="620" y="975"/>
                  </a:cubicBezTo>
                  <a:cubicBezTo>
                    <a:pt x="582" y="975"/>
                    <a:pt x="544" y="968"/>
                    <a:pt x="504" y="954"/>
                  </a:cubicBezTo>
                  <a:cubicBezTo>
                    <a:pt x="443" y="932"/>
                    <a:pt x="378" y="894"/>
                    <a:pt x="302" y="841"/>
                  </a:cubicBezTo>
                  <a:cubicBezTo>
                    <a:pt x="227" y="787"/>
                    <a:pt x="141" y="718"/>
                    <a:pt x="41" y="636"/>
                  </a:cubicBezTo>
                  <a:cubicBezTo>
                    <a:pt x="31" y="628"/>
                    <a:pt x="17" y="630"/>
                    <a:pt x="9" y="640"/>
                  </a:cubicBezTo>
                  <a:cubicBezTo>
                    <a:pt x="0" y="649"/>
                    <a:pt x="2" y="664"/>
                    <a:pt x="12" y="672"/>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75" name="Freeform 4">
              <a:extLst>
                <a:ext uri="{FF2B5EF4-FFF2-40B4-BE49-F238E27FC236}">
                  <a16:creationId xmlns:a16="http://schemas.microsoft.com/office/drawing/2014/main" id="{1A0E5E70-2235-6044-9E4C-A8D32092980C}"/>
                </a:ext>
              </a:extLst>
            </p:cNvPr>
            <p:cNvSpPr>
              <a:spLocks noChangeArrowheads="1"/>
            </p:cNvSpPr>
            <p:nvPr/>
          </p:nvSpPr>
          <p:spPr bwMode="auto">
            <a:xfrm>
              <a:off x="1568713" y="826472"/>
              <a:ext cx="253050" cy="148037"/>
            </a:xfrm>
            <a:custGeom>
              <a:avLst/>
              <a:gdLst>
                <a:gd name="T0" fmla="*/ 8 w 1531"/>
                <a:gd name="T1" fmla="*/ 630 h 895"/>
                <a:gd name="T2" fmla="*/ 269 w 1531"/>
                <a:gd name="T3" fmla="*/ 824 h 895"/>
                <a:gd name="T4" fmla="*/ 374 w 1531"/>
                <a:gd name="T5" fmla="*/ 876 h 895"/>
                <a:gd name="T6" fmla="*/ 473 w 1531"/>
                <a:gd name="T7" fmla="*/ 894 h 895"/>
                <a:gd name="T8" fmla="*/ 573 w 1531"/>
                <a:gd name="T9" fmla="*/ 875 h 895"/>
                <a:gd name="T10" fmla="*/ 739 w 1531"/>
                <a:gd name="T11" fmla="*/ 775 h 895"/>
                <a:gd name="T12" fmla="*/ 953 w 1531"/>
                <a:gd name="T13" fmla="*/ 584 h 895"/>
                <a:gd name="T14" fmla="*/ 953 w 1531"/>
                <a:gd name="T15" fmla="*/ 584 h 895"/>
                <a:gd name="T16" fmla="*/ 1524 w 1531"/>
                <a:gd name="T17" fmla="*/ 27 h 895"/>
                <a:gd name="T18" fmla="*/ 1524 w 1531"/>
                <a:gd name="T19" fmla="*/ 6 h 895"/>
                <a:gd name="T20" fmla="*/ 1503 w 1531"/>
                <a:gd name="T21" fmla="*/ 6 h 895"/>
                <a:gd name="T22" fmla="*/ 932 w 1531"/>
                <a:gd name="T23" fmla="*/ 563 h 895"/>
                <a:gd name="T24" fmla="*/ 932 w 1531"/>
                <a:gd name="T25" fmla="*/ 563 h 895"/>
                <a:gd name="T26" fmla="*/ 663 w 1531"/>
                <a:gd name="T27" fmla="*/ 793 h 895"/>
                <a:gd name="T28" fmla="*/ 562 w 1531"/>
                <a:gd name="T29" fmla="*/ 847 h 895"/>
                <a:gd name="T30" fmla="*/ 473 w 1531"/>
                <a:gd name="T31" fmla="*/ 865 h 895"/>
                <a:gd name="T32" fmla="*/ 384 w 1531"/>
                <a:gd name="T33" fmla="*/ 848 h 895"/>
                <a:gd name="T34" fmla="*/ 229 w 1531"/>
                <a:gd name="T35" fmla="*/ 762 h 895"/>
                <a:gd name="T36" fmla="*/ 26 w 1531"/>
                <a:gd name="T37" fmla="*/ 607 h 895"/>
                <a:gd name="T38" fmla="*/ 5 w 1531"/>
                <a:gd name="T39" fmla="*/ 609 h 895"/>
                <a:gd name="T40" fmla="*/ 8 w 1531"/>
                <a:gd name="T41" fmla="*/ 630 h 8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31" h="895">
                  <a:moveTo>
                    <a:pt x="8" y="630"/>
                  </a:moveTo>
                  <a:cubicBezTo>
                    <a:pt x="113" y="714"/>
                    <a:pt x="196" y="779"/>
                    <a:pt x="269" y="824"/>
                  </a:cubicBezTo>
                  <a:cubicBezTo>
                    <a:pt x="306" y="847"/>
                    <a:pt x="340" y="864"/>
                    <a:pt x="374" y="876"/>
                  </a:cubicBezTo>
                  <a:cubicBezTo>
                    <a:pt x="407" y="888"/>
                    <a:pt x="440" y="894"/>
                    <a:pt x="473" y="894"/>
                  </a:cubicBezTo>
                  <a:cubicBezTo>
                    <a:pt x="506" y="894"/>
                    <a:pt x="539" y="888"/>
                    <a:pt x="573" y="875"/>
                  </a:cubicBezTo>
                  <a:cubicBezTo>
                    <a:pt x="624" y="856"/>
                    <a:pt x="678" y="823"/>
                    <a:pt x="739" y="775"/>
                  </a:cubicBezTo>
                  <a:cubicBezTo>
                    <a:pt x="801" y="727"/>
                    <a:pt x="870" y="663"/>
                    <a:pt x="953" y="584"/>
                  </a:cubicBezTo>
                  <a:lnTo>
                    <a:pt x="953" y="584"/>
                  </a:lnTo>
                  <a:lnTo>
                    <a:pt x="1524" y="27"/>
                  </a:lnTo>
                  <a:cubicBezTo>
                    <a:pt x="1529" y="21"/>
                    <a:pt x="1530" y="12"/>
                    <a:pt x="1524" y="6"/>
                  </a:cubicBezTo>
                  <a:cubicBezTo>
                    <a:pt x="1518" y="0"/>
                    <a:pt x="1509" y="0"/>
                    <a:pt x="1503" y="6"/>
                  </a:cubicBezTo>
                  <a:lnTo>
                    <a:pt x="932" y="563"/>
                  </a:lnTo>
                  <a:lnTo>
                    <a:pt x="932" y="563"/>
                  </a:lnTo>
                  <a:cubicBezTo>
                    <a:pt x="823" y="668"/>
                    <a:pt x="737" y="744"/>
                    <a:pt x="663" y="793"/>
                  </a:cubicBezTo>
                  <a:cubicBezTo>
                    <a:pt x="627" y="818"/>
                    <a:pt x="594" y="836"/>
                    <a:pt x="562" y="847"/>
                  </a:cubicBezTo>
                  <a:cubicBezTo>
                    <a:pt x="531" y="859"/>
                    <a:pt x="502" y="865"/>
                    <a:pt x="473" y="865"/>
                  </a:cubicBezTo>
                  <a:cubicBezTo>
                    <a:pt x="444" y="865"/>
                    <a:pt x="415" y="859"/>
                    <a:pt x="384" y="848"/>
                  </a:cubicBezTo>
                  <a:cubicBezTo>
                    <a:pt x="338" y="832"/>
                    <a:pt x="288" y="803"/>
                    <a:pt x="229" y="762"/>
                  </a:cubicBezTo>
                  <a:cubicBezTo>
                    <a:pt x="171" y="722"/>
                    <a:pt x="105" y="669"/>
                    <a:pt x="26" y="607"/>
                  </a:cubicBezTo>
                  <a:cubicBezTo>
                    <a:pt x="20" y="602"/>
                    <a:pt x="10" y="603"/>
                    <a:pt x="5" y="609"/>
                  </a:cubicBezTo>
                  <a:cubicBezTo>
                    <a:pt x="0" y="615"/>
                    <a:pt x="1" y="625"/>
                    <a:pt x="8" y="6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76" name="Freeform 5">
              <a:extLst>
                <a:ext uri="{FF2B5EF4-FFF2-40B4-BE49-F238E27FC236}">
                  <a16:creationId xmlns:a16="http://schemas.microsoft.com/office/drawing/2014/main" id="{9F25C08B-5CAA-1D40-B768-CF07CC9095C1}"/>
                </a:ext>
              </a:extLst>
            </p:cNvPr>
            <p:cNvSpPr>
              <a:spLocks noChangeArrowheads="1"/>
            </p:cNvSpPr>
            <p:nvPr/>
          </p:nvSpPr>
          <p:spPr bwMode="auto">
            <a:xfrm>
              <a:off x="1596425" y="805324"/>
              <a:ext cx="201273" cy="127619"/>
            </a:xfrm>
            <a:custGeom>
              <a:avLst/>
              <a:gdLst>
                <a:gd name="T0" fmla="*/ 4 w 1217"/>
                <a:gd name="T1" fmla="*/ 588 h 773"/>
                <a:gd name="T2" fmla="*/ 193 w 1217"/>
                <a:gd name="T3" fmla="*/ 724 h 773"/>
                <a:gd name="T4" fmla="*/ 332 w 1217"/>
                <a:gd name="T5" fmla="*/ 772 h 773"/>
                <a:gd name="T6" fmla="*/ 415 w 1217"/>
                <a:gd name="T7" fmla="*/ 752 h 773"/>
                <a:gd name="T8" fmla="*/ 563 w 1217"/>
                <a:gd name="T9" fmla="*/ 648 h 773"/>
                <a:gd name="T10" fmla="*/ 776 w 1217"/>
                <a:gd name="T11" fmla="*/ 448 h 773"/>
                <a:gd name="T12" fmla="*/ 776 w 1217"/>
                <a:gd name="T13" fmla="*/ 448 h 773"/>
                <a:gd name="T14" fmla="*/ 1213 w 1217"/>
                <a:gd name="T15" fmla="*/ 12 h 773"/>
                <a:gd name="T16" fmla="*/ 1213 w 1217"/>
                <a:gd name="T17" fmla="*/ 2 h 773"/>
                <a:gd name="T18" fmla="*/ 1204 w 1217"/>
                <a:gd name="T19" fmla="*/ 2 h 773"/>
                <a:gd name="T20" fmla="*/ 767 w 1217"/>
                <a:gd name="T21" fmla="*/ 439 h 773"/>
                <a:gd name="T22" fmla="*/ 500 w 1217"/>
                <a:gd name="T23" fmla="*/ 682 h 773"/>
                <a:gd name="T24" fmla="*/ 410 w 1217"/>
                <a:gd name="T25" fmla="*/ 740 h 773"/>
                <a:gd name="T26" fmla="*/ 332 w 1217"/>
                <a:gd name="T27" fmla="*/ 759 h 773"/>
                <a:gd name="T28" fmla="*/ 199 w 1217"/>
                <a:gd name="T29" fmla="*/ 712 h 773"/>
                <a:gd name="T30" fmla="*/ 12 w 1217"/>
                <a:gd name="T31" fmla="*/ 577 h 773"/>
                <a:gd name="T32" fmla="*/ 2 w 1217"/>
                <a:gd name="T33" fmla="*/ 578 h 773"/>
                <a:gd name="T34" fmla="*/ 4 w 1217"/>
                <a:gd name="T35" fmla="*/ 588 h 7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17" h="773">
                  <a:moveTo>
                    <a:pt x="4" y="588"/>
                  </a:moveTo>
                  <a:cubicBezTo>
                    <a:pt x="81" y="647"/>
                    <a:pt x="141" y="692"/>
                    <a:pt x="193" y="724"/>
                  </a:cubicBezTo>
                  <a:cubicBezTo>
                    <a:pt x="244" y="755"/>
                    <a:pt x="288" y="772"/>
                    <a:pt x="332" y="772"/>
                  </a:cubicBezTo>
                  <a:cubicBezTo>
                    <a:pt x="359" y="772"/>
                    <a:pt x="386" y="765"/>
                    <a:pt x="415" y="752"/>
                  </a:cubicBezTo>
                  <a:cubicBezTo>
                    <a:pt x="458" y="733"/>
                    <a:pt x="505" y="698"/>
                    <a:pt x="563" y="648"/>
                  </a:cubicBezTo>
                  <a:cubicBezTo>
                    <a:pt x="620" y="597"/>
                    <a:pt x="689" y="531"/>
                    <a:pt x="776" y="448"/>
                  </a:cubicBezTo>
                  <a:lnTo>
                    <a:pt x="776" y="448"/>
                  </a:lnTo>
                  <a:lnTo>
                    <a:pt x="1213" y="12"/>
                  </a:lnTo>
                  <a:cubicBezTo>
                    <a:pt x="1216" y="9"/>
                    <a:pt x="1216" y="5"/>
                    <a:pt x="1213" y="2"/>
                  </a:cubicBezTo>
                  <a:cubicBezTo>
                    <a:pt x="1210" y="0"/>
                    <a:pt x="1206" y="0"/>
                    <a:pt x="1204" y="2"/>
                  </a:cubicBezTo>
                  <a:lnTo>
                    <a:pt x="767" y="439"/>
                  </a:lnTo>
                  <a:cubicBezTo>
                    <a:pt x="651" y="549"/>
                    <a:pt x="568" y="630"/>
                    <a:pt x="500" y="682"/>
                  </a:cubicBezTo>
                  <a:cubicBezTo>
                    <a:pt x="466" y="709"/>
                    <a:pt x="437" y="728"/>
                    <a:pt x="410" y="740"/>
                  </a:cubicBezTo>
                  <a:cubicBezTo>
                    <a:pt x="382" y="753"/>
                    <a:pt x="357" y="759"/>
                    <a:pt x="332" y="759"/>
                  </a:cubicBezTo>
                  <a:cubicBezTo>
                    <a:pt x="291" y="759"/>
                    <a:pt x="250" y="743"/>
                    <a:pt x="199" y="712"/>
                  </a:cubicBezTo>
                  <a:cubicBezTo>
                    <a:pt x="149" y="682"/>
                    <a:pt x="89" y="636"/>
                    <a:pt x="12" y="577"/>
                  </a:cubicBezTo>
                  <a:cubicBezTo>
                    <a:pt x="9" y="575"/>
                    <a:pt x="4" y="575"/>
                    <a:pt x="2" y="578"/>
                  </a:cubicBezTo>
                  <a:cubicBezTo>
                    <a:pt x="0" y="581"/>
                    <a:pt x="1" y="585"/>
                    <a:pt x="4" y="58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77" name="Freeform 6">
              <a:extLst>
                <a:ext uri="{FF2B5EF4-FFF2-40B4-BE49-F238E27FC236}">
                  <a16:creationId xmlns:a16="http://schemas.microsoft.com/office/drawing/2014/main" id="{A1A66D2D-2EC2-AA45-8DA4-4B543D6DB3C7}"/>
                </a:ext>
              </a:extLst>
            </p:cNvPr>
            <p:cNvSpPr>
              <a:spLocks noChangeArrowheads="1"/>
            </p:cNvSpPr>
            <p:nvPr/>
          </p:nvSpPr>
          <p:spPr bwMode="auto">
            <a:xfrm>
              <a:off x="1368170" y="664579"/>
              <a:ext cx="439737" cy="330350"/>
            </a:xfrm>
            <a:custGeom>
              <a:avLst/>
              <a:gdLst>
                <a:gd name="T0" fmla="*/ 2631 w 2657"/>
                <a:gd name="T1" fmla="*/ 532 h 1998"/>
                <a:gd name="T2" fmla="*/ 2130 w 2657"/>
                <a:gd name="T3" fmla="*/ 145 h 1998"/>
                <a:gd name="T4" fmla="*/ 1920 w 2657"/>
                <a:gd name="T5" fmla="*/ 38 h 1998"/>
                <a:gd name="T6" fmla="*/ 1715 w 2657"/>
                <a:gd name="T7" fmla="*/ 0 h 1998"/>
                <a:gd name="T8" fmla="*/ 1578 w 2657"/>
                <a:gd name="T9" fmla="*/ 19 h 1998"/>
                <a:gd name="T10" fmla="*/ 1370 w 2657"/>
                <a:gd name="T11" fmla="*/ 116 h 1998"/>
                <a:gd name="T12" fmla="*/ 1150 w 2657"/>
                <a:gd name="T13" fmla="*/ 295 h 1998"/>
                <a:gd name="T14" fmla="*/ 1150 w 2657"/>
                <a:gd name="T15" fmla="*/ 295 h 1998"/>
                <a:gd name="T16" fmla="*/ 16 w 2657"/>
                <a:gd name="T17" fmla="*/ 1368 h 1998"/>
                <a:gd name="T18" fmla="*/ 0 w 2657"/>
                <a:gd name="T19" fmla="*/ 1406 h 1998"/>
                <a:gd name="T20" fmla="*/ 16 w 2657"/>
                <a:gd name="T21" fmla="*/ 1444 h 1998"/>
                <a:gd name="T22" fmla="*/ 566 w 2657"/>
                <a:gd name="T23" fmla="*/ 1977 h 1998"/>
                <a:gd name="T24" fmla="*/ 640 w 2657"/>
                <a:gd name="T25" fmla="*/ 1976 h 1998"/>
                <a:gd name="T26" fmla="*/ 639 w 2657"/>
                <a:gd name="T27" fmla="*/ 1901 h 1998"/>
                <a:gd name="T28" fmla="*/ 129 w 2657"/>
                <a:gd name="T29" fmla="*/ 1406 h 1998"/>
                <a:gd name="T30" fmla="*/ 1223 w 2657"/>
                <a:gd name="T31" fmla="*/ 371 h 1998"/>
                <a:gd name="T32" fmla="*/ 1223 w 2657"/>
                <a:gd name="T33" fmla="*/ 371 h 1998"/>
                <a:gd name="T34" fmla="*/ 1489 w 2657"/>
                <a:gd name="T35" fmla="*/ 167 h 1998"/>
                <a:gd name="T36" fmla="*/ 1605 w 2657"/>
                <a:gd name="T37" fmla="*/ 121 h 1998"/>
                <a:gd name="T38" fmla="*/ 1715 w 2657"/>
                <a:gd name="T39" fmla="*/ 106 h 1998"/>
                <a:gd name="T40" fmla="*/ 1884 w 2657"/>
                <a:gd name="T41" fmla="*/ 138 h 1998"/>
                <a:gd name="T42" fmla="*/ 2181 w 2657"/>
                <a:gd name="T43" fmla="*/ 306 h 1998"/>
                <a:gd name="T44" fmla="*/ 2562 w 2657"/>
                <a:gd name="T45" fmla="*/ 612 h 1998"/>
                <a:gd name="T46" fmla="*/ 2637 w 2657"/>
                <a:gd name="T47" fmla="*/ 606 h 1998"/>
                <a:gd name="T48" fmla="*/ 2631 w 2657"/>
                <a:gd name="T49" fmla="*/ 532 h 19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657" h="1998">
                  <a:moveTo>
                    <a:pt x="2631" y="532"/>
                  </a:moveTo>
                  <a:cubicBezTo>
                    <a:pt x="2437" y="367"/>
                    <a:pt x="2276" y="237"/>
                    <a:pt x="2130" y="145"/>
                  </a:cubicBezTo>
                  <a:cubicBezTo>
                    <a:pt x="2058" y="99"/>
                    <a:pt x="1988" y="63"/>
                    <a:pt x="1920" y="38"/>
                  </a:cubicBezTo>
                  <a:cubicBezTo>
                    <a:pt x="1851" y="14"/>
                    <a:pt x="1783" y="0"/>
                    <a:pt x="1715" y="0"/>
                  </a:cubicBezTo>
                  <a:cubicBezTo>
                    <a:pt x="1669" y="0"/>
                    <a:pt x="1623" y="6"/>
                    <a:pt x="1578" y="19"/>
                  </a:cubicBezTo>
                  <a:cubicBezTo>
                    <a:pt x="1509" y="37"/>
                    <a:pt x="1440" y="70"/>
                    <a:pt x="1370" y="116"/>
                  </a:cubicBezTo>
                  <a:cubicBezTo>
                    <a:pt x="1299" y="162"/>
                    <a:pt x="1227" y="221"/>
                    <a:pt x="1150" y="295"/>
                  </a:cubicBezTo>
                  <a:lnTo>
                    <a:pt x="1150" y="295"/>
                  </a:lnTo>
                  <a:lnTo>
                    <a:pt x="16" y="1368"/>
                  </a:lnTo>
                  <a:cubicBezTo>
                    <a:pt x="6" y="1378"/>
                    <a:pt x="0" y="1391"/>
                    <a:pt x="0" y="1406"/>
                  </a:cubicBezTo>
                  <a:cubicBezTo>
                    <a:pt x="0" y="1420"/>
                    <a:pt x="6" y="1434"/>
                    <a:pt x="16" y="1444"/>
                  </a:cubicBezTo>
                  <a:lnTo>
                    <a:pt x="566" y="1977"/>
                  </a:lnTo>
                  <a:cubicBezTo>
                    <a:pt x="587" y="1997"/>
                    <a:pt x="619" y="1997"/>
                    <a:pt x="640" y="1976"/>
                  </a:cubicBezTo>
                  <a:cubicBezTo>
                    <a:pt x="660" y="1955"/>
                    <a:pt x="660" y="1921"/>
                    <a:pt x="639" y="1901"/>
                  </a:cubicBezTo>
                  <a:lnTo>
                    <a:pt x="129" y="1406"/>
                  </a:lnTo>
                  <a:lnTo>
                    <a:pt x="1223" y="371"/>
                  </a:lnTo>
                  <a:lnTo>
                    <a:pt x="1223" y="371"/>
                  </a:lnTo>
                  <a:cubicBezTo>
                    <a:pt x="1321" y="277"/>
                    <a:pt x="1409" y="210"/>
                    <a:pt x="1489" y="167"/>
                  </a:cubicBezTo>
                  <a:cubicBezTo>
                    <a:pt x="1529" y="146"/>
                    <a:pt x="1568" y="131"/>
                    <a:pt x="1605" y="121"/>
                  </a:cubicBezTo>
                  <a:cubicBezTo>
                    <a:pt x="1642" y="111"/>
                    <a:pt x="1679" y="106"/>
                    <a:pt x="1715" y="106"/>
                  </a:cubicBezTo>
                  <a:cubicBezTo>
                    <a:pt x="1770" y="106"/>
                    <a:pt x="1825" y="116"/>
                    <a:pt x="1884" y="138"/>
                  </a:cubicBezTo>
                  <a:cubicBezTo>
                    <a:pt x="1972" y="170"/>
                    <a:pt x="2070" y="226"/>
                    <a:pt x="2181" y="306"/>
                  </a:cubicBezTo>
                  <a:cubicBezTo>
                    <a:pt x="2293" y="387"/>
                    <a:pt x="2418" y="490"/>
                    <a:pt x="2562" y="612"/>
                  </a:cubicBezTo>
                  <a:cubicBezTo>
                    <a:pt x="2585" y="631"/>
                    <a:pt x="2618" y="628"/>
                    <a:pt x="2637" y="606"/>
                  </a:cubicBezTo>
                  <a:cubicBezTo>
                    <a:pt x="2656" y="584"/>
                    <a:pt x="2653" y="551"/>
                    <a:pt x="2631" y="532"/>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78" name="Freeform 7">
              <a:extLst>
                <a:ext uri="{FF2B5EF4-FFF2-40B4-BE49-F238E27FC236}">
                  <a16:creationId xmlns:a16="http://schemas.microsoft.com/office/drawing/2014/main" id="{BF5A2635-9D3C-B746-B7BB-00E1B5440D84}"/>
                </a:ext>
              </a:extLst>
            </p:cNvPr>
            <p:cNvSpPr>
              <a:spLocks noChangeArrowheads="1"/>
            </p:cNvSpPr>
            <p:nvPr/>
          </p:nvSpPr>
          <p:spPr bwMode="auto">
            <a:xfrm>
              <a:off x="1419946" y="709792"/>
              <a:ext cx="356603" cy="190334"/>
            </a:xfrm>
            <a:custGeom>
              <a:avLst/>
              <a:gdLst>
                <a:gd name="T0" fmla="*/ 2142 w 2158"/>
                <a:gd name="T1" fmla="*/ 438 h 1152"/>
                <a:gd name="T2" fmla="*/ 1725 w 2158"/>
                <a:gd name="T3" fmla="*/ 118 h 1152"/>
                <a:gd name="T4" fmla="*/ 1552 w 2158"/>
                <a:gd name="T5" fmla="*/ 31 h 1152"/>
                <a:gd name="T6" fmla="*/ 1386 w 2158"/>
                <a:gd name="T7" fmla="*/ 0 h 1152"/>
                <a:gd name="T8" fmla="*/ 1261 w 2158"/>
                <a:gd name="T9" fmla="*/ 19 h 1152"/>
                <a:gd name="T10" fmla="*/ 1068 w 2158"/>
                <a:gd name="T11" fmla="*/ 115 h 1152"/>
                <a:gd name="T12" fmla="*/ 852 w 2158"/>
                <a:gd name="T13" fmla="*/ 295 h 1152"/>
                <a:gd name="T14" fmla="*/ 852 w 2158"/>
                <a:gd name="T15" fmla="*/ 295 h 1152"/>
                <a:gd name="T16" fmla="*/ 13 w 2158"/>
                <a:gd name="T17" fmla="*/ 1094 h 1152"/>
                <a:gd name="T18" fmla="*/ 12 w 2158"/>
                <a:gd name="T19" fmla="*/ 1138 h 1152"/>
                <a:gd name="T20" fmla="*/ 56 w 2158"/>
                <a:gd name="T21" fmla="*/ 1139 h 1152"/>
                <a:gd name="T22" fmla="*/ 895 w 2158"/>
                <a:gd name="T23" fmla="*/ 340 h 1152"/>
                <a:gd name="T24" fmla="*/ 895 w 2158"/>
                <a:gd name="T25" fmla="*/ 340 h 1152"/>
                <a:gd name="T26" fmla="*/ 1164 w 2158"/>
                <a:gd name="T27" fmla="*/ 128 h 1152"/>
                <a:gd name="T28" fmla="*/ 1279 w 2158"/>
                <a:gd name="T29" fmla="*/ 79 h 1152"/>
                <a:gd name="T30" fmla="*/ 1386 w 2158"/>
                <a:gd name="T31" fmla="*/ 63 h 1152"/>
                <a:gd name="T32" fmla="*/ 1531 w 2158"/>
                <a:gd name="T33" fmla="*/ 90 h 1152"/>
                <a:gd name="T34" fmla="*/ 1781 w 2158"/>
                <a:gd name="T35" fmla="*/ 231 h 1152"/>
                <a:gd name="T36" fmla="*/ 2102 w 2158"/>
                <a:gd name="T37" fmla="*/ 486 h 1152"/>
                <a:gd name="T38" fmla="*/ 2146 w 2158"/>
                <a:gd name="T39" fmla="*/ 482 h 1152"/>
                <a:gd name="T40" fmla="*/ 2142 w 2158"/>
                <a:gd name="T41" fmla="*/ 438 h 1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58" h="1152">
                  <a:moveTo>
                    <a:pt x="2142" y="438"/>
                  </a:moveTo>
                  <a:cubicBezTo>
                    <a:pt x="1978" y="301"/>
                    <a:pt x="1845" y="193"/>
                    <a:pt x="1725" y="118"/>
                  </a:cubicBezTo>
                  <a:cubicBezTo>
                    <a:pt x="1664" y="80"/>
                    <a:pt x="1608" y="51"/>
                    <a:pt x="1552" y="31"/>
                  </a:cubicBezTo>
                  <a:cubicBezTo>
                    <a:pt x="1496" y="11"/>
                    <a:pt x="1441" y="0"/>
                    <a:pt x="1386" y="0"/>
                  </a:cubicBezTo>
                  <a:cubicBezTo>
                    <a:pt x="1344" y="0"/>
                    <a:pt x="1303" y="6"/>
                    <a:pt x="1261" y="19"/>
                  </a:cubicBezTo>
                  <a:cubicBezTo>
                    <a:pt x="1198" y="37"/>
                    <a:pt x="1135" y="69"/>
                    <a:pt x="1068" y="115"/>
                  </a:cubicBezTo>
                  <a:cubicBezTo>
                    <a:pt x="1000" y="161"/>
                    <a:pt x="930" y="220"/>
                    <a:pt x="852" y="295"/>
                  </a:cubicBezTo>
                  <a:lnTo>
                    <a:pt x="852" y="295"/>
                  </a:lnTo>
                  <a:lnTo>
                    <a:pt x="13" y="1094"/>
                  </a:lnTo>
                  <a:cubicBezTo>
                    <a:pt x="1" y="1106"/>
                    <a:pt x="0" y="1126"/>
                    <a:pt x="12" y="1138"/>
                  </a:cubicBezTo>
                  <a:cubicBezTo>
                    <a:pt x="24" y="1151"/>
                    <a:pt x="44" y="1151"/>
                    <a:pt x="56" y="1139"/>
                  </a:cubicBezTo>
                  <a:lnTo>
                    <a:pt x="895" y="340"/>
                  </a:lnTo>
                  <a:lnTo>
                    <a:pt x="895" y="340"/>
                  </a:lnTo>
                  <a:cubicBezTo>
                    <a:pt x="997" y="243"/>
                    <a:pt x="1085" y="173"/>
                    <a:pt x="1164" y="128"/>
                  </a:cubicBezTo>
                  <a:cubicBezTo>
                    <a:pt x="1204" y="106"/>
                    <a:pt x="1242" y="89"/>
                    <a:pt x="1279" y="79"/>
                  </a:cubicBezTo>
                  <a:cubicBezTo>
                    <a:pt x="1315" y="68"/>
                    <a:pt x="1351" y="63"/>
                    <a:pt x="1386" y="63"/>
                  </a:cubicBezTo>
                  <a:cubicBezTo>
                    <a:pt x="1433" y="63"/>
                    <a:pt x="1480" y="72"/>
                    <a:pt x="1531" y="90"/>
                  </a:cubicBezTo>
                  <a:cubicBezTo>
                    <a:pt x="1606" y="117"/>
                    <a:pt x="1688" y="164"/>
                    <a:pt x="1781" y="231"/>
                  </a:cubicBezTo>
                  <a:cubicBezTo>
                    <a:pt x="1874" y="298"/>
                    <a:pt x="1979" y="384"/>
                    <a:pt x="2102" y="486"/>
                  </a:cubicBezTo>
                  <a:cubicBezTo>
                    <a:pt x="2115" y="497"/>
                    <a:pt x="2135" y="495"/>
                    <a:pt x="2146" y="482"/>
                  </a:cubicBezTo>
                  <a:cubicBezTo>
                    <a:pt x="2157" y="469"/>
                    <a:pt x="2155" y="449"/>
                    <a:pt x="2142" y="43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79" name="Freeform 8">
              <a:extLst>
                <a:ext uri="{FF2B5EF4-FFF2-40B4-BE49-F238E27FC236}">
                  <a16:creationId xmlns:a16="http://schemas.microsoft.com/office/drawing/2014/main" id="{9A427AEE-5F0B-1D43-8127-A5A07CDC3AC8}"/>
                </a:ext>
              </a:extLst>
            </p:cNvPr>
            <p:cNvSpPr>
              <a:spLocks noChangeArrowheads="1"/>
            </p:cNvSpPr>
            <p:nvPr/>
          </p:nvSpPr>
          <p:spPr bwMode="auto">
            <a:xfrm>
              <a:off x="1444012" y="752818"/>
              <a:ext cx="304826" cy="169186"/>
            </a:xfrm>
            <a:custGeom>
              <a:avLst/>
              <a:gdLst>
                <a:gd name="T0" fmla="*/ 1832 w 1844"/>
                <a:gd name="T1" fmla="*/ 349 h 1021"/>
                <a:gd name="T2" fmla="*/ 1494 w 1844"/>
                <a:gd name="T3" fmla="*/ 93 h 1021"/>
                <a:gd name="T4" fmla="*/ 1356 w 1844"/>
                <a:gd name="T5" fmla="*/ 24 h 1021"/>
                <a:gd name="T6" fmla="*/ 1224 w 1844"/>
                <a:gd name="T7" fmla="*/ 0 h 1021"/>
                <a:gd name="T8" fmla="*/ 1110 w 1844"/>
                <a:gd name="T9" fmla="*/ 18 h 1021"/>
                <a:gd name="T10" fmla="*/ 929 w 1844"/>
                <a:gd name="T11" fmla="*/ 116 h 1021"/>
                <a:gd name="T12" fmla="*/ 715 w 1844"/>
                <a:gd name="T13" fmla="*/ 301 h 1021"/>
                <a:gd name="T14" fmla="*/ 714 w 1844"/>
                <a:gd name="T15" fmla="*/ 301 h 1021"/>
                <a:gd name="T16" fmla="*/ 10 w 1844"/>
                <a:gd name="T17" fmla="*/ 978 h 1021"/>
                <a:gd name="T18" fmla="*/ 9 w 1844"/>
                <a:gd name="T19" fmla="*/ 1011 h 1021"/>
                <a:gd name="T20" fmla="*/ 42 w 1844"/>
                <a:gd name="T21" fmla="*/ 1012 h 1021"/>
                <a:gd name="T22" fmla="*/ 746 w 1844"/>
                <a:gd name="T23" fmla="*/ 334 h 1021"/>
                <a:gd name="T24" fmla="*/ 746 w 1844"/>
                <a:gd name="T25" fmla="*/ 334 h 1021"/>
                <a:gd name="T26" fmla="*/ 1016 w 1844"/>
                <a:gd name="T27" fmla="*/ 114 h 1021"/>
                <a:gd name="T28" fmla="*/ 1124 w 1844"/>
                <a:gd name="T29" fmla="*/ 62 h 1021"/>
                <a:gd name="T30" fmla="*/ 1224 w 1844"/>
                <a:gd name="T31" fmla="*/ 46 h 1021"/>
                <a:gd name="T32" fmla="*/ 1340 w 1844"/>
                <a:gd name="T33" fmla="*/ 67 h 1021"/>
                <a:gd name="T34" fmla="*/ 1542 w 1844"/>
                <a:gd name="T35" fmla="*/ 180 h 1021"/>
                <a:gd name="T36" fmla="*/ 1803 w 1844"/>
                <a:gd name="T37" fmla="*/ 385 h 1021"/>
                <a:gd name="T38" fmla="*/ 1835 w 1844"/>
                <a:gd name="T39" fmla="*/ 381 h 1021"/>
                <a:gd name="T40" fmla="*/ 1832 w 1844"/>
                <a:gd name="T41" fmla="*/ 349 h 10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44" h="1021">
                  <a:moveTo>
                    <a:pt x="1832" y="349"/>
                  </a:moveTo>
                  <a:cubicBezTo>
                    <a:pt x="1698" y="239"/>
                    <a:pt x="1590" y="153"/>
                    <a:pt x="1494" y="93"/>
                  </a:cubicBezTo>
                  <a:cubicBezTo>
                    <a:pt x="1446" y="63"/>
                    <a:pt x="1400" y="40"/>
                    <a:pt x="1356" y="24"/>
                  </a:cubicBezTo>
                  <a:cubicBezTo>
                    <a:pt x="1311" y="8"/>
                    <a:pt x="1268" y="0"/>
                    <a:pt x="1224" y="0"/>
                  </a:cubicBezTo>
                  <a:cubicBezTo>
                    <a:pt x="1186" y="0"/>
                    <a:pt x="1148" y="6"/>
                    <a:pt x="1110" y="18"/>
                  </a:cubicBezTo>
                  <a:cubicBezTo>
                    <a:pt x="1052" y="37"/>
                    <a:pt x="993" y="69"/>
                    <a:pt x="929" y="116"/>
                  </a:cubicBezTo>
                  <a:cubicBezTo>
                    <a:pt x="864" y="163"/>
                    <a:pt x="794" y="224"/>
                    <a:pt x="715" y="301"/>
                  </a:cubicBezTo>
                  <a:lnTo>
                    <a:pt x="714" y="301"/>
                  </a:lnTo>
                  <a:lnTo>
                    <a:pt x="10" y="978"/>
                  </a:lnTo>
                  <a:cubicBezTo>
                    <a:pt x="1" y="987"/>
                    <a:pt x="0" y="1002"/>
                    <a:pt x="9" y="1011"/>
                  </a:cubicBezTo>
                  <a:cubicBezTo>
                    <a:pt x="18" y="1020"/>
                    <a:pt x="33" y="1020"/>
                    <a:pt x="42" y="1012"/>
                  </a:cubicBezTo>
                  <a:lnTo>
                    <a:pt x="746" y="334"/>
                  </a:lnTo>
                  <a:lnTo>
                    <a:pt x="746" y="334"/>
                  </a:lnTo>
                  <a:cubicBezTo>
                    <a:pt x="851" y="233"/>
                    <a:pt x="939" y="160"/>
                    <a:pt x="1016" y="114"/>
                  </a:cubicBezTo>
                  <a:cubicBezTo>
                    <a:pt x="1054" y="90"/>
                    <a:pt x="1090" y="73"/>
                    <a:pt x="1124" y="62"/>
                  </a:cubicBezTo>
                  <a:cubicBezTo>
                    <a:pt x="1159" y="51"/>
                    <a:pt x="1191" y="46"/>
                    <a:pt x="1224" y="46"/>
                  </a:cubicBezTo>
                  <a:cubicBezTo>
                    <a:pt x="1262" y="46"/>
                    <a:pt x="1300" y="53"/>
                    <a:pt x="1340" y="67"/>
                  </a:cubicBezTo>
                  <a:cubicBezTo>
                    <a:pt x="1401" y="89"/>
                    <a:pt x="1466" y="127"/>
                    <a:pt x="1542" y="180"/>
                  </a:cubicBezTo>
                  <a:cubicBezTo>
                    <a:pt x="1617" y="234"/>
                    <a:pt x="1702" y="303"/>
                    <a:pt x="1803" y="385"/>
                  </a:cubicBezTo>
                  <a:cubicBezTo>
                    <a:pt x="1813" y="393"/>
                    <a:pt x="1827" y="391"/>
                    <a:pt x="1835" y="381"/>
                  </a:cubicBezTo>
                  <a:cubicBezTo>
                    <a:pt x="1843" y="372"/>
                    <a:pt x="1842" y="357"/>
                    <a:pt x="1832" y="34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80" name="Freeform 9">
              <a:extLst>
                <a:ext uri="{FF2B5EF4-FFF2-40B4-BE49-F238E27FC236}">
                  <a16:creationId xmlns:a16="http://schemas.microsoft.com/office/drawing/2014/main" id="{E60E42BA-4A46-4D41-AA72-E2F725048BE0}"/>
                </a:ext>
              </a:extLst>
            </p:cNvPr>
            <p:cNvSpPr>
              <a:spLocks noChangeArrowheads="1"/>
            </p:cNvSpPr>
            <p:nvPr/>
          </p:nvSpPr>
          <p:spPr bwMode="auto">
            <a:xfrm>
              <a:off x="1467348" y="795114"/>
              <a:ext cx="253049" cy="148038"/>
            </a:xfrm>
            <a:custGeom>
              <a:avLst/>
              <a:gdLst>
                <a:gd name="T0" fmla="*/ 1522 w 1530"/>
                <a:gd name="T1" fmla="*/ 264 h 895"/>
                <a:gd name="T2" fmla="*/ 1260 w 1530"/>
                <a:gd name="T3" fmla="*/ 70 h 895"/>
                <a:gd name="T4" fmla="*/ 1156 w 1530"/>
                <a:gd name="T5" fmla="*/ 18 h 895"/>
                <a:gd name="T6" fmla="*/ 1057 w 1530"/>
                <a:gd name="T7" fmla="*/ 0 h 895"/>
                <a:gd name="T8" fmla="*/ 957 w 1530"/>
                <a:gd name="T9" fmla="*/ 19 h 895"/>
                <a:gd name="T10" fmla="*/ 791 w 1530"/>
                <a:gd name="T11" fmla="*/ 119 h 895"/>
                <a:gd name="T12" fmla="*/ 577 w 1530"/>
                <a:gd name="T13" fmla="*/ 310 h 895"/>
                <a:gd name="T14" fmla="*/ 577 w 1530"/>
                <a:gd name="T15" fmla="*/ 310 h 895"/>
                <a:gd name="T16" fmla="*/ 6 w 1530"/>
                <a:gd name="T17" fmla="*/ 867 h 895"/>
                <a:gd name="T18" fmla="*/ 6 w 1530"/>
                <a:gd name="T19" fmla="*/ 888 h 895"/>
                <a:gd name="T20" fmla="*/ 27 w 1530"/>
                <a:gd name="T21" fmla="*/ 888 h 895"/>
                <a:gd name="T22" fmla="*/ 598 w 1530"/>
                <a:gd name="T23" fmla="*/ 331 h 895"/>
                <a:gd name="T24" fmla="*/ 598 w 1530"/>
                <a:gd name="T25" fmla="*/ 331 h 895"/>
                <a:gd name="T26" fmla="*/ 866 w 1530"/>
                <a:gd name="T27" fmla="*/ 101 h 895"/>
                <a:gd name="T28" fmla="*/ 968 w 1530"/>
                <a:gd name="T29" fmla="*/ 47 h 895"/>
                <a:gd name="T30" fmla="*/ 1057 w 1530"/>
                <a:gd name="T31" fmla="*/ 29 h 895"/>
                <a:gd name="T32" fmla="*/ 1146 w 1530"/>
                <a:gd name="T33" fmla="*/ 46 h 895"/>
                <a:gd name="T34" fmla="*/ 1300 w 1530"/>
                <a:gd name="T35" fmla="*/ 132 h 895"/>
                <a:gd name="T36" fmla="*/ 1504 w 1530"/>
                <a:gd name="T37" fmla="*/ 287 h 895"/>
                <a:gd name="T38" fmla="*/ 1524 w 1530"/>
                <a:gd name="T39" fmla="*/ 285 h 895"/>
                <a:gd name="T40" fmla="*/ 1522 w 1530"/>
                <a:gd name="T41" fmla="*/ 264 h 8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30" h="895">
                  <a:moveTo>
                    <a:pt x="1522" y="264"/>
                  </a:moveTo>
                  <a:cubicBezTo>
                    <a:pt x="1417" y="180"/>
                    <a:pt x="1334" y="115"/>
                    <a:pt x="1260" y="70"/>
                  </a:cubicBezTo>
                  <a:cubicBezTo>
                    <a:pt x="1224" y="47"/>
                    <a:pt x="1189" y="30"/>
                    <a:pt x="1156" y="18"/>
                  </a:cubicBezTo>
                  <a:cubicBezTo>
                    <a:pt x="1123" y="6"/>
                    <a:pt x="1090" y="0"/>
                    <a:pt x="1057" y="0"/>
                  </a:cubicBezTo>
                  <a:cubicBezTo>
                    <a:pt x="1024" y="0"/>
                    <a:pt x="991" y="6"/>
                    <a:pt x="957" y="19"/>
                  </a:cubicBezTo>
                  <a:cubicBezTo>
                    <a:pt x="906" y="38"/>
                    <a:pt x="852" y="71"/>
                    <a:pt x="791" y="119"/>
                  </a:cubicBezTo>
                  <a:cubicBezTo>
                    <a:pt x="729" y="167"/>
                    <a:pt x="660" y="231"/>
                    <a:pt x="577" y="310"/>
                  </a:cubicBezTo>
                  <a:lnTo>
                    <a:pt x="577" y="310"/>
                  </a:lnTo>
                  <a:lnTo>
                    <a:pt x="6" y="867"/>
                  </a:lnTo>
                  <a:cubicBezTo>
                    <a:pt x="0" y="873"/>
                    <a:pt x="0" y="882"/>
                    <a:pt x="6" y="888"/>
                  </a:cubicBezTo>
                  <a:cubicBezTo>
                    <a:pt x="12" y="894"/>
                    <a:pt x="21" y="894"/>
                    <a:pt x="27" y="888"/>
                  </a:cubicBezTo>
                  <a:lnTo>
                    <a:pt x="598" y="331"/>
                  </a:lnTo>
                  <a:lnTo>
                    <a:pt x="598" y="331"/>
                  </a:lnTo>
                  <a:cubicBezTo>
                    <a:pt x="707" y="226"/>
                    <a:pt x="793" y="150"/>
                    <a:pt x="866" y="101"/>
                  </a:cubicBezTo>
                  <a:cubicBezTo>
                    <a:pt x="903" y="76"/>
                    <a:pt x="936" y="58"/>
                    <a:pt x="968" y="47"/>
                  </a:cubicBezTo>
                  <a:cubicBezTo>
                    <a:pt x="999" y="35"/>
                    <a:pt x="1028" y="29"/>
                    <a:pt x="1057" y="29"/>
                  </a:cubicBezTo>
                  <a:cubicBezTo>
                    <a:pt x="1086" y="29"/>
                    <a:pt x="1115" y="35"/>
                    <a:pt x="1146" y="46"/>
                  </a:cubicBezTo>
                  <a:cubicBezTo>
                    <a:pt x="1192" y="62"/>
                    <a:pt x="1242" y="91"/>
                    <a:pt x="1300" y="132"/>
                  </a:cubicBezTo>
                  <a:cubicBezTo>
                    <a:pt x="1359" y="172"/>
                    <a:pt x="1425" y="225"/>
                    <a:pt x="1504" y="287"/>
                  </a:cubicBezTo>
                  <a:cubicBezTo>
                    <a:pt x="1510" y="292"/>
                    <a:pt x="1518" y="291"/>
                    <a:pt x="1524" y="285"/>
                  </a:cubicBezTo>
                  <a:cubicBezTo>
                    <a:pt x="1529" y="279"/>
                    <a:pt x="1528" y="269"/>
                    <a:pt x="1522" y="26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81" name="Freeform 10">
              <a:extLst>
                <a:ext uri="{FF2B5EF4-FFF2-40B4-BE49-F238E27FC236}">
                  <a16:creationId xmlns:a16="http://schemas.microsoft.com/office/drawing/2014/main" id="{5B1734EF-4E6E-164F-849F-5F01256562DA}"/>
                </a:ext>
              </a:extLst>
            </p:cNvPr>
            <p:cNvSpPr>
              <a:spLocks noChangeArrowheads="1"/>
            </p:cNvSpPr>
            <p:nvPr/>
          </p:nvSpPr>
          <p:spPr bwMode="auto">
            <a:xfrm>
              <a:off x="1491413" y="835952"/>
              <a:ext cx="201273" cy="127619"/>
            </a:xfrm>
            <a:custGeom>
              <a:avLst/>
              <a:gdLst>
                <a:gd name="T0" fmla="*/ 1212 w 1217"/>
                <a:gd name="T1" fmla="*/ 184 h 773"/>
                <a:gd name="T2" fmla="*/ 1023 w 1217"/>
                <a:gd name="T3" fmla="*/ 48 h 773"/>
                <a:gd name="T4" fmla="*/ 884 w 1217"/>
                <a:gd name="T5" fmla="*/ 0 h 773"/>
                <a:gd name="T6" fmla="*/ 801 w 1217"/>
                <a:gd name="T7" fmla="*/ 20 h 773"/>
                <a:gd name="T8" fmla="*/ 653 w 1217"/>
                <a:gd name="T9" fmla="*/ 124 h 773"/>
                <a:gd name="T10" fmla="*/ 440 w 1217"/>
                <a:gd name="T11" fmla="*/ 324 h 773"/>
                <a:gd name="T12" fmla="*/ 440 w 1217"/>
                <a:gd name="T13" fmla="*/ 324 h 773"/>
                <a:gd name="T14" fmla="*/ 3 w 1217"/>
                <a:gd name="T15" fmla="*/ 760 h 773"/>
                <a:gd name="T16" fmla="*/ 3 w 1217"/>
                <a:gd name="T17" fmla="*/ 770 h 773"/>
                <a:gd name="T18" fmla="*/ 12 w 1217"/>
                <a:gd name="T19" fmla="*/ 770 h 773"/>
                <a:gd name="T20" fmla="*/ 449 w 1217"/>
                <a:gd name="T21" fmla="*/ 333 h 773"/>
                <a:gd name="T22" fmla="*/ 716 w 1217"/>
                <a:gd name="T23" fmla="*/ 90 h 773"/>
                <a:gd name="T24" fmla="*/ 806 w 1217"/>
                <a:gd name="T25" fmla="*/ 32 h 773"/>
                <a:gd name="T26" fmla="*/ 884 w 1217"/>
                <a:gd name="T27" fmla="*/ 13 h 773"/>
                <a:gd name="T28" fmla="*/ 1016 w 1217"/>
                <a:gd name="T29" fmla="*/ 60 h 773"/>
                <a:gd name="T30" fmla="*/ 1204 w 1217"/>
                <a:gd name="T31" fmla="*/ 195 h 773"/>
                <a:gd name="T32" fmla="*/ 1214 w 1217"/>
                <a:gd name="T33" fmla="*/ 194 h 773"/>
                <a:gd name="T34" fmla="*/ 1212 w 1217"/>
                <a:gd name="T35" fmla="*/ 184 h 7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17" h="773">
                  <a:moveTo>
                    <a:pt x="1212" y="184"/>
                  </a:moveTo>
                  <a:cubicBezTo>
                    <a:pt x="1135" y="125"/>
                    <a:pt x="1075" y="80"/>
                    <a:pt x="1023" y="48"/>
                  </a:cubicBezTo>
                  <a:cubicBezTo>
                    <a:pt x="971" y="17"/>
                    <a:pt x="928" y="0"/>
                    <a:pt x="884" y="0"/>
                  </a:cubicBezTo>
                  <a:cubicBezTo>
                    <a:pt x="856" y="0"/>
                    <a:pt x="829" y="7"/>
                    <a:pt x="801" y="20"/>
                  </a:cubicBezTo>
                  <a:cubicBezTo>
                    <a:pt x="758" y="39"/>
                    <a:pt x="711" y="74"/>
                    <a:pt x="653" y="124"/>
                  </a:cubicBezTo>
                  <a:cubicBezTo>
                    <a:pt x="595" y="175"/>
                    <a:pt x="527" y="241"/>
                    <a:pt x="440" y="324"/>
                  </a:cubicBezTo>
                  <a:lnTo>
                    <a:pt x="440" y="324"/>
                  </a:lnTo>
                  <a:lnTo>
                    <a:pt x="3" y="760"/>
                  </a:lnTo>
                  <a:cubicBezTo>
                    <a:pt x="0" y="763"/>
                    <a:pt x="0" y="767"/>
                    <a:pt x="3" y="770"/>
                  </a:cubicBezTo>
                  <a:cubicBezTo>
                    <a:pt x="5" y="772"/>
                    <a:pt x="10" y="772"/>
                    <a:pt x="12" y="770"/>
                  </a:cubicBezTo>
                  <a:lnTo>
                    <a:pt x="449" y="333"/>
                  </a:lnTo>
                  <a:cubicBezTo>
                    <a:pt x="565" y="223"/>
                    <a:pt x="648" y="142"/>
                    <a:pt x="716" y="90"/>
                  </a:cubicBezTo>
                  <a:cubicBezTo>
                    <a:pt x="749" y="63"/>
                    <a:pt x="778" y="44"/>
                    <a:pt x="806" y="32"/>
                  </a:cubicBezTo>
                  <a:cubicBezTo>
                    <a:pt x="833" y="19"/>
                    <a:pt x="859" y="13"/>
                    <a:pt x="884" y="13"/>
                  </a:cubicBezTo>
                  <a:cubicBezTo>
                    <a:pt x="924" y="13"/>
                    <a:pt x="966" y="29"/>
                    <a:pt x="1016" y="60"/>
                  </a:cubicBezTo>
                  <a:cubicBezTo>
                    <a:pt x="1067" y="90"/>
                    <a:pt x="1127" y="136"/>
                    <a:pt x="1204" y="195"/>
                  </a:cubicBezTo>
                  <a:cubicBezTo>
                    <a:pt x="1207" y="197"/>
                    <a:pt x="1211" y="197"/>
                    <a:pt x="1214" y="194"/>
                  </a:cubicBezTo>
                  <a:cubicBezTo>
                    <a:pt x="1216" y="191"/>
                    <a:pt x="1215" y="187"/>
                    <a:pt x="1212" y="18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82" name="Freeform 11">
              <a:extLst>
                <a:ext uri="{FF2B5EF4-FFF2-40B4-BE49-F238E27FC236}">
                  <a16:creationId xmlns:a16="http://schemas.microsoft.com/office/drawing/2014/main" id="{8623BE8B-4483-AE4A-A6EA-432CBE50BCAC}"/>
                </a:ext>
              </a:extLst>
            </p:cNvPr>
            <p:cNvSpPr>
              <a:spLocks noChangeArrowheads="1"/>
            </p:cNvSpPr>
            <p:nvPr/>
          </p:nvSpPr>
          <p:spPr bwMode="auto">
            <a:xfrm>
              <a:off x="1608093" y="858559"/>
              <a:ext cx="72925" cy="48130"/>
            </a:xfrm>
            <a:custGeom>
              <a:avLst/>
              <a:gdLst>
                <a:gd name="T0" fmla="*/ 49 w 442"/>
                <a:gd name="T1" fmla="*/ 200 h 293"/>
                <a:gd name="T2" fmla="*/ 0 w 442"/>
                <a:gd name="T3" fmla="*/ 156 h 293"/>
                <a:gd name="T4" fmla="*/ 45 w 442"/>
                <a:gd name="T5" fmla="*/ 107 h 293"/>
                <a:gd name="T6" fmla="*/ 392 w 442"/>
                <a:gd name="T7" fmla="*/ 91 h 293"/>
                <a:gd name="T8" fmla="*/ 441 w 442"/>
                <a:gd name="T9" fmla="*/ 137 h 293"/>
                <a:gd name="T10" fmla="*/ 396 w 442"/>
                <a:gd name="T11" fmla="*/ 185 h 293"/>
                <a:gd name="T12" fmla="*/ 49 w 442"/>
                <a:gd name="T13" fmla="*/ 200 h 293"/>
              </a:gdLst>
              <a:ahLst/>
              <a:cxnLst>
                <a:cxn ang="0">
                  <a:pos x="T0" y="T1"/>
                </a:cxn>
                <a:cxn ang="0">
                  <a:pos x="T2" y="T3"/>
                </a:cxn>
                <a:cxn ang="0">
                  <a:pos x="T4" y="T5"/>
                </a:cxn>
                <a:cxn ang="0">
                  <a:pos x="T6" y="T7"/>
                </a:cxn>
                <a:cxn ang="0">
                  <a:pos x="T8" y="T9"/>
                </a:cxn>
                <a:cxn ang="0">
                  <a:pos x="T10" y="T11"/>
                </a:cxn>
                <a:cxn ang="0">
                  <a:pos x="T12" y="T13"/>
                </a:cxn>
              </a:cxnLst>
              <a:rect l="0" t="0" r="r" b="b"/>
              <a:pathLst>
                <a:path w="442" h="293">
                  <a:moveTo>
                    <a:pt x="49" y="200"/>
                  </a:moveTo>
                  <a:lnTo>
                    <a:pt x="0" y="156"/>
                  </a:lnTo>
                  <a:lnTo>
                    <a:pt x="45" y="107"/>
                  </a:lnTo>
                  <a:cubicBezTo>
                    <a:pt x="136" y="7"/>
                    <a:pt x="292" y="0"/>
                    <a:pt x="392" y="91"/>
                  </a:cubicBezTo>
                  <a:lnTo>
                    <a:pt x="441" y="137"/>
                  </a:lnTo>
                  <a:lnTo>
                    <a:pt x="396" y="185"/>
                  </a:lnTo>
                  <a:cubicBezTo>
                    <a:pt x="304" y="285"/>
                    <a:pt x="149" y="292"/>
                    <a:pt x="49" y="20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grpSp>
    </p:spTree>
    <p:extLst>
      <p:ext uri="{BB962C8B-B14F-4D97-AF65-F5344CB8AC3E}">
        <p14:creationId xmlns:p14="http://schemas.microsoft.com/office/powerpoint/2010/main" val="237348184"/>
      </p:ext>
    </p:extLst>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204CA6BC-3A36-834A-8A46-510CF743F360}"/>
              </a:ext>
            </a:extLst>
          </p:cNvPr>
          <p:cNvSpPr>
            <a:spLocks noGrp="1"/>
          </p:cNvSpPr>
          <p:nvPr>
            <p:ph type="title"/>
          </p:nvPr>
        </p:nvSpPr>
        <p:spPr/>
        <p:txBody>
          <a:bodyPr/>
          <a:lstStyle/>
          <a:p>
            <a:r>
              <a:rPr kumimoji="1" lang="zh-CN" altLang="en-US"/>
              <a:t>单击此处编辑母版标题样式</a:t>
            </a:r>
          </a:p>
        </p:txBody>
      </p:sp>
      <p:sp>
        <p:nvSpPr>
          <p:cNvPr id="3" name="内容占位符 2">
            <a:extLst>
              <a:ext uri="{FF2B5EF4-FFF2-40B4-BE49-F238E27FC236}">
                <a16:creationId xmlns:a16="http://schemas.microsoft.com/office/drawing/2014/main" id="{E9F4A777-4880-8640-83A6-327323A56F12}"/>
              </a:ext>
            </a:extLst>
          </p:cNvPr>
          <p:cNvSpPr>
            <a:spLocks noGrp="1"/>
          </p:cNvSpPr>
          <p:nvPr>
            <p:ph sz="half" idx="1"/>
          </p:nvPr>
        </p:nvSpPr>
        <p:spPr>
          <a:xfrm>
            <a:off x="628650" y="1825625"/>
            <a:ext cx="3886200" cy="4351338"/>
          </a:xfrm>
        </p:spPr>
        <p:txBody>
          <a:bodyPr/>
          <a:lstStyle/>
          <a:p>
            <a:pPr lvl="0"/>
            <a:r>
              <a:rPr kumimoji="1" lang="zh-CN" altLang="en-US" dirty="0"/>
              <a:t>单击此处编辑母版文本样式</a:t>
            </a:r>
          </a:p>
          <a:p>
            <a:pPr lvl="1"/>
            <a:r>
              <a:rPr kumimoji="1" lang="zh-CN" altLang="en-US" dirty="0"/>
              <a:t>二级</a:t>
            </a:r>
          </a:p>
          <a:p>
            <a:pPr lvl="2"/>
            <a:r>
              <a:rPr kumimoji="1" lang="zh-CN" altLang="en-US" dirty="0"/>
              <a:t>三级</a:t>
            </a:r>
          </a:p>
          <a:p>
            <a:pPr lvl="3"/>
            <a:r>
              <a:rPr kumimoji="1" lang="zh-CN" altLang="en-US" dirty="0"/>
              <a:t>四级</a:t>
            </a:r>
          </a:p>
          <a:p>
            <a:pPr lvl="4"/>
            <a:r>
              <a:rPr kumimoji="1" lang="zh-CN" altLang="en-US" dirty="0"/>
              <a:t>五级</a:t>
            </a:r>
          </a:p>
        </p:txBody>
      </p:sp>
      <p:sp>
        <p:nvSpPr>
          <p:cNvPr id="4" name="内容占位符 3">
            <a:extLst>
              <a:ext uri="{FF2B5EF4-FFF2-40B4-BE49-F238E27FC236}">
                <a16:creationId xmlns:a16="http://schemas.microsoft.com/office/drawing/2014/main" id="{27E2510C-46FB-B140-83A3-4B9EF1B4C9DF}"/>
              </a:ext>
            </a:extLst>
          </p:cNvPr>
          <p:cNvSpPr>
            <a:spLocks noGrp="1"/>
          </p:cNvSpPr>
          <p:nvPr>
            <p:ph sz="half" idx="2"/>
          </p:nvPr>
        </p:nvSpPr>
        <p:spPr>
          <a:xfrm>
            <a:off x="4629150" y="1825625"/>
            <a:ext cx="3886200" cy="4351338"/>
          </a:xfrm>
        </p:spPr>
        <p:txBody>
          <a:bodyPr/>
          <a:lstStyle/>
          <a:p>
            <a:pPr lvl="0"/>
            <a:r>
              <a:rPr kumimoji="1" lang="zh-CN" altLang="en-US" dirty="0"/>
              <a:t>单击此处编辑母版文本样式</a:t>
            </a:r>
          </a:p>
          <a:p>
            <a:pPr lvl="1"/>
            <a:r>
              <a:rPr kumimoji="1" lang="zh-CN" altLang="en-US" dirty="0"/>
              <a:t>二级</a:t>
            </a:r>
          </a:p>
          <a:p>
            <a:pPr lvl="2"/>
            <a:r>
              <a:rPr kumimoji="1" lang="zh-CN" altLang="en-US" dirty="0"/>
              <a:t>三级</a:t>
            </a:r>
          </a:p>
          <a:p>
            <a:pPr lvl="3"/>
            <a:r>
              <a:rPr kumimoji="1" lang="zh-CN" altLang="en-US" dirty="0"/>
              <a:t>四级</a:t>
            </a:r>
          </a:p>
          <a:p>
            <a:pPr lvl="4"/>
            <a:r>
              <a:rPr kumimoji="1" lang="zh-CN" altLang="en-US" dirty="0"/>
              <a:t>五级</a:t>
            </a:r>
          </a:p>
        </p:txBody>
      </p:sp>
      <p:sp>
        <p:nvSpPr>
          <p:cNvPr id="5" name="日期占位符 4">
            <a:extLst>
              <a:ext uri="{FF2B5EF4-FFF2-40B4-BE49-F238E27FC236}">
                <a16:creationId xmlns:a16="http://schemas.microsoft.com/office/drawing/2014/main" id="{C459310F-E4CA-E54F-B1B1-7656B1F4AAA8}"/>
              </a:ext>
            </a:extLst>
          </p:cNvPr>
          <p:cNvSpPr>
            <a:spLocks noGrp="1"/>
          </p:cNvSpPr>
          <p:nvPr>
            <p:ph type="dt" sz="half" idx="10"/>
          </p:nvPr>
        </p:nvSpPr>
        <p:spPr>
          <a:xfrm>
            <a:off x="119024" y="6498019"/>
            <a:ext cx="2057400" cy="365125"/>
          </a:xfrm>
          <a:prstGeom prst="rect">
            <a:avLst/>
          </a:prstGeom>
        </p:spPr>
        <p:txBody>
          <a:bodyPr/>
          <a:lstStyle/>
          <a:p>
            <a:r>
              <a:rPr kumimoji="1" lang="en-US" altLang="zh-CN"/>
              <a:t>5.3 </a:t>
            </a:r>
            <a:r>
              <a:rPr kumimoji="1" lang="zh-CN" altLang="en-US"/>
              <a:t>网络互联</a:t>
            </a:r>
            <a:endParaRPr kumimoji="1" lang="zh-CN" altLang="en-US" dirty="0"/>
          </a:p>
        </p:txBody>
      </p:sp>
      <p:sp>
        <p:nvSpPr>
          <p:cNvPr id="6" name="页脚占位符 5">
            <a:extLst>
              <a:ext uri="{FF2B5EF4-FFF2-40B4-BE49-F238E27FC236}">
                <a16:creationId xmlns:a16="http://schemas.microsoft.com/office/drawing/2014/main" id="{D8A41358-8B3C-CE4B-B391-06B0FF85E814}"/>
              </a:ext>
            </a:extLst>
          </p:cNvPr>
          <p:cNvSpPr>
            <a:spLocks noGrp="1"/>
          </p:cNvSpPr>
          <p:nvPr>
            <p:ph type="ftr" sz="quarter" idx="11"/>
          </p:nvPr>
        </p:nvSpPr>
        <p:spPr>
          <a:xfrm>
            <a:off x="3028950" y="6498020"/>
            <a:ext cx="3086100" cy="365125"/>
          </a:xfrm>
          <a:prstGeom prst="rect">
            <a:avLst/>
          </a:prstGeom>
        </p:spPr>
        <p:txBody>
          <a:bodyPr/>
          <a:lstStyle/>
          <a:p>
            <a:r>
              <a:rPr kumimoji="1" lang="zh-CN" altLang="en-US"/>
              <a:t>引自：</a:t>
            </a:r>
            <a:r>
              <a:rPr kumimoji="1" lang="en-US" altLang="zh-CN"/>
              <a:t>XXXXX</a:t>
            </a:r>
            <a:r>
              <a:rPr kumimoji="1" lang="zh-CN" altLang="en-US"/>
              <a:t>（如果需要）</a:t>
            </a:r>
          </a:p>
        </p:txBody>
      </p:sp>
      <p:sp>
        <p:nvSpPr>
          <p:cNvPr id="7" name="灯片编号占位符 6">
            <a:extLst>
              <a:ext uri="{FF2B5EF4-FFF2-40B4-BE49-F238E27FC236}">
                <a16:creationId xmlns:a16="http://schemas.microsoft.com/office/drawing/2014/main" id="{FDFB6C4E-D29D-9647-82C6-2B183C588D14}"/>
              </a:ext>
            </a:extLst>
          </p:cNvPr>
          <p:cNvSpPr>
            <a:spLocks noGrp="1"/>
          </p:cNvSpPr>
          <p:nvPr>
            <p:ph type="sldNum" sz="quarter" idx="12"/>
          </p:nvPr>
        </p:nvSpPr>
        <p:spPr>
          <a:xfrm>
            <a:off x="6457950" y="6498020"/>
            <a:ext cx="2489753" cy="365125"/>
          </a:xfrm>
          <a:prstGeom prst="rect">
            <a:avLst/>
          </a:prstGeom>
        </p:spPr>
        <p:txBody>
          <a:bodyPr/>
          <a:lstStyle/>
          <a:p>
            <a:fld id="{8D4D1E41-7A09-AB4A-A4E1-09765ADA2698}" type="slidenum">
              <a:rPr kumimoji="1" lang="zh-CN" altLang="en-US" smtClean="0"/>
              <a:t>‹#›</a:t>
            </a:fld>
            <a:endParaRPr kumimoji="1" lang="zh-CN" altLang="en-US"/>
          </a:p>
        </p:txBody>
      </p:sp>
      <p:sp>
        <p:nvSpPr>
          <p:cNvPr id="8" name="矩形 7">
            <a:extLst>
              <a:ext uri="{FF2B5EF4-FFF2-40B4-BE49-F238E27FC236}">
                <a16:creationId xmlns:a16="http://schemas.microsoft.com/office/drawing/2014/main" id="{6EA401A9-3F89-014C-9A94-02FD1A5217FC}"/>
              </a:ext>
            </a:extLst>
          </p:cNvPr>
          <p:cNvSpPr/>
          <p:nvPr userDrawn="1"/>
        </p:nvSpPr>
        <p:spPr>
          <a:xfrm>
            <a:off x="500874" y="553426"/>
            <a:ext cx="381985" cy="498948"/>
          </a:xfrm>
          <a:prstGeom prst="rect">
            <a:avLst/>
          </a:prstGeom>
          <a:solidFill>
            <a:srgbClr val="5C307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dirty="0">
              <a:solidFill>
                <a:srgbClr val="5C307E"/>
              </a:solidFill>
            </a:endParaRPr>
          </a:p>
        </p:txBody>
      </p:sp>
      <p:cxnSp>
        <p:nvCxnSpPr>
          <p:cNvPr id="9" name="直线连接符 8">
            <a:extLst>
              <a:ext uri="{FF2B5EF4-FFF2-40B4-BE49-F238E27FC236}">
                <a16:creationId xmlns:a16="http://schemas.microsoft.com/office/drawing/2014/main" id="{2D64F221-C9B8-444F-9076-736EED2DA56E}"/>
              </a:ext>
            </a:extLst>
          </p:cNvPr>
          <p:cNvCxnSpPr>
            <a:cxnSpLocks/>
          </p:cNvCxnSpPr>
          <p:nvPr userDrawn="1"/>
        </p:nvCxnSpPr>
        <p:spPr>
          <a:xfrm>
            <a:off x="986091" y="1244212"/>
            <a:ext cx="5471859" cy="0"/>
          </a:xfrm>
          <a:prstGeom prst="line">
            <a:avLst/>
          </a:prstGeom>
          <a:ln w="19050">
            <a:solidFill>
              <a:srgbClr val="5C307E"/>
            </a:solidFill>
          </a:ln>
        </p:spPr>
        <p:style>
          <a:lnRef idx="1">
            <a:schemeClr val="accent1"/>
          </a:lnRef>
          <a:fillRef idx="0">
            <a:schemeClr val="accent1"/>
          </a:fillRef>
          <a:effectRef idx="0">
            <a:schemeClr val="accent1"/>
          </a:effectRef>
          <a:fontRef idx="minor">
            <a:schemeClr val="tx1"/>
          </a:fontRef>
        </p:style>
      </p:cxnSp>
      <p:grpSp>
        <p:nvGrpSpPr>
          <p:cNvPr id="10" name="组合 9">
            <a:extLst>
              <a:ext uri="{FF2B5EF4-FFF2-40B4-BE49-F238E27FC236}">
                <a16:creationId xmlns:a16="http://schemas.microsoft.com/office/drawing/2014/main" id="{F75304E3-D2BA-6B43-A9CA-868095E37E2C}"/>
              </a:ext>
            </a:extLst>
          </p:cNvPr>
          <p:cNvGrpSpPr/>
          <p:nvPr userDrawn="1"/>
        </p:nvGrpSpPr>
        <p:grpSpPr>
          <a:xfrm>
            <a:off x="7387088" y="844222"/>
            <a:ext cx="1471114" cy="208345"/>
            <a:chOff x="1368170" y="1165302"/>
            <a:chExt cx="4139947" cy="439737"/>
          </a:xfrm>
        </p:grpSpPr>
        <p:grpSp>
          <p:nvGrpSpPr>
            <p:cNvPr id="11" name="组合 10">
              <a:extLst>
                <a:ext uri="{FF2B5EF4-FFF2-40B4-BE49-F238E27FC236}">
                  <a16:creationId xmlns:a16="http://schemas.microsoft.com/office/drawing/2014/main" id="{C6BD9614-F72F-8A43-9314-4D110B22A613}"/>
                </a:ext>
              </a:extLst>
            </p:cNvPr>
            <p:cNvGrpSpPr/>
            <p:nvPr/>
          </p:nvGrpSpPr>
          <p:grpSpPr>
            <a:xfrm>
              <a:off x="1368170" y="1165302"/>
              <a:ext cx="550582" cy="439737"/>
              <a:chOff x="1368170" y="664579"/>
              <a:chExt cx="550582" cy="439737"/>
            </a:xfrm>
          </p:grpSpPr>
          <p:sp>
            <p:nvSpPr>
              <p:cNvPr id="22" name="Freeform 1">
                <a:extLst>
                  <a:ext uri="{FF2B5EF4-FFF2-40B4-BE49-F238E27FC236}">
                    <a16:creationId xmlns:a16="http://schemas.microsoft.com/office/drawing/2014/main" id="{17E3AC1A-2BCC-CA46-AC9B-ECC6AD4DD9B6}"/>
                  </a:ext>
                </a:extLst>
              </p:cNvPr>
              <p:cNvSpPr>
                <a:spLocks noChangeArrowheads="1"/>
              </p:cNvSpPr>
              <p:nvPr/>
            </p:nvSpPr>
            <p:spPr bwMode="auto">
              <a:xfrm>
                <a:off x="1481203" y="771778"/>
                <a:ext cx="437549" cy="332538"/>
              </a:xfrm>
              <a:custGeom>
                <a:avLst/>
                <a:gdLst>
                  <a:gd name="T0" fmla="*/ 25 w 2647"/>
                  <a:gd name="T1" fmla="*/ 1478 h 2011"/>
                  <a:gd name="T2" fmla="*/ 525 w 2647"/>
                  <a:gd name="T3" fmla="*/ 1865 h 2011"/>
                  <a:gd name="T4" fmla="*/ 736 w 2647"/>
                  <a:gd name="T5" fmla="*/ 1972 h 2011"/>
                  <a:gd name="T6" fmla="*/ 940 w 2647"/>
                  <a:gd name="T7" fmla="*/ 2010 h 2011"/>
                  <a:gd name="T8" fmla="*/ 1078 w 2647"/>
                  <a:gd name="T9" fmla="*/ 1991 h 2011"/>
                  <a:gd name="T10" fmla="*/ 1286 w 2647"/>
                  <a:gd name="T11" fmla="*/ 1894 h 2011"/>
                  <a:gd name="T12" fmla="*/ 1506 w 2647"/>
                  <a:gd name="T13" fmla="*/ 1715 h 2011"/>
                  <a:gd name="T14" fmla="*/ 1506 w 2647"/>
                  <a:gd name="T15" fmla="*/ 1715 h 2011"/>
                  <a:gd name="T16" fmla="*/ 2630 w 2647"/>
                  <a:gd name="T17" fmla="*/ 624 h 2011"/>
                  <a:gd name="T18" fmla="*/ 2646 w 2647"/>
                  <a:gd name="T19" fmla="*/ 586 h 2011"/>
                  <a:gd name="T20" fmla="*/ 2630 w 2647"/>
                  <a:gd name="T21" fmla="*/ 548 h 2011"/>
                  <a:gd name="T22" fmla="*/ 2090 w 2647"/>
                  <a:gd name="T23" fmla="*/ 21 h 2011"/>
                  <a:gd name="T24" fmla="*/ 2016 w 2647"/>
                  <a:gd name="T25" fmla="*/ 22 h 2011"/>
                  <a:gd name="T26" fmla="*/ 2017 w 2647"/>
                  <a:gd name="T27" fmla="*/ 96 h 2011"/>
                  <a:gd name="T28" fmla="*/ 2518 w 2647"/>
                  <a:gd name="T29" fmla="*/ 586 h 2011"/>
                  <a:gd name="T30" fmla="*/ 1433 w 2647"/>
                  <a:gd name="T31" fmla="*/ 1639 h 2011"/>
                  <a:gd name="T32" fmla="*/ 1433 w 2647"/>
                  <a:gd name="T33" fmla="*/ 1639 h 2011"/>
                  <a:gd name="T34" fmla="*/ 1167 w 2647"/>
                  <a:gd name="T35" fmla="*/ 1843 h 2011"/>
                  <a:gd name="T36" fmla="*/ 1051 w 2647"/>
                  <a:gd name="T37" fmla="*/ 1889 h 2011"/>
                  <a:gd name="T38" fmla="*/ 940 w 2647"/>
                  <a:gd name="T39" fmla="*/ 1904 h 2011"/>
                  <a:gd name="T40" fmla="*/ 772 w 2647"/>
                  <a:gd name="T41" fmla="*/ 1872 h 2011"/>
                  <a:gd name="T42" fmla="*/ 474 w 2647"/>
                  <a:gd name="T43" fmla="*/ 1704 h 2011"/>
                  <a:gd name="T44" fmla="*/ 93 w 2647"/>
                  <a:gd name="T45" fmla="*/ 1398 h 2011"/>
                  <a:gd name="T46" fmla="*/ 19 w 2647"/>
                  <a:gd name="T47" fmla="*/ 1404 h 2011"/>
                  <a:gd name="T48" fmla="*/ 25 w 2647"/>
                  <a:gd name="T49" fmla="*/ 1478 h 20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647" h="2011">
                    <a:moveTo>
                      <a:pt x="25" y="1478"/>
                    </a:moveTo>
                    <a:cubicBezTo>
                      <a:pt x="219" y="1643"/>
                      <a:pt x="380" y="1773"/>
                      <a:pt x="525" y="1865"/>
                    </a:cubicBezTo>
                    <a:cubicBezTo>
                      <a:pt x="598" y="1911"/>
                      <a:pt x="668" y="1947"/>
                      <a:pt x="736" y="1972"/>
                    </a:cubicBezTo>
                    <a:cubicBezTo>
                      <a:pt x="805" y="1996"/>
                      <a:pt x="872" y="2010"/>
                      <a:pt x="940" y="2010"/>
                    </a:cubicBezTo>
                    <a:cubicBezTo>
                      <a:pt x="986" y="2010"/>
                      <a:pt x="1032" y="2004"/>
                      <a:pt x="1078" y="1991"/>
                    </a:cubicBezTo>
                    <a:cubicBezTo>
                      <a:pt x="1147" y="1973"/>
                      <a:pt x="1216" y="1940"/>
                      <a:pt x="1286" y="1894"/>
                    </a:cubicBezTo>
                    <a:cubicBezTo>
                      <a:pt x="1357" y="1848"/>
                      <a:pt x="1429" y="1789"/>
                      <a:pt x="1506" y="1715"/>
                    </a:cubicBezTo>
                    <a:lnTo>
                      <a:pt x="1506" y="1715"/>
                    </a:lnTo>
                    <a:lnTo>
                      <a:pt x="2630" y="624"/>
                    </a:lnTo>
                    <a:cubicBezTo>
                      <a:pt x="2640" y="614"/>
                      <a:pt x="2646" y="600"/>
                      <a:pt x="2646" y="586"/>
                    </a:cubicBezTo>
                    <a:cubicBezTo>
                      <a:pt x="2646" y="572"/>
                      <a:pt x="2641" y="558"/>
                      <a:pt x="2630" y="548"/>
                    </a:cubicBezTo>
                    <a:lnTo>
                      <a:pt x="2090" y="21"/>
                    </a:lnTo>
                    <a:cubicBezTo>
                      <a:pt x="2069" y="0"/>
                      <a:pt x="2036" y="1"/>
                      <a:pt x="2016" y="22"/>
                    </a:cubicBezTo>
                    <a:cubicBezTo>
                      <a:pt x="1995" y="42"/>
                      <a:pt x="1996" y="76"/>
                      <a:pt x="2017" y="96"/>
                    </a:cubicBezTo>
                    <a:lnTo>
                      <a:pt x="2518" y="586"/>
                    </a:lnTo>
                    <a:lnTo>
                      <a:pt x="1433" y="1639"/>
                    </a:lnTo>
                    <a:lnTo>
                      <a:pt x="1433" y="1639"/>
                    </a:lnTo>
                    <a:cubicBezTo>
                      <a:pt x="1335" y="1733"/>
                      <a:pt x="1247" y="1800"/>
                      <a:pt x="1167" y="1843"/>
                    </a:cubicBezTo>
                    <a:cubicBezTo>
                      <a:pt x="1127" y="1864"/>
                      <a:pt x="1088" y="1879"/>
                      <a:pt x="1051" y="1889"/>
                    </a:cubicBezTo>
                    <a:cubicBezTo>
                      <a:pt x="1013" y="1899"/>
                      <a:pt x="977" y="1904"/>
                      <a:pt x="940" y="1904"/>
                    </a:cubicBezTo>
                    <a:cubicBezTo>
                      <a:pt x="886" y="1904"/>
                      <a:pt x="831" y="1894"/>
                      <a:pt x="772" y="1872"/>
                    </a:cubicBezTo>
                    <a:cubicBezTo>
                      <a:pt x="683" y="1840"/>
                      <a:pt x="586" y="1784"/>
                      <a:pt x="474" y="1704"/>
                    </a:cubicBezTo>
                    <a:cubicBezTo>
                      <a:pt x="363" y="1624"/>
                      <a:pt x="238" y="1521"/>
                      <a:pt x="93" y="1398"/>
                    </a:cubicBezTo>
                    <a:cubicBezTo>
                      <a:pt x="71" y="1379"/>
                      <a:pt x="38" y="1382"/>
                      <a:pt x="19" y="1404"/>
                    </a:cubicBezTo>
                    <a:cubicBezTo>
                      <a:pt x="0" y="1426"/>
                      <a:pt x="3" y="1459"/>
                      <a:pt x="25" y="1478"/>
                    </a:cubicBezTo>
                  </a:path>
                </a:pathLst>
              </a:custGeom>
              <a:solidFill>
                <a:srgbClr val="D7222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23" name="Freeform 2">
                <a:extLst>
                  <a:ext uri="{FF2B5EF4-FFF2-40B4-BE49-F238E27FC236}">
                    <a16:creationId xmlns:a16="http://schemas.microsoft.com/office/drawing/2014/main" id="{8FC97171-0F8A-6B4A-BC04-4A83196EEE71}"/>
                  </a:ext>
                </a:extLst>
              </p:cNvPr>
              <p:cNvSpPr>
                <a:spLocks noChangeArrowheads="1"/>
              </p:cNvSpPr>
              <p:nvPr/>
            </p:nvSpPr>
            <p:spPr bwMode="auto">
              <a:xfrm>
                <a:off x="1511832" y="868769"/>
                <a:ext cx="356603" cy="190334"/>
              </a:xfrm>
              <a:custGeom>
                <a:avLst/>
                <a:gdLst>
                  <a:gd name="T0" fmla="*/ 15 w 2158"/>
                  <a:gd name="T1" fmla="*/ 713 h 1152"/>
                  <a:gd name="T2" fmla="*/ 432 w 2158"/>
                  <a:gd name="T3" fmla="*/ 1033 h 1152"/>
                  <a:gd name="T4" fmla="*/ 605 w 2158"/>
                  <a:gd name="T5" fmla="*/ 1120 h 1152"/>
                  <a:gd name="T6" fmla="*/ 771 w 2158"/>
                  <a:gd name="T7" fmla="*/ 1151 h 1152"/>
                  <a:gd name="T8" fmla="*/ 896 w 2158"/>
                  <a:gd name="T9" fmla="*/ 1132 h 1152"/>
                  <a:gd name="T10" fmla="*/ 1089 w 2158"/>
                  <a:gd name="T11" fmla="*/ 1036 h 1152"/>
                  <a:gd name="T12" fmla="*/ 1305 w 2158"/>
                  <a:gd name="T13" fmla="*/ 856 h 1152"/>
                  <a:gd name="T14" fmla="*/ 1305 w 2158"/>
                  <a:gd name="T15" fmla="*/ 856 h 1152"/>
                  <a:gd name="T16" fmla="*/ 2144 w 2158"/>
                  <a:gd name="T17" fmla="*/ 57 h 1152"/>
                  <a:gd name="T18" fmla="*/ 2145 w 2158"/>
                  <a:gd name="T19" fmla="*/ 13 h 1152"/>
                  <a:gd name="T20" fmla="*/ 2100 w 2158"/>
                  <a:gd name="T21" fmla="*/ 12 h 1152"/>
                  <a:gd name="T22" fmla="*/ 1262 w 2158"/>
                  <a:gd name="T23" fmla="*/ 811 h 1152"/>
                  <a:gd name="T24" fmla="*/ 1262 w 2158"/>
                  <a:gd name="T25" fmla="*/ 811 h 1152"/>
                  <a:gd name="T26" fmla="*/ 993 w 2158"/>
                  <a:gd name="T27" fmla="*/ 1023 h 1152"/>
                  <a:gd name="T28" fmla="*/ 878 w 2158"/>
                  <a:gd name="T29" fmla="*/ 1072 h 1152"/>
                  <a:gd name="T30" fmla="*/ 771 w 2158"/>
                  <a:gd name="T31" fmla="*/ 1088 h 1152"/>
                  <a:gd name="T32" fmla="*/ 626 w 2158"/>
                  <a:gd name="T33" fmla="*/ 1061 h 1152"/>
                  <a:gd name="T34" fmla="*/ 376 w 2158"/>
                  <a:gd name="T35" fmla="*/ 920 h 1152"/>
                  <a:gd name="T36" fmla="*/ 55 w 2158"/>
                  <a:gd name="T37" fmla="*/ 665 h 1152"/>
                  <a:gd name="T38" fmla="*/ 11 w 2158"/>
                  <a:gd name="T39" fmla="*/ 669 h 1152"/>
                  <a:gd name="T40" fmla="*/ 15 w 2158"/>
                  <a:gd name="T41" fmla="*/ 713 h 1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58" h="1152">
                    <a:moveTo>
                      <a:pt x="15" y="713"/>
                    </a:moveTo>
                    <a:cubicBezTo>
                      <a:pt x="179" y="850"/>
                      <a:pt x="312" y="958"/>
                      <a:pt x="432" y="1033"/>
                    </a:cubicBezTo>
                    <a:cubicBezTo>
                      <a:pt x="492" y="1071"/>
                      <a:pt x="549" y="1100"/>
                      <a:pt x="605" y="1120"/>
                    </a:cubicBezTo>
                    <a:cubicBezTo>
                      <a:pt x="661" y="1140"/>
                      <a:pt x="716" y="1151"/>
                      <a:pt x="771" y="1151"/>
                    </a:cubicBezTo>
                    <a:cubicBezTo>
                      <a:pt x="812" y="1151"/>
                      <a:pt x="854" y="1145"/>
                      <a:pt x="896" y="1132"/>
                    </a:cubicBezTo>
                    <a:cubicBezTo>
                      <a:pt x="959" y="1114"/>
                      <a:pt x="1022" y="1082"/>
                      <a:pt x="1089" y="1036"/>
                    </a:cubicBezTo>
                    <a:cubicBezTo>
                      <a:pt x="1156" y="990"/>
                      <a:pt x="1227" y="931"/>
                      <a:pt x="1305" y="856"/>
                    </a:cubicBezTo>
                    <a:lnTo>
                      <a:pt x="1305" y="856"/>
                    </a:lnTo>
                    <a:lnTo>
                      <a:pt x="2144" y="57"/>
                    </a:lnTo>
                    <a:cubicBezTo>
                      <a:pt x="2156" y="45"/>
                      <a:pt x="2157" y="25"/>
                      <a:pt x="2145" y="13"/>
                    </a:cubicBezTo>
                    <a:cubicBezTo>
                      <a:pt x="2133" y="0"/>
                      <a:pt x="2113" y="0"/>
                      <a:pt x="2100" y="12"/>
                    </a:cubicBezTo>
                    <a:lnTo>
                      <a:pt x="1262" y="811"/>
                    </a:lnTo>
                    <a:lnTo>
                      <a:pt x="1262" y="811"/>
                    </a:lnTo>
                    <a:cubicBezTo>
                      <a:pt x="1160" y="908"/>
                      <a:pt x="1072" y="978"/>
                      <a:pt x="993" y="1023"/>
                    </a:cubicBezTo>
                    <a:cubicBezTo>
                      <a:pt x="953" y="1045"/>
                      <a:pt x="915" y="1062"/>
                      <a:pt x="878" y="1072"/>
                    </a:cubicBezTo>
                    <a:cubicBezTo>
                      <a:pt x="842" y="1083"/>
                      <a:pt x="806" y="1088"/>
                      <a:pt x="771" y="1088"/>
                    </a:cubicBezTo>
                    <a:cubicBezTo>
                      <a:pt x="724" y="1088"/>
                      <a:pt x="677" y="1079"/>
                      <a:pt x="626" y="1061"/>
                    </a:cubicBezTo>
                    <a:cubicBezTo>
                      <a:pt x="551" y="1034"/>
                      <a:pt x="469" y="987"/>
                      <a:pt x="376" y="920"/>
                    </a:cubicBezTo>
                    <a:cubicBezTo>
                      <a:pt x="282" y="853"/>
                      <a:pt x="177" y="767"/>
                      <a:pt x="55" y="665"/>
                    </a:cubicBezTo>
                    <a:cubicBezTo>
                      <a:pt x="42" y="654"/>
                      <a:pt x="22" y="656"/>
                      <a:pt x="11" y="669"/>
                    </a:cubicBezTo>
                    <a:cubicBezTo>
                      <a:pt x="0" y="682"/>
                      <a:pt x="1" y="702"/>
                      <a:pt x="15" y="713"/>
                    </a:cubicBezTo>
                  </a:path>
                </a:pathLst>
              </a:custGeom>
              <a:solidFill>
                <a:srgbClr val="DD4A16"/>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24" name="Freeform 3">
                <a:extLst>
                  <a:ext uri="{FF2B5EF4-FFF2-40B4-BE49-F238E27FC236}">
                    <a16:creationId xmlns:a16="http://schemas.microsoft.com/office/drawing/2014/main" id="{2486AB9B-C9E8-E94F-B7E8-57CD96498467}"/>
                  </a:ext>
                </a:extLst>
              </p:cNvPr>
              <p:cNvSpPr>
                <a:spLocks noChangeArrowheads="1"/>
              </p:cNvSpPr>
              <p:nvPr/>
            </p:nvSpPr>
            <p:spPr bwMode="auto">
              <a:xfrm>
                <a:off x="1540273" y="847620"/>
                <a:ext cx="304826" cy="169186"/>
              </a:xfrm>
              <a:custGeom>
                <a:avLst/>
                <a:gdLst>
                  <a:gd name="T0" fmla="*/ 12 w 1845"/>
                  <a:gd name="T1" fmla="*/ 672 h 1022"/>
                  <a:gd name="T2" fmla="*/ 350 w 1845"/>
                  <a:gd name="T3" fmla="*/ 928 h 1022"/>
                  <a:gd name="T4" fmla="*/ 488 w 1845"/>
                  <a:gd name="T5" fmla="*/ 997 h 1022"/>
                  <a:gd name="T6" fmla="*/ 620 w 1845"/>
                  <a:gd name="T7" fmla="*/ 1021 h 1022"/>
                  <a:gd name="T8" fmla="*/ 734 w 1845"/>
                  <a:gd name="T9" fmla="*/ 1003 h 1022"/>
                  <a:gd name="T10" fmla="*/ 915 w 1845"/>
                  <a:gd name="T11" fmla="*/ 905 h 1022"/>
                  <a:gd name="T12" fmla="*/ 1129 w 1845"/>
                  <a:gd name="T13" fmla="*/ 720 h 1022"/>
                  <a:gd name="T14" fmla="*/ 1129 w 1845"/>
                  <a:gd name="T15" fmla="*/ 720 h 1022"/>
                  <a:gd name="T16" fmla="*/ 1834 w 1845"/>
                  <a:gd name="T17" fmla="*/ 42 h 1022"/>
                  <a:gd name="T18" fmla="*/ 1835 w 1845"/>
                  <a:gd name="T19" fmla="*/ 10 h 1022"/>
                  <a:gd name="T20" fmla="*/ 1802 w 1845"/>
                  <a:gd name="T21" fmla="*/ 9 h 1022"/>
                  <a:gd name="T22" fmla="*/ 1097 w 1845"/>
                  <a:gd name="T23" fmla="*/ 687 h 1022"/>
                  <a:gd name="T24" fmla="*/ 1097 w 1845"/>
                  <a:gd name="T25" fmla="*/ 687 h 1022"/>
                  <a:gd name="T26" fmla="*/ 828 w 1845"/>
                  <a:gd name="T27" fmla="*/ 907 h 1022"/>
                  <a:gd name="T28" fmla="*/ 720 w 1845"/>
                  <a:gd name="T29" fmla="*/ 959 h 1022"/>
                  <a:gd name="T30" fmla="*/ 620 w 1845"/>
                  <a:gd name="T31" fmla="*/ 975 h 1022"/>
                  <a:gd name="T32" fmla="*/ 504 w 1845"/>
                  <a:gd name="T33" fmla="*/ 954 h 1022"/>
                  <a:gd name="T34" fmla="*/ 302 w 1845"/>
                  <a:gd name="T35" fmla="*/ 841 h 1022"/>
                  <a:gd name="T36" fmla="*/ 41 w 1845"/>
                  <a:gd name="T37" fmla="*/ 636 h 1022"/>
                  <a:gd name="T38" fmla="*/ 9 w 1845"/>
                  <a:gd name="T39" fmla="*/ 640 h 1022"/>
                  <a:gd name="T40" fmla="*/ 12 w 1845"/>
                  <a:gd name="T41" fmla="*/ 672 h 10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45" h="1022">
                    <a:moveTo>
                      <a:pt x="12" y="672"/>
                    </a:moveTo>
                    <a:cubicBezTo>
                      <a:pt x="146" y="782"/>
                      <a:pt x="254" y="868"/>
                      <a:pt x="350" y="928"/>
                    </a:cubicBezTo>
                    <a:cubicBezTo>
                      <a:pt x="398" y="958"/>
                      <a:pt x="444" y="981"/>
                      <a:pt x="488" y="997"/>
                    </a:cubicBezTo>
                    <a:cubicBezTo>
                      <a:pt x="533" y="1013"/>
                      <a:pt x="576" y="1021"/>
                      <a:pt x="620" y="1021"/>
                    </a:cubicBezTo>
                    <a:cubicBezTo>
                      <a:pt x="658" y="1021"/>
                      <a:pt x="695" y="1015"/>
                      <a:pt x="734" y="1003"/>
                    </a:cubicBezTo>
                    <a:cubicBezTo>
                      <a:pt x="791" y="984"/>
                      <a:pt x="850" y="952"/>
                      <a:pt x="915" y="905"/>
                    </a:cubicBezTo>
                    <a:cubicBezTo>
                      <a:pt x="980" y="858"/>
                      <a:pt x="1050" y="797"/>
                      <a:pt x="1129" y="720"/>
                    </a:cubicBezTo>
                    <a:lnTo>
                      <a:pt x="1129" y="720"/>
                    </a:lnTo>
                    <a:lnTo>
                      <a:pt x="1834" y="42"/>
                    </a:lnTo>
                    <a:cubicBezTo>
                      <a:pt x="1843" y="34"/>
                      <a:pt x="1844" y="19"/>
                      <a:pt x="1835" y="10"/>
                    </a:cubicBezTo>
                    <a:cubicBezTo>
                      <a:pt x="1826" y="1"/>
                      <a:pt x="1811" y="0"/>
                      <a:pt x="1802" y="9"/>
                    </a:cubicBezTo>
                    <a:lnTo>
                      <a:pt x="1097" y="687"/>
                    </a:lnTo>
                    <a:lnTo>
                      <a:pt x="1097" y="687"/>
                    </a:lnTo>
                    <a:cubicBezTo>
                      <a:pt x="992" y="788"/>
                      <a:pt x="905" y="861"/>
                      <a:pt x="828" y="907"/>
                    </a:cubicBezTo>
                    <a:cubicBezTo>
                      <a:pt x="790" y="931"/>
                      <a:pt x="754" y="948"/>
                      <a:pt x="720" y="959"/>
                    </a:cubicBezTo>
                    <a:cubicBezTo>
                      <a:pt x="685" y="970"/>
                      <a:pt x="653" y="975"/>
                      <a:pt x="620" y="975"/>
                    </a:cubicBezTo>
                    <a:cubicBezTo>
                      <a:pt x="582" y="975"/>
                      <a:pt x="544" y="968"/>
                      <a:pt x="504" y="954"/>
                    </a:cubicBezTo>
                    <a:cubicBezTo>
                      <a:pt x="443" y="932"/>
                      <a:pt x="378" y="894"/>
                      <a:pt x="302" y="841"/>
                    </a:cubicBezTo>
                    <a:cubicBezTo>
                      <a:pt x="227" y="787"/>
                      <a:pt x="141" y="718"/>
                      <a:pt x="41" y="636"/>
                    </a:cubicBezTo>
                    <a:cubicBezTo>
                      <a:pt x="31" y="628"/>
                      <a:pt x="17" y="630"/>
                      <a:pt x="9" y="640"/>
                    </a:cubicBezTo>
                    <a:cubicBezTo>
                      <a:pt x="0" y="649"/>
                      <a:pt x="2" y="664"/>
                      <a:pt x="12" y="672"/>
                    </a:cubicBezTo>
                  </a:path>
                </a:pathLst>
              </a:custGeom>
              <a:solidFill>
                <a:srgbClr val="EA7410"/>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25" name="Freeform 4">
                <a:extLst>
                  <a:ext uri="{FF2B5EF4-FFF2-40B4-BE49-F238E27FC236}">
                    <a16:creationId xmlns:a16="http://schemas.microsoft.com/office/drawing/2014/main" id="{18A408D8-23CF-864B-9403-912ED0D24EDB}"/>
                  </a:ext>
                </a:extLst>
              </p:cNvPr>
              <p:cNvSpPr>
                <a:spLocks noChangeArrowheads="1"/>
              </p:cNvSpPr>
              <p:nvPr/>
            </p:nvSpPr>
            <p:spPr bwMode="auto">
              <a:xfrm>
                <a:off x="1568713" y="826472"/>
                <a:ext cx="253050" cy="148037"/>
              </a:xfrm>
              <a:custGeom>
                <a:avLst/>
                <a:gdLst>
                  <a:gd name="T0" fmla="*/ 8 w 1531"/>
                  <a:gd name="T1" fmla="*/ 630 h 895"/>
                  <a:gd name="T2" fmla="*/ 269 w 1531"/>
                  <a:gd name="T3" fmla="*/ 824 h 895"/>
                  <a:gd name="T4" fmla="*/ 374 w 1531"/>
                  <a:gd name="T5" fmla="*/ 876 h 895"/>
                  <a:gd name="T6" fmla="*/ 473 w 1531"/>
                  <a:gd name="T7" fmla="*/ 894 h 895"/>
                  <a:gd name="T8" fmla="*/ 573 w 1531"/>
                  <a:gd name="T9" fmla="*/ 875 h 895"/>
                  <a:gd name="T10" fmla="*/ 739 w 1531"/>
                  <a:gd name="T11" fmla="*/ 775 h 895"/>
                  <a:gd name="T12" fmla="*/ 953 w 1531"/>
                  <a:gd name="T13" fmla="*/ 584 h 895"/>
                  <a:gd name="T14" fmla="*/ 953 w 1531"/>
                  <a:gd name="T15" fmla="*/ 584 h 895"/>
                  <a:gd name="T16" fmla="*/ 1524 w 1531"/>
                  <a:gd name="T17" fmla="*/ 27 h 895"/>
                  <a:gd name="T18" fmla="*/ 1524 w 1531"/>
                  <a:gd name="T19" fmla="*/ 6 h 895"/>
                  <a:gd name="T20" fmla="*/ 1503 w 1531"/>
                  <a:gd name="T21" fmla="*/ 6 h 895"/>
                  <a:gd name="T22" fmla="*/ 932 w 1531"/>
                  <a:gd name="T23" fmla="*/ 563 h 895"/>
                  <a:gd name="T24" fmla="*/ 932 w 1531"/>
                  <a:gd name="T25" fmla="*/ 563 h 895"/>
                  <a:gd name="T26" fmla="*/ 663 w 1531"/>
                  <a:gd name="T27" fmla="*/ 793 h 895"/>
                  <a:gd name="T28" fmla="*/ 562 w 1531"/>
                  <a:gd name="T29" fmla="*/ 847 h 895"/>
                  <a:gd name="T30" fmla="*/ 473 w 1531"/>
                  <a:gd name="T31" fmla="*/ 865 h 895"/>
                  <a:gd name="T32" fmla="*/ 384 w 1531"/>
                  <a:gd name="T33" fmla="*/ 848 h 895"/>
                  <a:gd name="T34" fmla="*/ 229 w 1531"/>
                  <a:gd name="T35" fmla="*/ 762 h 895"/>
                  <a:gd name="T36" fmla="*/ 26 w 1531"/>
                  <a:gd name="T37" fmla="*/ 607 h 895"/>
                  <a:gd name="T38" fmla="*/ 5 w 1531"/>
                  <a:gd name="T39" fmla="*/ 609 h 895"/>
                  <a:gd name="T40" fmla="*/ 8 w 1531"/>
                  <a:gd name="T41" fmla="*/ 630 h 8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31" h="895">
                    <a:moveTo>
                      <a:pt x="8" y="630"/>
                    </a:moveTo>
                    <a:cubicBezTo>
                      <a:pt x="113" y="714"/>
                      <a:pt x="196" y="779"/>
                      <a:pt x="269" y="824"/>
                    </a:cubicBezTo>
                    <a:cubicBezTo>
                      <a:pt x="306" y="847"/>
                      <a:pt x="340" y="864"/>
                      <a:pt x="374" y="876"/>
                    </a:cubicBezTo>
                    <a:cubicBezTo>
                      <a:pt x="407" y="888"/>
                      <a:pt x="440" y="894"/>
                      <a:pt x="473" y="894"/>
                    </a:cubicBezTo>
                    <a:cubicBezTo>
                      <a:pt x="506" y="894"/>
                      <a:pt x="539" y="888"/>
                      <a:pt x="573" y="875"/>
                    </a:cubicBezTo>
                    <a:cubicBezTo>
                      <a:pt x="624" y="856"/>
                      <a:pt x="678" y="823"/>
                      <a:pt x="739" y="775"/>
                    </a:cubicBezTo>
                    <a:cubicBezTo>
                      <a:pt x="801" y="727"/>
                      <a:pt x="870" y="663"/>
                      <a:pt x="953" y="584"/>
                    </a:cubicBezTo>
                    <a:lnTo>
                      <a:pt x="953" y="584"/>
                    </a:lnTo>
                    <a:lnTo>
                      <a:pt x="1524" y="27"/>
                    </a:lnTo>
                    <a:cubicBezTo>
                      <a:pt x="1529" y="21"/>
                      <a:pt x="1530" y="12"/>
                      <a:pt x="1524" y="6"/>
                    </a:cubicBezTo>
                    <a:cubicBezTo>
                      <a:pt x="1518" y="0"/>
                      <a:pt x="1509" y="0"/>
                      <a:pt x="1503" y="6"/>
                    </a:cubicBezTo>
                    <a:lnTo>
                      <a:pt x="932" y="563"/>
                    </a:lnTo>
                    <a:lnTo>
                      <a:pt x="932" y="563"/>
                    </a:lnTo>
                    <a:cubicBezTo>
                      <a:pt x="823" y="668"/>
                      <a:pt x="737" y="744"/>
                      <a:pt x="663" y="793"/>
                    </a:cubicBezTo>
                    <a:cubicBezTo>
                      <a:pt x="627" y="818"/>
                      <a:pt x="594" y="836"/>
                      <a:pt x="562" y="847"/>
                    </a:cubicBezTo>
                    <a:cubicBezTo>
                      <a:pt x="531" y="859"/>
                      <a:pt x="502" y="865"/>
                      <a:pt x="473" y="865"/>
                    </a:cubicBezTo>
                    <a:cubicBezTo>
                      <a:pt x="444" y="865"/>
                      <a:pt x="415" y="859"/>
                      <a:pt x="384" y="848"/>
                    </a:cubicBezTo>
                    <a:cubicBezTo>
                      <a:pt x="338" y="832"/>
                      <a:pt x="288" y="803"/>
                      <a:pt x="229" y="762"/>
                    </a:cubicBezTo>
                    <a:cubicBezTo>
                      <a:pt x="171" y="722"/>
                      <a:pt x="105" y="669"/>
                      <a:pt x="26" y="607"/>
                    </a:cubicBezTo>
                    <a:cubicBezTo>
                      <a:pt x="20" y="602"/>
                      <a:pt x="10" y="603"/>
                      <a:pt x="5" y="609"/>
                    </a:cubicBezTo>
                    <a:cubicBezTo>
                      <a:pt x="0" y="615"/>
                      <a:pt x="1" y="625"/>
                      <a:pt x="8" y="630"/>
                    </a:cubicBezTo>
                  </a:path>
                </a:pathLst>
              </a:custGeom>
              <a:solidFill>
                <a:srgbClr val="F6C40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26" name="Freeform 5">
                <a:extLst>
                  <a:ext uri="{FF2B5EF4-FFF2-40B4-BE49-F238E27FC236}">
                    <a16:creationId xmlns:a16="http://schemas.microsoft.com/office/drawing/2014/main" id="{77D66A57-5273-854B-AD7C-A91B6BFF4D68}"/>
                  </a:ext>
                </a:extLst>
              </p:cNvPr>
              <p:cNvSpPr>
                <a:spLocks noChangeArrowheads="1"/>
              </p:cNvSpPr>
              <p:nvPr/>
            </p:nvSpPr>
            <p:spPr bwMode="auto">
              <a:xfrm>
                <a:off x="1596425" y="805324"/>
                <a:ext cx="201273" cy="127619"/>
              </a:xfrm>
              <a:custGeom>
                <a:avLst/>
                <a:gdLst>
                  <a:gd name="T0" fmla="*/ 4 w 1217"/>
                  <a:gd name="T1" fmla="*/ 588 h 773"/>
                  <a:gd name="T2" fmla="*/ 193 w 1217"/>
                  <a:gd name="T3" fmla="*/ 724 h 773"/>
                  <a:gd name="T4" fmla="*/ 332 w 1217"/>
                  <a:gd name="T5" fmla="*/ 772 h 773"/>
                  <a:gd name="T6" fmla="*/ 415 w 1217"/>
                  <a:gd name="T7" fmla="*/ 752 h 773"/>
                  <a:gd name="T8" fmla="*/ 563 w 1217"/>
                  <a:gd name="T9" fmla="*/ 648 h 773"/>
                  <a:gd name="T10" fmla="*/ 776 w 1217"/>
                  <a:gd name="T11" fmla="*/ 448 h 773"/>
                  <a:gd name="T12" fmla="*/ 776 w 1217"/>
                  <a:gd name="T13" fmla="*/ 448 h 773"/>
                  <a:gd name="T14" fmla="*/ 1213 w 1217"/>
                  <a:gd name="T15" fmla="*/ 12 h 773"/>
                  <a:gd name="T16" fmla="*/ 1213 w 1217"/>
                  <a:gd name="T17" fmla="*/ 2 h 773"/>
                  <a:gd name="T18" fmla="*/ 1204 w 1217"/>
                  <a:gd name="T19" fmla="*/ 2 h 773"/>
                  <a:gd name="T20" fmla="*/ 767 w 1217"/>
                  <a:gd name="T21" fmla="*/ 439 h 773"/>
                  <a:gd name="T22" fmla="*/ 500 w 1217"/>
                  <a:gd name="T23" fmla="*/ 682 h 773"/>
                  <a:gd name="T24" fmla="*/ 410 w 1217"/>
                  <a:gd name="T25" fmla="*/ 740 h 773"/>
                  <a:gd name="T26" fmla="*/ 332 w 1217"/>
                  <a:gd name="T27" fmla="*/ 759 h 773"/>
                  <a:gd name="T28" fmla="*/ 199 w 1217"/>
                  <a:gd name="T29" fmla="*/ 712 h 773"/>
                  <a:gd name="T30" fmla="*/ 12 w 1217"/>
                  <a:gd name="T31" fmla="*/ 577 h 773"/>
                  <a:gd name="T32" fmla="*/ 2 w 1217"/>
                  <a:gd name="T33" fmla="*/ 578 h 773"/>
                  <a:gd name="T34" fmla="*/ 4 w 1217"/>
                  <a:gd name="T35" fmla="*/ 588 h 7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17" h="773">
                    <a:moveTo>
                      <a:pt x="4" y="588"/>
                    </a:moveTo>
                    <a:cubicBezTo>
                      <a:pt x="81" y="647"/>
                      <a:pt x="141" y="692"/>
                      <a:pt x="193" y="724"/>
                    </a:cubicBezTo>
                    <a:cubicBezTo>
                      <a:pt x="244" y="755"/>
                      <a:pt x="288" y="772"/>
                      <a:pt x="332" y="772"/>
                    </a:cubicBezTo>
                    <a:cubicBezTo>
                      <a:pt x="359" y="772"/>
                      <a:pt x="386" y="765"/>
                      <a:pt x="415" y="752"/>
                    </a:cubicBezTo>
                    <a:cubicBezTo>
                      <a:pt x="458" y="733"/>
                      <a:pt x="505" y="698"/>
                      <a:pt x="563" y="648"/>
                    </a:cubicBezTo>
                    <a:cubicBezTo>
                      <a:pt x="620" y="597"/>
                      <a:pt x="689" y="531"/>
                      <a:pt x="776" y="448"/>
                    </a:cubicBezTo>
                    <a:lnTo>
                      <a:pt x="776" y="448"/>
                    </a:lnTo>
                    <a:lnTo>
                      <a:pt x="1213" y="12"/>
                    </a:lnTo>
                    <a:cubicBezTo>
                      <a:pt x="1216" y="9"/>
                      <a:pt x="1216" y="5"/>
                      <a:pt x="1213" y="2"/>
                    </a:cubicBezTo>
                    <a:cubicBezTo>
                      <a:pt x="1210" y="0"/>
                      <a:pt x="1206" y="0"/>
                      <a:pt x="1204" y="2"/>
                    </a:cubicBezTo>
                    <a:lnTo>
                      <a:pt x="767" y="439"/>
                    </a:lnTo>
                    <a:cubicBezTo>
                      <a:pt x="651" y="549"/>
                      <a:pt x="568" y="630"/>
                      <a:pt x="500" y="682"/>
                    </a:cubicBezTo>
                    <a:cubicBezTo>
                      <a:pt x="466" y="709"/>
                      <a:pt x="437" y="728"/>
                      <a:pt x="410" y="740"/>
                    </a:cubicBezTo>
                    <a:cubicBezTo>
                      <a:pt x="382" y="753"/>
                      <a:pt x="357" y="759"/>
                      <a:pt x="332" y="759"/>
                    </a:cubicBezTo>
                    <a:cubicBezTo>
                      <a:pt x="291" y="759"/>
                      <a:pt x="250" y="743"/>
                      <a:pt x="199" y="712"/>
                    </a:cubicBezTo>
                    <a:cubicBezTo>
                      <a:pt x="149" y="682"/>
                      <a:pt x="89" y="636"/>
                      <a:pt x="12" y="577"/>
                    </a:cubicBezTo>
                    <a:cubicBezTo>
                      <a:pt x="9" y="575"/>
                      <a:pt x="4" y="575"/>
                      <a:pt x="2" y="578"/>
                    </a:cubicBezTo>
                    <a:cubicBezTo>
                      <a:pt x="0" y="581"/>
                      <a:pt x="1" y="585"/>
                      <a:pt x="4" y="588"/>
                    </a:cubicBezTo>
                  </a:path>
                </a:pathLst>
              </a:custGeom>
              <a:solidFill>
                <a:srgbClr val="F1E827"/>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27" name="Freeform 6">
                <a:extLst>
                  <a:ext uri="{FF2B5EF4-FFF2-40B4-BE49-F238E27FC236}">
                    <a16:creationId xmlns:a16="http://schemas.microsoft.com/office/drawing/2014/main" id="{9AD37317-D84E-444B-88EB-8CF2CC57CC4B}"/>
                  </a:ext>
                </a:extLst>
              </p:cNvPr>
              <p:cNvSpPr>
                <a:spLocks noChangeArrowheads="1"/>
              </p:cNvSpPr>
              <p:nvPr/>
            </p:nvSpPr>
            <p:spPr bwMode="auto">
              <a:xfrm>
                <a:off x="1368170" y="664579"/>
                <a:ext cx="439737" cy="330350"/>
              </a:xfrm>
              <a:custGeom>
                <a:avLst/>
                <a:gdLst>
                  <a:gd name="T0" fmla="*/ 2631 w 2657"/>
                  <a:gd name="T1" fmla="*/ 532 h 1998"/>
                  <a:gd name="T2" fmla="*/ 2130 w 2657"/>
                  <a:gd name="T3" fmla="*/ 145 h 1998"/>
                  <a:gd name="T4" fmla="*/ 1920 w 2657"/>
                  <a:gd name="T5" fmla="*/ 38 h 1998"/>
                  <a:gd name="T6" fmla="*/ 1715 w 2657"/>
                  <a:gd name="T7" fmla="*/ 0 h 1998"/>
                  <a:gd name="T8" fmla="*/ 1578 w 2657"/>
                  <a:gd name="T9" fmla="*/ 19 h 1998"/>
                  <a:gd name="T10" fmla="*/ 1370 w 2657"/>
                  <a:gd name="T11" fmla="*/ 116 h 1998"/>
                  <a:gd name="T12" fmla="*/ 1150 w 2657"/>
                  <a:gd name="T13" fmla="*/ 295 h 1998"/>
                  <a:gd name="T14" fmla="*/ 1150 w 2657"/>
                  <a:gd name="T15" fmla="*/ 295 h 1998"/>
                  <a:gd name="T16" fmla="*/ 16 w 2657"/>
                  <a:gd name="T17" fmla="*/ 1368 h 1998"/>
                  <a:gd name="T18" fmla="*/ 0 w 2657"/>
                  <a:gd name="T19" fmla="*/ 1406 h 1998"/>
                  <a:gd name="T20" fmla="*/ 16 w 2657"/>
                  <a:gd name="T21" fmla="*/ 1444 h 1998"/>
                  <a:gd name="T22" fmla="*/ 566 w 2657"/>
                  <a:gd name="T23" fmla="*/ 1977 h 1998"/>
                  <a:gd name="T24" fmla="*/ 640 w 2657"/>
                  <a:gd name="T25" fmla="*/ 1976 h 1998"/>
                  <a:gd name="T26" fmla="*/ 639 w 2657"/>
                  <a:gd name="T27" fmla="*/ 1901 h 1998"/>
                  <a:gd name="T28" fmla="*/ 129 w 2657"/>
                  <a:gd name="T29" fmla="*/ 1406 h 1998"/>
                  <a:gd name="T30" fmla="*/ 1223 w 2657"/>
                  <a:gd name="T31" fmla="*/ 371 h 1998"/>
                  <a:gd name="T32" fmla="*/ 1223 w 2657"/>
                  <a:gd name="T33" fmla="*/ 371 h 1998"/>
                  <a:gd name="T34" fmla="*/ 1489 w 2657"/>
                  <a:gd name="T35" fmla="*/ 167 h 1998"/>
                  <a:gd name="T36" fmla="*/ 1605 w 2657"/>
                  <a:gd name="T37" fmla="*/ 121 h 1998"/>
                  <a:gd name="T38" fmla="*/ 1715 w 2657"/>
                  <a:gd name="T39" fmla="*/ 106 h 1998"/>
                  <a:gd name="T40" fmla="*/ 1884 w 2657"/>
                  <a:gd name="T41" fmla="*/ 138 h 1998"/>
                  <a:gd name="T42" fmla="*/ 2181 w 2657"/>
                  <a:gd name="T43" fmla="*/ 306 h 1998"/>
                  <a:gd name="T44" fmla="*/ 2562 w 2657"/>
                  <a:gd name="T45" fmla="*/ 612 h 1998"/>
                  <a:gd name="T46" fmla="*/ 2637 w 2657"/>
                  <a:gd name="T47" fmla="*/ 606 h 1998"/>
                  <a:gd name="T48" fmla="*/ 2631 w 2657"/>
                  <a:gd name="T49" fmla="*/ 532 h 19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657" h="1998">
                    <a:moveTo>
                      <a:pt x="2631" y="532"/>
                    </a:moveTo>
                    <a:cubicBezTo>
                      <a:pt x="2437" y="367"/>
                      <a:pt x="2276" y="237"/>
                      <a:pt x="2130" y="145"/>
                    </a:cubicBezTo>
                    <a:cubicBezTo>
                      <a:pt x="2058" y="99"/>
                      <a:pt x="1988" y="63"/>
                      <a:pt x="1920" y="38"/>
                    </a:cubicBezTo>
                    <a:cubicBezTo>
                      <a:pt x="1851" y="14"/>
                      <a:pt x="1783" y="0"/>
                      <a:pt x="1715" y="0"/>
                    </a:cubicBezTo>
                    <a:cubicBezTo>
                      <a:pt x="1669" y="0"/>
                      <a:pt x="1623" y="6"/>
                      <a:pt x="1578" y="19"/>
                    </a:cubicBezTo>
                    <a:cubicBezTo>
                      <a:pt x="1509" y="37"/>
                      <a:pt x="1440" y="70"/>
                      <a:pt x="1370" y="116"/>
                    </a:cubicBezTo>
                    <a:cubicBezTo>
                      <a:pt x="1299" y="162"/>
                      <a:pt x="1227" y="221"/>
                      <a:pt x="1150" y="295"/>
                    </a:cubicBezTo>
                    <a:lnTo>
                      <a:pt x="1150" y="295"/>
                    </a:lnTo>
                    <a:lnTo>
                      <a:pt x="16" y="1368"/>
                    </a:lnTo>
                    <a:cubicBezTo>
                      <a:pt x="6" y="1378"/>
                      <a:pt x="0" y="1391"/>
                      <a:pt x="0" y="1406"/>
                    </a:cubicBezTo>
                    <a:cubicBezTo>
                      <a:pt x="0" y="1420"/>
                      <a:pt x="6" y="1434"/>
                      <a:pt x="16" y="1444"/>
                    </a:cubicBezTo>
                    <a:lnTo>
                      <a:pt x="566" y="1977"/>
                    </a:lnTo>
                    <a:cubicBezTo>
                      <a:pt x="587" y="1997"/>
                      <a:pt x="619" y="1997"/>
                      <a:pt x="640" y="1976"/>
                    </a:cubicBezTo>
                    <a:cubicBezTo>
                      <a:pt x="660" y="1955"/>
                      <a:pt x="660" y="1921"/>
                      <a:pt x="639" y="1901"/>
                    </a:cubicBezTo>
                    <a:lnTo>
                      <a:pt x="129" y="1406"/>
                    </a:lnTo>
                    <a:lnTo>
                      <a:pt x="1223" y="371"/>
                    </a:lnTo>
                    <a:lnTo>
                      <a:pt x="1223" y="371"/>
                    </a:lnTo>
                    <a:cubicBezTo>
                      <a:pt x="1321" y="277"/>
                      <a:pt x="1409" y="210"/>
                      <a:pt x="1489" y="167"/>
                    </a:cubicBezTo>
                    <a:cubicBezTo>
                      <a:pt x="1529" y="146"/>
                      <a:pt x="1568" y="131"/>
                      <a:pt x="1605" y="121"/>
                    </a:cubicBezTo>
                    <a:cubicBezTo>
                      <a:pt x="1642" y="111"/>
                      <a:pt x="1679" y="106"/>
                      <a:pt x="1715" y="106"/>
                    </a:cubicBezTo>
                    <a:cubicBezTo>
                      <a:pt x="1770" y="106"/>
                      <a:pt x="1825" y="116"/>
                      <a:pt x="1884" y="138"/>
                    </a:cubicBezTo>
                    <a:cubicBezTo>
                      <a:pt x="1972" y="170"/>
                      <a:pt x="2070" y="226"/>
                      <a:pt x="2181" y="306"/>
                    </a:cubicBezTo>
                    <a:cubicBezTo>
                      <a:pt x="2293" y="387"/>
                      <a:pt x="2418" y="490"/>
                      <a:pt x="2562" y="612"/>
                    </a:cubicBezTo>
                    <a:cubicBezTo>
                      <a:pt x="2585" y="631"/>
                      <a:pt x="2618" y="628"/>
                      <a:pt x="2637" y="606"/>
                    </a:cubicBezTo>
                    <a:cubicBezTo>
                      <a:pt x="2656" y="584"/>
                      <a:pt x="2653" y="551"/>
                      <a:pt x="2631" y="532"/>
                    </a:cubicBezTo>
                  </a:path>
                </a:pathLst>
              </a:custGeom>
              <a:solidFill>
                <a:srgbClr val="157C5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28" name="Freeform 7">
                <a:extLst>
                  <a:ext uri="{FF2B5EF4-FFF2-40B4-BE49-F238E27FC236}">
                    <a16:creationId xmlns:a16="http://schemas.microsoft.com/office/drawing/2014/main" id="{069D0FB6-7378-5344-B149-1899961AC549}"/>
                  </a:ext>
                </a:extLst>
              </p:cNvPr>
              <p:cNvSpPr>
                <a:spLocks noChangeArrowheads="1"/>
              </p:cNvSpPr>
              <p:nvPr/>
            </p:nvSpPr>
            <p:spPr bwMode="auto">
              <a:xfrm>
                <a:off x="1419946" y="709792"/>
                <a:ext cx="356603" cy="190334"/>
              </a:xfrm>
              <a:custGeom>
                <a:avLst/>
                <a:gdLst>
                  <a:gd name="T0" fmla="*/ 2142 w 2158"/>
                  <a:gd name="T1" fmla="*/ 438 h 1152"/>
                  <a:gd name="T2" fmla="*/ 1725 w 2158"/>
                  <a:gd name="T3" fmla="*/ 118 h 1152"/>
                  <a:gd name="T4" fmla="*/ 1552 w 2158"/>
                  <a:gd name="T5" fmla="*/ 31 h 1152"/>
                  <a:gd name="T6" fmla="*/ 1386 w 2158"/>
                  <a:gd name="T7" fmla="*/ 0 h 1152"/>
                  <a:gd name="T8" fmla="*/ 1261 w 2158"/>
                  <a:gd name="T9" fmla="*/ 19 h 1152"/>
                  <a:gd name="T10" fmla="*/ 1068 w 2158"/>
                  <a:gd name="T11" fmla="*/ 115 h 1152"/>
                  <a:gd name="T12" fmla="*/ 852 w 2158"/>
                  <a:gd name="T13" fmla="*/ 295 h 1152"/>
                  <a:gd name="T14" fmla="*/ 852 w 2158"/>
                  <a:gd name="T15" fmla="*/ 295 h 1152"/>
                  <a:gd name="T16" fmla="*/ 13 w 2158"/>
                  <a:gd name="T17" fmla="*/ 1094 h 1152"/>
                  <a:gd name="T18" fmla="*/ 12 w 2158"/>
                  <a:gd name="T19" fmla="*/ 1138 h 1152"/>
                  <a:gd name="T20" fmla="*/ 56 w 2158"/>
                  <a:gd name="T21" fmla="*/ 1139 h 1152"/>
                  <a:gd name="T22" fmla="*/ 895 w 2158"/>
                  <a:gd name="T23" fmla="*/ 340 h 1152"/>
                  <a:gd name="T24" fmla="*/ 895 w 2158"/>
                  <a:gd name="T25" fmla="*/ 340 h 1152"/>
                  <a:gd name="T26" fmla="*/ 1164 w 2158"/>
                  <a:gd name="T27" fmla="*/ 128 h 1152"/>
                  <a:gd name="T28" fmla="*/ 1279 w 2158"/>
                  <a:gd name="T29" fmla="*/ 79 h 1152"/>
                  <a:gd name="T30" fmla="*/ 1386 w 2158"/>
                  <a:gd name="T31" fmla="*/ 63 h 1152"/>
                  <a:gd name="T32" fmla="*/ 1531 w 2158"/>
                  <a:gd name="T33" fmla="*/ 90 h 1152"/>
                  <a:gd name="T34" fmla="*/ 1781 w 2158"/>
                  <a:gd name="T35" fmla="*/ 231 h 1152"/>
                  <a:gd name="T36" fmla="*/ 2102 w 2158"/>
                  <a:gd name="T37" fmla="*/ 486 h 1152"/>
                  <a:gd name="T38" fmla="*/ 2146 w 2158"/>
                  <a:gd name="T39" fmla="*/ 482 h 1152"/>
                  <a:gd name="T40" fmla="*/ 2142 w 2158"/>
                  <a:gd name="T41" fmla="*/ 438 h 1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58" h="1152">
                    <a:moveTo>
                      <a:pt x="2142" y="438"/>
                    </a:moveTo>
                    <a:cubicBezTo>
                      <a:pt x="1978" y="301"/>
                      <a:pt x="1845" y="193"/>
                      <a:pt x="1725" y="118"/>
                    </a:cubicBezTo>
                    <a:cubicBezTo>
                      <a:pt x="1664" y="80"/>
                      <a:pt x="1608" y="51"/>
                      <a:pt x="1552" y="31"/>
                    </a:cubicBezTo>
                    <a:cubicBezTo>
                      <a:pt x="1496" y="11"/>
                      <a:pt x="1441" y="0"/>
                      <a:pt x="1386" y="0"/>
                    </a:cubicBezTo>
                    <a:cubicBezTo>
                      <a:pt x="1344" y="0"/>
                      <a:pt x="1303" y="6"/>
                      <a:pt x="1261" y="19"/>
                    </a:cubicBezTo>
                    <a:cubicBezTo>
                      <a:pt x="1198" y="37"/>
                      <a:pt x="1135" y="69"/>
                      <a:pt x="1068" y="115"/>
                    </a:cubicBezTo>
                    <a:cubicBezTo>
                      <a:pt x="1000" y="161"/>
                      <a:pt x="930" y="220"/>
                      <a:pt x="852" y="295"/>
                    </a:cubicBezTo>
                    <a:lnTo>
                      <a:pt x="852" y="295"/>
                    </a:lnTo>
                    <a:lnTo>
                      <a:pt x="13" y="1094"/>
                    </a:lnTo>
                    <a:cubicBezTo>
                      <a:pt x="1" y="1106"/>
                      <a:pt x="0" y="1126"/>
                      <a:pt x="12" y="1138"/>
                    </a:cubicBezTo>
                    <a:cubicBezTo>
                      <a:pt x="24" y="1151"/>
                      <a:pt x="44" y="1151"/>
                      <a:pt x="56" y="1139"/>
                    </a:cubicBezTo>
                    <a:lnTo>
                      <a:pt x="895" y="340"/>
                    </a:lnTo>
                    <a:lnTo>
                      <a:pt x="895" y="340"/>
                    </a:lnTo>
                    <a:cubicBezTo>
                      <a:pt x="997" y="243"/>
                      <a:pt x="1085" y="173"/>
                      <a:pt x="1164" y="128"/>
                    </a:cubicBezTo>
                    <a:cubicBezTo>
                      <a:pt x="1204" y="106"/>
                      <a:pt x="1242" y="89"/>
                      <a:pt x="1279" y="79"/>
                    </a:cubicBezTo>
                    <a:cubicBezTo>
                      <a:pt x="1315" y="68"/>
                      <a:pt x="1351" y="63"/>
                      <a:pt x="1386" y="63"/>
                    </a:cubicBezTo>
                    <a:cubicBezTo>
                      <a:pt x="1433" y="63"/>
                      <a:pt x="1480" y="72"/>
                      <a:pt x="1531" y="90"/>
                    </a:cubicBezTo>
                    <a:cubicBezTo>
                      <a:pt x="1606" y="117"/>
                      <a:pt x="1688" y="164"/>
                      <a:pt x="1781" y="231"/>
                    </a:cubicBezTo>
                    <a:cubicBezTo>
                      <a:pt x="1874" y="298"/>
                      <a:pt x="1979" y="384"/>
                      <a:pt x="2102" y="486"/>
                    </a:cubicBezTo>
                    <a:cubicBezTo>
                      <a:pt x="2115" y="497"/>
                      <a:pt x="2135" y="495"/>
                      <a:pt x="2146" y="482"/>
                    </a:cubicBezTo>
                    <a:cubicBezTo>
                      <a:pt x="2157" y="469"/>
                      <a:pt x="2155" y="449"/>
                      <a:pt x="2142" y="438"/>
                    </a:cubicBezTo>
                  </a:path>
                </a:pathLst>
              </a:custGeom>
              <a:solidFill>
                <a:srgbClr val="049445"/>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29" name="Freeform 8">
                <a:extLst>
                  <a:ext uri="{FF2B5EF4-FFF2-40B4-BE49-F238E27FC236}">
                    <a16:creationId xmlns:a16="http://schemas.microsoft.com/office/drawing/2014/main" id="{3084061A-A4AC-BE42-8E46-F3BEBCC64BF5}"/>
                  </a:ext>
                </a:extLst>
              </p:cNvPr>
              <p:cNvSpPr>
                <a:spLocks noChangeArrowheads="1"/>
              </p:cNvSpPr>
              <p:nvPr/>
            </p:nvSpPr>
            <p:spPr bwMode="auto">
              <a:xfrm>
                <a:off x="1444012" y="752818"/>
                <a:ext cx="304826" cy="169186"/>
              </a:xfrm>
              <a:custGeom>
                <a:avLst/>
                <a:gdLst>
                  <a:gd name="T0" fmla="*/ 1832 w 1844"/>
                  <a:gd name="T1" fmla="*/ 349 h 1021"/>
                  <a:gd name="T2" fmla="*/ 1494 w 1844"/>
                  <a:gd name="T3" fmla="*/ 93 h 1021"/>
                  <a:gd name="T4" fmla="*/ 1356 w 1844"/>
                  <a:gd name="T5" fmla="*/ 24 h 1021"/>
                  <a:gd name="T6" fmla="*/ 1224 w 1844"/>
                  <a:gd name="T7" fmla="*/ 0 h 1021"/>
                  <a:gd name="T8" fmla="*/ 1110 w 1844"/>
                  <a:gd name="T9" fmla="*/ 18 h 1021"/>
                  <a:gd name="T10" fmla="*/ 929 w 1844"/>
                  <a:gd name="T11" fmla="*/ 116 h 1021"/>
                  <a:gd name="T12" fmla="*/ 715 w 1844"/>
                  <a:gd name="T13" fmla="*/ 301 h 1021"/>
                  <a:gd name="T14" fmla="*/ 714 w 1844"/>
                  <a:gd name="T15" fmla="*/ 301 h 1021"/>
                  <a:gd name="T16" fmla="*/ 10 w 1844"/>
                  <a:gd name="T17" fmla="*/ 978 h 1021"/>
                  <a:gd name="T18" fmla="*/ 9 w 1844"/>
                  <a:gd name="T19" fmla="*/ 1011 h 1021"/>
                  <a:gd name="T20" fmla="*/ 42 w 1844"/>
                  <a:gd name="T21" fmla="*/ 1012 h 1021"/>
                  <a:gd name="T22" fmla="*/ 746 w 1844"/>
                  <a:gd name="T23" fmla="*/ 334 h 1021"/>
                  <a:gd name="T24" fmla="*/ 746 w 1844"/>
                  <a:gd name="T25" fmla="*/ 334 h 1021"/>
                  <a:gd name="T26" fmla="*/ 1016 w 1844"/>
                  <a:gd name="T27" fmla="*/ 114 h 1021"/>
                  <a:gd name="T28" fmla="*/ 1124 w 1844"/>
                  <a:gd name="T29" fmla="*/ 62 h 1021"/>
                  <a:gd name="T30" fmla="*/ 1224 w 1844"/>
                  <a:gd name="T31" fmla="*/ 46 h 1021"/>
                  <a:gd name="T32" fmla="*/ 1340 w 1844"/>
                  <a:gd name="T33" fmla="*/ 67 h 1021"/>
                  <a:gd name="T34" fmla="*/ 1542 w 1844"/>
                  <a:gd name="T35" fmla="*/ 180 h 1021"/>
                  <a:gd name="T36" fmla="*/ 1803 w 1844"/>
                  <a:gd name="T37" fmla="*/ 385 h 1021"/>
                  <a:gd name="T38" fmla="*/ 1835 w 1844"/>
                  <a:gd name="T39" fmla="*/ 381 h 1021"/>
                  <a:gd name="T40" fmla="*/ 1832 w 1844"/>
                  <a:gd name="T41" fmla="*/ 349 h 10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44" h="1021">
                    <a:moveTo>
                      <a:pt x="1832" y="349"/>
                    </a:moveTo>
                    <a:cubicBezTo>
                      <a:pt x="1698" y="239"/>
                      <a:pt x="1590" y="153"/>
                      <a:pt x="1494" y="93"/>
                    </a:cubicBezTo>
                    <a:cubicBezTo>
                      <a:pt x="1446" y="63"/>
                      <a:pt x="1400" y="40"/>
                      <a:pt x="1356" y="24"/>
                    </a:cubicBezTo>
                    <a:cubicBezTo>
                      <a:pt x="1311" y="8"/>
                      <a:pt x="1268" y="0"/>
                      <a:pt x="1224" y="0"/>
                    </a:cubicBezTo>
                    <a:cubicBezTo>
                      <a:pt x="1186" y="0"/>
                      <a:pt x="1148" y="6"/>
                      <a:pt x="1110" y="18"/>
                    </a:cubicBezTo>
                    <a:cubicBezTo>
                      <a:pt x="1052" y="37"/>
                      <a:pt x="993" y="69"/>
                      <a:pt x="929" y="116"/>
                    </a:cubicBezTo>
                    <a:cubicBezTo>
                      <a:pt x="864" y="163"/>
                      <a:pt x="794" y="224"/>
                      <a:pt x="715" y="301"/>
                    </a:cubicBezTo>
                    <a:lnTo>
                      <a:pt x="714" y="301"/>
                    </a:lnTo>
                    <a:lnTo>
                      <a:pt x="10" y="978"/>
                    </a:lnTo>
                    <a:cubicBezTo>
                      <a:pt x="1" y="987"/>
                      <a:pt x="0" y="1002"/>
                      <a:pt x="9" y="1011"/>
                    </a:cubicBezTo>
                    <a:cubicBezTo>
                      <a:pt x="18" y="1020"/>
                      <a:pt x="33" y="1020"/>
                      <a:pt x="42" y="1012"/>
                    </a:cubicBezTo>
                    <a:lnTo>
                      <a:pt x="746" y="334"/>
                    </a:lnTo>
                    <a:lnTo>
                      <a:pt x="746" y="334"/>
                    </a:lnTo>
                    <a:cubicBezTo>
                      <a:pt x="851" y="233"/>
                      <a:pt x="939" y="160"/>
                      <a:pt x="1016" y="114"/>
                    </a:cubicBezTo>
                    <a:cubicBezTo>
                      <a:pt x="1054" y="90"/>
                      <a:pt x="1090" y="73"/>
                      <a:pt x="1124" y="62"/>
                    </a:cubicBezTo>
                    <a:cubicBezTo>
                      <a:pt x="1159" y="51"/>
                      <a:pt x="1191" y="46"/>
                      <a:pt x="1224" y="46"/>
                    </a:cubicBezTo>
                    <a:cubicBezTo>
                      <a:pt x="1262" y="46"/>
                      <a:pt x="1300" y="53"/>
                      <a:pt x="1340" y="67"/>
                    </a:cubicBezTo>
                    <a:cubicBezTo>
                      <a:pt x="1401" y="89"/>
                      <a:pt x="1466" y="127"/>
                      <a:pt x="1542" y="180"/>
                    </a:cubicBezTo>
                    <a:cubicBezTo>
                      <a:pt x="1617" y="234"/>
                      <a:pt x="1702" y="303"/>
                      <a:pt x="1803" y="385"/>
                    </a:cubicBezTo>
                    <a:cubicBezTo>
                      <a:pt x="1813" y="393"/>
                      <a:pt x="1827" y="391"/>
                      <a:pt x="1835" y="381"/>
                    </a:cubicBezTo>
                    <a:cubicBezTo>
                      <a:pt x="1843" y="372"/>
                      <a:pt x="1842" y="357"/>
                      <a:pt x="1832" y="349"/>
                    </a:cubicBezTo>
                  </a:path>
                </a:pathLst>
              </a:custGeom>
              <a:solidFill>
                <a:srgbClr val="48A838"/>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30" name="Freeform 9">
                <a:extLst>
                  <a:ext uri="{FF2B5EF4-FFF2-40B4-BE49-F238E27FC236}">
                    <a16:creationId xmlns:a16="http://schemas.microsoft.com/office/drawing/2014/main" id="{F3560C95-0398-8848-953C-C870AD870704}"/>
                  </a:ext>
                </a:extLst>
              </p:cNvPr>
              <p:cNvSpPr>
                <a:spLocks noChangeArrowheads="1"/>
              </p:cNvSpPr>
              <p:nvPr/>
            </p:nvSpPr>
            <p:spPr bwMode="auto">
              <a:xfrm>
                <a:off x="1467348" y="795114"/>
                <a:ext cx="253049" cy="148038"/>
              </a:xfrm>
              <a:custGeom>
                <a:avLst/>
                <a:gdLst>
                  <a:gd name="T0" fmla="*/ 1522 w 1530"/>
                  <a:gd name="T1" fmla="*/ 264 h 895"/>
                  <a:gd name="T2" fmla="*/ 1260 w 1530"/>
                  <a:gd name="T3" fmla="*/ 70 h 895"/>
                  <a:gd name="T4" fmla="*/ 1156 w 1530"/>
                  <a:gd name="T5" fmla="*/ 18 h 895"/>
                  <a:gd name="T6" fmla="*/ 1057 w 1530"/>
                  <a:gd name="T7" fmla="*/ 0 h 895"/>
                  <a:gd name="T8" fmla="*/ 957 w 1530"/>
                  <a:gd name="T9" fmla="*/ 19 h 895"/>
                  <a:gd name="T10" fmla="*/ 791 w 1530"/>
                  <a:gd name="T11" fmla="*/ 119 h 895"/>
                  <a:gd name="T12" fmla="*/ 577 w 1530"/>
                  <a:gd name="T13" fmla="*/ 310 h 895"/>
                  <a:gd name="T14" fmla="*/ 577 w 1530"/>
                  <a:gd name="T15" fmla="*/ 310 h 895"/>
                  <a:gd name="T16" fmla="*/ 6 w 1530"/>
                  <a:gd name="T17" fmla="*/ 867 h 895"/>
                  <a:gd name="T18" fmla="*/ 6 w 1530"/>
                  <a:gd name="T19" fmla="*/ 888 h 895"/>
                  <a:gd name="T20" fmla="*/ 27 w 1530"/>
                  <a:gd name="T21" fmla="*/ 888 h 895"/>
                  <a:gd name="T22" fmla="*/ 598 w 1530"/>
                  <a:gd name="T23" fmla="*/ 331 h 895"/>
                  <a:gd name="T24" fmla="*/ 598 w 1530"/>
                  <a:gd name="T25" fmla="*/ 331 h 895"/>
                  <a:gd name="T26" fmla="*/ 866 w 1530"/>
                  <a:gd name="T27" fmla="*/ 101 h 895"/>
                  <a:gd name="T28" fmla="*/ 968 w 1530"/>
                  <a:gd name="T29" fmla="*/ 47 h 895"/>
                  <a:gd name="T30" fmla="*/ 1057 w 1530"/>
                  <a:gd name="T31" fmla="*/ 29 h 895"/>
                  <a:gd name="T32" fmla="*/ 1146 w 1530"/>
                  <a:gd name="T33" fmla="*/ 46 h 895"/>
                  <a:gd name="T34" fmla="*/ 1300 w 1530"/>
                  <a:gd name="T35" fmla="*/ 132 h 895"/>
                  <a:gd name="T36" fmla="*/ 1504 w 1530"/>
                  <a:gd name="T37" fmla="*/ 287 h 895"/>
                  <a:gd name="T38" fmla="*/ 1524 w 1530"/>
                  <a:gd name="T39" fmla="*/ 285 h 895"/>
                  <a:gd name="T40" fmla="*/ 1522 w 1530"/>
                  <a:gd name="T41" fmla="*/ 264 h 8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30" h="895">
                    <a:moveTo>
                      <a:pt x="1522" y="264"/>
                    </a:moveTo>
                    <a:cubicBezTo>
                      <a:pt x="1417" y="180"/>
                      <a:pt x="1334" y="115"/>
                      <a:pt x="1260" y="70"/>
                    </a:cubicBezTo>
                    <a:cubicBezTo>
                      <a:pt x="1224" y="47"/>
                      <a:pt x="1189" y="30"/>
                      <a:pt x="1156" y="18"/>
                    </a:cubicBezTo>
                    <a:cubicBezTo>
                      <a:pt x="1123" y="6"/>
                      <a:pt x="1090" y="0"/>
                      <a:pt x="1057" y="0"/>
                    </a:cubicBezTo>
                    <a:cubicBezTo>
                      <a:pt x="1024" y="0"/>
                      <a:pt x="991" y="6"/>
                      <a:pt x="957" y="19"/>
                    </a:cubicBezTo>
                    <a:cubicBezTo>
                      <a:pt x="906" y="38"/>
                      <a:pt x="852" y="71"/>
                      <a:pt x="791" y="119"/>
                    </a:cubicBezTo>
                    <a:cubicBezTo>
                      <a:pt x="729" y="167"/>
                      <a:pt x="660" y="231"/>
                      <a:pt x="577" y="310"/>
                    </a:cubicBezTo>
                    <a:lnTo>
                      <a:pt x="577" y="310"/>
                    </a:lnTo>
                    <a:lnTo>
                      <a:pt x="6" y="867"/>
                    </a:lnTo>
                    <a:cubicBezTo>
                      <a:pt x="0" y="873"/>
                      <a:pt x="0" y="882"/>
                      <a:pt x="6" y="888"/>
                    </a:cubicBezTo>
                    <a:cubicBezTo>
                      <a:pt x="12" y="894"/>
                      <a:pt x="21" y="894"/>
                      <a:pt x="27" y="888"/>
                    </a:cubicBezTo>
                    <a:lnTo>
                      <a:pt x="598" y="331"/>
                    </a:lnTo>
                    <a:lnTo>
                      <a:pt x="598" y="331"/>
                    </a:lnTo>
                    <a:cubicBezTo>
                      <a:pt x="707" y="226"/>
                      <a:pt x="793" y="150"/>
                      <a:pt x="866" y="101"/>
                    </a:cubicBezTo>
                    <a:cubicBezTo>
                      <a:pt x="903" y="76"/>
                      <a:pt x="936" y="58"/>
                      <a:pt x="968" y="47"/>
                    </a:cubicBezTo>
                    <a:cubicBezTo>
                      <a:pt x="999" y="35"/>
                      <a:pt x="1028" y="29"/>
                      <a:pt x="1057" y="29"/>
                    </a:cubicBezTo>
                    <a:cubicBezTo>
                      <a:pt x="1086" y="29"/>
                      <a:pt x="1115" y="35"/>
                      <a:pt x="1146" y="46"/>
                    </a:cubicBezTo>
                    <a:cubicBezTo>
                      <a:pt x="1192" y="62"/>
                      <a:pt x="1242" y="91"/>
                      <a:pt x="1300" y="132"/>
                    </a:cubicBezTo>
                    <a:cubicBezTo>
                      <a:pt x="1359" y="172"/>
                      <a:pt x="1425" y="225"/>
                      <a:pt x="1504" y="287"/>
                    </a:cubicBezTo>
                    <a:cubicBezTo>
                      <a:pt x="1510" y="292"/>
                      <a:pt x="1518" y="291"/>
                      <a:pt x="1524" y="285"/>
                    </a:cubicBezTo>
                    <a:cubicBezTo>
                      <a:pt x="1529" y="279"/>
                      <a:pt x="1528" y="269"/>
                      <a:pt x="1522" y="264"/>
                    </a:cubicBezTo>
                  </a:path>
                </a:pathLst>
              </a:custGeom>
              <a:solidFill>
                <a:srgbClr val="B2CE2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31" name="Freeform 10">
                <a:extLst>
                  <a:ext uri="{FF2B5EF4-FFF2-40B4-BE49-F238E27FC236}">
                    <a16:creationId xmlns:a16="http://schemas.microsoft.com/office/drawing/2014/main" id="{FC10BBCE-A81E-674D-90E5-1E60F8B244E1}"/>
                  </a:ext>
                </a:extLst>
              </p:cNvPr>
              <p:cNvSpPr>
                <a:spLocks noChangeArrowheads="1"/>
              </p:cNvSpPr>
              <p:nvPr/>
            </p:nvSpPr>
            <p:spPr bwMode="auto">
              <a:xfrm>
                <a:off x="1491413" y="835952"/>
                <a:ext cx="201273" cy="127619"/>
              </a:xfrm>
              <a:custGeom>
                <a:avLst/>
                <a:gdLst>
                  <a:gd name="T0" fmla="*/ 1212 w 1217"/>
                  <a:gd name="T1" fmla="*/ 184 h 773"/>
                  <a:gd name="T2" fmla="*/ 1023 w 1217"/>
                  <a:gd name="T3" fmla="*/ 48 h 773"/>
                  <a:gd name="T4" fmla="*/ 884 w 1217"/>
                  <a:gd name="T5" fmla="*/ 0 h 773"/>
                  <a:gd name="T6" fmla="*/ 801 w 1217"/>
                  <a:gd name="T7" fmla="*/ 20 h 773"/>
                  <a:gd name="T8" fmla="*/ 653 w 1217"/>
                  <a:gd name="T9" fmla="*/ 124 h 773"/>
                  <a:gd name="T10" fmla="*/ 440 w 1217"/>
                  <a:gd name="T11" fmla="*/ 324 h 773"/>
                  <a:gd name="T12" fmla="*/ 440 w 1217"/>
                  <a:gd name="T13" fmla="*/ 324 h 773"/>
                  <a:gd name="T14" fmla="*/ 3 w 1217"/>
                  <a:gd name="T15" fmla="*/ 760 h 773"/>
                  <a:gd name="T16" fmla="*/ 3 w 1217"/>
                  <a:gd name="T17" fmla="*/ 770 h 773"/>
                  <a:gd name="T18" fmla="*/ 12 w 1217"/>
                  <a:gd name="T19" fmla="*/ 770 h 773"/>
                  <a:gd name="T20" fmla="*/ 449 w 1217"/>
                  <a:gd name="T21" fmla="*/ 333 h 773"/>
                  <a:gd name="T22" fmla="*/ 716 w 1217"/>
                  <a:gd name="T23" fmla="*/ 90 h 773"/>
                  <a:gd name="T24" fmla="*/ 806 w 1217"/>
                  <a:gd name="T25" fmla="*/ 32 h 773"/>
                  <a:gd name="T26" fmla="*/ 884 w 1217"/>
                  <a:gd name="T27" fmla="*/ 13 h 773"/>
                  <a:gd name="T28" fmla="*/ 1016 w 1217"/>
                  <a:gd name="T29" fmla="*/ 60 h 773"/>
                  <a:gd name="T30" fmla="*/ 1204 w 1217"/>
                  <a:gd name="T31" fmla="*/ 195 h 773"/>
                  <a:gd name="T32" fmla="*/ 1214 w 1217"/>
                  <a:gd name="T33" fmla="*/ 194 h 773"/>
                  <a:gd name="T34" fmla="*/ 1212 w 1217"/>
                  <a:gd name="T35" fmla="*/ 184 h 7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17" h="773">
                    <a:moveTo>
                      <a:pt x="1212" y="184"/>
                    </a:moveTo>
                    <a:cubicBezTo>
                      <a:pt x="1135" y="125"/>
                      <a:pt x="1075" y="80"/>
                      <a:pt x="1023" y="48"/>
                    </a:cubicBezTo>
                    <a:cubicBezTo>
                      <a:pt x="971" y="17"/>
                      <a:pt x="928" y="0"/>
                      <a:pt x="884" y="0"/>
                    </a:cubicBezTo>
                    <a:cubicBezTo>
                      <a:pt x="856" y="0"/>
                      <a:pt x="829" y="7"/>
                      <a:pt x="801" y="20"/>
                    </a:cubicBezTo>
                    <a:cubicBezTo>
                      <a:pt x="758" y="39"/>
                      <a:pt x="711" y="74"/>
                      <a:pt x="653" y="124"/>
                    </a:cubicBezTo>
                    <a:cubicBezTo>
                      <a:pt x="595" y="175"/>
                      <a:pt x="527" y="241"/>
                      <a:pt x="440" y="324"/>
                    </a:cubicBezTo>
                    <a:lnTo>
                      <a:pt x="440" y="324"/>
                    </a:lnTo>
                    <a:lnTo>
                      <a:pt x="3" y="760"/>
                    </a:lnTo>
                    <a:cubicBezTo>
                      <a:pt x="0" y="763"/>
                      <a:pt x="0" y="767"/>
                      <a:pt x="3" y="770"/>
                    </a:cubicBezTo>
                    <a:cubicBezTo>
                      <a:pt x="5" y="772"/>
                      <a:pt x="10" y="772"/>
                      <a:pt x="12" y="770"/>
                    </a:cubicBezTo>
                    <a:lnTo>
                      <a:pt x="449" y="333"/>
                    </a:lnTo>
                    <a:cubicBezTo>
                      <a:pt x="565" y="223"/>
                      <a:pt x="648" y="142"/>
                      <a:pt x="716" y="90"/>
                    </a:cubicBezTo>
                    <a:cubicBezTo>
                      <a:pt x="749" y="63"/>
                      <a:pt x="778" y="44"/>
                      <a:pt x="806" y="32"/>
                    </a:cubicBezTo>
                    <a:cubicBezTo>
                      <a:pt x="833" y="19"/>
                      <a:pt x="859" y="13"/>
                      <a:pt x="884" y="13"/>
                    </a:cubicBezTo>
                    <a:cubicBezTo>
                      <a:pt x="924" y="13"/>
                      <a:pt x="966" y="29"/>
                      <a:pt x="1016" y="60"/>
                    </a:cubicBezTo>
                    <a:cubicBezTo>
                      <a:pt x="1067" y="90"/>
                      <a:pt x="1127" y="136"/>
                      <a:pt x="1204" y="195"/>
                    </a:cubicBezTo>
                    <a:cubicBezTo>
                      <a:pt x="1207" y="197"/>
                      <a:pt x="1211" y="197"/>
                      <a:pt x="1214" y="194"/>
                    </a:cubicBezTo>
                    <a:cubicBezTo>
                      <a:pt x="1216" y="191"/>
                      <a:pt x="1215" y="187"/>
                      <a:pt x="1212" y="184"/>
                    </a:cubicBezTo>
                  </a:path>
                </a:pathLst>
              </a:custGeom>
              <a:solidFill>
                <a:srgbClr val="F1E827"/>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32" name="Freeform 11">
                <a:extLst>
                  <a:ext uri="{FF2B5EF4-FFF2-40B4-BE49-F238E27FC236}">
                    <a16:creationId xmlns:a16="http://schemas.microsoft.com/office/drawing/2014/main" id="{7825D298-25D2-B645-9DE4-6B4AC2DAF418}"/>
                  </a:ext>
                </a:extLst>
              </p:cNvPr>
              <p:cNvSpPr>
                <a:spLocks noChangeArrowheads="1"/>
              </p:cNvSpPr>
              <p:nvPr/>
            </p:nvSpPr>
            <p:spPr bwMode="auto">
              <a:xfrm>
                <a:off x="1608093" y="858559"/>
                <a:ext cx="72925" cy="48130"/>
              </a:xfrm>
              <a:custGeom>
                <a:avLst/>
                <a:gdLst>
                  <a:gd name="T0" fmla="*/ 49 w 442"/>
                  <a:gd name="T1" fmla="*/ 200 h 293"/>
                  <a:gd name="T2" fmla="*/ 0 w 442"/>
                  <a:gd name="T3" fmla="*/ 156 h 293"/>
                  <a:gd name="T4" fmla="*/ 45 w 442"/>
                  <a:gd name="T5" fmla="*/ 107 h 293"/>
                  <a:gd name="T6" fmla="*/ 392 w 442"/>
                  <a:gd name="T7" fmla="*/ 91 h 293"/>
                  <a:gd name="T8" fmla="*/ 441 w 442"/>
                  <a:gd name="T9" fmla="*/ 137 h 293"/>
                  <a:gd name="T10" fmla="*/ 396 w 442"/>
                  <a:gd name="T11" fmla="*/ 185 h 293"/>
                  <a:gd name="T12" fmla="*/ 49 w 442"/>
                  <a:gd name="T13" fmla="*/ 200 h 293"/>
                </a:gdLst>
                <a:ahLst/>
                <a:cxnLst>
                  <a:cxn ang="0">
                    <a:pos x="T0" y="T1"/>
                  </a:cxn>
                  <a:cxn ang="0">
                    <a:pos x="T2" y="T3"/>
                  </a:cxn>
                  <a:cxn ang="0">
                    <a:pos x="T4" y="T5"/>
                  </a:cxn>
                  <a:cxn ang="0">
                    <a:pos x="T6" y="T7"/>
                  </a:cxn>
                  <a:cxn ang="0">
                    <a:pos x="T8" y="T9"/>
                  </a:cxn>
                  <a:cxn ang="0">
                    <a:pos x="T10" y="T11"/>
                  </a:cxn>
                  <a:cxn ang="0">
                    <a:pos x="T12" y="T13"/>
                  </a:cxn>
                </a:cxnLst>
                <a:rect l="0" t="0" r="r" b="b"/>
                <a:pathLst>
                  <a:path w="442" h="293">
                    <a:moveTo>
                      <a:pt x="49" y="200"/>
                    </a:moveTo>
                    <a:lnTo>
                      <a:pt x="0" y="156"/>
                    </a:lnTo>
                    <a:lnTo>
                      <a:pt x="45" y="107"/>
                    </a:lnTo>
                    <a:cubicBezTo>
                      <a:pt x="136" y="7"/>
                      <a:pt x="292" y="0"/>
                      <a:pt x="392" y="91"/>
                    </a:cubicBezTo>
                    <a:lnTo>
                      <a:pt x="441" y="137"/>
                    </a:lnTo>
                    <a:lnTo>
                      <a:pt x="396" y="185"/>
                    </a:lnTo>
                    <a:cubicBezTo>
                      <a:pt x="304" y="285"/>
                      <a:pt x="149" y="292"/>
                      <a:pt x="49" y="200"/>
                    </a:cubicBezTo>
                  </a:path>
                </a:pathLst>
              </a:custGeom>
              <a:solidFill>
                <a:srgbClr val="F1E827"/>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grpSp>
        <p:grpSp>
          <p:nvGrpSpPr>
            <p:cNvPr id="12" name="组合 11">
              <a:extLst>
                <a:ext uri="{FF2B5EF4-FFF2-40B4-BE49-F238E27FC236}">
                  <a16:creationId xmlns:a16="http://schemas.microsoft.com/office/drawing/2014/main" id="{1AB322FF-E82E-B849-A67E-8885F84F1B80}"/>
                </a:ext>
              </a:extLst>
            </p:cNvPr>
            <p:cNvGrpSpPr/>
            <p:nvPr/>
          </p:nvGrpSpPr>
          <p:grpSpPr>
            <a:xfrm>
              <a:off x="2028870" y="1197389"/>
              <a:ext cx="3479247" cy="365353"/>
              <a:chOff x="2028870" y="696666"/>
              <a:chExt cx="3479247" cy="365353"/>
            </a:xfrm>
            <a:solidFill>
              <a:schemeClr val="bg1">
                <a:lumMod val="50000"/>
              </a:schemeClr>
            </a:solidFill>
          </p:grpSpPr>
          <p:sp>
            <p:nvSpPr>
              <p:cNvPr id="13" name="Freeform 12">
                <a:extLst>
                  <a:ext uri="{FF2B5EF4-FFF2-40B4-BE49-F238E27FC236}">
                    <a16:creationId xmlns:a16="http://schemas.microsoft.com/office/drawing/2014/main" id="{939245C7-932E-A84A-81EC-0A53746F9A2E}"/>
                  </a:ext>
                </a:extLst>
              </p:cNvPr>
              <p:cNvSpPr>
                <a:spLocks noChangeArrowheads="1"/>
              </p:cNvSpPr>
              <p:nvPr/>
            </p:nvSpPr>
            <p:spPr bwMode="auto">
              <a:xfrm>
                <a:off x="2028870" y="697395"/>
                <a:ext cx="358061" cy="363166"/>
              </a:xfrm>
              <a:custGeom>
                <a:avLst/>
                <a:gdLst>
                  <a:gd name="T0" fmla="*/ 121 w 2165"/>
                  <a:gd name="T1" fmla="*/ 758 h 2195"/>
                  <a:gd name="T2" fmla="*/ 0 w 2165"/>
                  <a:gd name="T3" fmla="*/ 758 h 2195"/>
                  <a:gd name="T4" fmla="*/ 0 w 2165"/>
                  <a:gd name="T5" fmla="*/ 582 h 2195"/>
                  <a:gd name="T6" fmla="*/ 463 w 2165"/>
                  <a:gd name="T7" fmla="*/ 582 h 2195"/>
                  <a:gd name="T8" fmla="*/ 463 w 2165"/>
                  <a:gd name="T9" fmla="*/ 1982 h 2195"/>
                  <a:gd name="T10" fmla="*/ 620 w 2165"/>
                  <a:gd name="T11" fmla="*/ 1982 h 2195"/>
                  <a:gd name="T12" fmla="*/ 620 w 2165"/>
                  <a:gd name="T13" fmla="*/ 2157 h 2195"/>
                  <a:gd name="T14" fmla="*/ 121 w 2165"/>
                  <a:gd name="T15" fmla="*/ 2157 h 2195"/>
                  <a:gd name="T16" fmla="*/ 121 w 2165"/>
                  <a:gd name="T17" fmla="*/ 758 h 2195"/>
                  <a:gd name="T18" fmla="*/ 467 w 2165"/>
                  <a:gd name="T19" fmla="*/ 51 h 2195"/>
                  <a:gd name="T20" fmla="*/ 467 w 2165"/>
                  <a:gd name="T21" fmla="*/ 462 h 2195"/>
                  <a:gd name="T22" fmla="*/ 121 w 2165"/>
                  <a:gd name="T23" fmla="*/ 462 h 2195"/>
                  <a:gd name="T24" fmla="*/ 121 w 2165"/>
                  <a:gd name="T25" fmla="*/ 51 h 2195"/>
                  <a:gd name="T26" fmla="*/ 467 w 2165"/>
                  <a:gd name="T27" fmla="*/ 51 h 2195"/>
                  <a:gd name="T28" fmla="*/ 629 w 2165"/>
                  <a:gd name="T29" fmla="*/ 906 h 2195"/>
                  <a:gd name="T30" fmla="*/ 629 w 2165"/>
                  <a:gd name="T31" fmla="*/ 730 h 2195"/>
                  <a:gd name="T32" fmla="*/ 1221 w 2165"/>
                  <a:gd name="T33" fmla="*/ 730 h 2195"/>
                  <a:gd name="T34" fmla="*/ 1221 w 2165"/>
                  <a:gd name="T35" fmla="*/ 0 h 2195"/>
                  <a:gd name="T36" fmla="*/ 1563 w 2165"/>
                  <a:gd name="T37" fmla="*/ 0 h 2195"/>
                  <a:gd name="T38" fmla="*/ 1563 w 2165"/>
                  <a:gd name="T39" fmla="*/ 730 h 2195"/>
                  <a:gd name="T40" fmla="*/ 2164 w 2165"/>
                  <a:gd name="T41" fmla="*/ 730 h 2195"/>
                  <a:gd name="T42" fmla="*/ 2164 w 2165"/>
                  <a:gd name="T43" fmla="*/ 906 h 2195"/>
                  <a:gd name="T44" fmla="*/ 1563 w 2165"/>
                  <a:gd name="T45" fmla="*/ 906 h 2195"/>
                  <a:gd name="T46" fmla="*/ 1563 w 2165"/>
                  <a:gd name="T47" fmla="*/ 2194 h 2195"/>
                  <a:gd name="T48" fmla="*/ 1221 w 2165"/>
                  <a:gd name="T49" fmla="*/ 2194 h 2195"/>
                  <a:gd name="T50" fmla="*/ 1221 w 2165"/>
                  <a:gd name="T51" fmla="*/ 906 h 2195"/>
                  <a:gd name="T52" fmla="*/ 629 w 2165"/>
                  <a:gd name="T53" fmla="*/ 906 h 2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165" h="2195">
                    <a:moveTo>
                      <a:pt x="121" y="758"/>
                    </a:moveTo>
                    <a:lnTo>
                      <a:pt x="0" y="758"/>
                    </a:lnTo>
                    <a:lnTo>
                      <a:pt x="0" y="582"/>
                    </a:lnTo>
                    <a:lnTo>
                      <a:pt x="463" y="582"/>
                    </a:lnTo>
                    <a:lnTo>
                      <a:pt x="463" y="1982"/>
                    </a:lnTo>
                    <a:lnTo>
                      <a:pt x="620" y="1982"/>
                    </a:lnTo>
                    <a:lnTo>
                      <a:pt x="620" y="2157"/>
                    </a:lnTo>
                    <a:lnTo>
                      <a:pt x="121" y="2157"/>
                    </a:lnTo>
                    <a:lnTo>
                      <a:pt x="121" y="758"/>
                    </a:lnTo>
                    <a:close/>
                    <a:moveTo>
                      <a:pt x="467" y="51"/>
                    </a:moveTo>
                    <a:lnTo>
                      <a:pt x="467" y="462"/>
                    </a:lnTo>
                    <a:lnTo>
                      <a:pt x="121" y="462"/>
                    </a:lnTo>
                    <a:lnTo>
                      <a:pt x="121" y="51"/>
                    </a:lnTo>
                    <a:lnTo>
                      <a:pt x="467" y="51"/>
                    </a:lnTo>
                    <a:close/>
                    <a:moveTo>
                      <a:pt x="629" y="906"/>
                    </a:moveTo>
                    <a:lnTo>
                      <a:pt x="629" y="730"/>
                    </a:lnTo>
                    <a:lnTo>
                      <a:pt x="1221" y="730"/>
                    </a:lnTo>
                    <a:lnTo>
                      <a:pt x="1221" y="0"/>
                    </a:lnTo>
                    <a:lnTo>
                      <a:pt x="1563" y="0"/>
                    </a:lnTo>
                    <a:lnTo>
                      <a:pt x="1563" y="730"/>
                    </a:lnTo>
                    <a:lnTo>
                      <a:pt x="2164" y="730"/>
                    </a:lnTo>
                    <a:lnTo>
                      <a:pt x="2164" y="906"/>
                    </a:lnTo>
                    <a:lnTo>
                      <a:pt x="1563" y="906"/>
                    </a:lnTo>
                    <a:lnTo>
                      <a:pt x="1563" y="2194"/>
                    </a:lnTo>
                    <a:lnTo>
                      <a:pt x="1221" y="2194"/>
                    </a:lnTo>
                    <a:lnTo>
                      <a:pt x="1221" y="906"/>
                    </a:lnTo>
                    <a:lnTo>
                      <a:pt x="629" y="906"/>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14" name="Freeform 13">
                <a:extLst>
                  <a:ext uri="{FF2B5EF4-FFF2-40B4-BE49-F238E27FC236}">
                    <a16:creationId xmlns:a16="http://schemas.microsoft.com/office/drawing/2014/main" id="{09FAD7D1-6766-4344-BAA4-F13F7EAB76F7}"/>
                  </a:ext>
                </a:extLst>
              </p:cNvPr>
              <p:cNvSpPr>
                <a:spLocks noChangeArrowheads="1"/>
              </p:cNvSpPr>
              <p:nvPr/>
            </p:nvSpPr>
            <p:spPr bwMode="auto">
              <a:xfrm>
                <a:off x="2417559" y="696666"/>
                <a:ext cx="357332" cy="364625"/>
              </a:xfrm>
              <a:custGeom>
                <a:avLst/>
                <a:gdLst>
                  <a:gd name="T0" fmla="*/ 583 w 2161"/>
                  <a:gd name="T1" fmla="*/ 379 h 2205"/>
                  <a:gd name="T2" fmla="*/ 458 w 2161"/>
                  <a:gd name="T3" fmla="*/ 287 h 2205"/>
                  <a:gd name="T4" fmla="*/ 0 w 2161"/>
                  <a:gd name="T5" fmla="*/ 379 h 2205"/>
                  <a:gd name="T6" fmla="*/ 662 w 2161"/>
                  <a:gd name="T7" fmla="*/ 0 h 2205"/>
                  <a:gd name="T8" fmla="*/ 1087 w 2161"/>
                  <a:gd name="T9" fmla="*/ 111 h 2205"/>
                  <a:gd name="T10" fmla="*/ 916 w 2161"/>
                  <a:gd name="T11" fmla="*/ 287 h 2205"/>
                  <a:gd name="T12" fmla="*/ 675 w 2161"/>
                  <a:gd name="T13" fmla="*/ 1691 h 2205"/>
                  <a:gd name="T14" fmla="*/ 1545 w 2161"/>
                  <a:gd name="T15" fmla="*/ 1811 h 2205"/>
                  <a:gd name="T16" fmla="*/ 1887 w 2161"/>
                  <a:gd name="T17" fmla="*/ 1691 h 2205"/>
                  <a:gd name="T18" fmla="*/ 2150 w 2161"/>
                  <a:gd name="T19" fmla="*/ 1811 h 2205"/>
                  <a:gd name="T20" fmla="*/ 1887 w 2161"/>
                  <a:gd name="T21" fmla="*/ 1987 h 2205"/>
                  <a:gd name="T22" fmla="*/ 1545 w 2161"/>
                  <a:gd name="T23" fmla="*/ 2204 h 2205"/>
                  <a:gd name="T24" fmla="*/ 652 w 2161"/>
                  <a:gd name="T25" fmla="*/ 1987 h 2205"/>
                  <a:gd name="T26" fmla="*/ 144 w 2161"/>
                  <a:gd name="T27" fmla="*/ 2204 h 2205"/>
                  <a:gd name="T28" fmla="*/ 47 w 2161"/>
                  <a:gd name="T29" fmla="*/ 1987 h 2205"/>
                  <a:gd name="T30" fmla="*/ 333 w 2161"/>
                  <a:gd name="T31" fmla="*/ 1811 h 2205"/>
                  <a:gd name="T32" fmla="*/ 675 w 2161"/>
                  <a:gd name="T33" fmla="*/ 1691 h 2205"/>
                  <a:gd name="T34" fmla="*/ 2100 w 2161"/>
                  <a:gd name="T35" fmla="*/ 448 h 2205"/>
                  <a:gd name="T36" fmla="*/ 102 w 2161"/>
                  <a:gd name="T37" fmla="*/ 1622 h 2205"/>
                  <a:gd name="T38" fmla="*/ 444 w 2161"/>
                  <a:gd name="T39" fmla="*/ 781 h 2205"/>
                  <a:gd name="T40" fmla="*/ 1757 w 2161"/>
                  <a:gd name="T41" fmla="*/ 624 h 2205"/>
                  <a:gd name="T42" fmla="*/ 444 w 2161"/>
                  <a:gd name="T43" fmla="*/ 781 h 2205"/>
                  <a:gd name="T44" fmla="*/ 1757 w 2161"/>
                  <a:gd name="T45" fmla="*/ 1114 h 2205"/>
                  <a:gd name="T46" fmla="*/ 444 w 2161"/>
                  <a:gd name="T47" fmla="*/ 957 h 2205"/>
                  <a:gd name="T48" fmla="*/ 1757 w 2161"/>
                  <a:gd name="T49" fmla="*/ 1289 h 2205"/>
                  <a:gd name="T50" fmla="*/ 444 w 2161"/>
                  <a:gd name="T51" fmla="*/ 1446 h 2205"/>
                  <a:gd name="T52" fmla="*/ 1757 w 2161"/>
                  <a:gd name="T53" fmla="*/ 1289 h 2205"/>
                  <a:gd name="T54" fmla="*/ 1041 w 2161"/>
                  <a:gd name="T55" fmla="*/ 379 h 2205"/>
                  <a:gd name="T56" fmla="*/ 1688 w 2161"/>
                  <a:gd name="T57" fmla="*/ 0 h 2205"/>
                  <a:gd name="T58" fmla="*/ 2160 w 2161"/>
                  <a:gd name="T59" fmla="*/ 111 h 2205"/>
                  <a:gd name="T60" fmla="*/ 1998 w 2161"/>
                  <a:gd name="T61" fmla="*/ 287 h 2205"/>
                  <a:gd name="T62" fmla="*/ 1646 w 2161"/>
                  <a:gd name="T63" fmla="*/ 379 h 2205"/>
                  <a:gd name="T64" fmla="*/ 1508 w 2161"/>
                  <a:gd name="T65" fmla="*/ 287 h 2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161" h="2205">
                    <a:moveTo>
                      <a:pt x="990" y="379"/>
                    </a:moveTo>
                    <a:lnTo>
                      <a:pt x="583" y="379"/>
                    </a:lnTo>
                    <a:lnTo>
                      <a:pt x="509" y="287"/>
                    </a:lnTo>
                    <a:lnTo>
                      <a:pt x="458" y="287"/>
                    </a:lnTo>
                    <a:lnTo>
                      <a:pt x="389" y="379"/>
                    </a:lnTo>
                    <a:lnTo>
                      <a:pt x="0" y="379"/>
                    </a:lnTo>
                    <a:lnTo>
                      <a:pt x="273" y="0"/>
                    </a:lnTo>
                    <a:lnTo>
                      <a:pt x="662" y="0"/>
                    </a:lnTo>
                    <a:lnTo>
                      <a:pt x="592" y="111"/>
                    </a:lnTo>
                    <a:lnTo>
                      <a:pt x="1087" y="111"/>
                    </a:lnTo>
                    <a:lnTo>
                      <a:pt x="1087" y="287"/>
                    </a:lnTo>
                    <a:lnTo>
                      <a:pt x="916" y="287"/>
                    </a:lnTo>
                    <a:lnTo>
                      <a:pt x="990" y="379"/>
                    </a:lnTo>
                    <a:close/>
                    <a:moveTo>
                      <a:pt x="675" y="1691"/>
                    </a:moveTo>
                    <a:lnTo>
                      <a:pt x="675" y="1811"/>
                    </a:lnTo>
                    <a:lnTo>
                      <a:pt x="1545" y="1811"/>
                    </a:lnTo>
                    <a:lnTo>
                      <a:pt x="1545" y="1691"/>
                    </a:lnTo>
                    <a:lnTo>
                      <a:pt x="1887" y="1691"/>
                    </a:lnTo>
                    <a:lnTo>
                      <a:pt x="1887" y="1811"/>
                    </a:lnTo>
                    <a:lnTo>
                      <a:pt x="2150" y="1811"/>
                    </a:lnTo>
                    <a:lnTo>
                      <a:pt x="2150" y="1987"/>
                    </a:lnTo>
                    <a:lnTo>
                      <a:pt x="1887" y="1987"/>
                    </a:lnTo>
                    <a:lnTo>
                      <a:pt x="1887" y="2204"/>
                    </a:lnTo>
                    <a:lnTo>
                      <a:pt x="1545" y="2204"/>
                    </a:lnTo>
                    <a:lnTo>
                      <a:pt x="1545" y="1987"/>
                    </a:lnTo>
                    <a:lnTo>
                      <a:pt x="652" y="1987"/>
                    </a:lnTo>
                    <a:lnTo>
                      <a:pt x="527" y="2204"/>
                    </a:lnTo>
                    <a:lnTo>
                      <a:pt x="144" y="2204"/>
                    </a:lnTo>
                    <a:lnTo>
                      <a:pt x="282" y="1987"/>
                    </a:lnTo>
                    <a:lnTo>
                      <a:pt x="47" y="1987"/>
                    </a:lnTo>
                    <a:lnTo>
                      <a:pt x="47" y="1811"/>
                    </a:lnTo>
                    <a:lnTo>
                      <a:pt x="333" y="1811"/>
                    </a:lnTo>
                    <a:lnTo>
                      <a:pt x="333" y="1691"/>
                    </a:lnTo>
                    <a:lnTo>
                      <a:pt x="675" y="1691"/>
                    </a:lnTo>
                    <a:close/>
                    <a:moveTo>
                      <a:pt x="102" y="448"/>
                    </a:moveTo>
                    <a:lnTo>
                      <a:pt x="2100" y="448"/>
                    </a:lnTo>
                    <a:lnTo>
                      <a:pt x="2100" y="1622"/>
                    </a:lnTo>
                    <a:lnTo>
                      <a:pt x="102" y="1622"/>
                    </a:lnTo>
                    <a:lnTo>
                      <a:pt x="102" y="448"/>
                    </a:lnTo>
                    <a:close/>
                    <a:moveTo>
                      <a:pt x="444" y="781"/>
                    </a:moveTo>
                    <a:lnTo>
                      <a:pt x="1757" y="781"/>
                    </a:lnTo>
                    <a:lnTo>
                      <a:pt x="1757" y="624"/>
                    </a:lnTo>
                    <a:lnTo>
                      <a:pt x="444" y="624"/>
                    </a:lnTo>
                    <a:lnTo>
                      <a:pt x="444" y="781"/>
                    </a:lnTo>
                    <a:close/>
                    <a:moveTo>
                      <a:pt x="444" y="1114"/>
                    </a:moveTo>
                    <a:lnTo>
                      <a:pt x="1757" y="1114"/>
                    </a:lnTo>
                    <a:lnTo>
                      <a:pt x="1757" y="957"/>
                    </a:lnTo>
                    <a:lnTo>
                      <a:pt x="444" y="957"/>
                    </a:lnTo>
                    <a:lnTo>
                      <a:pt x="444" y="1114"/>
                    </a:lnTo>
                    <a:close/>
                    <a:moveTo>
                      <a:pt x="1757" y="1289"/>
                    </a:moveTo>
                    <a:lnTo>
                      <a:pt x="444" y="1289"/>
                    </a:lnTo>
                    <a:lnTo>
                      <a:pt x="444" y="1446"/>
                    </a:lnTo>
                    <a:lnTo>
                      <a:pt x="1757" y="1446"/>
                    </a:lnTo>
                    <a:lnTo>
                      <a:pt x="1757" y="1289"/>
                    </a:lnTo>
                    <a:close/>
                    <a:moveTo>
                      <a:pt x="1434" y="379"/>
                    </a:moveTo>
                    <a:lnTo>
                      <a:pt x="1041" y="379"/>
                    </a:lnTo>
                    <a:lnTo>
                      <a:pt x="1313" y="0"/>
                    </a:lnTo>
                    <a:lnTo>
                      <a:pt x="1688" y="0"/>
                    </a:lnTo>
                    <a:lnTo>
                      <a:pt x="1609" y="111"/>
                    </a:lnTo>
                    <a:lnTo>
                      <a:pt x="2160" y="111"/>
                    </a:lnTo>
                    <a:lnTo>
                      <a:pt x="2160" y="287"/>
                    </a:lnTo>
                    <a:lnTo>
                      <a:pt x="1998" y="287"/>
                    </a:lnTo>
                    <a:lnTo>
                      <a:pt x="2072" y="379"/>
                    </a:lnTo>
                    <a:lnTo>
                      <a:pt x="1646" y="379"/>
                    </a:lnTo>
                    <a:lnTo>
                      <a:pt x="1572" y="287"/>
                    </a:lnTo>
                    <a:lnTo>
                      <a:pt x="1508" y="287"/>
                    </a:lnTo>
                    <a:lnTo>
                      <a:pt x="1434" y="37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15" name="Freeform 14">
                <a:extLst>
                  <a:ext uri="{FF2B5EF4-FFF2-40B4-BE49-F238E27FC236}">
                    <a16:creationId xmlns:a16="http://schemas.microsoft.com/office/drawing/2014/main" id="{A3F469B6-43A0-3142-B44A-FCAEEFFB11A0}"/>
                  </a:ext>
                </a:extLst>
              </p:cNvPr>
              <p:cNvSpPr>
                <a:spLocks noChangeArrowheads="1"/>
              </p:cNvSpPr>
              <p:nvPr/>
            </p:nvSpPr>
            <p:spPr bwMode="auto">
              <a:xfrm>
                <a:off x="2810625" y="696666"/>
                <a:ext cx="363895" cy="364625"/>
              </a:xfrm>
              <a:custGeom>
                <a:avLst/>
                <a:gdLst>
                  <a:gd name="T0" fmla="*/ 0 w 2202"/>
                  <a:gd name="T1" fmla="*/ 2019 h 2205"/>
                  <a:gd name="T2" fmla="*/ 74 w 2202"/>
                  <a:gd name="T3" fmla="*/ 661 h 2205"/>
                  <a:gd name="T4" fmla="*/ 310 w 2202"/>
                  <a:gd name="T5" fmla="*/ 661 h 2205"/>
                  <a:gd name="T6" fmla="*/ 231 w 2202"/>
                  <a:gd name="T7" fmla="*/ 2019 h 2205"/>
                  <a:gd name="T8" fmla="*/ 0 w 2202"/>
                  <a:gd name="T9" fmla="*/ 2019 h 2205"/>
                  <a:gd name="T10" fmla="*/ 939 w 2202"/>
                  <a:gd name="T11" fmla="*/ 439 h 2205"/>
                  <a:gd name="T12" fmla="*/ 684 w 2202"/>
                  <a:gd name="T13" fmla="*/ 439 h 2205"/>
                  <a:gd name="T14" fmla="*/ 684 w 2202"/>
                  <a:gd name="T15" fmla="*/ 2204 h 2205"/>
                  <a:gd name="T16" fmla="*/ 361 w 2202"/>
                  <a:gd name="T17" fmla="*/ 2204 h 2205"/>
                  <a:gd name="T18" fmla="*/ 361 w 2202"/>
                  <a:gd name="T19" fmla="*/ 439 h 2205"/>
                  <a:gd name="T20" fmla="*/ 28 w 2202"/>
                  <a:gd name="T21" fmla="*/ 439 h 2205"/>
                  <a:gd name="T22" fmla="*/ 28 w 2202"/>
                  <a:gd name="T23" fmla="*/ 264 h 2205"/>
                  <a:gd name="T24" fmla="*/ 361 w 2202"/>
                  <a:gd name="T25" fmla="*/ 264 h 2205"/>
                  <a:gd name="T26" fmla="*/ 361 w 2202"/>
                  <a:gd name="T27" fmla="*/ 0 h 2205"/>
                  <a:gd name="T28" fmla="*/ 684 w 2202"/>
                  <a:gd name="T29" fmla="*/ 0 h 2205"/>
                  <a:gd name="T30" fmla="*/ 684 w 2202"/>
                  <a:gd name="T31" fmla="*/ 264 h 2205"/>
                  <a:gd name="T32" fmla="*/ 939 w 2202"/>
                  <a:gd name="T33" fmla="*/ 264 h 2205"/>
                  <a:gd name="T34" fmla="*/ 939 w 2202"/>
                  <a:gd name="T35" fmla="*/ 439 h 2205"/>
                  <a:gd name="T36" fmla="*/ 939 w 2202"/>
                  <a:gd name="T37" fmla="*/ 661 h 2205"/>
                  <a:gd name="T38" fmla="*/ 939 w 2202"/>
                  <a:gd name="T39" fmla="*/ 1686 h 2205"/>
                  <a:gd name="T40" fmla="*/ 735 w 2202"/>
                  <a:gd name="T41" fmla="*/ 1686 h 2205"/>
                  <a:gd name="T42" fmla="*/ 735 w 2202"/>
                  <a:gd name="T43" fmla="*/ 661 h 2205"/>
                  <a:gd name="T44" fmla="*/ 939 w 2202"/>
                  <a:gd name="T45" fmla="*/ 661 h 2205"/>
                  <a:gd name="T46" fmla="*/ 1022 w 2202"/>
                  <a:gd name="T47" fmla="*/ 1594 h 2205"/>
                  <a:gd name="T48" fmla="*/ 1022 w 2202"/>
                  <a:gd name="T49" fmla="*/ 42 h 2205"/>
                  <a:gd name="T50" fmla="*/ 1988 w 2202"/>
                  <a:gd name="T51" fmla="*/ 42 h 2205"/>
                  <a:gd name="T52" fmla="*/ 1988 w 2202"/>
                  <a:gd name="T53" fmla="*/ 2033 h 2205"/>
                  <a:gd name="T54" fmla="*/ 2201 w 2202"/>
                  <a:gd name="T55" fmla="*/ 2033 h 2205"/>
                  <a:gd name="T56" fmla="*/ 2201 w 2202"/>
                  <a:gd name="T57" fmla="*/ 2204 h 2205"/>
                  <a:gd name="T58" fmla="*/ 1665 w 2202"/>
                  <a:gd name="T59" fmla="*/ 2204 h 2205"/>
                  <a:gd name="T60" fmla="*/ 1665 w 2202"/>
                  <a:gd name="T61" fmla="*/ 217 h 2205"/>
                  <a:gd name="T62" fmla="*/ 1355 w 2202"/>
                  <a:gd name="T63" fmla="*/ 217 h 2205"/>
                  <a:gd name="T64" fmla="*/ 1355 w 2202"/>
                  <a:gd name="T65" fmla="*/ 1668 h 2205"/>
                  <a:gd name="T66" fmla="*/ 1198 w 2202"/>
                  <a:gd name="T67" fmla="*/ 2204 h 2205"/>
                  <a:gd name="T68" fmla="*/ 851 w 2202"/>
                  <a:gd name="T69" fmla="*/ 2204 h 2205"/>
                  <a:gd name="T70" fmla="*/ 1022 w 2202"/>
                  <a:gd name="T71" fmla="*/ 1594 h 2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202" h="2205">
                    <a:moveTo>
                      <a:pt x="0" y="2019"/>
                    </a:moveTo>
                    <a:lnTo>
                      <a:pt x="74" y="661"/>
                    </a:lnTo>
                    <a:lnTo>
                      <a:pt x="310" y="661"/>
                    </a:lnTo>
                    <a:lnTo>
                      <a:pt x="231" y="2019"/>
                    </a:lnTo>
                    <a:lnTo>
                      <a:pt x="0" y="2019"/>
                    </a:lnTo>
                    <a:close/>
                    <a:moveTo>
                      <a:pt x="939" y="439"/>
                    </a:moveTo>
                    <a:lnTo>
                      <a:pt x="684" y="439"/>
                    </a:lnTo>
                    <a:lnTo>
                      <a:pt x="684" y="2204"/>
                    </a:lnTo>
                    <a:lnTo>
                      <a:pt x="361" y="2204"/>
                    </a:lnTo>
                    <a:lnTo>
                      <a:pt x="361" y="439"/>
                    </a:lnTo>
                    <a:lnTo>
                      <a:pt x="28" y="439"/>
                    </a:lnTo>
                    <a:lnTo>
                      <a:pt x="28" y="264"/>
                    </a:lnTo>
                    <a:lnTo>
                      <a:pt x="361" y="264"/>
                    </a:lnTo>
                    <a:lnTo>
                      <a:pt x="361" y="0"/>
                    </a:lnTo>
                    <a:lnTo>
                      <a:pt x="684" y="0"/>
                    </a:lnTo>
                    <a:lnTo>
                      <a:pt x="684" y="264"/>
                    </a:lnTo>
                    <a:lnTo>
                      <a:pt x="939" y="264"/>
                    </a:lnTo>
                    <a:lnTo>
                      <a:pt x="939" y="439"/>
                    </a:lnTo>
                    <a:close/>
                    <a:moveTo>
                      <a:pt x="939" y="661"/>
                    </a:moveTo>
                    <a:lnTo>
                      <a:pt x="939" y="1686"/>
                    </a:lnTo>
                    <a:lnTo>
                      <a:pt x="735" y="1686"/>
                    </a:lnTo>
                    <a:lnTo>
                      <a:pt x="735" y="661"/>
                    </a:lnTo>
                    <a:lnTo>
                      <a:pt x="939" y="661"/>
                    </a:lnTo>
                    <a:close/>
                    <a:moveTo>
                      <a:pt x="1022" y="1594"/>
                    </a:moveTo>
                    <a:lnTo>
                      <a:pt x="1022" y="42"/>
                    </a:lnTo>
                    <a:lnTo>
                      <a:pt x="1988" y="42"/>
                    </a:lnTo>
                    <a:lnTo>
                      <a:pt x="1988" y="2033"/>
                    </a:lnTo>
                    <a:lnTo>
                      <a:pt x="2201" y="2033"/>
                    </a:lnTo>
                    <a:lnTo>
                      <a:pt x="2201" y="2204"/>
                    </a:lnTo>
                    <a:lnTo>
                      <a:pt x="1665" y="2204"/>
                    </a:lnTo>
                    <a:lnTo>
                      <a:pt x="1665" y="217"/>
                    </a:lnTo>
                    <a:lnTo>
                      <a:pt x="1355" y="217"/>
                    </a:lnTo>
                    <a:lnTo>
                      <a:pt x="1355" y="1668"/>
                    </a:lnTo>
                    <a:lnTo>
                      <a:pt x="1198" y="2204"/>
                    </a:lnTo>
                    <a:lnTo>
                      <a:pt x="851" y="2204"/>
                    </a:lnTo>
                    <a:lnTo>
                      <a:pt x="1022" y="1594"/>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16" name="Freeform 15">
                <a:extLst>
                  <a:ext uri="{FF2B5EF4-FFF2-40B4-BE49-F238E27FC236}">
                    <a16:creationId xmlns:a16="http://schemas.microsoft.com/office/drawing/2014/main" id="{939FDE59-FDA2-7D42-A573-9D861EDB611C}"/>
                  </a:ext>
                </a:extLst>
              </p:cNvPr>
              <p:cNvSpPr>
                <a:spLocks noChangeArrowheads="1"/>
              </p:cNvSpPr>
              <p:nvPr/>
            </p:nvSpPr>
            <p:spPr bwMode="auto">
              <a:xfrm>
                <a:off x="3212441" y="703958"/>
                <a:ext cx="339830" cy="358061"/>
              </a:xfrm>
              <a:custGeom>
                <a:avLst/>
                <a:gdLst>
                  <a:gd name="T0" fmla="*/ 1747 w 2053"/>
                  <a:gd name="T1" fmla="*/ 1982 h 2163"/>
                  <a:gd name="T2" fmla="*/ 1747 w 2053"/>
                  <a:gd name="T3" fmla="*/ 175 h 2163"/>
                  <a:gd name="T4" fmla="*/ 305 w 2053"/>
                  <a:gd name="T5" fmla="*/ 175 h 2163"/>
                  <a:gd name="T6" fmla="*/ 305 w 2053"/>
                  <a:gd name="T7" fmla="*/ 2162 h 2163"/>
                  <a:gd name="T8" fmla="*/ 0 w 2053"/>
                  <a:gd name="T9" fmla="*/ 2162 h 2163"/>
                  <a:gd name="T10" fmla="*/ 0 w 2053"/>
                  <a:gd name="T11" fmla="*/ 0 h 2163"/>
                  <a:gd name="T12" fmla="*/ 2052 w 2053"/>
                  <a:gd name="T13" fmla="*/ 0 h 2163"/>
                  <a:gd name="T14" fmla="*/ 2052 w 2053"/>
                  <a:gd name="T15" fmla="*/ 2162 h 2163"/>
                  <a:gd name="T16" fmla="*/ 1590 w 2053"/>
                  <a:gd name="T17" fmla="*/ 2162 h 2163"/>
                  <a:gd name="T18" fmla="*/ 1590 w 2053"/>
                  <a:gd name="T19" fmla="*/ 1982 h 2163"/>
                  <a:gd name="T20" fmla="*/ 1747 w 2053"/>
                  <a:gd name="T21" fmla="*/ 1982 h 2163"/>
                  <a:gd name="T22" fmla="*/ 791 w 2053"/>
                  <a:gd name="T23" fmla="*/ 1127 h 2163"/>
                  <a:gd name="T24" fmla="*/ 1017 w 2053"/>
                  <a:gd name="T25" fmla="*/ 1843 h 2163"/>
                  <a:gd name="T26" fmla="*/ 786 w 2053"/>
                  <a:gd name="T27" fmla="*/ 1843 h 2163"/>
                  <a:gd name="T28" fmla="*/ 680 w 2053"/>
                  <a:gd name="T29" fmla="*/ 1501 h 2163"/>
                  <a:gd name="T30" fmla="*/ 573 w 2053"/>
                  <a:gd name="T31" fmla="*/ 1843 h 2163"/>
                  <a:gd name="T32" fmla="*/ 347 w 2053"/>
                  <a:gd name="T33" fmla="*/ 1843 h 2163"/>
                  <a:gd name="T34" fmla="*/ 564 w 2053"/>
                  <a:gd name="T35" fmla="*/ 1136 h 2163"/>
                  <a:gd name="T36" fmla="*/ 338 w 2053"/>
                  <a:gd name="T37" fmla="*/ 430 h 2163"/>
                  <a:gd name="T38" fmla="*/ 569 w 2053"/>
                  <a:gd name="T39" fmla="*/ 430 h 2163"/>
                  <a:gd name="T40" fmla="*/ 675 w 2053"/>
                  <a:gd name="T41" fmla="*/ 767 h 2163"/>
                  <a:gd name="T42" fmla="*/ 777 w 2053"/>
                  <a:gd name="T43" fmla="*/ 430 h 2163"/>
                  <a:gd name="T44" fmla="*/ 1003 w 2053"/>
                  <a:gd name="T45" fmla="*/ 430 h 2163"/>
                  <a:gd name="T46" fmla="*/ 791 w 2053"/>
                  <a:gd name="T47" fmla="*/ 1127 h 2163"/>
                  <a:gd name="T48" fmla="*/ 1503 w 2053"/>
                  <a:gd name="T49" fmla="*/ 1127 h 2163"/>
                  <a:gd name="T50" fmla="*/ 1728 w 2053"/>
                  <a:gd name="T51" fmla="*/ 1843 h 2163"/>
                  <a:gd name="T52" fmla="*/ 1498 w 2053"/>
                  <a:gd name="T53" fmla="*/ 1843 h 2163"/>
                  <a:gd name="T54" fmla="*/ 1392 w 2053"/>
                  <a:gd name="T55" fmla="*/ 1501 h 2163"/>
                  <a:gd name="T56" fmla="*/ 1286 w 2053"/>
                  <a:gd name="T57" fmla="*/ 1843 h 2163"/>
                  <a:gd name="T58" fmla="*/ 1059 w 2053"/>
                  <a:gd name="T59" fmla="*/ 1843 h 2163"/>
                  <a:gd name="T60" fmla="*/ 1276 w 2053"/>
                  <a:gd name="T61" fmla="*/ 1136 h 2163"/>
                  <a:gd name="T62" fmla="*/ 1050 w 2053"/>
                  <a:gd name="T63" fmla="*/ 430 h 2163"/>
                  <a:gd name="T64" fmla="*/ 1281 w 2053"/>
                  <a:gd name="T65" fmla="*/ 430 h 2163"/>
                  <a:gd name="T66" fmla="*/ 1387 w 2053"/>
                  <a:gd name="T67" fmla="*/ 767 h 2163"/>
                  <a:gd name="T68" fmla="*/ 1489 w 2053"/>
                  <a:gd name="T69" fmla="*/ 430 h 2163"/>
                  <a:gd name="T70" fmla="*/ 1715 w 2053"/>
                  <a:gd name="T71" fmla="*/ 430 h 2163"/>
                  <a:gd name="T72" fmla="*/ 1503 w 2053"/>
                  <a:gd name="T73" fmla="*/ 1127 h 2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53" h="2163">
                    <a:moveTo>
                      <a:pt x="1747" y="1982"/>
                    </a:moveTo>
                    <a:lnTo>
                      <a:pt x="1747" y="175"/>
                    </a:lnTo>
                    <a:lnTo>
                      <a:pt x="305" y="175"/>
                    </a:lnTo>
                    <a:lnTo>
                      <a:pt x="305" y="2162"/>
                    </a:lnTo>
                    <a:lnTo>
                      <a:pt x="0" y="2162"/>
                    </a:lnTo>
                    <a:lnTo>
                      <a:pt x="0" y="0"/>
                    </a:lnTo>
                    <a:lnTo>
                      <a:pt x="2052" y="0"/>
                    </a:lnTo>
                    <a:lnTo>
                      <a:pt x="2052" y="2162"/>
                    </a:lnTo>
                    <a:lnTo>
                      <a:pt x="1590" y="2162"/>
                    </a:lnTo>
                    <a:lnTo>
                      <a:pt x="1590" y="1982"/>
                    </a:lnTo>
                    <a:lnTo>
                      <a:pt x="1747" y="1982"/>
                    </a:lnTo>
                    <a:close/>
                    <a:moveTo>
                      <a:pt x="791" y="1127"/>
                    </a:moveTo>
                    <a:lnTo>
                      <a:pt x="1017" y="1843"/>
                    </a:lnTo>
                    <a:lnTo>
                      <a:pt x="786" y="1843"/>
                    </a:lnTo>
                    <a:lnTo>
                      <a:pt x="680" y="1501"/>
                    </a:lnTo>
                    <a:lnTo>
                      <a:pt x="573" y="1843"/>
                    </a:lnTo>
                    <a:lnTo>
                      <a:pt x="347" y="1843"/>
                    </a:lnTo>
                    <a:lnTo>
                      <a:pt x="564" y="1136"/>
                    </a:lnTo>
                    <a:lnTo>
                      <a:pt x="338" y="430"/>
                    </a:lnTo>
                    <a:lnTo>
                      <a:pt x="569" y="430"/>
                    </a:lnTo>
                    <a:lnTo>
                      <a:pt x="675" y="767"/>
                    </a:lnTo>
                    <a:lnTo>
                      <a:pt x="777" y="430"/>
                    </a:lnTo>
                    <a:lnTo>
                      <a:pt x="1003" y="430"/>
                    </a:lnTo>
                    <a:lnTo>
                      <a:pt x="791" y="1127"/>
                    </a:lnTo>
                    <a:close/>
                    <a:moveTo>
                      <a:pt x="1503" y="1127"/>
                    </a:moveTo>
                    <a:lnTo>
                      <a:pt x="1728" y="1843"/>
                    </a:lnTo>
                    <a:lnTo>
                      <a:pt x="1498" y="1843"/>
                    </a:lnTo>
                    <a:lnTo>
                      <a:pt x="1392" y="1501"/>
                    </a:lnTo>
                    <a:lnTo>
                      <a:pt x="1286" y="1843"/>
                    </a:lnTo>
                    <a:lnTo>
                      <a:pt x="1059" y="1843"/>
                    </a:lnTo>
                    <a:lnTo>
                      <a:pt x="1276" y="1136"/>
                    </a:lnTo>
                    <a:lnTo>
                      <a:pt x="1050" y="430"/>
                    </a:lnTo>
                    <a:lnTo>
                      <a:pt x="1281" y="430"/>
                    </a:lnTo>
                    <a:lnTo>
                      <a:pt x="1387" y="767"/>
                    </a:lnTo>
                    <a:lnTo>
                      <a:pt x="1489" y="430"/>
                    </a:lnTo>
                    <a:lnTo>
                      <a:pt x="1715" y="430"/>
                    </a:lnTo>
                    <a:lnTo>
                      <a:pt x="1503" y="1127"/>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17" name="Freeform 16">
                <a:extLst>
                  <a:ext uri="{FF2B5EF4-FFF2-40B4-BE49-F238E27FC236}">
                    <a16:creationId xmlns:a16="http://schemas.microsoft.com/office/drawing/2014/main" id="{CC481843-8BD3-B44C-9129-7DD52746EE9B}"/>
                  </a:ext>
                </a:extLst>
              </p:cNvPr>
              <p:cNvSpPr>
                <a:spLocks noChangeArrowheads="1"/>
              </p:cNvSpPr>
              <p:nvPr/>
            </p:nvSpPr>
            <p:spPr bwMode="auto">
              <a:xfrm>
                <a:off x="3581441" y="696666"/>
                <a:ext cx="375564" cy="362437"/>
              </a:xfrm>
              <a:custGeom>
                <a:avLst/>
                <a:gdLst>
                  <a:gd name="T0" fmla="*/ 315 w 2272"/>
                  <a:gd name="T1" fmla="*/ 957 h 2191"/>
                  <a:gd name="T2" fmla="*/ 0 w 2272"/>
                  <a:gd name="T3" fmla="*/ 957 h 2191"/>
                  <a:gd name="T4" fmla="*/ 361 w 2272"/>
                  <a:gd name="T5" fmla="*/ 5 h 2191"/>
                  <a:gd name="T6" fmla="*/ 675 w 2272"/>
                  <a:gd name="T7" fmla="*/ 5 h 2191"/>
                  <a:gd name="T8" fmla="*/ 380 w 2272"/>
                  <a:gd name="T9" fmla="*/ 767 h 2191"/>
                  <a:gd name="T10" fmla="*/ 453 w 2272"/>
                  <a:gd name="T11" fmla="*/ 767 h 2191"/>
                  <a:gd name="T12" fmla="*/ 509 w 2272"/>
                  <a:gd name="T13" fmla="*/ 647 h 2191"/>
                  <a:gd name="T14" fmla="*/ 823 w 2272"/>
                  <a:gd name="T15" fmla="*/ 647 h 2191"/>
                  <a:gd name="T16" fmla="*/ 463 w 2272"/>
                  <a:gd name="T17" fmla="*/ 1492 h 2191"/>
                  <a:gd name="T18" fmla="*/ 754 w 2272"/>
                  <a:gd name="T19" fmla="*/ 1492 h 2191"/>
                  <a:gd name="T20" fmla="*/ 754 w 2272"/>
                  <a:gd name="T21" fmla="*/ 1677 h 2191"/>
                  <a:gd name="T22" fmla="*/ 366 w 2272"/>
                  <a:gd name="T23" fmla="*/ 1677 h 2191"/>
                  <a:gd name="T24" fmla="*/ 65 w 2272"/>
                  <a:gd name="T25" fmla="*/ 1677 h 2191"/>
                  <a:gd name="T26" fmla="*/ 375 w 2272"/>
                  <a:gd name="T27" fmla="*/ 957 h 2191"/>
                  <a:gd name="T28" fmla="*/ 315 w 2272"/>
                  <a:gd name="T29" fmla="*/ 957 h 2191"/>
                  <a:gd name="T30" fmla="*/ 763 w 2272"/>
                  <a:gd name="T31" fmla="*/ 1954 h 2191"/>
                  <a:gd name="T32" fmla="*/ 763 w 2272"/>
                  <a:gd name="T33" fmla="*/ 2130 h 2191"/>
                  <a:gd name="T34" fmla="*/ 84 w 2272"/>
                  <a:gd name="T35" fmla="*/ 2130 h 2191"/>
                  <a:gd name="T36" fmla="*/ 84 w 2272"/>
                  <a:gd name="T37" fmla="*/ 1954 h 2191"/>
                  <a:gd name="T38" fmla="*/ 763 w 2272"/>
                  <a:gd name="T39" fmla="*/ 1954 h 2191"/>
                  <a:gd name="T40" fmla="*/ 1831 w 2272"/>
                  <a:gd name="T41" fmla="*/ 1205 h 2191"/>
                  <a:gd name="T42" fmla="*/ 1614 w 2272"/>
                  <a:gd name="T43" fmla="*/ 994 h 2191"/>
                  <a:gd name="T44" fmla="*/ 1355 w 2272"/>
                  <a:gd name="T45" fmla="*/ 1205 h 2191"/>
                  <a:gd name="T46" fmla="*/ 884 w 2272"/>
                  <a:gd name="T47" fmla="*/ 1205 h 2191"/>
                  <a:gd name="T48" fmla="*/ 1392 w 2272"/>
                  <a:gd name="T49" fmla="*/ 781 h 2191"/>
                  <a:gd name="T50" fmla="*/ 1212 w 2272"/>
                  <a:gd name="T51" fmla="*/ 587 h 2191"/>
                  <a:gd name="T52" fmla="*/ 1179 w 2272"/>
                  <a:gd name="T53" fmla="*/ 684 h 2191"/>
                  <a:gd name="T54" fmla="*/ 842 w 2272"/>
                  <a:gd name="T55" fmla="*/ 684 h 2191"/>
                  <a:gd name="T56" fmla="*/ 1082 w 2272"/>
                  <a:gd name="T57" fmla="*/ 0 h 2191"/>
                  <a:gd name="T58" fmla="*/ 1420 w 2272"/>
                  <a:gd name="T59" fmla="*/ 0 h 2191"/>
                  <a:gd name="T60" fmla="*/ 1397 w 2272"/>
                  <a:gd name="T61" fmla="*/ 79 h 2191"/>
                  <a:gd name="T62" fmla="*/ 2174 w 2272"/>
                  <a:gd name="T63" fmla="*/ 79 h 2191"/>
                  <a:gd name="T64" fmla="*/ 2174 w 2272"/>
                  <a:gd name="T65" fmla="*/ 527 h 2191"/>
                  <a:gd name="T66" fmla="*/ 1864 w 2272"/>
                  <a:gd name="T67" fmla="*/ 795 h 2191"/>
                  <a:gd name="T68" fmla="*/ 2271 w 2272"/>
                  <a:gd name="T69" fmla="*/ 1205 h 2191"/>
                  <a:gd name="T70" fmla="*/ 1831 w 2272"/>
                  <a:gd name="T71" fmla="*/ 1205 h 2191"/>
                  <a:gd name="T72" fmla="*/ 934 w 2272"/>
                  <a:gd name="T73" fmla="*/ 2190 h 2191"/>
                  <a:gd name="T74" fmla="*/ 934 w 2272"/>
                  <a:gd name="T75" fmla="*/ 1303 h 2191"/>
                  <a:gd name="T76" fmla="*/ 2206 w 2272"/>
                  <a:gd name="T77" fmla="*/ 1303 h 2191"/>
                  <a:gd name="T78" fmla="*/ 2206 w 2272"/>
                  <a:gd name="T79" fmla="*/ 2190 h 2191"/>
                  <a:gd name="T80" fmla="*/ 934 w 2272"/>
                  <a:gd name="T81" fmla="*/ 2190 h 2191"/>
                  <a:gd name="T82" fmla="*/ 1522 w 2272"/>
                  <a:gd name="T83" fmla="*/ 467 h 2191"/>
                  <a:gd name="T84" fmla="*/ 1646 w 2272"/>
                  <a:gd name="T85" fmla="*/ 592 h 2191"/>
                  <a:gd name="T86" fmla="*/ 1892 w 2272"/>
                  <a:gd name="T87" fmla="*/ 379 h 2191"/>
                  <a:gd name="T88" fmla="*/ 1892 w 2272"/>
                  <a:gd name="T89" fmla="*/ 254 h 2191"/>
                  <a:gd name="T90" fmla="*/ 1332 w 2272"/>
                  <a:gd name="T91" fmla="*/ 254 h 2191"/>
                  <a:gd name="T92" fmla="*/ 1253 w 2272"/>
                  <a:gd name="T93" fmla="*/ 467 h 2191"/>
                  <a:gd name="T94" fmla="*/ 1522 w 2272"/>
                  <a:gd name="T95" fmla="*/ 467 h 2191"/>
                  <a:gd name="T96" fmla="*/ 1277 w 2272"/>
                  <a:gd name="T97" fmla="*/ 1478 h 2191"/>
                  <a:gd name="T98" fmla="*/ 1277 w 2272"/>
                  <a:gd name="T99" fmla="*/ 2014 h 2191"/>
                  <a:gd name="T100" fmla="*/ 1864 w 2272"/>
                  <a:gd name="T101" fmla="*/ 2014 h 2191"/>
                  <a:gd name="T102" fmla="*/ 1864 w 2272"/>
                  <a:gd name="T103" fmla="*/ 1478 h 2191"/>
                  <a:gd name="T104" fmla="*/ 1277 w 2272"/>
                  <a:gd name="T105" fmla="*/ 1478 h 2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272" h="2191">
                    <a:moveTo>
                      <a:pt x="315" y="957"/>
                    </a:moveTo>
                    <a:lnTo>
                      <a:pt x="0" y="957"/>
                    </a:lnTo>
                    <a:lnTo>
                      <a:pt x="361" y="5"/>
                    </a:lnTo>
                    <a:lnTo>
                      <a:pt x="675" y="5"/>
                    </a:lnTo>
                    <a:lnTo>
                      <a:pt x="380" y="767"/>
                    </a:lnTo>
                    <a:lnTo>
                      <a:pt x="453" y="767"/>
                    </a:lnTo>
                    <a:lnTo>
                      <a:pt x="509" y="647"/>
                    </a:lnTo>
                    <a:lnTo>
                      <a:pt x="823" y="647"/>
                    </a:lnTo>
                    <a:lnTo>
                      <a:pt x="463" y="1492"/>
                    </a:lnTo>
                    <a:lnTo>
                      <a:pt x="754" y="1492"/>
                    </a:lnTo>
                    <a:lnTo>
                      <a:pt x="754" y="1677"/>
                    </a:lnTo>
                    <a:lnTo>
                      <a:pt x="366" y="1677"/>
                    </a:lnTo>
                    <a:lnTo>
                      <a:pt x="65" y="1677"/>
                    </a:lnTo>
                    <a:lnTo>
                      <a:pt x="375" y="957"/>
                    </a:lnTo>
                    <a:lnTo>
                      <a:pt x="315" y="957"/>
                    </a:lnTo>
                    <a:close/>
                    <a:moveTo>
                      <a:pt x="763" y="1954"/>
                    </a:moveTo>
                    <a:lnTo>
                      <a:pt x="763" y="2130"/>
                    </a:lnTo>
                    <a:lnTo>
                      <a:pt x="84" y="2130"/>
                    </a:lnTo>
                    <a:lnTo>
                      <a:pt x="84" y="1954"/>
                    </a:lnTo>
                    <a:lnTo>
                      <a:pt x="763" y="1954"/>
                    </a:lnTo>
                    <a:close/>
                    <a:moveTo>
                      <a:pt x="1831" y="1205"/>
                    </a:moveTo>
                    <a:lnTo>
                      <a:pt x="1614" y="994"/>
                    </a:lnTo>
                    <a:lnTo>
                      <a:pt x="1355" y="1205"/>
                    </a:lnTo>
                    <a:lnTo>
                      <a:pt x="884" y="1205"/>
                    </a:lnTo>
                    <a:lnTo>
                      <a:pt x="1392" y="781"/>
                    </a:lnTo>
                    <a:lnTo>
                      <a:pt x="1212" y="587"/>
                    </a:lnTo>
                    <a:lnTo>
                      <a:pt x="1179" y="684"/>
                    </a:lnTo>
                    <a:lnTo>
                      <a:pt x="842" y="684"/>
                    </a:lnTo>
                    <a:lnTo>
                      <a:pt x="1082" y="0"/>
                    </a:lnTo>
                    <a:lnTo>
                      <a:pt x="1420" y="0"/>
                    </a:lnTo>
                    <a:lnTo>
                      <a:pt x="1397" y="79"/>
                    </a:lnTo>
                    <a:lnTo>
                      <a:pt x="2174" y="79"/>
                    </a:lnTo>
                    <a:lnTo>
                      <a:pt x="2174" y="527"/>
                    </a:lnTo>
                    <a:lnTo>
                      <a:pt x="1864" y="795"/>
                    </a:lnTo>
                    <a:lnTo>
                      <a:pt x="2271" y="1205"/>
                    </a:lnTo>
                    <a:lnTo>
                      <a:pt x="1831" y="1205"/>
                    </a:lnTo>
                    <a:close/>
                    <a:moveTo>
                      <a:pt x="934" y="2190"/>
                    </a:moveTo>
                    <a:lnTo>
                      <a:pt x="934" y="1303"/>
                    </a:lnTo>
                    <a:lnTo>
                      <a:pt x="2206" y="1303"/>
                    </a:lnTo>
                    <a:lnTo>
                      <a:pt x="2206" y="2190"/>
                    </a:lnTo>
                    <a:lnTo>
                      <a:pt x="934" y="2190"/>
                    </a:lnTo>
                    <a:close/>
                    <a:moveTo>
                      <a:pt x="1522" y="467"/>
                    </a:moveTo>
                    <a:lnTo>
                      <a:pt x="1646" y="592"/>
                    </a:lnTo>
                    <a:lnTo>
                      <a:pt x="1892" y="379"/>
                    </a:lnTo>
                    <a:lnTo>
                      <a:pt x="1892" y="254"/>
                    </a:lnTo>
                    <a:lnTo>
                      <a:pt x="1332" y="254"/>
                    </a:lnTo>
                    <a:lnTo>
                      <a:pt x="1253" y="467"/>
                    </a:lnTo>
                    <a:lnTo>
                      <a:pt x="1522" y="467"/>
                    </a:lnTo>
                    <a:close/>
                    <a:moveTo>
                      <a:pt x="1277" y="1478"/>
                    </a:moveTo>
                    <a:lnTo>
                      <a:pt x="1277" y="2014"/>
                    </a:lnTo>
                    <a:lnTo>
                      <a:pt x="1864" y="2014"/>
                    </a:lnTo>
                    <a:lnTo>
                      <a:pt x="1864" y="1478"/>
                    </a:lnTo>
                    <a:lnTo>
                      <a:pt x="1277" y="1478"/>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18" name="Freeform 17">
                <a:extLst>
                  <a:ext uri="{FF2B5EF4-FFF2-40B4-BE49-F238E27FC236}">
                    <a16:creationId xmlns:a16="http://schemas.microsoft.com/office/drawing/2014/main" id="{1BF5661B-2AA7-7048-834E-17B9B91BE076}"/>
                  </a:ext>
                </a:extLst>
              </p:cNvPr>
              <p:cNvSpPr>
                <a:spLocks noChangeArrowheads="1"/>
              </p:cNvSpPr>
              <p:nvPr/>
            </p:nvSpPr>
            <p:spPr bwMode="auto">
              <a:xfrm>
                <a:off x="3982528" y="697395"/>
                <a:ext cx="362437" cy="363166"/>
              </a:xfrm>
              <a:custGeom>
                <a:avLst/>
                <a:gdLst>
                  <a:gd name="T0" fmla="*/ 1244 w 2193"/>
                  <a:gd name="T1" fmla="*/ 1012 h 2195"/>
                  <a:gd name="T2" fmla="*/ 934 w 2193"/>
                  <a:gd name="T3" fmla="*/ 1589 h 2195"/>
                  <a:gd name="T4" fmla="*/ 1249 w 2193"/>
                  <a:gd name="T5" fmla="*/ 1764 h 2195"/>
                  <a:gd name="T6" fmla="*/ 925 w 2193"/>
                  <a:gd name="T7" fmla="*/ 2194 h 2195"/>
                  <a:gd name="T8" fmla="*/ 439 w 2193"/>
                  <a:gd name="T9" fmla="*/ 2032 h 2195"/>
                  <a:gd name="T10" fmla="*/ 597 w 2193"/>
                  <a:gd name="T11" fmla="*/ 1764 h 2195"/>
                  <a:gd name="T12" fmla="*/ 65 w 2193"/>
                  <a:gd name="T13" fmla="*/ 1589 h 2195"/>
                  <a:gd name="T14" fmla="*/ 856 w 2193"/>
                  <a:gd name="T15" fmla="*/ 1187 h 2195"/>
                  <a:gd name="T16" fmla="*/ 292 w 2193"/>
                  <a:gd name="T17" fmla="*/ 1455 h 2195"/>
                  <a:gd name="T18" fmla="*/ 167 w 2193"/>
                  <a:gd name="T19" fmla="*/ 1187 h 2195"/>
                  <a:gd name="T20" fmla="*/ 65 w 2193"/>
                  <a:gd name="T21" fmla="*/ 1012 h 2195"/>
                  <a:gd name="T22" fmla="*/ 361 w 2193"/>
                  <a:gd name="T23" fmla="*/ 809 h 2195"/>
                  <a:gd name="T24" fmla="*/ 56 w 2193"/>
                  <a:gd name="T25" fmla="*/ 628 h 2195"/>
                  <a:gd name="T26" fmla="*/ 366 w 2193"/>
                  <a:gd name="T27" fmla="*/ 319 h 2195"/>
                  <a:gd name="T28" fmla="*/ 125 w 2193"/>
                  <a:gd name="T29" fmla="*/ 148 h 2195"/>
                  <a:gd name="T30" fmla="*/ 366 w 2193"/>
                  <a:gd name="T31" fmla="*/ 0 h 2195"/>
                  <a:gd name="T32" fmla="*/ 680 w 2193"/>
                  <a:gd name="T33" fmla="*/ 148 h 2195"/>
                  <a:gd name="T34" fmla="*/ 934 w 2193"/>
                  <a:gd name="T35" fmla="*/ 319 h 2195"/>
                  <a:gd name="T36" fmla="*/ 680 w 2193"/>
                  <a:gd name="T37" fmla="*/ 628 h 2195"/>
                  <a:gd name="T38" fmla="*/ 1022 w 2193"/>
                  <a:gd name="T39" fmla="*/ 64 h 2195"/>
                  <a:gd name="T40" fmla="*/ 1115 w 2193"/>
                  <a:gd name="T41" fmla="*/ 628 h 2195"/>
                  <a:gd name="T42" fmla="*/ 1244 w 2193"/>
                  <a:gd name="T43" fmla="*/ 809 h 2195"/>
                  <a:gd name="T44" fmla="*/ 546 w 2193"/>
                  <a:gd name="T45" fmla="*/ 1012 h 2195"/>
                  <a:gd name="T46" fmla="*/ 1683 w 2193"/>
                  <a:gd name="T47" fmla="*/ 0 h 2195"/>
                  <a:gd name="T48" fmla="*/ 2183 w 2193"/>
                  <a:gd name="T49" fmla="*/ 115 h 2195"/>
                  <a:gd name="T50" fmla="*/ 2113 w 2193"/>
                  <a:gd name="T51" fmla="*/ 291 h 2195"/>
                  <a:gd name="T52" fmla="*/ 1868 w 2193"/>
                  <a:gd name="T53" fmla="*/ 1427 h 2195"/>
                  <a:gd name="T54" fmla="*/ 1836 w 2193"/>
                  <a:gd name="T55" fmla="*/ 2194 h 2195"/>
                  <a:gd name="T56" fmla="*/ 1535 w 2193"/>
                  <a:gd name="T57" fmla="*/ 2194 h 2195"/>
                  <a:gd name="T58" fmla="*/ 1489 w 2193"/>
                  <a:gd name="T59" fmla="*/ 1445 h 2195"/>
                  <a:gd name="T60" fmla="*/ 1632 w 2193"/>
                  <a:gd name="T61" fmla="*/ 1104 h 2195"/>
                  <a:gd name="T62" fmla="*/ 1771 w 2193"/>
                  <a:gd name="T63" fmla="*/ 291 h 2195"/>
                  <a:gd name="T64" fmla="*/ 1614 w 2193"/>
                  <a:gd name="T65" fmla="*/ 975 h 2195"/>
                  <a:gd name="T66" fmla="*/ 1360 w 2193"/>
                  <a:gd name="T67" fmla="*/ 0 h 2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193" h="2195">
                    <a:moveTo>
                      <a:pt x="546" y="1012"/>
                    </a:moveTo>
                    <a:lnTo>
                      <a:pt x="1244" y="1012"/>
                    </a:lnTo>
                    <a:lnTo>
                      <a:pt x="1244" y="1187"/>
                    </a:lnTo>
                    <a:lnTo>
                      <a:pt x="934" y="1589"/>
                    </a:lnTo>
                    <a:lnTo>
                      <a:pt x="1249" y="1589"/>
                    </a:lnTo>
                    <a:lnTo>
                      <a:pt x="1249" y="1764"/>
                    </a:lnTo>
                    <a:lnTo>
                      <a:pt x="925" y="1764"/>
                    </a:lnTo>
                    <a:lnTo>
                      <a:pt x="925" y="2194"/>
                    </a:lnTo>
                    <a:lnTo>
                      <a:pt x="439" y="2194"/>
                    </a:lnTo>
                    <a:lnTo>
                      <a:pt x="439" y="2032"/>
                    </a:lnTo>
                    <a:lnTo>
                      <a:pt x="597" y="2032"/>
                    </a:lnTo>
                    <a:lnTo>
                      <a:pt x="597" y="1764"/>
                    </a:lnTo>
                    <a:lnTo>
                      <a:pt x="65" y="1764"/>
                    </a:lnTo>
                    <a:lnTo>
                      <a:pt x="65" y="1589"/>
                    </a:lnTo>
                    <a:lnTo>
                      <a:pt x="537" y="1589"/>
                    </a:lnTo>
                    <a:lnTo>
                      <a:pt x="856" y="1187"/>
                    </a:lnTo>
                    <a:lnTo>
                      <a:pt x="453" y="1187"/>
                    </a:lnTo>
                    <a:lnTo>
                      <a:pt x="292" y="1455"/>
                    </a:lnTo>
                    <a:lnTo>
                      <a:pt x="0" y="1455"/>
                    </a:lnTo>
                    <a:lnTo>
                      <a:pt x="167" y="1187"/>
                    </a:lnTo>
                    <a:lnTo>
                      <a:pt x="65" y="1187"/>
                    </a:lnTo>
                    <a:lnTo>
                      <a:pt x="65" y="1012"/>
                    </a:lnTo>
                    <a:lnTo>
                      <a:pt x="255" y="1012"/>
                    </a:lnTo>
                    <a:lnTo>
                      <a:pt x="361" y="809"/>
                    </a:lnTo>
                    <a:lnTo>
                      <a:pt x="56" y="809"/>
                    </a:lnTo>
                    <a:lnTo>
                      <a:pt x="56" y="628"/>
                    </a:lnTo>
                    <a:lnTo>
                      <a:pt x="366" y="628"/>
                    </a:lnTo>
                    <a:lnTo>
                      <a:pt x="366" y="319"/>
                    </a:lnTo>
                    <a:lnTo>
                      <a:pt x="125" y="319"/>
                    </a:lnTo>
                    <a:lnTo>
                      <a:pt x="125" y="148"/>
                    </a:lnTo>
                    <a:lnTo>
                      <a:pt x="366" y="148"/>
                    </a:lnTo>
                    <a:lnTo>
                      <a:pt x="366" y="0"/>
                    </a:lnTo>
                    <a:lnTo>
                      <a:pt x="680" y="0"/>
                    </a:lnTo>
                    <a:lnTo>
                      <a:pt x="680" y="148"/>
                    </a:lnTo>
                    <a:lnTo>
                      <a:pt x="934" y="148"/>
                    </a:lnTo>
                    <a:lnTo>
                      <a:pt x="934" y="319"/>
                    </a:lnTo>
                    <a:lnTo>
                      <a:pt x="680" y="319"/>
                    </a:lnTo>
                    <a:lnTo>
                      <a:pt x="680" y="628"/>
                    </a:lnTo>
                    <a:lnTo>
                      <a:pt x="846" y="628"/>
                    </a:lnTo>
                    <a:lnTo>
                      <a:pt x="1022" y="64"/>
                    </a:lnTo>
                    <a:lnTo>
                      <a:pt x="1272" y="64"/>
                    </a:lnTo>
                    <a:lnTo>
                      <a:pt x="1115" y="628"/>
                    </a:lnTo>
                    <a:lnTo>
                      <a:pt x="1244" y="628"/>
                    </a:lnTo>
                    <a:lnTo>
                      <a:pt x="1244" y="809"/>
                    </a:lnTo>
                    <a:lnTo>
                      <a:pt x="652" y="809"/>
                    </a:lnTo>
                    <a:lnTo>
                      <a:pt x="546" y="1012"/>
                    </a:lnTo>
                    <a:close/>
                    <a:moveTo>
                      <a:pt x="1360" y="0"/>
                    </a:moveTo>
                    <a:lnTo>
                      <a:pt x="1683" y="0"/>
                    </a:lnTo>
                    <a:lnTo>
                      <a:pt x="1679" y="115"/>
                    </a:lnTo>
                    <a:lnTo>
                      <a:pt x="2183" y="115"/>
                    </a:lnTo>
                    <a:lnTo>
                      <a:pt x="2183" y="291"/>
                    </a:lnTo>
                    <a:lnTo>
                      <a:pt x="2113" y="291"/>
                    </a:lnTo>
                    <a:lnTo>
                      <a:pt x="2113" y="739"/>
                    </a:lnTo>
                    <a:lnTo>
                      <a:pt x="1868" y="1427"/>
                    </a:lnTo>
                    <a:lnTo>
                      <a:pt x="2192" y="2194"/>
                    </a:lnTo>
                    <a:lnTo>
                      <a:pt x="1836" y="2194"/>
                    </a:lnTo>
                    <a:lnTo>
                      <a:pt x="1683" y="1834"/>
                    </a:lnTo>
                    <a:lnTo>
                      <a:pt x="1535" y="2194"/>
                    </a:lnTo>
                    <a:lnTo>
                      <a:pt x="1175" y="2194"/>
                    </a:lnTo>
                    <a:lnTo>
                      <a:pt x="1489" y="1445"/>
                    </a:lnTo>
                    <a:lnTo>
                      <a:pt x="1355" y="1104"/>
                    </a:lnTo>
                    <a:lnTo>
                      <a:pt x="1632" y="1104"/>
                    </a:lnTo>
                    <a:lnTo>
                      <a:pt x="1771" y="698"/>
                    </a:lnTo>
                    <a:lnTo>
                      <a:pt x="1771" y="291"/>
                    </a:lnTo>
                    <a:lnTo>
                      <a:pt x="1669" y="291"/>
                    </a:lnTo>
                    <a:lnTo>
                      <a:pt x="1614" y="975"/>
                    </a:lnTo>
                    <a:lnTo>
                      <a:pt x="1281" y="975"/>
                    </a:lnTo>
                    <a:lnTo>
                      <a:pt x="1360" y="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19" name="Freeform 18">
                <a:extLst>
                  <a:ext uri="{FF2B5EF4-FFF2-40B4-BE49-F238E27FC236}">
                    <a16:creationId xmlns:a16="http://schemas.microsoft.com/office/drawing/2014/main" id="{520B1655-B78A-3F4A-ADE4-43A6AB333698}"/>
                  </a:ext>
                </a:extLst>
              </p:cNvPr>
              <p:cNvSpPr>
                <a:spLocks noChangeArrowheads="1"/>
              </p:cNvSpPr>
              <p:nvPr/>
            </p:nvSpPr>
            <p:spPr bwMode="auto">
              <a:xfrm>
                <a:off x="4374864" y="702500"/>
                <a:ext cx="369000" cy="355874"/>
              </a:xfrm>
              <a:custGeom>
                <a:avLst/>
                <a:gdLst>
                  <a:gd name="T0" fmla="*/ 1447 w 2230"/>
                  <a:gd name="T1" fmla="*/ 1118 h 2150"/>
                  <a:gd name="T2" fmla="*/ 2229 w 2230"/>
                  <a:gd name="T3" fmla="*/ 1405 h 2150"/>
                  <a:gd name="T4" fmla="*/ 1545 w 2230"/>
                  <a:gd name="T5" fmla="*/ 1405 h 2150"/>
                  <a:gd name="T6" fmla="*/ 1078 w 2230"/>
                  <a:gd name="T7" fmla="*/ 1252 h 2150"/>
                  <a:gd name="T8" fmla="*/ 652 w 2230"/>
                  <a:gd name="T9" fmla="*/ 1405 h 2150"/>
                  <a:gd name="T10" fmla="*/ 0 w 2230"/>
                  <a:gd name="T11" fmla="*/ 1405 h 2150"/>
                  <a:gd name="T12" fmla="*/ 726 w 2230"/>
                  <a:gd name="T13" fmla="*/ 1137 h 2150"/>
                  <a:gd name="T14" fmla="*/ 222 w 2230"/>
                  <a:gd name="T15" fmla="*/ 976 h 2150"/>
                  <a:gd name="T16" fmla="*/ 361 w 2230"/>
                  <a:gd name="T17" fmla="*/ 745 h 2150"/>
                  <a:gd name="T18" fmla="*/ 88 w 2230"/>
                  <a:gd name="T19" fmla="*/ 745 h 2150"/>
                  <a:gd name="T20" fmla="*/ 88 w 2230"/>
                  <a:gd name="T21" fmla="*/ 583 h 2150"/>
                  <a:gd name="T22" fmla="*/ 467 w 2230"/>
                  <a:gd name="T23" fmla="*/ 583 h 2150"/>
                  <a:gd name="T24" fmla="*/ 550 w 2230"/>
                  <a:gd name="T25" fmla="*/ 444 h 2150"/>
                  <a:gd name="T26" fmla="*/ 902 w 2230"/>
                  <a:gd name="T27" fmla="*/ 444 h 2150"/>
                  <a:gd name="T28" fmla="*/ 823 w 2230"/>
                  <a:gd name="T29" fmla="*/ 583 h 2150"/>
                  <a:gd name="T30" fmla="*/ 2146 w 2230"/>
                  <a:gd name="T31" fmla="*/ 583 h 2150"/>
                  <a:gd name="T32" fmla="*/ 2146 w 2230"/>
                  <a:gd name="T33" fmla="*/ 745 h 2150"/>
                  <a:gd name="T34" fmla="*/ 1910 w 2230"/>
                  <a:gd name="T35" fmla="*/ 745 h 2150"/>
                  <a:gd name="T36" fmla="*/ 1910 w 2230"/>
                  <a:gd name="T37" fmla="*/ 957 h 2150"/>
                  <a:gd name="T38" fmla="*/ 1447 w 2230"/>
                  <a:gd name="T39" fmla="*/ 1118 h 2150"/>
                  <a:gd name="T40" fmla="*/ 56 w 2230"/>
                  <a:gd name="T41" fmla="*/ 2126 h 2150"/>
                  <a:gd name="T42" fmla="*/ 426 w 2230"/>
                  <a:gd name="T43" fmla="*/ 1733 h 2150"/>
                  <a:gd name="T44" fmla="*/ 819 w 2230"/>
                  <a:gd name="T45" fmla="*/ 1733 h 2150"/>
                  <a:gd name="T46" fmla="*/ 463 w 2230"/>
                  <a:gd name="T47" fmla="*/ 2126 h 2150"/>
                  <a:gd name="T48" fmla="*/ 56 w 2230"/>
                  <a:gd name="T49" fmla="*/ 2126 h 2150"/>
                  <a:gd name="T50" fmla="*/ 1817 w 2230"/>
                  <a:gd name="T51" fmla="*/ 490 h 2150"/>
                  <a:gd name="T52" fmla="*/ 1817 w 2230"/>
                  <a:gd name="T53" fmla="*/ 292 h 2150"/>
                  <a:gd name="T54" fmla="*/ 412 w 2230"/>
                  <a:gd name="T55" fmla="*/ 292 h 2150"/>
                  <a:gd name="T56" fmla="*/ 412 w 2230"/>
                  <a:gd name="T57" fmla="*/ 490 h 2150"/>
                  <a:gd name="T58" fmla="*/ 88 w 2230"/>
                  <a:gd name="T59" fmla="*/ 490 h 2150"/>
                  <a:gd name="T60" fmla="*/ 88 w 2230"/>
                  <a:gd name="T61" fmla="*/ 121 h 2150"/>
                  <a:gd name="T62" fmla="*/ 925 w 2230"/>
                  <a:gd name="T63" fmla="*/ 121 h 2150"/>
                  <a:gd name="T64" fmla="*/ 925 w 2230"/>
                  <a:gd name="T65" fmla="*/ 0 h 2150"/>
                  <a:gd name="T66" fmla="*/ 1290 w 2230"/>
                  <a:gd name="T67" fmla="*/ 0 h 2150"/>
                  <a:gd name="T68" fmla="*/ 1290 w 2230"/>
                  <a:gd name="T69" fmla="*/ 121 h 2150"/>
                  <a:gd name="T70" fmla="*/ 2146 w 2230"/>
                  <a:gd name="T71" fmla="*/ 121 h 2150"/>
                  <a:gd name="T72" fmla="*/ 2146 w 2230"/>
                  <a:gd name="T73" fmla="*/ 490 h 2150"/>
                  <a:gd name="T74" fmla="*/ 1817 w 2230"/>
                  <a:gd name="T75" fmla="*/ 490 h 2150"/>
                  <a:gd name="T76" fmla="*/ 1281 w 2230"/>
                  <a:gd name="T77" fmla="*/ 1368 h 2150"/>
                  <a:gd name="T78" fmla="*/ 1281 w 2230"/>
                  <a:gd name="T79" fmla="*/ 1497 h 2150"/>
                  <a:gd name="T80" fmla="*/ 2146 w 2230"/>
                  <a:gd name="T81" fmla="*/ 1497 h 2150"/>
                  <a:gd name="T82" fmla="*/ 2146 w 2230"/>
                  <a:gd name="T83" fmla="*/ 1668 h 2150"/>
                  <a:gd name="T84" fmla="*/ 1281 w 2230"/>
                  <a:gd name="T85" fmla="*/ 1668 h 2150"/>
                  <a:gd name="T86" fmla="*/ 1281 w 2230"/>
                  <a:gd name="T87" fmla="*/ 2149 h 2150"/>
                  <a:gd name="T88" fmla="*/ 944 w 2230"/>
                  <a:gd name="T89" fmla="*/ 2149 h 2150"/>
                  <a:gd name="T90" fmla="*/ 944 w 2230"/>
                  <a:gd name="T91" fmla="*/ 1668 h 2150"/>
                  <a:gd name="T92" fmla="*/ 88 w 2230"/>
                  <a:gd name="T93" fmla="*/ 1668 h 2150"/>
                  <a:gd name="T94" fmla="*/ 88 w 2230"/>
                  <a:gd name="T95" fmla="*/ 1497 h 2150"/>
                  <a:gd name="T96" fmla="*/ 944 w 2230"/>
                  <a:gd name="T97" fmla="*/ 1497 h 2150"/>
                  <a:gd name="T98" fmla="*/ 944 w 2230"/>
                  <a:gd name="T99" fmla="*/ 1368 h 2150"/>
                  <a:gd name="T100" fmla="*/ 1281 w 2230"/>
                  <a:gd name="T101" fmla="*/ 1368 h 2150"/>
                  <a:gd name="T102" fmla="*/ 1115 w 2230"/>
                  <a:gd name="T103" fmla="*/ 999 h 2150"/>
                  <a:gd name="T104" fmla="*/ 1568 w 2230"/>
                  <a:gd name="T105" fmla="*/ 832 h 2150"/>
                  <a:gd name="T106" fmla="*/ 1568 w 2230"/>
                  <a:gd name="T107" fmla="*/ 745 h 2150"/>
                  <a:gd name="T108" fmla="*/ 726 w 2230"/>
                  <a:gd name="T109" fmla="*/ 745 h 2150"/>
                  <a:gd name="T110" fmla="*/ 675 w 2230"/>
                  <a:gd name="T111" fmla="*/ 837 h 2150"/>
                  <a:gd name="T112" fmla="*/ 1115 w 2230"/>
                  <a:gd name="T113" fmla="*/ 999 h 2150"/>
                  <a:gd name="T114" fmla="*/ 2192 w 2230"/>
                  <a:gd name="T115" fmla="*/ 2126 h 2150"/>
                  <a:gd name="T116" fmla="*/ 1776 w 2230"/>
                  <a:gd name="T117" fmla="*/ 2126 h 2150"/>
                  <a:gd name="T118" fmla="*/ 1420 w 2230"/>
                  <a:gd name="T119" fmla="*/ 1733 h 2150"/>
                  <a:gd name="T120" fmla="*/ 1827 w 2230"/>
                  <a:gd name="T121" fmla="*/ 1733 h 2150"/>
                  <a:gd name="T122" fmla="*/ 2192 w 2230"/>
                  <a:gd name="T123" fmla="*/ 2126 h 2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230" h="2150">
                    <a:moveTo>
                      <a:pt x="1447" y="1118"/>
                    </a:moveTo>
                    <a:lnTo>
                      <a:pt x="2229" y="1405"/>
                    </a:lnTo>
                    <a:lnTo>
                      <a:pt x="1545" y="1405"/>
                    </a:lnTo>
                    <a:lnTo>
                      <a:pt x="1078" y="1252"/>
                    </a:lnTo>
                    <a:lnTo>
                      <a:pt x="652" y="1405"/>
                    </a:lnTo>
                    <a:lnTo>
                      <a:pt x="0" y="1405"/>
                    </a:lnTo>
                    <a:lnTo>
                      <a:pt x="726" y="1137"/>
                    </a:lnTo>
                    <a:lnTo>
                      <a:pt x="222" y="976"/>
                    </a:lnTo>
                    <a:lnTo>
                      <a:pt x="361" y="745"/>
                    </a:lnTo>
                    <a:lnTo>
                      <a:pt x="88" y="745"/>
                    </a:lnTo>
                    <a:lnTo>
                      <a:pt x="88" y="583"/>
                    </a:lnTo>
                    <a:lnTo>
                      <a:pt x="467" y="583"/>
                    </a:lnTo>
                    <a:lnTo>
                      <a:pt x="550" y="444"/>
                    </a:lnTo>
                    <a:lnTo>
                      <a:pt x="902" y="444"/>
                    </a:lnTo>
                    <a:lnTo>
                      <a:pt x="823" y="583"/>
                    </a:lnTo>
                    <a:lnTo>
                      <a:pt x="2146" y="583"/>
                    </a:lnTo>
                    <a:lnTo>
                      <a:pt x="2146" y="745"/>
                    </a:lnTo>
                    <a:lnTo>
                      <a:pt x="1910" y="745"/>
                    </a:lnTo>
                    <a:lnTo>
                      <a:pt x="1910" y="957"/>
                    </a:lnTo>
                    <a:lnTo>
                      <a:pt x="1447" y="1118"/>
                    </a:lnTo>
                    <a:close/>
                    <a:moveTo>
                      <a:pt x="56" y="2126"/>
                    </a:moveTo>
                    <a:lnTo>
                      <a:pt x="426" y="1733"/>
                    </a:lnTo>
                    <a:lnTo>
                      <a:pt x="819" y="1733"/>
                    </a:lnTo>
                    <a:lnTo>
                      <a:pt x="463" y="2126"/>
                    </a:lnTo>
                    <a:lnTo>
                      <a:pt x="56" y="2126"/>
                    </a:lnTo>
                    <a:close/>
                    <a:moveTo>
                      <a:pt x="1817" y="490"/>
                    </a:moveTo>
                    <a:lnTo>
                      <a:pt x="1817" y="292"/>
                    </a:lnTo>
                    <a:lnTo>
                      <a:pt x="412" y="292"/>
                    </a:lnTo>
                    <a:lnTo>
                      <a:pt x="412" y="490"/>
                    </a:lnTo>
                    <a:lnTo>
                      <a:pt x="88" y="490"/>
                    </a:lnTo>
                    <a:lnTo>
                      <a:pt x="88" y="121"/>
                    </a:lnTo>
                    <a:lnTo>
                      <a:pt x="925" y="121"/>
                    </a:lnTo>
                    <a:lnTo>
                      <a:pt x="925" y="0"/>
                    </a:lnTo>
                    <a:lnTo>
                      <a:pt x="1290" y="0"/>
                    </a:lnTo>
                    <a:lnTo>
                      <a:pt x="1290" y="121"/>
                    </a:lnTo>
                    <a:lnTo>
                      <a:pt x="2146" y="121"/>
                    </a:lnTo>
                    <a:lnTo>
                      <a:pt x="2146" y="490"/>
                    </a:lnTo>
                    <a:lnTo>
                      <a:pt x="1817" y="490"/>
                    </a:lnTo>
                    <a:close/>
                    <a:moveTo>
                      <a:pt x="1281" y="1368"/>
                    </a:moveTo>
                    <a:lnTo>
                      <a:pt x="1281" y="1497"/>
                    </a:lnTo>
                    <a:lnTo>
                      <a:pt x="2146" y="1497"/>
                    </a:lnTo>
                    <a:lnTo>
                      <a:pt x="2146" y="1668"/>
                    </a:lnTo>
                    <a:lnTo>
                      <a:pt x="1281" y="1668"/>
                    </a:lnTo>
                    <a:lnTo>
                      <a:pt x="1281" y="2149"/>
                    </a:lnTo>
                    <a:lnTo>
                      <a:pt x="944" y="2149"/>
                    </a:lnTo>
                    <a:lnTo>
                      <a:pt x="944" y="1668"/>
                    </a:lnTo>
                    <a:lnTo>
                      <a:pt x="88" y="1668"/>
                    </a:lnTo>
                    <a:lnTo>
                      <a:pt x="88" y="1497"/>
                    </a:lnTo>
                    <a:lnTo>
                      <a:pt x="944" y="1497"/>
                    </a:lnTo>
                    <a:lnTo>
                      <a:pt x="944" y="1368"/>
                    </a:lnTo>
                    <a:lnTo>
                      <a:pt x="1281" y="1368"/>
                    </a:lnTo>
                    <a:close/>
                    <a:moveTo>
                      <a:pt x="1115" y="999"/>
                    </a:moveTo>
                    <a:lnTo>
                      <a:pt x="1568" y="832"/>
                    </a:lnTo>
                    <a:lnTo>
                      <a:pt x="1568" y="745"/>
                    </a:lnTo>
                    <a:lnTo>
                      <a:pt x="726" y="745"/>
                    </a:lnTo>
                    <a:lnTo>
                      <a:pt x="675" y="837"/>
                    </a:lnTo>
                    <a:lnTo>
                      <a:pt x="1115" y="999"/>
                    </a:lnTo>
                    <a:close/>
                    <a:moveTo>
                      <a:pt x="2192" y="2126"/>
                    </a:moveTo>
                    <a:lnTo>
                      <a:pt x="1776" y="2126"/>
                    </a:lnTo>
                    <a:lnTo>
                      <a:pt x="1420" y="1733"/>
                    </a:lnTo>
                    <a:lnTo>
                      <a:pt x="1827" y="1733"/>
                    </a:lnTo>
                    <a:lnTo>
                      <a:pt x="2192" y="2126"/>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20" name="Freeform 19">
                <a:extLst>
                  <a:ext uri="{FF2B5EF4-FFF2-40B4-BE49-F238E27FC236}">
                    <a16:creationId xmlns:a16="http://schemas.microsoft.com/office/drawing/2014/main" id="{DA1AB818-CE52-9C47-874D-1AE276BE9F50}"/>
                  </a:ext>
                </a:extLst>
              </p:cNvPr>
              <p:cNvSpPr>
                <a:spLocks noChangeArrowheads="1"/>
              </p:cNvSpPr>
              <p:nvPr/>
            </p:nvSpPr>
            <p:spPr bwMode="auto">
              <a:xfrm>
                <a:off x="4758449" y="696666"/>
                <a:ext cx="376293" cy="364625"/>
              </a:xfrm>
              <a:custGeom>
                <a:avLst/>
                <a:gdLst>
                  <a:gd name="T0" fmla="*/ 615 w 2276"/>
                  <a:gd name="T1" fmla="*/ 943 h 2205"/>
                  <a:gd name="T2" fmla="*/ 897 w 2276"/>
                  <a:gd name="T3" fmla="*/ 1145 h 2205"/>
                  <a:gd name="T4" fmla="*/ 897 w 2276"/>
                  <a:gd name="T5" fmla="*/ 1548 h 2205"/>
                  <a:gd name="T6" fmla="*/ 583 w 2276"/>
                  <a:gd name="T7" fmla="*/ 1330 h 2205"/>
                  <a:gd name="T8" fmla="*/ 583 w 2276"/>
                  <a:gd name="T9" fmla="*/ 2204 h 2205"/>
                  <a:gd name="T10" fmla="*/ 241 w 2276"/>
                  <a:gd name="T11" fmla="*/ 2204 h 2205"/>
                  <a:gd name="T12" fmla="*/ 241 w 2276"/>
                  <a:gd name="T13" fmla="*/ 1478 h 2205"/>
                  <a:gd name="T14" fmla="*/ 0 w 2276"/>
                  <a:gd name="T15" fmla="*/ 1478 h 2205"/>
                  <a:gd name="T16" fmla="*/ 435 w 2276"/>
                  <a:gd name="T17" fmla="*/ 439 h 2205"/>
                  <a:gd name="T18" fmla="*/ 93 w 2276"/>
                  <a:gd name="T19" fmla="*/ 439 h 2205"/>
                  <a:gd name="T20" fmla="*/ 93 w 2276"/>
                  <a:gd name="T21" fmla="*/ 264 h 2205"/>
                  <a:gd name="T22" fmla="*/ 306 w 2276"/>
                  <a:gd name="T23" fmla="*/ 264 h 2205"/>
                  <a:gd name="T24" fmla="*/ 306 w 2276"/>
                  <a:gd name="T25" fmla="*/ 0 h 2205"/>
                  <a:gd name="T26" fmla="*/ 680 w 2276"/>
                  <a:gd name="T27" fmla="*/ 0 h 2205"/>
                  <a:gd name="T28" fmla="*/ 680 w 2276"/>
                  <a:gd name="T29" fmla="*/ 264 h 2205"/>
                  <a:gd name="T30" fmla="*/ 819 w 2276"/>
                  <a:gd name="T31" fmla="*/ 264 h 2205"/>
                  <a:gd name="T32" fmla="*/ 819 w 2276"/>
                  <a:gd name="T33" fmla="*/ 439 h 2205"/>
                  <a:gd name="T34" fmla="*/ 615 w 2276"/>
                  <a:gd name="T35" fmla="*/ 943 h 2205"/>
                  <a:gd name="T36" fmla="*/ 888 w 2276"/>
                  <a:gd name="T37" fmla="*/ 726 h 2205"/>
                  <a:gd name="T38" fmla="*/ 888 w 2276"/>
                  <a:gd name="T39" fmla="*/ 550 h 2205"/>
                  <a:gd name="T40" fmla="*/ 1360 w 2276"/>
                  <a:gd name="T41" fmla="*/ 550 h 2205"/>
                  <a:gd name="T42" fmla="*/ 1360 w 2276"/>
                  <a:gd name="T43" fmla="*/ 0 h 2205"/>
                  <a:gd name="T44" fmla="*/ 1702 w 2276"/>
                  <a:gd name="T45" fmla="*/ 0 h 2205"/>
                  <a:gd name="T46" fmla="*/ 1702 w 2276"/>
                  <a:gd name="T47" fmla="*/ 550 h 2205"/>
                  <a:gd name="T48" fmla="*/ 2178 w 2276"/>
                  <a:gd name="T49" fmla="*/ 550 h 2205"/>
                  <a:gd name="T50" fmla="*/ 2178 w 2276"/>
                  <a:gd name="T51" fmla="*/ 726 h 2205"/>
                  <a:gd name="T52" fmla="*/ 1702 w 2276"/>
                  <a:gd name="T53" fmla="*/ 726 h 2205"/>
                  <a:gd name="T54" fmla="*/ 1702 w 2276"/>
                  <a:gd name="T55" fmla="*/ 1996 h 2205"/>
                  <a:gd name="T56" fmla="*/ 2275 w 2276"/>
                  <a:gd name="T57" fmla="*/ 1996 h 2205"/>
                  <a:gd name="T58" fmla="*/ 2275 w 2276"/>
                  <a:gd name="T59" fmla="*/ 2172 h 2205"/>
                  <a:gd name="T60" fmla="*/ 763 w 2276"/>
                  <a:gd name="T61" fmla="*/ 2172 h 2205"/>
                  <a:gd name="T62" fmla="*/ 763 w 2276"/>
                  <a:gd name="T63" fmla="*/ 1996 h 2205"/>
                  <a:gd name="T64" fmla="*/ 1360 w 2276"/>
                  <a:gd name="T65" fmla="*/ 1996 h 2205"/>
                  <a:gd name="T66" fmla="*/ 1360 w 2276"/>
                  <a:gd name="T67" fmla="*/ 726 h 2205"/>
                  <a:gd name="T68" fmla="*/ 888 w 2276"/>
                  <a:gd name="T69" fmla="*/ 726 h 2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276" h="2205">
                    <a:moveTo>
                      <a:pt x="615" y="943"/>
                    </a:moveTo>
                    <a:lnTo>
                      <a:pt x="897" y="1145"/>
                    </a:lnTo>
                    <a:lnTo>
                      <a:pt x="897" y="1548"/>
                    </a:lnTo>
                    <a:lnTo>
                      <a:pt x="583" y="1330"/>
                    </a:lnTo>
                    <a:lnTo>
                      <a:pt x="583" y="2204"/>
                    </a:lnTo>
                    <a:lnTo>
                      <a:pt x="241" y="2204"/>
                    </a:lnTo>
                    <a:lnTo>
                      <a:pt x="241" y="1478"/>
                    </a:lnTo>
                    <a:lnTo>
                      <a:pt x="0" y="1478"/>
                    </a:lnTo>
                    <a:lnTo>
                      <a:pt x="435" y="439"/>
                    </a:lnTo>
                    <a:lnTo>
                      <a:pt x="93" y="439"/>
                    </a:lnTo>
                    <a:lnTo>
                      <a:pt x="93" y="264"/>
                    </a:lnTo>
                    <a:lnTo>
                      <a:pt x="306" y="264"/>
                    </a:lnTo>
                    <a:lnTo>
                      <a:pt x="306" y="0"/>
                    </a:lnTo>
                    <a:lnTo>
                      <a:pt x="680" y="0"/>
                    </a:lnTo>
                    <a:lnTo>
                      <a:pt x="680" y="264"/>
                    </a:lnTo>
                    <a:lnTo>
                      <a:pt x="819" y="264"/>
                    </a:lnTo>
                    <a:lnTo>
                      <a:pt x="819" y="439"/>
                    </a:lnTo>
                    <a:lnTo>
                      <a:pt x="615" y="943"/>
                    </a:lnTo>
                    <a:close/>
                    <a:moveTo>
                      <a:pt x="888" y="726"/>
                    </a:moveTo>
                    <a:lnTo>
                      <a:pt x="888" y="550"/>
                    </a:lnTo>
                    <a:lnTo>
                      <a:pt x="1360" y="550"/>
                    </a:lnTo>
                    <a:lnTo>
                      <a:pt x="1360" y="0"/>
                    </a:lnTo>
                    <a:lnTo>
                      <a:pt x="1702" y="0"/>
                    </a:lnTo>
                    <a:lnTo>
                      <a:pt x="1702" y="550"/>
                    </a:lnTo>
                    <a:lnTo>
                      <a:pt x="2178" y="550"/>
                    </a:lnTo>
                    <a:lnTo>
                      <a:pt x="2178" y="726"/>
                    </a:lnTo>
                    <a:lnTo>
                      <a:pt x="1702" y="726"/>
                    </a:lnTo>
                    <a:lnTo>
                      <a:pt x="1702" y="1996"/>
                    </a:lnTo>
                    <a:lnTo>
                      <a:pt x="2275" y="1996"/>
                    </a:lnTo>
                    <a:lnTo>
                      <a:pt x="2275" y="2172"/>
                    </a:lnTo>
                    <a:lnTo>
                      <a:pt x="763" y="2172"/>
                    </a:lnTo>
                    <a:lnTo>
                      <a:pt x="763" y="1996"/>
                    </a:lnTo>
                    <a:lnTo>
                      <a:pt x="1360" y="1996"/>
                    </a:lnTo>
                    <a:lnTo>
                      <a:pt x="1360" y="726"/>
                    </a:lnTo>
                    <a:lnTo>
                      <a:pt x="888" y="726"/>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21" name="Freeform 20">
                <a:extLst>
                  <a:ext uri="{FF2B5EF4-FFF2-40B4-BE49-F238E27FC236}">
                    <a16:creationId xmlns:a16="http://schemas.microsoft.com/office/drawing/2014/main" id="{3CBC2DBE-EEEF-564D-8484-7063829C5E70}"/>
                  </a:ext>
                </a:extLst>
              </p:cNvPr>
              <p:cNvSpPr>
                <a:spLocks noChangeArrowheads="1"/>
              </p:cNvSpPr>
              <p:nvPr/>
            </p:nvSpPr>
            <p:spPr bwMode="auto">
              <a:xfrm>
                <a:off x="5179226" y="705417"/>
                <a:ext cx="328891" cy="352227"/>
              </a:xfrm>
              <a:custGeom>
                <a:avLst/>
                <a:gdLst>
                  <a:gd name="T0" fmla="*/ 1979 w 1990"/>
                  <a:gd name="T1" fmla="*/ 176 h 2131"/>
                  <a:gd name="T2" fmla="*/ 343 w 1990"/>
                  <a:gd name="T3" fmla="*/ 176 h 2131"/>
                  <a:gd name="T4" fmla="*/ 343 w 1990"/>
                  <a:gd name="T5" fmla="*/ 1954 h 2131"/>
                  <a:gd name="T6" fmla="*/ 1989 w 1990"/>
                  <a:gd name="T7" fmla="*/ 1954 h 2131"/>
                  <a:gd name="T8" fmla="*/ 1989 w 1990"/>
                  <a:gd name="T9" fmla="*/ 2130 h 2131"/>
                  <a:gd name="T10" fmla="*/ 0 w 1990"/>
                  <a:gd name="T11" fmla="*/ 2130 h 2131"/>
                  <a:gd name="T12" fmla="*/ 0 w 1990"/>
                  <a:gd name="T13" fmla="*/ 0 h 2131"/>
                  <a:gd name="T14" fmla="*/ 1979 w 1990"/>
                  <a:gd name="T15" fmla="*/ 0 h 2131"/>
                  <a:gd name="T16" fmla="*/ 1979 w 1990"/>
                  <a:gd name="T17" fmla="*/ 176 h 2131"/>
                  <a:gd name="T18" fmla="*/ 958 w 1990"/>
                  <a:gd name="T19" fmla="*/ 1063 h 2131"/>
                  <a:gd name="T20" fmla="*/ 421 w 1990"/>
                  <a:gd name="T21" fmla="*/ 310 h 2131"/>
                  <a:gd name="T22" fmla="*/ 847 w 1990"/>
                  <a:gd name="T23" fmla="*/ 310 h 2131"/>
                  <a:gd name="T24" fmla="*/ 1166 w 1990"/>
                  <a:gd name="T25" fmla="*/ 763 h 2131"/>
                  <a:gd name="T26" fmla="*/ 1475 w 1990"/>
                  <a:gd name="T27" fmla="*/ 310 h 2131"/>
                  <a:gd name="T28" fmla="*/ 1887 w 1990"/>
                  <a:gd name="T29" fmla="*/ 310 h 2131"/>
                  <a:gd name="T30" fmla="*/ 1378 w 1990"/>
                  <a:gd name="T31" fmla="*/ 1058 h 2131"/>
                  <a:gd name="T32" fmla="*/ 1924 w 1990"/>
                  <a:gd name="T33" fmla="*/ 1829 h 2131"/>
                  <a:gd name="T34" fmla="*/ 1508 w 1990"/>
                  <a:gd name="T35" fmla="*/ 1829 h 2131"/>
                  <a:gd name="T36" fmla="*/ 1175 w 1990"/>
                  <a:gd name="T37" fmla="*/ 1358 h 2131"/>
                  <a:gd name="T38" fmla="*/ 860 w 1990"/>
                  <a:gd name="T39" fmla="*/ 1829 h 2131"/>
                  <a:gd name="T40" fmla="*/ 440 w 1990"/>
                  <a:gd name="T41" fmla="*/ 1829 h 2131"/>
                  <a:gd name="T42" fmla="*/ 958 w 1990"/>
                  <a:gd name="T43" fmla="*/ 1063 h 2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90" h="2131">
                    <a:moveTo>
                      <a:pt x="1979" y="176"/>
                    </a:moveTo>
                    <a:lnTo>
                      <a:pt x="343" y="176"/>
                    </a:lnTo>
                    <a:lnTo>
                      <a:pt x="343" y="1954"/>
                    </a:lnTo>
                    <a:lnTo>
                      <a:pt x="1989" y="1954"/>
                    </a:lnTo>
                    <a:lnTo>
                      <a:pt x="1989" y="2130"/>
                    </a:lnTo>
                    <a:lnTo>
                      <a:pt x="0" y="2130"/>
                    </a:lnTo>
                    <a:lnTo>
                      <a:pt x="0" y="0"/>
                    </a:lnTo>
                    <a:lnTo>
                      <a:pt x="1979" y="0"/>
                    </a:lnTo>
                    <a:lnTo>
                      <a:pt x="1979" y="176"/>
                    </a:lnTo>
                    <a:close/>
                    <a:moveTo>
                      <a:pt x="958" y="1063"/>
                    </a:moveTo>
                    <a:lnTo>
                      <a:pt x="421" y="310"/>
                    </a:lnTo>
                    <a:lnTo>
                      <a:pt x="847" y="310"/>
                    </a:lnTo>
                    <a:lnTo>
                      <a:pt x="1166" y="763"/>
                    </a:lnTo>
                    <a:lnTo>
                      <a:pt x="1475" y="310"/>
                    </a:lnTo>
                    <a:lnTo>
                      <a:pt x="1887" y="310"/>
                    </a:lnTo>
                    <a:lnTo>
                      <a:pt x="1378" y="1058"/>
                    </a:lnTo>
                    <a:lnTo>
                      <a:pt x="1924" y="1829"/>
                    </a:lnTo>
                    <a:lnTo>
                      <a:pt x="1508" y="1829"/>
                    </a:lnTo>
                    <a:lnTo>
                      <a:pt x="1175" y="1358"/>
                    </a:lnTo>
                    <a:lnTo>
                      <a:pt x="860" y="1829"/>
                    </a:lnTo>
                    <a:lnTo>
                      <a:pt x="440" y="1829"/>
                    </a:lnTo>
                    <a:lnTo>
                      <a:pt x="958" y="1063"/>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dirty="0"/>
              </a:p>
            </p:txBody>
          </p:sp>
        </p:grpSp>
      </p:grpSp>
      <p:cxnSp>
        <p:nvCxnSpPr>
          <p:cNvPr id="33" name="直线连接符 32">
            <a:extLst>
              <a:ext uri="{FF2B5EF4-FFF2-40B4-BE49-F238E27FC236}">
                <a16:creationId xmlns:a16="http://schemas.microsoft.com/office/drawing/2014/main" id="{E9B9A2A5-908B-3244-B39F-9E6705AE6320}"/>
              </a:ext>
            </a:extLst>
          </p:cNvPr>
          <p:cNvCxnSpPr>
            <a:cxnSpLocks/>
          </p:cNvCxnSpPr>
          <p:nvPr userDrawn="1"/>
        </p:nvCxnSpPr>
        <p:spPr>
          <a:xfrm>
            <a:off x="7279051" y="526775"/>
            <a:ext cx="0" cy="503679"/>
          </a:xfrm>
          <a:prstGeom prst="line">
            <a:avLst/>
          </a:prstGeom>
          <a:ln w="12700" cap="rnd">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grpSp>
        <p:nvGrpSpPr>
          <p:cNvPr id="34" name="组合 33">
            <a:extLst>
              <a:ext uri="{FF2B5EF4-FFF2-40B4-BE49-F238E27FC236}">
                <a16:creationId xmlns:a16="http://schemas.microsoft.com/office/drawing/2014/main" id="{0818B453-CEDC-BA4A-9983-86BF161F6CCA}"/>
              </a:ext>
            </a:extLst>
          </p:cNvPr>
          <p:cNvGrpSpPr/>
          <p:nvPr userDrawn="1"/>
        </p:nvGrpSpPr>
        <p:grpSpPr>
          <a:xfrm>
            <a:off x="7749100" y="426644"/>
            <a:ext cx="695780" cy="369331"/>
            <a:chOff x="1113126" y="809213"/>
            <a:chExt cx="2133357" cy="523762"/>
          </a:xfrm>
          <a:solidFill>
            <a:schemeClr val="bg1">
              <a:lumMod val="75000"/>
            </a:schemeClr>
          </a:solidFill>
        </p:grpSpPr>
        <p:sp>
          <p:nvSpPr>
            <p:cNvPr id="35" name="椭圆 34">
              <a:extLst>
                <a:ext uri="{FF2B5EF4-FFF2-40B4-BE49-F238E27FC236}">
                  <a16:creationId xmlns:a16="http://schemas.microsoft.com/office/drawing/2014/main" id="{DAFA7D0A-E7A1-5C48-B099-DF96D6B6DE63}"/>
                </a:ext>
              </a:extLst>
            </p:cNvPr>
            <p:cNvSpPr/>
            <p:nvPr userDrawn="1"/>
          </p:nvSpPr>
          <p:spPr>
            <a:xfrm>
              <a:off x="1113126" y="809213"/>
              <a:ext cx="523762" cy="523762"/>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6" name="椭圆 35">
              <a:extLst>
                <a:ext uri="{FF2B5EF4-FFF2-40B4-BE49-F238E27FC236}">
                  <a16:creationId xmlns:a16="http://schemas.microsoft.com/office/drawing/2014/main" id="{75839B81-B3A4-5643-94B7-D8D3506763F0}"/>
                </a:ext>
              </a:extLst>
            </p:cNvPr>
            <p:cNvSpPr/>
            <p:nvPr userDrawn="1"/>
          </p:nvSpPr>
          <p:spPr>
            <a:xfrm>
              <a:off x="1649658" y="809213"/>
              <a:ext cx="523762" cy="523762"/>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7" name="椭圆 36">
              <a:extLst>
                <a:ext uri="{FF2B5EF4-FFF2-40B4-BE49-F238E27FC236}">
                  <a16:creationId xmlns:a16="http://schemas.microsoft.com/office/drawing/2014/main" id="{5772B792-8E6B-4243-BB2D-857BC0580481}"/>
                </a:ext>
              </a:extLst>
            </p:cNvPr>
            <p:cNvSpPr/>
            <p:nvPr userDrawn="1"/>
          </p:nvSpPr>
          <p:spPr>
            <a:xfrm>
              <a:off x="2186190" y="809213"/>
              <a:ext cx="523762" cy="523762"/>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8" name="椭圆 37">
              <a:extLst>
                <a:ext uri="{FF2B5EF4-FFF2-40B4-BE49-F238E27FC236}">
                  <a16:creationId xmlns:a16="http://schemas.microsoft.com/office/drawing/2014/main" id="{C89D76EF-03E9-1D43-A563-9DC7302C7F5C}"/>
                </a:ext>
              </a:extLst>
            </p:cNvPr>
            <p:cNvSpPr/>
            <p:nvPr userDrawn="1"/>
          </p:nvSpPr>
          <p:spPr>
            <a:xfrm>
              <a:off x="2722721" y="809213"/>
              <a:ext cx="523762" cy="523762"/>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grpSp>
      <p:sp>
        <p:nvSpPr>
          <p:cNvPr id="39" name="矩形 38">
            <a:extLst>
              <a:ext uri="{FF2B5EF4-FFF2-40B4-BE49-F238E27FC236}">
                <a16:creationId xmlns:a16="http://schemas.microsoft.com/office/drawing/2014/main" id="{8CFB3674-431C-F94A-8727-C9C98640DFEB}"/>
              </a:ext>
            </a:extLst>
          </p:cNvPr>
          <p:cNvSpPr/>
          <p:nvPr userDrawn="1"/>
        </p:nvSpPr>
        <p:spPr>
          <a:xfrm>
            <a:off x="7677941" y="413133"/>
            <a:ext cx="843822" cy="276999"/>
          </a:xfrm>
          <a:prstGeom prst="rect">
            <a:avLst/>
          </a:prstGeom>
          <a:noFill/>
        </p:spPr>
        <p:txBody>
          <a:bodyPr wrap="none" lIns="68580" tIns="34290" rIns="68580" bIns="34290">
            <a:spAutoFit/>
          </a:bodyPr>
          <a:lstStyle/>
          <a:p>
            <a:pPr algn="ctr"/>
            <a:r>
              <a:rPr lang="zh-CN" altLang="en-US" sz="1350" b="1" cap="none" spc="0" dirty="0">
                <a:ln w="22225">
                  <a:noFill/>
                  <a:prstDash val="solid"/>
                </a:ln>
                <a:solidFill>
                  <a:schemeClr val="accent1">
                    <a:lumMod val="60000"/>
                    <a:lumOff val="40000"/>
                  </a:schemeClr>
                </a:solidFill>
                <a:effectLst/>
              </a:rPr>
              <a:t>我的学校</a:t>
            </a:r>
          </a:p>
        </p:txBody>
      </p:sp>
      <p:grpSp>
        <p:nvGrpSpPr>
          <p:cNvPr id="40" name="组合 39">
            <a:extLst>
              <a:ext uri="{FF2B5EF4-FFF2-40B4-BE49-F238E27FC236}">
                <a16:creationId xmlns:a16="http://schemas.microsoft.com/office/drawing/2014/main" id="{7BC00378-4A1A-AF4A-9DA5-0E40AABBEE09}"/>
              </a:ext>
            </a:extLst>
          </p:cNvPr>
          <p:cNvGrpSpPr/>
          <p:nvPr userDrawn="1"/>
        </p:nvGrpSpPr>
        <p:grpSpPr>
          <a:xfrm>
            <a:off x="536589" y="646397"/>
            <a:ext cx="302279" cy="321898"/>
            <a:chOff x="1368170" y="664579"/>
            <a:chExt cx="550582" cy="439737"/>
          </a:xfrm>
          <a:solidFill>
            <a:schemeClr val="bg1"/>
          </a:solidFill>
        </p:grpSpPr>
        <p:sp>
          <p:nvSpPr>
            <p:cNvPr id="41" name="Freeform 1">
              <a:extLst>
                <a:ext uri="{FF2B5EF4-FFF2-40B4-BE49-F238E27FC236}">
                  <a16:creationId xmlns:a16="http://schemas.microsoft.com/office/drawing/2014/main" id="{219E963A-769E-B14C-9175-00DF37C8C685}"/>
                </a:ext>
              </a:extLst>
            </p:cNvPr>
            <p:cNvSpPr>
              <a:spLocks noChangeArrowheads="1"/>
            </p:cNvSpPr>
            <p:nvPr/>
          </p:nvSpPr>
          <p:spPr bwMode="auto">
            <a:xfrm>
              <a:off x="1481203" y="771778"/>
              <a:ext cx="437549" cy="332538"/>
            </a:xfrm>
            <a:custGeom>
              <a:avLst/>
              <a:gdLst>
                <a:gd name="T0" fmla="*/ 25 w 2647"/>
                <a:gd name="T1" fmla="*/ 1478 h 2011"/>
                <a:gd name="T2" fmla="*/ 525 w 2647"/>
                <a:gd name="T3" fmla="*/ 1865 h 2011"/>
                <a:gd name="T4" fmla="*/ 736 w 2647"/>
                <a:gd name="T5" fmla="*/ 1972 h 2011"/>
                <a:gd name="T6" fmla="*/ 940 w 2647"/>
                <a:gd name="T7" fmla="*/ 2010 h 2011"/>
                <a:gd name="T8" fmla="*/ 1078 w 2647"/>
                <a:gd name="T9" fmla="*/ 1991 h 2011"/>
                <a:gd name="T10" fmla="*/ 1286 w 2647"/>
                <a:gd name="T11" fmla="*/ 1894 h 2011"/>
                <a:gd name="T12" fmla="*/ 1506 w 2647"/>
                <a:gd name="T13" fmla="*/ 1715 h 2011"/>
                <a:gd name="T14" fmla="*/ 1506 w 2647"/>
                <a:gd name="T15" fmla="*/ 1715 h 2011"/>
                <a:gd name="T16" fmla="*/ 2630 w 2647"/>
                <a:gd name="T17" fmla="*/ 624 h 2011"/>
                <a:gd name="T18" fmla="*/ 2646 w 2647"/>
                <a:gd name="T19" fmla="*/ 586 h 2011"/>
                <a:gd name="T20" fmla="*/ 2630 w 2647"/>
                <a:gd name="T21" fmla="*/ 548 h 2011"/>
                <a:gd name="T22" fmla="*/ 2090 w 2647"/>
                <a:gd name="T23" fmla="*/ 21 h 2011"/>
                <a:gd name="T24" fmla="*/ 2016 w 2647"/>
                <a:gd name="T25" fmla="*/ 22 h 2011"/>
                <a:gd name="T26" fmla="*/ 2017 w 2647"/>
                <a:gd name="T27" fmla="*/ 96 h 2011"/>
                <a:gd name="T28" fmla="*/ 2518 w 2647"/>
                <a:gd name="T29" fmla="*/ 586 h 2011"/>
                <a:gd name="T30" fmla="*/ 1433 w 2647"/>
                <a:gd name="T31" fmla="*/ 1639 h 2011"/>
                <a:gd name="T32" fmla="*/ 1433 w 2647"/>
                <a:gd name="T33" fmla="*/ 1639 h 2011"/>
                <a:gd name="T34" fmla="*/ 1167 w 2647"/>
                <a:gd name="T35" fmla="*/ 1843 h 2011"/>
                <a:gd name="T36" fmla="*/ 1051 w 2647"/>
                <a:gd name="T37" fmla="*/ 1889 h 2011"/>
                <a:gd name="T38" fmla="*/ 940 w 2647"/>
                <a:gd name="T39" fmla="*/ 1904 h 2011"/>
                <a:gd name="T40" fmla="*/ 772 w 2647"/>
                <a:gd name="T41" fmla="*/ 1872 h 2011"/>
                <a:gd name="T42" fmla="*/ 474 w 2647"/>
                <a:gd name="T43" fmla="*/ 1704 h 2011"/>
                <a:gd name="T44" fmla="*/ 93 w 2647"/>
                <a:gd name="T45" fmla="*/ 1398 h 2011"/>
                <a:gd name="T46" fmla="*/ 19 w 2647"/>
                <a:gd name="T47" fmla="*/ 1404 h 2011"/>
                <a:gd name="T48" fmla="*/ 25 w 2647"/>
                <a:gd name="T49" fmla="*/ 1478 h 20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647" h="2011">
                  <a:moveTo>
                    <a:pt x="25" y="1478"/>
                  </a:moveTo>
                  <a:cubicBezTo>
                    <a:pt x="219" y="1643"/>
                    <a:pt x="380" y="1773"/>
                    <a:pt x="525" y="1865"/>
                  </a:cubicBezTo>
                  <a:cubicBezTo>
                    <a:pt x="598" y="1911"/>
                    <a:pt x="668" y="1947"/>
                    <a:pt x="736" y="1972"/>
                  </a:cubicBezTo>
                  <a:cubicBezTo>
                    <a:pt x="805" y="1996"/>
                    <a:pt x="872" y="2010"/>
                    <a:pt x="940" y="2010"/>
                  </a:cubicBezTo>
                  <a:cubicBezTo>
                    <a:pt x="986" y="2010"/>
                    <a:pt x="1032" y="2004"/>
                    <a:pt x="1078" y="1991"/>
                  </a:cubicBezTo>
                  <a:cubicBezTo>
                    <a:pt x="1147" y="1973"/>
                    <a:pt x="1216" y="1940"/>
                    <a:pt x="1286" y="1894"/>
                  </a:cubicBezTo>
                  <a:cubicBezTo>
                    <a:pt x="1357" y="1848"/>
                    <a:pt x="1429" y="1789"/>
                    <a:pt x="1506" y="1715"/>
                  </a:cubicBezTo>
                  <a:lnTo>
                    <a:pt x="1506" y="1715"/>
                  </a:lnTo>
                  <a:lnTo>
                    <a:pt x="2630" y="624"/>
                  </a:lnTo>
                  <a:cubicBezTo>
                    <a:pt x="2640" y="614"/>
                    <a:pt x="2646" y="600"/>
                    <a:pt x="2646" y="586"/>
                  </a:cubicBezTo>
                  <a:cubicBezTo>
                    <a:pt x="2646" y="572"/>
                    <a:pt x="2641" y="558"/>
                    <a:pt x="2630" y="548"/>
                  </a:cubicBezTo>
                  <a:lnTo>
                    <a:pt x="2090" y="21"/>
                  </a:lnTo>
                  <a:cubicBezTo>
                    <a:pt x="2069" y="0"/>
                    <a:pt x="2036" y="1"/>
                    <a:pt x="2016" y="22"/>
                  </a:cubicBezTo>
                  <a:cubicBezTo>
                    <a:pt x="1995" y="42"/>
                    <a:pt x="1996" y="76"/>
                    <a:pt x="2017" y="96"/>
                  </a:cubicBezTo>
                  <a:lnTo>
                    <a:pt x="2518" y="586"/>
                  </a:lnTo>
                  <a:lnTo>
                    <a:pt x="1433" y="1639"/>
                  </a:lnTo>
                  <a:lnTo>
                    <a:pt x="1433" y="1639"/>
                  </a:lnTo>
                  <a:cubicBezTo>
                    <a:pt x="1335" y="1733"/>
                    <a:pt x="1247" y="1800"/>
                    <a:pt x="1167" y="1843"/>
                  </a:cubicBezTo>
                  <a:cubicBezTo>
                    <a:pt x="1127" y="1864"/>
                    <a:pt x="1088" y="1879"/>
                    <a:pt x="1051" y="1889"/>
                  </a:cubicBezTo>
                  <a:cubicBezTo>
                    <a:pt x="1013" y="1899"/>
                    <a:pt x="977" y="1904"/>
                    <a:pt x="940" y="1904"/>
                  </a:cubicBezTo>
                  <a:cubicBezTo>
                    <a:pt x="886" y="1904"/>
                    <a:pt x="831" y="1894"/>
                    <a:pt x="772" y="1872"/>
                  </a:cubicBezTo>
                  <a:cubicBezTo>
                    <a:pt x="683" y="1840"/>
                    <a:pt x="586" y="1784"/>
                    <a:pt x="474" y="1704"/>
                  </a:cubicBezTo>
                  <a:cubicBezTo>
                    <a:pt x="363" y="1624"/>
                    <a:pt x="238" y="1521"/>
                    <a:pt x="93" y="1398"/>
                  </a:cubicBezTo>
                  <a:cubicBezTo>
                    <a:pt x="71" y="1379"/>
                    <a:pt x="38" y="1382"/>
                    <a:pt x="19" y="1404"/>
                  </a:cubicBezTo>
                  <a:cubicBezTo>
                    <a:pt x="0" y="1426"/>
                    <a:pt x="3" y="1459"/>
                    <a:pt x="25" y="147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42" name="Freeform 2">
              <a:extLst>
                <a:ext uri="{FF2B5EF4-FFF2-40B4-BE49-F238E27FC236}">
                  <a16:creationId xmlns:a16="http://schemas.microsoft.com/office/drawing/2014/main" id="{935EF8B9-88D2-6C42-BF9B-2AD28DBBD77F}"/>
                </a:ext>
              </a:extLst>
            </p:cNvPr>
            <p:cNvSpPr>
              <a:spLocks noChangeArrowheads="1"/>
            </p:cNvSpPr>
            <p:nvPr/>
          </p:nvSpPr>
          <p:spPr bwMode="auto">
            <a:xfrm>
              <a:off x="1511832" y="868769"/>
              <a:ext cx="356603" cy="190334"/>
            </a:xfrm>
            <a:custGeom>
              <a:avLst/>
              <a:gdLst>
                <a:gd name="T0" fmla="*/ 15 w 2158"/>
                <a:gd name="T1" fmla="*/ 713 h 1152"/>
                <a:gd name="T2" fmla="*/ 432 w 2158"/>
                <a:gd name="T3" fmla="*/ 1033 h 1152"/>
                <a:gd name="T4" fmla="*/ 605 w 2158"/>
                <a:gd name="T5" fmla="*/ 1120 h 1152"/>
                <a:gd name="T6" fmla="*/ 771 w 2158"/>
                <a:gd name="T7" fmla="*/ 1151 h 1152"/>
                <a:gd name="T8" fmla="*/ 896 w 2158"/>
                <a:gd name="T9" fmla="*/ 1132 h 1152"/>
                <a:gd name="T10" fmla="*/ 1089 w 2158"/>
                <a:gd name="T11" fmla="*/ 1036 h 1152"/>
                <a:gd name="T12" fmla="*/ 1305 w 2158"/>
                <a:gd name="T13" fmla="*/ 856 h 1152"/>
                <a:gd name="T14" fmla="*/ 1305 w 2158"/>
                <a:gd name="T15" fmla="*/ 856 h 1152"/>
                <a:gd name="T16" fmla="*/ 2144 w 2158"/>
                <a:gd name="T17" fmla="*/ 57 h 1152"/>
                <a:gd name="T18" fmla="*/ 2145 w 2158"/>
                <a:gd name="T19" fmla="*/ 13 h 1152"/>
                <a:gd name="T20" fmla="*/ 2100 w 2158"/>
                <a:gd name="T21" fmla="*/ 12 h 1152"/>
                <a:gd name="T22" fmla="*/ 1262 w 2158"/>
                <a:gd name="T23" fmla="*/ 811 h 1152"/>
                <a:gd name="T24" fmla="*/ 1262 w 2158"/>
                <a:gd name="T25" fmla="*/ 811 h 1152"/>
                <a:gd name="T26" fmla="*/ 993 w 2158"/>
                <a:gd name="T27" fmla="*/ 1023 h 1152"/>
                <a:gd name="T28" fmla="*/ 878 w 2158"/>
                <a:gd name="T29" fmla="*/ 1072 h 1152"/>
                <a:gd name="T30" fmla="*/ 771 w 2158"/>
                <a:gd name="T31" fmla="*/ 1088 h 1152"/>
                <a:gd name="T32" fmla="*/ 626 w 2158"/>
                <a:gd name="T33" fmla="*/ 1061 h 1152"/>
                <a:gd name="T34" fmla="*/ 376 w 2158"/>
                <a:gd name="T35" fmla="*/ 920 h 1152"/>
                <a:gd name="T36" fmla="*/ 55 w 2158"/>
                <a:gd name="T37" fmla="*/ 665 h 1152"/>
                <a:gd name="T38" fmla="*/ 11 w 2158"/>
                <a:gd name="T39" fmla="*/ 669 h 1152"/>
                <a:gd name="T40" fmla="*/ 15 w 2158"/>
                <a:gd name="T41" fmla="*/ 713 h 1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58" h="1152">
                  <a:moveTo>
                    <a:pt x="15" y="713"/>
                  </a:moveTo>
                  <a:cubicBezTo>
                    <a:pt x="179" y="850"/>
                    <a:pt x="312" y="958"/>
                    <a:pt x="432" y="1033"/>
                  </a:cubicBezTo>
                  <a:cubicBezTo>
                    <a:pt x="492" y="1071"/>
                    <a:pt x="549" y="1100"/>
                    <a:pt x="605" y="1120"/>
                  </a:cubicBezTo>
                  <a:cubicBezTo>
                    <a:pt x="661" y="1140"/>
                    <a:pt x="716" y="1151"/>
                    <a:pt x="771" y="1151"/>
                  </a:cubicBezTo>
                  <a:cubicBezTo>
                    <a:pt x="812" y="1151"/>
                    <a:pt x="854" y="1145"/>
                    <a:pt x="896" y="1132"/>
                  </a:cubicBezTo>
                  <a:cubicBezTo>
                    <a:pt x="959" y="1114"/>
                    <a:pt x="1022" y="1082"/>
                    <a:pt x="1089" y="1036"/>
                  </a:cubicBezTo>
                  <a:cubicBezTo>
                    <a:pt x="1156" y="990"/>
                    <a:pt x="1227" y="931"/>
                    <a:pt x="1305" y="856"/>
                  </a:cubicBezTo>
                  <a:lnTo>
                    <a:pt x="1305" y="856"/>
                  </a:lnTo>
                  <a:lnTo>
                    <a:pt x="2144" y="57"/>
                  </a:lnTo>
                  <a:cubicBezTo>
                    <a:pt x="2156" y="45"/>
                    <a:pt x="2157" y="25"/>
                    <a:pt x="2145" y="13"/>
                  </a:cubicBezTo>
                  <a:cubicBezTo>
                    <a:pt x="2133" y="0"/>
                    <a:pt x="2113" y="0"/>
                    <a:pt x="2100" y="12"/>
                  </a:cubicBezTo>
                  <a:lnTo>
                    <a:pt x="1262" y="811"/>
                  </a:lnTo>
                  <a:lnTo>
                    <a:pt x="1262" y="811"/>
                  </a:lnTo>
                  <a:cubicBezTo>
                    <a:pt x="1160" y="908"/>
                    <a:pt x="1072" y="978"/>
                    <a:pt x="993" y="1023"/>
                  </a:cubicBezTo>
                  <a:cubicBezTo>
                    <a:pt x="953" y="1045"/>
                    <a:pt x="915" y="1062"/>
                    <a:pt x="878" y="1072"/>
                  </a:cubicBezTo>
                  <a:cubicBezTo>
                    <a:pt x="842" y="1083"/>
                    <a:pt x="806" y="1088"/>
                    <a:pt x="771" y="1088"/>
                  </a:cubicBezTo>
                  <a:cubicBezTo>
                    <a:pt x="724" y="1088"/>
                    <a:pt x="677" y="1079"/>
                    <a:pt x="626" y="1061"/>
                  </a:cubicBezTo>
                  <a:cubicBezTo>
                    <a:pt x="551" y="1034"/>
                    <a:pt x="469" y="987"/>
                    <a:pt x="376" y="920"/>
                  </a:cubicBezTo>
                  <a:cubicBezTo>
                    <a:pt x="282" y="853"/>
                    <a:pt x="177" y="767"/>
                    <a:pt x="55" y="665"/>
                  </a:cubicBezTo>
                  <a:cubicBezTo>
                    <a:pt x="42" y="654"/>
                    <a:pt x="22" y="656"/>
                    <a:pt x="11" y="669"/>
                  </a:cubicBezTo>
                  <a:cubicBezTo>
                    <a:pt x="0" y="682"/>
                    <a:pt x="1" y="702"/>
                    <a:pt x="15" y="71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43" name="Freeform 3">
              <a:extLst>
                <a:ext uri="{FF2B5EF4-FFF2-40B4-BE49-F238E27FC236}">
                  <a16:creationId xmlns:a16="http://schemas.microsoft.com/office/drawing/2014/main" id="{10E28FF9-5CED-394E-AF38-301649539D3C}"/>
                </a:ext>
              </a:extLst>
            </p:cNvPr>
            <p:cNvSpPr>
              <a:spLocks noChangeArrowheads="1"/>
            </p:cNvSpPr>
            <p:nvPr/>
          </p:nvSpPr>
          <p:spPr bwMode="auto">
            <a:xfrm>
              <a:off x="1540273" y="847620"/>
              <a:ext cx="304826" cy="169186"/>
            </a:xfrm>
            <a:custGeom>
              <a:avLst/>
              <a:gdLst>
                <a:gd name="T0" fmla="*/ 12 w 1845"/>
                <a:gd name="T1" fmla="*/ 672 h 1022"/>
                <a:gd name="T2" fmla="*/ 350 w 1845"/>
                <a:gd name="T3" fmla="*/ 928 h 1022"/>
                <a:gd name="T4" fmla="*/ 488 w 1845"/>
                <a:gd name="T5" fmla="*/ 997 h 1022"/>
                <a:gd name="T6" fmla="*/ 620 w 1845"/>
                <a:gd name="T7" fmla="*/ 1021 h 1022"/>
                <a:gd name="T8" fmla="*/ 734 w 1845"/>
                <a:gd name="T9" fmla="*/ 1003 h 1022"/>
                <a:gd name="T10" fmla="*/ 915 w 1845"/>
                <a:gd name="T11" fmla="*/ 905 h 1022"/>
                <a:gd name="T12" fmla="*/ 1129 w 1845"/>
                <a:gd name="T13" fmla="*/ 720 h 1022"/>
                <a:gd name="T14" fmla="*/ 1129 w 1845"/>
                <a:gd name="T15" fmla="*/ 720 h 1022"/>
                <a:gd name="T16" fmla="*/ 1834 w 1845"/>
                <a:gd name="T17" fmla="*/ 42 h 1022"/>
                <a:gd name="T18" fmla="*/ 1835 w 1845"/>
                <a:gd name="T19" fmla="*/ 10 h 1022"/>
                <a:gd name="T20" fmla="*/ 1802 w 1845"/>
                <a:gd name="T21" fmla="*/ 9 h 1022"/>
                <a:gd name="T22" fmla="*/ 1097 w 1845"/>
                <a:gd name="T23" fmla="*/ 687 h 1022"/>
                <a:gd name="T24" fmla="*/ 1097 w 1845"/>
                <a:gd name="T25" fmla="*/ 687 h 1022"/>
                <a:gd name="T26" fmla="*/ 828 w 1845"/>
                <a:gd name="T27" fmla="*/ 907 h 1022"/>
                <a:gd name="T28" fmla="*/ 720 w 1845"/>
                <a:gd name="T29" fmla="*/ 959 h 1022"/>
                <a:gd name="T30" fmla="*/ 620 w 1845"/>
                <a:gd name="T31" fmla="*/ 975 h 1022"/>
                <a:gd name="T32" fmla="*/ 504 w 1845"/>
                <a:gd name="T33" fmla="*/ 954 h 1022"/>
                <a:gd name="T34" fmla="*/ 302 w 1845"/>
                <a:gd name="T35" fmla="*/ 841 h 1022"/>
                <a:gd name="T36" fmla="*/ 41 w 1845"/>
                <a:gd name="T37" fmla="*/ 636 h 1022"/>
                <a:gd name="T38" fmla="*/ 9 w 1845"/>
                <a:gd name="T39" fmla="*/ 640 h 1022"/>
                <a:gd name="T40" fmla="*/ 12 w 1845"/>
                <a:gd name="T41" fmla="*/ 672 h 10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45" h="1022">
                  <a:moveTo>
                    <a:pt x="12" y="672"/>
                  </a:moveTo>
                  <a:cubicBezTo>
                    <a:pt x="146" y="782"/>
                    <a:pt x="254" y="868"/>
                    <a:pt x="350" y="928"/>
                  </a:cubicBezTo>
                  <a:cubicBezTo>
                    <a:pt x="398" y="958"/>
                    <a:pt x="444" y="981"/>
                    <a:pt x="488" y="997"/>
                  </a:cubicBezTo>
                  <a:cubicBezTo>
                    <a:pt x="533" y="1013"/>
                    <a:pt x="576" y="1021"/>
                    <a:pt x="620" y="1021"/>
                  </a:cubicBezTo>
                  <a:cubicBezTo>
                    <a:pt x="658" y="1021"/>
                    <a:pt x="695" y="1015"/>
                    <a:pt x="734" y="1003"/>
                  </a:cubicBezTo>
                  <a:cubicBezTo>
                    <a:pt x="791" y="984"/>
                    <a:pt x="850" y="952"/>
                    <a:pt x="915" y="905"/>
                  </a:cubicBezTo>
                  <a:cubicBezTo>
                    <a:pt x="980" y="858"/>
                    <a:pt x="1050" y="797"/>
                    <a:pt x="1129" y="720"/>
                  </a:cubicBezTo>
                  <a:lnTo>
                    <a:pt x="1129" y="720"/>
                  </a:lnTo>
                  <a:lnTo>
                    <a:pt x="1834" y="42"/>
                  </a:lnTo>
                  <a:cubicBezTo>
                    <a:pt x="1843" y="34"/>
                    <a:pt x="1844" y="19"/>
                    <a:pt x="1835" y="10"/>
                  </a:cubicBezTo>
                  <a:cubicBezTo>
                    <a:pt x="1826" y="1"/>
                    <a:pt x="1811" y="0"/>
                    <a:pt x="1802" y="9"/>
                  </a:cubicBezTo>
                  <a:lnTo>
                    <a:pt x="1097" y="687"/>
                  </a:lnTo>
                  <a:lnTo>
                    <a:pt x="1097" y="687"/>
                  </a:lnTo>
                  <a:cubicBezTo>
                    <a:pt x="992" y="788"/>
                    <a:pt x="905" y="861"/>
                    <a:pt x="828" y="907"/>
                  </a:cubicBezTo>
                  <a:cubicBezTo>
                    <a:pt x="790" y="931"/>
                    <a:pt x="754" y="948"/>
                    <a:pt x="720" y="959"/>
                  </a:cubicBezTo>
                  <a:cubicBezTo>
                    <a:pt x="685" y="970"/>
                    <a:pt x="653" y="975"/>
                    <a:pt x="620" y="975"/>
                  </a:cubicBezTo>
                  <a:cubicBezTo>
                    <a:pt x="582" y="975"/>
                    <a:pt x="544" y="968"/>
                    <a:pt x="504" y="954"/>
                  </a:cubicBezTo>
                  <a:cubicBezTo>
                    <a:pt x="443" y="932"/>
                    <a:pt x="378" y="894"/>
                    <a:pt x="302" y="841"/>
                  </a:cubicBezTo>
                  <a:cubicBezTo>
                    <a:pt x="227" y="787"/>
                    <a:pt x="141" y="718"/>
                    <a:pt x="41" y="636"/>
                  </a:cubicBezTo>
                  <a:cubicBezTo>
                    <a:pt x="31" y="628"/>
                    <a:pt x="17" y="630"/>
                    <a:pt x="9" y="640"/>
                  </a:cubicBezTo>
                  <a:cubicBezTo>
                    <a:pt x="0" y="649"/>
                    <a:pt x="2" y="664"/>
                    <a:pt x="12" y="672"/>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44" name="Freeform 4">
              <a:extLst>
                <a:ext uri="{FF2B5EF4-FFF2-40B4-BE49-F238E27FC236}">
                  <a16:creationId xmlns:a16="http://schemas.microsoft.com/office/drawing/2014/main" id="{6E5EA531-DEFC-144D-8545-1DECEBA97224}"/>
                </a:ext>
              </a:extLst>
            </p:cNvPr>
            <p:cNvSpPr>
              <a:spLocks noChangeArrowheads="1"/>
            </p:cNvSpPr>
            <p:nvPr/>
          </p:nvSpPr>
          <p:spPr bwMode="auto">
            <a:xfrm>
              <a:off x="1568713" y="826472"/>
              <a:ext cx="253050" cy="148037"/>
            </a:xfrm>
            <a:custGeom>
              <a:avLst/>
              <a:gdLst>
                <a:gd name="T0" fmla="*/ 8 w 1531"/>
                <a:gd name="T1" fmla="*/ 630 h 895"/>
                <a:gd name="T2" fmla="*/ 269 w 1531"/>
                <a:gd name="T3" fmla="*/ 824 h 895"/>
                <a:gd name="T4" fmla="*/ 374 w 1531"/>
                <a:gd name="T5" fmla="*/ 876 h 895"/>
                <a:gd name="T6" fmla="*/ 473 w 1531"/>
                <a:gd name="T7" fmla="*/ 894 h 895"/>
                <a:gd name="T8" fmla="*/ 573 w 1531"/>
                <a:gd name="T9" fmla="*/ 875 h 895"/>
                <a:gd name="T10" fmla="*/ 739 w 1531"/>
                <a:gd name="T11" fmla="*/ 775 h 895"/>
                <a:gd name="T12" fmla="*/ 953 w 1531"/>
                <a:gd name="T13" fmla="*/ 584 h 895"/>
                <a:gd name="T14" fmla="*/ 953 w 1531"/>
                <a:gd name="T15" fmla="*/ 584 h 895"/>
                <a:gd name="T16" fmla="*/ 1524 w 1531"/>
                <a:gd name="T17" fmla="*/ 27 h 895"/>
                <a:gd name="T18" fmla="*/ 1524 w 1531"/>
                <a:gd name="T19" fmla="*/ 6 h 895"/>
                <a:gd name="T20" fmla="*/ 1503 w 1531"/>
                <a:gd name="T21" fmla="*/ 6 h 895"/>
                <a:gd name="T22" fmla="*/ 932 w 1531"/>
                <a:gd name="T23" fmla="*/ 563 h 895"/>
                <a:gd name="T24" fmla="*/ 932 w 1531"/>
                <a:gd name="T25" fmla="*/ 563 h 895"/>
                <a:gd name="T26" fmla="*/ 663 w 1531"/>
                <a:gd name="T27" fmla="*/ 793 h 895"/>
                <a:gd name="T28" fmla="*/ 562 w 1531"/>
                <a:gd name="T29" fmla="*/ 847 h 895"/>
                <a:gd name="T30" fmla="*/ 473 w 1531"/>
                <a:gd name="T31" fmla="*/ 865 h 895"/>
                <a:gd name="T32" fmla="*/ 384 w 1531"/>
                <a:gd name="T33" fmla="*/ 848 h 895"/>
                <a:gd name="T34" fmla="*/ 229 w 1531"/>
                <a:gd name="T35" fmla="*/ 762 h 895"/>
                <a:gd name="T36" fmla="*/ 26 w 1531"/>
                <a:gd name="T37" fmla="*/ 607 h 895"/>
                <a:gd name="T38" fmla="*/ 5 w 1531"/>
                <a:gd name="T39" fmla="*/ 609 h 895"/>
                <a:gd name="T40" fmla="*/ 8 w 1531"/>
                <a:gd name="T41" fmla="*/ 630 h 8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31" h="895">
                  <a:moveTo>
                    <a:pt x="8" y="630"/>
                  </a:moveTo>
                  <a:cubicBezTo>
                    <a:pt x="113" y="714"/>
                    <a:pt x="196" y="779"/>
                    <a:pt x="269" y="824"/>
                  </a:cubicBezTo>
                  <a:cubicBezTo>
                    <a:pt x="306" y="847"/>
                    <a:pt x="340" y="864"/>
                    <a:pt x="374" y="876"/>
                  </a:cubicBezTo>
                  <a:cubicBezTo>
                    <a:pt x="407" y="888"/>
                    <a:pt x="440" y="894"/>
                    <a:pt x="473" y="894"/>
                  </a:cubicBezTo>
                  <a:cubicBezTo>
                    <a:pt x="506" y="894"/>
                    <a:pt x="539" y="888"/>
                    <a:pt x="573" y="875"/>
                  </a:cubicBezTo>
                  <a:cubicBezTo>
                    <a:pt x="624" y="856"/>
                    <a:pt x="678" y="823"/>
                    <a:pt x="739" y="775"/>
                  </a:cubicBezTo>
                  <a:cubicBezTo>
                    <a:pt x="801" y="727"/>
                    <a:pt x="870" y="663"/>
                    <a:pt x="953" y="584"/>
                  </a:cubicBezTo>
                  <a:lnTo>
                    <a:pt x="953" y="584"/>
                  </a:lnTo>
                  <a:lnTo>
                    <a:pt x="1524" y="27"/>
                  </a:lnTo>
                  <a:cubicBezTo>
                    <a:pt x="1529" y="21"/>
                    <a:pt x="1530" y="12"/>
                    <a:pt x="1524" y="6"/>
                  </a:cubicBezTo>
                  <a:cubicBezTo>
                    <a:pt x="1518" y="0"/>
                    <a:pt x="1509" y="0"/>
                    <a:pt x="1503" y="6"/>
                  </a:cubicBezTo>
                  <a:lnTo>
                    <a:pt x="932" y="563"/>
                  </a:lnTo>
                  <a:lnTo>
                    <a:pt x="932" y="563"/>
                  </a:lnTo>
                  <a:cubicBezTo>
                    <a:pt x="823" y="668"/>
                    <a:pt x="737" y="744"/>
                    <a:pt x="663" y="793"/>
                  </a:cubicBezTo>
                  <a:cubicBezTo>
                    <a:pt x="627" y="818"/>
                    <a:pt x="594" y="836"/>
                    <a:pt x="562" y="847"/>
                  </a:cubicBezTo>
                  <a:cubicBezTo>
                    <a:pt x="531" y="859"/>
                    <a:pt x="502" y="865"/>
                    <a:pt x="473" y="865"/>
                  </a:cubicBezTo>
                  <a:cubicBezTo>
                    <a:pt x="444" y="865"/>
                    <a:pt x="415" y="859"/>
                    <a:pt x="384" y="848"/>
                  </a:cubicBezTo>
                  <a:cubicBezTo>
                    <a:pt x="338" y="832"/>
                    <a:pt x="288" y="803"/>
                    <a:pt x="229" y="762"/>
                  </a:cubicBezTo>
                  <a:cubicBezTo>
                    <a:pt x="171" y="722"/>
                    <a:pt x="105" y="669"/>
                    <a:pt x="26" y="607"/>
                  </a:cubicBezTo>
                  <a:cubicBezTo>
                    <a:pt x="20" y="602"/>
                    <a:pt x="10" y="603"/>
                    <a:pt x="5" y="609"/>
                  </a:cubicBezTo>
                  <a:cubicBezTo>
                    <a:pt x="0" y="615"/>
                    <a:pt x="1" y="625"/>
                    <a:pt x="8" y="6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45" name="Freeform 5">
              <a:extLst>
                <a:ext uri="{FF2B5EF4-FFF2-40B4-BE49-F238E27FC236}">
                  <a16:creationId xmlns:a16="http://schemas.microsoft.com/office/drawing/2014/main" id="{F39A9FAC-3BBF-CD45-BC62-06EF846D77A9}"/>
                </a:ext>
              </a:extLst>
            </p:cNvPr>
            <p:cNvSpPr>
              <a:spLocks noChangeArrowheads="1"/>
            </p:cNvSpPr>
            <p:nvPr/>
          </p:nvSpPr>
          <p:spPr bwMode="auto">
            <a:xfrm>
              <a:off x="1596425" y="805324"/>
              <a:ext cx="201273" cy="127619"/>
            </a:xfrm>
            <a:custGeom>
              <a:avLst/>
              <a:gdLst>
                <a:gd name="T0" fmla="*/ 4 w 1217"/>
                <a:gd name="T1" fmla="*/ 588 h 773"/>
                <a:gd name="T2" fmla="*/ 193 w 1217"/>
                <a:gd name="T3" fmla="*/ 724 h 773"/>
                <a:gd name="T4" fmla="*/ 332 w 1217"/>
                <a:gd name="T5" fmla="*/ 772 h 773"/>
                <a:gd name="T6" fmla="*/ 415 w 1217"/>
                <a:gd name="T7" fmla="*/ 752 h 773"/>
                <a:gd name="T8" fmla="*/ 563 w 1217"/>
                <a:gd name="T9" fmla="*/ 648 h 773"/>
                <a:gd name="T10" fmla="*/ 776 w 1217"/>
                <a:gd name="T11" fmla="*/ 448 h 773"/>
                <a:gd name="T12" fmla="*/ 776 w 1217"/>
                <a:gd name="T13" fmla="*/ 448 h 773"/>
                <a:gd name="T14" fmla="*/ 1213 w 1217"/>
                <a:gd name="T15" fmla="*/ 12 h 773"/>
                <a:gd name="T16" fmla="*/ 1213 w 1217"/>
                <a:gd name="T17" fmla="*/ 2 h 773"/>
                <a:gd name="T18" fmla="*/ 1204 w 1217"/>
                <a:gd name="T19" fmla="*/ 2 h 773"/>
                <a:gd name="T20" fmla="*/ 767 w 1217"/>
                <a:gd name="T21" fmla="*/ 439 h 773"/>
                <a:gd name="T22" fmla="*/ 500 w 1217"/>
                <a:gd name="T23" fmla="*/ 682 h 773"/>
                <a:gd name="T24" fmla="*/ 410 w 1217"/>
                <a:gd name="T25" fmla="*/ 740 h 773"/>
                <a:gd name="T26" fmla="*/ 332 w 1217"/>
                <a:gd name="T27" fmla="*/ 759 h 773"/>
                <a:gd name="T28" fmla="*/ 199 w 1217"/>
                <a:gd name="T29" fmla="*/ 712 h 773"/>
                <a:gd name="T30" fmla="*/ 12 w 1217"/>
                <a:gd name="T31" fmla="*/ 577 h 773"/>
                <a:gd name="T32" fmla="*/ 2 w 1217"/>
                <a:gd name="T33" fmla="*/ 578 h 773"/>
                <a:gd name="T34" fmla="*/ 4 w 1217"/>
                <a:gd name="T35" fmla="*/ 588 h 7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17" h="773">
                  <a:moveTo>
                    <a:pt x="4" y="588"/>
                  </a:moveTo>
                  <a:cubicBezTo>
                    <a:pt x="81" y="647"/>
                    <a:pt x="141" y="692"/>
                    <a:pt x="193" y="724"/>
                  </a:cubicBezTo>
                  <a:cubicBezTo>
                    <a:pt x="244" y="755"/>
                    <a:pt x="288" y="772"/>
                    <a:pt x="332" y="772"/>
                  </a:cubicBezTo>
                  <a:cubicBezTo>
                    <a:pt x="359" y="772"/>
                    <a:pt x="386" y="765"/>
                    <a:pt x="415" y="752"/>
                  </a:cubicBezTo>
                  <a:cubicBezTo>
                    <a:pt x="458" y="733"/>
                    <a:pt x="505" y="698"/>
                    <a:pt x="563" y="648"/>
                  </a:cubicBezTo>
                  <a:cubicBezTo>
                    <a:pt x="620" y="597"/>
                    <a:pt x="689" y="531"/>
                    <a:pt x="776" y="448"/>
                  </a:cubicBezTo>
                  <a:lnTo>
                    <a:pt x="776" y="448"/>
                  </a:lnTo>
                  <a:lnTo>
                    <a:pt x="1213" y="12"/>
                  </a:lnTo>
                  <a:cubicBezTo>
                    <a:pt x="1216" y="9"/>
                    <a:pt x="1216" y="5"/>
                    <a:pt x="1213" y="2"/>
                  </a:cubicBezTo>
                  <a:cubicBezTo>
                    <a:pt x="1210" y="0"/>
                    <a:pt x="1206" y="0"/>
                    <a:pt x="1204" y="2"/>
                  </a:cubicBezTo>
                  <a:lnTo>
                    <a:pt x="767" y="439"/>
                  </a:lnTo>
                  <a:cubicBezTo>
                    <a:pt x="651" y="549"/>
                    <a:pt x="568" y="630"/>
                    <a:pt x="500" y="682"/>
                  </a:cubicBezTo>
                  <a:cubicBezTo>
                    <a:pt x="466" y="709"/>
                    <a:pt x="437" y="728"/>
                    <a:pt x="410" y="740"/>
                  </a:cubicBezTo>
                  <a:cubicBezTo>
                    <a:pt x="382" y="753"/>
                    <a:pt x="357" y="759"/>
                    <a:pt x="332" y="759"/>
                  </a:cubicBezTo>
                  <a:cubicBezTo>
                    <a:pt x="291" y="759"/>
                    <a:pt x="250" y="743"/>
                    <a:pt x="199" y="712"/>
                  </a:cubicBezTo>
                  <a:cubicBezTo>
                    <a:pt x="149" y="682"/>
                    <a:pt x="89" y="636"/>
                    <a:pt x="12" y="577"/>
                  </a:cubicBezTo>
                  <a:cubicBezTo>
                    <a:pt x="9" y="575"/>
                    <a:pt x="4" y="575"/>
                    <a:pt x="2" y="578"/>
                  </a:cubicBezTo>
                  <a:cubicBezTo>
                    <a:pt x="0" y="581"/>
                    <a:pt x="1" y="585"/>
                    <a:pt x="4" y="58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46" name="Freeform 6">
              <a:extLst>
                <a:ext uri="{FF2B5EF4-FFF2-40B4-BE49-F238E27FC236}">
                  <a16:creationId xmlns:a16="http://schemas.microsoft.com/office/drawing/2014/main" id="{4A2E4B78-1C39-A943-B2AE-B76B55EBA492}"/>
                </a:ext>
              </a:extLst>
            </p:cNvPr>
            <p:cNvSpPr>
              <a:spLocks noChangeArrowheads="1"/>
            </p:cNvSpPr>
            <p:nvPr/>
          </p:nvSpPr>
          <p:spPr bwMode="auto">
            <a:xfrm>
              <a:off x="1368170" y="664579"/>
              <a:ext cx="439737" cy="330350"/>
            </a:xfrm>
            <a:custGeom>
              <a:avLst/>
              <a:gdLst>
                <a:gd name="T0" fmla="*/ 2631 w 2657"/>
                <a:gd name="T1" fmla="*/ 532 h 1998"/>
                <a:gd name="T2" fmla="*/ 2130 w 2657"/>
                <a:gd name="T3" fmla="*/ 145 h 1998"/>
                <a:gd name="T4" fmla="*/ 1920 w 2657"/>
                <a:gd name="T5" fmla="*/ 38 h 1998"/>
                <a:gd name="T6" fmla="*/ 1715 w 2657"/>
                <a:gd name="T7" fmla="*/ 0 h 1998"/>
                <a:gd name="T8" fmla="*/ 1578 w 2657"/>
                <a:gd name="T9" fmla="*/ 19 h 1998"/>
                <a:gd name="T10" fmla="*/ 1370 w 2657"/>
                <a:gd name="T11" fmla="*/ 116 h 1998"/>
                <a:gd name="T12" fmla="*/ 1150 w 2657"/>
                <a:gd name="T13" fmla="*/ 295 h 1998"/>
                <a:gd name="T14" fmla="*/ 1150 w 2657"/>
                <a:gd name="T15" fmla="*/ 295 h 1998"/>
                <a:gd name="T16" fmla="*/ 16 w 2657"/>
                <a:gd name="T17" fmla="*/ 1368 h 1998"/>
                <a:gd name="T18" fmla="*/ 0 w 2657"/>
                <a:gd name="T19" fmla="*/ 1406 h 1998"/>
                <a:gd name="T20" fmla="*/ 16 w 2657"/>
                <a:gd name="T21" fmla="*/ 1444 h 1998"/>
                <a:gd name="T22" fmla="*/ 566 w 2657"/>
                <a:gd name="T23" fmla="*/ 1977 h 1998"/>
                <a:gd name="T24" fmla="*/ 640 w 2657"/>
                <a:gd name="T25" fmla="*/ 1976 h 1998"/>
                <a:gd name="T26" fmla="*/ 639 w 2657"/>
                <a:gd name="T27" fmla="*/ 1901 h 1998"/>
                <a:gd name="T28" fmla="*/ 129 w 2657"/>
                <a:gd name="T29" fmla="*/ 1406 h 1998"/>
                <a:gd name="T30" fmla="*/ 1223 w 2657"/>
                <a:gd name="T31" fmla="*/ 371 h 1998"/>
                <a:gd name="T32" fmla="*/ 1223 w 2657"/>
                <a:gd name="T33" fmla="*/ 371 h 1998"/>
                <a:gd name="T34" fmla="*/ 1489 w 2657"/>
                <a:gd name="T35" fmla="*/ 167 h 1998"/>
                <a:gd name="T36" fmla="*/ 1605 w 2657"/>
                <a:gd name="T37" fmla="*/ 121 h 1998"/>
                <a:gd name="T38" fmla="*/ 1715 w 2657"/>
                <a:gd name="T39" fmla="*/ 106 h 1998"/>
                <a:gd name="T40" fmla="*/ 1884 w 2657"/>
                <a:gd name="T41" fmla="*/ 138 h 1998"/>
                <a:gd name="T42" fmla="*/ 2181 w 2657"/>
                <a:gd name="T43" fmla="*/ 306 h 1998"/>
                <a:gd name="T44" fmla="*/ 2562 w 2657"/>
                <a:gd name="T45" fmla="*/ 612 h 1998"/>
                <a:gd name="T46" fmla="*/ 2637 w 2657"/>
                <a:gd name="T47" fmla="*/ 606 h 1998"/>
                <a:gd name="T48" fmla="*/ 2631 w 2657"/>
                <a:gd name="T49" fmla="*/ 532 h 19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657" h="1998">
                  <a:moveTo>
                    <a:pt x="2631" y="532"/>
                  </a:moveTo>
                  <a:cubicBezTo>
                    <a:pt x="2437" y="367"/>
                    <a:pt x="2276" y="237"/>
                    <a:pt x="2130" y="145"/>
                  </a:cubicBezTo>
                  <a:cubicBezTo>
                    <a:pt x="2058" y="99"/>
                    <a:pt x="1988" y="63"/>
                    <a:pt x="1920" y="38"/>
                  </a:cubicBezTo>
                  <a:cubicBezTo>
                    <a:pt x="1851" y="14"/>
                    <a:pt x="1783" y="0"/>
                    <a:pt x="1715" y="0"/>
                  </a:cubicBezTo>
                  <a:cubicBezTo>
                    <a:pt x="1669" y="0"/>
                    <a:pt x="1623" y="6"/>
                    <a:pt x="1578" y="19"/>
                  </a:cubicBezTo>
                  <a:cubicBezTo>
                    <a:pt x="1509" y="37"/>
                    <a:pt x="1440" y="70"/>
                    <a:pt x="1370" y="116"/>
                  </a:cubicBezTo>
                  <a:cubicBezTo>
                    <a:pt x="1299" y="162"/>
                    <a:pt x="1227" y="221"/>
                    <a:pt x="1150" y="295"/>
                  </a:cubicBezTo>
                  <a:lnTo>
                    <a:pt x="1150" y="295"/>
                  </a:lnTo>
                  <a:lnTo>
                    <a:pt x="16" y="1368"/>
                  </a:lnTo>
                  <a:cubicBezTo>
                    <a:pt x="6" y="1378"/>
                    <a:pt x="0" y="1391"/>
                    <a:pt x="0" y="1406"/>
                  </a:cubicBezTo>
                  <a:cubicBezTo>
                    <a:pt x="0" y="1420"/>
                    <a:pt x="6" y="1434"/>
                    <a:pt x="16" y="1444"/>
                  </a:cubicBezTo>
                  <a:lnTo>
                    <a:pt x="566" y="1977"/>
                  </a:lnTo>
                  <a:cubicBezTo>
                    <a:pt x="587" y="1997"/>
                    <a:pt x="619" y="1997"/>
                    <a:pt x="640" y="1976"/>
                  </a:cubicBezTo>
                  <a:cubicBezTo>
                    <a:pt x="660" y="1955"/>
                    <a:pt x="660" y="1921"/>
                    <a:pt x="639" y="1901"/>
                  </a:cubicBezTo>
                  <a:lnTo>
                    <a:pt x="129" y="1406"/>
                  </a:lnTo>
                  <a:lnTo>
                    <a:pt x="1223" y="371"/>
                  </a:lnTo>
                  <a:lnTo>
                    <a:pt x="1223" y="371"/>
                  </a:lnTo>
                  <a:cubicBezTo>
                    <a:pt x="1321" y="277"/>
                    <a:pt x="1409" y="210"/>
                    <a:pt x="1489" y="167"/>
                  </a:cubicBezTo>
                  <a:cubicBezTo>
                    <a:pt x="1529" y="146"/>
                    <a:pt x="1568" y="131"/>
                    <a:pt x="1605" y="121"/>
                  </a:cubicBezTo>
                  <a:cubicBezTo>
                    <a:pt x="1642" y="111"/>
                    <a:pt x="1679" y="106"/>
                    <a:pt x="1715" y="106"/>
                  </a:cubicBezTo>
                  <a:cubicBezTo>
                    <a:pt x="1770" y="106"/>
                    <a:pt x="1825" y="116"/>
                    <a:pt x="1884" y="138"/>
                  </a:cubicBezTo>
                  <a:cubicBezTo>
                    <a:pt x="1972" y="170"/>
                    <a:pt x="2070" y="226"/>
                    <a:pt x="2181" y="306"/>
                  </a:cubicBezTo>
                  <a:cubicBezTo>
                    <a:pt x="2293" y="387"/>
                    <a:pt x="2418" y="490"/>
                    <a:pt x="2562" y="612"/>
                  </a:cubicBezTo>
                  <a:cubicBezTo>
                    <a:pt x="2585" y="631"/>
                    <a:pt x="2618" y="628"/>
                    <a:pt x="2637" y="606"/>
                  </a:cubicBezTo>
                  <a:cubicBezTo>
                    <a:pt x="2656" y="584"/>
                    <a:pt x="2653" y="551"/>
                    <a:pt x="2631" y="532"/>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47" name="Freeform 7">
              <a:extLst>
                <a:ext uri="{FF2B5EF4-FFF2-40B4-BE49-F238E27FC236}">
                  <a16:creationId xmlns:a16="http://schemas.microsoft.com/office/drawing/2014/main" id="{E34B0E8F-7C29-3241-8B05-8DB5DF4ED827}"/>
                </a:ext>
              </a:extLst>
            </p:cNvPr>
            <p:cNvSpPr>
              <a:spLocks noChangeArrowheads="1"/>
            </p:cNvSpPr>
            <p:nvPr/>
          </p:nvSpPr>
          <p:spPr bwMode="auto">
            <a:xfrm>
              <a:off x="1419946" y="709792"/>
              <a:ext cx="356603" cy="190334"/>
            </a:xfrm>
            <a:custGeom>
              <a:avLst/>
              <a:gdLst>
                <a:gd name="T0" fmla="*/ 2142 w 2158"/>
                <a:gd name="T1" fmla="*/ 438 h 1152"/>
                <a:gd name="T2" fmla="*/ 1725 w 2158"/>
                <a:gd name="T3" fmla="*/ 118 h 1152"/>
                <a:gd name="T4" fmla="*/ 1552 w 2158"/>
                <a:gd name="T5" fmla="*/ 31 h 1152"/>
                <a:gd name="T6" fmla="*/ 1386 w 2158"/>
                <a:gd name="T7" fmla="*/ 0 h 1152"/>
                <a:gd name="T8" fmla="*/ 1261 w 2158"/>
                <a:gd name="T9" fmla="*/ 19 h 1152"/>
                <a:gd name="T10" fmla="*/ 1068 w 2158"/>
                <a:gd name="T11" fmla="*/ 115 h 1152"/>
                <a:gd name="T12" fmla="*/ 852 w 2158"/>
                <a:gd name="T13" fmla="*/ 295 h 1152"/>
                <a:gd name="T14" fmla="*/ 852 w 2158"/>
                <a:gd name="T15" fmla="*/ 295 h 1152"/>
                <a:gd name="T16" fmla="*/ 13 w 2158"/>
                <a:gd name="T17" fmla="*/ 1094 h 1152"/>
                <a:gd name="T18" fmla="*/ 12 w 2158"/>
                <a:gd name="T19" fmla="*/ 1138 h 1152"/>
                <a:gd name="T20" fmla="*/ 56 w 2158"/>
                <a:gd name="T21" fmla="*/ 1139 h 1152"/>
                <a:gd name="T22" fmla="*/ 895 w 2158"/>
                <a:gd name="T23" fmla="*/ 340 h 1152"/>
                <a:gd name="T24" fmla="*/ 895 w 2158"/>
                <a:gd name="T25" fmla="*/ 340 h 1152"/>
                <a:gd name="T26" fmla="*/ 1164 w 2158"/>
                <a:gd name="T27" fmla="*/ 128 h 1152"/>
                <a:gd name="T28" fmla="*/ 1279 w 2158"/>
                <a:gd name="T29" fmla="*/ 79 h 1152"/>
                <a:gd name="T30" fmla="*/ 1386 w 2158"/>
                <a:gd name="T31" fmla="*/ 63 h 1152"/>
                <a:gd name="T32" fmla="*/ 1531 w 2158"/>
                <a:gd name="T33" fmla="*/ 90 h 1152"/>
                <a:gd name="T34" fmla="*/ 1781 w 2158"/>
                <a:gd name="T35" fmla="*/ 231 h 1152"/>
                <a:gd name="T36" fmla="*/ 2102 w 2158"/>
                <a:gd name="T37" fmla="*/ 486 h 1152"/>
                <a:gd name="T38" fmla="*/ 2146 w 2158"/>
                <a:gd name="T39" fmla="*/ 482 h 1152"/>
                <a:gd name="T40" fmla="*/ 2142 w 2158"/>
                <a:gd name="T41" fmla="*/ 438 h 1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58" h="1152">
                  <a:moveTo>
                    <a:pt x="2142" y="438"/>
                  </a:moveTo>
                  <a:cubicBezTo>
                    <a:pt x="1978" y="301"/>
                    <a:pt x="1845" y="193"/>
                    <a:pt x="1725" y="118"/>
                  </a:cubicBezTo>
                  <a:cubicBezTo>
                    <a:pt x="1664" y="80"/>
                    <a:pt x="1608" y="51"/>
                    <a:pt x="1552" y="31"/>
                  </a:cubicBezTo>
                  <a:cubicBezTo>
                    <a:pt x="1496" y="11"/>
                    <a:pt x="1441" y="0"/>
                    <a:pt x="1386" y="0"/>
                  </a:cubicBezTo>
                  <a:cubicBezTo>
                    <a:pt x="1344" y="0"/>
                    <a:pt x="1303" y="6"/>
                    <a:pt x="1261" y="19"/>
                  </a:cubicBezTo>
                  <a:cubicBezTo>
                    <a:pt x="1198" y="37"/>
                    <a:pt x="1135" y="69"/>
                    <a:pt x="1068" y="115"/>
                  </a:cubicBezTo>
                  <a:cubicBezTo>
                    <a:pt x="1000" y="161"/>
                    <a:pt x="930" y="220"/>
                    <a:pt x="852" y="295"/>
                  </a:cubicBezTo>
                  <a:lnTo>
                    <a:pt x="852" y="295"/>
                  </a:lnTo>
                  <a:lnTo>
                    <a:pt x="13" y="1094"/>
                  </a:lnTo>
                  <a:cubicBezTo>
                    <a:pt x="1" y="1106"/>
                    <a:pt x="0" y="1126"/>
                    <a:pt x="12" y="1138"/>
                  </a:cubicBezTo>
                  <a:cubicBezTo>
                    <a:pt x="24" y="1151"/>
                    <a:pt x="44" y="1151"/>
                    <a:pt x="56" y="1139"/>
                  </a:cubicBezTo>
                  <a:lnTo>
                    <a:pt x="895" y="340"/>
                  </a:lnTo>
                  <a:lnTo>
                    <a:pt x="895" y="340"/>
                  </a:lnTo>
                  <a:cubicBezTo>
                    <a:pt x="997" y="243"/>
                    <a:pt x="1085" y="173"/>
                    <a:pt x="1164" y="128"/>
                  </a:cubicBezTo>
                  <a:cubicBezTo>
                    <a:pt x="1204" y="106"/>
                    <a:pt x="1242" y="89"/>
                    <a:pt x="1279" y="79"/>
                  </a:cubicBezTo>
                  <a:cubicBezTo>
                    <a:pt x="1315" y="68"/>
                    <a:pt x="1351" y="63"/>
                    <a:pt x="1386" y="63"/>
                  </a:cubicBezTo>
                  <a:cubicBezTo>
                    <a:pt x="1433" y="63"/>
                    <a:pt x="1480" y="72"/>
                    <a:pt x="1531" y="90"/>
                  </a:cubicBezTo>
                  <a:cubicBezTo>
                    <a:pt x="1606" y="117"/>
                    <a:pt x="1688" y="164"/>
                    <a:pt x="1781" y="231"/>
                  </a:cubicBezTo>
                  <a:cubicBezTo>
                    <a:pt x="1874" y="298"/>
                    <a:pt x="1979" y="384"/>
                    <a:pt x="2102" y="486"/>
                  </a:cubicBezTo>
                  <a:cubicBezTo>
                    <a:pt x="2115" y="497"/>
                    <a:pt x="2135" y="495"/>
                    <a:pt x="2146" y="482"/>
                  </a:cubicBezTo>
                  <a:cubicBezTo>
                    <a:pt x="2157" y="469"/>
                    <a:pt x="2155" y="449"/>
                    <a:pt x="2142" y="43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48" name="Freeform 8">
              <a:extLst>
                <a:ext uri="{FF2B5EF4-FFF2-40B4-BE49-F238E27FC236}">
                  <a16:creationId xmlns:a16="http://schemas.microsoft.com/office/drawing/2014/main" id="{08D4B6E4-213B-E84A-9B55-3121DC89C5CA}"/>
                </a:ext>
              </a:extLst>
            </p:cNvPr>
            <p:cNvSpPr>
              <a:spLocks noChangeArrowheads="1"/>
            </p:cNvSpPr>
            <p:nvPr/>
          </p:nvSpPr>
          <p:spPr bwMode="auto">
            <a:xfrm>
              <a:off x="1444012" y="752818"/>
              <a:ext cx="304826" cy="169186"/>
            </a:xfrm>
            <a:custGeom>
              <a:avLst/>
              <a:gdLst>
                <a:gd name="T0" fmla="*/ 1832 w 1844"/>
                <a:gd name="T1" fmla="*/ 349 h 1021"/>
                <a:gd name="T2" fmla="*/ 1494 w 1844"/>
                <a:gd name="T3" fmla="*/ 93 h 1021"/>
                <a:gd name="T4" fmla="*/ 1356 w 1844"/>
                <a:gd name="T5" fmla="*/ 24 h 1021"/>
                <a:gd name="T6" fmla="*/ 1224 w 1844"/>
                <a:gd name="T7" fmla="*/ 0 h 1021"/>
                <a:gd name="T8" fmla="*/ 1110 w 1844"/>
                <a:gd name="T9" fmla="*/ 18 h 1021"/>
                <a:gd name="T10" fmla="*/ 929 w 1844"/>
                <a:gd name="T11" fmla="*/ 116 h 1021"/>
                <a:gd name="T12" fmla="*/ 715 w 1844"/>
                <a:gd name="T13" fmla="*/ 301 h 1021"/>
                <a:gd name="T14" fmla="*/ 714 w 1844"/>
                <a:gd name="T15" fmla="*/ 301 h 1021"/>
                <a:gd name="T16" fmla="*/ 10 w 1844"/>
                <a:gd name="T17" fmla="*/ 978 h 1021"/>
                <a:gd name="T18" fmla="*/ 9 w 1844"/>
                <a:gd name="T19" fmla="*/ 1011 h 1021"/>
                <a:gd name="T20" fmla="*/ 42 w 1844"/>
                <a:gd name="T21" fmla="*/ 1012 h 1021"/>
                <a:gd name="T22" fmla="*/ 746 w 1844"/>
                <a:gd name="T23" fmla="*/ 334 h 1021"/>
                <a:gd name="T24" fmla="*/ 746 w 1844"/>
                <a:gd name="T25" fmla="*/ 334 h 1021"/>
                <a:gd name="T26" fmla="*/ 1016 w 1844"/>
                <a:gd name="T27" fmla="*/ 114 h 1021"/>
                <a:gd name="T28" fmla="*/ 1124 w 1844"/>
                <a:gd name="T29" fmla="*/ 62 h 1021"/>
                <a:gd name="T30" fmla="*/ 1224 w 1844"/>
                <a:gd name="T31" fmla="*/ 46 h 1021"/>
                <a:gd name="T32" fmla="*/ 1340 w 1844"/>
                <a:gd name="T33" fmla="*/ 67 h 1021"/>
                <a:gd name="T34" fmla="*/ 1542 w 1844"/>
                <a:gd name="T35" fmla="*/ 180 h 1021"/>
                <a:gd name="T36" fmla="*/ 1803 w 1844"/>
                <a:gd name="T37" fmla="*/ 385 h 1021"/>
                <a:gd name="T38" fmla="*/ 1835 w 1844"/>
                <a:gd name="T39" fmla="*/ 381 h 1021"/>
                <a:gd name="T40" fmla="*/ 1832 w 1844"/>
                <a:gd name="T41" fmla="*/ 349 h 10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44" h="1021">
                  <a:moveTo>
                    <a:pt x="1832" y="349"/>
                  </a:moveTo>
                  <a:cubicBezTo>
                    <a:pt x="1698" y="239"/>
                    <a:pt x="1590" y="153"/>
                    <a:pt x="1494" y="93"/>
                  </a:cubicBezTo>
                  <a:cubicBezTo>
                    <a:pt x="1446" y="63"/>
                    <a:pt x="1400" y="40"/>
                    <a:pt x="1356" y="24"/>
                  </a:cubicBezTo>
                  <a:cubicBezTo>
                    <a:pt x="1311" y="8"/>
                    <a:pt x="1268" y="0"/>
                    <a:pt x="1224" y="0"/>
                  </a:cubicBezTo>
                  <a:cubicBezTo>
                    <a:pt x="1186" y="0"/>
                    <a:pt x="1148" y="6"/>
                    <a:pt x="1110" y="18"/>
                  </a:cubicBezTo>
                  <a:cubicBezTo>
                    <a:pt x="1052" y="37"/>
                    <a:pt x="993" y="69"/>
                    <a:pt x="929" y="116"/>
                  </a:cubicBezTo>
                  <a:cubicBezTo>
                    <a:pt x="864" y="163"/>
                    <a:pt x="794" y="224"/>
                    <a:pt x="715" y="301"/>
                  </a:cubicBezTo>
                  <a:lnTo>
                    <a:pt x="714" y="301"/>
                  </a:lnTo>
                  <a:lnTo>
                    <a:pt x="10" y="978"/>
                  </a:lnTo>
                  <a:cubicBezTo>
                    <a:pt x="1" y="987"/>
                    <a:pt x="0" y="1002"/>
                    <a:pt x="9" y="1011"/>
                  </a:cubicBezTo>
                  <a:cubicBezTo>
                    <a:pt x="18" y="1020"/>
                    <a:pt x="33" y="1020"/>
                    <a:pt x="42" y="1012"/>
                  </a:cubicBezTo>
                  <a:lnTo>
                    <a:pt x="746" y="334"/>
                  </a:lnTo>
                  <a:lnTo>
                    <a:pt x="746" y="334"/>
                  </a:lnTo>
                  <a:cubicBezTo>
                    <a:pt x="851" y="233"/>
                    <a:pt x="939" y="160"/>
                    <a:pt x="1016" y="114"/>
                  </a:cubicBezTo>
                  <a:cubicBezTo>
                    <a:pt x="1054" y="90"/>
                    <a:pt x="1090" y="73"/>
                    <a:pt x="1124" y="62"/>
                  </a:cubicBezTo>
                  <a:cubicBezTo>
                    <a:pt x="1159" y="51"/>
                    <a:pt x="1191" y="46"/>
                    <a:pt x="1224" y="46"/>
                  </a:cubicBezTo>
                  <a:cubicBezTo>
                    <a:pt x="1262" y="46"/>
                    <a:pt x="1300" y="53"/>
                    <a:pt x="1340" y="67"/>
                  </a:cubicBezTo>
                  <a:cubicBezTo>
                    <a:pt x="1401" y="89"/>
                    <a:pt x="1466" y="127"/>
                    <a:pt x="1542" y="180"/>
                  </a:cubicBezTo>
                  <a:cubicBezTo>
                    <a:pt x="1617" y="234"/>
                    <a:pt x="1702" y="303"/>
                    <a:pt x="1803" y="385"/>
                  </a:cubicBezTo>
                  <a:cubicBezTo>
                    <a:pt x="1813" y="393"/>
                    <a:pt x="1827" y="391"/>
                    <a:pt x="1835" y="381"/>
                  </a:cubicBezTo>
                  <a:cubicBezTo>
                    <a:pt x="1843" y="372"/>
                    <a:pt x="1842" y="357"/>
                    <a:pt x="1832" y="34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49" name="Freeform 9">
              <a:extLst>
                <a:ext uri="{FF2B5EF4-FFF2-40B4-BE49-F238E27FC236}">
                  <a16:creationId xmlns:a16="http://schemas.microsoft.com/office/drawing/2014/main" id="{3073A429-8658-EC43-92EE-0AD58A5391AE}"/>
                </a:ext>
              </a:extLst>
            </p:cNvPr>
            <p:cNvSpPr>
              <a:spLocks noChangeArrowheads="1"/>
            </p:cNvSpPr>
            <p:nvPr/>
          </p:nvSpPr>
          <p:spPr bwMode="auto">
            <a:xfrm>
              <a:off x="1467348" y="795114"/>
              <a:ext cx="253049" cy="148038"/>
            </a:xfrm>
            <a:custGeom>
              <a:avLst/>
              <a:gdLst>
                <a:gd name="T0" fmla="*/ 1522 w 1530"/>
                <a:gd name="T1" fmla="*/ 264 h 895"/>
                <a:gd name="T2" fmla="*/ 1260 w 1530"/>
                <a:gd name="T3" fmla="*/ 70 h 895"/>
                <a:gd name="T4" fmla="*/ 1156 w 1530"/>
                <a:gd name="T5" fmla="*/ 18 h 895"/>
                <a:gd name="T6" fmla="*/ 1057 w 1530"/>
                <a:gd name="T7" fmla="*/ 0 h 895"/>
                <a:gd name="T8" fmla="*/ 957 w 1530"/>
                <a:gd name="T9" fmla="*/ 19 h 895"/>
                <a:gd name="T10" fmla="*/ 791 w 1530"/>
                <a:gd name="T11" fmla="*/ 119 h 895"/>
                <a:gd name="T12" fmla="*/ 577 w 1530"/>
                <a:gd name="T13" fmla="*/ 310 h 895"/>
                <a:gd name="T14" fmla="*/ 577 w 1530"/>
                <a:gd name="T15" fmla="*/ 310 h 895"/>
                <a:gd name="T16" fmla="*/ 6 w 1530"/>
                <a:gd name="T17" fmla="*/ 867 h 895"/>
                <a:gd name="T18" fmla="*/ 6 w 1530"/>
                <a:gd name="T19" fmla="*/ 888 h 895"/>
                <a:gd name="T20" fmla="*/ 27 w 1530"/>
                <a:gd name="T21" fmla="*/ 888 h 895"/>
                <a:gd name="T22" fmla="*/ 598 w 1530"/>
                <a:gd name="T23" fmla="*/ 331 h 895"/>
                <a:gd name="T24" fmla="*/ 598 w 1530"/>
                <a:gd name="T25" fmla="*/ 331 h 895"/>
                <a:gd name="T26" fmla="*/ 866 w 1530"/>
                <a:gd name="T27" fmla="*/ 101 h 895"/>
                <a:gd name="T28" fmla="*/ 968 w 1530"/>
                <a:gd name="T29" fmla="*/ 47 h 895"/>
                <a:gd name="T30" fmla="*/ 1057 w 1530"/>
                <a:gd name="T31" fmla="*/ 29 h 895"/>
                <a:gd name="T32" fmla="*/ 1146 w 1530"/>
                <a:gd name="T33" fmla="*/ 46 h 895"/>
                <a:gd name="T34" fmla="*/ 1300 w 1530"/>
                <a:gd name="T35" fmla="*/ 132 h 895"/>
                <a:gd name="T36" fmla="*/ 1504 w 1530"/>
                <a:gd name="T37" fmla="*/ 287 h 895"/>
                <a:gd name="T38" fmla="*/ 1524 w 1530"/>
                <a:gd name="T39" fmla="*/ 285 h 895"/>
                <a:gd name="T40" fmla="*/ 1522 w 1530"/>
                <a:gd name="T41" fmla="*/ 264 h 8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30" h="895">
                  <a:moveTo>
                    <a:pt x="1522" y="264"/>
                  </a:moveTo>
                  <a:cubicBezTo>
                    <a:pt x="1417" y="180"/>
                    <a:pt x="1334" y="115"/>
                    <a:pt x="1260" y="70"/>
                  </a:cubicBezTo>
                  <a:cubicBezTo>
                    <a:pt x="1224" y="47"/>
                    <a:pt x="1189" y="30"/>
                    <a:pt x="1156" y="18"/>
                  </a:cubicBezTo>
                  <a:cubicBezTo>
                    <a:pt x="1123" y="6"/>
                    <a:pt x="1090" y="0"/>
                    <a:pt x="1057" y="0"/>
                  </a:cubicBezTo>
                  <a:cubicBezTo>
                    <a:pt x="1024" y="0"/>
                    <a:pt x="991" y="6"/>
                    <a:pt x="957" y="19"/>
                  </a:cubicBezTo>
                  <a:cubicBezTo>
                    <a:pt x="906" y="38"/>
                    <a:pt x="852" y="71"/>
                    <a:pt x="791" y="119"/>
                  </a:cubicBezTo>
                  <a:cubicBezTo>
                    <a:pt x="729" y="167"/>
                    <a:pt x="660" y="231"/>
                    <a:pt x="577" y="310"/>
                  </a:cubicBezTo>
                  <a:lnTo>
                    <a:pt x="577" y="310"/>
                  </a:lnTo>
                  <a:lnTo>
                    <a:pt x="6" y="867"/>
                  </a:lnTo>
                  <a:cubicBezTo>
                    <a:pt x="0" y="873"/>
                    <a:pt x="0" y="882"/>
                    <a:pt x="6" y="888"/>
                  </a:cubicBezTo>
                  <a:cubicBezTo>
                    <a:pt x="12" y="894"/>
                    <a:pt x="21" y="894"/>
                    <a:pt x="27" y="888"/>
                  </a:cubicBezTo>
                  <a:lnTo>
                    <a:pt x="598" y="331"/>
                  </a:lnTo>
                  <a:lnTo>
                    <a:pt x="598" y="331"/>
                  </a:lnTo>
                  <a:cubicBezTo>
                    <a:pt x="707" y="226"/>
                    <a:pt x="793" y="150"/>
                    <a:pt x="866" y="101"/>
                  </a:cubicBezTo>
                  <a:cubicBezTo>
                    <a:pt x="903" y="76"/>
                    <a:pt x="936" y="58"/>
                    <a:pt x="968" y="47"/>
                  </a:cubicBezTo>
                  <a:cubicBezTo>
                    <a:pt x="999" y="35"/>
                    <a:pt x="1028" y="29"/>
                    <a:pt x="1057" y="29"/>
                  </a:cubicBezTo>
                  <a:cubicBezTo>
                    <a:pt x="1086" y="29"/>
                    <a:pt x="1115" y="35"/>
                    <a:pt x="1146" y="46"/>
                  </a:cubicBezTo>
                  <a:cubicBezTo>
                    <a:pt x="1192" y="62"/>
                    <a:pt x="1242" y="91"/>
                    <a:pt x="1300" y="132"/>
                  </a:cubicBezTo>
                  <a:cubicBezTo>
                    <a:pt x="1359" y="172"/>
                    <a:pt x="1425" y="225"/>
                    <a:pt x="1504" y="287"/>
                  </a:cubicBezTo>
                  <a:cubicBezTo>
                    <a:pt x="1510" y="292"/>
                    <a:pt x="1518" y="291"/>
                    <a:pt x="1524" y="285"/>
                  </a:cubicBezTo>
                  <a:cubicBezTo>
                    <a:pt x="1529" y="279"/>
                    <a:pt x="1528" y="269"/>
                    <a:pt x="1522" y="26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50" name="Freeform 10">
              <a:extLst>
                <a:ext uri="{FF2B5EF4-FFF2-40B4-BE49-F238E27FC236}">
                  <a16:creationId xmlns:a16="http://schemas.microsoft.com/office/drawing/2014/main" id="{7B9CB57C-5EF1-7045-A70B-14CD6B5A98B9}"/>
                </a:ext>
              </a:extLst>
            </p:cNvPr>
            <p:cNvSpPr>
              <a:spLocks noChangeArrowheads="1"/>
            </p:cNvSpPr>
            <p:nvPr/>
          </p:nvSpPr>
          <p:spPr bwMode="auto">
            <a:xfrm>
              <a:off x="1491413" y="835952"/>
              <a:ext cx="201273" cy="127619"/>
            </a:xfrm>
            <a:custGeom>
              <a:avLst/>
              <a:gdLst>
                <a:gd name="T0" fmla="*/ 1212 w 1217"/>
                <a:gd name="T1" fmla="*/ 184 h 773"/>
                <a:gd name="T2" fmla="*/ 1023 w 1217"/>
                <a:gd name="T3" fmla="*/ 48 h 773"/>
                <a:gd name="T4" fmla="*/ 884 w 1217"/>
                <a:gd name="T5" fmla="*/ 0 h 773"/>
                <a:gd name="T6" fmla="*/ 801 w 1217"/>
                <a:gd name="T7" fmla="*/ 20 h 773"/>
                <a:gd name="T8" fmla="*/ 653 w 1217"/>
                <a:gd name="T9" fmla="*/ 124 h 773"/>
                <a:gd name="T10" fmla="*/ 440 w 1217"/>
                <a:gd name="T11" fmla="*/ 324 h 773"/>
                <a:gd name="T12" fmla="*/ 440 w 1217"/>
                <a:gd name="T13" fmla="*/ 324 h 773"/>
                <a:gd name="T14" fmla="*/ 3 w 1217"/>
                <a:gd name="T15" fmla="*/ 760 h 773"/>
                <a:gd name="T16" fmla="*/ 3 w 1217"/>
                <a:gd name="T17" fmla="*/ 770 h 773"/>
                <a:gd name="T18" fmla="*/ 12 w 1217"/>
                <a:gd name="T19" fmla="*/ 770 h 773"/>
                <a:gd name="T20" fmla="*/ 449 w 1217"/>
                <a:gd name="T21" fmla="*/ 333 h 773"/>
                <a:gd name="T22" fmla="*/ 716 w 1217"/>
                <a:gd name="T23" fmla="*/ 90 h 773"/>
                <a:gd name="T24" fmla="*/ 806 w 1217"/>
                <a:gd name="T25" fmla="*/ 32 h 773"/>
                <a:gd name="T26" fmla="*/ 884 w 1217"/>
                <a:gd name="T27" fmla="*/ 13 h 773"/>
                <a:gd name="T28" fmla="*/ 1016 w 1217"/>
                <a:gd name="T29" fmla="*/ 60 h 773"/>
                <a:gd name="T30" fmla="*/ 1204 w 1217"/>
                <a:gd name="T31" fmla="*/ 195 h 773"/>
                <a:gd name="T32" fmla="*/ 1214 w 1217"/>
                <a:gd name="T33" fmla="*/ 194 h 773"/>
                <a:gd name="T34" fmla="*/ 1212 w 1217"/>
                <a:gd name="T35" fmla="*/ 184 h 7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17" h="773">
                  <a:moveTo>
                    <a:pt x="1212" y="184"/>
                  </a:moveTo>
                  <a:cubicBezTo>
                    <a:pt x="1135" y="125"/>
                    <a:pt x="1075" y="80"/>
                    <a:pt x="1023" y="48"/>
                  </a:cubicBezTo>
                  <a:cubicBezTo>
                    <a:pt x="971" y="17"/>
                    <a:pt x="928" y="0"/>
                    <a:pt x="884" y="0"/>
                  </a:cubicBezTo>
                  <a:cubicBezTo>
                    <a:pt x="856" y="0"/>
                    <a:pt x="829" y="7"/>
                    <a:pt x="801" y="20"/>
                  </a:cubicBezTo>
                  <a:cubicBezTo>
                    <a:pt x="758" y="39"/>
                    <a:pt x="711" y="74"/>
                    <a:pt x="653" y="124"/>
                  </a:cubicBezTo>
                  <a:cubicBezTo>
                    <a:pt x="595" y="175"/>
                    <a:pt x="527" y="241"/>
                    <a:pt x="440" y="324"/>
                  </a:cubicBezTo>
                  <a:lnTo>
                    <a:pt x="440" y="324"/>
                  </a:lnTo>
                  <a:lnTo>
                    <a:pt x="3" y="760"/>
                  </a:lnTo>
                  <a:cubicBezTo>
                    <a:pt x="0" y="763"/>
                    <a:pt x="0" y="767"/>
                    <a:pt x="3" y="770"/>
                  </a:cubicBezTo>
                  <a:cubicBezTo>
                    <a:pt x="5" y="772"/>
                    <a:pt x="10" y="772"/>
                    <a:pt x="12" y="770"/>
                  </a:cubicBezTo>
                  <a:lnTo>
                    <a:pt x="449" y="333"/>
                  </a:lnTo>
                  <a:cubicBezTo>
                    <a:pt x="565" y="223"/>
                    <a:pt x="648" y="142"/>
                    <a:pt x="716" y="90"/>
                  </a:cubicBezTo>
                  <a:cubicBezTo>
                    <a:pt x="749" y="63"/>
                    <a:pt x="778" y="44"/>
                    <a:pt x="806" y="32"/>
                  </a:cubicBezTo>
                  <a:cubicBezTo>
                    <a:pt x="833" y="19"/>
                    <a:pt x="859" y="13"/>
                    <a:pt x="884" y="13"/>
                  </a:cubicBezTo>
                  <a:cubicBezTo>
                    <a:pt x="924" y="13"/>
                    <a:pt x="966" y="29"/>
                    <a:pt x="1016" y="60"/>
                  </a:cubicBezTo>
                  <a:cubicBezTo>
                    <a:pt x="1067" y="90"/>
                    <a:pt x="1127" y="136"/>
                    <a:pt x="1204" y="195"/>
                  </a:cubicBezTo>
                  <a:cubicBezTo>
                    <a:pt x="1207" y="197"/>
                    <a:pt x="1211" y="197"/>
                    <a:pt x="1214" y="194"/>
                  </a:cubicBezTo>
                  <a:cubicBezTo>
                    <a:pt x="1216" y="191"/>
                    <a:pt x="1215" y="187"/>
                    <a:pt x="1212" y="18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51" name="Freeform 11">
              <a:extLst>
                <a:ext uri="{FF2B5EF4-FFF2-40B4-BE49-F238E27FC236}">
                  <a16:creationId xmlns:a16="http://schemas.microsoft.com/office/drawing/2014/main" id="{9187B6AA-F9BB-264E-BDCA-C7E0AC3A676B}"/>
                </a:ext>
              </a:extLst>
            </p:cNvPr>
            <p:cNvSpPr>
              <a:spLocks noChangeArrowheads="1"/>
            </p:cNvSpPr>
            <p:nvPr/>
          </p:nvSpPr>
          <p:spPr bwMode="auto">
            <a:xfrm>
              <a:off x="1608093" y="858559"/>
              <a:ext cx="72925" cy="48130"/>
            </a:xfrm>
            <a:custGeom>
              <a:avLst/>
              <a:gdLst>
                <a:gd name="T0" fmla="*/ 49 w 442"/>
                <a:gd name="T1" fmla="*/ 200 h 293"/>
                <a:gd name="T2" fmla="*/ 0 w 442"/>
                <a:gd name="T3" fmla="*/ 156 h 293"/>
                <a:gd name="T4" fmla="*/ 45 w 442"/>
                <a:gd name="T5" fmla="*/ 107 h 293"/>
                <a:gd name="T6" fmla="*/ 392 w 442"/>
                <a:gd name="T7" fmla="*/ 91 h 293"/>
                <a:gd name="T8" fmla="*/ 441 w 442"/>
                <a:gd name="T9" fmla="*/ 137 h 293"/>
                <a:gd name="T10" fmla="*/ 396 w 442"/>
                <a:gd name="T11" fmla="*/ 185 h 293"/>
                <a:gd name="T12" fmla="*/ 49 w 442"/>
                <a:gd name="T13" fmla="*/ 200 h 293"/>
              </a:gdLst>
              <a:ahLst/>
              <a:cxnLst>
                <a:cxn ang="0">
                  <a:pos x="T0" y="T1"/>
                </a:cxn>
                <a:cxn ang="0">
                  <a:pos x="T2" y="T3"/>
                </a:cxn>
                <a:cxn ang="0">
                  <a:pos x="T4" y="T5"/>
                </a:cxn>
                <a:cxn ang="0">
                  <a:pos x="T6" y="T7"/>
                </a:cxn>
                <a:cxn ang="0">
                  <a:pos x="T8" y="T9"/>
                </a:cxn>
                <a:cxn ang="0">
                  <a:pos x="T10" y="T11"/>
                </a:cxn>
                <a:cxn ang="0">
                  <a:pos x="T12" y="T13"/>
                </a:cxn>
              </a:cxnLst>
              <a:rect l="0" t="0" r="r" b="b"/>
              <a:pathLst>
                <a:path w="442" h="293">
                  <a:moveTo>
                    <a:pt x="49" y="200"/>
                  </a:moveTo>
                  <a:lnTo>
                    <a:pt x="0" y="156"/>
                  </a:lnTo>
                  <a:lnTo>
                    <a:pt x="45" y="107"/>
                  </a:lnTo>
                  <a:cubicBezTo>
                    <a:pt x="136" y="7"/>
                    <a:pt x="292" y="0"/>
                    <a:pt x="392" y="91"/>
                  </a:cubicBezTo>
                  <a:lnTo>
                    <a:pt x="441" y="137"/>
                  </a:lnTo>
                  <a:lnTo>
                    <a:pt x="396" y="185"/>
                  </a:lnTo>
                  <a:cubicBezTo>
                    <a:pt x="304" y="285"/>
                    <a:pt x="149" y="292"/>
                    <a:pt x="49" y="20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grpSp>
    </p:spTree>
    <p:extLst>
      <p:ext uri="{BB962C8B-B14F-4D97-AF65-F5344CB8AC3E}">
        <p14:creationId xmlns:p14="http://schemas.microsoft.com/office/powerpoint/2010/main" val="3030664739"/>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theme" Target="../theme/theme1.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20.xml"/><Relationship Id="rId13" Type="http://schemas.openxmlformats.org/officeDocument/2006/relationships/theme" Target="../theme/theme2.xml"/><Relationship Id="rId3" Type="http://schemas.openxmlformats.org/officeDocument/2006/relationships/slideLayout" Target="../slideLayouts/slideLayout15.xml"/><Relationship Id="rId7" Type="http://schemas.openxmlformats.org/officeDocument/2006/relationships/slideLayout" Target="../slideLayouts/slideLayout19.xml"/><Relationship Id="rId12" Type="http://schemas.openxmlformats.org/officeDocument/2006/relationships/slideLayout" Target="../slideLayouts/slideLayout24.xml"/><Relationship Id="rId2" Type="http://schemas.openxmlformats.org/officeDocument/2006/relationships/slideLayout" Target="../slideLayouts/slideLayout14.xml"/><Relationship Id="rId1" Type="http://schemas.openxmlformats.org/officeDocument/2006/relationships/slideLayout" Target="../slideLayouts/slideLayout13.xml"/><Relationship Id="rId6" Type="http://schemas.openxmlformats.org/officeDocument/2006/relationships/slideLayout" Target="../slideLayouts/slideLayout18.xml"/><Relationship Id="rId11" Type="http://schemas.openxmlformats.org/officeDocument/2006/relationships/slideLayout" Target="../slideLayouts/slideLayout23.xml"/><Relationship Id="rId5" Type="http://schemas.openxmlformats.org/officeDocument/2006/relationships/slideLayout" Target="../slideLayouts/slideLayout17.xml"/><Relationship Id="rId10" Type="http://schemas.openxmlformats.org/officeDocument/2006/relationships/slideLayout" Target="../slideLayouts/slideLayout22.xml"/><Relationship Id="rId4" Type="http://schemas.openxmlformats.org/officeDocument/2006/relationships/slideLayout" Target="../slideLayouts/slideLayout16.xml"/><Relationship Id="rId9" Type="http://schemas.openxmlformats.org/officeDocument/2006/relationships/slideLayout" Target="../slideLayouts/slideLayout21.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32.xml"/><Relationship Id="rId3" Type="http://schemas.openxmlformats.org/officeDocument/2006/relationships/slideLayout" Target="../slideLayouts/slideLayout27.xml"/><Relationship Id="rId7" Type="http://schemas.openxmlformats.org/officeDocument/2006/relationships/slideLayout" Target="../slideLayouts/slideLayout31.xml"/><Relationship Id="rId12" Type="http://schemas.openxmlformats.org/officeDocument/2006/relationships/theme" Target="../theme/theme3.xml"/><Relationship Id="rId2" Type="http://schemas.openxmlformats.org/officeDocument/2006/relationships/slideLayout" Target="../slideLayouts/slideLayout26.xml"/><Relationship Id="rId1" Type="http://schemas.openxmlformats.org/officeDocument/2006/relationships/slideLayout" Target="../slideLayouts/slideLayout25.xml"/><Relationship Id="rId6" Type="http://schemas.openxmlformats.org/officeDocument/2006/relationships/slideLayout" Target="../slideLayouts/slideLayout30.xml"/><Relationship Id="rId11" Type="http://schemas.openxmlformats.org/officeDocument/2006/relationships/slideLayout" Target="../slideLayouts/slideLayout35.xml"/><Relationship Id="rId5" Type="http://schemas.openxmlformats.org/officeDocument/2006/relationships/slideLayout" Target="../slideLayouts/slideLayout29.xml"/><Relationship Id="rId10" Type="http://schemas.openxmlformats.org/officeDocument/2006/relationships/slideLayout" Target="../slideLayouts/slideLayout34.xml"/><Relationship Id="rId4" Type="http://schemas.openxmlformats.org/officeDocument/2006/relationships/slideLayout" Target="../slideLayouts/slideLayout28.xml"/><Relationship Id="rId9" Type="http://schemas.openxmlformats.org/officeDocument/2006/relationships/slideLayout" Target="../slideLayouts/slideLayout33.xml"/></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43.xml"/><Relationship Id="rId13" Type="http://schemas.openxmlformats.org/officeDocument/2006/relationships/slideLayout" Target="../slideLayouts/slideLayout48.xml"/><Relationship Id="rId3" Type="http://schemas.openxmlformats.org/officeDocument/2006/relationships/slideLayout" Target="../slideLayouts/slideLayout38.xml"/><Relationship Id="rId7" Type="http://schemas.openxmlformats.org/officeDocument/2006/relationships/slideLayout" Target="../slideLayouts/slideLayout42.xml"/><Relationship Id="rId12" Type="http://schemas.openxmlformats.org/officeDocument/2006/relationships/slideLayout" Target="../slideLayouts/slideLayout47.xml"/><Relationship Id="rId2" Type="http://schemas.openxmlformats.org/officeDocument/2006/relationships/slideLayout" Target="../slideLayouts/slideLayout37.xml"/><Relationship Id="rId1" Type="http://schemas.openxmlformats.org/officeDocument/2006/relationships/slideLayout" Target="../slideLayouts/slideLayout36.xml"/><Relationship Id="rId6" Type="http://schemas.openxmlformats.org/officeDocument/2006/relationships/slideLayout" Target="../slideLayouts/slideLayout41.xml"/><Relationship Id="rId11" Type="http://schemas.openxmlformats.org/officeDocument/2006/relationships/slideLayout" Target="../slideLayouts/slideLayout46.xml"/><Relationship Id="rId5" Type="http://schemas.openxmlformats.org/officeDocument/2006/relationships/slideLayout" Target="../slideLayouts/slideLayout40.xml"/><Relationship Id="rId15" Type="http://schemas.openxmlformats.org/officeDocument/2006/relationships/image" Target="../media/image1.png"/><Relationship Id="rId10" Type="http://schemas.openxmlformats.org/officeDocument/2006/relationships/slideLayout" Target="../slideLayouts/slideLayout45.xml"/><Relationship Id="rId4" Type="http://schemas.openxmlformats.org/officeDocument/2006/relationships/slideLayout" Target="../slideLayouts/slideLayout39.xml"/><Relationship Id="rId9" Type="http://schemas.openxmlformats.org/officeDocument/2006/relationships/slideLayout" Target="../slideLayouts/slideLayout44.xml"/><Relationship Id="rId14" Type="http://schemas.openxmlformats.org/officeDocument/2006/relationships/theme" Target="../theme/theme4.xml"/></Relationships>
</file>

<file path=ppt/slideMasters/_rels/slideMaster5.xml.rels><?xml version="1.0" encoding="UTF-8" standalone="yes"?>
<Relationships xmlns="http://schemas.openxmlformats.org/package/2006/relationships"><Relationship Id="rId8" Type="http://schemas.openxmlformats.org/officeDocument/2006/relationships/slideLayout" Target="../slideLayouts/slideLayout56.xml"/><Relationship Id="rId3" Type="http://schemas.openxmlformats.org/officeDocument/2006/relationships/slideLayout" Target="../slideLayouts/slideLayout51.xml"/><Relationship Id="rId7" Type="http://schemas.openxmlformats.org/officeDocument/2006/relationships/slideLayout" Target="../slideLayouts/slideLayout55.xml"/><Relationship Id="rId12" Type="http://schemas.openxmlformats.org/officeDocument/2006/relationships/theme" Target="../theme/theme5.xml"/><Relationship Id="rId2" Type="http://schemas.openxmlformats.org/officeDocument/2006/relationships/slideLayout" Target="../slideLayouts/slideLayout50.xml"/><Relationship Id="rId1" Type="http://schemas.openxmlformats.org/officeDocument/2006/relationships/slideLayout" Target="../slideLayouts/slideLayout49.xml"/><Relationship Id="rId6" Type="http://schemas.openxmlformats.org/officeDocument/2006/relationships/slideLayout" Target="../slideLayouts/slideLayout54.xml"/><Relationship Id="rId11" Type="http://schemas.openxmlformats.org/officeDocument/2006/relationships/slideLayout" Target="../slideLayouts/slideLayout59.xml"/><Relationship Id="rId5" Type="http://schemas.openxmlformats.org/officeDocument/2006/relationships/slideLayout" Target="../slideLayouts/slideLayout53.xml"/><Relationship Id="rId10" Type="http://schemas.openxmlformats.org/officeDocument/2006/relationships/slideLayout" Target="../slideLayouts/slideLayout58.xml"/><Relationship Id="rId4" Type="http://schemas.openxmlformats.org/officeDocument/2006/relationships/slideLayout" Target="../slideLayouts/slideLayout52.xml"/><Relationship Id="rId9" Type="http://schemas.openxmlformats.org/officeDocument/2006/relationships/slideLayout" Target="../slideLayouts/slideLayout57.xml"/></Relationships>
</file>

<file path=ppt/slideMasters/_rels/slideMaster6.xml.rels><?xml version="1.0" encoding="UTF-8" standalone="yes"?>
<Relationships xmlns="http://schemas.openxmlformats.org/package/2006/relationships"><Relationship Id="rId3" Type="http://schemas.openxmlformats.org/officeDocument/2006/relationships/slideLayout" Target="../slideLayouts/slideLayout62.xml"/><Relationship Id="rId2" Type="http://schemas.openxmlformats.org/officeDocument/2006/relationships/slideLayout" Target="../slideLayouts/slideLayout61.xml"/><Relationship Id="rId1" Type="http://schemas.openxmlformats.org/officeDocument/2006/relationships/slideLayout" Target="../slideLayouts/slideLayout60.xml"/><Relationship Id="rId4" Type="http://schemas.openxmlformats.org/officeDocument/2006/relationships/theme" Target="../theme/theme6.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533400" y="228600"/>
            <a:ext cx="7772400" cy="1143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1027" name="Rectangle 3"/>
          <p:cNvSpPr>
            <a:spLocks noGrp="1" noChangeArrowheads="1"/>
          </p:cNvSpPr>
          <p:nvPr>
            <p:ph type="body" idx="1"/>
          </p:nvPr>
        </p:nvSpPr>
        <p:spPr bwMode="auto">
          <a:xfrm>
            <a:off x="533400" y="1600200"/>
            <a:ext cx="7772400" cy="4648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028"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a:latin typeface="Times New Roman" charset="0"/>
              </a:defRPr>
            </a:lvl1pPr>
          </a:lstStyle>
          <a:p>
            <a:pPr>
              <a:defRPr/>
            </a:pPr>
            <a:endParaRPr lang="en-US"/>
          </a:p>
        </p:txBody>
      </p:sp>
    </p:spTree>
  </p:cSld>
  <p:clrMap bg1="lt1" tx1="dk1" bg2="lt2" tx2="dk2" accent1="accent1" accent2="accent2" accent3="accent3" accent4="accent4" accent5="accent5" accent6="accent6" hlink="hlink" folHlink="folHlink"/>
  <p:sldLayoutIdLst>
    <p:sldLayoutId id="2147483797" r:id="rId1"/>
    <p:sldLayoutId id="2147483798" r:id="rId2"/>
    <p:sldLayoutId id="2147483799" r:id="rId3"/>
    <p:sldLayoutId id="2147483800" r:id="rId4"/>
    <p:sldLayoutId id="2147483801" r:id="rId5"/>
    <p:sldLayoutId id="2147483802" r:id="rId6"/>
    <p:sldLayoutId id="2147483803" r:id="rId7"/>
    <p:sldLayoutId id="2147483804" r:id="rId8"/>
    <p:sldLayoutId id="2147483805" r:id="rId9"/>
    <p:sldLayoutId id="2147483806" r:id="rId10"/>
    <p:sldLayoutId id="2147483807" r:id="rId11"/>
    <p:sldLayoutId id="2147483808" r:id="rId12"/>
  </p:sldLayoutIdLst>
  <p:hf hdr="0" dt="0"/>
  <p:txStyles>
    <p:titleStyle>
      <a:lvl1pPr algn="l" rtl="0" eaLnBrk="0" fontAlgn="base" hangingPunct="0">
        <a:spcBef>
          <a:spcPct val="0"/>
        </a:spcBef>
        <a:spcAft>
          <a:spcPct val="0"/>
        </a:spcAft>
        <a:defRPr sz="4400">
          <a:solidFill>
            <a:srgbClr val="000099"/>
          </a:solidFill>
          <a:latin typeface="+mj-lt"/>
          <a:ea typeface="ＭＳ Ｐゴシック" charset="0"/>
          <a:cs typeface="ＭＳ Ｐゴシック" charset="0"/>
        </a:defRPr>
      </a:lvl1pPr>
      <a:lvl2pPr algn="l" rtl="0" eaLnBrk="0" fontAlgn="base" hangingPunct="0">
        <a:spcBef>
          <a:spcPct val="0"/>
        </a:spcBef>
        <a:spcAft>
          <a:spcPct val="0"/>
        </a:spcAft>
        <a:defRPr sz="4400">
          <a:solidFill>
            <a:srgbClr val="000099"/>
          </a:solidFill>
          <a:latin typeface="Gill Sans MT" pitchFamily="34" charset="0"/>
          <a:ea typeface="ＭＳ Ｐゴシック" charset="0"/>
          <a:cs typeface="ＭＳ Ｐゴシック" charset="0"/>
        </a:defRPr>
      </a:lvl2pPr>
      <a:lvl3pPr algn="l" rtl="0" eaLnBrk="0" fontAlgn="base" hangingPunct="0">
        <a:spcBef>
          <a:spcPct val="0"/>
        </a:spcBef>
        <a:spcAft>
          <a:spcPct val="0"/>
        </a:spcAft>
        <a:defRPr sz="4400">
          <a:solidFill>
            <a:srgbClr val="000099"/>
          </a:solidFill>
          <a:latin typeface="Gill Sans MT" pitchFamily="34" charset="0"/>
          <a:ea typeface="ＭＳ Ｐゴシック" charset="0"/>
          <a:cs typeface="ＭＳ Ｐゴシック" charset="0"/>
        </a:defRPr>
      </a:lvl3pPr>
      <a:lvl4pPr algn="l" rtl="0" eaLnBrk="0" fontAlgn="base" hangingPunct="0">
        <a:spcBef>
          <a:spcPct val="0"/>
        </a:spcBef>
        <a:spcAft>
          <a:spcPct val="0"/>
        </a:spcAft>
        <a:defRPr sz="4400">
          <a:solidFill>
            <a:srgbClr val="000099"/>
          </a:solidFill>
          <a:latin typeface="Gill Sans MT" pitchFamily="34" charset="0"/>
          <a:ea typeface="ＭＳ Ｐゴシック" charset="0"/>
          <a:cs typeface="ＭＳ Ｐゴシック" charset="0"/>
        </a:defRPr>
      </a:lvl4pPr>
      <a:lvl5pPr algn="l" rtl="0" eaLnBrk="0" fontAlgn="base" hangingPunct="0">
        <a:spcBef>
          <a:spcPct val="0"/>
        </a:spcBef>
        <a:spcAft>
          <a:spcPct val="0"/>
        </a:spcAft>
        <a:defRPr sz="4400">
          <a:solidFill>
            <a:srgbClr val="000099"/>
          </a:solidFill>
          <a:latin typeface="Gill Sans MT" pitchFamily="34" charset="0"/>
          <a:ea typeface="ＭＳ Ｐゴシック" charset="0"/>
          <a:cs typeface="ＭＳ Ｐゴシック" charset="0"/>
        </a:defRPr>
      </a:lvl5pPr>
      <a:lvl6pPr marL="457200" algn="l" rtl="0" eaLnBrk="0" fontAlgn="base" hangingPunct="0">
        <a:spcBef>
          <a:spcPct val="0"/>
        </a:spcBef>
        <a:spcAft>
          <a:spcPct val="0"/>
        </a:spcAft>
        <a:defRPr sz="4400">
          <a:solidFill>
            <a:srgbClr val="000099"/>
          </a:solidFill>
          <a:latin typeface="Gill Sans MT" pitchFamily="34" charset="0"/>
        </a:defRPr>
      </a:lvl6pPr>
      <a:lvl7pPr marL="914400" algn="l" rtl="0" eaLnBrk="0" fontAlgn="base" hangingPunct="0">
        <a:spcBef>
          <a:spcPct val="0"/>
        </a:spcBef>
        <a:spcAft>
          <a:spcPct val="0"/>
        </a:spcAft>
        <a:defRPr sz="4400">
          <a:solidFill>
            <a:srgbClr val="000099"/>
          </a:solidFill>
          <a:latin typeface="Gill Sans MT" pitchFamily="34" charset="0"/>
        </a:defRPr>
      </a:lvl7pPr>
      <a:lvl8pPr marL="1371600" algn="l" rtl="0" eaLnBrk="0" fontAlgn="base" hangingPunct="0">
        <a:spcBef>
          <a:spcPct val="0"/>
        </a:spcBef>
        <a:spcAft>
          <a:spcPct val="0"/>
        </a:spcAft>
        <a:defRPr sz="4400">
          <a:solidFill>
            <a:srgbClr val="000099"/>
          </a:solidFill>
          <a:latin typeface="Gill Sans MT" pitchFamily="34" charset="0"/>
        </a:defRPr>
      </a:lvl8pPr>
      <a:lvl9pPr marL="1828800" algn="l" rtl="0" eaLnBrk="0" fontAlgn="base" hangingPunct="0">
        <a:spcBef>
          <a:spcPct val="0"/>
        </a:spcBef>
        <a:spcAft>
          <a:spcPct val="0"/>
        </a:spcAft>
        <a:defRPr sz="4400">
          <a:solidFill>
            <a:srgbClr val="000099"/>
          </a:solidFill>
          <a:latin typeface="Gill Sans MT" pitchFamily="34" charset="0"/>
        </a:defRPr>
      </a:lvl9pPr>
    </p:titleStyle>
    <p:body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2">
            <a:extLst>
              <a:ext uri="{FF2B5EF4-FFF2-40B4-BE49-F238E27FC236}">
                <a16:creationId xmlns:a16="http://schemas.microsoft.com/office/drawing/2014/main" id="{942C7EA1-CC5C-7700-92DB-6D0F8F7784A9}"/>
              </a:ext>
            </a:extLst>
          </p:cNvPr>
          <p:cNvSpPr>
            <a:spLocks noGrp="1" noChangeArrowheads="1"/>
          </p:cNvSpPr>
          <p:nvPr>
            <p:ph type="title"/>
          </p:nvPr>
        </p:nvSpPr>
        <p:spPr bwMode="auto">
          <a:xfrm>
            <a:off x="5334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zh-CN"/>
              <a:t>Click to edit Master title style</a:t>
            </a:r>
          </a:p>
        </p:txBody>
      </p:sp>
      <p:sp>
        <p:nvSpPr>
          <p:cNvPr id="1027" name="Rectangle 3">
            <a:extLst>
              <a:ext uri="{FF2B5EF4-FFF2-40B4-BE49-F238E27FC236}">
                <a16:creationId xmlns:a16="http://schemas.microsoft.com/office/drawing/2014/main" id="{5E0EBEF9-6160-B6D0-D979-5C1D7CC8D653}"/>
              </a:ext>
            </a:extLst>
          </p:cNvPr>
          <p:cNvSpPr>
            <a:spLocks noGrp="1" noChangeArrowheads="1"/>
          </p:cNvSpPr>
          <p:nvPr>
            <p:ph type="body" idx="1"/>
          </p:nvPr>
        </p:nvSpPr>
        <p:spPr bwMode="auto">
          <a:xfrm>
            <a:off x="533400" y="1600200"/>
            <a:ext cx="7772400" cy="4648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zh-CN"/>
              <a:t>Click to edit Master text styles</a:t>
            </a:r>
          </a:p>
          <a:p>
            <a:pPr lvl="1"/>
            <a:r>
              <a:rPr lang="en-US" altLang="zh-CN"/>
              <a:t>Second level</a:t>
            </a:r>
          </a:p>
          <a:p>
            <a:pPr lvl="2"/>
            <a:r>
              <a:rPr lang="en-US" altLang="zh-CN"/>
              <a:t>Third level</a:t>
            </a:r>
          </a:p>
          <a:p>
            <a:pPr lvl="3"/>
            <a:r>
              <a:rPr lang="en-US" altLang="zh-CN"/>
              <a:t>Fourth level</a:t>
            </a:r>
          </a:p>
          <a:p>
            <a:pPr lvl="4"/>
            <a:r>
              <a:rPr lang="en-US" altLang="zh-CN"/>
              <a:t>Fifth level</a:t>
            </a:r>
          </a:p>
        </p:txBody>
      </p:sp>
      <p:sp>
        <p:nvSpPr>
          <p:cNvPr id="1028" name="Rectangle 4">
            <a:extLst>
              <a:ext uri="{FF2B5EF4-FFF2-40B4-BE49-F238E27FC236}">
                <a16:creationId xmlns:a16="http://schemas.microsoft.com/office/drawing/2014/main" id="{D6608AED-F212-5B51-5287-E839484F0010}"/>
              </a:ext>
            </a:extLst>
          </p:cNvPr>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a:latin typeface="Times New Roman" pitchFamily="18" charset="0"/>
                <a:ea typeface="宋体" pitchFamily="2" charset="-122"/>
                <a:cs typeface="+mn-cs"/>
              </a:defRPr>
            </a:lvl1pPr>
          </a:lstStyle>
          <a:p>
            <a:pPr>
              <a:defRPr/>
            </a:pPr>
            <a:endParaRPr lang="en-US" altLang="zh-CN"/>
          </a:p>
        </p:txBody>
      </p:sp>
      <p:sp>
        <p:nvSpPr>
          <p:cNvPr id="1029" name="Rectangle 5">
            <a:extLst>
              <a:ext uri="{FF2B5EF4-FFF2-40B4-BE49-F238E27FC236}">
                <a16:creationId xmlns:a16="http://schemas.microsoft.com/office/drawing/2014/main" id="{DC9FFB00-5BA8-0255-D46E-B337C505CE41}"/>
              </a:ext>
            </a:extLst>
          </p:cNvPr>
          <p:cNvSpPr>
            <a:spLocks noGrp="1" noChangeArrowheads="1"/>
          </p:cNvSpPr>
          <p:nvPr>
            <p:ph type="ftr" sz="quarter" idx="3"/>
          </p:nvPr>
        </p:nvSpPr>
        <p:spPr bwMode="auto">
          <a:xfrm>
            <a:off x="5510213" y="6508750"/>
            <a:ext cx="2895600" cy="37147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200">
                <a:latin typeface="Arial" pitchFamily="34" charset="0"/>
                <a:ea typeface="宋体" pitchFamily="2" charset="-122"/>
                <a:cs typeface="+mn-cs"/>
              </a:defRPr>
            </a:lvl1pPr>
          </a:lstStyle>
          <a:p>
            <a:pPr>
              <a:defRPr/>
            </a:pPr>
            <a:r>
              <a:rPr lang="en-US" altLang="zh-CN"/>
              <a:t>Network Layer</a:t>
            </a:r>
          </a:p>
        </p:txBody>
      </p:sp>
      <p:sp>
        <p:nvSpPr>
          <p:cNvPr id="1030" name="Rectangle 6">
            <a:extLst>
              <a:ext uri="{FF2B5EF4-FFF2-40B4-BE49-F238E27FC236}">
                <a16:creationId xmlns:a16="http://schemas.microsoft.com/office/drawing/2014/main" id="{7E43229D-F5F4-AF86-D8AC-27F60D17E92D}"/>
              </a:ext>
            </a:extLst>
          </p:cNvPr>
          <p:cNvSpPr>
            <a:spLocks noGrp="1" noChangeArrowheads="1"/>
          </p:cNvSpPr>
          <p:nvPr>
            <p:ph type="sldNum" sz="quarter" idx="4"/>
          </p:nvPr>
        </p:nvSpPr>
        <p:spPr bwMode="auto">
          <a:xfrm>
            <a:off x="8162925" y="6507163"/>
            <a:ext cx="676275" cy="350837"/>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200">
                <a:latin typeface="Arial" panose="020B0604020202020204" pitchFamily="34" charset="0"/>
              </a:defRPr>
            </a:lvl1pPr>
          </a:lstStyle>
          <a:p>
            <a:pPr>
              <a:defRPr/>
            </a:pPr>
            <a:r>
              <a:rPr lang="en-US" altLang="zh-CN"/>
              <a:t>4-</a:t>
            </a:r>
            <a:fld id="{0BE966F7-3BA8-0D4B-AAA4-959DA7EB2061}" type="slidenum">
              <a:rPr lang="en-US" altLang="zh-CN" smtClean="0"/>
              <a:pPr>
                <a:defRPr/>
              </a:pPr>
              <a:t>‹#›</a:t>
            </a:fld>
            <a:endParaRPr lang="en-US" altLang="zh-CN"/>
          </a:p>
        </p:txBody>
      </p:sp>
    </p:spTree>
    <p:extLst>
      <p:ext uri="{BB962C8B-B14F-4D97-AF65-F5344CB8AC3E}">
        <p14:creationId xmlns:p14="http://schemas.microsoft.com/office/powerpoint/2010/main" val="4125179484"/>
      </p:ext>
    </p:extLst>
  </p:cSld>
  <p:clrMap bg1="lt1" tx1="dk1" bg2="lt2" tx2="dk2" accent1="accent1" accent2="accent2" accent3="accent3" accent4="accent4" accent5="accent5" accent6="accent6" hlink="hlink" folHlink="folHlink"/>
  <p:sldLayoutIdLst>
    <p:sldLayoutId id="2147483810" r:id="rId1"/>
    <p:sldLayoutId id="2147483811" r:id="rId2"/>
    <p:sldLayoutId id="2147483812" r:id="rId3"/>
    <p:sldLayoutId id="2147483813" r:id="rId4"/>
    <p:sldLayoutId id="2147483814" r:id="rId5"/>
    <p:sldLayoutId id="2147483815" r:id="rId6"/>
    <p:sldLayoutId id="2147483816" r:id="rId7"/>
    <p:sldLayoutId id="2147483817" r:id="rId8"/>
    <p:sldLayoutId id="2147483818" r:id="rId9"/>
    <p:sldLayoutId id="2147483819" r:id="rId10"/>
    <p:sldLayoutId id="2147483820" r:id="rId11"/>
    <p:sldLayoutId id="2147483821" r:id="rId12"/>
  </p:sldLayoutIdLst>
  <p:hf hdr="0" dt="0"/>
  <p:txStyles>
    <p:titleStyle>
      <a:lvl1pPr algn="l" rtl="0" eaLnBrk="0" fontAlgn="base" hangingPunct="0">
        <a:spcBef>
          <a:spcPct val="0"/>
        </a:spcBef>
        <a:spcAft>
          <a:spcPct val="0"/>
        </a:spcAft>
        <a:defRPr sz="4000" u="sng">
          <a:solidFill>
            <a:srgbClr val="000099"/>
          </a:solidFill>
          <a:latin typeface="+mj-lt"/>
          <a:ea typeface="宋体" charset="0"/>
          <a:cs typeface="宋体" charset="0"/>
        </a:defRPr>
      </a:lvl1pPr>
      <a:lvl2pPr algn="l" rtl="0" eaLnBrk="0" fontAlgn="base" hangingPunct="0">
        <a:spcBef>
          <a:spcPct val="0"/>
        </a:spcBef>
        <a:spcAft>
          <a:spcPct val="0"/>
        </a:spcAft>
        <a:defRPr sz="4000" u="sng">
          <a:solidFill>
            <a:srgbClr val="000099"/>
          </a:solidFill>
          <a:latin typeface="Comic Sans MS" pitchFamily="66" charset="0"/>
          <a:ea typeface="宋体" charset="0"/>
          <a:cs typeface="宋体" charset="0"/>
        </a:defRPr>
      </a:lvl2pPr>
      <a:lvl3pPr algn="l" rtl="0" eaLnBrk="0" fontAlgn="base" hangingPunct="0">
        <a:spcBef>
          <a:spcPct val="0"/>
        </a:spcBef>
        <a:spcAft>
          <a:spcPct val="0"/>
        </a:spcAft>
        <a:defRPr sz="4000" u="sng">
          <a:solidFill>
            <a:srgbClr val="000099"/>
          </a:solidFill>
          <a:latin typeface="Comic Sans MS" pitchFamily="66" charset="0"/>
          <a:ea typeface="宋体" charset="0"/>
          <a:cs typeface="宋体" charset="0"/>
        </a:defRPr>
      </a:lvl3pPr>
      <a:lvl4pPr algn="l" rtl="0" eaLnBrk="0" fontAlgn="base" hangingPunct="0">
        <a:spcBef>
          <a:spcPct val="0"/>
        </a:spcBef>
        <a:spcAft>
          <a:spcPct val="0"/>
        </a:spcAft>
        <a:defRPr sz="4000" u="sng">
          <a:solidFill>
            <a:srgbClr val="000099"/>
          </a:solidFill>
          <a:latin typeface="Comic Sans MS" pitchFamily="66" charset="0"/>
          <a:ea typeface="宋体" charset="0"/>
          <a:cs typeface="宋体" charset="0"/>
        </a:defRPr>
      </a:lvl4pPr>
      <a:lvl5pPr algn="l" rtl="0" eaLnBrk="0" fontAlgn="base" hangingPunct="0">
        <a:spcBef>
          <a:spcPct val="0"/>
        </a:spcBef>
        <a:spcAft>
          <a:spcPct val="0"/>
        </a:spcAft>
        <a:defRPr sz="4000" u="sng">
          <a:solidFill>
            <a:srgbClr val="000099"/>
          </a:solidFill>
          <a:latin typeface="Comic Sans MS" pitchFamily="66" charset="0"/>
          <a:ea typeface="宋体" charset="0"/>
          <a:cs typeface="宋体" charset="0"/>
        </a:defRPr>
      </a:lvl5pPr>
      <a:lvl6pPr marL="457200" algn="l" rtl="0" eaLnBrk="0" fontAlgn="base" hangingPunct="0">
        <a:spcBef>
          <a:spcPct val="0"/>
        </a:spcBef>
        <a:spcAft>
          <a:spcPct val="0"/>
        </a:spcAft>
        <a:defRPr sz="4000" u="sng">
          <a:solidFill>
            <a:srgbClr val="000099"/>
          </a:solidFill>
          <a:latin typeface="Comic Sans MS" pitchFamily="66" charset="0"/>
        </a:defRPr>
      </a:lvl6pPr>
      <a:lvl7pPr marL="914400" algn="l" rtl="0" eaLnBrk="0" fontAlgn="base" hangingPunct="0">
        <a:spcBef>
          <a:spcPct val="0"/>
        </a:spcBef>
        <a:spcAft>
          <a:spcPct val="0"/>
        </a:spcAft>
        <a:defRPr sz="4000" u="sng">
          <a:solidFill>
            <a:srgbClr val="000099"/>
          </a:solidFill>
          <a:latin typeface="Comic Sans MS" pitchFamily="66" charset="0"/>
        </a:defRPr>
      </a:lvl7pPr>
      <a:lvl8pPr marL="1371600" algn="l" rtl="0" eaLnBrk="0" fontAlgn="base" hangingPunct="0">
        <a:spcBef>
          <a:spcPct val="0"/>
        </a:spcBef>
        <a:spcAft>
          <a:spcPct val="0"/>
        </a:spcAft>
        <a:defRPr sz="4000" u="sng">
          <a:solidFill>
            <a:srgbClr val="000099"/>
          </a:solidFill>
          <a:latin typeface="Comic Sans MS" pitchFamily="66" charset="0"/>
        </a:defRPr>
      </a:lvl8pPr>
      <a:lvl9pPr marL="1828800" algn="l" rtl="0" eaLnBrk="0" fontAlgn="base" hangingPunct="0">
        <a:spcBef>
          <a:spcPct val="0"/>
        </a:spcBef>
        <a:spcAft>
          <a:spcPct val="0"/>
        </a:spcAft>
        <a:defRPr sz="4000" u="sng">
          <a:solidFill>
            <a:srgbClr val="000099"/>
          </a:solidFill>
          <a:latin typeface="Comic Sans MS" pitchFamily="66" charset="0"/>
        </a:defRPr>
      </a:lvl9pPr>
    </p:titleStyle>
    <p:bodyStyle>
      <a:lvl1pPr marL="342900" indent="-342900" algn="l" rtl="0" eaLnBrk="0" fontAlgn="base" hangingPunct="0">
        <a:spcBef>
          <a:spcPct val="20000"/>
        </a:spcBef>
        <a:spcAft>
          <a:spcPct val="0"/>
        </a:spcAft>
        <a:buClr>
          <a:srgbClr val="000099"/>
        </a:buClr>
        <a:buSzPct val="75000"/>
        <a:buFont typeface="Wingdings"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itchFamily="18"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itchFamily="18" charset="0"/>
          <a:ea typeface="宋体"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8"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8"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8"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8" charset="0"/>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5C9094F7-B95D-9A75-20FF-E6C7A88EC3C4}"/>
              </a:ext>
            </a:extLst>
          </p:cNvPr>
          <p:cNvSpPr>
            <a:spLocks noGrp="1"/>
          </p:cNvSpPr>
          <p:nvPr>
            <p:ph type="title"/>
          </p:nvPr>
        </p:nvSpPr>
        <p:spPr>
          <a:xfrm>
            <a:off x="436563" y="704850"/>
            <a:ext cx="8270875" cy="1189038"/>
          </a:xfrm>
          <a:prstGeom prst="rect">
            <a:avLst/>
          </a:prstGeom>
        </p:spPr>
        <p:txBody>
          <a:bodyPr vert="horz" lIns="91440" tIns="45720" rIns="91440" bIns="45720" rtlCol="0" anchor="b">
            <a:normAutofit/>
          </a:bodyPr>
          <a:lstStyle/>
          <a:p>
            <a:r>
              <a:rPr lang="zh-CN" altLang="en-US"/>
              <a:t>单击此处编辑母版标题样式</a:t>
            </a:r>
            <a:endParaRPr lang="en-US" dirty="0"/>
          </a:p>
        </p:txBody>
      </p:sp>
      <p:sp>
        <p:nvSpPr>
          <p:cNvPr id="67587" name="Text Placeholder 2">
            <a:extLst>
              <a:ext uri="{FF2B5EF4-FFF2-40B4-BE49-F238E27FC236}">
                <a16:creationId xmlns:a16="http://schemas.microsoft.com/office/drawing/2014/main" id="{A0EC08A1-E10F-A3CE-6C70-4A08502EFAD2}"/>
              </a:ext>
            </a:extLst>
          </p:cNvPr>
          <p:cNvSpPr>
            <a:spLocks noGrp="1" noChangeArrowheads="1"/>
          </p:cNvSpPr>
          <p:nvPr>
            <p:ph type="body" idx="1"/>
          </p:nvPr>
        </p:nvSpPr>
        <p:spPr bwMode="auto">
          <a:xfrm>
            <a:off x="436563" y="2335213"/>
            <a:ext cx="8270875" cy="3524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zh-CN" altLang="en-US"/>
              <a:t>编辑母版文本样式
第二级
第三级
第四级
第五级</a:t>
            </a:r>
          </a:p>
        </p:txBody>
      </p:sp>
      <p:sp>
        <p:nvSpPr>
          <p:cNvPr id="4" name="Date Placeholder 3">
            <a:extLst>
              <a:ext uri="{FF2B5EF4-FFF2-40B4-BE49-F238E27FC236}">
                <a16:creationId xmlns:a16="http://schemas.microsoft.com/office/drawing/2014/main" id="{7C074765-6B7A-E437-9D43-374C6A26F0B0}"/>
              </a:ext>
            </a:extLst>
          </p:cNvPr>
          <p:cNvSpPr>
            <a:spLocks noGrp="1"/>
          </p:cNvSpPr>
          <p:nvPr>
            <p:ph type="dt" sz="half" idx="2"/>
          </p:nvPr>
        </p:nvSpPr>
        <p:spPr>
          <a:xfrm>
            <a:off x="5703888" y="5956300"/>
            <a:ext cx="2133600" cy="365125"/>
          </a:xfrm>
          <a:prstGeom prst="rect">
            <a:avLst/>
          </a:prstGeom>
        </p:spPr>
        <p:txBody>
          <a:bodyPr vert="horz" lIns="91440" tIns="45720" rIns="91440" bIns="45720" rtlCol="0" anchor="ctr"/>
          <a:lstStyle>
            <a:lvl1pPr algn="r">
              <a:defRPr sz="675">
                <a:solidFill>
                  <a:schemeClr val="accent2"/>
                </a:solidFill>
              </a:defRPr>
            </a:lvl1pPr>
          </a:lstStyle>
          <a:p>
            <a:pPr>
              <a:defRPr/>
            </a:pPr>
            <a:fld id="{4F7C6F24-FB42-9945-8E20-319CD21F1D16}" type="datetimeFigureOut">
              <a:rPr lang="en-US"/>
              <a:pPr>
                <a:defRPr/>
              </a:pPr>
              <a:t>11/26/24</a:t>
            </a:fld>
            <a:endParaRPr lang="en-US"/>
          </a:p>
        </p:txBody>
      </p:sp>
      <p:sp>
        <p:nvSpPr>
          <p:cNvPr id="5" name="Footer Placeholder 4">
            <a:extLst>
              <a:ext uri="{FF2B5EF4-FFF2-40B4-BE49-F238E27FC236}">
                <a16:creationId xmlns:a16="http://schemas.microsoft.com/office/drawing/2014/main" id="{1AFAB8A6-6029-F36B-4EB4-8AD08FFBF491}"/>
              </a:ext>
            </a:extLst>
          </p:cNvPr>
          <p:cNvSpPr>
            <a:spLocks noGrp="1"/>
          </p:cNvSpPr>
          <p:nvPr>
            <p:ph type="ftr" sz="quarter" idx="3"/>
          </p:nvPr>
        </p:nvSpPr>
        <p:spPr>
          <a:xfrm>
            <a:off x="436563" y="5951538"/>
            <a:ext cx="5187950" cy="365125"/>
          </a:xfrm>
          <a:prstGeom prst="rect">
            <a:avLst/>
          </a:prstGeom>
        </p:spPr>
        <p:txBody>
          <a:bodyPr vert="horz" lIns="91440" tIns="45720" rIns="91440" bIns="45720" rtlCol="0" anchor="ctr"/>
          <a:lstStyle>
            <a:lvl1pPr algn="l">
              <a:defRPr sz="675" cap="all">
                <a:solidFill>
                  <a:schemeClr val="accent2"/>
                </a:solidFill>
              </a:defRPr>
            </a:lvl1pPr>
          </a:lstStyle>
          <a:p>
            <a:pPr>
              <a:defRPr/>
            </a:pPr>
            <a:endParaRPr lang="en-US"/>
          </a:p>
        </p:txBody>
      </p:sp>
      <p:sp>
        <p:nvSpPr>
          <p:cNvPr id="6" name="Slide Number Placeholder 5">
            <a:extLst>
              <a:ext uri="{FF2B5EF4-FFF2-40B4-BE49-F238E27FC236}">
                <a16:creationId xmlns:a16="http://schemas.microsoft.com/office/drawing/2014/main" id="{31667CAB-0A88-4549-333A-4203DD1D8B5A}"/>
              </a:ext>
            </a:extLst>
          </p:cNvPr>
          <p:cNvSpPr>
            <a:spLocks noGrp="1"/>
          </p:cNvSpPr>
          <p:nvPr>
            <p:ph type="sldNum" sz="quarter" idx="4"/>
          </p:nvPr>
        </p:nvSpPr>
        <p:spPr>
          <a:xfrm>
            <a:off x="7918450" y="5956300"/>
            <a:ext cx="788988" cy="365125"/>
          </a:xfrm>
          <a:prstGeom prst="rect">
            <a:avLst/>
          </a:prstGeom>
        </p:spPr>
        <p:txBody>
          <a:bodyPr vert="horz" lIns="91440" tIns="45720" rIns="91440" bIns="45720" rtlCol="0" anchor="ctr"/>
          <a:lstStyle>
            <a:lvl1pPr algn="r">
              <a:defRPr sz="675">
                <a:solidFill>
                  <a:schemeClr val="accent2"/>
                </a:solidFill>
              </a:defRPr>
            </a:lvl1pPr>
          </a:lstStyle>
          <a:p>
            <a:pPr>
              <a:defRPr/>
            </a:pPr>
            <a:fld id="{76509944-C15B-DE4F-BCD8-0EC9A82A1FCF}" type="slidenum">
              <a:rPr lang="en-US"/>
              <a:pPr>
                <a:defRPr/>
              </a:pPr>
              <a:t>‹#›</a:t>
            </a:fld>
            <a:endParaRPr lang="en-US"/>
          </a:p>
        </p:txBody>
      </p:sp>
      <p:sp>
        <p:nvSpPr>
          <p:cNvPr id="9" name="Rectangle 8">
            <a:extLst>
              <a:ext uri="{FF2B5EF4-FFF2-40B4-BE49-F238E27FC236}">
                <a16:creationId xmlns:a16="http://schemas.microsoft.com/office/drawing/2014/main" id="{8327DCB8-186D-D869-3677-93AF6825B36B}"/>
              </a:ext>
            </a:extLst>
          </p:cNvPr>
          <p:cNvSpPr/>
          <p:nvPr/>
        </p:nvSpPr>
        <p:spPr>
          <a:xfrm>
            <a:off x="334963" y="457200"/>
            <a:ext cx="2778125" cy="95250"/>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sp>
      <p:sp>
        <p:nvSpPr>
          <p:cNvPr id="10" name="Rectangle 9">
            <a:extLst>
              <a:ext uri="{FF2B5EF4-FFF2-40B4-BE49-F238E27FC236}">
                <a16:creationId xmlns:a16="http://schemas.microsoft.com/office/drawing/2014/main" id="{EB3A42D0-0DC3-5905-AC5A-3AB953C6575F}"/>
              </a:ext>
            </a:extLst>
          </p:cNvPr>
          <p:cNvSpPr/>
          <p:nvPr/>
        </p:nvSpPr>
        <p:spPr>
          <a:xfrm>
            <a:off x="6030913" y="454025"/>
            <a:ext cx="2778125" cy="98425"/>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sp>
      <p:sp>
        <p:nvSpPr>
          <p:cNvPr id="11" name="Rectangle 10">
            <a:extLst>
              <a:ext uri="{FF2B5EF4-FFF2-40B4-BE49-F238E27FC236}">
                <a16:creationId xmlns:a16="http://schemas.microsoft.com/office/drawing/2014/main" id="{355ABAEA-6374-B83C-AD94-E908B4085038}"/>
              </a:ext>
            </a:extLst>
          </p:cNvPr>
          <p:cNvSpPr/>
          <p:nvPr/>
        </p:nvSpPr>
        <p:spPr>
          <a:xfrm>
            <a:off x="3181350" y="457200"/>
            <a:ext cx="2778125" cy="92075"/>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sp>
    </p:spTree>
    <p:extLst>
      <p:ext uri="{BB962C8B-B14F-4D97-AF65-F5344CB8AC3E}">
        <p14:creationId xmlns:p14="http://schemas.microsoft.com/office/powerpoint/2010/main" val="1077960805"/>
      </p:ext>
    </p:extLst>
  </p:cSld>
  <p:clrMap bg1="lt1" tx1="dk1" bg2="lt2" tx2="dk2" accent1="accent1" accent2="accent2" accent3="accent3" accent4="accent4" accent5="accent5" accent6="accent6" hlink="hlink" folHlink="folHlink"/>
  <p:sldLayoutIdLst>
    <p:sldLayoutId id="2147483823" r:id="rId1"/>
    <p:sldLayoutId id="2147483824" r:id="rId2"/>
    <p:sldLayoutId id="2147483825" r:id="rId3"/>
    <p:sldLayoutId id="2147483826" r:id="rId4"/>
    <p:sldLayoutId id="2147483827" r:id="rId5"/>
    <p:sldLayoutId id="2147483828" r:id="rId6"/>
    <p:sldLayoutId id="2147483829" r:id="rId7"/>
    <p:sldLayoutId id="2147483830" r:id="rId8"/>
    <p:sldLayoutId id="2147483831" r:id="rId9"/>
    <p:sldLayoutId id="2147483832" r:id="rId10"/>
    <p:sldLayoutId id="2147483833" r:id="rId11"/>
  </p:sldLayoutIdLst>
  <p:txStyles>
    <p:titleStyle>
      <a:lvl1pPr algn="l" defTabSz="342900" rtl="0" eaLnBrk="0" fontAlgn="base" hangingPunct="0">
        <a:spcBef>
          <a:spcPct val="0"/>
        </a:spcBef>
        <a:spcAft>
          <a:spcPct val="0"/>
        </a:spcAft>
        <a:defRPr sz="2100" kern="1200" cap="all">
          <a:solidFill>
            <a:schemeClr val="bg1"/>
          </a:solidFill>
          <a:latin typeface="+mj-lt"/>
          <a:ea typeface="+mj-ea"/>
          <a:cs typeface="+mj-cs"/>
        </a:defRPr>
      </a:lvl1pPr>
      <a:lvl2pPr algn="l" defTabSz="342900" rtl="0" eaLnBrk="0" fontAlgn="base" hangingPunct="0">
        <a:spcBef>
          <a:spcPct val="0"/>
        </a:spcBef>
        <a:spcAft>
          <a:spcPct val="0"/>
        </a:spcAft>
        <a:defRPr sz="2100">
          <a:solidFill>
            <a:schemeClr val="bg1"/>
          </a:solidFill>
          <a:latin typeface="Gill Sans MT" panose="020B0502020104020203" pitchFamily="34" charset="0"/>
        </a:defRPr>
      </a:lvl2pPr>
      <a:lvl3pPr algn="l" defTabSz="342900" rtl="0" eaLnBrk="0" fontAlgn="base" hangingPunct="0">
        <a:spcBef>
          <a:spcPct val="0"/>
        </a:spcBef>
        <a:spcAft>
          <a:spcPct val="0"/>
        </a:spcAft>
        <a:defRPr sz="2100">
          <a:solidFill>
            <a:schemeClr val="bg1"/>
          </a:solidFill>
          <a:latin typeface="Gill Sans MT" panose="020B0502020104020203" pitchFamily="34" charset="0"/>
        </a:defRPr>
      </a:lvl3pPr>
      <a:lvl4pPr algn="l" defTabSz="342900" rtl="0" eaLnBrk="0" fontAlgn="base" hangingPunct="0">
        <a:spcBef>
          <a:spcPct val="0"/>
        </a:spcBef>
        <a:spcAft>
          <a:spcPct val="0"/>
        </a:spcAft>
        <a:defRPr sz="2100">
          <a:solidFill>
            <a:schemeClr val="bg1"/>
          </a:solidFill>
          <a:latin typeface="Gill Sans MT" panose="020B0502020104020203" pitchFamily="34" charset="0"/>
        </a:defRPr>
      </a:lvl4pPr>
      <a:lvl5pPr algn="l" defTabSz="342900" rtl="0" eaLnBrk="0" fontAlgn="base" hangingPunct="0">
        <a:spcBef>
          <a:spcPct val="0"/>
        </a:spcBef>
        <a:spcAft>
          <a:spcPct val="0"/>
        </a:spcAft>
        <a:defRPr sz="2100">
          <a:solidFill>
            <a:schemeClr val="bg1"/>
          </a:solidFill>
          <a:latin typeface="Gill Sans MT" panose="020B0502020104020203" pitchFamily="34" charset="0"/>
        </a:defRPr>
      </a:lvl5pPr>
      <a:lvl6pPr eaLnBrk="1" hangingPunct="1">
        <a:defRPr>
          <a:solidFill>
            <a:schemeClr val="tx2"/>
          </a:solidFill>
        </a:defRPr>
      </a:lvl6pPr>
      <a:lvl7pPr eaLnBrk="1" hangingPunct="1">
        <a:defRPr>
          <a:solidFill>
            <a:schemeClr val="tx2"/>
          </a:solidFill>
        </a:defRPr>
      </a:lvl7pPr>
      <a:lvl8pPr eaLnBrk="1" hangingPunct="1">
        <a:defRPr>
          <a:solidFill>
            <a:schemeClr val="tx2"/>
          </a:solidFill>
        </a:defRPr>
      </a:lvl8pPr>
      <a:lvl9pPr eaLnBrk="1" hangingPunct="1">
        <a:defRPr>
          <a:solidFill>
            <a:schemeClr val="tx2"/>
          </a:solidFill>
        </a:defRPr>
      </a:lvl9pPr>
    </p:titleStyle>
    <p:bodyStyle>
      <a:lvl1pPr marL="228600" indent="-228600" algn="l" defTabSz="342900" rtl="0" eaLnBrk="0" fontAlgn="base" hangingPunct="0">
        <a:spcBef>
          <a:spcPct val="20000"/>
        </a:spcBef>
        <a:spcAft>
          <a:spcPts val="450"/>
        </a:spcAft>
        <a:buClr>
          <a:schemeClr val="accent2"/>
        </a:buClr>
        <a:buSzPct val="92000"/>
        <a:buFont typeface="Wingdings 2" pitchFamily="2" charset="2"/>
        <a:buChar char=""/>
        <a:defRPr sz="1300" kern="1200">
          <a:solidFill>
            <a:schemeClr val="tx2"/>
          </a:solidFill>
          <a:latin typeface="+mn-lt"/>
          <a:ea typeface="+mn-ea"/>
          <a:cs typeface="+mn-cs"/>
        </a:defRPr>
      </a:lvl1pPr>
      <a:lvl2pPr marL="471488" indent="-228600" algn="l" defTabSz="342900" rtl="0" eaLnBrk="0" fontAlgn="base" hangingPunct="0">
        <a:spcBef>
          <a:spcPct val="20000"/>
        </a:spcBef>
        <a:spcAft>
          <a:spcPts val="450"/>
        </a:spcAft>
        <a:buClr>
          <a:schemeClr val="accent2"/>
        </a:buClr>
        <a:buSzPct val="92000"/>
        <a:buFont typeface="Wingdings 2" pitchFamily="2" charset="2"/>
        <a:buChar char=""/>
        <a:defRPr sz="1200" kern="1200">
          <a:solidFill>
            <a:schemeClr val="tx2"/>
          </a:solidFill>
          <a:latin typeface="+mn-lt"/>
          <a:ea typeface="+mn-ea"/>
          <a:cs typeface="+mn-cs"/>
        </a:defRPr>
      </a:lvl2pPr>
      <a:lvl3pPr marL="674688" indent="-201613" algn="l" defTabSz="342900" rtl="0" eaLnBrk="0" fontAlgn="base" hangingPunct="0">
        <a:spcBef>
          <a:spcPct val="20000"/>
        </a:spcBef>
        <a:spcAft>
          <a:spcPts val="450"/>
        </a:spcAft>
        <a:buClr>
          <a:schemeClr val="accent2"/>
        </a:buClr>
        <a:buSzPct val="92000"/>
        <a:buFont typeface="Wingdings 2" pitchFamily="2" charset="2"/>
        <a:buChar char=""/>
        <a:defRPr sz="1000" kern="1200">
          <a:solidFill>
            <a:schemeClr val="tx2"/>
          </a:solidFill>
          <a:latin typeface="+mn-lt"/>
          <a:ea typeface="+mn-ea"/>
          <a:cs typeface="+mn-cs"/>
        </a:defRPr>
      </a:lvl3pPr>
      <a:lvl4pPr marL="930275" indent="-174625" algn="l" defTabSz="342900" rtl="0" eaLnBrk="0" fontAlgn="base" hangingPunct="0">
        <a:spcBef>
          <a:spcPct val="20000"/>
        </a:spcBef>
        <a:spcAft>
          <a:spcPts val="450"/>
        </a:spcAft>
        <a:buClr>
          <a:schemeClr val="accent2"/>
        </a:buClr>
        <a:buSzPct val="92000"/>
        <a:buFont typeface="Wingdings 2" pitchFamily="2" charset="2"/>
        <a:buChar char=""/>
        <a:defRPr sz="900" kern="1200">
          <a:solidFill>
            <a:schemeClr val="tx2"/>
          </a:solidFill>
          <a:latin typeface="+mn-lt"/>
          <a:ea typeface="+mn-ea"/>
          <a:cs typeface="+mn-cs"/>
        </a:defRPr>
      </a:lvl4pPr>
      <a:lvl5pPr marL="1200150" indent="-174625" algn="l" defTabSz="342900" rtl="0" eaLnBrk="0" fontAlgn="base" hangingPunct="0">
        <a:spcBef>
          <a:spcPct val="20000"/>
        </a:spcBef>
        <a:spcAft>
          <a:spcPts val="450"/>
        </a:spcAft>
        <a:buClr>
          <a:schemeClr val="accent2"/>
        </a:buClr>
        <a:buSzPct val="92000"/>
        <a:buFont typeface="Wingdings 2" pitchFamily="2" charset="2"/>
        <a:buChar char=""/>
        <a:defRPr sz="900" kern="1200">
          <a:solidFill>
            <a:schemeClr val="tx2"/>
          </a:solidFill>
          <a:latin typeface="+mn-lt"/>
          <a:ea typeface="+mn-ea"/>
          <a:cs typeface="+mn-cs"/>
        </a:defRPr>
      </a:lvl5pPr>
      <a:lvl6pPr marL="1425000" indent="-171450" algn="l" defTabSz="342900" rtl="0" eaLnBrk="1" latinLnBrk="0" hangingPunct="1">
        <a:spcBef>
          <a:spcPct val="20000"/>
        </a:spcBef>
        <a:spcAft>
          <a:spcPts val="450"/>
        </a:spcAft>
        <a:buClr>
          <a:schemeClr val="accent2"/>
        </a:buClr>
        <a:buSzPct val="92000"/>
        <a:buFont typeface="Wingdings 2" panose="05020102010507070707" pitchFamily="18" charset="2"/>
        <a:buChar char=""/>
        <a:defRPr sz="900" kern="1200">
          <a:solidFill>
            <a:schemeClr val="tx2"/>
          </a:solidFill>
          <a:latin typeface="+mn-lt"/>
          <a:ea typeface="+mn-ea"/>
          <a:cs typeface="+mn-cs"/>
        </a:defRPr>
      </a:lvl6pPr>
      <a:lvl7pPr marL="1650000" indent="-171450" algn="l" defTabSz="342900" rtl="0" eaLnBrk="1" latinLnBrk="0" hangingPunct="1">
        <a:spcBef>
          <a:spcPct val="20000"/>
        </a:spcBef>
        <a:spcAft>
          <a:spcPts val="450"/>
        </a:spcAft>
        <a:buClr>
          <a:schemeClr val="accent2"/>
        </a:buClr>
        <a:buSzPct val="92000"/>
        <a:buFont typeface="Wingdings 2" panose="05020102010507070707" pitchFamily="18" charset="2"/>
        <a:buChar char=""/>
        <a:defRPr sz="900" kern="1200">
          <a:solidFill>
            <a:schemeClr val="tx2"/>
          </a:solidFill>
          <a:latin typeface="+mn-lt"/>
          <a:ea typeface="+mn-ea"/>
          <a:cs typeface="+mn-cs"/>
        </a:defRPr>
      </a:lvl7pPr>
      <a:lvl8pPr marL="1875000" indent="-171450" algn="l" defTabSz="342900" rtl="0" eaLnBrk="1" latinLnBrk="0" hangingPunct="1">
        <a:spcBef>
          <a:spcPct val="20000"/>
        </a:spcBef>
        <a:spcAft>
          <a:spcPts val="450"/>
        </a:spcAft>
        <a:buClr>
          <a:schemeClr val="accent2"/>
        </a:buClr>
        <a:buSzPct val="92000"/>
        <a:buFont typeface="Wingdings 2" panose="05020102010507070707" pitchFamily="18" charset="2"/>
        <a:buChar char=""/>
        <a:defRPr sz="900" kern="1200">
          <a:solidFill>
            <a:schemeClr val="tx2"/>
          </a:solidFill>
          <a:latin typeface="+mn-lt"/>
          <a:ea typeface="+mn-ea"/>
          <a:cs typeface="+mn-cs"/>
        </a:defRPr>
      </a:lvl8pPr>
      <a:lvl9pPr marL="2100000" indent="-171450" algn="l" defTabSz="342900" rtl="0" eaLnBrk="1" latinLnBrk="0" hangingPunct="1">
        <a:spcBef>
          <a:spcPct val="20000"/>
        </a:spcBef>
        <a:spcAft>
          <a:spcPts val="450"/>
        </a:spcAft>
        <a:buClr>
          <a:schemeClr val="accent2"/>
        </a:buClr>
        <a:buSzPct val="92000"/>
        <a:buFont typeface="Wingdings 2" panose="05020102010507070707" pitchFamily="18" charset="2"/>
        <a:buChar char=""/>
        <a:defRPr sz="900" kern="1200">
          <a:solidFill>
            <a:schemeClr val="tx2"/>
          </a:solidFill>
          <a:latin typeface="+mn-lt"/>
          <a:ea typeface="+mn-ea"/>
          <a:cs typeface="+mn-cs"/>
        </a:defRPr>
      </a:lvl9pPr>
    </p:bodyStyle>
    <p:otherStyle>
      <a:defPPr>
        <a:defRPr lang="en-US"/>
      </a:defPPr>
      <a:lvl1pPr marL="0" algn="l" defTabSz="342900" rtl="0" eaLnBrk="1" latinLnBrk="0" hangingPunct="1">
        <a:defRPr sz="1350" kern="1200">
          <a:solidFill>
            <a:schemeClr val="tx1"/>
          </a:solidFill>
          <a:latin typeface="+mn-lt"/>
          <a:ea typeface="+mn-ea"/>
          <a:cs typeface="+mn-cs"/>
        </a:defRPr>
      </a:lvl1pPr>
      <a:lvl2pPr marL="342900" algn="l" defTabSz="342900" rtl="0" eaLnBrk="1" latinLnBrk="0" hangingPunct="1">
        <a:defRPr sz="1350" kern="1200">
          <a:solidFill>
            <a:schemeClr val="tx1"/>
          </a:solidFill>
          <a:latin typeface="+mn-lt"/>
          <a:ea typeface="+mn-ea"/>
          <a:cs typeface="+mn-cs"/>
        </a:defRPr>
      </a:lvl2pPr>
      <a:lvl3pPr marL="685800" algn="l" defTabSz="342900" rtl="0" eaLnBrk="1" latinLnBrk="0" hangingPunct="1">
        <a:defRPr sz="1350" kern="1200">
          <a:solidFill>
            <a:schemeClr val="tx1"/>
          </a:solidFill>
          <a:latin typeface="+mn-lt"/>
          <a:ea typeface="+mn-ea"/>
          <a:cs typeface="+mn-cs"/>
        </a:defRPr>
      </a:lvl3pPr>
      <a:lvl4pPr marL="1028700" algn="l" defTabSz="342900" rtl="0" eaLnBrk="1" latinLnBrk="0" hangingPunct="1">
        <a:defRPr sz="1350" kern="1200">
          <a:solidFill>
            <a:schemeClr val="tx1"/>
          </a:solidFill>
          <a:latin typeface="+mn-lt"/>
          <a:ea typeface="+mn-ea"/>
          <a:cs typeface="+mn-cs"/>
        </a:defRPr>
      </a:lvl4pPr>
      <a:lvl5pPr marL="1371600" algn="l" defTabSz="342900" rtl="0" eaLnBrk="1" latinLnBrk="0" hangingPunct="1">
        <a:defRPr sz="1350" kern="1200">
          <a:solidFill>
            <a:schemeClr val="tx1"/>
          </a:solidFill>
          <a:latin typeface="+mn-lt"/>
          <a:ea typeface="+mn-ea"/>
          <a:cs typeface="+mn-cs"/>
        </a:defRPr>
      </a:lvl5pPr>
      <a:lvl6pPr marL="1714500" algn="l" defTabSz="342900" rtl="0" eaLnBrk="1" latinLnBrk="0" hangingPunct="1">
        <a:defRPr sz="1350" kern="1200">
          <a:solidFill>
            <a:schemeClr val="tx1"/>
          </a:solidFill>
          <a:latin typeface="+mn-lt"/>
          <a:ea typeface="+mn-ea"/>
          <a:cs typeface="+mn-cs"/>
        </a:defRPr>
      </a:lvl6pPr>
      <a:lvl7pPr marL="2057400" algn="l" defTabSz="342900" rtl="0" eaLnBrk="1" latinLnBrk="0" hangingPunct="1">
        <a:defRPr sz="1350" kern="1200">
          <a:solidFill>
            <a:schemeClr val="tx1"/>
          </a:solidFill>
          <a:latin typeface="+mn-lt"/>
          <a:ea typeface="+mn-ea"/>
          <a:cs typeface="+mn-cs"/>
        </a:defRPr>
      </a:lvl7pPr>
      <a:lvl8pPr marL="2400300" algn="l" defTabSz="342900" rtl="0" eaLnBrk="1" latinLnBrk="0" hangingPunct="1">
        <a:defRPr sz="1350" kern="1200">
          <a:solidFill>
            <a:schemeClr val="tx1"/>
          </a:solidFill>
          <a:latin typeface="+mn-lt"/>
          <a:ea typeface="+mn-ea"/>
          <a:cs typeface="+mn-cs"/>
        </a:defRPr>
      </a:lvl8pPr>
      <a:lvl9pPr marL="2743200" algn="l" defTabSz="342900" rtl="0" eaLnBrk="1" latinLnBrk="0" hangingPunct="1">
        <a:defRPr sz="135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cSld>
    <p:bg>
      <p:bgPr>
        <a:blipFill dpi="0" rotWithShape="0">
          <a:blip r:embed="rId15"/>
          <a:srcRect/>
          <a:stretch>
            <a:fillRect/>
          </a:stretch>
        </a:blipFill>
        <a:effectLst/>
      </p:bgPr>
    </p:bg>
    <p:spTree>
      <p:nvGrpSpPr>
        <p:cNvPr id="1" name=""/>
        <p:cNvGrpSpPr/>
        <p:nvPr/>
      </p:nvGrpSpPr>
      <p:grpSpPr>
        <a:xfrm>
          <a:off x="0" y="0"/>
          <a:ext cx="0" cy="0"/>
          <a:chOff x="0" y="0"/>
          <a:chExt cx="0" cy="0"/>
        </a:xfrm>
      </p:grpSpPr>
      <p:sp>
        <p:nvSpPr>
          <p:cNvPr id="79874" name="标题占位符 1">
            <a:extLst>
              <a:ext uri="{FF2B5EF4-FFF2-40B4-BE49-F238E27FC236}">
                <a16:creationId xmlns:a16="http://schemas.microsoft.com/office/drawing/2014/main" id="{0537C738-0C6F-353A-8377-785176020A36}"/>
              </a:ext>
            </a:extLst>
          </p:cNvPr>
          <p:cNvSpPr>
            <a:spLocks noGrp="1" noChangeArrowheads="1"/>
          </p:cNvSpPr>
          <p:nvPr>
            <p:ph type="title"/>
          </p:nvPr>
        </p:nvSpPr>
        <p:spPr bwMode="auto">
          <a:xfrm>
            <a:off x="457200" y="274638"/>
            <a:ext cx="82296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385" tIns="45696" rIns="91385" bIns="45696" numCol="1" anchor="ctr" anchorCtr="0" compatLnSpc="1">
            <a:prstTxWarp prst="textNoShape">
              <a:avLst/>
            </a:prstTxWarp>
          </a:bodyPr>
          <a:lstStyle/>
          <a:p>
            <a:pPr lvl="0"/>
            <a:r>
              <a:rPr lang="zh-CN" altLang="en-US"/>
              <a:t>单击此处编辑母版标题样式</a:t>
            </a:r>
          </a:p>
        </p:txBody>
      </p:sp>
      <p:sp>
        <p:nvSpPr>
          <p:cNvPr id="79875" name="文本占位符 2">
            <a:extLst>
              <a:ext uri="{FF2B5EF4-FFF2-40B4-BE49-F238E27FC236}">
                <a16:creationId xmlns:a16="http://schemas.microsoft.com/office/drawing/2014/main" id="{15E9C1BE-E9F7-FF88-ACCC-B1930285C5A9}"/>
              </a:ext>
            </a:extLst>
          </p:cNvPr>
          <p:cNvSpPr>
            <a:spLocks noGrp="1" noChangeArrowheads="1"/>
          </p:cNvSpPr>
          <p:nvPr>
            <p:ph type="body" idx="1"/>
          </p:nvPr>
        </p:nvSpPr>
        <p:spPr bwMode="auto">
          <a:xfrm>
            <a:off x="457200" y="1600200"/>
            <a:ext cx="8229600"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385" tIns="45696" rIns="91385" bIns="45696" numCol="1" anchor="t" anchorCtr="0" compatLnSpc="1">
            <a:prstTxWarp prst="textNoShape">
              <a:avLst/>
            </a:prstTxWarp>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日期占位符 3">
            <a:extLst>
              <a:ext uri="{FF2B5EF4-FFF2-40B4-BE49-F238E27FC236}">
                <a16:creationId xmlns:a16="http://schemas.microsoft.com/office/drawing/2014/main" id="{EF2CC487-4C25-EA2E-3DC0-9D103ADD4F72}"/>
              </a:ext>
            </a:extLst>
          </p:cNvPr>
          <p:cNvSpPr>
            <a:spLocks noGrp="1"/>
          </p:cNvSpPr>
          <p:nvPr>
            <p:ph type="dt" sz="half" idx="2"/>
          </p:nvPr>
        </p:nvSpPr>
        <p:spPr>
          <a:xfrm>
            <a:off x="457200" y="6356350"/>
            <a:ext cx="2133600" cy="365125"/>
          </a:xfrm>
          <a:prstGeom prst="rect">
            <a:avLst/>
          </a:prstGeom>
        </p:spPr>
        <p:txBody>
          <a:bodyPr vert="horz" lIns="91385" tIns="45696" rIns="91385" bIns="45696" rtlCol="0" anchor="ctr"/>
          <a:lstStyle>
            <a:lvl1pPr algn="l">
              <a:defRPr sz="1200">
                <a:solidFill>
                  <a:schemeClr val="tx1">
                    <a:tint val="75000"/>
                  </a:schemeClr>
                </a:solidFill>
              </a:defRPr>
            </a:lvl1pPr>
          </a:lstStyle>
          <a:p>
            <a:pPr>
              <a:defRPr/>
            </a:pPr>
            <a:fld id="{0DE86BAF-905A-B54C-936F-F338A7E06C7B}" type="datetimeFigureOut">
              <a:rPr lang="zh-CN" altLang="en-US"/>
              <a:pPr>
                <a:defRPr/>
              </a:pPr>
              <a:t>2024/11/26</a:t>
            </a:fld>
            <a:endParaRPr lang="zh-CN" altLang="en-US"/>
          </a:p>
        </p:txBody>
      </p:sp>
      <p:sp>
        <p:nvSpPr>
          <p:cNvPr id="5" name="页脚占位符 4">
            <a:extLst>
              <a:ext uri="{FF2B5EF4-FFF2-40B4-BE49-F238E27FC236}">
                <a16:creationId xmlns:a16="http://schemas.microsoft.com/office/drawing/2014/main" id="{E5727180-80D4-3448-D347-9849A3DF4AC3}"/>
              </a:ext>
            </a:extLst>
          </p:cNvPr>
          <p:cNvSpPr>
            <a:spLocks noGrp="1"/>
          </p:cNvSpPr>
          <p:nvPr>
            <p:ph type="ftr" sz="quarter" idx="3"/>
          </p:nvPr>
        </p:nvSpPr>
        <p:spPr>
          <a:xfrm>
            <a:off x="3124200" y="6356350"/>
            <a:ext cx="2895600" cy="365125"/>
          </a:xfrm>
          <a:prstGeom prst="rect">
            <a:avLst/>
          </a:prstGeom>
        </p:spPr>
        <p:txBody>
          <a:bodyPr vert="horz" lIns="91385" tIns="45696" rIns="91385" bIns="45696" rtlCol="0" anchor="ctr"/>
          <a:lstStyle>
            <a:lvl1pPr algn="ctr">
              <a:defRPr sz="1200">
                <a:solidFill>
                  <a:schemeClr val="tx1">
                    <a:tint val="75000"/>
                  </a:schemeClr>
                </a:solidFill>
              </a:defRPr>
            </a:lvl1pPr>
          </a:lstStyle>
          <a:p>
            <a:pPr>
              <a:defRPr/>
            </a:pPr>
            <a:endParaRPr lang="zh-CN" altLang="en-US"/>
          </a:p>
        </p:txBody>
      </p:sp>
      <p:sp>
        <p:nvSpPr>
          <p:cNvPr id="6" name="灯片编号占位符 5">
            <a:extLst>
              <a:ext uri="{FF2B5EF4-FFF2-40B4-BE49-F238E27FC236}">
                <a16:creationId xmlns:a16="http://schemas.microsoft.com/office/drawing/2014/main" id="{A6024AB1-7EC2-B3CD-5FD6-0EFE5970E08C}"/>
              </a:ext>
            </a:extLst>
          </p:cNvPr>
          <p:cNvSpPr>
            <a:spLocks noGrp="1"/>
          </p:cNvSpPr>
          <p:nvPr>
            <p:ph type="sldNum" sz="quarter" idx="4"/>
          </p:nvPr>
        </p:nvSpPr>
        <p:spPr>
          <a:xfrm>
            <a:off x="6553200" y="6356350"/>
            <a:ext cx="2133600" cy="365125"/>
          </a:xfrm>
          <a:prstGeom prst="rect">
            <a:avLst/>
          </a:prstGeom>
        </p:spPr>
        <p:txBody>
          <a:bodyPr vert="horz" lIns="91385" tIns="45696" rIns="91385" bIns="45696" rtlCol="0" anchor="ctr"/>
          <a:lstStyle>
            <a:lvl1pPr algn="r">
              <a:defRPr sz="1200">
                <a:solidFill>
                  <a:schemeClr val="tx1">
                    <a:tint val="75000"/>
                  </a:schemeClr>
                </a:solidFill>
              </a:defRPr>
            </a:lvl1pPr>
          </a:lstStyle>
          <a:p>
            <a:pPr>
              <a:defRPr/>
            </a:pPr>
            <a:fld id="{D6DAFBD3-A1F5-5842-BEAC-5D87B2E5C124}" type="slidenum">
              <a:rPr lang="zh-CN" altLang="en-US"/>
              <a:pPr>
                <a:defRPr/>
              </a:pPr>
              <a:t>‹#›</a:t>
            </a:fld>
            <a:endParaRPr lang="zh-CN" altLang="en-US"/>
          </a:p>
        </p:txBody>
      </p:sp>
    </p:spTree>
    <p:extLst>
      <p:ext uri="{BB962C8B-B14F-4D97-AF65-F5344CB8AC3E}">
        <p14:creationId xmlns:p14="http://schemas.microsoft.com/office/powerpoint/2010/main" val="1921084861"/>
      </p:ext>
    </p:extLst>
  </p:cSld>
  <p:clrMap bg1="lt1" tx1="dk1" bg2="lt2" tx2="dk2" accent1="accent1" accent2="accent2" accent3="accent3" accent4="accent4" accent5="accent5" accent6="accent6" hlink="hlink" folHlink="folHlink"/>
  <p:sldLayoutIdLst>
    <p:sldLayoutId id="2147483835" r:id="rId1"/>
    <p:sldLayoutId id="2147483836" r:id="rId2"/>
    <p:sldLayoutId id="2147483837" r:id="rId3"/>
    <p:sldLayoutId id="2147483838" r:id="rId4"/>
    <p:sldLayoutId id="2147483839" r:id="rId5"/>
    <p:sldLayoutId id="2147483840" r:id="rId6"/>
    <p:sldLayoutId id="2147483841" r:id="rId7"/>
    <p:sldLayoutId id="2147483842" r:id="rId8"/>
    <p:sldLayoutId id="2147483843" r:id="rId9"/>
    <p:sldLayoutId id="2147483844" r:id="rId10"/>
    <p:sldLayoutId id="2147483845" r:id="rId11"/>
    <p:sldLayoutId id="2147483846" r:id="rId12"/>
    <p:sldLayoutId id="2147483847" r:id="rId13"/>
  </p:sldLayoutIdLst>
  <p:txStyles>
    <p:titleStyle>
      <a:lvl1pPr algn="ctr" defTabSz="912813" rtl="0" eaLnBrk="0" fontAlgn="base" hangingPunct="0">
        <a:spcBef>
          <a:spcPct val="0"/>
        </a:spcBef>
        <a:spcAft>
          <a:spcPct val="0"/>
        </a:spcAft>
        <a:defRPr sz="4400" kern="1200">
          <a:solidFill>
            <a:schemeClr val="tx1"/>
          </a:solidFill>
          <a:latin typeface="+mj-lt"/>
          <a:ea typeface="+mj-ea"/>
          <a:cs typeface="+mj-cs"/>
        </a:defRPr>
      </a:lvl1pPr>
      <a:lvl2pPr algn="ctr" defTabSz="912813" rtl="0" eaLnBrk="0" fontAlgn="base" hangingPunct="0">
        <a:spcBef>
          <a:spcPct val="0"/>
        </a:spcBef>
        <a:spcAft>
          <a:spcPct val="0"/>
        </a:spcAft>
        <a:defRPr sz="4400">
          <a:solidFill>
            <a:schemeClr val="tx1"/>
          </a:solidFill>
          <a:latin typeface="Calibri" panose="020F0502020204030204" pitchFamily="34" charset="0"/>
        </a:defRPr>
      </a:lvl2pPr>
      <a:lvl3pPr algn="ctr" defTabSz="912813" rtl="0" eaLnBrk="0" fontAlgn="base" hangingPunct="0">
        <a:spcBef>
          <a:spcPct val="0"/>
        </a:spcBef>
        <a:spcAft>
          <a:spcPct val="0"/>
        </a:spcAft>
        <a:defRPr sz="4400">
          <a:solidFill>
            <a:schemeClr val="tx1"/>
          </a:solidFill>
          <a:latin typeface="Calibri" panose="020F0502020204030204" pitchFamily="34" charset="0"/>
        </a:defRPr>
      </a:lvl3pPr>
      <a:lvl4pPr algn="ctr" defTabSz="912813" rtl="0" eaLnBrk="0" fontAlgn="base" hangingPunct="0">
        <a:spcBef>
          <a:spcPct val="0"/>
        </a:spcBef>
        <a:spcAft>
          <a:spcPct val="0"/>
        </a:spcAft>
        <a:defRPr sz="4400">
          <a:solidFill>
            <a:schemeClr val="tx1"/>
          </a:solidFill>
          <a:latin typeface="Calibri" panose="020F0502020204030204" pitchFamily="34" charset="0"/>
        </a:defRPr>
      </a:lvl4pPr>
      <a:lvl5pPr algn="ctr" defTabSz="912813" rtl="0" eaLnBrk="0" fontAlgn="base" hangingPunct="0">
        <a:spcBef>
          <a:spcPct val="0"/>
        </a:spcBef>
        <a:spcAft>
          <a:spcPct val="0"/>
        </a:spcAft>
        <a:defRPr sz="4400">
          <a:solidFill>
            <a:schemeClr val="tx1"/>
          </a:solidFill>
          <a:latin typeface="Calibri" panose="020F0502020204030204" pitchFamily="34" charset="0"/>
        </a:defRPr>
      </a:lvl5pPr>
      <a:lvl6pPr marL="457200" algn="ctr" defTabSz="912813" rtl="0" fontAlgn="base">
        <a:spcBef>
          <a:spcPct val="0"/>
        </a:spcBef>
        <a:spcAft>
          <a:spcPct val="0"/>
        </a:spcAft>
        <a:defRPr sz="4400">
          <a:solidFill>
            <a:schemeClr val="tx1"/>
          </a:solidFill>
          <a:latin typeface="Calibri" panose="020F0502020204030204" pitchFamily="34" charset="0"/>
        </a:defRPr>
      </a:lvl6pPr>
      <a:lvl7pPr marL="914400" algn="ctr" defTabSz="912813" rtl="0" fontAlgn="base">
        <a:spcBef>
          <a:spcPct val="0"/>
        </a:spcBef>
        <a:spcAft>
          <a:spcPct val="0"/>
        </a:spcAft>
        <a:defRPr sz="4400">
          <a:solidFill>
            <a:schemeClr val="tx1"/>
          </a:solidFill>
          <a:latin typeface="Calibri" panose="020F0502020204030204" pitchFamily="34" charset="0"/>
        </a:defRPr>
      </a:lvl7pPr>
      <a:lvl8pPr marL="1371600" algn="ctr" defTabSz="912813" rtl="0" fontAlgn="base">
        <a:spcBef>
          <a:spcPct val="0"/>
        </a:spcBef>
        <a:spcAft>
          <a:spcPct val="0"/>
        </a:spcAft>
        <a:defRPr sz="4400">
          <a:solidFill>
            <a:schemeClr val="tx1"/>
          </a:solidFill>
          <a:latin typeface="Calibri" panose="020F0502020204030204" pitchFamily="34" charset="0"/>
        </a:defRPr>
      </a:lvl8pPr>
      <a:lvl9pPr marL="1828800" algn="ctr" defTabSz="912813" rtl="0" fontAlgn="base">
        <a:spcBef>
          <a:spcPct val="0"/>
        </a:spcBef>
        <a:spcAft>
          <a:spcPct val="0"/>
        </a:spcAft>
        <a:defRPr sz="4400">
          <a:solidFill>
            <a:schemeClr val="tx1"/>
          </a:solidFill>
          <a:latin typeface="Calibri" panose="020F0502020204030204" pitchFamily="34" charset="0"/>
        </a:defRPr>
      </a:lvl9pPr>
    </p:titleStyle>
    <p:bodyStyle>
      <a:lvl1pPr marL="341313" indent="-341313" algn="l" defTabSz="912813" rtl="0" eaLnBrk="0" fontAlgn="base" hangingPunct="0">
        <a:spcBef>
          <a:spcPct val="20000"/>
        </a:spcBef>
        <a:spcAft>
          <a:spcPct val="0"/>
        </a:spcAft>
        <a:buFont typeface="Arial" panose="020B0604020202020204" pitchFamily="34" charset="0"/>
        <a:buChar char="•"/>
        <a:defRPr sz="3200" kern="1200">
          <a:solidFill>
            <a:schemeClr val="tx1"/>
          </a:solidFill>
          <a:latin typeface="+mn-lt"/>
          <a:ea typeface="+mn-ea"/>
          <a:cs typeface="+mn-cs"/>
        </a:defRPr>
      </a:lvl1pPr>
      <a:lvl2pPr marL="741363" indent="-284163" algn="l" defTabSz="912813" rtl="0" eaLnBrk="0" fontAlgn="base" hangingPunct="0">
        <a:spcBef>
          <a:spcPct val="20000"/>
        </a:spcBef>
        <a:spcAft>
          <a:spcPct val="0"/>
        </a:spcAft>
        <a:buFont typeface="Arial" panose="020B0604020202020204" pitchFamily="34" charset="0"/>
        <a:buChar char="–"/>
        <a:defRPr sz="2800" kern="1200">
          <a:solidFill>
            <a:schemeClr val="tx1"/>
          </a:solidFill>
          <a:latin typeface="+mn-lt"/>
          <a:ea typeface="+mn-ea"/>
          <a:cs typeface="+mn-cs"/>
        </a:defRPr>
      </a:lvl2pPr>
      <a:lvl3pPr marL="1141413" indent="-227013" algn="l" defTabSz="912813" rtl="0" eaLnBrk="0" fontAlgn="base" hangingPunct="0">
        <a:spcBef>
          <a:spcPct val="20000"/>
        </a:spcBef>
        <a:spcAft>
          <a:spcPct val="0"/>
        </a:spcAft>
        <a:buFont typeface="Arial" panose="020B0604020202020204" pitchFamily="34" charset="0"/>
        <a:buChar char="•"/>
        <a:defRPr sz="2400" kern="1200">
          <a:solidFill>
            <a:schemeClr val="tx1"/>
          </a:solidFill>
          <a:latin typeface="+mn-lt"/>
          <a:ea typeface="+mn-ea"/>
          <a:cs typeface="+mn-cs"/>
        </a:defRPr>
      </a:lvl3pPr>
      <a:lvl4pPr marL="1598613" indent="-227013" algn="l" defTabSz="912813" rtl="0" eaLnBrk="0" fontAlgn="base" hangingPunct="0">
        <a:spcBef>
          <a:spcPct val="20000"/>
        </a:spcBef>
        <a:spcAft>
          <a:spcPct val="0"/>
        </a:spcAft>
        <a:buFont typeface="Arial" panose="020B0604020202020204" pitchFamily="34" charset="0"/>
        <a:buChar char="–"/>
        <a:defRPr sz="2000" kern="1200">
          <a:solidFill>
            <a:schemeClr val="tx1"/>
          </a:solidFill>
          <a:latin typeface="+mn-lt"/>
          <a:ea typeface="+mn-ea"/>
          <a:cs typeface="+mn-cs"/>
        </a:defRPr>
      </a:lvl4pPr>
      <a:lvl5pPr marL="2055813" indent="-227013" algn="l" defTabSz="912813" rtl="0" eaLnBrk="0" fontAlgn="base" hangingPunct="0">
        <a:spcBef>
          <a:spcPct val="20000"/>
        </a:spcBef>
        <a:spcAft>
          <a:spcPct val="0"/>
        </a:spcAft>
        <a:buFont typeface="Arial" panose="020B0604020202020204" pitchFamily="34" charset="0"/>
        <a:buChar char="»"/>
        <a:defRPr sz="2000" kern="1200">
          <a:solidFill>
            <a:schemeClr val="tx1"/>
          </a:solidFill>
          <a:latin typeface="+mn-lt"/>
          <a:ea typeface="+mn-ea"/>
          <a:cs typeface="+mn-cs"/>
        </a:defRPr>
      </a:lvl5pPr>
      <a:lvl6pPr marL="2512991" indent="-228453" algn="l" defTabSz="913815"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69900" indent="-228453" algn="l" defTabSz="913815"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6809" indent="-228453" algn="l" defTabSz="913815"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3715" indent="-228453" algn="l" defTabSz="913815"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zh-CN"/>
      </a:defPPr>
      <a:lvl1pPr marL="0" algn="l" defTabSz="913815" rtl="0" eaLnBrk="1" latinLnBrk="0" hangingPunct="1">
        <a:defRPr sz="1800" kern="1200">
          <a:solidFill>
            <a:schemeClr val="tx1"/>
          </a:solidFill>
          <a:latin typeface="+mn-lt"/>
          <a:ea typeface="+mn-ea"/>
          <a:cs typeface="+mn-cs"/>
        </a:defRPr>
      </a:lvl1pPr>
      <a:lvl2pPr marL="456908" algn="l" defTabSz="913815" rtl="0" eaLnBrk="1" latinLnBrk="0" hangingPunct="1">
        <a:defRPr sz="1800" kern="1200">
          <a:solidFill>
            <a:schemeClr val="tx1"/>
          </a:solidFill>
          <a:latin typeface="+mn-lt"/>
          <a:ea typeface="+mn-ea"/>
          <a:cs typeface="+mn-cs"/>
        </a:defRPr>
      </a:lvl2pPr>
      <a:lvl3pPr marL="913815" algn="l" defTabSz="913815" rtl="0" eaLnBrk="1" latinLnBrk="0" hangingPunct="1">
        <a:defRPr sz="1800" kern="1200">
          <a:solidFill>
            <a:schemeClr val="tx1"/>
          </a:solidFill>
          <a:latin typeface="+mn-lt"/>
          <a:ea typeface="+mn-ea"/>
          <a:cs typeface="+mn-cs"/>
        </a:defRPr>
      </a:lvl3pPr>
      <a:lvl4pPr marL="1370721" algn="l" defTabSz="913815" rtl="0" eaLnBrk="1" latinLnBrk="0" hangingPunct="1">
        <a:defRPr sz="1800" kern="1200">
          <a:solidFill>
            <a:schemeClr val="tx1"/>
          </a:solidFill>
          <a:latin typeface="+mn-lt"/>
          <a:ea typeface="+mn-ea"/>
          <a:cs typeface="+mn-cs"/>
        </a:defRPr>
      </a:lvl4pPr>
      <a:lvl5pPr marL="1827629" algn="l" defTabSz="913815" rtl="0" eaLnBrk="1" latinLnBrk="0" hangingPunct="1">
        <a:defRPr sz="1800" kern="1200">
          <a:solidFill>
            <a:schemeClr val="tx1"/>
          </a:solidFill>
          <a:latin typeface="+mn-lt"/>
          <a:ea typeface="+mn-ea"/>
          <a:cs typeface="+mn-cs"/>
        </a:defRPr>
      </a:lvl5pPr>
      <a:lvl6pPr marL="2284539" algn="l" defTabSz="913815" rtl="0" eaLnBrk="1" latinLnBrk="0" hangingPunct="1">
        <a:defRPr sz="1800" kern="1200">
          <a:solidFill>
            <a:schemeClr val="tx1"/>
          </a:solidFill>
          <a:latin typeface="+mn-lt"/>
          <a:ea typeface="+mn-ea"/>
          <a:cs typeface="+mn-cs"/>
        </a:defRPr>
      </a:lvl6pPr>
      <a:lvl7pPr marL="2741447" algn="l" defTabSz="913815" rtl="0" eaLnBrk="1" latinLnBrk="0" hangingPunct="1">
        <a:defRPr sz="1800" kern="1200">
          <a:solidFill>
            <a:schemeClr val="tx1"/>
          </a:solidFill>
          <a:latin typeface="+mn-lt"/>
          <a:ea typeface="+mn-ea"/>
          <a:cs typeface="+mn-cs"/>
        </a:defRPr>
      </a:lvl7pPr>
      <a:lvl8pPr marL="3198354" algn="l" defTabSz="913815" rtl="0" eaLnBrk="1" latinLnBrk="0" hangingPunct="1">
        <a:defRPr sz="1800" kern="1200">
          <a:solidFill>
            <a:schemeClr val="tx1"/>
          </a:solidFill>
          <a:latin typeface="+mn-lt"/>
          <a:ea typeface="+mn-ea"/>
          <a:cs typeface="+mn-cs"/>
        </a:defRPr>
      </a:lvl8pPr>
      <a:lvl9pPr marL="3655261" algn="l" defTabSz="913815" rtl="0" eaLnBrk="1" latinLnBrk="0" hangingPunct="1">
        <a:defRPr sz="1800"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4338" name="Rectangle 2">
            <a:extLst>
              <a:ext uri="{FF2B5EF4-FFF2-40B4-BE49-F238E27FC236}">
                <a16:creationId xmlns:a16="http://schemas.microsoft.com/office/drawing/2014/main" id="{A3B34CBB-CEEA-E257-B189-6BCAFF6E94F5}"/>
              </a:ext>
            </a:extLst>
          </p:cNvPr>
          <p:cNvSpPr>
            <a:spLocks noGrp="1" noChangeArrowheads="1"/>
          </p:cNvSpPr>
          <p:nvPr>
            <p:ph type="title"/>
          </p:nvPr>
        </p:nvSpPr>
        <p:spPr bwMode="auto">
          <a:xfrm>
            <a:off x="5334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zh-CN"/>
              <a:t>Click to edit Master title style</a:t>
            </a:r>
          </a:p>
        </p:txBody>
      </p:sp>
      <p:sp>
        <p:nvSpPr>
          <p:cNvPr id="14339" name="Rectangle 3">
            <a:extLst>
              <a:ext uri="{FF2B5EF4-FFF2-40B4-BE49-F238E27FC236}">
                <a16:creationId xmlns:a16="http://schemas.microsoft.com/office/drawing/2014/main" id="{0281BE73-09F5-D93B-D162-F464B5B6C567}"/>
              </a:ext>
            </a:extLst>
          </p:cNvPr>
          <p:cNvSpPr>
            <a:spLocks noGrp="1" noChangeArrowheads="1"/>
          </p:cNvSpPr>
          <p:nvPr>
            <p:ph type="body" idx="1"/>
          </p:nvPr>
        </p:nvSpPr>
        <p:spPr bwMode="auto">
          <a:xfrm>
            <a:off x="533400" y="1600200"/>
            <a:ext cx="7772400" cy="4648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zh-CN"/>
              <a:t>Click to edit Master text styles</a:t>
            </a:r>
          </a:p>
          <a:p>
            <a:pPr lvl="1"/>
            <a:r>
              <a:rPr lang="en-US" altLang="zh-CN"/>
              <a:t>Second level</a:t>
            </a:r>
          </a:p>
          <a:p>
            <a:pPr lvl="2"/>
            <a:r>
              <a:rPr lang="en-US" altLang="zh-CN"/>
              <a:t>Third level</a:t>
            </a:r>
          </a:p>
          <a:p>
            <a:pPr lvl="3"/>
            <a:r>
              <a:rPr lang="en-US" altLang="zh-CN"/>
              <a:t>Fourth level</a:t>
            </a:r>
          </a:p>
          <a:p>
            <a:pPr lvl="4"/>
            <a:r>
              <a:rPr lang="en-US" altLang="zh-CN"/>
              <a:t>Fifth level</a:t>
            </a:r>
          </a:p>
        </p:txBody>
      </p:sp>
      <p:sp>
        <p:nvSpPr>
          <p:cNvPr id="708612" name="Rectangle 4">
            <a:extLst>
              <a:ext uri="{FF2B5EF4-FFF2-40B4-BE49-F238E27FC236}">
                <a16:creationId xmlns:a16="http://schemas.microsoft.com/office/drawing/2014/main" id="{B39479AC-CA51-3448-0BE7-B338DF225946}"/>
              </a:ext>
            </a:extLst>
          </p:cNvPr>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a:latin typeface="Times New Roman" pitchFamily="18" charset="0"/>
                <a:ea typeface="宋体" pitchFamily="2" charset="-122"/>
                <a:cs typeface="+mn-cs"/>
              </a:defRPr>
            </a:lvl1pPr>
          </a:lstStyle>
          <a:p>
            <a:pPr>
              <a:defRPr/>
            </a:pPr>
            <a:endParaRPr lang="en-US" altLang="zh-CN"/>
          </a:p>
        </p:txBody>
      </p:sp>
      <p:sp>
        <p:nvSpPr>
          <p:cNvPr id="708613" name="Rectangle 5">
            <a:extLst>
              <a:ext uri="{FF2B5EF4-FFF2-40B4-BE49-F238E27FC236}">
                <a16:creationId xmlns:a16="http://schemas.microsoft.com/office/drawing/2014/main" id="{D4A47F28-3779-9BB2-5975-812CA9235A55}"/>
              </a:ext>
            </a:extLst>
          </p:cNvPr>
          <p:cNvSpPr>
            <a:spLocks noGrp="1" noChangeArrowheads="1"/>
          </p:cNvSpPr>
          <p:nvPr>
            <p:ph type="ftr" sz="quarter" idx="3"/>
          </p:nvPr>
        </p:nvSpPr>
        <p:spPr bwMode="auto">
          <a:xfrm>
            <a:off x="5510213" y="6508750"/>
            <a:ext cx="2895600" cy="37147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200">
                <a:latin typeface="Arial" pitchFamily="34" charset="0"/>
                <a:ea typeface="宋体" pitchFamily="2" charset="-122"/>
                <a:cs typeface="+mn-cs"/>
              </a:defRPr>
            </a:lvl1pPr>
          </a:lstStyle>
          <a:p>
            <a:pPr>
              <a:defRPr/>
            </a:pPr>
            <a:r>
              <a:rPr lang="en-US" altLang="zh-CN"/>
              <a:t>Network Layer</a:t>
            </a:r>
          </a:p>
        </p:txBody>
      </p:sp>
      <p:sp>
        <p:nvSpPr>
          <p:cNvPr id="708614" name="Rectangle 6">
            <a:extLst>
              <a:ext uri="{FF2B5EF4-FFF2-40B4-BE49-F238E27FC236}">
                <a16:creationId xmlns:a16="http://schemas.microsoft.com/office/drawing/2014/main" id="{BDB17393-12A1-CAA0-C0A4-52C83CD07B17}"/>
              </a:ext>
            </a:extLst>
          </p:cNvPr>
          <p:cNvSpPr>
            <a:spLocks noGrp="1" noChangeArrowheads="1"/>
          </p:cNvSpPr>
          <p:nvPr>
            <p:ph type="sldNum" sz="quarter" idx="4"/>
          </p:nvPr>
        </p:nvSpPr>
        <p:spPr bwMode="auto">
          <a:xfrm>
            <a:off x="8162925" y="6507163"/>
            <a:ext cx="676275" cy="350837"/>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200">
                <a:latin typeface="Arial" panose="020B0604020202020204" pitchFamily="34" charset="0"/>
              </a:defRPr>
            </a:lvl1pPr>
          </a:lstStyle>
          <a:p>
            <a:pPr>
              <a:defRPr/>
            </a:pPr>
            <a:r>
              <a:rPr lang="en-US" altLang="zh-CN"/>
              <a:t>4-</a:t>
            </a:r>
            <a:fld id="{2A06DADD-A8C7-2D4F-A607-1FC2010F0235}" type="slidenum">
              <a:rPr lang="en-US" altLang="zh-CN" smtClean="0"/>
              <a:pPr>
                <a:defRPr/>
              </a:pPr>
              <a:t>‹#›</a:t>
            </a:fld>
            <a:endParaRPr lang="en-US" altLang="zh-CN"/>
          </a:p>
        </p:txBody>
      </p:sp>
    </p:spTree>
    <p:extLst>
      <p:ext uri="{BB962C8B-B14F-4D97-AF65-F5344CB8AC3E}">
        <p14:creationId xmlns:p14="http://schemas.microsoft.com/office/powerpoint/2010/main" val="3101535326"/>
      </p:ext>
    </p:extLst>
  </p:cSld>
  <p:clrMap bg1="lt1" tx1="dk1" bg2="lt2" tx2="dk2" accent1="accent1" accent2="accent2" accent3="accent3" accent4="accent4" accent5="accent5" accent6="accent6" hlink="hlink" folHlink="folHlink"/>
  <p:sldLayoutIdLst>
    <p:sldLayoutId id="2147483849" r:id="rId1"/>
    <p:sldLayoutId id="2147483850" r:id="rId2"/>
    <p:sldLayoutId id="2147483851" r:id="rId3"/>
    <p:sldLayoutId id="2147483852" r:id="rId4"/>
    <p:sldLayoutId id="2147483853" r:id="rId5"/>
    <p:sldLayoutId id="2147483854" r:id="rId6"/>
    <p:sldLayoutId id="2147483855" r:id="rId7"/>
    <p:sldLayoutId id="2147483856" r:id="rId8"/>
    <p:sldLayoutId id="2147483857" r:id="rId9"/>
    <p:sldLayoutId id="2147483858" r:id="rId10"/>
    <p:sldLayoutId id="2147483859" r:id="rId11"/>
  </p:sldLayoutIdLst>
  <p:hf hdr="0" dt="0"/>
  <p:txStyles>
    <p:titleStyle>
      <a:lvl1pPr algn="l" rtl="0" eaLnBrk="0" fontAlgn="base" hangingPunct="0">
        <a:spcBef>
          <a:spcPct val="0"/>
        </a:spcBef>
        <a:spcAft>
          <a:spcPct val="0"/>
        </a:spcAft>
        <a:defRPr sz="4000" u="sng">
          <a:solidFill>
            <a:srgbClr val="000099"/>
          </a:solidFill>
          <a:latin typeface="+mj-lt"/>
          <a:ea typeface="宋体" charset="0"/>
          <a:cs typeface="+mj-cs"/>
        </a:defRPr>
      </a:lvl1pPr>
      <a:lvl2pPr algn="l" rtl="0" eaLnBrk="0" fontAlgn="base" hangingPunct="0">
        <a:spcBef>
          <a:spcPct val="0"/>
        </a:spcBef>
        <a:spcAft>
          <a:spcPct val="0"/>
        </a:spcAft>
        <a:defRPr sz="4000" u="sng">
          <a:solidFill>
            <a:srgbClr val="000099"/>
          </a:solidFill>
          <a:latin typeface="Comic Sans MS" pitchFamily="66" charset="0"/>
          <a:ea typeface="宋体" charset="0"/>
          <a:cs typeface="Arial" pitchFamily="34" charset="0"/>
        </a:defRPr>
      </a:lvl2pPr>
      <a:lvl3pPr algn="l" rtl="0" eaLnBrk="0" fontAlgn="base" hangingPunct="0">
        <a:spcBef>
          <a:spcPct val="0"/>
        </a:spcBef>
        <a:spcAft>
          <a:spcPct val="0"/>
        </a:spcAft>
        <a:defRPr sz="4000" u="sng">
          <a:solidFill>
            <a:srgbClr val="000099"/>
          </a:solidFill>
          <a:latin typeface="Comic Sans MS" pitchFamily="66" charset="0"/>
          <a:ea typeface="宋体" charset="0"/>
          <a:cs typeface="Arial" pitchFamily="34" charset="0"/>
        </a:defRPr>
      </a:lvl3pPr>
      <a:lvl4pPr algn="l" rtl="0" eaLnBrk="0" fontAlgn="base" hangingPunct="0">
        <a:spcBef>
          <a:spcPct val="0"/>
        </a:spcBef>
        <a:spcAft>
          <a:spcPct val="0"/>
        </a:spcAft>
        <a:defRPr sz="4000" u="sng">
          <a:solidFill>
            <a:srgbClr val="000099"/>
          </a:solidFill>
          <a:latin typeface="Comic Sans MS" pitchFamily="66" charset="0"/>
          <a:ea typeface="宋体" charset="0"/>
          <a:cs typeface="Arial" pitchFamily="34" charset="0"/>
        </a:defRPr>
      </a:lvl4pPr>
      <a:lvl5pPr algn="l" rtl="0" eaLnBrk="0" fontAlgn="base" hangingPunct="0">
        <a:spcBef>
          <a:spcPct val="0"/>
        </a:spcBef>
        <a:spcAft>
          <a:spcPct val="0"/>
        </a:spcAft>
        <a:defRPr sz="4000" u="sng">
          <a:solidFill>
            <a:srgbClr val="000099"/>
          </a:solidFill>
          <a:latin typeface="Comic Sans MS" pitchFamily="66" charset="0"/>
          <a:ea typeface="宋体" charset="0"/>
          <a:cs typeface="Arial" pitchFamily="34" charset="0"/>
        </a:defRPr>
      </a:lvl5pPr>
      <a:lvl6pPr marL="457200" algn="l" rtl="0" fontAlgn="base">
        <a:spcBef>
          <a:spcPct val="0"/>
        </a:spcBef>
        <a:spcAft>
          <a:spcPct val="0"/>
        </a:spcAft>
        <a:defRPr sz="4000" u="sng">
          <a:solidFill>
            <a:srgbClr val="000099"/>
          </a:solidFill>
          <a:latin typeface="Comic Sans MS" pitchFamily="66" charset="0"/>
          <a:cs typeface="Arial" pitchFamily="34" charset="0"/>
        </a:defRPr>
      </a:lvl6pPr>
      <a:lvl7pPr marL="914400" algn="l" rtl="0" fontAlgn="base">
        <a:spcBef>
          <a:spcPct val="0"/>
        </a:spcBef>
        <a:spcAft>
          <a:spcPct val="0"/>
        </a:spcAft>
        <a:defRPr sz="4000" u="sng">
          <a:solidFill>
            <a:srgbClr val="000099"/>
          </a:solidFill>
          <a:latin typeface="Comic Sans MS" pitchFamily="66" charset="0"/>
          <a:cs typeface="Arial" pitchFamily="34" charset="0"/>
        </a:defRPr>
      </a:lvl7pPr>
      <a:lvl8pPr marL="1371600" algn="l" rtl="0" fontAlgn="base">
        <a:spcBef>
          <a:spcPct val="0"/>
        </a:spcBef>
        <a:spcAft>
          <a:spcPct val="0"/>
        </a:spcAft>
        <a:defRPr sz="4000" u="sng">
          <a:solidFill>
            <a:srgbClr val="000099"/>
          </a:solidFill>
          <a:latin typeface="Comic Sans MS" pitchFamily="66" charset="0"/>
          <a:cs typeface="Arial" pitchFamily="34" charset="0"/>
        </a:defRPr>
      </a:lvl8pPr>
      <a:lvl9pPr marL="1828800" algn="l" rtl="0" fontAlgn="base">
        <a:spcBef>
          <a:spcPct val="0"/>
        </a:spcBef>
        <a:spcAft>
          <a:spcPct val="0"/>
        </a:spcAft>
        <a:defRPr sz="4000" u="sng">
          <a:solidFill>
            <a:srgbClr val="000099"/>
          </a:solidFill>
          <a:latin typeface="Comic Sans MS" pitchFamily="66" charset="0"/>
          <a:cs typeface="Arial" pitchFamily="34" charset="0"/>
        </a:defRPr>
      </a:lvl9pPr>
    </p:titleStyle>
    <p:bodyStyle>
      <a:lvl1pPr marL="342900" indent="-342900" algn="l" rtl="0" eaLnBrk="0" fontAlgn="base" hangingPunct="0">
        <a:spcBef>
          <a:spcPct val="20000"/>
        </a:spcBef>
        <a:spcAft>
          <a:spcPct val="0"/>
        </a:spcAft>
        <a:buClr>
          <a:srgbClr val="000099"/>
        </a:buClr>
        <a:buSzPct val="75000"/>
        <a:buFont typeface="Wingdings" pitchFamily="2" charset="2"/>
        <a:buChar char="v"/>
        <a:defRPr kumimoji="1" sz="2800">
          <a:solidFill>
            <a:schemeClr val="tx1"/>
          </a:solidFill>
          <a:latin typeface="+mn-lt"/>
          <a:ea typeface="宋体" charset="0"/>
          <a:cs typeface="+mn-cs"/>
        </a:defRPr>
      </a:lvl1pPr>
      <a:lvl2pPr marL="742950" indent="-285750" algn="l" rtl="0" eaLnBrk="0" fontAlgn="base" hangingPunct="0">
        <a:spcBef>
          <a:spcPct val="20000"/>
        </a:spcBef>
        <a:spcAft>
          <a:spcPct val="0"/>
        </a:spcAft>
        <a:buClr>
          <a:srgbClr val="000099"/>
        </a:buClr>
        <a:buFont typeface="Wingdings" pitchFamily="2" charset="2"/>
        <a:buChar char="§"/>
        <a:defRPr kumimoji="1" sz="2400">
          <a:solidFill>
            <a:schemeClr val="tx1"/>
          </a:solidFill>
          <a:latin typeface="+mn-lt"/>
          <a:ea typeface="Arial" charset="0"/>
          <a:cs typeface="+mn-cs"/>
        </a:defRPr>
      </a:lvl2pPr>
      <a:lvl3pPr marL="1143000" indent="-228600" algn="l" rtl="0" eaLnBrk="0" fontAlgn="base" hangingPunct="0">
        <a:spcBef>
          <a:spcPct val="20000"/>
        </a:spcBef>
        <a:spcAft>
          <a:spcPct val="0"/>
        </a:spcAft>
        <a:buChar char="•"/>
        <a:defRPr kumimoji="1" sz="2000">
          <a:solidFill>
            <a:schemeClr val="tx1"/>
          </a:solidFill>
          <a:latin typeface="+mn-lt"/>
          <a:ea typeface="Arial" charset="0"/>
          <a:cs typeface="+mn-cs"/>
        </a:defRPr>
      </a:lvl3pPr>
      <a:lvl4pPr marL="1600200" indent="-228600" algn="l" rtl="0" eaLnBrk="0" fontAlgn="base" hangingPunct="0">
        <a:spcBef>
          <a:spcPct val="20000"/>
        </a:spcBef>
        <a:spcAft>
          <a:spcPct val="0"/>
        </a:spcAft>
        <a:buChar char="–"/>
        <a:defRPr kumimoji="1" sz="2000">
          <a:solidFill>
            <a:schemeClr val="tx1"/>
          </a:solidFill>
          <a:latin typeface="Times New Roman" pitchFamily="18" charset="0"/>
          <a:ea typeface="Arial" charset="0"/>
          <a:cs typeface="+mn-cs"/>
        </a:defRPr>
      </a:lvl4pPr>
      <a:lvl5pPr marL="2057400" indent="-228600" algn="l" rtl="0" eaLnBrk="0" fontAlgn="base" hangingPunct="0">
        <a:spcBef>
          <a:spcPct val="20000"/>
        </a:spcBef>
        <a:spcAft>
          <a:spcPct val="0"/>
        </a:spcAft>
        <a:buChar char="»"/>
        <a:defRPr kumimoji="1" sz="2000">
          <a:solidFill>
            <a:schemeClr val="tx1"/>
          </a:solidFill>
          <a:latin typeface="Times New Roman" pitchFamily="18" charset="0"/>
          <a:ea typeface="Arial" charset="0"/>
          <a:cs typeface="+mn-cs"/>
        </a:defRPr>
      </a:lvl5pPr>
      <a:lvl6pPr marL="2514600" indent="-228600" algn="l" rtl="0" fontAlgn="base">
        <a:spcBef>
          <a:spcPct val="20000"/>
        </a:spcBef>
        <a:spcAft>
          <a:spcPct val="0"/>
        </a:spcAft>
        <a:buChar char="»"/>
        <a:defRPr sz="2000">
          <a:solidFill>
            <a:schemeClr val="tx1"/>
          </a:solidFill>
          <a:latin typeface="Times New Roman" pitchFamily="18" charset="0"/>
          <a:cs typeface="+mn-cs"/>
        </a:defRPr>
      </a:lvl6pPr>
      <a:lvl7pPr marL="2971800" indent="-228600" algn="l" rtl="0" fontAlgn="base">
        <a:spcBef>
          <a:spcPct val="20000"/>
        </a:spcBef>
        <a:spcAft>
          <a:spcPct val="0"/>
        </a:spcAft>
        <a:buChar char="»"/>
        <a:defRPr sz="2000">
          <a:solidFill>
            <a:schemeClr val="tx1"/>
          </a:solidFill>
          <a:latin typeface="Times New Roman" pitchFamily="18" charset="0"/>
          <a:cs typeface="+mn-cs"/>
        </a:defRPr>
      </a:lvl7pPr>
      <a:lvl8pPr marL="3429000" indent="-228600" algn="l" rtl="0" fontAlgn="base">
        <a:spcBef>
          <a:spcPct val="20000"/>
        </a:spcBef>
        <a:spcAft>
          <a:spcPct val="0"/>
        </a:spcAft>
        <a:buChar char="»"/>
        <a:defRPr sz="2000">
          <a:solidFill>
            <a:schemeClr val="tx1"/>
          </a:solidFill>
          <a:latin typeface="Times New Roman" pitchFamily="18" charset="0"/>
          <a:cs typeface="+mn-cs"/>
        </a:defRPr>
      </a:lvl8pPr>
      <a:lvl9pPr marL="3886200" indent="-228600" algn="l" rtl="0" fontAlgn="base">
        <a:spcBef>
          <a:spcPct val="20000"/>
        </a:spcBef>
        <a:spcAft>
          <a:spcPct val="0"/>
        </a:spcAft>
        <a:buChar char="»"/>
        <a:defRPr sz="2000">
          <a:solidFill>
            <a:schemeClr val="tx1"/>
          </a:solidFill>
          <a:latin typeface="Times New Roman" pitchFamily="18" charset="0"/>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标题占位符 1">
            <a:extLst>
              <a:ext uri="{FF2B5EF4-FFF2-40B4-BE49-F238E27FC236}">
                <a16:creationId xmlns:a16="http://schemas.microsoft.com/office/drawing/2014/main" id="{2AAAA80D-F069-DE49-8F34-B637A12CB530}"/>
              </a:ext>
            </a:extLst>
          </p:cNvPr>
          <p:cNvSpPr>
            <a:spLocks noGrp="1"/>
          </p:cNvSpPr>
          <p:nvPr>
            <p:ph type="title"/>
          </p:nvPr>
        </p:nvSpPr>
        <p:spPr>
          <a:xfrm>
            <a:off x="980631" y="365126"/>
            <a:ext cx="6165609" cy="879086"/>
          </a:xfrm>
          <a:prstGeom prst="rect">
            <a:avLst/>
          </a:prstGeom>
        </p:spPr>
        <p:txBody>
          <a:bodyPr vert="horz" lIns="91440" tIns="45720" rIns="91440" bIns="45720" rtlCol="0" anchor="ctr">
            <a:normAutofit/>
          </a:bodyPr>
          <a:lstStyle/>
          <a:p>
            <a:r>
              <a:rPr kumimoji="1" lang="zh-CN" altLang="en-US" dirty="0"/>
              <a:t>单击此处编辑母版标题样式</a:t>
            </a:r>
          </a:p>
        </p:txBody>
      </p:sp>
      <p:sp>
        <p:nvSpPr>
          <p:cNvPr id="3" name="文本占位符 2">
            <a:extLst>
              <a:ext uri="{FF2B5EF4-FFF2-40B4-BE49-F238E27FC236}">
                <a16:creationId xmlns:a16="http://schemas.microsoft.com/office/drawing/2014/main" id="{A2AAAE3F-F071-E445-8B18-8EAF3979328E}"/>
              </a:ext>
            </a:extLst>
          </p:cNvPr>
          <p:cNvSpPr>
            <a:spLocks noGrp="1"/>
          </p:cNvSpPr>
          <p:nvPr>
            <p:ph type="body" idx="1"/>
          </p:nvPr>
        </p:nvSpPr>
        <p:spPr>
          <a:xfrm>
            <a:off x="628650" y="1590270"/>
            <a:ext cx="7886700" cy="4586694"/>
          </a:xfrm>
          <a:prstGeom prst="rect">
            <a:avLst/>
          </a:prstGeom>
        </p:spPr>
        <p:txBody>
          <a:bodyPr vert="horz" lIns="91440" tIns="45720" rIns="91440" bIns="45720" rtlCol="0">
            <a:normAutofit/>
          </a:bodyPr>
          <a:lstStyle/>
          <a:p>
            <a:pPr lvl="0"/>
            <a:r>
              <a:rPr kumimoji="1" lang="zh-CN" altLang="en-US" dirty="0"/>
              <a:t>单击此处编辑母版文本样式</a:t>
            </a:r>
          </a:p>
          <a:p>
            <a:pPr lvl="1"/>
            <a:r>
              <a:rPr kumimoji="1" lang="zh-CN" altLang="en-US" dirty="0"/>
              <a:t>二级</a:t>
            </a:r>
          </a:p>
          <a:p>
            <a:pPr lvl="2"/>
            <a:r>
              <a:rPr kumimoji="1" lang="zh-CN" altLang="en-US" dirty="0"/>
              <a:t>三级</a:t>
            </a:r>
          </a:p>
          <a:p>
            <a:pPr lvl="3"/>
            <a:r>
              <a:rPr kumimoji="1" lang="zh-CN" altLang="en-US" dirty="0"/>
              <a:t>四级</a:t>
            </a:r>
          </a:p>
          <a:p>
            <a:pPr lvl="4"/>
            <a:r>
              <a:rPr kumimoji="1" lang="zh-CN" altLang="en-US" dirty="0"/>
              <a:t>五级</a:t>
            </a:r>
          </a:p>
        </p:txBody>
      </p:sp>
      <p:sp>
        <p:nvSpPr>
          <p:cNvPr id="7" name="日期占位符 3">
            <a:extLst>
              <a:ext uri="{FF2B5EF4-FFF2-40B4-BE49-F238E27FC236}">
                <a16:creationId xmlns:a16="http://schemas.microsoft.com/office/drawing/2014/main" id="{EB21E25C-9464-224B-A47F-E3D24E9CD74A}"/>
              </a:ext>
            </a:extLst>
          </p:cNvPr>
          <p:cNvSpPr>
            <a:spLocks noGrp="1"/>
          </p:cNvSpPr>
          <p:nvPr>
            <p:ph type="dt" sz="half" idx="2"/>
          </p:nvPr>
        </p:nvSpPr>
        <p:spPr>
          <a:xfrm>
            <a:off x="119023" y="6476425"/>
            <a:ext cx="2057400" cy="365125"/>
          </a:xfrm>
          <a:prstGeom prst="rect">
            <a:avLst/>
          </a:prstGeom>
        </p:spPr>
        <p:txBody>
          <a:bodyPr/>
          <a:lstStyle>
            <a:lvl1pPr>
              <a:defRPr sz="1200">
                <a:solidFill>
                  <a:schemeClr val="bg1">
                    <a:lumMod val="65000"/>
                  </a:schemeClr>
                </a:solidFill>
                <a:latin typeface="Microsoft YaHei" panose="020B0503020204020204" pitchFamily="34" charset="-122"/>
                <a:ea typeface="Microsoft YaHei" panose="020B0503020204020204" pitchFamily="34" charset="-122"/>
              </a:defRPr>
            </a:lvl1pPr>
          </a:lstStyle>
          <a:p>
            <a:r>
              <a:rPr kumimoji="1" lang="en-US" altLang="zh-CN"/>
              <a:t>5.3 </a:t>
            </a:r>
            <a:r>
              <a:rPr kumimoji="1" lang="zh-CN" altLang="en-US"/>
              <a:t>网络互联</a:t>
            </a:r>
            <a:endParaRPr kumimoji="1" lang="zh-CN" altLang="en-US" dirty="0"/>
          </a:p>
        </p:txBody>
      </p:sp>
      <p:sp>
        <p:nvSpPr>
          <p:cNvPr id="8" name="页脚占位符 4">
            <a:extLst>
              <a:ext uri="{FF2B5EF4-FFF2-40B4-BE49-F238E27FC236}">
                <a16:creationId xmlns:a16="http://schemas.microsoft.com/office/drawing/2014/main" id="{A9B84893-18EE-FF43-9533-BF8DF0782CA4}"/>
              </a:ext>
            </a:extLst>
          </p:cNvPr>
          <p:cNvSpPr>
            <a:spLocks noGrp="1"/>
          </p:cNvSpPr>
          <p:nvPr>
            <p:ph type="ftr" sz="quarter" idx="3"/>
          </p:nvPr>
        </p:nvSpPr>
        <p:spPr>
          <a:xfrm>
            <a:off x="3028950" y="6476425"/>
            <a:ext cx="3086100" cy="365125"/>
          </a:xfrm>
          <a:prstGeom prst="rect">
            <a:avLst/>
          </a:prstGeom>
        </p:spPr>
        <p:txBody>
          <a:bodyPr/>
          <a:lstStyle>
            <a:lvl1pPr algn="ctr">
              <a:defRPr sz="1200">
                <a:solidFill>
                  <a:schemeClr val="bg1">
                    <a:lumMod val="65000"/>
                  </a:schemeClr>
                </a:solidFill>
                <a:latin typeface="Microsoft YaHei" panose="020B0503020204020204" pitchFamily="34" charset="-122"/>
                <a:ea typeface="Microsoft YaHei" panose="020B0503020204020204" pitchFamily="34" charset="-122"/>
              </a:defRPr>
            </a:lvl1pPr>
          </a:lstStyle>
          <a:p>
            <a:r>
              <a:rPr kumimoji="1" lang="zh-CN" altLang="en-US"/>
              <a:t>引自：</a:t>
            </a:r>
            <a:r>
              <a:rPr kumimoji="1" lang="en-US" altLang="zh-CN"/>
              <a:t>XXXXX</a:t>
            </a:r>
            <a:r>
              <a:rPr kumimoji="1" lang="zh-CN" altLang="en-US"/>
              <a:t>（如果需要）</a:t>
            </a:r>
            <a:endParaRPr kumimoji="1" lang="zh-CN" altLang="en-US" dirty="0"/>
          </a:p>
        </p:txBody>
      </p:sp>
      <p:sp>
        <p:nvSpPr>
          <p:cNvPr id="9" name="灯片编号占位符 5">
            <a:extLst>
              <a:ext uri="{FF2B5EF4-FFF2-40B4-BE49-F238E27FC236}">
                <a16:creationId xmlns:a16="http://schemas.microsoft.com/office/drawing/2014/main" id="{A375705C-8722-064B-8FCF-B9180D154A69}"/>
              </a:ext>
            </a:extLst>
          </p:cNvPr>
          <p:cNvSpPr>
            <a:spLocks noGrp="1"/>
          </p:cNvSpPr>
          <p:nvPr>
            <p:ph type="sldNum" sz="quarter" idx="4"/>
          </p:nvPr>
        </p:nvSpPr>
        <p:spPr>
          <a:xfrm>
            <a:off x="6515107" y="6476425"/>
            <a:ext cx="2489753" cy="365125"/>
          </a:xfrm>
          <a:prstGeom prst="rect">
            <a:avLst/>
          </a:prstGeom>
        </p:spPr>
        <p:txBody>
          <a:bodyPr/>
          <a:lstStyle>
            <a:lvl1pPr algn="r">
              <a:defRPr sz="1200">
                <a:solidFill>
                  <a:schemeClr val="bg1">
                    <a:lumMod val="65000"/>
                  </a:schemeClr>
                </a:solidFill>
                <a:latin typeface="Microsoft YaHei" panose="020B0503020204020204" pitchFamily="34" charset="-122"/>
                <a:ea typeface="Microsoft YaHei" panose="020B0503020204020204" pitchFamily="34" charset="-122"/>
              </a:defRPr>
            </a:lvl1pPr>
          </a:lstStyle>
          <a:p>
            <a:fld id="{8D4D1E41-7A09-AB4A-A4E1-09765ADA2698}" type="slidenum">
              <a:rPr kumimoji="1" lang="zh-CN" altLang="en-US" smtClean="0"/>
              <a:pPr/>
              <a:t>‹#›</a:t>
            </a:fld>
            <a:endParaRPr kumimoji="1" lang="zh-CN" altLang="en-US" dirty="0"/>
          </a:p>
        </p:txBody>
      </p:sp>
    </p:spTree>
    <p:extLst>
      <p:ext uri="{BB962C8B-B14F-4D97-AF65-F5344CB8AC3E}">
        <p14:creationId xmlns:p14="http://schemas.microsoft.com/office/powerpoint/2010/main" val="4212281204"/>
      </p:ext>
    </p:extLst>
  </p:cSld>
  <p:clrMap bg1="lt1" tx1="dk1" bg2="lt2" tx2="dk2" accent1="accent1" accent2="accent2" accent3="accent3" accent4="accent4" accent5="accent5" accent6="accent6" hlink="hlink" folHlink="folHlink"/>
  <p:sldLayoutIdLst>
    <p:sldLayoutId id="2147483861" r:id="rId1"/>
    <p:sldLayoutId id="2147483862" r:id="rId2"/>
    <p:sldLayoutId id="2147483863" r:id="rId3"/>
  </p:sldLayoutIdLst>
  <p:hf hdr="0" ftr="0"/>
  <p:txStyles>
    <p:titleStyle>
      <a:lvl1pPr algn="l" defTabSz="685800" rtl="0" eaLnBrk="1" latinLnBrk="0" hangingPunct="1">
        <a:lnSpc>
          <a:spcPct val="90000"/>
        </a:lnSpc>
        <a:spcBef>
          <a:spcPct val="0"/>
        </a:spcBef>
        <a:buNone/>
        <a:defRPr sz="3300" kern="1200">
          <a:solidFill>
            <a:schemeClr val="tx1"/>
          </a:solidFill>
          <a:latin typeface="Microsoft YaHei" panose="020B0503020204020204" pitchFamily="34" charset="-122"/>
          <a:ea typeface="Microsoft YaHei" panose="020B0503020204020204" pitchFamily="34" charset="-122"/>
          <a:cs typeface="+mj-cs"/>
        </a:defRPr>
      </a:lvl1pPr>
    </p:titleStyle>
    <p:bodyStyle>
      <a:lvl1pPr marL="171450" indent="-171450" algn="l" defTabSz="685800" rtl="0" eaLnBrk="1" latinLnBrk="0" hangingPunct="1">
        <a:lnSpc>
          <a:spcPct val="100000"/>
        </a:lnSpc>
        <a:spcBef>
          <a:spcPts val="450"/>
        </a:spcBef>
        <a:buFont typeface="Arial" panose="020B0604020202020204" pitchFamily="34" charset="0"/>
        <a:buChar char="•"/>
        <a:defRPr sz="2100" kern="1200">
          <a:solidFill>
            <a:schemeClr val="tx1"/>
          </a:solidFill>
          <a:latin typeface="Microsoft YaHei" panose="020B0503020204020204" pitchFamily="34" charset="-122"/>
          <a:ea typeface="Microsoft YaHei" panose="020B0503020204020204" pitchFamily="34" charset="-122"/>
          <a:cs typeface="+mn-cs"/>
        </a:defRPr>
      </a:lvl1pPr>
      <a:lvl2pPr marL="514350" indent="-171450" algn="l" defTabSz="685800" rtl="0" eaLnBrk="1" latinLnBrk="0" hangingPunct="1">
        <a:lnSpc>
          <a:spcPct val="100000"/>
        </a:lnSpc>
        <a:spcBef>
          <a:spcPts val="45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2pPr>
      <a:lvl3pPr marL="857250" indent="-171450" algn="l" defTabSz="685800" rtl="0" eaLnBrk="1" latinLnBrk="0" hangingPunct="1">
        <a:lnSpc>
          <a:spcPct val="100000"/>
        </a:lnSpc>
        <a:spcBef>
          <a:spcPts val="450"/>
        </a:spcBef>
        <a:buFont typeface="Arial" panose="020B0604020202020204" pitchFamily="34" charset="0"/>
        <a:buChar char="•"/>
        <a:defRPr sz="1500" kern="1200">
          <a:solidFill>
            <a:schemeClr val="tx1"/>
          </a:solidFill>
          <a:latin typeface="Microsoft YaHei" panose="020B0503020204020204" pitchFamily="34" charset="-122"/>
          <a:ea typeface="Microsoft YaHei" panose="020B0503020204020204" pitchFamily="34" charset="-122"/>
          <a:cs typeface="+mn-cs"/>
        </a:defRPr>
      </a:lvl3pPr>
      <a:lvl4pPr marL="1200150" indent="-171450" algn="l" defTabSz="685800" rtl="0" eaLnBrk="1" latinLnBrk="0" hangingPunct="1">
        <a:lnSpc>
          <a:spcPct val="100000"/>
        </a:lnSpc>
        <a:spcBef>
          <a:spcPts val="450"/>
        </a:spcBef>
        <a:buFont typeface="Arial" panose="020B0604020202020204" pitchFamily="34" charset="0"/>
        <a:buChar char="•"/>
        <a:defRPr sz="1350" kern="1200">
          <a:solidFill>
            <a:schemeClr val="tx1"/>
          </a:solidFill>
          <a:latin typeface="Microsoft YaHei" panose="020B0503020204020204" pitchFamily="34" charset="-122"/>
          <a:ea typeface="Microsoft YaHei" panose="020B0503020204020204" pitchFamily="34" charset="-122"/>
          <a:cs typeface="+mn-cs"/>
        </a:defRPr>
      </a:lvl4pPr>
      <a:lvl5pPr marL="1543050" indent="-171450" algn="l" defTabSz="685800" rtl="0" eaLnBrk="1" latinLnBrk="0" hangingPunct="1">
        <a:lnSpc>
          <a:spcPct val="100000"/>
        </a:lnSpc>
        <a:spcBef>
          <a:spcPts val="450"/>
        </a:spcBef>
        <a:buFont typeface="Arial" panose="020B0604020202020204" pitchFamily="34" charset="0"/>
        <a:buChar char="•"/>
        <a:defRPr sz="1350" kern="1200">
          <a:solidFill>
            <a:schemeClr val="tx1"/>
          </a:solidFill>
          <a:latin typeface="Microsoft YaHei" panose="020B0503020204020204" pitchFamily="34" charset="-122"/>
          <a:ea typeface="Microsoft YaHei" panose="020B0503020204020204" pitchFamily="34" charset="-122"/>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p:bodyStyle>
    <p:otherStyle>
      <a:defPPr>
        <a:defRPr lang="zh-CN"/>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image" Target="../media/image2.png"/><Relationship Id="rId1" Type="http://schemas.openxmlformats.org/officeDocument/2006/relationships/slideLayout" Target="../slideLayouts/slideLayout7.xml"/><Relationship Id="rId4" Type="http://schemas.openxmlformats.org/officeDocument/2006/relationships/image" Target="../media/image4.png"/></Relationships>
</file>

<file path=ppt/slides/_rels/slide2.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4.xml"/></Relationships>
</file>

<file path=ppt/slides/_rels/slide4.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png"/><Relationship Id="rId1" Type="http://schemas.openxmlformats.org/officeDocument/2006/relationships/slideLayout" Target="../slideLayouts/slideLayout7.xml"/><Relationship Id="rId4" Type="http://schemas.openxmlformats.org/officeDocument/2006/relationships/image" Target="../media/image6.emf"/></Relationships>
</file>

<file path=ppt/slides/_rels/slide6.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7.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4.xml"/></Relationships>
</file>

<file path=ppt/slides/_rels/slide8.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4.xml"/></Relationships>
</file>

<file path=ppt/slides/_rels/slide9.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6.xml"/></Relationships>
</file>

<file path=ppt/slides/_rels/slide10.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6.xml"/></Relationships>
</file>

<file path=ppt/slides/_rels/slide11.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4.xml"/></Relationships>
</file>

<file path=ppt/slides/_rels/slide12.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1.xml"/><Relationship Id="rId1" Type="http://schemas.openxmlformats.org/officeDocument/2006/relationships/slideLayout" Target="../slideLayouts/slideLayout14.xml"/></Relationships>
</file>

<file path=ppt/slides/_rels/slide13.xml.rels><?xml version="1.0" encoding="UTF-8" standalone="yes"?>
<Relationships xmlns="http://schemas.openxmlformats.org/package/2006/relationships"><Relationship Id="rId8" Type="http://schemas.microsoft.com/office/2007/relationships/diagramDrawing" Target="../diagrams/drawing1.xml"/><Relationship Id="rId3" Type="http://schemas.openxmlformats.org/officeDocument/2006/relationships/image" Target="../media/image4.png"/><Relationship Id="rId7" Type="http://schemas.openxmlformats.org/officeDocument/2006/relationships/diagramColors" Target="../diagrams/colors1.xml"/><Relationship Id="rId2" Type="http://schemas.openxmlformats.org/officeDocument/2006/relationships/notesSlide" Target="../notesSlides/notesSlide2.xml"/><Relationship Id="rId1" Type="http://schemas.openxmlformats.org/officeDocument/2006/relationships/slideLayout" Target="../slideLayouts/slideLayout14.xml"/><Relationship Id="rId6" Type="http://schemas.openxmlformats.org/officeDocument/2006/relationships/diagramQuickStyle" Target="../diagrams/quickStyle1.xml"/><Relationship Id="rId5" Type="http://schemas.openxmlformats.org/officeDocument/2006/relationships/diagramLayout" Target="../diagrams/layout1.xml"/><Relationship Id="rId4" Type="http://schemas.openxmlformats.org/officeDocument/2006/relationships/diagramData" Target="../diagrams/data1.xml"/></Relationships>
</file>

<file path=ppt/slides/_rels/slide14.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3.xml"/><Relationship Id="rId1" Type="http://schemas.openxmlformats.org/officeDocument/2006/relationships/slideLayout" Target="../slideLayouts/slideLayout14.xml"/></Relationships>
</file>

<file path=ppt/slides/_rels/slide15.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4.xml"/><Relationship Id="rId1" Type="http://schemas.openxmlformats.org/officeDocument/2006/relationships/slideLayout" Target="../slideLayouts/slideLayout14.xml"/></Relationships>
</file>

<file path=ppt/slides/_rels/slide16.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5.xml"/><Relationship Id="rId1" Type="http://schemas.openxmlformats.org/officeDocument/2006/relationships/slideLayout" Target="../slideLayouts/slideLayout14.xml"/></Relationships>
</file>

<file path=ppt/slides/_rels/slide17.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6.xml"/><Relationship Id="rId1" Type="http://schemas.openxmlformats.org/officeDocument/2006/relationships/slideLayout" Target="../slideLayouts/slideLayout14.xml"/></Relationships>
</file>

<file path=ppt/slides/_rels/slide18.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7.xml"/><Relationship Id="rId1" Type="http://schemas.openxmlformats.org/officeDocument/2006/relationships/slideLayout" Target="../slideLayouts/slideLayout14.xml"/><Relationship Id="rId4" Type="http://schemas.openxmlformats.org/officeDocument/2006/relationships/image" Target="../media/image7.emf"/></Relationships>
</file>

<file path=ppt/slides/_rels/slide19.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8.xml"/><Relationship Id="rId1" Type="http://schemas.openxmlformats.org/officeDocument/2006/relationships/slideLayout" Target="../slideLayouts/slideLayout14.xml"/></Relationships>
</file>

<file path=ppt/slides/_rels/slide20.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9.xml"/><Relationship Id="rId1" Type="http://schemas.openxmlformats.org/officeDocument/2006/relationships/slideLayout" Target="../slideLayouts/slideLayout14.xml"/><Relationship Id="rId4" Type="http://schemas.openxmlformats.org/officeDocument/2006/relationships/image" Target="../media/image8.png"/></Relationships>
</file>

<file path=ppt/slides/_rels/slide21.xml.rels><?xml version="1.0" encoding="UTF-8" standalone="yes"?>
<Relationships xmlns="http://schemas.openxmlformats.org/package/2006/relationships"><Relationship Id="rId8" Type="http://schemas.openxmlformats.org/officeDocument/2006/relationships/image" Target="../media/image14.png"/><Relationship Id="rId3" Type="http://schemas.openxmlformats.org/officeDocument/2006/relationships/image" Target="../media/image9.jpeg"/><Relationship Id="rId7" Type="http://schemas.openxmlformats.org/officeDocument/2006/relationships/image" Target="../media/image13.gif"/><Relationship Id="rId2" Type="http://schemas.openxmlformats.org/officeDocument/2006/relationships/notesSlide" Target="../notesSlides/notesSlide10.xml"/><Relationship Id="rId1" Type="http://schemas.openxmlformats.org/officeDocument/2006/relationships/slideLayout" Target="../slideLayouts/slideLayout14.xml"/><Relationship Id="rId6" Type="http://schemas.openxmlformats.org/officeDocument/2006/relationships/image" Target="../media/image12.png"/><Relationship Id="rId5" Type="http://schemas.openxmlformats.org/officeDocument/2006/relationships/image" Target="../media/image11.png"/><Relationship Id="rId10" Type="http://schemas.openxmlformats.org/officeDocument/2006/relationships/image" Target="../media/image4.png"/><Relationship Id="rId4" Type="http://schemas.openxmlformats.org/officeDocument/2006/relationships/image" Target="../media/image10.png"/><Relationship Id="rId9" Type="http://schemas.openxmlformats.org/officeDocument/2006/relationships/image" Target="../media/image15.png"/></Relationships>
</file>

<file path=ppt/slides/_rels/slide22.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14.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6.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6.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6.xml"/></Relationships>
</file>

<file path=ppt/slides/_rels/slide26.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notesSlide" Target="../notesSlides/notesSlide11.xml"/><Relationship Id="rId1" Type="http://schemas.openxmlformats.org/officeDocument/2006/relationships/slideLayout" Target="../slideLayouts/slideLayout37.xml"/></Relationships>
</file>

<file path=ppt/slides/_rels/slide27.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notesSlide" Target="../notesSlides/notesSlide12.xml"/><Relationship Id="rId1" Type="http://schemas.openxmlformats.org/officeDocument/2006/relationships/slideLayout" Target="../slideLayouts/slideLayout37.xml"/></Relationships>
</file>

<file path=ppt/slides/_rels/slide28.xml.rels><?xml version="1.0" encoding="UTF-8" standalone="yes"?>
<Relationships xmlns="http://schemas.openxmlformats.org/package/2006/relationships"><Relationship Id="rId3" Type="http://schemas.openxmlformats.org/officeDocument/2006/relationships/slideLayout" Target="../slideLayouts/slideLayout37.xml"/><Relationship Id="rId2" Type="http://schemas.openxmlformats.org/officeDocument/2006/relationships/video" Target="file:////Users/Work-Lab/A-&#21508;&#23398;&#26399;&#24037;&#20316;&#35760;&#24405;/2022&#24180;&#31179;&#23395;/&#25945;&#23398;&#20219;&#21153;/&#26412;&#31185;&#29983;-&#25968;&#25454;&#21487;&#35270;&#21270;/20221102&#65306;&#22320;&#29702;&#31354;&#38388;&#25968;&#25454;&#21487;&#35270;&#21270;/trains_in_time.mp4" TargetMode="External"/><Relationship Id="rId1" Type="http://schemas.microsoft.com/office/2007/relationships/media" Target="file:////Users/Work-Lab/A-&#21508;&#23398;&#26399;&#24037;&#20316;&#35760;&#24405;/2022&#24180;&#31179;&#23395;/&#25945;&#23398;&#20219;&#21153;/&#26412;&#31185;&#29983;-&#25968;&#25454;&#21487;&#35270;&#21270;/20221102&#65306;&#22320;&#29702;&#31354;&#38388;&#25968;&#25454;&#21487;&#35270;&#21270;/trains_in_time.mp4" TargetMode="External"/><Relationship Id="rId5" Type="http://schemas.openxmlformats.org/officeDocument/2006/relationships/image" Target="../media/image17.png"/><Relationship Id="rId4" Type="http://schemas.openxmlformats.org/officeDocument/2006/relationships/notesSlide" Target="../notesSlides/notesSlide13.xml"/></Relationships>
</file>

<file path=ppt/slides/_rels/slide29.xml.rels><?xml version="1.0" encoding="UTF-8" standalone="yes"?>
<Relationships xmlns="http://schemas.openxmlformats.org/package/2006/relationships"><Relationship Id="rId3" Type="http://schemas.openxmlformats.org/officeDocument/2006/relationships/slideLayout" Target="../slideLayouts/slideLayout37.xml"/><Relationship Id="rId2" Type="http://schemas.openxmlformats.org/officeDocument/2006/relationships/video" Target="file:////Users/Work-Lab/A-&#21508;&#23398;&#26399;&#24037;&#20316;&#35760;&#24405;/2022&#24180;&#31179;&#23395;/&#25945;&#23398;&#20219;&#21153;/&#26412;&#31185;&#29983;-&#25968;&#25454;&#21487;&#35270;&#21270;/20221102&#65306;&#22320;&#29702;&#31354;&#38388;&#25968;&#25454;&#21487;&#35270;&#21270;/isochronic_france.mp4" TargetMode="External"/><Relationship Id="rId1" Type="http://schemas.microsoft.com/office/2007/relationships/media" Target="file:////Users/Work-Lab/A-&#21508;&#23398;&#26399;&#24037;&#20316;&#35760;&#24405;/2022&#24180;&#31179;&#23395;/&#25945;&#23398;&#20219;&#21153;/&#26412;&#31185;&#29983;-&#25968;&#25454;&#21487;&#35270;&#21270;/20221102&#65306;&#22320;&#29702;&#31354;&#38388;&#25968;&#25454;&#21487;&#35270;&#21270;/isochronic_france.mp4" TargetMode="External"/><Relationship Id="rId5" Type="http://schemas.openxmlformats.org/officeDocument/2006/relationships/image" Target="../media/image17.png"/><Relationship Id="rId4" Type="http://schemas.openxmlformats.org/officeDocument/2006/relationships/notesSlide" Target="../notesSlides/notesSlide14.xml"/></Relationships>
</file>

<file path=ppt/slides/_rels/slide30.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4.xml"/></Relationships>
</file>

<file path=ppt/slides/_rels/slide31.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15.xml"/><Relationship Id="rId1" Type="http://schemas.openxmlformats.org/officeDocument/2006/relationships/slideLayout" Target="../slideLayouts/slideLayout4.xml"/></Relationships>
</file>

<file path=ppt/slides/_rels/slide32.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4.xml"/></Relationships>
</file>

<file path=ppt/slides/_rels/slide33.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6.xml"/></Relationships>
</file>

<file path=ppt/slides/_rels/slide34.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image" Target="../media/image4.png"/><Relationship Id="rId1" Type="http://schemas.openxmlformats.org/officeDocument/2006/relationships/slideLayout" Target="../slideLayouts/slideLayout6.xml"/></Relationships>
</file>

<file path=ppt/slides/_rels/slide35.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36.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6.xml"/></Relationships>
</file>

<file path=ppt/slides/_rels/slide37.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6.xml"/></Relationships>
</file>

<file path=ppt/slides/_rels/slide38.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Layout" Target="../slideLayouts/slideLayout6.xml"/></Relationships>
</file>

<file path=ppt/slides/_rels/slide39.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Layout" Target="../slideLayouts/slideLayout6.xml"/></Relationships>
</file>

<file path=ppt/slides/_rels/slide40.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Layout" Target="../slideLayouts/slideLayout6.xml"/></Relationships>
</file>

<file path=ppt/slides/_rels/slide41.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Layout" Target="../slideLayouts/slideLayout6.xml"/></Relationships>
</file>

<file path=ppt/slides/_rels/slide42.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Layout" Target="../slideLayouts/slideLayout6.xml"/></Relationships>
</file>

<file path=ppt/slides/_rels/slide43.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Layout" Target="../slideLayouts/slideLayout6.xml"/></Relationships>
</file>

<file path=ppt/slides/_rels/slide44.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Layout" Target="../slideLayouts/slideLayout6.xml"/></Relationships>
</file>

<file path=ppt/slides/_rels/slide45.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Layout" Target="../slideLayouts/slideLayout6.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7.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6.xml"/></Relationships>
</file>

<file path=ppt/slides/_rels/slide48.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4.xml"/></Relationships>
</file>

<file path=ppt/slides/_rels/slide49.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4.xml"/></Relationships>
</file>

<file path=ppt/slides/_rels/slide50.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2.xml"/></Relationships>
</file>

<file path=ppt/slides/_rels/slide51.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2.xml"/></Relationships>
</file>

<file path=ppt/slides/_rels/slide52.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6.xml"/></Relationships>
</file>

<file path=ppt/slides/_rels/slide53.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2.xml"/></Relationships>
</file>

<file path=ppt/slides/_rels/slide54.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2.xml"/></Relationships>
</file>

<file path=ppt/slides/_rels/slide55.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4.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8.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6.xml"/></Relationships>
</file>

<file path=ppt/slides/_rels/slide59.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6.xml"/></Relationships>
</file>

<file path=ppt/slides/_rels/slide60.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4.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52.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50.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50.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50.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50.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50.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50.xml"/></Relationships>
</file>

<file path=ppt/slides/_rels/slide68.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4.xml"/></Relationships>
</file>

<file path=ppt/slides/_rels/slide69.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4.xml"/></Relationships>
</file>

<file path=ppt/slides/_rels/slide70.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4.xml"/></Relationships>
</file>

<file path=ppt/slides/_rels/slide71.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4.xml"/></Relationships>
</file>

<file path=ppt/slides/_rels/slide72.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4.xml"/></Relationships>
</file>

<file path=ppt/slides/_rels/slide73.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2.xml"/></Relationships>
</file>

<file path=ppt/slides/_rels/slide74.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2.xml"/></Relationships>
</file>

<file path=ppt/slides/_rels/slide75.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2.xml"/></Relationships>
</file>

<file path=ppt/slides/_rels/slide76.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2.xml"/></Relationships>
</file>

<file path=ppt/slides/_rels/slide77.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2.xml"/></Relationships>
</file>

<file path=ppt/slides/_rels/slide78.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4.xml"/></Relationships>
</file>

<file path=ppt/slides/_rels/slide79.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2.xml"/></Relationships>
</file>

<file path=ppt/slides/_rels/slide80.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2.xml"/></Relationships>
</file>

<file path=ppt/slides/_rels/slide81.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2.xml"/></Relationships>
</file>

<file path=ppt/slides/_rels/slide82.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2.xml"/></Relationships>
</file>

<file path=ppt/slides/_rels/slide83.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2.xml"/></Relationships>
</file>

<file path=ppt/slides/_rels/slide84.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16.xml"/><Relationship Id="rId1" Type="http://schemas.openxmlformats.org/officeDocument/2006/relationships/slideLayout" Target="../slideLayouts/slideLayout2.xml"/></Relationships>
</file>

<file path=ppt/slides/_rels/slide85.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2.xml"/></Relationships>
</file>

<file path=ppt/slides/_rels/slide86.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2.xml"/></Relationships>
</file>

<file path=ppt/slides/_rels/slide87.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2.xml"/></Relationships>
</file>

<file path=ppt/slides/_rels/slide88.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2.xml"/></Relationships>
</file>

<file path=ppt/slides/_rels/slide89.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2.xml"/></Relationships>
</file>

<file path=ppt/slides/_rels/slide90.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2.xml"/></Relationships>
</file>

<file path=ppt/slides/_rels/slide91.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2.xml"/></Relationships>
</file>

<file path=ppt/slides/_rels/slide92.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2.xml"/></Relationships>
</file>

<file path=ppt/slides/_rels/slide93.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4.xml"/></Relationships>
</file>

<file path=ppt/slides/_rels/slide94.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2.xml"/></Relationships>
</file>

<file path=ppt/slides/_rels/slide95.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png"/><Relationship Id="rId1" Type="http://schemas.openxmlformats.org/officeDocument/2006/relationships/slideLayout" Target="../slideLayouts/slideLayout7.xml"/><Relationship Id="rId4" Type="http://schemas.openxmlformats.org/officeDocument/2006/relationships/image" Target="../media/image6.emf"/></Relationships>
</file>

<file path=ppt/slides/_rels/slide96.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97.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2.xml"/></Relationships>
</file>

<file path=ppt/slides/_rels/slide98.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17.xml"/><Relationship Id="rId1" Type="http://schemas.openxmlformats.org/officeDocument/2006/relationships/slideLayout" Target="../slideLayouts/slideLayout6.xml"/><Relationship Id="rId5" Type="http://schemas.openxmlformats.org/officeDocument/2006/relationships/image" Target="../media/image22.png"/><Relationship Id="rId4" Type="http://schemas.openxmlformats.org/officeDocument/2006/relationships/image" Target="../media/image21.png"/></Relationships>
</file>

<file path=ppt/slides/_rels/slide99.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18.xml"/><Relationship Id="rId1" Type="http://schemas.openxmlformats.org/officeDocument/2006/relationships/slideLayout" Target="../slideLayouts/slideLayout6.xml"/><Relationship Id="rId4" Type="http://schemas.openxmlformats.org/officeDocument/2006/relationships/image" Target="../media/image23.png"/></Relationships>
</file>

<file path=ppt/slides/_rels/slide100.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19.xml"/><Relationship Id="rId1" Type="http://schemas.openxmlformats.org/officeDocument/2006/relationships/slideLayout" Target="../slideLayouts/slideLayout6.xml"/><Relationship Id="rId4" Type="http://schemas.openxmlformats.org/officeDocument/2006/relationships/image" Target="../media/image23.png"/></Relationships>
</file>

<file path=ppt/slides/_rels/slide101.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notesSlide" Target="../notesSlides/notesSlide20.xml"/><Relationship Id="rId1" Type="http://schemas.openxmlformats.org/officeDocument/2006/relationships/slideLayout" Target="../slideLayouts/slideLayout6.xml"/><Relationship Id="rId5" Type="http://schemas.openxmlformats.org/officeDocument/2006/relationships/image" Target="../media/image24.png"/><Relationship Id="rId4" Type="http://schemas.openxmlformats.org/officeDocument/2006/relationships/image" Target="../media/image4.png"/></Relationships>
</file>

<file path=ppt/slides/_rels/slide102.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103.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2.xml"/></Relationships>
</file>

<file path=ppt/slides/_rels/slide104.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2.xml"/></Relationships>
</file>

<file path=ppt/slides/_rels/slide105.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2.xml"/></Relationships>
</file>

<file path=ppt/slides/_rels/slide106.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107.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image" Target="../media/image4.png"/><Relationship Id="rId1" Type="http://schemas.openxmlformats.org/officeDocument/2006/relationships/slideLayout" Target="../slideLayouts/slideLayout4.xml"/></Relationships>
</file>

<file path=ppt/slides/_rels/slide108.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image" Target="../media/image4.png"/><Relationship Id="rId1" Type="http://schemas.openxmlformats.org/officeDocument/2006/relationships/slideLayout" Target="../slideLayouts/slideLayout4.xml"/></Relationships>
</file>

<file path=ppt/slides/_rels/slide109.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image" Target="../media/image4.png"/><Relationship Id="rId1" Type="http://schemas.openxmlformats.org/officeDocument/2006/relationships/slideLayout" Target="../slideLayouts/slideLayout4.xml"/></Relationships>
</file>

<file path=ppt/slides/_rels/slide110.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111.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112.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113.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114.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2.xml"/></Relationships>
</file>

<file path=ppt/slides/_rels/slide115.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4.xml"/></Relationships>
</file>

<file path=ppt/slides/_rels/slide116.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61.xml"/></Relationships>
</file>

<file path=ppt/slides/_rels/slide117.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61.xml"/></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61.xml"/></Relationships>
</file>

<file path=ppt/slides/_rels/slide119.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61.xml"/></Relationships>
</file>

<file path=ppt/slides/_rels/slide120.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notesSlide" Target="../notesSlides/notesSlide24.xml"/><Relationship Id="rId1" Type="http://schemas.openxmlformats.org/officeDocument/2006/relationships/slideLayout" Target="../slideLayouts/slideLayout61.xml"/></Relationships>
</file>

<file path=ppt/slides/_rels/slide121.xml.rels><?xml version="1.0" encoding="UTF-8" standalone="yes"?>
<Relationships xmlns="http://schemas.openxmlformats.org/package/2006/relationships"><Relationship Id="rId3" Type="http://schemas.openxmlformats.org/officeDocument/2006/relationships/oleObject" Target="../embeddings/oleObject1.bin"/><Relationship Id="rId2" Type="http://schemas.openxmlformats.org/officeDocument/2006/relationships/notesSlide" Target="../notesSlides/notesSlide25.xml"/><Relationship Id="rId1" Type="http://schemas.openxmlformats.org/officeDocument/2006/relationships/slideLayout" Target="../slideLayouts/slideLayout61.xml"/><Relationship Id="rId5" Type="http://schemas.openxmlformats.org/officeDocument/2006/relationships/oleObject" Target="../embeddings/oleObject2.bin"/><Relationship Id="rId4" Type="http://schemas.openxmlformats.org/officeDocument/2006/relationships/image" Target="../media/image27.wmf"/></Relationships>
</file>

<file path=ppt/slides/_rels/slide122.xml.rels><?xml version="1.0" encoding="UTF-8" standalone="yes"?>
<Relationships xmlns="http://schemas.openxmlformats.org/package/2006/relationships"><Relationship Id="rId3" Type="http://schemas.openxmlformats.org/officeDocument/2006/relationships/hyperlink" Target="http://www.taobao.com/" TargetMode="External"/><Relationship Id="rId2" Type="http://schemas.openxmlformats.org/officeDocument/2006/relationships/notesSlide" Target="../notesSlides/notesSlide26.xml"/><Relationship Id="rId1" Type="http://schemas.openxmlformats.org/officeDocument/2006/relationships/slideLayout" Target="../slideLayouts/slideLayout61.xml"/></Relationships>
</file>

<file path=ppt/slides/_rels/slide123.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4.xml"/></Relationships>
</file>

<file path=ppt/slides/_rels/slide124.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image" Target="../media/image4.png"/><Relationship Id="rId1" Type="http://schemas.openxmlformats.org/officeDocument/2006/relationships/slideLayout" Target="../slideLayouts/slideLayout4.xml"/></Relationships>
</file>

<file path=ppt/slides/_rels/slide125.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4.xml"/></Relationships>
</file>

<file path=ppt/slides/_rels/slide126.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27.xml"/><Relationship Id="rId1" Type="http://schemas.openxmlformats.org/officeDocument/2006/relationships/slideLayout" Target="../slideLayouts/slideLayout2.xml"/><Relationship Id="rId5" Type="http://schemas.openxmlformats.org/officeDocument/2006/relationships/image" Target="../media/image29.emf"/><Relationship Id="rId4" Type="http://schemas.openxmlformats.org/officeDocument/2006/relationships/oleObject" Target="../embeddings/oleObject3.bin"/></Relationships>
</file>

<file path=ppt/slides/_rels/slide127.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28.xml"/><Relationship Id="rId1" Type="http://schemas.openxmlformats.org/officeDocument/2006/relationships/slideLayout" Target="../slideLayouts/slideLayout4.xml"/><Relationship Id="rId5" Type="http://schemas.openxmlformats.org/officeDocument/2006/relationships/image" Target="../media/image31.png"/><Relationship Id="rId4" Type="http://schemas.openxmlformats.org/officeDocument/2006/relationships/image" Target="../media/image30.png"/></Relationships>
</file>

<file path=ppt/slides/_rels/slide128.xml.rels><?xml version="1.0" encoding="UTF-8" standalone="yes"?>
<Relationships xmlns="http://schemas.openxmlformats.org/package/2006/relationships"><Relationship Id="rId3" Type="http://schemas.openxmlformats.org/officeDocument/2006/relationships/image" Target="../media/image30.png"/><Relationship Id="rId2" Type="http://schemas.openxmlformats.org/officeDocument/2006/relationships/notesSlide" Target="../notesSlides/notesSlide29.xml"/><Relationship Id="rId1" Type="http://schemas.openxmlformats.org/officeDocument/2006/relationships/slideLayout" Target="../slideLayouts/slideLayout2.xml"/><Relationship Id="rId5" Type="http://schemas.openxmlformats.org/officeDocument/2006/relationships/image" Target="../media/image4.png"/><Relationship Id="rId4" Type="http://schemas.openxmlformats.org/officeDocument/2006/relationships/image" Target="../media/image31.png"/></Relationships>
</file>

<file path=ppt/slides/_rels/slide129.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30.xml"/><Relationship Id="rId1" Type="http://schemas.openxmlformats.org/officeDocument/2006/relationships/slideLayout" Target="../slideLayouts/slideLayout2.xml"/></Relationships>
</file>

<file path=ppt/slides/_rels/slide130.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31.xml"/><Relationship Id="rId1" Type="http://schemas.openxmlformats.org/officeDocument/2006/relationships/slideLayout" Target="../slideLayouts/slideLayout2.xml"/></Relationships>
</file>

<file path=ppt/slides/_rels/slide131.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61" name="Rectangle 4"/>
          <p:cNvSpPr>
            <a:spLocks noChangeArrowheads="1"/>
          </p:cNvSpPr>
          <p:nvPr/>
        </p:nvSpPr>
        <p:spPr bwMode="auto">
          <a:xfrm>
            <a:off x="5608638" y="3489325"/>
            <a:ext cx="3260725" cy="28606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nchor="ctr"/>
          <a:lstStyle/>
          <a:p>
            <a:pPr eaLnBrk="1" hangingPunct="1">
              <a:lnSpc>
                <a:spcPts val="3063"/>
              </a:lnSpc>
            </a:pPr>
            <a:r>
              <a:rPr lang="en-US" sz="2800" i="1" dirty="0">
                <a:solidFill>
                  <a:srgbClr val="008000"/>
                </a:solidFill>
                <a:cs typeface="Arial" charset="0"/>
              </a:rPr>
              <a:t>Computer Networking: A Top </a:t>
            </a:r>
            <a:r>
              <a:rPr lang="en-US" sz="2800" i="1">
                <a:solidFill>
                  <a:srgbClr val="008000"/>
                </a:solidFill>
                <a:cs typeface="Arial" charset="0"/>
              </a:rPr>
              <a:t>Down Approach </a:t>
            </a:r>
            <a:br>
              <a:rPr lang="en-US" sz="2800" dirty="0">
                <a:solidFill>
                  <a:srgbClr val="008000"/>
                </a:solidFill>
                <a:cs typeface="Arial" charset="0"/>
              </a:rPr>
            </a:br>
            <a:endParaRPr lang="en-US" sz="2000" dirty="0">
              <a:solidFill>
                <a:srgbClr val="008000"/>
              </a:solidFill>
              <a:cs typeface="Arial" charset="0"/>
            </a:endParaRPr>
          </a:p>
        </p:txBody>
      </p:sp>
      <p:sp>
        <p:nvSpPr>
          <p:cNvPr id="40962" name="Text Box 6"/>
          <p:cNvSpPr txBox="1">
            <a:spLocks noChangeArrowheads="1"/>
          </p:cNvSpPr>
          <p:nvPr/>
        </p:nvSpPr>
        <p:spPr bwMode="auto">
          <a:xfrm>
            <a:off x="369888" y="3241675"/>
            <a:ext cx="5378450" cy="14811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dirty="0"/>
              <a:t>A note on the use of these Powerpoint slides:</a:t>
            </a:r>
          </a:p>
          <a:p>
            <a:r>
              <a:rPr lang="en-US" sz="1200" dirty="0"/>
              <a:t>We</a:t>
            </a:r>
            <a:r>
              <a:rPr lang="ja-JP" altLang="en-US" sz="1200" dirty="0"/>
              <a:t>’</a:t>
            </a:r>
            <a:r>
              <a:rPr lang="en-US" altLang="ja-JP" sz="1200" dirty="0"/>
              <a:t>re making these slides freely available to all (faculty, students, readers). They’re in PowerPoint form so you see the animations; and can add, modify, and delete slides  (including this one) and slide content to suit your needs. They obviously represent a </a:t>
            </a:r>
            <a:r>
              <a:rPr lang="en-US" altLang="ja-JP" sz="1200" i="1" dirty="0"/>
              <a:t>lot</a:t>
            </a:r>
            <a:r>
              <a:rPr lang="en-US" altLang="ja-JP" sz="1200" dirty="0"/>
              <a:t> of work on our part. In return for use, we only ask the following:</a:t>
            </a:r>
          </a:p>
          <a:p>
            <a:pPr>
              <a:lnSpc>
                <a:spcPct val="85000"/>
              </a:lnSpc>
            </a:pPr>
            <a:endParaRPr lang="en-US" sz="1400" dirty="0"/>
          </a:p>
        </p:txBody>
      </p:sp>
      <p:sp>
        <p:nvSpPr>
          <p:cNvPr id="29702" name="Text Box 7"/>
          <p:cNvSpPr txBox="1">
            <a:spLocks noChangeArrowheads="1"/>
          </p:cNvSpPr>
          <p:nvPr/>
        </p:nvSpPr>
        <p:spPr bwMode="auto">
          <a:xfrm>
            <a:off x="390525" y="4370388"/>
            <a:ext cx="5378450" cy="20986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marL="173038" indent="-173038">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defRPr/>
            </a:pPr>
            <a:endParaRPr lang="en-US" sz="1400" dirty="0">
              <a:latin typeface="Gill Sans MT" charset="0"/>
            </a:endParaRPr>
          </a:p>
          <a:p>
            <a:pPr marL="231775" indent="-177800">
              <a:buClr>
                <a:srgbClr val="000099"/>
              </a:buClr>
              <a:buSzPct val="100000"/>
              <a:buFont typeface="Wingdings" charset="2"/>
              <a:buChar char="§"/>
              <a:defRPr/>
            </a:pPr>
            <a:r>
              <a:rPr lang="en-US" sz="1200" dirty="0"/>
              <a:t>If you use these slides (e.g., in a class) that you mention their source (after all, we</a:t>
            </a:r>
            <a:r>
              <a:rPr lang="ja-JP" altLang="en-US" sz="1200" dirty="0"/>
              <a:t>’</a:t>
            </a:r>
            <a:r>
              <a:rPr lang="en-US" altLang="ja-JP" sz="1200" dirty="0"/>
              <a:t>d like people to use our book!)</a:t>
            </a:r>
          </a:p>
          <a:p>
            <a:pPr marL="231775" indent="-177800">
              <a:buClr>
                <a:srgbClr val="000099"/>
              </a:buClr>
              <a:buSzPct val="100000"/>
              <a:buFont typeface="Wingdings" charset="2"/>
              <a:buChar char="§"/>
              <a:defRPr/>
            </a:pPr>
            <a:r>
              <a:rPr lang="en-US" sz="1200" dirty="0"/>
              <a:t>If you post any slides on a www site, that you note that they are adapted from (or perhaps identical to) our slides, and note our copyright of this material.</a:t>
            </a:r>
          </a:p>
          <a:p>
            <a:pPr>
              <a:buClr>
                <a:schemeClr val="accent2"/>
              </a:buClr>
              <a:buFont typeface="Wingdings" charset="0"/>
              <a:buChar char="q"/>
              <a:defRPr/>
            </a:pPr>
            <a:endParaRPr lang="en-US" sz="1200" dirty="0"/>
          </a:p>
          <a:p>
            <a:pPr>
              <a:lnSpc>
                <a:spcPct val="85000"/>
              </a:lnSpc>
              <a:buClr>
                <a:schemeClr val="accent2"/>
              </a:buClr>
              <a:buFont typeface="Wingdings" charset="0"/>
              <a:buNone/>
              <a:defRPr/>
            </a:pPr>
            <a:r>
              <a:rPr lang="en-US" sz="1200" dirty="0"/>
              <a:t>Thanks and enjoy!  JFK/KWR</a:t>
            </a:r>
          </a:p>
          <a:p>
            <a:pPr>
              <a:lnSpc>
                <a:spcPct val="85000"/>
              </a:lnSpc>
              <a:defRPr/>
            </a:pPr>
            <a:endParaRPr lang="en-US" sz="1200" dirty="0"/>
          </a:p>
          <a:p>
            <a:pPr>
              <a:defRPr/>
            </a:pPr>
            <a:r>
              <a:rPr lang="en-US" sz="1200" dirty="0"/>
              <a:t>     All material copyright 1996-2016</a:t>
            </a:r>
          </a:p>
          <a:p>
            <a:pPr>
              <a:defRPr/>
            </a:pPr>
            <a:r>
              <a:rPr lang="en-US" sz="1200" dirty="0"/>
              <a:t>     J.F Kurose and K.W. Ross, All Rights Reserved</a:t>
            </a:r>
          </a:p>
        </p:txBody>
      </p:sp>
      <p:pic>
        <p:nvPicPr>
          <p:cNvPr id="40964" name="Picture 8"/>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61963" y="6146800"/>
            <a:ext cx="187325" cy="1873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40965" name="Picture 1" descr="kurose7e_cover_small.jpg"/>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5710238" y="325438"/>
            <a:ext cx="3087687" cy="38195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0966" name="Rectangle 4"/>
          <p:cNvSpPr>
            <a:spLocks noChangeArrowheads="1"/>
          </p:cNvSpPr>
          <p:nvPr/>
        </p:nvSpPr>
        <p:spPr bwMode="auto">
          <a:xfrm>
            <a:off x="5634038" y="4510088"/>
            <a:ext cx="3260725" cy="28606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nchor="ctr"/>
          <a:lstStyle/>
          <a:p>
            <a:pPr eaLnBrk="1" hangingPunct="1"/>
            <a:r>
              <a:rPr lang="en-US">
                <a:solidFill>
                  <a:srgbClr val="008000"/>
                </a:solidFill>
                <a:cs typeface="Arial" charset="0"/>
              </a:rPr>
              <a:t>7</a:t>
            </a:r>
            <a:r>
              <a:rPr lang="en-US" baseline="30000">
                <a:solidFill>
                  <a:srgbClr val="008000"/>
                </a:solidFill>
                <a:cs typeface="Arial" charset="0"/>
              </a:rPr>
              <a:t>th</a:t>
            </a:r>
            <a:r>
              <a:rPr lang="en-US">
                <a:solidFill>
                  <a:srgbClr val="008000"/>
                </a:solidFill>
                <a:cs typeface="Arial" charset="0"/>
              </a:rPr>
              <a:t> edition </a:t>
            </a:r>
            <a:br>
              <a:rPr lang="en-US">
                <a:solidFill>
                  <a:srgbClr val="008000"/>
                </a:solidFill>
                <a:cs typeface="Arial" charset="0"/>
              </a:rPr>
            </a:br>
            <a:r>
              <a:rPr lang="en-US">
                <a:solidFill>
                  <a:srgbClr val="008000"/>
                </a:solidFill>
                <a:cs typeface="Arial" charset="0"/>
              </a:rPr>
              <a:t>Jim Kurose, Keith Ross</a:t>
            </a:r>
            <a:br>
              <a:rPr lang="en-US">
                <a:solidFill>
                  <a:srgbClr val="008000"/>
                </a:solidFill>
                <a:cs typeface="Arial" charset="0"/>
              </a:rPr>
            </a:br>
            <a:r>
              <a:rPr lang="en-US" sz="1400">
                <a:solidFill>
                  <a:srgbClr val="008000"/>
                </a:solidFill>
                <a:cs typeface="Arial" charset="0"/>
              </a:rPr>
              <a:t>Pearson/Addison Wesley</a:t>
            </a:r>
            <a:br>
              <a:rPr lang="en-US" sz="1400">
                <a:solidFill>
                  <a:srgbClr val="008000"/>
                </a:solidFill>
                <a:cs typeface="Arial" charset="0"/>
              </a:rPr>
            </a:br>
            <a:r>
              <a:rPr lang="en-US" sz="1400">
                <a:solidFill>
                  <a:srgbClr val="008000"/>
                </a:solidFill>
                <a:cs typeface="Arial" charset="0"/>
              </a:rPr>
              <a:t>April 2016</a:t>
            </a:r>
          </a:p>
        </p:txBody>
      </p:sp>
      <p:sp>
        <p:nvSpPr>
          <p:cNvPr id="40967" name="Rectangle 3"/>
          <p:cNvSpPr>
            <a:spLocks noChangeArrowheads="1"/>
          </p:cNvSpPr>
          <p:nvPr/>
        </p:nvSpPr>
        <p:spPr bwMode="auto">
          <a:xfrm>
            <a:off x="371475" y="715963"/>
            <a:ext cx="4487863" cy="17240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nchor="ctr"/>
          <a:lstStyle/>
          <a:p>
            <a:pPr eaLnBrk="1" hangingPunct="1">
              <a:lnSpc>
                <a:spcPct val="85000"/>
              </a:lnSpc>
            </a:pPr>
            <a:r>
              <a:rPr lang="en-US" sz="4400" dirty="0">
                <a:solidFill>
                  <a:srgbClr val="000099"/>
                </a:solidFill>
                <a:latin typeface="Gill Sans MT" charset="0"/>
                <a:cs typeface="Arial" charset="0"/>
              </a:rPr>
              <a:t>Chapter 5</a:t>
            </a:r>
            <a:br>
              <a:rPr lang="en-US" sz="4800" dirty="0">
                <a:solidFill>
                  <a:srgbClr val="000099"/>
                </a:solidFill>
                <a:latin typeface="Gill Sans MT" charset="0"/>
                <a:cs typeface="Arial" charset="0"/>
              </a:rPr>
            </a:br>
            <a:r>
              <a:rPr lang="en-US" sz="4400" dirty="0">
                <a:solidFill>
                  <a:srgbClr val="000099"/>
                </a:solidFill>
                <a:latin typeface="Gill Sans MT" charset="0"/>
                <a:cs typeface="Arial" charset="0"/>
              </a:rPr>
              <a:t>Network Layer:</a:t>
            </a:r>
          </a:p>
          <a:p>
            <a:pPr eaLnBrk="1" hangingPunct="1">
              <a:lnSpc>
                <a:spcPct val="85000"/>
              </a:lnSpc>
            </a:pPr>
            <a:r>
              <a:rPr lang="en-US" sz="4400" dirty="0">
                <a:solidFill>
                  <a:srgbClr val="000099"/>
                </a:solidFill>
                <a:latin typeface="Gill Sans MT" charset="0"/>
                <a:cs typeface="Arial" charset="0"/>
              </a:rPr>
              <a:t>The Control Plane</a:t>
            </a:r>
          </a:p>
        </p:txBody>
      </p:sp>
      <p:pic>
        <p:nvPicPr>
          <p:cNvPr id="40968" name="Picture 9" descr="underline_base"/>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52438" y="2389188"/>
            <a:ext cx="3890962" cy="2381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2" name="Slide Number Placeholder 5"/>
          <p:cNvSpPr>
            <a:spLocks noGrp="1"/>
          </p:cNvSpPr>
          <p:nvPr>
            <p:ph type="sldNum" sz="quarter" idx="12"/>
          </p:nvPr>
        </p:nvSpPr>
        <p:spPr>
          <a:xfrm>
            <a:off x="8456154" y="6475895"/>
            <a:ext cx="548655" cy="272319"/>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200" dirty="0">
                <a:latin typeface="Tahoma" charset="0"/>
              </a:rPr>
              <a:t>5-</a:t>
            </a:r>
            <a:fld id="{8E8C6E93-DF5B-BC4B-80F9-500DED1EEDCC}" type="slidenum">
              <a:rPr lang="en-US" sz="1200">
                <a:latin typeface="Tahoma" charset="0"/>
              </a:rPr>
              <a:pPr/>
              <a:t>1</a:t>
            </a:fld>
            <a:endParaRPr lang="en-US" sz="1200" dirty="0">
              <a:latin typeface="Tahoma" charset="0"/>
            </a:endParaRPr>
          </a:p>
        </p:txBody>
      </p:sp>
      <p:sp>
        <p:nvSpPr>
          <p:cNvPr id="13" name="Footer Placeholder 2"/>
          <p:cNvSpPr>
            <a:spLocks noGrp="1"/>
          </p:cNvSpPr>
          <p:nvPr>
            <p:ph type="ftr" sz="quarter" idx="11"/>
          </p:nvPr>
        </p:nvSpPr>
        <p:spPr>
          <a:xfrm>
            <a:off x="6375496" y="6475081"/>
            <a:ext cx="2177473" cy="241541"/>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200" dirty="0">
                <a:solidFill>
                  <a:srgbClr val="000000"/>
                </a:solidFill>
                <a:latin typeface="Tahoma" charset="0"/>
                <a:cs typeface="Arial" charset="0"/>
              </a:rPr>
              <a:t>Network Layer: Control Plane</a:t>
            </a:r>
          </a:p>
        </p:txBody>
      </p:sp>
    </p:spTree>
    <p:extLst>
      <p:ext uri="{BB962C8B-B14F-4D97-AF65-F5344CB8AC3E}">
        <p14:creationId xmlns:p14="http://schemas.microsoft.com/office/powerpoint/2010/main" val="1254019135"/>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pic>
        <p:nvPicPr>
          <p:cNvPr id="41987" name="Picture 7"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60400" y="1027113"/>
            <a:ext cx="7324366" cy="2293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053" name="Rectangle 2"/>
          <p:cNvSpPr>
            <a:spLocks noGrp="1" noChangeArrowheads="1"/>
          </p:cNvSpPr>
          <p:nvPr>
            <p:ph type="title"/>
          </p:nvPr>
        </p:nvSpPr>
        <p:spPr/>
        <p:txBody>
          <a:bodyPr/>
          <a:lstStyle/>
          <a:p>
            <a:pPr>
              <a:defRPr/>
            </a:pPr>
            <a:r>
              <a:rPr lang="en-US" sz="4000" dirty="0">
                <a:cs typeface="+mj-cs"/>
              </a:rPr>
              <a:t>Chapter 5: </a:t>
            </a:r>
            <a:r>
              <a:rPr lang="en-US" sz="3600" dirty="0">
                <a:cs typeface="+mj-cs"/>
              </a:rPr>
              <a:t>network layer control plane</a:t>
            </a:r>
          </a:p>
        </p:txBody>
      </p:sp>
      <p:sp>
        <p:nvSpPr>
          <p:cNvPr id="2054" name="Rectangle 3"/>
          <p:cNvSpPr>
            <a:spLocks noGrp="1" noChangeArrowheads="1"/>
          </p:cNvSpPr>
          <p:nvPr>
            <p:ph type="body" idx="1"/>
          </p:nvPr>
        </p:nvSpPr>
        <p:spPr>
          <a:xfrm>
            <a:off x="533400" y="1600200"/>
            <a:ext cx="8064500" cy="4648200"/>
          </a:xfrm>
        </p:spPr>
        <p:txBody>
          <a:bodyPr/>
          <a:lstStyle/>
          <a:p>
            <a:pPr>
              <a:buFont typeface="Wingdings" charset="0"/>
              <a:buNone/>
              <a:defRPr/>
            </a:pPr>
            <a:r>
              <a:rPr lang="en-US" sz="3200" i="1" dirty="0">
                <a:solidFill>
                  <a:srgbClr val="CC0000"/>
                </a:solidFill>
                <a:cs typeface="+mn-cs"/>
              </a:rPr>
              <a:t>chapter goals:</a:t>
            </a:r>
            <a:r>
              <a:rPr lang="en-US" sz="3200" dirty="0">
                <a:solidFill>
                  <a:srgbClr val="CC0000"/>
                </a:solidFill>
                <a:cs typeface="+mn-cs"/>
              </a:rPr>
              <a:t>  </a:t>
            </a:r>
            <a:r>
              <a:rPr lang="en-US" dirty="0">
                <a:cs typeface="+mn-cs"/>
              </a:rPr>
              <a:t>understand principles behind network control plane</a:t>
            </a:r>
          </a:p>
          <a:p>
            <a:pPr>
              <a:defRPr/>
            </a:pPr>
            <a:r>
              <a:rPr lang="en-US" dirty="0">
                <a:cs typeface="+mn-cs"/>
              </a:rPr>
              <a:t>traditional routing algorithms</a:t>
            </a:r>
          </a:p>
          <a:p>
            <a:pPr>
              <a:defRPr/>
            </a:pPr>
            <a:r>
              <a:rPr lang="en-US" dirty="0">
                <a:cs typeface="+mn-cs"/>
              </a:rPr>
              <a:t>SDN </a:t>
            </a:r>
            <a:r>
              <a:rPr lang="en-US" dirty="0" err="1">
                <a:cs typeface="+mn-cs"/>
              </a:rPr>
              <a:t>controlllers</a:t>
            </a:r>
            <a:endParaRPr lang="en-US" dirty="0">
              <a:cs typeface="+mn-cs"/>
            </a:endParaRPr>
          </a:p>
          <a:p>
            <a:pPr>
              <a:defRPr/>
            </a:pPr>
            <a:r>
              <a:rPr lang="en-US" dirty="0"/>
              <a:t>Internet Control Message Protocol</a:t>
            </a:r>
            <a:endParaRPr lang="en-US" dirty="0">
              <a:cs typeface="+mn-cs"/>
            </a:endParaRPr>
          </a:p>
          <a:p>
            <a:pPr>
              <a:defRPr/>
            </a:pPr>
            <a:r>
              <a:rPr lang="en-US" dirty="0">
                <a:cs typeface="+mn-cs"/>
              </a:rPr>
              <a:t>network management</a:t>
            </a:r>
          </a:p>
          <a:p>
            <a:pPr marL="0" indent="0">
              <a:buNone/>
              <a:defRPr/>
            </a:pPr>
            <a:endParaRPr lang="en-US" dirty="0">
              <a:cs typeface="+mn-cs"/>
            </a:endParaRPr>
          </a:p>
          <a:p>
            <a:pPr marL="0" indent="0">
              <a:buNone/>
              <a:defRPr/>
            </a:pPr>
            <a:r>
              <a:rPr lang="en-US" dirty="0">
                <a:cs typeface="+mn-cs"/>
              </a:rPr>
              <a:t>and their instantiation, implementation in the Internet:</a:t>
            </a:r>
          </a:p>
          <a:p>
            <a:pPr>
              <a:defRPr/>
            </a:pPr>
            <a:r>
              <a:rPr lang="en-US" dirty="0">
                <a:cs typeface="+mn-cs"/>
              </a:rPr>
              <a:t>OSPF, BGP, OpenFlow, ODL and ONOS controllers, ICMP, SNMP</a:t>
            </a:r>
          </a:p>
        </p:txBody>
      </p:sp>
      <p:sp>
        <p:nvSpPr>
          <p:cNvPr id="7" name="Slide Number Placeholder 5"/>
          <p:cNvSpPr>
            <a:spLocks noGrp="1"/>
          </p:cNvSpPr>
          <p:nvPr>
            <p:ph type="sldNum" sz="quarter" idx="12"/>
          </p:nvPr>
        </p:nvSpPr>
        <p:spPr>
          <a:xfrm>
            <a:off x="8456155" y="6475895"/>
            <a:ext cx="458808" cy="272319"/>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200" dirty="0">
                <a:latin typeface="Tahoma" charset="0"/>
              </a:rPr>
              <a:t>5-</a:t>
            </a:r>
            <a:fld id="{8E8C6E93-DF5B-BC4B-80F9-500DED1EEDCC}" type="slidenum">
              <a:rPr lang="en-US" sz="1200">
                <a:latin typeface="Tahoma" charset="0"/>
              </a:rPr>
              <a:pPr/>
              <a:t>2</a:t>
            </a:fld>
            <a:endParaRPr lang="en-US" sz="1200" dirty="0">
              <a:latin typeface="Tahoma" charset="0"/>
            </a:endParaRPr>
          </a:p>
        </p:txBody>
      </p:sp>
      <p:sp>
        <p:nvSpPr>
          <p:cNvPr id="8" name="Footer Placeholder 2"/>
          <p:cNvSpPr>
            <a:spLocks noGrp="1"/>
          </p:cNvSpPr>
          <p:nvPr>
            <p:ph type="ftr" sz="quarter" idx="11"/>
          </p:nvPr>
        </p:nvSpPr>
        <p:spPr>
          <a:xfrm>
            <a:off x="6375496" y="6475081"/>
            <a:ext cx="2177473" cy="241541"/>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200" dirty="0">
                <a:solidFill>
                  <a:srgbClr val="000000"/>
                </a:solidFill>
                <a:latin typeface="Tahoma" charset="0"/>
                <a:cs typeface="Arial" charset="0"/>
              </a:rPr>
              <a:t>Network Layer: Control Plane</a:t>
            </a:r>
          </a:p>
        </p:txBody>
      </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pic>
        <p:nvPicPr>
          <p:cNvPr id="43011" name="Picture 2"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01663" y="1025525"/>
            <a:ext cx="4113212" cy="1730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3012" name="Rectangle 3"/>
          <p:cNvSpPr>
            <a:spLocks noGrp="1" noChangeArrowheads="1"/>
          </p:cNvSpPr>
          <p:nvPr>
            <p:ph type="body" sz="half" idx="1"/>
          </p:nvPr>
        </p:nvSpPr>
        <p:spPr/>
        <p:txBody>
          <a:bodyPr/>
          <a:lstStyle/>
          <a:p>
            <a:pPr>
              <a:lnSpc>
                <a:spcPct val="100000"/>
              </a:lnSpc>
              <a:buFont typeface="Wingdings" charset="0"/>
              <a:buNone/>
            </a:pPr>
            <a:r>
              <a:rPr lang="en-US" sz="2400" dirty="0">
                <a:solidFill>
                  <a:srgbClr val="CC0000"/>
                </a:solidFill>
                <a:latin typeface="Gill Sans MT" charset="0"/>
              </a:rPr>
              <a:t>5.1 introduction</a:t>
            </a:r>
          </a:p>
          <a:p>
            <a:pPr>
              <a:lnSpc>
                <a:spcPct val="100000"/>
              </a:lnSpc>
              <a:buFont typeface="Wingdings" charset="0"/>
              <a:buNone/>
            </a:pPr>
            <a:r>
              <a:rPr lang="en-US" sz="2400" dirty="0">
                <a:latin typeface="Gill Sans MT" charset="0"/>
              </a:rPr>
              <a:t>5.2 routing protocols</a:t>
            </a:r>
          </a:p>
          <a:p>
            <a:pPr>
              <a:lnSpc>
                <a:spcPct val="100000"/>
              </a:lnSpc>
            </a:pPr>
            <a:r>
              <a:rPr lang="en-US" sz="2400" dirty="0">
                <a:latin typeface="Gill Sans MT" charset="0"/>
              </a:rPr>
              <a:t>link state</a:t>
            </a:r>
          </a:p>
          <a:p>
            <a:pPr>
              <a:lnSpc>
                <a:spcPct val="100000"/>
              </a:lnSpc>
            </a:pPr>
            <a:r>
              <a:rPr lang="en-US" sz="2400" dirty="0">
                <a:latin typeface="Gill Sans MT" charset="0"/>
              </a:rPr>
              <a:t>distance vector</a:t>
            </a:r>
          </a:p>
          <a:p>
            <a:pPr marL="461963" indent="-461963">
              <a:lnSpc>
                <a:spcPct val="100000"/>
              </a:lnSpc>
              <a:buNone/>
            </a:pPr>
            <a:r>
              <a:rPr lang="en-US" sz="2400" dirty="0"/>
              <a:t>5.3 intra-AS routing in the Internet: OSPF</a:t>
            </a:r>
          </a:p>
          <a:p>
            <a:pPr marL="461963" indent="-461963">
              <a:lnSpc>
                <a:spcPct val="100000"/>
              </a:lnSpc>
              <a:buNone/>
            </a:pPr>
            <a:r>
              <a:rPr lang="en-US" sz="2400" dirty="0"/>
              <a:t>5.4 routing among the ISPs: BGP</a:t>
            </a:r>
            <a:endParaRPr lang="en-US" sz="2400" dirty="0">
              <a:latin typeface="Gill Sans MT" charset="0"/>
            </a:endParaRPr>
          </a:p>
        </p:txBody>
      </p:sp>
      <p:sp>
        <p:nvSpPr>
          <p:cNvPr id="43013" name="Rectangle 4"/>
          <p:cNvSpPr>
            <a:spLocks noGrp="1" noChangeArrowheads="1"/>
          </p:cNvSpPr>
          <p:nvPr>
            <p:ph type="body" sz="half" idx="2"/>
          </p:nvPr>
        </p:nvSpPr>
        <p:spPr/>
        <p:txBody>
          <a:bodyPr/>
          <a:lstStyle/>
          <a:p>
            <a:pPr marL="461963" indent="-461963">
              <a:lnSpc>
                <a:spcPct val="100000"/>
              </a:lnSpc>
              <a:buFont typeface="Wingdings" charset="0"/>
              <a:buNone/>
            </a:pPr>
            <a:r>
              <a:rPr lang="en-US" sz="2400" dirty="0">
                <a:latin typeface="Gill Sans MT" charset="0"/>
              </a:rPr>
              <a:t>5.5 The SDN control plane</a:t>
            </a:r>
          </a:p>
          <a:p>
            <a:pPr marL="461963" indent="-461963">
              <a:lnSpc>
                <a:spcPct val="100000"/>
              </a:lnSpc>
              <a:buNone/>
            </a:pPr>
            <a:r>
              <a:rPr lang="en-US" sz="2400" dirty="0"/>
              <a:t>5.6 ICMP: The Internet Control Message Protocol </a:t>
            </a:r>
          </a:p>
          <a:p>
            <a:pPr marL="461963" indent="-461963">
              <a:lnSpc>
                <a:spcPct val="100000"/>
              </a:lnSpc>
              <a:buNone/>
            </a:pPr>
            <a:r>
              <a:rPr lang="en-US" sz="2400" dirty="0"/>
              <a:t>5.7 Network management and SNMP</a:t>
            </a:r>
            <a:endParaRPr lang="en-US" sz="2400" dirty="0">
              <a:latin typeface="Gill Sans MT" charset="0"/>
            </a:endParaRPr>
          </a:p>
        </p:txBody>
      </p:sp>
      <p:sp>
        <p:nvSpPr>
          <p:cNvPr id="43014" name="Rectangle 2"/>
          <p:cNvSpPr>
            <a:spLocks noChangeArrowheads="1"/>
          </p:cNvSpPr>
          <p:nvPr/>
        </p:nvSpPr>
        <p:spPr bwMode="auto">
          <a:xfrm>
            <a:off x="533400" y="228600"/>
            <a:ext cx="7772400" cy="1143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nchor="ctr"/>
          <a:lstStyle/>
          <a:p>
            <a:r>
              <a:rPr lang="en-US" sz="4400" dirty="0">
                <a:solidFill>
                  <a:srgbClr val="000099"/>
                </a:solidFill>
                <a:latin typeface="Gill Sans MT" charset="0"/>
              </a:rPr>
              <a:t>Chapter 5: outline</a:t>
            </a:r>
          </a:p>
        </p:txBody>
      </p:sp>
      <p:sp>
        <p:nvSpPr>
          <p:cNvPr id="8" name="Slide Number Placeholder 5"/>
          <p:cNvSpPr>
            <a:spLocks noGrp="1"/>
          </p:cNvSpPr>
          <p:nvPr>
            <p:ph type="sldNum" sz="quarter" idx="12"/>
          </p:nvPr>
        </p:nvSpPr>
        <p:spPr>
          <a:xfrm>
            <a:off x="8456155" y="6475895"/>
            <a:ext cx="458808" cy="272319"/>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200" dirty="0">
                <a:latin typeface="Tahoma" charset="0"/>
              </a:rPr>
              <a:t>5-</a:t>
            </a:r>
            <a:fld id="{8E8C6E93-DF5B-BC4B-80F9-500DED1EEDCC}" type="slidenum">
              <a:rPr lang="en-US" sz="1200">
                <a:latin typeface="Tahoma" charset="0"/>
              </a:rPr>
              <a:pPr/>
              <a:t>3</a:t>
            </a:fld>
            <a:endParaRPr lang="en-US" sz="1200" dirty="0">
              <a:latin typeface="Tahoma" charset="0"/>
            </a:endParaRPr>
          </a:p>
        </p:txBody>
      </p:sp>
      <p:sp>
        <p:nvSpPr>
          <p:cNvPr id="9" name="Footer Placeholder 2"/>
          <p:cNvSpPr>
            <a:spLocks noGrp="1"/>
          </p:cNvSpPr>
          <p:nvPr>
            <p:ph type="ftr" sz="quarter" idx="11"/>
          </p:nvPr>
        </p:nvSpPr>
        <p:spPr>
          <a:xfrm>
            <a:off x="6375496" y="6475081"/>
            <a:ext cx="2177473" cy="241541"/>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200" dirty="0">
                <a:solidFill>
                  <a:srgbClr val="000000"/>
                </a:solidFill>
                <a:latin typeface="Tahoma" charset="0"/>
                <a:cs typeface="Arial" charset="0"/>
              </a:rPr>
              <a:t>Network Layer: Control Plane</a:t>
            </a:r>
          </a:p>
        </p:txBody>
      </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pic>
        <p:nvPicPr>
          <p:cNvPr id="45059" name="Picture 6"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31826" y="1035050"/>
            <a:ext cx="5659786" cy="17730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5125" name="Rectangle 2"/>
          <p:cNvSpPr>
            <a:spLocks noGrp="1" noChangeArrowheads="1"/>
          </p:cNvSpPr>
          <p:nvPr>
            <p:ph type="title"/>
          </p:nvPr>
        </p:nvSpPr>
        <p:spPr/>
        <p:txBody>
          <a:bodyPr/>
          <a:lstStyle/>
          <a:p>
            <a:pPr>
              <a:defRPr/>
            </a:pPr>
            <a:r>
              <a:rPr lang="en-US" dirty="0">
                <a:cs typeface="+mj-cs"/>
              </a:rPr>
              <a:t>Network-layer functions</a:t>
            </a:r>
          </a:p>
        </p:txBody>
      </p:sp>
      <p:sp>
        <p:nvSpPr>
          <p:cNvPr id="45061" name="Rectangle 3"/>
          <p:cNvSpPr>
            <a:spLocks noGrp="1" noChangeArrowheads="1"/>
          </p:cNvSpPr>
          <p:nvPr>
            <p:ph type="body" idx="1"/>
          </p:nvPr>
        </p:nvSpPr>
        <p:spPr>
          <a:xfrm>
            <a:off x="625474" y="2001352"/>
            <a:ext cx="4184626" cy="1308577"/>
          </a:xfrm>
        </p:spPr>
        <p:txBody>
          <a:bodyPr/>
          <a:lstStyle/>
          <a:p>
            <a:pPr>
              <a:lnSpc>
                <a:spcPct val="90000"/>
              </a:lnSpc>
              <a:spcBef>
                <a:spcPts val="1200"/>
              </a:spcBef>
              <a:defRPr/>
            </a:pPr>
            <a:r>
              <a:rPr lang="en-US" sz="2400" i="1" dirty="0">
                <a:solidFill>
                  <a:srgbClr val="000099"/>
                </a:solidFill>
                <a:latin typeface="Gill Sans MT" charset="0"/>
              </a:rPr>
              <a:t>forwarding:</a:t>
            </a:r>
            <a:r>
              <a:rPr lang="en-US" sz="2400" dirty="0">
                <a:latin typeface="Gill Sans MT" charset="0"/>
              </a:rPr>
              <a:t> move packets from router</a:t>
            </a:r>
            <a:r>
              <a:rPr lang="ja-JP" altLang="en-US" sz="2400" dirty="0">
                <a:latin typeface="Gill Sans MT" charset="0"/>
              </a:rPr>
              <a:t>’</a:t>
            </a:r>
            <a:r>
              <a:rPr lang="en-US" altLang="ja-JP" sz="2400" dirty="0">
                <a:latin typeface="Gill Sans MT" charset="0"/>
              </a:rPr>
              <a:t>s input to appropriate router output</a:t>
            </a:r>
          </a:p>
          <a:p>
            <a:pPr>
              <a:buFont typeface="Wingdings" charset="0"/>
              <a:buNone/>
              <a:defRPr/>
            </a:pPr>
            <a:endParaRPr lang="en-US" dirty="0">
              <a:latin typeface="Gill Sans MT" charset="0"/>
            </a:endParaRPr>
          </a:p>
        </p:txBody>
      </p:sp>
      <p:sp>
        <p:nvSpPr>
          <p:cNvPr id="45062" name="Rectangle 4"/>
          <p:cNvSpPr>
            <a:spLocks noChangeArrowheads="1"/>
          </p:cNvSpPr>
          <p:nvPr/>
        </p:nvSpPr>
        <p:spPr bwMode="auto">
          <a:xfrm>
            <a:off x="4904354" y="2211504"/>
            <a:ext cx="2888003" cy="69430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342900" indent="-342900">
              <a:lnSpc>
                <a:spcPct val="85000"/>
              </a:lnSpc>
              <a:spcBef>
                <a:spcPts val="600"/>
              </a:spcBef>
              <a:buClr>
                <a:srgbClr val="000099"/>
              </a:buClr>
              <a:buSzPct val="65000"/>
              <a:buFont typeface="Wingdings" charset="0"/>
              <a:buNone/>
              <a:defRPr/>
            </a:pPr>
            <a:r>
              <a:rPr lang="en-US" sz="3600" i="1" dirty="0">
                <a:solidFill>
                  <a:srgbClr val="000090"/>
                </a:solidFill>
                <a:latin typeface="Gill Sans MT" charset="0"/>
              </a:rPr>
              <a:t>data plane</a:t>
            </a:r>
          </a:p>
          <a:p>
            <a:pPr marL="342900" indent="-342900">
              <a:lnSpc>
                <a:spcPct val="85000"/>
              </a:lnSpc>
              <a:spcBef>
                <a:spcPts val="600"/>
              </a:spcBef>
              <a:buClr>
                <a:srgbClr val="000099"/>
              </a:buClr>
              <a:buSzPct val="65000"/>
              <a:buFont typeface="Wingdings" charset="0"/>
              <a:buNone/>
              <a:defRPr/>
            </a:pPr>
            <a:endParaRPr lang="en-US" sz="2800" dirty="0">
              <a:latin typeface="Gill Sans MT" charset="0"/>
            </a:endParaRPr>
          </a:p>
          <a:p>
            <a:pPr marL="342900" indent="-342900">
              <a:lnSpc>
                <a:spcPct val="85000"/>
              </a:lnSpc>
              <a:spcBef>
                <a:spcPct val="20000"/>
              </a:spcBef>
              <a:buClr>
                <a:srgbClr val="000099"/>
              </a:buClr>
              <a:buSzPct val="65000"/>
              <a:buFont typeface="Wingdings" charset="0"/>
              <a:buChar char="v"/>
              <a:defRPr/>
            </a:pPr>
            <a:endParaRPr lang="en-US" sz="2800" dirty="0">
              <a:latin typeface="Gill Sans MT" charset="0"/>
            </a:endParaRPr>
          </a:p>
        </p:txBody>
      </p:sp>
      <p:sp>
        <p:nvSpPr>
          <p:cNvPr id="8" name="Rectangle 4"/>
          <p:cNvSpPr>
            <a:spLocks noChangeArrowheads="1"/>
          </p:cNvSpPr>
          <p:nvPr/>
        </p:nvSpPr>
        <p:spPr bwMode="auto">
          <a:xfrm>
            <a:off x="4941818" y="3342607"/>
            <a:ext cx="3293068" cy="81404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a:lnSpc>
                <a:spcPct val="85000"/>
              </a:lnSpc>
              <a:spcBef>
                <a:spcPts val="600"/>
              </a:spcBef>
              <a:buClr>
                <a:srgbClr val="000099"/>
              </a:buClr>
              <a:buSzPct val="100000"/>
              <a:defRPr/>
            </a:pPr>
            <a:r>
              <a:rPr lang="en-US" sz="3600" i="1" dirty="0">
                <a:solidFill>
                  <a:srgbClr val="000099"/>
                </a:solidFill>
                <a:latin typeface="Gill Sans MT" charset="0"/>
              </a:rPr>
              <a:t>control</a:t>
            </a:r>
            <a:r>
              <a:rPr lang="en-US" sz="3600" b="1" i="1" dirty="0">
                <a:solidFill>
                  <a:srgbClr val="000099"/>
                </a:solidFill>
                <a:latin typeface="Gill Sans MT" charset="0"/>
              </a:rPr>
              <a:t> </a:t>
            </a:r>
            <a:r>
              <a:rPr lang="en-US" sz="3600" i="1" dirty="0">
                <a:solidFill>
                  <a:srgbClr val="000099"/>
                </a:solidFill>
                <a:latin typeface="Gill Sans MT" charset="0"/>
              </a:rPr>
              <a:t>plane</a:t>
            </a:r>
            <a:endParaRPr lang="en-US" sz="3600" i="1" dirty="0">
              <a:latin typeface="Gill Sans MT" charset="0"/>
            </a:endParaRPr>
          </a:p>
          <a:p>
            <a:pPr marL="342900" indent="-342900">
              <a:lnSpc>
                <a:spcPct val="85000"/>
              </a:lnSpc>
              <a:spcBef>
                <a:spcPct val="70000"/>
              </a:spcBef>
              <a:buClr>
                <a:srgbClr val="000099"/>
              </a:buClr>
              <a:buSzPct val="65000"/>
              <a:buFont typeface="Wingdings" charset="0"/>
              <a:buChar char="v"/>
              <a:defRPr/>
            </a:pPr>
            <a:endParaRPr lang="en-US" sz="2800" dirty="0">
              <a:latin typeface="Gill Sans MT" charset="0"/>
            </a:endParaRPr>
          </a:p>
          <a:p>
            <a:pPr>
              <a:lnSpc>
                <a:spcPct val="85000"/>
              </a:lnSpc>
              <a:spcBef>
                <a:spcPct val="20000"/>
              </a:spcBef>
              <a:buClr>
                <a:srgbClr val="000099"/>
              </a:buClr>
              <a:buSzPct val="65000"/>
              <a:defRPr/>
            </a:pPr>
            <a:endParaRPr lang="en-US" sz="2800" dirty="0">
              <a:latin typeface="Gill Sans MT" charset="0"/>
            </a:endParaRPr>
          </a:p>
        </p:txBody>
      </p:sp>
      <p:sp>
        <p:nvSpPr>
          <p:cNvPr id="2" name="TextBox 1"/>
          <p:cNvSpPr txBox="1"/>
          <p:nvPr/>
        </p:nvSpPr>
        <p:spPr>
          <a:xfrm>
            <a:off x="596449" y="4426071"/>
            <a:ext cx="7725192" cy="1261884"/>
          </a:xfrm>
          <a:prstGeom prst="rect">
            <a:avLst/>
          </a:prstGeom>
          <a:noFill/>
        </p:spPr>
        <p:txBody>
          <a:bodyPr wrap="none" rtlCol="0">
            <a:spAutoFit/>
          </a:bodyPr>
          <a:lstStyle/>
          <a:p>
            <a:r>
              <a:rPr lang="en-US" sz="2800" i="1" dirty="0">
                <a:solidFill>
                  <a:srgbClr val="CC0000"/>
                </a:solidFill>
                <a:latin typeface="Gill Sans MT"/>
                <a:cs typeface="Gill Sans MT"/>
              </a:rPr>
              <a:t>Two approaches to structuring network control plane:</a:t>
            </a:r>
          </a:p>
          <a:p>
            <a:pPr marL="346075" indent="-346075">
              <a:buClr>
                <a:srgbClr val="000090"/>
              </a:buClr>
              <a:buFont typeface="Wingdings" charset="2"/>
              <a:buChar char="§"/>
            </a:pPr>
            <a:r>
              <a:rPr lang="en-US" sz="2400" dirty="0">
                <a:latin typeface="Gill Sans MT"/>
                <a:cs typeface="Gill Sans MT"/>
              </a:rPr>
              <a:t>per-router control (traditional)</a:t>
            </a:r>
          </a:p>
          <a:p>
            <a:pPr marL="346075" indent="-346075">
              <a:buClr>
                <a:srgbClr val="000090"/>
              </a:buClr>
              <a:buFont typeface="Wingdings" charset="2"/>
              <a:buChar char="§"/>
            </a:pPr>
            <a:r>
              <a:rPr lang="en-US" sz="2400" dirty="0">
                <a:latin typeface="Gill Sans MT"/>
                <a:cs typeface="Gill Sans MT"/>
              </a:rPr>
              <a:t>logically centralized control (</a:t>
            </a:r>
            <a:r>
              <a:rPr lang="en-US" sz="2400" dirty="0">
                <a:solidFill>
                  <a:srgbClr val="C00000"/>
                </a:solidFill>
                <a:latin typeface="Gill Sans MT"/>
                <a:cs typeface="Gill Sans MT"/>
              </a:rPr>
              <a:t>s</a:t>
            </a:r>
            <a:r>
              <a:rPr lang="en-US" sz="2400" dirty="0">
                <a:latin typeface="Gill Sans MT"/>
                <a:cs typeface="Gill Sans MT"/>
              </a:rPr>
              <a:t>oftware </a:t>
            </a:r>
            <a:r>
              <a:rPr lang="en-US" sz="2400" dirty="0">
                <a:solidFill>
                  <a:srgbClr val="C00000"/>
                </a:solidFill>
                <a:latin typeface="Gill Sans MT"/>
                <a:cs typeface="Gill Sans MT"/>
              </a:rPr>
              <a:t>d</a:t>
            </a:r>
            <a:r>
              <a:rPr lang="en-US" sz="2400" dirty="0">
                <a:latin typeface="Gill Sans MT"/>
                <a:cs typeface="Gill Sans MT"/>
              </a:rPr>
              <a:t>efined </a:t>
            </a:r>
            <a:r>
              <a:rPr lang="en-US" sz="2400" dirty="0">
                <a:solidFill>
                  <a:srgbClr val="C00000"/>
                </a:solidFill>
                <a:latin typeface="Gill Sans MT"/>
                <a:cs typeface="Gill Sans MT"/>
              </a:rPr>
              <a:t>n</a:t>
            </a:r>
            <a:r>
              <a:rPr lang="en-US" sz="2400" dirty="0">
                <a:latin typeface="Gill Sans MT"/>
                <a:cs typeface="Gill Sans MT"/>
              </a:rPr>
              <a:t>etworking)</a:t>
            </a:r>
          </a:p>
        </p:txBody>
      </p:sp>
      <p:sp>
        <p:nvSpPr>
          <p:cNvPr id="12" name="Rectangle 3"/>
          <p:cNvSpPr txBox="1">
            <a:spLocks noChangeArrowheads="1"/>
          </p:cNvSpPr>
          <p:nvPr/>
        </p:nvSpPr>
        <p:spPr bwMode="auto">
          <a:xfrm>
            <a:off x="681672" y="1480083"/>
            <a:ext cx="5783102" cy="57900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0" indent="0">
              <a:spcBef>
                <a:spcPts val="600"/>
              </a:spcBef>
              <a:buFont typeface="Wingdings" charset="0"/>
              <a:buNone/>
              <a:defRPr/>
            </a:pPr>
            <a:r>
              <a:rPr lang="en-US" i="1" dirty="0">
                <a:solidFill>
                  <a:srgbClr val="CC0000"/>
                </a:solidFill>
                <a:latin typeface="Gill Sans MT" charset="0"/>
              </a:rPr>
              <a:t>Recall: two network-layer functions:</a:t>
            </a:r>
            <a:endParaRPr lang="en-US" dirty="0">
              <a:latin typeface="Gill Sans MT" charset="0"/>
            </a:endParaRPr>
          </a:p>
        </p:txBody>
      </p:sp>
      <p:sp>
        <p:nvSpPr>
          <p:cNvPr id="13" name="Slide Number Placeholder 5"/>
          <p:cNvSpPr>
            <a:spLocks noGrp="1"/>
          </p:cNvSpPr>
          <p:nvPr>
            <p:ph type="sldNum" sz="quarter" idx="12"/>
          </p:nvPr>
        </p:nvSpPr>
        <p:spPr>
          <a:xfrm>
            <a:off x="8456155" y="6475895"/>
            <a:ext cx="458808" cy="272319"/>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200" dirty="0">
                <a:latin typeface="Tahoma" charset="0"/>
              </a:rPr>
              <a:t>5-</a:t>
            </a:r>
            <a:fld id="{8E8C6E93-DF5B-BC4B-80F9-500DED1EEDCC}" type="slidenum">
              <a:rPr lang="en-US" sz="1200">
                <a:latin typeface="Tahoma" charset="0"/>
              </a:rPr>
              <a:pPr/>
              <a:t>4</a:t>
            </a:fld>
            <a:endParaRPr lang="en-US" sz="1200" dirty="0">
              <a:latin typeface="Tahoma" charset="0"/>
            </a:endParaRPr>
          </a:p>
        </p:txBody>
      </p:sp>
      <p:sp>
        <p:nvSpPr>
          <p:cNvPr id="14" name="Footer Placeholder 2"/>
          <p:cNvSpPr>
            <a:spLocks noGrp="1"/>
          </p:cNvSpPr>
          <p:nvPr>
            <p:ph type="ftr" sz="quarter" idx="11"/>
          </p:nvPr>
        </p:nvSpPr>
        <p:spPr>
          <a:xfrm>
            <a:off x="6375496" y="6475081"/>
            <a:ext cx="2177473" cy="241541"/>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200" dirty="0">
                <a:solidFill>
                  <a:srgbClr val="000000"/>
                </a:solidFill>
                <a:latin typeface="Tahoma" charset="0"/>
                <a:cs typeface="Arial" charset="0"/>
              </a:rPr>
              <a:t>Network Layer: Control Plane</a:t>
            </a:r>
          </a:p>
        </p:txBody>
      </p:sp>
      <p:sp>
        <p:nvSpPr>
          <p:cNvPr id="15" name="Rectangle 3"/>
          <p:cNvSpPr txBox="1">
            <a:spLocks noChangeArrowheads="1"/>
          </p:cNvSpPr>
          <p:nvPr/>
        </p:nvSpPr>
        <p:spPr bwMode="auto">
          <a:xfrm>
            <a:off x="623952" y="3135187"/>
            <a:ext cx="4184626" cy="132937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a:lnSpc>
                <a:spcPct val="90000"/>
              </a:lnSpc>
              <a:spcBef>
                <a:spcPts val="1200"/>
              </a:spcBef>
              <a:defRPr/>
            </a:pPr>
            <a:r>
              <a:rPr lang="en-US" sz="2400" i="1" dirty="0">
                <a:solidFill>
                  <a:srgbClr val="000099"/>
                </a:solidFill>
                <a:latin typeface="Gill Sans MT" charset="0"/>
              </a:rPr>
              <a:t>routing:</a:t>
            </a:r>
            <a:r>
              <a:rPr lang="en-US" sz="2400" dirty="0">
                <a:latin typeface="Gill Sans MT" charset="0"/>
              </a:rPr>
              <a:t> determine route taken by packets from source to destination</a:t>
            </a:r>
          </a:p>
          <a:p>
            <a:pPr>
              <a:buFont typeface="Wingdings" charset="0"/>
              <a:buNone/>
              <a:defRPr/>
            </a:pPr>
            <a:endParaRPr lang="en-US" dirty="0">
              <a:latin typeface="Gill Sans MT" charset="0"/>
            </a:endParaRPr>
          </a:p>
        </p:txBody>
      </p:sp>
    </p:spTree>
    <p:extLst>
      <p:ext uri="{BB962C8B-B14F-4D97-AF65-F5344CB8AC3E}">
        <p14:creationId xmlns:p14="http://schemas.microsoft.com/office/powerpoint/2010/main" val="37695810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500"/>
                                        <p:tgtEl>
                                          <p:spTgt spid="2"/>
                                        </p:tgtEl>
                                      </p:cBhvr>
                                    </p:animEffect>
                                  </p:childTnLst>
                                </p:cTn>
                              </p:par>
                            </p:childTnLst>
                          </p:cTn>
                        </p:par>
                        <p:par>
                          <p:cTn id="8" fill="hold">
                            <p:stCondLst>
                              <p:cond delay="500"/>
                            </p:stCondLst>
                            <p:childTnLst>
                              <p:par>
                                <p:cTn id="9" presetID="9" presetClass="exit" presetSubtype="0" fill="hold" grpId="0" nodeType="afterEffect">
                                  <p:stCondLst>
                                    <p:cond delay="0"/>
                                  </p:stCondLst>
                                  <p:childTnLst>
                                    <p:animEffect transition="out" filter="dissolve">
                                      <p:cBhvr>
                                        <p:cTn id="10" dur="500"/>
                                        <p:tgtEl>
                                          <p:spTgt spid="45061">
                                            <p:txEl>
                                              <p:pRg st="0" end="0"/>
                                            </p:txEl>
                                          </p:spTgt>
                                        </p:tgtEl>
                                      </p:cBhvr>
                                    </p:animEffect>
                                    <p:set>
                                      <p:cBhvr>
                                        <p:cTn id="11" dur="1" fill="hold">
                                          <p:stCondLst>
                                            <p:cond delay="499"/>
                                          </p:stCondLst>
                                        </p:cTn>
                                        <p:tgtEl>
                                          <p:spTgt spid="45061">
                                            <p:txEl>
                                              <p:pRg st="0" end="0"/>
                                            </p:txEl>
                                          </p:spTgt>
                                        </p:tgtEl>
                                        <p:attrNameLst>
                                          <p:attrName>style.visibility</p:attrName>
                                        </p:attrNameLst>
                                      </p:cBhvr>
                                      <p:to>
                                        <p:strVal val="hidden"/>
                                      </p:to>
                                    </p:set>
                                  </p:childTnLst>
                                </p:cTn>
                              </p:par>
                              <p:par>
                                <p:cTn id="12" presetID="9" presetClass="exit" presetSubtype="0" fill="hold" grpId="0" nodeType="withEffect">
                                  <p:stCondLst>
                                    <p:cond delay="0"/>
                                  </p:stCondLst>
                                  <p:childTnLst>
                                    <p:animEffect transition="out" filter="dissolve">
                                      <p:cBhvr>
                                        <p:cTn id="13" dur="500"/>
                                        <p:tgtEl>
                                          <p:spTgt spid="45062"/>
                                        </p:tgtEl>
                                      </p:cBhvr>
                                    </p:animEffect>
                                    <p:set>
                                      <p:cBhvr>
                                        <p:cTn id="14" dur="1" fill="hold">
                                          <p:stCondLst>
                                            <p:cond delay="499"/>
                                          </p:stCondLst>
                                        </p:cTn>
                                        <p:tgtEl>
                                          <p:spTgt spid="45062"/>
                                        </p:tgtEl>
                                        <p:attrNameLst>
                                          <p:attrName>style.visibility</p:attrName>
                                        </p:attrNameLst>
                                      </p:cBhvr>
                                      <p:to>
                                        <p:strVal val="hidden"/>
                                      </p:to>
                                    </p:set>
                                  </p:childTnLst>
                                </p:cTn>
                              </p:par>
                              <p:par>
                                <p:cTn id="15" presetID="9" presetClass="exit" presetSubtype="0" fill="hold" grpId="0" nodeType="withEffect">
                                  <p:stCondLst>
                                    <p:cond delay="0"/>
                                  </p:stCondLst>
                                  <p:childTnLst>
                                    <p:animEffect transition="out" filter="dissolve">
                                      <p:cBhvr>
                                        <p:cTn id="16" dur="500"/>
                                        <p:tgtEl>
                                          <p:spTgt spid="12"/>
                                        </p:tgtEl>
                                      </p:cBhvr>
                                    </p:animEffect>
                                    <p:set>
                                      <p:cBhvr>
                                        <p:cTn id="17" dur="1" fill="hold">
                                          <p:stCondLst>
                                            <p:cond delay="499"/>
                                          </p:stCondLst>
                                        </p:cTn>
                                        <p:tgtEl>
                                          <p:spTgt spid="12"/>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061" grpId="0" build="p"/>
      <p:bldP spid="45062" grpId="0"/>
      <p:bldP spid="2" grpId="0"/>
      <p:bldP spid="12" grpId="0"/>
    </p:bldLst>
  </p:timing>
</p:sld>
</file>

<file path=ppt/slides/slide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pic>
        <p:nvPicPr>
          <p:cNvPr id="47143" name="Picture 5"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97863" y="819150"/>
            <a:ext cx="4727928" cy="18152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7105" name="Freeform 2"/>
          <p:cNvSpPr>
            <a:spLocks/>
          </p:cNvSpPr>
          <p:nvPr/>
        </p:nvSpPr>
        <p:spPr bwMode="auto">
          <a:xfrm>
            <a:off x="2592388" y="5766426"/>
            <a:ext cx="4027487" cy="939800"/>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0001" h="10125">
                <a:moveTo>
                  <a:pt x="4" y="4039"/>
                </a:moveTo>
                <a:cubicBezTo>
                  <a:pt x="-29" y="2271"/>
                  <a:pt x="194" y="2100"/>
                  <a:pt x="715" y="1595"/>
                </a:cubicBezTo>
                <a:cubicBezTo>
                  <a:pt x="1236" y="1089"/>
                  <a:pt x="2417" y="1272"/>
                  <a:pt x="3130" y="1006"/>
                </a:cubicBezTo>
                <a:cubicBezTo>
                  <a:pt x="3843" y="740"/>
                  <a:pt x="4397" y="0"/>
                  <a:pt x="4995" y="0"/>
                </a:cubicBezTo>
                <a:cubicBezTo>
                  <a:pt x="5593" y="1"/>
                  <a:pt x="6206" y="926"/>
                  <a:pt x="6720" y="1009"/>
                </a:cubicBezTo>
                <a:cubicBezTo>
                  <a:pt x="7234" y="1092"/>
                  <a:pt x="7536" y="241"/>
                  <a:pt x="8082" y="497"/>
                </a:cubicBezTo>
                <a:cubicBezTo>
                  <a:pt x="8628" y="756"/>
                  <a:pt x="9854" y="442"/>
                  <a:pt x="9989" y="2989"/>
                </a:cubicBezTo>
                <a:cubicBezTo>
                  <a:pt x="10124" y="5536"/>
                  <a:pt x="9098" y="5742"/>
                  <a:pt x="8599" y="6797"/>
                </a:cubicBezTo>
                <a:cubicBezTo>
                  <a:pt x="8100" y="7852"/>
                  <a:pt x="7544" y="8981"/>
                  <a:pt x="6995" y="9322"/>
                </a:cubicBezTo>
                <a:cubicBezTo>
                  <a:pt x="6446" y="9663"/>
                  <a:pt x="5793" y="8957"/>
                  <a:pt x="5307" y="8843"/>
                </a:cubicBezTo>
                <a:cubicBezTo>
                  <a:pt x="4819" y="8726"/>
                  <a:pt x="4628" y="10048"/>
                  <a:pt x="4371" y="9912"/>
                </a:cubicBezTo>
                <a:cubicBezTo>
                  <a:pt x="4114" y="9775"/>
                  <a:pt x="3505" y="10355"/>
                  <a:pt x="3140" y="10019"/>
                </a:cubicBezTo>
                <a:cubicBezTo>
                  <a:pt x="2774" y="9683"/>
                  <a:pt x="2820" y="8138"/>
                  <a:pt x="2179" y="7895"/>
                </a:cubicBezTo>
                <a:cubicBezTo>
                  <a:pt x="1586" y="6800"/>
                  <a:pt x="1549" y="8137"/>
                  <a:pt x="1187" y="7495"/>
                </a:cubicBezTo>
                <a:cubicBezTo>
                  <a:pt x="825" y="6852"/>
                  <a:pt x="-7" y="6157"/>
                  <a:pt x="4" y="4039"/>
                </a:cubicBezTo>
                <a:close/>
              </a:path>
            </a:pathLst>
          </a:custGeom>
          <a:solidFill>
            <a:srgbClr val="66CCFF"/>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cxnSp>
        <p:nvCxnSpPr>
          <p:cNvPr id="148" name="Straight Connector 147"/>
          <p:cNvCxnSpPr/>
          <p:nvPr/>
        </p:nvCxnSpPr>
        <p:spPr>
          <a:xfrm flipV="1">
            <a:off x="3222625" y="5918826"/>
            <a:ext cx="1316038" cy="13176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50" name="Straight Connector 149"/>
          <p:cNvCxnSpPr/>
          <p:nvPr/>
        </p:nvCxnSpPr>
        <p:spPr>
          <a:xfrm>
            <a:off x="3111500" y="6104563"/>
            <a:ext cx="2259013" cy="300038"/>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53" name="Straight Connector 152"/>
          <p:cNvCxnSpPr/>
          <p:nvPr/>
        </p:nvCxnSpPr>
        <p:spPr>
          <a:xfrm>
            <a:off x="3124200" y="6210926"/>
            <a:ext cx="714375" cy="27463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57" name="Straight Connector 156"/>
          <p:cNvCxnSpPr/>
          <p:nvPr/>
        </p:nvCxnSpPr>
        <p:spPr>
          <a:xfrm flipV="1">
            <a:off x="4141788" y="6404601"/>
            <a:ext cx="1247775" cy="8096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59" name="Straight Connector 158"/>
          <p:cNvCxnSpPr/>
          <p:nvPr/>
        </p:nvCxnSpPr>
        <p:spPr>
          <a:xfrm>
            <a:off x="4802188" y="5950576"/>
            <a:ext cx="1057275" cy="12382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61" name="Straight Connector 160"/>
          <p:cNvCxnSpPr/>
          <p:nvPr/>
        </p:nvCxnSpPr>
        <p:spPr>
          <a:xfrm flipV="1">
            <a:off x="4086225" y="6104563"/>
            <a:ext cx="1790700" cy="300038"/>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63" name="Straight Connector 162"/>
          <p:cNvCxnSpPr/>
          <p:nvPr/>
        </p:nvCxnSpPr>
        <p:spPr>
          <a:xfrm flipV="1">
            <a:off x="5413375" y="6133138"/>
            <a:ext cx="588963" cy="271463"/>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65" name="Straight Connector 164"/>
          <p:cNvCxnSpPr/>
          <p:nvPr/>
        </p:nvCxnSpPr>
        <p:spPr>
          <a:xfrm>
            <a:off x="4556125" y="5918826"/>
            <a:ext cx="814388" cy="40005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47128" name="Group 7"/>
          <p:cNvGrpSpPr>
            <a:grpSpLocks/>
          </p:cNvGrpSpPr>
          <p:nvPr/>
        </p:nvGrpSpPr>
        <p:grpSpPr bwMode="auto">
          <a:xfrm>
            <a:off x="3681413" y="6344276"/>
            <a:ext cx="563562" cy="293687"/>
            <a:chOff x="1871277" y="1576300"/>
            <a:chExt cx="1128371" cy="437861"/>
          </a:xfrm>
        </p:grpSpPr>
        <p:sp>
          <p:nvSpPr>
            <p:cNvPr id="318" name="Oval 317"/>
            <p:cNvSpPr/>
            <p:nvPr/>
          </p:nvSpPr>
          <p:spPr bwMode="auto">
            <a:xfrm flipV="1">
              <a:off x="1874455" y="1694641"/>
              <a:ext cx="1125193"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19" name="Rectangle 318"/>
            <p:cNvSpPr/>
            <p:nvPr/>
          </p:nvSpPr>
          <p:spPr bwMode="auto">
            <a:xfrm>
              <a:off x="1871277" y="1739610"/>
              <a:ext cx="1128371" cy="11597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20" name="Oval 319"/>
            <p:cNvSpPr/>
            <p:nvPr/>
          </p:nvSpPr>
          <p:spPr bwMode="auto">
            <a:xfrm flipV="1">
              <a:off x="1871277" y="1576300"/>
              <a:ext cx="1125193"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24" name="Freeform 323"/>
            <p:cNvSpPr/>
            <p:nvPr/>
          </p:nvSpPr>
          <p:spPr bwMode="auto">
            <a:xfrm>
              <a:off x="2160521" y="1673339"/>
              <a:ext cx="546704"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25" name="Freeform 324"/>
            <p:cNvSpPr/>
            <p:nvPr/>
          </p:nvSpPr>
          <p:spPr bwMode="auto">
            <a:xfrm>
              <a:off x="2103307" y="1633104"/>
              <a:ext cx="661131" cy="111240"/>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26" name="Freeform 325"/>
            <p:cNvSpPr/>
            <p:nvPr/>
          </p:nvSpPr>
          <p:spPr bwMode="auto">
            <a:xfrm>
              <a:off x="2538765" y="1727776"/>
              <a:ext cx="241567" cy="97039"/>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27" name="Freeform 326"/>
            <p:cNvSpPr/>
            <p:nvPr/>
          </p:nvSpPr>
          <p:spPr bwMode="auto">
            <a:xfrm>
              <a:off x="2090593" y="1730143"/>
              <a:ext cx="238389" cy="97040"/>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22" name="Straight Connector 321"/>
            <p:cNvCxnSpPr>
              <a:endCxn id="320" idx="2"/>
            </p:cNvCxnSpPr>
            <p:nvPr/>
          </p:nvCxnSpPr>
          <p:spPr bwMode="auto">
            <a:xfrm flipH="1" flipV="1">
              <a:off x="1871277" y="1737244"/>
              <a:ext cx="3178" cy="123075"/>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23" name="Straight Connector 322"/>
            <p:cNvCxnSpPr/>
            <p:nvPr/>
          </p:nvCxnSpPr>
          <p:spPr bwMode="auto">
            <a:xfrm flipH="1" flipV="1">
              <a:off x="2996470" y="1734876"/>
              <a:ext cx="3178" cy="123075"/>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47129" name="Group 327"/>
          <p:cNvGrpSpPr>
            <a:grpSpLocks/>
          </p:cNvGrpSpPr>
          <p:nvPr/>
        </p:nvGrpSpPr>
        <p:grpSpPr bwMode="auto">
          <a:xfrm>
            <a:off x="4376738" y="5802938"/>
            <a:ext cx="565150" cy="292100"/>
            <a:chOff x="1871277" y="1576300"/>
            <a:chExt cx="1128371" cy="437861"/>
          </a:xfrm>
        </p:grpSpPr>
        <p:sp>
          <p:nvSpPr>
            <p:cNvPr id="329" name="Oval 328"/>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30" name="Rectangle 329"/>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31" name="Oval 330"/>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32" name="Freeform 331"/>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33" name="Freeform 332"/>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34" name="Freeform 333"/>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35" name="Freeform 334"/>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36" name="Straight Connector 335"/>
            <p:cNvCxnSpPr>
              <a:endCxn id="331"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37" name="Straight Connector 336"/>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47130" name="Group 337"/>
          <p:cNvGrpSpPr>
            <a:grpSpLocks/>
          </p:cNvGrpSpPr>
          <p:nvPr/>
        </p:nvGrpSpPr>
        <p:grpSpPr bwMode="auto">
          <a:xfrm>
            <a:off x="5019675" y="6256963"/>
            <a:ext cx="563563" cy="293688"/>
            <a:chOff x="1871277" y="1576300"/>
            <a:chExt cx="1128371" cy="437861"/>
          </a:xfrm>
        </p:grpSpPr>
        <p:sp>
          <p:nvSpPr>
            <p:cNvPr id="339" name="Oval 338"/>
            <p:cNvSpPr/>
            <p:nvPr/>
          </p:nvSpPr>
          <p:spPr bwMode="auto">
            <a:xfrm flipV="1">
              <a:off x="1874457" y="1694641"/>
              <a:ext cx="1125191"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40" name="Rectangle 339"/>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41" name="Oval 340"/>
            <p:cNvSpPr/>
            <p:nvPr/>
          </p:nvSpPr>
          <p:spPr bwMode="auto">
            <a:xfrm flipV="1">
              <a:off x="1871277" y="1576300"/>
              <a:ext cx="1125191"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42" name="Freeform 341"/>
            <p:cNvSpPr/>
            <p:nvPr/>
          </p:nvSpPr>
          <p:spPr bwMode="auto">
            <a:xfrm>
              <a:off x="2160522" y="1673340"/>
              <a:ext cx="546703"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43" name="Freeform 342"/>
            <p:cNvSpPr/>
            <p:nvPr/>
          </p:nvSpPr>
          <p:spPr bwMode="auto">
            <a:xfrm>
              <a:off x="2103309" y="1633103"/>
              <a:ext cx="661129"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44" name="Freeform 343"/>
            <p:cNvSpPr/>
            <p:nvPr/>
          </p:nvSpPr>
          <p:spPr bwMode="auto">
            <a:xfrm>
              <a:off x="2538763" y="1727776"/>
              <a:ext cx="24156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45" name="Freeform 344"/>
            <p:cNvSpPr/>
            <p:nvPr/>
          </p:nvSpPr>
          <p:spPr bwMode="auto">
            <a:xfrm>
              <a:off x="2090595" y="1730144"/>
              <a:ext cx="238387"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46" name="Straight Connector 345"/>
            <p:cNvCxnSpPr>
              <a:endCxn id="341" idx="2"/>
            </p:cNvCxnSpPr>
            <p:nvPr/>
          </p:nvCxnSpPr>
          <p:spPr bwMode="auto">
            <a:xfrm flipH="1" flipV="1">
              <a:off x="1871277" y="1737243"/>
              <a:ext cx="3180"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47" name="Straight Connector 346"/>
            <p:cNvCxnSpPr/>
            <p:nvPr/>
          </p:nvCxnSpPr>
          <p:spPr bwMode="auto">
            <a:xfrm flipH="1" flipV="1">
              <a:off x="2996468" y="1734877"/>
              <a:ext cx="3180"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47131" name="Group 347"/>
          <p:cNvGrpSpPr>
            <a:grpSpLocks/>
          </p:cNvGrpSpPr>
          <p:nvPr/>
        </p:nvGrpSpPr>
        <p:grpSpPr bwMode="auto">
          <a:xfrm>
            <a:off x="5741988" y="5942638"/>
            <a:ext cx="565150" cy="293688"/>
            <a:chOff x="1871277" y="1576300"/>
            <a:chExt cx="1128371" cy="437861"/>
          </a:xfrm>
        </p:grpSpPr>
        <p:sp>
          <p:nvSpPr>
            <p:cNvPr id="349" name="Oval 348"/>
            <p:cNvSpPr/>
            <p:nvPr/>
          </p:nvSpPr>
          <p:spPr bwMode="auto">
            <a:xfrm flipV="1">
              <a:off x="1874446" y="1694641"/>
              <a:ext cx="1125202"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50" name="Rectangle 349"/>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51" name="Oval 350"/>
            <p:cNvSpPr/>
            <p:nvPr/>
          </p:nvSpPr>
          <p:spPr bwMode="auto">
            <a:xfrm flipV="1">
              <a:off x="1871277" y="1576300"/>
              <a:ext cx="1125200"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52" name="Freeform 351"/>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53" name="Freeform 352"/>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54" name="Freeform 353"/>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55" name="Freeform 354"/>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56" name="Straight Connector 355"/>
            <p:cNvCxnSpPr>
              <a:endCxn id="351" idx="2"/>
            </p:cNvCxnSpPr>
            <p:nvPr/>
          </p:nvCxnSpPr>
          <p:spPr bwMode="auto">
            <a:xfrm flipH="1" flipV="1">
              <a:off x="1871277" y="1737243"/>
              <a:ext cx="3169"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57" name="Straight Connector 356"/>
            <p:cNvCxnSpPr/>
            <p:nvPr/>
          </p:nvCxnSpPr>
          <p:spPr bwMode="auto">
            <a:xfrm flipH="1" flipV="1">
              <a:off x="2996477" y="1734877"/>
              <a:ext cx="3171"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47132" name="Group 357"/>
          <p:cNvGrpSpPr>
            <a:grpSpLocks/>
          </p:cNvGrpSpPr>
          <p:nvPr/>
        </p:nvGrpSpPr>
        <p:grpSpPr bwMode="auto">
          <a:xfrm>
            <a:off x="2714625" y="5988676"/>
            <a:ext cx="565150" cy="293687"/>
            <a:chOff x="1871277" y="1576300"/>
            <a:chExt cx="1128371" cy="437861"/>
          </a:xfrm>
        </p:grpSpPr>
        <p:sp>
          <p:nvSpPr>
            <p:cNvPr id="359" name="Oval 358"/>
            <p:cNvSpPr/>
            <p:nvPr/>
          </p:nvSpPr>
          <p:spPr bwMode="auto">
            <a:xfrm flipV="1">
              <a:off x="1874448" y="1694641"/>
              <a:ext cx="1125200"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60" name="Rectangle 359"/>
            <p:cNvSpPr/>
            <p:nvPr/>
          </p:nvSpPr>
          <p:spPr bwMode="auto">
            <a:xfrm>
              <a:off x="1871277" y="1739610"/>
              <a:ext cx="1128371" cy="11597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61" name="Oval 360"/>
            <p:cNvSpPr/>
            <p:nvPr/>
          </p:nvSpPr>
          <p:spPr bwMode="auto">
            <a:xfrm flipV="1">
              <a:off x="1871277" y="1576300"/>
              <a:ext cx="1125202"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62" name="Freeform 361"/>
            <p:cNvSpPr/>
            <p:nvPr/>
          </p:nvSpPr>
          <p:spPr bwMode="auto">
            <a:xfrm>
              <a:off x="2159710" y="1673339"/>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63" name="Freeform 362"/>
            <p:cNvSpPr/>
            <p:nvPr/>
          </p:nvSpPr>
          <p:spPr bwMode="auto">
            <a:xfrm>
              <a:off x="2102657" y="1633104"/>
              <a:ext cx="662442" cy="111240"/>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64" name="Freeform 363"/>
            <p:cNvSpPr/>
            <p:nvPr/>
          </p:nvSpPr>
          <p:spPr bwMode="auto">
            <a:xfrm>
              <a:off x="2536889" y="1727776"/>
              <a:ext cx="244059" cy="97039"/>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65" name="Freeform 364"/>
            <p:cNvSpPr/>
            <p:nvPr/>
          </p:nvSpPr>
          <p:spPr bwMode="auto">
            <a:xfrm>
              <a:off x="2089979" y="1730143"/>
              <a:ext cx="240888" cy="97040"/>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66" name="Straight Connector 365"/>
            <p:cNvCxnSpPr>
              <a:endCxn id="361" idx="2"/>
            </p:cNvCxnSpPr>
            <p:nvPr/>
          </p:nvCxnSpPr>
          <p:spPr bwMode="auto">
            <a:xfrm flipH="1" flipV="1">
              <a:off x="1871277" y="1737244"/>
              <a:ext cx="3171" cy="123075"/>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67" name="Straight Connector 366"/>
            <p:cNvCxnSpPr/>
            <p:nvPr/>
          </p:nvCxnSpPr>
          <p:spPr bwMode="auto">
            <a:xfrm flipH="1" flipV="1">
              <a:off x="2996479" y="1734876"/>
              <a:ext cx="3169" cy="123075"/>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4" name="Group 23"/>
          <p:cNvGrpSpPr/>
          <p:nvPr/>
        </p:nvGrpSpPr>
        <p:grpSpPr>
          <a:xfrm>
            <a:off x="1757805" y="2660292"/>
            <a:ext cx="5270058" cy="3804634"/>
            <a:chOff x="1757805" y="2331054"/>
            <a:chExt cx="5270058" cy="3804634"/>
          </a:xfrm>
        </p:grpSpPr>
        <p:sp>
          <p:nvSpPr>
            <p:cNvPr id="268" name="Freeform 267"/>
            <p:cNvSpPr/>
            <p:nvPr/>
          </p:nvSpPr>
          <p:spPr>
            <a:xfrm>
              <a:off x="1776413" y="4829175"/>
              <a:ext cx="1220787" cy="920750"/>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325315"/>
                <a:gd name="connsiteY0" fmla="*/ 1160935 h 1160935"/>
                <a:gd name="connsiteX1" fmla="*/ 0 w 1325315"/>
                <a:gd name="connsiteY1" fmla="*/ 0 h 1160935"/>
                <a:gd name="connsiteX2" fmla="*/ 1040633 w 1325315"/>
                <a:gd name="connsiteY2" fmla="*/ 16785 h 1160935"/>
                <a:gd name="connsiteX3" fmla="*/ 1214315 w 1325315"/>
                <a:gd name="connsiteY3" fmla="*/ 1064597 h 1160935"/>
                <a:gd name="connsiteX4" fmla="*/ 448507 w 1325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0510" h="921649">
                  <a:moveTo>
                    <a:pt x="1060159" y="921649"/>
                  </a:moveTo>
                  <a:cubicBezTo>
                    <a:pt x="166591" y="183345"/>
                    <a:pt x="908943" y="790884"/>
                    <a:pt x="0" y="51716"/>
                  </a:cubicBezTo>
                  <a:cubicBezTo>
                    <a:pt x="346878" y="57311"/>
                    <a:pt x="712340" y="-5240"/>
                    <a:pt x="1059218" y="355"/>
                  </a:cubicBezTo>
                  <a:cubicBezTo>
                    <a:pt x="1192967" y="751903"/>
                    <a:pt x="1090859" y="157699"/>
                    <a:pt x="1220510" y="849923"/>
                  </a:cubicBezTo>
                  <a:cubicBezTo>
                    <a:pt x="1126090" y="855456"/>
                    <a:pt x="1222187" y="863235"/>
                    <a:pt x="1060159" y="921649"/>
                  </a:cubicBezTo>
                  <a:close/>
                </a:path>
              </a:pathLst>
            </a:custGeom>
            <a:gradFill>
              <a:gsLst>
                <a:gs pos="0">
                  <a:schemeClr val="bg1">
                    <a:lumMod val="95000"/>
                  </a:schemeClr>
                </a:gs>
                <a:gs pos="100000">
                  <a:schemeClr val="bg1">
                    <a:lumMod val="75000"/>
                  </a:schemeClr>
                </a:gs>
              </a:gsLst>
            </a:gradFill>
            <a:ln>
              <a:solidFill>
                <a:schemeClr val="bg1">
                  <a:lumMod val="75000"/>
                </a:schemeClr>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72" name="Freeform 271"/>
            <p:cNvSpPr/>
            <p:nvPr/>
          </p:nvSpPr>
          <p:spPr>
            <a:xfrm>
              <a:off x="6102350" y="4916488"/>
              <a:ext cx="925513" cy="757237"/>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23004 w 954755"/>
                <a:gd name="connsiteY0" fmla="*/ 943771 h 976186"/>
                <a:gd name="connsiteX1" fmla="*/ 455145 w 954755"/>
                <a:gd name="connsiteY1" fmla="*/ 11688 h 976186"/>
                <a:gd name="connsiteX2" fmla="*/ 954755 w 954755"/>
                <a:gd name="connsiteY2" fmla="*/ 0 h 976186"/>
                <a:gd name="connsiteX3" fmla="*/ 728484 w 954755"/>
                <a:gd name="connsiteY3" fmla="*/ 976186 h 976186"/>
                <a:gd name="connsiteX4" fmla="*/ 23004 w 954755"/>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56363"/>
                <a:gd name="connsiteY0" fmla="*/ 932083 h 954654"/>
                <a:gd name="connsiteX1" fmla="*/ 432141 w 956363"/>
                <a:gd name="connsiteY1" fmla="*/ 0 h 954654"/>
                <a:gd name="connsiteX2" fmla="*/ 956363 w 956363"/>
                <a:gd name="connsiteY2" fmla="*/ 12924 h 954654"/>
                <a:gd name="connsiteX3" fmla="*/ 183705 w 956363"/>
                <a:gd name="connsiteY3" fmla="*/ 954654 h 954654"/>
                <a:gd name="connsiteX4" fmla="*/ 0 w 956363"/>
                <a:gd name="connsiteY4" fmla="*/ 932083 h 954654"/>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6304" h="758185">
                  <a:moveTo>
                    <a:pt x="0" y="735614"/>
                  </a:moveTo>
                  <a:cubicBezTo>
                    <a:pt x="309918" y="169731"/>
                    <a:pt x="59088" y="622691"/>
                    <a:pt x="405840" y="13939"/>
                  </a:cubicBezTo>
                  <a:cubicBezTo>
                    <a:pt x="580581" y="18247"/>
                    <a:pt x="751563" y="-3745"/>
                    <a:pt x="926304" y="563"/>
                  </a:cubicBezTo>
                  <a:cubicBezTo>
                    <a:pt x="312762" y="607705"/>
                    <a:pt x="474902" y="459041"/>
                    <a:pt x="183705" y="758185"/>
                  </a:cubicBezTo>
                  <a:cubicBezTo>
                    <a:pt x="49420" y="729549"/>
                    <a:pt x="196198" y="734148"/>
                    <a:pt x="0" y="735614"/>
                  </a:cubicBezTo>
                  <a:close/>
                </a:path>
              </a:pathLst>
            </a:custGeom>
            <a:gradFill>
              <a:gsLst>
                <a:gs pos="0">
                  <a:schemeClr val="bg1">
                    <a:lumMod val="95000"/>
                    <a:alpha val="55000"/>
                  </a:schemeClr>
                </a:gs>
                <a:gs pos="100000">
                  <a:schemeClr val="bg1">
                    <a:lumMod val="75000"/>
                  </a:schemeClr>
                </a:gs>
              </a:gsLst>
            </a:gradFill>
            <a:ln>
              <a:solidFill>
                <a:schemeClr val="bg1">
                  <a:lumMod val="75000"/>
                </a:schemeClr>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73" name="Freeform 272"/>
            <p:cNvSpPr/>
            <p:nvPr/>
          </p:nvSpPr>
          <p:spPr>
            <a:xfrm>
              <a:off x="5287963" y="4937125"/>
              <a:ext cx="725487" cy="1100138"/>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27977 w 802211"/>
                <a:gd name="connsiteY0" fmla="*/ 815791 h 976186"/>
                <a:gd name="connsiteX1" fmla="*/ 302601 w 802211"/>
                <a:gd name="connsiteY1" fmla="*/ 11688 h 976186"/>
                <a:gd name="connsiteX2" fmla="*/ 802211 w 802211"/>
                <a:gd name="connsiteY2" fmla="*/ 0 h 976186"/>
                <a:gd name="connsiteX3" fmla="*/ 575940 w 802211"/>
                <a:gd name="connsiteY3" fmla="*/ 976186 h 976186"/>
                <a:gd name="connsiteX4" fmla="*/ 27977 w 802211"/>
                <a:gd name="connsiteY4" fmla="*/ 815791 h 976186"/>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28714 h 828714"/>
                <a:gd name="connsiteX1" fmla="*/ 302601 w 802211"/>
                <a:gd name="connsiteY1" fmla="*/ 0 h 828714"/>
                <a:gd name="connsiteX2" fmla="*/ 802211 w 802211"/>
                <a:gd name="connsiteY2" fmla="*/ 12923 h 828714"/>
                <a:gd name="connsiteX3" fmla="*/ 236294 w 802211"/>
                <a:gd name="connsiteY3" fmla="*/ 821751 h 828714"/>
                <a:gd name="connsiteX4" fmla="*/ 27977 w 802211"/>
                <a:gd name="connsiteY4" fmla="*/ 828714 h 828714"/>
                <a:gd name="connsiteX0" fmla="*/ 56213 w 830447"/>
                <a:gd name="connsiteY0" fmla="*/ 828714 h 828714"/>
                <a:gd name="connsiteX1" fmla="*/ 330837 w 830447"/>
                <a:gd name="connsiteY1" fmla="*/ 0 h 828714"/>
                <a:gd name="connsiteX2" fmla="*/ 830447 w 830447"/>
                <a:gd name="connsiteY2" fmla="*/ 12923 h 828714"/>
                <a:gd name="connsiteX3" fmla="*/ 264530 w 830447"/>
                <a:gd name="connsiteY3" fmla="*/ 821751 h 828714"/>
                <a:gd name="connsiteX4" fmla="*/ 56213 w 830447"/>
                <a:gd name="connsiteY4" fmla="*/ 828714 h 828714"/>
                <a:gd name="connsiteX0" fmla="*/ 64130 w 789139"/>
                <a:gd name="connsiteY0" fmla="*/ 794258 h 821751"/>
                <a:gd name="connsiteX1" fmla="*/ 289529 w 789139"/>
                <a:gd name="connsiteY1" fmla="*/ 0 h 821751"/>
                <a:gd name="connsiteX2" fmla="*/ 789139 w 789139"/>
                <a:gd name="connsiteY2" fmla="*/ 12923 h 821751"/>
                <a:gd name="connsiteX3" fmla="*/ 223222 w 789139"/>
                <a:gd name="connsiteY3" fmla="*/ 821751 h 821751"/>
                <a:gd name="connsiteX4" fmla="*/ 64130 w 789139"/>
                <a:gd name="connsiteY4" fmla="*/ 794258 h 821751"/>
                <a:gd name="connsiteX0" fmla="*/ 0 w 725009"/>
                <a:gd name="connsiteY0" fmla="*/ 794258 h 821751"/>
                <a:gd name="connsiteX1" fmla="*/ 225399 w 725009"/>
                <a:gd name="connsiteY1" fmla="*/ 0 h 821751"/>
                <a:gd name="connsiteX2" fmla="*/ 725009 w 725009"/>
                <a:gd name="connsiteY2" fmla="*/ 12923 h 821751"/>
                <a:gd name="connsiteX3" fmla="*/ 159092 w 725009"/>
                <a:gd name="connsiteY3" fmla="*/ 821751 h 821751"/>
                <a:gd name="connsiteX4" fmla="*/ 0 w 725009"/>
                <a:gd name="connsiteY4" fmla="*/ 794258 h 821751"/>
                <a:gd name="connsiteX0" fmla="*/ 0 w 725009"/>
                <a:gd name="connsiteY0" fmla="*/ 1203768 h 1231261"/>
                <a:gd name="connsiteX1" fmla="*/ 225399 w 725009"/>
                <a:gd name="connsiteY1" fmla="*/ 0 h 1231261"/>
                <a:gd name="connsiteX2" fmla="*/ 725009 w 725009"/>
                <a:gd name="connsiteY2" fmla="*/ 422433 h 1231261"/>
                <a:gd name="connsiteX3" fmla="*/ 159092 w 725009"/>
                <a:gd name="connsiteY3" fmla="*/ 1231261 h 1231261"/>
                <a:gd name="connsiteX4" fmla="*/ 0 w 725009"/>
                <a:gd name="connsiteY4" fmla="*/ 1203768 h 1231261"/>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497"/>
                <a:gd name="connsiteY0" fmla="*/ 1279028 h 1306521"/>
                <a:gd name="connsiteX1" fmla="*/ 225399 w 725497"/>
                <a:gd name="connsiteY1" fmla="*/ 75260 h 1306521"/>
                <a:gd name="connsiteX2" fmla="*/ 396193 w 725497"/>
                <a:gd name="connsiteY2" fmla="*/ 156799 h 1306521"/>
                <a:gd name="connsiteX3" fmla="*/ 725009 w 725497"/>
                <a:gd name="connsiteY3" fmla="*/ 205042 h 1306521"/>
                <a:gd name="connsiteX4" fmla="*/ 159092 w 725497"/>
                <a:gd name="connsiteY4" fmla="*/ 1306521 h 1306521"/>
                <a:gd name="connsiteX5" fmla="*/ 0 w 725497"/>
                <a:gd name="connsiteY5" fmla="*/ 1279028 h 1306521"/>
                <a:gd name="connsiteX0" fmla="*/ 0 w 725239"/>
                <a:gd name="connsiteY0" fmla="*/ 1295668 h 1323161"/>
                <a:gd name="connsiteX1" fmla="*/ 225399 w 725239"/>
                <a:gd name="connsiteY1" fmla="*/ 91900 h 1323161"/>
                <a:gd name="connsiteX2" fmla="*/ 725009 w 725239"/>
                <a:gd name="connsiteY2" fmla="*/ 221682 h 1323161"/>
                <a:gd name="connsiteX3" fmla="*/ 159092 w 725239"/>
                <a:gd name="connsiteY3" fmla="*/ 1323161 h 1323161"/>
                <a:gd name="connsiteX4" fmla="*/ 0 w 725239"/>
                <a:gd name="connsiteY4" fmla="*/ 1295668 h 1323161"/>
                <a:gd name="connsiteX0" fmla="*/ 0 w 725221"/>
                <a:gd name="connsiteY0" fmla="*/ 1210552 h 1238045"/>
                <a:gd name="connsiteX1" fmla="*/ 191583 w 725221"/>
                <a:gd name="connsiteY1" fmla="*/ 153319 h 1238045"/>
                <a:gd name="connsiteX2" fmla="*/ 725009 w 725221"/>
                <a:gd name="connsiteY2" fmla="*/ 136566 h 1238045"/>
                <a:gd name="connsiteX3" fmla="*/ 159092 w 725221"/>
                <a:gd name="connsiteY3" fmla="*/ 1238045 h 1238045"/>
                <a:gd name="connsiteX4" fmla="*/ 0 w 725221"/>
                <a:gd name="connsiteY4" fmla="*/ 1210552 h 1238045"/>
                <a:gd name="connsiteX0" fmla="*/ 0 w 725305"/>
                <a:gd name="connsiteY0" fmla="*/ 1158512 h 1186005"/>
                <a:gd name="connsiteX1" fmla="*/ 191583 w 725305"/>
                <a:gd name="connsiteY1" fmla="*/ 101279 h 1186005"/>
                <a:gd name="connsiteX2" fmla="*/ 725009 w 725305"/>
                <a:gd name="connsiteY2" fmla="*/ 84526 h 1186005"/>
                <a:gd name="connsiteX3" fmla="*/ 159092 w 725305"/>
                <a:gd name="connsiteY3" fmla="*/ 1186005 h 1186005"/>
                <a:gd name="connsiteX4" fmla="*/ 0 w 725305"/>
                <a:gd name="connsiteY4" fmla="*/ 1158512 h 1186005"/>
                <a:gd name="connsiteX0" fmla="*/ 0 w 725009"/>
                <a:gd name="connsiteY0" fmla="*/ 1073986 h 1101479"/>
                <a:gd name="connsiteX1" fmla="*/ 191583 w 725009"/>
                <a:gd name="connsiteY1" fmla="*/ 16753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5009" h="1101479">
                  <a:moveTo>
                    <a:pt x="0" y="1073986"/>
                  </a:moveTo>
                  <a:cubicBezTo>
                    <a:pt x="95638" y="589814"/>
                    <a:pt x="96800" y="618448"/>
                    <a:pt x="206612" y="1724"/>
                  </a:cubicBezTo>
                  <a:cubicBezTo>
                    <a:pt x="451440" y="14348"/>
                    <a:pt x="499346" y="35256"/>
                    <a:pt x="725009" y="0"/>
                  </a:cubicBezTo>
                  <a:cubicBezTo>
                    <a:pt x="326141" y="749497"/>
                    <a:pt x="642687" y="159790"/>
                    <a:pt x="159092" y="1101479"/>
                  </a:cubicBezTo>
                  <a:cubicBezTo>
                    <a:pt x="24807" y="1072843"/>
                    <a:pt x="92525" y="1088071"/>
                    <a:pt x="0" y="1073986"/>
                  </a:cubicBezTo>
                  <a:close/>
                </a:path>
              </a:pathLst>
            </a:custGeom>
            <a:gradFill>
              <a:gsLst>
                <a:gs pos="0">
                  <a:schemeClr val="bg1">
                    <a:lumMod val="95000"/>
                    <a:alpha val="55000"/>
                  </a:schemeClr>
                </a:gs>
                <a:gs pos="100000">
                  <a:schemeClr val="bg1">
                    <a:lumMod val="75000"/>
                  </a:schemeClr>
                </a:gs>
              </a:gsLst>
            </a:gradFill>
            <a:ln>
              <a:solidFill>
                <a:schemeClr val="bg1">
                  <a:lumMod val="75000"/>
                </a:schemeClr>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74" name="Freeform 273"/>
            <p:cNvSpPr/>
            <p:nvPr/>
          </p:nvSpPr>
          <p:spPr>
            <a:xfrm>
              <a:off x="4300538" y="4956175"/>
              <a:ext cx="514350" cy="577850"/>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503138"/>
                <a:gd name="connsiteY0" fmla="*/ 961687 h 964568"/>
                <a:gd name="connsiteX1" fmla="*/ 0 w 503138"/>
                <a:gd name="connsiteY1" fmla="*/ 70 h 964568"/>
                <a:gd name="connsiteX2" fmla="*/ 503138 w 503138"/>
                <a:gd name="connsiteY2" fmla="*/ 154187 h 964568"/>
                <a:gd name="connsiteX3" fmla="*/ 273339 w 503138"/>
                <a:gd name="connsiteY3" fmla="*/ 964568 h 964568"/>
                <a:gd name="connsiteX4" fmla="*/ 197928 w 503138"/>
                <a:gd name="connsiteY4" fmla="*/ 961687 h 964568"/>
                <a:gd name="connsiteX0" fmla="*/ 201456 w 506666"/>
                <a:gd name="connsiteY0" fmla="*/ 807500 h 810381"/>
                <a:gd name="connsiteX1" fmla="*/ 0 w 506666"/>
                <a:gd name="connsiteY1" fmla="*/ 15216 h 810381"/>
                <a:gd name="connsiteX2" fmla="*/ 506666 w 506666"/>
                <a:gd name="connsiteY2" fmla="*/ 0 h 810381"/>
                <a:gd name="connsiteX3" fmla="*/ 276867 w 506666"/>
                <a:gd name="connsiteY3" fmla="*/ 810381 h 810381"/>
                <a:gd name="connsiteX4" fmla="*/ 201456 w 506666"/>
                <a:gd name="connsiteY4" fmla="*/ 807500 h 810381"/>
                <a:gd name="connsiteX0" fmla="*/ 201456 w 506666"/>
                <a:gd name="connsiteY0" fmla="*/ 807500 h 811593"/>
                <a:gd name="connsiteX1" fmla="*/ 0 w 506666"/>
                <a:gd name="connsiteY1" fmla="*/ 15216 h 811593"/>
                <a:gd name="connsiteX2" fmla="*/ 506666 w 506666"/>
                <a:gd name="connsiteY2" fmla="*/ 0 h 811593"/>
                <a:gd name="connsiteX3" fmla="*/ 276867 w 506666"/>
                <a:gd name="connsiteY3" fmla="*/ 810381 h 811593"/>
                <a:gd name="connsiteX4" fmla="*/ 201456 w 506666"/>
                <a:gd name="connsiteY4" fmla="*/ 807500 h 811593"/>
                <a:gd name="connsiteX0" fmla="*/ 135576 w 506666"/>
                <a:gd name="connsiteY0" fmla="*/ 818480 h 818480"/>
                <a:gd name="connsiteX1" fmla="*/ 0 w 506666"/>
                <a:gd name="connsiteY1" fmla="*/ 15216 h 818480"/>
                <a:gd name="connsiteX2" fmla="*/ 506666 w 506666"/>
                <a:gd name="connsiteY2" fmla="*/ 0 h 818480"/>
                <a:gd name="connsiteX3" fmla="*/ 276867 w 506666"/>
                <a:gd name="connsiteY3" fmla="*/ 81038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789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7896 h 818480"/>
                <a:gd name="connsiteX2" fmla="*/ 506666 w 506666"/>
                <a:gd name="connsiteY2" fmla="*/ 0 h 818480"/>
                <a:gd name="connsiteX3" fmla="*/ 331766 w 506666"/>
                <a:gd name="connsiteY3" fmla="*/ 803061 h 818480"/>
                <a:gd name="connsiteX4" fmla="*/ 135576 w 506666"/>
                <a:gd name="connsiteY4" fmla="*/ 818480 h 818480"/>
                <a:gd name="connsiteX0" fmla="*/ 45472 w 559302"/>
                <a:gd name="connsiteY0" fmla="*/ 807500 h 807500"/>
                <a:gd name="connsiteX1" fmla="*/ 52636 w 559302"/>
                <a:gd name="connsiteY1" fmla="*/ 7896 h 807500"/>
                <a:gd name="connsiteX2" fmla="*/ 559302 w 559302"/>
                <a:gd name="connsiteY2" fmla="*/ 0 h 807500"/>
                <a:gd name="connsiteX3" fmla="*/ 384402 w 559302"/>
                <a:gd name="connsiteY3" fmla="*/ 803061 h 807500"/>
                <a:gd name="connsiteX4" fmla="*/ 45472 w 559302"/>
                <a:gd name="connsiteY4" fmla="*/ 807500 h 807500"/>
                <a:gd name="connsiteX0" fmla="*/ 21974 w 535804"/>
                <a:gd name="connsiteY0" fmla="*/ 807500 h 807500"/>
                <a:gd name="connsiteX1" fmla="*/ 29138 w 535804"/>
                <a:gd name="connsiteY1" fmla="*/ 7896 h 807500"/>
                <a:gd name="connsiteX2" fmla="*/ 535804 w 535804"/>
                <a:gd name="connsiteY2" fmla="*/ 0 h 807500"/>
                <a:gd name="connsiteX3" fmla="*/ 360904 w 535804"/>
                <a:gd name="connsiteY3" fmla="*/ 803061 h 807500"/>
                <a:gd name="connsiteX4" fmla="*/ 21974 w 535804"/>
                <a:gd name="connsiteY4" fmla="*/ 807500 h 807500"/>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30473"/>
                <a:gd name="connsiteX1" fmla="*/ 0 w 506666"/>
                <a:gd name="connsiteY1" fmla="*/ 7896 h 830473"/>
                <a:gd name="connsiteX2" fmla="*/ 506666 w 506666"/>
                <a:gd name="connsiteY2" fmla="*/ 0 h 830473"/>
                <a:gd name="connsiteX3" fmla="*/ 331766 w 506666"/>
                <a:gd name="connsiteY3" fmla="*/ 828681 h 830473"/>
                <a:gd name="connsiteX4" fmla="*/ 128256 w 506666"/>
                <a:gd name="connsiteY4" fmla="*/ 829461 h 830473"/>
                <a:gd name="connsiteX0" fmla="*/ 128256 w 506666"/>
                <a:gd name="connsiteY0" fmla="*/ 829461 h 830473"/>
                <a:gd name="connsiteX1" fmla="*/ 0 w 506666"/>
                <a:gd name="connsiteY1" fmla="*/ 7896 h 830473"/>
                <a:gd name="connsiteX2" fmla="*/ 506666 w 506666"/>
                <a:gd name="connsiteY2" fmla="*/ 0 h 830473"/>
                <a:gd name="connsiteX3" fmla="*/ 331766 w 506666"/>
                <a:gd name="connsiteY3" fmla="*/ 828681 h 830473"/>
                <a:gd name="connsiteX4" fmla="*/ 128256 w 506666"/>
                <a:gd name="connsiteY4" fmla="*/ 829461 h 830473"/>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4180" h="578353">
                  <a:moveTo>
                    <a:pt x="135770" y="577341"/>
                  </a:moveTo>
                  <a:cubicBezTo>
                    <a:pt x="50587" y="214237"/>
                    <a:pt x="96631" y="442038"/>
                    <a:pt x="0" y="0"/>
                  </a:cubicBezTo>
                  <a:lnTo>
                    <a:pt x="514180" y="10891"/>
                  </a:lnTo>
                  <a:cubicBezTo>
                    <a:pt x="417353" y="348331"/>
                    <a:pt x="426658" y="280104"/>
                    <a:pt x="339280" y="576561"/>
                  </a:cubicBezTo>
                  <a:cubicBezTo>
                    <a:pt x="292835" y="580865"/>
                    <a:pt x="203869" y="575875"/>
                    <a:pt x="135770" y="577341"/>
                  </a:cubicBezTo>
                  <a:close/>
                </a:path>
              </a:pathLst>
            </a:custGeom>
            <a:gradFill>
              <a:gsLst>
                <a:gs pos="0">
                  <a:schemeClr val="bg1">
                    <a:lumMod val="95000"/>
                    <a:alpha val="55000"/>
                  </a:schemeClr>
                </a:gs>
                <a:gs pos="100000">
                  <a:schemeClr val="bg1">
                    <a:lumMod val="75000"/>
                  </a:schemeClr>
                </a:gs>
              </a:gsLst>
            </a:gradFill>
            <a:ln>
              <a:solidFill>
                <a:schemeClr val="bg1">
                  <a:lumMod val="75000"/>
                </a:schemeClr>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75" name="Freeform 274"/>
            <p:cNvSpPr/>
            <p:nvPr/>
          </p:nvSpPr>
          <p:spPr>
            <a:xfrm>
              <a:off x="3521075" y="4919663"/>
              <a:ext cx="593725" cy="1216025"/>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621064"/>
                <a:gd name="connsiteY0" fmla="*/ 973305 h 973305"/>
                <a:gd name="connsiteX1" fmla="*/ 0 w 621064"/>
                <a:gd name="connsiteY1" fmla="*/ 11688 h 973305"/>
                <a:gd name="connsiteX2" fmla="*/ 499610 w 621064"/>
                <a:gd name="connsiteY2" fmla="*/ 0 h 973305"/>
                <a:gd name="connsiteX3" fmla="*/ 558839 w 621064"/>
                <a:gd name="connsiteY3" fmla="*/ 754682 h 973305"/>
                <a:gd name="connsiteX4" fmla="*/ 197928 w 621064"/>
                <a:gd name="connsiteY4" fmla="*/ 973305 h 973305"/>
                <a:gd name="connsiteX0" fmla="*/ 197928 w 558839"/>
                <a:gd name="connsiteY0" fmla="*/ 973305 h 973305"/>
                <a:gd name="connsiteX1" fmla="*/ 0 w 558839"/>
                <a:gd name="connsiteY1" fmla="*/ 11688 h 973305"/>
                <a:gd name="connsiteX2" fmla="*/ 499610 w 558839"/>
                <a:gd name="connsiteY2" fmla="*/ 0 h 973305"/>
                <a:gd name="connsiteX3" fmla="*/ 558839 w 558839"/>
                <a:gd name="connsiteY3" fmla="*/ 754682 h 973305"/>
                <a:gd name="connsiteX4" fmla="*/ 197928 w 558839"/>
                <a:gd name="connsiteY4" fmla="*/ 973305 h 973305"/>
                <a:gd name="connsiteX0" fmla="*/ 197928 w 558839"/>
                <a:gd name="connsiteY0" fmla="*/ 973305 h 973305"/>
                <a:gd name="connsiteX1" fmla="*/ 0 w 558839"/>
                <a:gd name="connsiteY1" fmla="*/ 11688 h 973305"/>
                <a:gd name="connsiteX2" fmla="*/ 499610 w 558839"/>
                <a:gd name="connsiteY2" fmla="*/ 0 h 973305"/>
                <a:gd name="connsiteX3" fmla="*/ 558839 w 558839"/>
                <a:gd name="connsiteY3" fmla="*/ 754682 h 973305"/>
                <a:gd name="connsiteX4" fmla="*/ 197928 w 558839"/>
                <a:gd name="connsiteY4" fmla="*/ 973305 h 973305"/>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1315828 h 1315828"/>
                <a:gd name="connsiteX1" fmla="*/ 0 w 558839"/>
                <a:gd name="connsiteY1" fmla="*/ 531414 h 1315828"/>
                <a:gd name="connsiteX2" fmla="*/ 506930 w 558839"/>
                <a:gd name="connsiteY2" fmla="*/ 0 h 1315828"/>
                <a:gd name="connsiteX3" fmla="*/ 558839 w 558839"/>
                <a:gd name="connsiteY3" fmla="*/ 1274408 h 1315828"/>
                <a:gd name="connsiteX4" fmla="*/ 370213 w 558839"/>
                <a:gd name="connsiteY4" fmla="*/ 1315828 h 1315828"/>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88119"/>
                <a:gd name="connsiteY0" fmla="*/ 1326654 h 1326654"/>
                <a:gd name="connsiteX1" fmla="*/ 0 w 588119"/>
                <a:gd name="connsiteY1" fmla="*/ 554 h 1326654"/>
                <a:gd name="connsiteX2" fmla="*/ 521570 w 588119"/>
                <a:gd name="connsiteY2" fmla="*/ 10826 h 1326654"/>
                <a:gd name="connsiteX3" fmla="*/ 588119 w 588119"/>
                <a:gd name="connsiteY3" fmla="*/ 1321835 h 1326654"/>
                <a:gd name="connsiteX4" fmla="*/ 384853 w 588119"/>
                <a:gd name="connsiteY4" fmla="*/ 1326654 h 1326654"/>
                <a:gd name="connsiteX0" fmla="*/ 384853 w 588119"/>
                <a:gd name="connsiteY0" fmla="*/ 1326654 h 1326654"/>
                <a:gd name="connsiteX1" fmla="*/ 0 w 588119"/>
                <a:gd name="connsiteY1" fmla="*/ 554 h 1326654"/>
                <a:gd name="connsiteX2" fmla="*/ 521570 w 588119"/>
                <a:gd name="connsiteY2" fmla="*/ 10826 h 1326654"/>
                <a:gd name="connsiteX3" fmla="*/ 588119 w 588119"/>
                <a:gd name="connsiteY3" fmla="*/ 1321835 h 1326654"/>
                <a:gd name="connsiteX4" fmla="*/ 384853 w 588119"/>
                <a:gd name="connsiteY4" fmla="*/ 1326654 h 1326654"/>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94113"/>
                <a:gd name="connsiteY0" fmla="*/ 1097905 h 1179971"/>
                <a:gd name="connsiteX1" fmla="*/ 0 w 594113"/>
                <a:gd name="connsiteY1" fmla="*/ 4757 h 1179971"/>
                <a:gd name="connsiteX2" fmla="*/ 502783 w 594113"/>
                <a:gd name="connsiteY2" fmla="*/ 0 h 1179971"/>
                <a:gd name="connsiteX3" fmla="*/ 594113 w 594113"/>
                <a:gd name="connsiteY3" fmla="*/ 1179818 h 1179971"/>
                <a:gd name="connsiteX4" fmla="*/ 366066 w 594113"/>
                <a:gd name="connsiteY4" fmla="*/ 1097905 h 1179971"/>
                <a:gd name="connsiteX0" fmla="*/ 403236 w 594113"/>
                <a:gd name="connsiteY0" fmla="*/ 1215612 h 1215612"/>
                <a:gd name="connsiteX1" fmla="*/ 0 w 594113"/>
                <a:gd name="connsiteY1" fmla="*/ 4757 h 1215612"/>
                <a:gd name="connsiteX2" fmla="*/ 502783 w 594113"/>
                <a:gd name="connsiteY2" fmla="*/ 0 h 1215612"/>
                <a:gd name="connsiteX3" fmla="*/ 594113 w 594113"/>
                <a:gd name="connsiteY3" fmla="*/ 1179818 h 1215612"/>
                <a:gd name="connsiteX4" fmla="*/ 403236 w 594113"/>
                <a:gd name="connsiteY4" fmla="*/ 1215612 h 12156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4113" h="1215612">
                  <a:moveTo>
                    <a:pt x="403236" y="1215612"/>
                  </a:moveTo>
                  <a:cubicBezTo>
                    <a:pt x="223947" y="663007"/>
                    <a:pt x="295574" y="908506"/>
                    <a:pt x="0" y="4757"/>
                  </a:cubicBezTo>
                  <a:cubicBezTo>
                    <a:pt x="166537" y="861"/>
                    <a:pt x="336246" y="3896"/>
                    <a:pt x="502783" y="0"/>
                  </a:cubicBezTo>
                  <a:cubicBezTo>
                    <a:pt x="555943" y="995541"/>
                    <a:pt x="557486" y="515061"/>
                    <a:pt x="594113" y="1179818"/>
                  </a:cubicBezTo>
                  <a:cubicBezTo>
                    <a:pt x="496428" y="1184123"/>
                    <a:pt x="599434" y="1214146"/>
                    <a:pt x="403236" y="1215612"/>
                  </a:cubicBezTo>
                  <a:close/>
                </a:path>
              </a:pathLst>
            </a:custGeom>
            <a:gradFill>
              <a:gsLst>
                <a:gs pos="0">
                  <a:schemeClr val="bg1">
                    <a:lumMod val="95000"/>
                    <a:alpha val="55000"/>
                  </a:schemeClr>
                </a:gs>
                <a:gs pos="100000">
                  <a:schemeClr val="bg1">
                    <a:lumMod val="75000"/>
                  </a:schemeClr>
                </a:gs>
              </a:gsLst>
            </a:gradFill>
            <a:ln>
              <a:solidFill>
                <a:schemeClr val="bg1">
                  <a:lumMod val="75000"/>
                </a:schemeClr>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grpSp>
          <p:nvGrpSpPr>
            <p:cNvPr id="18" name="Group 17"/>
            <p:cNvGrpSpPr/>
            <p:nvPr/>
          </p:nvGrpSpPr>
          <p:grpSpPr>
            <a:xfrm>
              <a:off x="1757805" y="2331054"/>
              <a:ext cx="1079500" cy="2674334"/>
              <a:chOff x="1757805" y="2331054"/>
              <a:chExt cx="1079500" cy="2674334"/>
            </a:xfrm>
          </p:grpSpPr>
          <p:sp>
            <p:nvSpPr>
              <p:cNvPr id="108" name="Rectangle 107"/>
              <p:cNvSpPr/>
              <p:nvPr/>
            </p:nvSpPr>
            <p:spPr bwMode="auto">
              <a:xfrm rot="10800000">
                <a:off x="1789113" y="2580876"/>
                <a:ext cx="1027112" cy="1083074"/>
              </a:xfrm>
              <a:prstGeom prst="rect">
                <a:avLst/>
              </a:prstGeom>
              <a:gradFill>
                <a:gsLst>
                  <a:gs pos="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grpSp>
            <p:nvGrpSpPr>
              <p:cNvPr id="47266" name="Group 104"/>
              <p:cNvGrpSpPr>
                <a:grpSpLocks/>
              </p:cNvGrpSpPr>
              <p:nvPr/>
            </p:nvGrpSpPr>
            <p:grpSpPr bwMode="auto">
              <a:xfrm>
                <a:off x="1782739" y="4616206"/>
                <a:ext cx="1034710" cy="389182"/>
                <a:chOff x="4128636" y="3606589"/>
                <a:chExt cx="568145" cy="338667"/>
              </a:xfrm>
            </p:grpSpPr>
            <p:sp>
              <p:nvSpPr>
                <p:cNvPr id="119" name="Oval 118"/>
                <p:cNvSpPr/>
                <p:nvPr/>
              </p:nvSpPr>
              <p:spPr>
                <a:xfrm>
                  <a:off x="4128649" y="3720080"/>
                  <a:ext cx="568332" cy="225176"/>
                </a:xfrm>
                <a:prstGeom prst="ellipse">
                  <a:avLst/>
                </a:prstGeom>
                <a:solidFill>
                  <a:schemeClr val="accent2">
                    <a:lumMod val="75000"/>
                  </a:schemeClr>
                </a:solid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20" name="Rectangle 119"/>
                <p:cNvSpPr/>
                <p:nvPr/>
              </p:nvSpPr>
              <p:spPr>
                <a:xfrm>
                  <a:off x="4128649" y="3720080"/>
                  <a:ext cx="568332" cy="111898"/>
                </a:xfrm>
                <a:prstGeom prst="rect">
                  <a:avLst/>
                </a:prstGeom>
                <a:solidFill>
                  <a:schemeClr val="accent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21" name="Oval 120"/>
                <p:cNvSpPr/>
                <p:nvPr/>
              </p:nvSpPr>
              <p:spPr>
                <a:xfrm>
                  <a:off x="4128649" y="3606801"/>
                  <a:ext cx="568332" cy="225176"/>
                </a:xfrm>
                <a:prstGeom prst="ellipse">
                  <a:avLst/>
                </a:prstGeom>
                <a:solidFill>
                  <a:schemeClr val="accent2">
                    <a:lumMod val="60000"/>
                    <a:lumOff val="40000"/>
                    <a:alpha val="7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22" name="Straight Connector 121"/>
                <p:cNvCxnSpPr/>
                <p:nvPr/>
              </p:nvCxnSpPr>
              <p:spPr>
                <a:xfrm>
                  <a:off x="4696981" y="3720080"/>
                  <a:ext cx="0" cy="111898"/>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23" name="Straight Connector 122"/>
                <p:cNvCxnSpPr/>
                <p:nvPr/>
              </p:nvCxnSpPr>
              <p:spPr>
                <a:xfrm>
                  <a:off x="4128649" y="3720080"/>
                  <a:ext cx="0" cy="111898"/>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sp>
            <p:nvSpPr>
              <p:cNvPr id="147" name="Rectangle 146"/>
              <p:cNvSpPr/>
              <p:nvPr/>
            </p:nvSpPr>
            <p:spPr bwMode="auto">
              <a:xfrm>
                <a:off x="1801813" y="3602038"/>
                <a:ext cx="1027112" cy="1163637"/>
              </a:xfrm>
              <a:prstGeom prst="rect">
                <a:avLst/>
              </a:prstGeom>
              <a:gradFill>
                <a:gsLst>
                  <a:gs pos="0">
                    <a:schemeClr val="accent2">
                      <a:lumMod val="60000"/>
                      <a:lumOff val="40000"/>
                      <a:alpha val="62000"/>
                    </a:schemeClr>
                  </a:gs>
                  <a:gs pos="54000">
                    <a:schemeClr val="accent2">
                      <a:lumMod val="40000"/>
                      <a:lumOff val="6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13" name="Straight Connector 112"/>
              <p:cNvCxnSpPr/>
              <p:nvPr/>
            </p:nvCxnSpPr>
            <p:spPr bwMode="auto">
              <a:xfrm>
                <a:off x="1781175" y="2805113"/>
                <a:ext cx="20638" cy="2020887"/>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112" name="Straight Connector 111"/>
              <p:cNvCxnSpPr/>
              <p:nvPr/>
            </p:nvCxnSpPr>
            <p:spPr bwMode="auto">
              <a:xfrm flipH="1">
                <a:off x="2817813" y="2805113"/>
                <a:ext cx="4762" cy="1976437"/>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7272" name="Group 9"/>
              <p:cNvGrpSpPr>
                <a:grpSpLocks/>
              </p:cNvGrpSpPr>
              <p:nvPr/>
            </p:nvGrpSpPr>
            <p:grpSpPr bwMode="auto">
              <a:xfrm>
                <a:off x="1757805" y="2331054"/>
                <a:ext cx="1079500" cy="430213"/>
                <a:chOff x="2183302" y="1574638"/>
                <a:chExt cx="1200154" cy="430181"/>
              </a:xfrm>
            </p:grpSpPr>
            <p:sp>
              <p:nvSpPr>
                <p:cNvPr id="369" name="Oval 368"/>
                <p:cNvSpPr/>
                <p:nvPr/>
              </p:nvSpPr>
              <p:spPr bwMode="auto">
                <a:xfrm flipV="1">
                  <a:off x="2186832" y="1690517"/>
                  <a:ext cx="1194859" cy="314302"/>
                </a:xfrm>
                <a:prstGeom prst="ellipse">
                  <a:avLst/>
                </a:prstGeom>
                <a:gradFill flip="none" rotWithShape="1">
                  <a:gsLst>
                    <a:gs pos="0">
                      <a:schemeClr val="accent2">
                        <a:lumMod val="75000"/>
                      </a:schemeClr>
                    </a:gs>
                    <a:gs pos="31000">
                      <a:schemeClr val="accent2">
                        <a:lumMod val="60000"/>
                        <a:lumOff val="40000"/>
                      </a:schemeClr>
                    </a:gs>
                    <a:gs pos="100000">
                      <a:schemeClr val="accent2">
                        <a:lumMod val="20000"/>
                        <a:lumOff val="80000"/>
                      </a:schemeClr>
                    </a:gs>
                  </a:gsLst>
                  <a:lin ang="16200000" scaled="0"/>
                  <a:tileRect/>
                </a:gradFill>
                <a:ln w="6350" cmpd="sng">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70" name="Rectangle 369"/>
                <p:cNvSpPr/>
                <p:nvPr/>
              </p:nvSpPr>
              <p:spPr bwMode="auto">
                <a:xfrm>
                  <a:off x="2183302" y="1734964"/>
                  <a:ext cx="1198389" cy="112704"/>
                </a:xfrm>
                <a:prstGeom prst="rect">
                  <a:avLst/>
                </a:prstGeom>
                <a:gradFill>
                  <a:gsLst>
                    <a:gs pos="0">
                      <a:schemeClr val="accent2">
                        <a:lumMod val="40000"/>
                        <a:lumOff val="60000"/>
                      </a:schemeClr>
                    </a:gs>
                    <a:gs pos="54000">
                      <a:schemeClr val="accent2">
                        <a:lumMod val="60000"/>
                        <a:lumOff val="40000"/>
                      </a:schemeClr>
                    </a:gs>
                    <a:gs pos="100000">
                      <a:schemeClr val="accent2">
                        <a:lumMod val="75000"/>
                      </a:schemeClr>
                    </a:gs>
                  </a:gsLst>
                  <a:lin ang="162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71" name="Oval 370"/>
                <p:cNvSpPr/>
                <p:nvPr/>
              </p:nvSpPr>
              <p:spPr bwMode="auto">
                <a:xfrm flipV="1">
                  <a:off x="2183302" y="1574638"/>
                  <a:ext cx="1196624" cy="314302"/>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72" name="Freeform 371"/>
                <p:cNvSpPr/>
                <p:nvPr/>
              </p:nvSpPr>
              <p:spPr bwMode="auto">
                <a:xfrm>
                  <a:off x="2490400" y="1671469"/>
                  <a:ext cx="582428" cy="15715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73" name="Freeform 372"/>
                <p:cNvSpPr/>
                <p:nvPr/>
              </p:nvSpPr>
              <p:spPr bwMode="auto">
                <a:xfrm>
                  <a:off x="2430393" y="1630197"/>
                  <a:ext cx="702443" cy="109529"/>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74" name="Freeform 373"/>
                <p:cNvSpPr/>
                <p:nvPr/>
              </p:nvSpPr>
              <p:spPr bwMode="auto">
                <a:xfrm>
                  <a:off x="2892805" y="1723852"/>
                  <a:ext cx="257680" cy="95243"/>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75" name="Freeform 374"/>
                <p:cNvSpPr/>
                <p:nvPr/>
              </p:nvSpPr>
              <p:spPr bwMode="auto">
                <a:xfrm>
                  <a:off x="2418037" y="1725440"/>
                  <a:ext cx="254150" cy="95243"/>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76" name="Straight Connector 375"/>
                <p:cNvCxnSpPr>
                  <a:endCxn id="371" idx="2"/>
                </p:cNvCxnSpPr>
                <p:nvPr/>
              </p:nvCxnSpPr>
              <p:spPr bwMode="auto">
                <a:xfrm flipH="1" flipV="1">
                  <a:off x="2183302" y="1731787"/>
                  <a:ext cx="3530" cy="122228"/>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77" name="Straight Connector 376"/>
                <p:cNvCxnSpPr/>
                <p:nvPr/>
              </p:nvCxnSpPr>
              <p:spPr bwMode="auto">
                <a:xfrm flipH="1" flipV="1">
                  <a:off x="3379926" y="1728615"/>
                  <a:ext cx="3530" cy="122228"/>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grpSp>
          <p:nvGrpSpPr>
            <p:cNvPr id="19" name="Group 18"/>
            <p:cNvGrpSpPr/>
            <p:nvPr/>
          </p:nvGrpSpPr>
          <p:grpSpPr>
            <a:xfrm>
              <a:off x="3500438" y="3174091"/>
              <a:ext cx="522287" cy="1831297"/>
              <a:chOff x="3500438" y="3174091"/>
              <a:chExt cx="522287" cy="1831297"/>
            </a:xfrm>
          </p:grpSpPr>
          <p:sp>
            <p:nvSpPr>
              <p:cNvPr id="171" name="Rectangle 170"/>
              <p:cNvSpPr/>
              <p:nvPr/>
            </p:nvSpPr>
            <p:spPr bwMode="auto">
              <a:xfrm rot="10800000">
                <a:off x="3507320" y="3287221"/>
                <a:ext cx="498349" cy="306623"/>
              </a:xfrm>
              <a:prstGeom prst="rect">
                <a:avLst/>
              </a:prstGeom>
              <a:gradFill>
                <a:gsLst>
                  <a:gs pos="100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90" name="Straight Connector 89"/>
              <p:cNvCxnSpPr/>
              <p:nvPr/>
            </p:nvCxnSpPr>
            <p:spPr bwMode="auto">
              <a:xfrm flipH="1">
                <a:off x="4019550" y="3321180"/>
                <a:ext cx="1059" cy="1536570"/>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pic>
            <p:nvPicPr>
              <p:cNvPr id="47247" name="Picture 86" descr="router_top.png"/>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3500438" y="3194292"/>
                <a:ext cx="522287" cy="2204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nvGrpSpPr>
              <p:cNvPr id="47249" name="Group 82"/>
              <p:cNvGrpSpPr>
                <a:grpSpLocks/>
              </p:cNvGrpSpPr>
              <p:nvPr/>
            </p:nvGrpSpPr>
            <p:grpSpPr bwMode="auto">
              <a:xfrm>
                <a:off x="3511442" y="4783543"/>
                <a:ext cx="507858" cy="221845"/>
                <a:chOff x="4128636" y="3606589"/>
                <a:chExt cx="568145" cy="338667"/>
              </a:xfrm>
            </p:grpSpPr>
            <p:sp>
              <p:nvSpPr>
                <p:cNvPr id="97" name="Oval 96"/>
                <p:cNvSpPr/>
                <p:nvPr/>
              </p:nvSpPr>
              <p:spPr>
                <a:xfrm>
                  <a:off x="4128757" y="3719873"/>
                  <a:ext cx="568304" cy="225383"/>
                </a:xfrm>
                <a:prstGeom prst="ellipse">
                  <a:avLst/>
                </a:prstGeom>
                <a:solidFill>
                  <a:schemeClr val="accent2">
                    <a:lumMod val="75000"/>
                  </a:schemeClr>
                </a:solid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98" name="Rectangle 97"/>
                <p:cNvSpPr/>
                <p:nvPr/>
              </p:nvSpPr>
              <p:spPr>
                <a:xfrm>
                  <a:off x="4128757" y="3719873"/>
                  <a:ext cx="568304" cy="111479"/>
                </a:xfrm>
                <a:prstGeom prst="rect">
                  <a:avLst/>
                </a:prstGeom>
                <a:solidFill>
                  <a:schemeClr val="accent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99" name="Oval 98"/>
                <p:cNvSpPr/>
                <p:nvPr/>
              </p:nvSpPr>
              <p:spPr>
                <a:xfrm>
                  <a:off x="4128757" y="3605971"/>
                  <a:ext cx="568304" cy="225382"/>
                </a:xfrm>
                <a:prstGeom prst="ellipse">
                  <a:avLst/>
                </a:prstGeom>
                <a:solidFill>
                  <a:schemeClr val="accent2">
                    <a:lumMod val="40000"/>
                    <a:lumOff val="60000"/>
                    <a:alpha val="5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00" name="Straight Connector 99"/>
                <p:cNvCxnSpPr/>
                <p:nvPr/>
              </p:nvCxnSpPr>
              <p:spPr>
                <a:xfrm>
                  <a:off x="4697061" y="3719873"/>
                  <a:ext cx="0" cy="111479"/>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01" name="Straight Connector 100"/>
                <p:cNvCxnSpPr/>
                <p:nvPr/>
              </p:nvCxnSpPr>
              <p:spPr>
                <a:xfrm>
                  <a:off x="4128757" y="3719873"/>
                  <a:ext cx="0" cy="111479"/>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sp>
            <p:nvSpPr>
              <p:cNvPr id="155" name="Rectangle 154"/>
              <p:cNvSpPr/>
              <p:nvPr/>
            </p:nvSpPr>
            <p:spPr bwMode="auto">
              <a:xfrm>
                <a:off x="3516313" y="3697288"/>
                <a:ext cx="498475" cy="1163637"/>
              </a:xfrm>
              <a:prstGeom prst="rect">
                <a:avLst/>
              </a:prstGeom>
              <a:gradFill>
                <a:gsLst>
                  <a:gs pos="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74" name="Straight Connector 173"/>
              <p:cNvCxnSpPr>
                <a:stCxn id="381" idx="2"/>
              </p:cNvCxnSpPr>
              <p:nvPr/>
            </p:nvCxnSpPr>
            <p:spPr bwMode="auto">
              <a:xfrm flipH="1">
                <a:off x="3506788" y="3262991"/>
                <a:ext cx="4762" cy="1688422"/>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7233" name="Group 377"/>
              <p:cNvGrpSpPr>
                <a:grpSpLocks/>
              </p:cNvGrpSpPr>
              <p:nvPr/>
            </p:nvGrpSpPr>
            <p:grpSpPr bwMode="auto">
              <a:xfrm>
                <a:off x="3511057" y="3174091"/>
                <a:ext cx="504096" cy="242719"/>
                <a:chOff x="2183302" y="1574638"/>
                <a:chExt cx="1200154" cy="430218"/>
              </a:xfrm>
            </p:grpSpPr>
            <p:sp>
              <p:nvSpPr>
                <p:cNvPr id="379" name="Oval 378"/>
                <p:cNvSpPr/>
                <p:nvPr/>
              </p:nvSpPr>
              <p:spPr bwMode="auto">
                <a:xfrm flipV="1">
                  <a:off x="2188256" y="1690004"/>
                  <a:ext cx="1194331" cy="315149"/>
                </a:xfrm>
                <a:prstGeom prst="ellipse">
                  <a:avLst/>
                </a:prstGeom>
                <a:gradFill flip="none" rotWithShape="1">
                  <a:gsLst>
                    <a:gs pos="0">
                      <a:schemeClr val="accent2">
                        <a:lumMod val="75000"/>
                      </a:schemeClr>
                    </a:gs>
                    <a:gs pos="31000">
                      <a:schemeClr val="accent2">
                        <a:lumMod val="60000"/>
                        <a:lumOff val="40000"/>
                      </a:schemeClr>
                    </a:gs>
                    <a:gs pos="100000">
                      <a:schemeClr val="bg1"/>
                    </a:gs>
                  </a:gsLst>
                  <a:lin ang="16200000" scaled="0"/>
                  <a:tileRect/>
                </a:gradFill>
                <a:ln w="6350" cmpd="sng">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80" name="Rectangle 379"/>
                <p:cNvSpPr/>
                <p:nvPr/>
              </p:nvSpPr>
              <p:spPr bwMode="auto">
                <a:xfrm>
                  <a:off x="2184476" y="1735026"/>
                  <a:ext cx="1198111" cy="112553"/>
                </a:xfrm>
                <a:prstGeom prst="rect">
                  <a:avLst/>
                </a:prstGeom>
                <a:gradFill>
                  <a:gsLst>
                    <a:gs pos="0">
                      <a:schemeClr val="accent2">
                        <a:lumMod val="40000"/>
                        <a:lumOff val="60000"/>
                      </a:schemeClr>
                    </a:gs>
                    <a:gs pos="54000">
                      <a:schemeClr val="accent2">
                        <a:lumMod val="60000"/>
                        <a:lumOff val="40000"/>
                      </a:schemeClr>
                    </a:gs>
                    <a:gs pos="100000">
                      <a:schemeClr val="accent2">
                        <a:lumMod val="75000"/>
                      </a:schemeClr>
                    </a:gs>
                  </a:gsLst>
                  <a:lin ang="162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81" name="Oval 380"/>
                <p:cNvSpPr/>
                <p:nvPr/>
              </p:nvSpPr>
              <p:spPr bwMode="auto">
                <a:xfrm flipV="1">
                  <a:off x="2184476" y="1574638"/>
                  <a:ext cx="1194331" cy="315149"/>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82" name="Freeform 381"/>
                <p:cNvSpPr/>
                <p:nvPr/>
              </p:nvSpPr>
              <p:spPr bwMode="auto">
                <a:xfrm>
                  <a:off x="2490619" y="1670308"/>
                  <a:ext cx="582047" cy="157575"/>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83" name="Freeform 382"/>
                <p:cNvSpPr/>
                <p:nvPr/>
              </p:nvSpPr>
              <p:spPr bwMode="auto">
                <a:xfrm>
                  <a:off x="2430146" y="1630915"/>
                  <a:ext cx="702992" cy="109739"/>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84" name="Freeform 383"/>
                <p:cNvSpPr/>
                <p:nvPr/>
              </p:nvSpPr>
              <p:spPr bwMode="auto">
                <a:xfrm>
                  <a:off x="2891248" y="1723770"/>
                  <a:ext cx="260786" cy="9567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85" name="Freeform 384"/>
                <p:cNvSpPr/>
                <p:nvPr/>
              </p:nvSpPr>
              <p:spPr bwMode="auto">
                <a:xfrm>
                  <a:off x="2418806" y="1726585"/>
                  <a:ext cx="253230" cy="92856"/>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86" name="Straight Connector 385"/>
                <p:cNvCxnSpPr>
                  <a:endCxn id="381" idx="2"/>
                </p:cNvCxnSpPr>
                <p:nvPr/>
              </p:nvCxnSpPr>
              <p:spPr bwMode="auto">
                <a:xfrm flipH="1" flipV="1">
                  <a:off x="2184476" y="1732213"/>
                  <a:ext cx="3781" cy="12099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87" name="Straight Connector 386"/>
                <p:cNvCxnSpPr/>
                <p:nvPr/>
              </p:nvCxnSpPr>
              <p:spPr bwMode="auto">
                <a:xfrm flipH="1" flipV="1">
                  <a:off x="3378806" y="1729398"/>
                  <a:ext cx="3781" cy="120996"/>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grpSp>
          <p:nvGrpSpPr>
            <p:cNvPr id="20" name="Group 19"/>
            <p:cNvGrpSpPr/>
            <p:nvPr/>
          </p:nvGrpSpPr>
          <p:grpSpPr>
            <a:xfrm>
              <a:off x="4299212" y="2486508"/>
              <a:ext cx="528376" cy="2517292"/>
              <a:chOff x="4299212" y="2486508"/>
              <a:chExt cx="528376" cy="2517292"/>
            </a:xfrm>
          </p:grpSpPr>
          <p:sp>
            <p:nvSpPr>
              <p:cNvPr id="439" name="Rectangle 438"/>
              <p:cNvSpPr/>
              <p:nvPr/>
            </p:nvSpPr>
            <p:spPr bwMode="auto">
              <a:xfrm rot="10800000">
                <a:off x="4315358" y="2675960"/>
                <a:ext cx="498350" cy="916575"/>
              </a:xfrm>
              <a:prstGeom prst="rect">
                <a:avLst/>
              </a:prstGeom>
              <a:gradFill>
                <a:gsLst>
                  <a:gs pos="100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40" name="Straight Connector 439"/>
              <p:cNvCxnSpPr/>
              <p:nvPr/>
            </p:nvCxnSpPr>
            <p:spPr bwMode="auto">
              <a:xfrm>
                <a:off x="4822015" y="2642002"/>
                <a:ext cx="5573" cy="2214161"/>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7218" name="Group 442"/>
              <p:cNvGrpSpPr>
                <a:grpSpLocks/>
              </p:cNvGrpSpPr>
              <p:nvPr/>
            </p:nvGrpSpPr>
            <p:grpSpPr bwMode="auto">
              <a:xfrm>
                <a:off x="4319479" y="4781999"/>
                <a:ext cx="507859" cy="221801"/>
                <a:chOff x="4128636" y="3606589"/>
                <a:chExt cx="568145" cy="338667"/>
              </a:xfrm>
            </p:grpSpPr>
            <p:sp>
              <p:nvSpPr>
                <p:cNvPr id="452" name="Oval 451"/>
                <p:cNvSpPr/>
                <p:nvPr/>
              </p:nvSpPr>
              <p:spPr>
                <a:xfrm>
                  <a:off x="4128758" y="3719830"/>
                  <a:ext cx="568303" cy="225426"/>
                </a:xfrm>
                <a:prstGeom prst="ellipse">
                  <a:avLst/>
                </a:prstGeom>
                <a:solidFill>
                  <a:schemeClr val="accent2">
                    <a:lumMod val="75000"/>
                  </a:schemeClr>
                </a:solid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53" name="Rectangle 452"/>
                <p:cNvSpPr/>
                <p:nvPr/>
              </p:nvSpPr>
              <p:spPr>
                <a:xfrm>
                  <a:off x="4128758" y="3719830"/>
                  <a:ext cx="568303" cy="111502"/>
                </a:xfrm>
                <a:prstGeom prst="rect">
                  <a:avLst/>
                </a:prstGeom>
                <a:solidFill>
                  <a:schemeClr val="accent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54" name="Oval 453"/>
                <p:cNvSpPr/>
                <p:nvPr/>
              </p:nvSpPr>
              <p:spPr>
                <a:xfrm>
                  <a:off x="4128758" y="3605903"/>
                  <a:ext cx="568303" cy="225428"/>
                </a:xfrm>
                <a:prstGeom prst="ellipse">
                  <a:avLst/>
                </a:prstGeom>
                <a:solidFill>
                  <a:schemeClr val="accent2">
                    <a:lumMod val="40000"/>
                    <a:lumOff val="60000"/>
                    <a:alpha val="5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55" name="Straight Connector 454"/>
                <p:cNvCxnSpPr/>
                <p:nvPr/>
              </p:nvCxnSpPr>
              <p:spPr>
                <a:xfrm>
                  <a:off x="4697061" y="3719830"/>
                  <a:ext cx="0" cy="11150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56" name="Straight Connector 455"/>
                <p:cNvCxnSpPr/>
                <p:nvPr/>
              </p:nvCxnSpPr>
              <p:spPr>
                <a:xfrm>
                  <a:off x="4128758" y="3719830"/>
                  <a:ext cx="0" cy="11150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sp>
            <p:nvSpPr>
              <p:cNvPr id="444" name="Rectangle 443"/>
              <p:cNvSpPr/>
              <p:nvPr/>
            </p:nvSpPr>
            <p:spPr bwMode="auto">
              <a:xfrm>
                <a:off x="4324350" y="3695700"/>
                <a:ext cx="498475" cy="1163638"/>
              </a:xfrm>
              <a:prstGeom prst="rect">
                <a:avLst/>
              </a:prstGeom>
              <a:gradFill>
                <a:gsLst>
                  <a:gs pos="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47" name="Straight Connector 446"/>
              <p:cNvCxnSpPr>
                <a:stCxn id="458" idx="2"/>
              </p:cNvCxnSpPr>
              <p:nvPr/>
            </p:nvCxnSpPr>
            <p:spPr bwMode="auto">
              <a:xfrm>
                <a:off x="4300799" y="2640496"/>
                <a:ext cx="14026" cy="2309329"/>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7137" name="Group 456"/>
              <p:cNvGrpSpPr>
                <a:grpSpLocks/>
              </p:cNvGrpSpPr>
              <p:nvPr/>
            </p:nvGrpSpPr>
            <p:grpSpPr bwMode="auto">
              <a:xfrm>
                <a:off x="4299212" y="2486508"/>
                <a:ext cx="504825" cy="242888"/>
                <a:chOff x="2183302" y="1574638"/>
                <a:chExt cx="1200154" cy="430218"/>
              </a:xfrm>
            </p:grpSpPr>
            <p:sp>
              <p:nvSpPr>
                <p:cNvPr id="458" name="Oval 457"/>
                <p:cNvSpPr/>
                <p:nvPr/>
              </p:nvSpPr>
              <p:spPr bwMode="auto">
                <a:xfrm flipV="1">
                  <a:off x="2187075" y="1689926"/>
                  <a:ext cx="1196381" cy="314930"/>
                </a:xfrm>
                <a:prstGeom prst="ellipse">
                  <a:avLst/>
                </a:prstGeom>
                <a:gradFill flip="none" rotWithShape="1">
                  <a:gsLst>
                    <a:gs pos="0">
                      <a:schemeClr val="accent2">
                        <a:lumMod val="75000"/>
                      </a:schemeClr>
                    </a:gs>
                    <a:gs pos="31000">
                      <a:schemeClr val="accent2">
                        <a:lumMod val="60000"/>
                        <a:lumOff val="40000"/>
                      </a:schemeClr>
                    </a:gs>
                    <a:gs pos="100000">
                      <a:schemeClr val="bg1"/>
                    </a:gs>
                  </a:gsLst>
                  <a:lin ang="16200000" scaled="0"/>
                  <a:tileRect/>
                </a:gradFill>
                <a:ln w="6350" cmpd="sng">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459" name="Rectangle 458"/>
                <p:cNvSpPr/>
                <p:nvPr/>
              </p:nvSpPr>
              <p:spPr bwMode="auto">
                <a:xfrm>
                  <a:off x="2183302" y="1734916"/>
                  <a:ext cx="1200154" cy="112475"/>
                </a:xfrm>
                <a:prstGeom prst="rect">
                  <a:avLst/>
                </a:prstGeom>
                <a:gradFill>
                  <a:gsLst>
                    <a:gs pos="0">
                      <a:schemeClr val="accent2">
                        <a:lumMod val="40000"/>
                        <a:lumOff val="60000"/>
                      </a:schemeClr>
                    </a:gs>
                    <a:gs pos="54000">
                      <a:schemeClr val="accent2">
                        <a:lumMod val="60000"/>
                        <a:lumOff val="40000"/>
                      </a:schemeClr>
                    </a:gs>
                    <a:gs pos="100000">
                      <a:schemeClr val="accent2">
                        <a:lumMod val="75000"/>
                      </a:schemeClr>
                    </a:gs>
                  </a:gsLst>
                  <a:lin ang="162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60" name="Oval 459"/>
                <p:cNvSpPr/>
                <p:nvPr/>
              </p:nvSpPr>
              <p:spPr bwMode="auto">
                <a:xfrm flipV="1">
                  <a:off x="2183302" y="1574638"/>
                  <a:ext cx="1196379" cy="31493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461" name="Freeform 460"/>
                <p:cNvSpPr/>
                <p:nvPr/>
              </p:nvSpPr>
              <p:spPr bwMode="auto">
                <a:xfrm>
                  <a:off x="2489000" y="1670242"/>
                  <a:ext cx="584982" cy="157465"/>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62" name="Freeform 461"/>
                <p:cNvSpPr/>
                <p:nvPr/>
              </p:nvSpPr>
              <p:spPr bwMode="auto">
                <a:xfrm>
                  <a:off x="2428615" y="1630876"/>
                  <a:ext cx="705752" cy="109664"/>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63" name="Freeform 462"/>
                <p:cNvSpPr/>
                <p:nvPr/>
              </p:nvSpPr>
              <p:spPr bwMode="auto">
                <a:xfrm>
                  <a:off x="2892827" y="1723668"/>
                  <a:ext cx="256637" cy="95604"/>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64" name="Freeform 463"/>
                <p:cNvSpPr/>
                <p:nvPr/>
              </p:nvSpPr>
              <p:spPr bwMode="auto">
                <a:xfrm>
                  <a:off x="2417294" y="1726479"/>
                  <a:ext cx="252861" cy="92793"/>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65" name="Straight Connector 464"/>
                <p:cNvCxnSpPr>
                  <a:endCxn id="460" idx="2"/>
                </p:cNvCxnSpPr>
                <p:nvPr/>
              </p:nvCxnSpPr>
              <p:spPr bwMode="auto">
                <a:xfrm flipH="1" flipV="1">
                  <a:off x="2183302" y="1732103"/>
                  <a:ext cx="3773" cy="120912"/>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466" name="Straight Connector 465"/>
                <p:cNvCxnSpPr/>
                <p:nvPr/>
              </p:nvCxnSpPr>
              <p:spPr bwMode="auto">
                <a:xfrm flipH="1" flipV="1">
                  <a:off x="3379681" y="1729292"/>
                  <a:ext cx="3775" cy="120910"/>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grpSp>
          <p:nvGrpSpPr>
            <p:cNvPr id="21" name="Group 20"/>
            <p:cNvGrpSpPr/>
            <p:nvPr/>
          </p:nvGrpSpPr>
          <p:grpSpPr>
            <a:xfrm>
              <a:off x="5491163" y="3179295"/>
              <a:ext cx="522287" cy="1824505"/>
              <a:chOff x="5491163" y="3179295"/>
              <a:chExt cx="522287" cy="1824505"/>
            </a:xfrm>
          </p:grpSpPr>
          <p:sp>
            <p:nvSpPr>
              <p:cNvPr id="468" name="Rectangle 467"/>
              <p:cNvSpPr/>
              <p:nvPr/>
            </p:nvSpPr>
            <p:spPr bwMode="auto">
              <a:xfrm rot="10800000">
                <a:off x="5498044" y="3266845"/>
                <a:ext cx="498349" cy="325689"/>
              </a:xfrm>
              <a:prstGeom prst="rect">
                <a:avLst/>
              </a:prstGeom>
              <a:gradFill>
                <a:gsLst>
                  <a:gs pos="100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69" name="Straight Connector 468"/>
              <p:cNvCxnSpPr>
                <a:stCxn id="489" idx="6"/>
              </p:cNvCxnSpPr>
              <p:nvPr/>
            </p:nvCxnSpPr>
            <p:spPr bwMode="auto">
              <a:xfrm>
                <a:off x="6003925" y="3268195"/>
                <a:ext cx="6350" cy="1581176"/>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pic>
            <p:nvPicPr>
              <p:cNvPr id="47187" name="Picture 469" descr="router_top.png"/>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5491163" y="3206725"/>
                <a:ext cx="522287" cy="2204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nvGrpSpPr>
              <p:cNvPr id="47189" name="Group 471"/>
              <p:cNvGrpSpPr>
                <a:grpSpLocks/>
              </p:cNvGrpSpPr>
              <p:nvPr/>
            </p:nvGrpSpPr>
            <p:grpSpPr bwMode="auto">
              <a:xfrm>
                <a:off x="5502167" y="4781999"/>
                <a:ext cx="507858" cy="221801"/>
                <a:chOff x="4128636" y="3606589"/>
                <a:chExt cx="568145" cy="338667"/>
              </a:xfrm>
            </p:grpSpPr>
            <p:sp>
              <p:nvSpPr>
                <p:cNvPr id="481" name="Oval 480"/>
                <p:cNvSpPr/>
                <p:nvPr/>
              </p:nvSpPr>
              <p:spPr>
                <a:xfrm>
                  <a:off x="4128757" y="3719830"/>
                  <a:ext cx="568304" cy="225426"/>
                </a:xfrm>
                <a:prstGeom prst="ellipse">
                  <a:avLst/>
                </a:prstGeom>
                <a:solidFill>
                  <a:schemeClr val="accent2">
                    <a:lumMod val="75000"/>
                  </a:schemeClr>
                </a:solid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82" name="Rectangle 481"/>
                <p:cNvSpPr/>
                <p:nvPr/>
              </p:nvSpPr>
              <p:spPr>
                <a:xfrm>
                  <a:off x="4128757" y="3719830"/>
                  <a:ext cx="568304" cy="111502"/>
                </a:xfrm>
                <a:prstGeom prst="rect">
                  <a:avLst/>
                </a:prstGeom>
                <a:solidFill>
                  <a:schemeClr val="accent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83" name="Oval 482"/>
                <p:cNvSpPr/>
                <p:nvPr/>
              </p:nvSpPr>
              <p:spPr>
                <a:xfrm>
                  <a:off x="4128757" y="3605903"/>
                  <a:ext cx="568304" cy="225428"/>
                </a:xfrm>
                <a:prstGeom prst="ellipse">
                  <a:avLst/>
                </a:prstGeom>
                <a:solidFill>
                  <a:schemeClr val="accent2">
                    <a:lumMod val="40000"/>
                    <a:lumOff val="60000"/>
                    <a:alpha val="5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84" name="Straight Connector 483"/>
                <p:cNvCxnSpPr/>
                <p:nvPr/>
              </p:nvCxnSpPr>
              <p:spPr>
                <a:xfrm>
                  <a:off x="4697061" y="3719830"/>
                  <a:ext cx="0" cy="11150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85" name="Straight Connector 484"/>
                <p:cNvCxnSpPr/>
                <p:nvPr/>
              </p:nvCxnSpPr>
              <p:spPr>
                <a:xfrm>
                  <a:off x="4128757" y="3719830"/>
                  <a:ext cx="0" cy="11150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sp>
            <p:nvSpPr>
              <p:cNvPr id="473" name="Rectangle 472"/>
              <p:cNvSpPr/>
              <p:nvPr/>
            </p:nvSpPr>
            <p:spPr bwMode="auto">
              <a:xfrm>
                <a:off x="5507038" y="3695700"/>
                <a:ext cx="498475" cy="1163638"/>
              </a:xfrm>
              <a:prstGeom prst="rect">
                <a:avLst/>
              </a:prstGeom>
              <a:gradFill>
                <a:gsLst>
                  <a:gs pos="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76" name="Straight Connector 475"/>
              <p:cNvCxnSpPr>
                <a:stCxn id="47187" idx="1"/>
              </p:cNvCxnSpPr>
              <p:nvPr/>
            </p:nvCxnSpPr>
            <p:spPr bwMode="auto">
              <a:xfrm>
                <a:off x="5491163" y="3316941"/>
                <a:ext cx="6350" cy="1632884"/>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7139" name="Group 485"/>
              <p:cNvGrpSpPr>
                <a:grpSpLocks/>
              </p:cNvGrpSpPr>
              <p:nvPr/>
            </p:nvGrpSpPr>
            <p:grpSpPr bwMode="auto">
              <a:xfrm>
                <a:off x="5500688" y="3179295"/>
                <a:ext cx="504825" cy="242888"/>
                <a:chOff x="2183302" y="1574638"/>
                <a:chExt cx="1200154" cy="430218"/>
              </a:xfrm>
            </p:grpSpPr>
            <p:sp>
              <p:nvSpPr>
                <p:cNvPr id="487" name="Oval 486"/>
                <p:cNvSpPr/>
                <p:nvPr/>
              </p:nvSpPr>
              <p:spPr bwMode="auto">
                <a:xfrm flipV="1">
                  <a:off x="2187075" y="1689926"/>
                  <a:ext cx="1196381" cy="314930"/>
                </a:xfrm>
                <a:prstGeom prst="ellipse">
                  <a:avLst/>
                </a:prstGeom>
                <a:gradFill flip="none" rotWithShape="1">
                  <a:gsLst>
                    <a:gs pos="0">
                      <a:schemeClr val="accent2">
                        <a:lumMod val="75000"/>
                      </a:schemeClr>
                    </a:gs>
                    <a:gs pos="31000">
                      <a:schemeClr val="accent2">
                        <a:lumMod val="60000"/>
                        <a:lumOff val="40000"/>
                      </a:schemeClr>
                    </a:gs>
                    <a:gs pos="100000">
                      <a:schemeClr val="bg1"/>
                    </a:gs>
                  </a:gsLst>
                  <a:lin ang="16200000" scaled="0"/>
                  <a:tileRect/>
                </a:gradFill>
                <a:ln w="6350" cmpd="sng">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488" name="Rectangle 487"/>
                <p:cNvSpPr/>
                <p:nvPr/>
              </p:nvSpPr>
              <p:spPr bwMode="auto">
                <a:xfrm>
                  <a:off x="2183302" y="1734916"/>
                  <a:ext cx="1200154" cy="112475"/>
                </a:xfrm>
                <a:prstGeom prst="rect">
                  <a:avLst/>
                </a:prstGeom>
                <a:gradFill>
                  <a:gsLst>
                    <a:gs pos="0">
                      <a:schemeClr val="accent2">
                        <a:lumMod val="40000"/>
                        <a:lumOff val="60000"/>
                      </a:schemeClr>
                    </a:gs>
                    <a:gs pos="54000">
                      <a:schemeClr val="accent2">
                        <a:lumMod val="60000"/>
                        <a:lumOff val="40000"/>
                      </a:schemeClr>
                    </a:gs>
                    <a:gs pos="100000">
                      <a:schemeClr val="accent2">
                        <a:lumMod val="75000"/>
                      </a:schemeClr>
                    </a:gs>
                  </a:gsLst>
                  <a:lin ang="162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89" name="Oval 488"/>
                <p:cNvSpPr/>
                <p:nvPr/>
              </p:nvSpPr>
              <p:spPr bwMode="auto">
                <a:xfrm flipV="1">
                  <a:off x="2183302" y="1574638"/>
                  <a:ext cx="1196379" cy="31493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490" name="Freeform 489"/>
                <p:cNvSpPr/>
                <p:nvPr/>
              </p:nvSpPr>
              <p:spPr bwMode="auto">
                <a:xfrm>
                  <a:off x="2489000" y="1670242"/>
                  <a:ext cx="584982" cy="157465"/>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91" name="Freeform 490"/>
                <p:cNvSpPr/>
                <p:nvPr/>
              </p:nvSpPr>
              <p:spPr bwMode="auto">
                <a:xfrm>
                  <a:off x="2428615" y="1630876"/>
                  <a:ext cx="705752" cy="109664"/>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92" name="Freeform 491"/>
                <p:cNvSpPr/>
                <p:nvPr/>
              </p:nvSpPr>
              <p:spPr bwMode="auto">
                <a:xfrm>
                  <a:off x="2892827" y="1723668"/>
                  <a:ext cx="256637" cy="95604"/>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93" name="Freeform 492"/>
                <p:cNvSpPr/>
                <p:nvPr/>
              </p:nvSpPr>
              <p:spPr bwMode="auto">
                <a:xfrm>
                  <a:off x="2417294" y="1726479"/>
                  <a:ext cx="252861" cy="92793"/>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94" name="Straight Connector 493"/>
                <p:cNvCxnSpPr>
                  <a:endCxn id="489" idx="2"/>
                </p:cNvCxnSpPr>
                <p:nvPr/>
              </p:nvCxnSpPr>
              <p:spPr bwMode="auto">
                <a:xfrm flipH="1" flipV="1">
                  <a:off x="2183302" y="1732103"/>
                  <a:ext cx="3773" cy="120912"/>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495" name="Straight Connector 494"/>
                <p:cNvCxnSpPr/>
                <p:nvPr/>
              </p:nvCxnSpPr>
              <p:spPr bwMode="auto">
                <a:xfrm flipH="1" flipV="1">
                  <a:off x="3379681" y="1729292"/>
                  <a:ext cx="3775" cy="120910"/>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grpSp>
          <p:nvGrpSpPr>
            <p:cNvPr id="22" name="Group 21"/>
            <p:cNvGrpSpPr/>
            <p:nvPr/>
          </p:nvGrpSpPr>
          <p:grpSpPr>
            <a:xfrm>
              <a:off x="6472366" y="2647932"/>
              <a:ext cx="522159" cy="2354282"/>
              <a:chOff x="6472366" y="2647932"/>
              <a:chExt cx="522159" cy="2354282"/>
            </a:xfrm>
          </p:grpSpPr>
          <p:sp>
            <p:nvSpPr>
              <p:cNvPr id="497" name="Rectangle 496"/>
              <p:cNvSpPr/>
              <p:nvPr/>
            </p:nvSpPr>
            <p:spPr bwMode="auto">
              <a:xfrm rot="10800000">
                <a:off x="6482296" y="2777838"/>
                <a:ext cx="498349" cy="722037"/>
              </a:xfrm>
              <a:prstGeom prst="rect">
                <a:avLst/>
              </a:prstGeom>
              <a:gradFill>
                <a:gsLst>
                  <a:gs pos="100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98" name="Straight Connector 497"/>
              <p:cNvCxnSpPr/>
              <p:nvPr/>
            </p:nvCxnSpPr>
            <p:spPr bwMode="auto">
              <a:xfrm>
                <a:off x="6994525" y="2845840"/>
                <a:ext cx="0" cy="1999208"/>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7160" name="Group 500"/>
              <p:cNvGrpSpPr>
                <a:grpSpLocks/>
              </p:cNvGrpSpPr>
              <p:nvPr/>
            </p:nvGrpSpPr>
            <p:grpSpPr bwMode="auto">
              <a:xfrm>
                <a:off x="6486417" y="4766099"/>
                <a:ext cx="507858" cy="236115"/>
                <a:chOff x="4128636" y="3606589"/>
                <a:chExt cx="568145" cy="338667"/>
              </a:xfrm>
            </p:grpSpPr>
            <p:sp>
              <p:nvSpPr>
                <p:cNvPr id="510" name="Oval 509"/>
                <p:cNvSpPr/>
                <p:nvPr/>
              </p:nvSpPr>
              <p:spPr>
                <a:xfrm>
                  <a:off x="4128757" y="3719828"/>
                  <a:ext cx="568304" cy="225428"/>
                </a:xfrm>
                <a:prstGeom prst="ellipse">
                  <a:avLst/>
                </a:prstGeom>
                <a:solidFill>
                  <a:schemeClr val="accent2">
                    <a:lumMod val="75000"/>
                  </a:schemeClr>
                </a:solid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11" name="Rectangle 510"/>
                <p:cNvSpPr/>
                <p:nvPr/>
              </p:nvSpPr>
              <p:spPr>
                <a:xfrm>
                  <a:off x="4128757" y="3719828"/>
                  <a:ext cx="568304" cy="111502"/>
                </a:xfrm>
                <a:prstGeom prst="rect">
                  <a:avLst/>
                </a:prstGeom>
                <a:solidFill>
                  <a:schemeClr val="accent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12" name="Oval 511"/>
                <p:cNvSpPr/>
                <p:nvPr/>
              </p:nvSpPr>
              <p:spPr>
                <a:xfrm>
                  <a:off x="4128757" y="3605903"/>
                  <a:ext cx="568304" cy="225426"/>
                </a:xfrm>
                <a:prstGeom prst="ellipse">
                  <a:avLst/>
                </a:prstGeom>
                <a:solidFill>
                  <a:schemeClr val="accent2">
                    <a:lumMod val="40000"/>
                    <a:lumOff val="60000"/>
                    <a:alpha val="5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13" name="Straight Connector 512"/>
                <p:cNvCxnSpPr/>
                <p:nvPr/>
              </p:nvCxnSpPr>
              <p:spPr>
                <a:xfrm>
                  <a:off x="4697061" y="3719828"/>
                  <a:ext cx="0" cy="11150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14" name="Straight Connector 513"/>
                <p:cNvCxnSpPr/>
                <p:nvPr/>
              </p:nvCxnSpPr>
              <p:spPr>
                <a:xfrm>
                  <a:off x="4128757" y="3719828"/>
                  <a:ext cx="0" cy="11150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sp>
            <p:nvSpPr>
              <p:cNvPr id="502" name="Rectangle 501"/>
              <p:cNvSpPr/>
              <p:nvPr/>
            </p:nvSpPr>
            <p:spPr bwMode="auto">
              <a:xfrm>
                <a:off x="6491288" y="3609696"/>
                <a:ext cx="498475" cy="1238732"/>
              </a:xfrm>
              <a:prstGeom prst="rect">
                <a:avLst/>
              </a:prstGeom>
              <a:gradFill>
                <a:gsLst>
                  <a:gs pos="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05" name="Straight Connector 504"/>
              <p:cNvCxnSpPr/>
              <p:nvPr/>
            </p:nvCxnSpPr>
            <p:spPr bwMode="auto">
              <a:xfrm>
                <a:off x="6472366" y="2818589"/>
                <a:ext cx="9397" cy="2126166"/>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7141" name="Group 514"/>
              <p:cNvGrpSpPr>
                <a:grpSpLocks/>
              </p:cNvGrpSpPr>
              <p:nvPr/>
            </p:nvGrpSpPr>
            <p:grpSpPr bwMode="auto">
              <a:xfrm>
                <a:off x="6478146" y="2647932"/>
                <a:ext cx="504825" cy="242887"/>
                <a:chOff x="2183302" y="1574638"/>
                <a:chExt cx="1200154" cy="430218"/>
              </a:xfrm>
            </p:grpSpPr>
            <p:sp>
              <p:nvSpPr>
                <p:cNvPr id="516" name="Oval 515"/>
                <p:cNvSpPr/>
                <p:nvPr/>
              </p:nvSpPr>
              <p:spPr bwMode="auto">
                <a:xfrm flipV="1">
                  <a:off x="2187075" y="1689925"/>
                  <a:ext cx="1196381" cy="314931"/>
                </a:xfrm>
                <a:prstGeom prst="ellipse">
                  <a:avLst/>
                </a:prstGeom>
                <a:gradFill flip="none" rotWithShape="1">
                  <a:gsLst>
                    <a:gs pos="0">
                      <a:schemeClr val="accent2">
                        <a:lumMod val="75000"/>
                      </a:schemeClr>
                    </a:gs>
                    <a:gs pos="31000">
                      <a:schemeClr val="accent2">
                        <a:lumMod val="60000"/>
                        <a:lumOff val="40000"/>
                      </a:schemeClr>
                    </a:gs>
                    <a:gs pos="100000">
                      <a:schemeClr val="bg1"/>
                    </a:gs>
                  </a:gsLst>
                  <a:lin ang="16200000" scaled="0"/>
                  <a:tileRect/>
                </a:gradFill>
                <a:ln w="6350" cmpd="sng">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517" name="Rectangle 516"/>
                <p:cNvSpPr/>
                <p:nvPr/>
              </p:nvSpPr>
              <p:spPr bwMode="auto">
                <a:xfrm>
                  <a:off x="2183302" y="1734915"/>
                  <a:ext cx="1200154" cy="112476"/>
                </a:xfrm>
                <a:prstGeom prst="rect">
                  <a:avLst/>
                </a:prstGeom>
                <a:gradFill>
                  <a:gsLst>
                    <a:gs pos="0">
                      <a:schemeClr val="accent2">
                        <a:lumMod val="40000"/>
                        <a:lumOff val="60000"/>
                      </a:schemeClr>
                    </a:gs>
                    <a:gs pos="54000">
                      <a:schemeClr val="accent2">
                        <a:lumMod val="60000"/>
                        <a:lumOff val="40000"/>
                      </a:schemeClr>
                    </a:gs>
                    <a:gs pos="100000">
                      <a:schemeClr val="accent2">
                        <a:lumMod val="75000"/>
                      </a:schemeClr>
                    </a:gs>
                  </a:gsLst>
                  <a:lin ang="162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18" name="Oval 517"/>
                <p:cNvSpPr/>
                <p:nvPr/>
              </p:nvSpPr>
              <p:spPr bwMode="auto">
                <a:xfrm flipV="1">
                  <a:off x="2183302" y="1574638"/>
                  <a:ext cx="1196379" cy="314931"/>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519" name="Freeform 518"/>
                <p:cNvSpPr/>
                <p:nvPr/>
              </p:nvSpPr>
              <p:spPr bwMode="auto">
                <a:xfrm>
                  <a:off x="2489000" y="1670242"/>
                  <a:ext cx="584982" cy="157466"/>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20" name="Freeform 519"/>
                <p:cNvSpPr/>
                <p:nvPr/>
              </p:nvSpPr>
              <p:spPr bwMode="auto">
                <a:xfrm>
                  <a:off x="2428615" y="1630876"/>
                  <a:ext cx="705752" cy="109663"/>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21" name="Freeform 520"/>
                <p:cNvSpPr/>
                <p:nvPr/>
              </p:nvSpPr>
              <p:spPr bwMode="auto">
                <a:xfrm>
                  <a:off x="2892827" y="1723667"/>
                  <a:ext cx="256637" cy="95604"/>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22" name="Freeform 521"/>
                <p:cNvSpPr/>
                <p:nvPr/>
              </p:nvSpPr>
              <p:spPr bwMode="auto">
                <a:xfrm>
                  <a:off x="2417294" y="1726480"/>
                  <a:ext cx="252861" cy="92791"/>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23" name="Straight Connector 522"/>
                <p:cNvCxnSpPr>
                  <a:endCxn id="518" idx="2"/>
                </p:cNvCxnSpPr>
                <p:nvPr/>
              </p:nvCxnSpPr>
              <p:spPr bwMode="auto">
                <a:xfrm flipH="1" flipV="1">
                  <a:off x="2183302" y="1732104"/>
                  <a:ext cx="3773" cy="120910"/>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524" name="Straight Connector 523"/>
                <p:cNvCxnSpPr/>
                <p:nvPr/>
              </p:nvCxnSpPr>
              <p:spPr bwMode="auto">
                <a:xfrm flipH="1" flipV="1">
                  <a:off x="3379681" y="1729291"/>
                  <a:ext cx="3775" cy="120912"/>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grpSp>
      <p:sp>
        <p:nvSpPr>
          <p:cNvPr id="47142" name="Text Box 167"/>
          <p:cNvSpPr txBox="1">
            <a:spLocks noChangeArrowheads="1"/>
          </p:cNvSpPr>
          <p:nvPr/>
        </p:nvSpPr>
        <p:spPr bwMode="auto">
          <a:xfrm>
            <a:off x="563563" y="277813"/>
            <a:ext cx="4745635" cy="6463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3600" dirty="0">
                <a:solidFill>
                  <a:srgbClr val="000099"/>
                </a:solidFill>
                <a:latin typeface="Gill Sans MT" charset="0"/>
              </a:rPr>
              <a:t>Per-router control plane</a:t>
            </a:r>
          </a:p>
        </p:txBody>
      </p:sp>
      <p:grpSp>
        <p:nvGrpSpPr>
          <p:cNvPr id="229" name="Group 228"/>
          <p:cNvGrpSpPr/>
          <p:nvPr/>
        </p:nvGrpSpPr>
        <p:grpSpPr>
          <a:xfrm>
            <a:off x="1828233" y="3016011"/>
            <a:ext cx="5112820" cy="879389"/>
            <a:chOff x="1866825" y="707349"/>
            <a:chExt cx="5112820" cy="879389"/>
          </a:xfrm>
        </p:grpSpPr>
        <p:sp>
          <p:nvSpPr>
            <p:cNvPr id="233" name="Oval 232"/>
            <p:cNvSpPr/>
            <p:nvPr/>
          </p:nvSpPr>
          <p:spPr>
            <a:xfrm>
              <a:off x="1866825" y="785347"/>
              <a:ext cx="954705" cy="491476"/>
            </a:xfrm>
            <a:prstGeom prst="ellipse">
              <a:avLst/>
            </a:prstGeom>
            <a:solidFill>
              <a:srgbClr val="CC0000">
                <a:alpha val="28000"/>
              </a:srgbClr>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34" name="TextBox 233"/>
            <p:cNvSpPr txBox="1"/>
            <p:nvPr/>
          </p:nvSpPr>
          <p:spPr>
            <a:xfrm>
              <a:off x="1891781" y="783191"/>
              <a:ext cx="910613" cy="476199"/>
            </a:xfrm>
            <a:prstGeom prst="rect">
              <a:avLst/>
            </a:prstGeom>
            <a:noFill/>
          </p:spPr>
          <p:txBody>
            <a:bodyPr wrap="none" rtlCol="0">
              <a:spAutoFit/>
            </a:bodyPr>
            <a:lstStyle/>
            <a:p>
              <a:pPr algn="ctr">
                <a:lnSpc>
                  <a:spcPts val="1480"/>
                </a:lnSpc>
              </a:pPr>
              <a:r>
                <a:rPr lang="en-US" sz="1400" dirty="0"/>
                <a:t>Routing</a:t>
              </a:r>
            </a:p>
            <a:p>
              <a:pPr algn="ctr">
                <a:lnSpc>
                  <a:spcPts val="1480"/>
                </a:lnSpc>
              </a:pPr>
              <a:r>
                <a:rPr lang="en-US" sz="1400" dirty="0"/>
                <a:t>Algorithm</a:t>
              </a:r>
            </a:p>
          </p:txBody>
        </p:sp>
        <p:cxnSp>
          <p:nvCxnSpPr>
            <p:cNvPr id="235" name="Straight Arrow Connector 234"/>
            <p:cNvCxnSpPr/>
            <p:nvPr/>
          </p:nvCxnSpPr>
          <p:spPr>
            <a:xfrm flipV="1">
              <a:off x="2833714" y="807908"/>
              <a:ext cx="1517851" cy="213379"/>
            </a:xfrm>
            <a:prstGeom prst="straightConnector1">
              <a:avLst/>
            </a:prstGeom>
            <a:ln w="25400">
              <a:solidFill>
                <a:srgbClr val="CC0000"/>
              </a:solidFill>
              <a:headEnd type="triangle"/>
              <a:tailEnd type="triangle"/>
            </a:ln>
            <a:effectLst/>
          </p:spPr>
          <p:style>
            <a:lnRef idx="2">
              <a:schemeClr val="accent1"/>
            </a:lnRef>
            <a:fillRef idx="0">
              <a:schemeClr val="accent1"/>
            </a:fillRef>
            <a:effectRef idx="1">
              <a:schemeClr val="accent1"/>
            </a:effectRef>
            <a:fontRef idx="minor">
              <a:schemeClr val="tx1"/>
            </a:fontRef>
          </p:style>
        </p:cxnSp>
        <p:cxnSp>
          <p:nvCxnSpPr>
            <p:cNvPr id="236" name="Straight Arrow Connector 235"/>
            <p:cNvCxnSpPr/>
            <p:nvPr/>
          </p:nvCxnSpPr>
          <p:spPr>
            <a:xfrm>
              <a:off x="2750618" y="1201670"/>
              <a:ext cx="797027" cy="279264"/>
            </a:xfrm>
            <a:prstGeom prst="straightConnector1">
              <a:avLst/>
            </a:prstGeom>
            <a:ln w="25400">
              <a:solidFill>
                <a:srgbClr val="CC0000"/>
              </a:solidFill>
              <a:headEnd type="triangle"/>
              <a:tailEnd type="triangle"/>
            </a:ln>
            <a:effectLst/>
          </p:spPr>
          <p:style>
            <a:lnRef idx="2">
              <a:schemeClr val="accent1"/>
            </a:lnRef>
            <a:fillRef idx="0">
              <a:schemeClr val="accent1"/>
            </a:fillRef>
            <a:effectRef idx="1">
              <a:schemeClr val="accent1"/>
            </a:effectRef>
            <a:fontRef idx="minor">
              <a:schemeClr val="tx1"/>
            </a:fontRef>
          </p:style>
        </p:cxnSp>
        <p:cxnSp>
          <p:nvCxnSpPr>
            <p:cNvPr id="237" name="Straight Arrow Connector 236"/>
            <p:cNvCxnSpPr/>
            <p:nvPr/>
          </p:nvCxnSpPr>
          <p:spPr>
            <a:xfrm>
              <a:off x="4684666" y="894080"/>
              <a:ext cx="893541" cy="510629"/>
            </a:xfrm>
            <a:prstGeom prst="straightConnector1">
              <a:avLst/>
            </a:prstGeom>
            <a:ln w="25400">
              <a:solidFill>
                <a:srgbClr val="CC0000"/>
              </a:solidFill>
              <a:headEnd type="triangle"/>
              <a:tailEnd type="triangle"/>
            </a:ln>
            <a:effectLst/>
          </p:spPr>
          <p:style>
            <a:lnRef idx="2">
              <a:schemeClr val="accent1"/>
            </a:lnRef>
            <a:fillRef idx="0">
              <a:schemeClr val="accent1"/>
            </a:fillRef>
            <a:effectRef idx="1">
              <a:schemeClr val="accent1"/>
            </a:effectRef>
            <a:fontRef idx="minor">
              <a:schemeClr val="tx1"/>
            </a:fontRef>
          </p:style>
        </p:cxnSp>
        <p:cxnSp>
          <p:nvCxnSpPr>
            <p:cNvPr id="238" name="Straight Arrow Connector 237"/>
            <p:cNvCxnSpPr/>
            <p:nvPr/>
          </p:nvCxnSpPr>
          <p:spPr>
            <a:xfrm>
              <a:off x="4800837" y="800746"/>
              <a:ext cx="1695897" cy="130795"/>
            </a:xfrm>
            <a:prstGeom prst="straightConnector1">
              <a:avLst/>
            </a:prstGeom>
            <a:ln w="25400">
              <a:solidFill>
                <a:srgbClr val="CC0000"/>
              </a:solidFill>
              <a:headEnd type="triangle"/>
              <a:tailEnd type="triangle"/>
            </a:ln>
            <a:effectLst/>
          </p:spPr>
          <p:style>
            <a:lnRef idx="2">
              <a:schemeClr val="accent1"/>
            </a:lnRef>
            <a:fillRef idx="0">
              <a:schemeClr val="accent1"/>
            </a:fillRef>
            <a:effectRef idx="1">
              <a:schemeClr val="accent1"/>
            </a:effectRef>
            <a:fontRef idx="minor">
              <a:schemeClr val="tx1"/>
            </a:fontRef>
          </p:style>
        </p:cxnSp>
        <p:sp>
          <p:nvSpPr>
            <p:cNvPr id="239" name="Oval 238"/>
            <p:cNvSpPr/>
            <p:nvPr/>
          </p:nvSpPr>
          <p:spPr>
            <a:xfrm>
              <a:off x="6558622" y="894080"/>
              <a:ext cx="421023" cy="182029"/>
            </a:xfrm>
            <a:prstGeom prst="ellipse">
              <a:avLst/>
            </a:prstGeom>
            <a:solidFill>
              <a:srgbClr val="CC0000">
                <a:alpha val="28000"/>
              </a:srgbClr>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40" name="Oval 239"/>
            <p:cNvSpPr/>
            <p:nvPr/>
          </p:nvSpPr>
          <p:spPr>
            <a:xfrm>
              <a:off x="5572329" y="1404709"/>
              <a:ext cx="421023" cy="182029"/>
            </a:xfrm>
            <a:prstGeom prst="ellipse">
              <a:avLst/>
            </a:prstGeom>
            <a:solidFill>
              <a:srgbClr val="CC0000">
                <a:alpha val="28000"/>
              </a:srgbClr>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41" name="Oval 240"/>
            <p:cNvSpPr/>
            <p:nvPr/>
          </p:nvSpPr>
          <p:spPr>
            <a:xfrm>
              <a:off x="4367082" y="707349"/>
              <a:ext cx="421023" cy="182029"/>
            </a:xfrm>
            <a:prstGeom prst="ellipse">
              <a:avLst/>
            </a:prstGeom>
            <a:solidFill>
              <a:srgbClr val="CC0000">
                <a:alpha val="28000"/>
              </a:srgbClr>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42" name="Oval 241"/>
            <p:cNvSpPr/>
            <p:nvPr/>
          </p:nvSpPr>
          <p:spPr>
            <a:xfrm>
              <a:off x="3571953" y="1402071"/>
              <a:ext cx="421023" cy="182029"/>
            </a:xfrm>
            <a:prstGeom prst="ellipse">
              <a:avLst/>
            </a:prstGeom>
            <a:solidFill>
              <a:srgbClr val="CC0000">
                <a:alpha val="28000"/>
              </a:srgbClr>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cxnSp>
          <p:nvCxnSpPr>
            <p:cNvPr id="243" name="Straight Arrow Connector 242"/>
            <p:cNvCxnSpPr/>
            <p:nvPr/>
          </p:nvCxnSpPr>
          <p:spPr>
            <a:xfrm>
              <a:off x="2821560" y="1106261"/>
              <a:ext cx="2738615" cy="338776"/>
            </a:xfrm>
            <a:prstGeom prst="straightConnector1">
              <a:avLst/>
            </a:prstGeom>
            <a:ln w="25400">
              <a:solidFill>
                <a:srgbClr val="CC0000"/>
              </a:solidFill>
              <a:headEnd type="triangle"/>
              <a:tailEnd type="triangle"/>
            </a:ln>
            <a:effectLst/>
          </p:spPr>
          <p:style>
            <a:lnRef idx="2">
              <a:schemeClr val="accent1"/>
            </a:lnRef>
            <a:fillRef idx="0">
              <a:schemeClr val="accent1"/>
            </a:fillRef>
            <a:effectRef idx="1">
              <a:schemeClr val="accent1"/>
            </a:effectRef>
            <a:fontRef idx="minor">
              <a:schemeClr val="tx1"/>
            </a:fontRef>
          </p:style>
        </p:cxnSp>
        <p:cxnSp>
          <p:nvCxnSpPr>
            <p:cNvPr id="244" name="Straight Arrow Connector 243"/>
            <p:cNvCxnSpPr>
              <a:endCxn id="239" idx="2"/>
            </p:cNvCxnSpPr>
            <p:nvPr/>
          </p:nvCxnSpPr>
          <p:spPr>
            <a:xfrm flipV="1">
              <a:off x="3997124" y="985095"/>
              <a:ext cx="2561498" cy="469120"/>
            </a:xfrm>
            <a:prstGeom prst="straightConnector1">
              <a:avLst/>
            </a:prstGeom>
            <a:ln w="25400">
              <a:solidFill>
                <a:srgbClr val="CC0000"/>
              </a:solidFill>
              <a:headEnd type="triangle"/>
              <a:tailEnd type="triangle"/>
            </a:ln>
            <a:effectLst/>
          </p:spPr>
          <p:style>
            <a:lnRef idx="2">
              <a:schemeClr val="accent1"/>
            </a:lnRef>
            <a:fillRef idx="0">
              <a:schemeClr val="accent1"/>
            </a:fillRef>
            <a:effectRef idx="1">
              <a:schemeClr val="accent1"/>
            </a:effectRef>
            <a:fontRef idx="minor">
              <a:schemeClr val="tx1"/>
            </a:fontRef>
          </p:style>
        </p:cxnSp>
        <p:cxnSp>
          <p:nvCxnSpPr>
            <p:cNvPr id="245" name="Straight Arrow Connector 244"/>
            <p:cNvCxnSpPr/>
            <p:nvPr/>
          </p:nvCxnSpPr>
          <p:spPr>
            <a:xfrm flipV="1">
              <a:off x="3992124" y="1509221"/>
              <a:ext cx="1580205" cy="2"/>
            </a:xfrm>
            <a:prstGeom prst="straightConnector1">
              <a:avLst/>
            </a:prstGeom>
            <a:ln w="25400">
              <a:solidFill>
                <a:srgbClr val="CC0000"/>
              </a:solidFill>
              <a:headEnd type="triangle"/>
              <a:tailEnd type="triangle"/>
            </a:ln>
            <a:effectLst/>
          </p:spPr>
          <p:style>
            <a:lnRef idx="2">
              <a:schemeClr val="accent1"/>
            </a:lnRef>
            <a:fillRef idx="0">
              <a:schemeClr val="accent1"/>
            </a:fillRef>
            <a:effectRef idx="1">
              <a:schemeClr val="accent1"/>
            </a:effectRef>
            <a:fontRef idx="minor">
              <a:schemeClr val="tx1"/>
            </a:fontRef>
          </p:style>
        </p:cxnSp>
        <p:cxnSp>
          <p:nvCxnSpPr>
            <p:cNvPr id="246" name="Straight Arrow Connector 245"/>
            <p:cNvCxnSpPr/>
            <p:nvPr/>
          </p:nvCxnSpPr>
          <p:spPr>
            <a:xfrm flipV="1">
              <a:off x="5997500" y="1083737"/>
              <a:ext cx="751103" cy="397197"/>
            </a:xfrm>
            <a:prstGeom prst="straightConnector1">
              <a:avLst/>
            </a:prstGeom>
            <a:ln w="25400">
              <a:solidFill>
                <a:srgbClr val="CC0000"/>
              </a:solidFill>
              <a:headEnd type="triangle"/>
              <a:tailEnd type="triangle"/>
            </a:ln>
            <a:effectLst/>
          </p:spPr>
          <p:style>
            <a:lnRef idx="2">
              <a:schemeClr val="accent1"/>
            </a:lnRef>
            <a:fillRef idx="0">
              <a:schemeClr val="accent1"/>
            </a:fillRef>
            <a:effectRef idx="1">
              <a:schemeClr val="accent1"/>
            </a:effectRef>
            <a:fontRef idx="minor">
              <a:schemeClr val="tx1"/>
            </a:fontRef>
          </p:style>
        </p:cxnSp>
      </p:grpSp>
      <p:sp>
        <p:nvSpPr>
          <p:cNvPr id="258" name="TextBox 257"/>
          <p:cNvSpPr txBox="1"/>
          <p:nvPr/>
        </p:nvSpPr>
        <p:spPr>
          <a:xfrm>
            <a:off x="517479" y="1154626"/>
            <a:ext cx="8209014" cy="1200328"/>
          </a:xfrm>
          <a:prstGeom prst="rect">
            <a:avLst/>
          </a:prstGeom>
          <a:noFill/>
        </p:spPr>
        <p:txBody>
          <a:bodyPr wrap="square" rtlCol="0">
            <a:spAutoFit/>
          </a:bodyPr>
          <a:lstStyle/>
          <a:p>
            <a:r>
              <a:rPr lang="en-US" sz="2400" dirty="0"/>
              <a:t>Individual routing algorithm components </a:t>
            </a:r>
            <a:r>
              <a:rPr lang="en-US" sz="2400" i="1" dirty="0">
                <a:solidFill>
                  <a:srgbClr val="000090"/>
                </a:solidFill>
              </a:rPr>
              <a:t>in each and every router </a:t>
            </a:r>
            <a:r>
              <a:rPr lang="en-US" sz="2400" dirty="0"/>
              <a:t>interact with each other in control plane to compute forwarding tables</a:t>
            </a:r>
          </a:p>
        </p:txBody>
      </p:sp>
      <p:grpSp>
        <p:nvGrpSpPr>
          <p:cNvPr id="23" name="Group 22"/>
          <p:cNvGrpSpPr/>
          <p:nvPr/>
        </p:nvGrpSpPr>
        <p:grpSpPr>
          <a:xfrm>
            <a:off x="1557338" y="3404226"/>
            <a:ext cx="6375400" cy="1047750"/>
            <a:chOff x="1557338" y="3074988"/>
            <a:chExt cx="6375400" cy="1047750"/>
          </a:xfrm>
        </p:grpSpPr>
        <p:sp>
          <p:nvSpPr>
            <p:cNvPr id="47115" name="TextBox 232"/>
            <p:cNvSpPr txBox="1">
              <a:spLocks noChangeArrowheads="1"/>
            </p:cNvSpPr>
            <p:nvPr/>
          </p:nvSpPr>
          <p:spPr bwMode="auto">
            <a:xfrm>
              <a:off x="7292975" y="3651250"/>
              <a:ext cx="595313" cy="4714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lnSpc>
                  <a:spcPts val="1463"/>
                </a:lnSpc>
              </a:pPr>
              <a:r>
                <a:rPr lang="en-US" sz="1400"/>
                <a:t>data</a:t>
              </a:r>
            </a:p>
            <a:p>
              <a:pPr algn="ctr">
                <a:lnSpc>
                  <a:spcPts val="1463"/>
                </a:lnSpc>
              </a:pPr>
              <a:r>
                <a:rPr lang="en-US" sz="1400"/>
                <a:t>plane</a:t>
              </a:r>
            </a:p>
          </p:txBody>
        </p:sp>
        <p:sp>
          <p:nvSpPr>
            <p:cNvPr id="47116" name="TextBox 233"/>
            <p:cNvSpPr txBox="1">
              <a:spLocks noChangeArrowheads="1"/>
            </p:cNvSpPr>
            <p:nvPr/>
          </p:nvSpPr>
          <p:spPr bwMode="auto">
            <a:xfrm>
              <a:off x="7224713" y="3074988"/>
              <a:ext cx="708025" cy="47148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lnSpc>
                  <a:spcPts val="1463"/>
                </a:lnSpc>
              </a:pPr>
              <a:r>
                <a:rPr lang="en-US" sz="1400"/>
                <a:t>control</a:t>
              </a:r>
            </a:p>
            <a:p>
              <a:pPr algn="ctr">
                <a:lnSpc>
                  <a:spcPts val="1463"/>
                </a:lnSpc>
              </a:pPr>
              <a:r>
                <a:rPr lang="en-US" sz="1400"/>
                <a:t>plane</a:t>
              </a:r>
            </a:p>
          </p:txBody>
        </p:sp>
        <p:cxnSp>
          <p:nvCxnSpPr>
            <p:cNvPr id="232" name="Straight Connector 231"/>
            <p:cNvCxnSpPr/>
            <p:nvPr/>
          </p:nvCxnSpPr>
          <p:spPr>
            <a:xfrm>
              <a:off x="1557338" y="3613150"/>
              <a:ext cx="6207125" cy="0"/>
            </a:xfrm>
            <a:prstGeom prst="line">
              <a:avLst/>
            </a:prstGeom>
            <a:ln w="25400">
              <a:solidFill>
                <a:schemeClr val="tx1"/>
              </a:solidFill>
              <a:prstDash val="dash"/>
            </a:ln>
            <a:effectLst/>
          </p:spPr>
          <p:style>
            <a:lnRef idx="2">
              <a:schemeClr val="accent1"/>
            </a:lnRef>
            <a:fillRef idx="0">
              <a:schemeClr val="accent1"/>
            </a:fillRef>
            <a:effectRef idx="1">
              <a:schemeClr val="accent1"/>
            </a:effectRef>
            <a:fontRef idx="minor">
              <a:schemeClr val="tx1"/>
            </a:fontRef>
          </p:style>
        </p:cxnSp>
      </p:grpSp>
      <p:grpSp>
        <p:nvGrpSpPr>
          <p:cNvPr id="27" name="Group 26"/>
          <p:cNvGrpSpPr/>
          <p:nvPr/>
        </p:nvGrpSpPr>
        <p:grpSpPr>
          <a:xfrm>
            <a:off x="1829356" y="4031984"/>
            <a:ext cx="5126173" cy="1120753"/>
            <a:chOff x="-4746102" y="4471477"/>
            <a:chExt cx="5126173" cy="1120753"/>
          </a:xfrm>
        </p:grpSpPr>
        <p:pic>
          <p:nvPicPr>
            <p:cNvPr id="47268" name="Picture 10" descr="fig42_table.pdf"/>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4746102" y="4471477"/>
              <a:ext cx="966463" cy="966962"/>
            </a:xfrm>
            <a:prstGeom prst="rect">
              <a:avLst/>
            </a:prstGeom>
            <a:noFill/>
            <a:ln w="9525">
              <a:solidFill>
                <a:srgbClr val="CC0000"/>
              </a:solidFill>
              <a:miter lim="800000"/>
              <a:headEnd/>
              <a:tailEnd/>
            </a:ln>
            <a:extLst>
              <a:ext uri="{909E8E84-426E-40dd-AFC4-6F175D3DCCD1}">
                <a14:hiddenFill xmlns:a14="http://schemas.microsoft.com/office/drawing/2010/main" xmlns="">
                  <a:solidFill>
                    <a:srgbClr val="FFFFFF"/>
                  </a:solidFill>
                </a14:hiddenFill>
              </a:ext>
            </a:extLst>
          </p:spPr>
        </p:pic>
        <p:grpSp>
          <p:nvGrpSpPr>
            <p:cNvPr id="26" name="Group 25"/>
            <p:cNvGrpSpPr/>
            <p:nvPr/>
          </p:nvGrpSpPr>
          <p:grpSpPr>
            <a:xfrm>
              <a:off x="-3025264" y="5228984"/>
              <a:ext cx="3405335" cy="363246"/>
              <a:chOff x="-3025264" y="5228984"/>
              <a:chExt cx="3405335" cy="363246"/>
            </a:xfrm>
          </p:grpSpPr>
          <p:grpSp>
            <p:nvGrpSpPr>
              <p:cNvPr id="47251" name="Group 241"/>
              <p:cNvGrpSpPr>
                <a:grpSpLocks/>
              </p:cNvGrpSpPr>
              <p:nvPr/>
            </p:nvGrpSpPr>
            <p:grpSpPr bwMode="auto">
              <a:xfrm>
                <a:off x="-3025264" y="5262858"/>
                <a:ext cx="430360" cy="329372"/>
                <a:chOff x="2931664" y="3912603"/>
                <a:chExt cx="430450" cy="329314"/>
              </a:xfrm>
            </p:grpSpPr>
            <p:sp>
              <p:nvSpPr>
                <p:cNvPr id="92" name="Rectangle 91"/>
                <p:cNvSpPr/>
                <p:nvPr/>
              </p:nvSpPr>
              <p:spPr>
                <a:xfrm>
                  <a:off x="2935837" y="3912034"/>
                  <a:ext cx="425539" cy="330142"/>
                </a:xfrm>
                <a:prstGeom prst="rect">
                  <a:avLst/>
                </a:prstGeom>
                <a:solidFill>
                  <a:schemeClr val="bg1"/>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93" name="Straight Connector 92"/>
                <p:cNvCxnSpPr/>
                <p:nvPr/>
              </p:nvCxnSpPr>
              <p:spPr>
                <a:xfrm>
                  <a:off x="2931074" y="4004093"/>
                  <a:ext cx="425539" cy="0"/>
                </a:xfrm>
                <a:prstGeom prst="line">
                  <a:avLst/>
                </a:prstGeom>
                <a:ln w="317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94" name="Straight Connector 93"/>
                <p:cNvCxnSpPr/>
                <p:nvPr/>
              </p:nvCxnSpPr>
              <p:spPr>
                <a:xfrm>
                  <a:off x="2931074" y="4067582"/>
                  <a:ext cx="425539" cy="0"/>
                </a:xfrm>
                <a:prstGeom prst="line">
                  <a:avLst/>
                </a:prstGeom>
                <a:ln w="317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96" name="Straight Connector 95"/>
                <p:cNvCxnSpPr>
                  <a:stCxn id="92" idx="2"/>
                </p:cNvCxnSpPr>
                <p:nvPr/>
              </p:nvCxnSpPr>
              <p:spPr>
                <a:xfrm flipH="1" flipV="1">
                  <a:off x="3147019" y="4004093"/>
                  <a:ext cx="1587" cy="238083"/>
                </a:xfrm>
                <a:prstGeom prst="line">
                  <a:avLst/>
                </a:prstGeom>
                <a:ln w="3175">
                  <a:solidFill>
                    <a:schemeClr val="tx1"/>
                  </a:solidFill>
                </a:ln>
                <a:effectLst/>
              </p:spPr>
              <p:style>
                <a:lnRef idx="2">
                  <a:schemeClr val="accent1"/>
                </a:lnRef>
                <a:fillRef idx="0">
                  <a:schemeClr val="accent1"/>
                </a:fillRef>
                <a:effectRef idx="1">
                  <a:schemeClr val="accent1"/>
                </a:effectRef>
                <a:fontRef idx="minor">
                  <a:schemeClr val="tx1"/>
                </a:fontRef>
              </p:style>
            </p:cxnSp>
          </p:grpSp>
          <p:grpSp>
            <p:nvGrpSpPr>
              <p:cNvPr id="47220" name="Group 444"/>
              <p:cNvGrpSpPr>
                <a:grpSpLocks/>
              </p:cNvGrpSpPr>
              <p:nvPr/>
            </p:nvGrpSpPr>
            <p:grpSpPr bwMode="auto">
              <a:xfrm>
                <a:off x="-2217227" y="5261364"/>
                <a:ext cx="430361" cy="329307"/>
                <a:chOff x="2931664" y="3912603"/>
                <a:chExt cx="430450" cy="329314"/>
              </a:xfrm>
            </p:grpSpPr>
            <p:sp>
              <p:nvSpPr>
                <p:cNvPr id="448" name="Rectangle 447"/>
                <p:cNvSpPr/>
                <p:nvPr/>
              </p:nvSpPr>
              <p:spPr>
                <a:xfrm>
                  <a:off x="2935838" y="3911941"/>
                  <a:ext cx="425538" cy="330207"/>
                </a:xfrm>
                <a:prstGeom prst="rect">
                  <a:avLst/>
                </a:prstGeom>
                <a:solidFill>
                  <a:schemeClr val="bg1"/>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49" name="Straight Connector 448"/>
                <p:cNvCxnSpPr/>
                <p:nvPr/>
              </p:nvCxnSpPr>
              <p:spPr>
                <a:xfrm>
                  <a:off x="2931074" y="4004018"/>
                  <a:ext cx="425538" cy="0"/>
                </a:xfrm>
                <a:prstGeom prst="line">
                  <a:avLst/>
                </a:prstGeom>
                <a:ln w="317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50" name="Straight Connector 449"/>
                <p:cNvCxnSpPr/>
                <p:nvPr/>
              </p:nvCxnSpPr>
              <p:spPr>
                <a:xfrm>
                  <a:off x="2931074" y="4067519"/>
                  <a:ext cx="425538" cy="0"/>
                </a:xfrm>
                <a:prstGeom prst="line">
                  <a:avLst/>
                </a:prstGeom>
                <a:ln w="317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51" name="Straight Connector 450"/>
                <p:cNvCxnSpPr>
                  <a:stCxn id="448" idx="2"/>
                </p:cNvCxnSpPr>
                <p:nvPr/>
              </p:nvCxnSpPr>
              <p:spPr>
                <a:xfrm flipH="1" flipV="1">
                  <a:off x="3147019" y="4004018"/>
                  <a:ext cx="1588" cy="238130"/>
                </a:xfrm>
                <a:prstGeom prst="line">
                  <a:avLst/>
                </a:prstGeom>
                <a:ln w="3175">
                  <a:solidFill>
                    <a:schemeClr val="tx1"/>
                  </a:solidFill>
                </a:ln>
                <a:effectLst/>
              </p:spPr>
              <p:style>
                <a:lnRef idx="2">
                  <a:schemeClr val="accent1"/>
                </a:lnRef>
                <a:fillRef idx="0">
                  <a:schemeClr val="accent1"/>
                </a:fillRef>
                <a:effectRef idx="1">
                  <a:schemeClr val="accent1"/>
                </a:effectRef>
                <a:fontRef idx="minor">
                  <a:schemeClr val="tx1"/>
                </a:fontRef>
              </p:style>
            </p:cxnSp>
          </p:grpSp>
          <p:grpSp>
            <p:nvGrpSpPr>
              <p:cNvPr id="47191" name="Group 473"/>
              <p:cNvGrpSpPr>
                <a:grpSpLocks/>
              </p:cNvGrpSpPr>
              <p:nvPr/>
            </p:nvGrpSpPr>
            <p:grpSpPr bwMode="auto">
              <a:xfrm>
                <a:off x="-1034539" y="5261364"/>
                <a:ext cx="430360" cy="329307"/>
                <a:chOff x="2931664" y="3912603"/>
                <a:chExt cx="430450" cy="329314"/>
              </a:xfrm>
            </p:grpSpPr>
            <p:sp>
              <p:nvSpPr>
                <p:cNvPr id="477" name="Rectangle 476"/>
                <p:cNvSpPr/>
                <p:nvPr/>
              </p:nvSpPr>
              <p:spPr>
                <a:xfrm>
                  <a:off x="2935837" y="3911941"/>
                  <a:ext cx="425539" cy="330207"/>
                </a:xfrm>
                <a:prstGeom prst="rect">
                  <a:avLst/>
                </a:prstGeom>
                <a:solidFill>
                  <a:schemeClr val="bg1"/>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78" name="Straight Connector 477"/>
                <p:cNvCxnSpPr/>
                <p:nvPr/>
              </p:nvCxnSpPr>
              <p:spPr>
                <a:xfrm>
                  <a:off x="2931074" y="4004018"/>
                  <a:ext cx="425539" cy="0"/>
                </a:xfrm>
                <a:prstGeom prst="line">
                  <a:avLst/>
                </a:prstGeom>
                <a:ln w="317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79" name="Straight Connector 478"/>
                <p:cNvCxnSpPr/>
                <p:nvPr/>
              </p:nvCxnSpPr>
              <p:spPr>
                <a:xfrm>
                  <a:off x="2931074" y="4067519"/>
                  <a:ext cx="425539" cy="0"/>
                </a:xfrm>
                <a:prstGeom prst="line">
                  <a:avLst/>
                </a:prstGeom>
                <a:ln w="317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80" name="Straight Connector 479"/>
                <p:cNvCxnSpPr>
                  <a:stCxn id="477" idx="2"/>
                </p:cNvCxnSpPr>
                <p:nvPr/>
              </p:nvCxnSpPr>
              <p:spPr>
                <a:xfrm flipH="1" flipV="1">
                  <a:off x="3147019" y="4004018"/>
                  <a:ext cx="1587" cy="238130"/>
                </a:xfrm>
                <a:prstGeom prst="line">
                  <a:avLst/>
                </a:prstGeom>
                <a:ln w="3175">
                  <a:solidFill>
                    <a:schemeClr val="tx1"/>
                  </a:solidFill>
                </a:ln>
                <a:effectLst/>
              </p:spPr>
              <p:style>
                <a:lnRef idx="2">
                  <a:schemeClr val="accent1"/>
                </a:lnRef>
                <a:fillRef idx="0">
                  <a:schemeClr val="accent1"/>
                </a:fillRef>
                <a:effectRef idx="1">
                  <a:schemeClr val="accent1"/>
                </a:effectRef>
                <a:fontRef idx="minor">
                  <a:schemeClr val="tx1"/>
                </a:fontRef>
              </p:style>
            </p:cxnSp>
          </p:grpSp>
          <p:grpSp>
            <p:nvGrpSpPr>
              <p:cNvPr id="47162" name="Group 502"/>
              <p:cNvGrpSpPr>
                <a:grpSpLocks/>
              </p:cNvGrpSpPr>
              <p:nvPr/>
            </p:nvGrpSpPr>
            <p:grpSpPr bwMode="auto">
              <a:xfrm>
                <a:off x="-50289" y="5228984"/>
                <a:ext cx="430360" cy="350559"/>
                <a:chOff x="2931664" y="3912603"/>
                <a:chExt cx="430450" cy="329314"/>
              </a:xfrm>
            </p:grpSpPr>
            <p:sp>
              <p:nvSpPr>
                <p:cNvPr id="506" name="Rectangle 505"/>
                <p:cNvSpPr/>
                <p:nvPr/>
              </p:nvSpPr>
              <p:spPr>
                <a:xfrm>
                  <a:off x="2935837" y="3911940"/>
                  <a:ext cx="425539" cy="330207"/>
                </a:xfrm>
                <a:prstGeom prst="rect">
                  <a:avLst/>
                </a:prstGeom>
                <a:solidFill>
                  <a:schemeClr val="bg1"/>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07" name="Straight Connector 506"/>
                <p:cNvCxnSpPr/>
                <p:nvPr/>
              </p:nvCxnSpPr>
              <p:spPr>
                <a:xfrm>
                  <a:off x="2931074" y="4004017"/>
                  <a:ext cx="425539" cy="0"/>
                </a:xfrm>
                <a:prstGeom prst="line">
                  <a:avLst/>
                </a:prstGeom>
                <a:ln w="317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08" name="Straight Connector 507"/>
                <p:cNvCxnSpPr/>
                <p:nvPr/>
              </p:nvCxnSpPr>
              <p:spPr>
                <a:xfrm>
                  <a:off x="2931074" y="4067518"/>
                  <a:ext cx="425539" cy="0"/>
                </a:xfrm>
                <a:prstGeom prst="line">
                  <a:avLst/>
                </a:prstGeom>
                <a:ln w="317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09" name="Straight Connector 508"/>
                <p:cNvCxnSpPr>
                  <a:stCxn id="506" idx="2"/>
                </p:cNvCxnSpPr>
                <p:nvPr/>
              </p:nvCxnSpPr>
              <p:spPr>
                <a:xfrm flipH="1" flipV="1">
                  <a:off x="3147019" y="4004017"/>
                  <a:ext cx="1587" cy="238130"/>
                </a:xfrm>
                <a:prstGeom prst="line">
                  <a:avLst/>
                </a:prstGeom>
                <a:ln w="3175">
                  <a:solidFill>
                    <a:schemeClr val="tx1"/>
                  </a:solidFill>
                </a:ln>
                <a:effectLst/>
              </p:spPr>
              <p:style>
                <a:lnRef idx="2">
                  <a:schemeClr val="accent1"/>
                </a:lnRef>
                <a:fillRef idx="0">
                  <a:schemeClr val="accent1"/>
                </a:fillRef>
                <a:effectRef idx="1">
                  <a:schemeClr val="accent1"/>
                </a:effectRef>
                <a:fontRef idx="minor">
                  <a:schemeClr val="tx1"/>
                </a:fontRef>
              </p:style>
            </p:cxnSp>
          </p:grpSp>
        </p:grpSp>
      </p:grpSp>
      <p:grpSp>
        <p:nvGrpSpPr>
          <p:cNvPr id="25" name="Group 24"/>
          <p:cNvGrpSpPr/>
          <p:nvPr/>
        </p:nvGrpSpPr>
        <p:grpSpPr>
          <a:xfrm>
            <a:off x="2282487" y="3212142"/>
            <a:ext cx="4437063" cy="1906161"/>
            <a:chOff x="-4267279" y="3655204"/>
            <a:chExt cx="4437063" cy="1906161"/>
          </a:xfrm>
        </p:grpSpPr>
        <p:cxnSp>
          <p:nvCxnSpPr>
            <p:cNvPr id="111" name="Straight Arrow Connector 110"/>
            <p:cNvCxnSpPr/>
            <p:nvPr/>
          </p:nvCxnSpPr>
          <p:spPr bwMode="auto">
            <a:xfrm>
              <a:off x="-4267279" y="4046968"/>
              <a:ext cx="0" cy="422275"/>
            </a:xfrm>
            <a:prstGeom prst="straightConnector1">
              <a:avLst/>
            </a:prstGeom>
            <a:ln w="12700">
              <a:solidFill>
                <a:srgbClr val="CC0000"/>
              </a:solidFill>
              <a:tailEnd type="triangle"/>
            </a:ln>
            <a:effectLst/>
          </p:spPr>
          <p:style>
            <a:lnRef idx="2">
              <a:schemeClr val="accent1"/>
            </a:lnRef>
            <a:fillRef idx="0">
              <a:schemeClr val="accent1"/>
            </a:fillRef>
            <a:effectRef idx="1">
              <a:schemeClr val="accent1"/>
            </a:effectRef>
            <a:fontRef idx="minor">
              <a:schemeClr val="tx1"/>
            </a:fontRef>
          </p:style>
        </p:cxnSp>
        <p:cxnSp>
          <p:nvCxnSpPr>
            <p:cNvPr id="89" name="Straight Arrow Connector 88"/>
            <p:cNvCxnSpPr/>
            <p:nvPr/>
          </p:nvCxnSpPr>
          <p:spPr bwMode="auto">
            <a:xfrm flipH="1">
              <a:off x="-2808366" y="4361550"/>
              <a:ext cx="154" cy="872164"/>
            </a:xfrm>
            <a:prstGeom prst="straightConnector1">
              <a:avLst/>
            </a:prstGeom>
            <a:ln w="6350">
              <a:solidFill>
                <a:srgbClr val="CC0000"/>
              </a:solidFill>
              <a:tailEnd type="triangle"/>
            </a:ln>
          </p:spPr>
          <p:style>
            <a:lnRef idx="2">
              <a:schemeClr val="accent1"/>
            </a:lnRef>
            <a:fillRef idx="0">
              <a:schemeClr val="accent1"/>
            </a:fillRef>
            <a:effectRef idx="1">
              <a:schemeClr val="accent1"/>
            </a:effectRef>
            <a:fontRef idx="minor">
              <a:schemeClr val="tx1"/>
            </a:fontRef>
          </p:style>
        </p:cxnSp>
        <p:cxnSp>
          <p:nvCxnSpPr>
            <p:cNvPr id="446" name="Straight Arrow Connector 445"/>
            <p:cNvCxnSpPr/>
            <p:nvPr/>
          </p:nvCxnSpPr>
          <p:spPr bwMode="auto">
            <a:xfrm>
              <a:off x="-2006807" y="3655204"/>
              <a:ext cx="6479" cy="1576923"/>
            </a:xfrm>
            <a:prstGeom prst="straightConnector1">
              <a:avLst/>
            </a:prstGeom>
            <a:ln w="6350">
              <a:solidFill>
                <a:srgbClr val="CC0000"/>
              </a:solidFill>
              <a:tailEnd type="triangle"/>
            </a:ln>
          </p:spPr>
          <p:style>
            <a:lnRef idx="2">
              <a:schemeClr val="accent1"/>
            </a:lnRef>
            <a:fillRef idx="0">
              <a:schemeClr val="accent1"/>
            </a:fillRef>
            <a:effectRef idx="1">
              <a:schemeClr val="accent1"/>
            </a:effectRef>
            <a:fontRef idx="minor">
              <a:schemeClr val="tx1"/>
            </a:fontRef>
          </p:style>
        </p:cxnSp>
        <p:cxnSp>
          <p:nvCxnSpPr>
            <p:cNvPr id="475" name="Straight Arrow Connector 474"/>
            <p:cNvCxnSpPr>
              <a:stCxn id="468" idx="0"/>
            </p:cNvCxnSpPr>
            <p:nvPr/>
          </p:nvCxnSpPr>
          <p:spPr bwMode="auto">
            <a:xfrm>
              <a:off x="-823524" y="4656511"/>
              <a:ext cx="5883" cy="904854"/>
            </a:xfrm>
            <a:prstGeom prst="straightConnector1">
              <a:avLst/>
            </a:prstGeom>
            <a:ln w="6350">
              <a:solidFill>
                <a:srgbClr val="CC0000"/>
              </a:solidFill>
              <a:tailEnd type="triangle"/>
            </a:ln>
          </p:spPr>
          <p:style>
            <a:lnRef idx="2">
              <a:schemeClr val="accent1"/>
            </a:lnRef>
            <a:fillRef idx="0">
              <a:schemeClr val="accent1"/>
            </a:fillRef>
            <a:effectRef idx="1">
              <a:schemeClr val="accent1"/>
            </a:effectRef>
            <a:fontRef idx="minor">
              <a:schemeClr val="tx1"/>
            </a:fontRef>
          </p:style>
        </p:cxnSp>
        <p:cxnSp>
          <p:nvCxnSpPr>
            <p:cNvPr id="504" name="Straight Arrow Connector 503"/>
            <p:cNvCxnSpPr/>
            <p:nvPr/>
          </p:nvCxnSpPr>
          <p:spPr bwMode="auto">
            <a:xfrm flipH="1">
              <a:off x="166609" y="3798581"/>
              <a:ext cx="3175" cy="1399277"/>
            </a:xfrm>
            <a:prstGeom prst="straightConnector1">
              <a:avLst/>
            </a:prstGeom>
            <a:ln w="6350">
              <a:solidFill>
                <a:srgbClr val="CC0000"/>
              </a:solidFill>
              <a:tailEnd type="triangle"/>
            </a:ln>
          </p:spPr>
          <p:style>
            <a:lnRef idx="2">
              <a:schemeClr val="accent1"/>
            </a:lnRef>
            <a:fillRef idx="0">
              <a:schemeClr val="accent1"/>
            </a:fillRef>
            <a:effectRef idx="1">
              <a:schemeClr val="accent1"/>
            </a:effectRef>
            <a:fontRef idx="minor">
              <a:schemeClr val="tx1"/>
            </a:fontRef>
          </p:style>
        </p:cxnSp>
      </p:grpSp>
      <p:sp>
        <p:nvSpPr>
          <p:cNvPr id="270" name="Slide Number Placeholder 5"/>
          <p:cNvSpPr>
            <a:spLocks noGrp="1"/>
          </p:cNvSpPr>
          <p:nvPr>
            <p:ph type="sldNum" sz="quarter" idx="12"/>
          </p:nvPr>
        </p:nvSpPr>
        <p:spPr>
          <a:xfrm>
            <a:off x="8456155" y="6475895"/>
            <a:ext cx="458808" cy="272319"/>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200" dirty="0">
                <a:latin typeface="Tahoma" charset="0"/>
              </a:rPr>
              <a:t>5-</a:t>
            </a:r>
            <a:fld id="{8E8C6E93-DF5B-BC4B-80F9-500DED1EEDCC}" type="slidenum">
              <a:rPr lang="en-US" sz="1200">
                <a:latin typeface="Tahoma" charset="0"/>
              </a:rPr>
              <a:pPr/>
              <a:t>5</a:t>
            </a:fld>
            <a:endParaRPr lang="en-US" sz="1200" dirty="0">
              <a:latin typeface="Tahoma" charset="0"/>
            </a:endParaRPr>
          </a:p>
        </p:txBody>
      </p:sp>
      <p:sp>
        <p:nvSpPr>
          <p:cNvPr id="271" name="Footer Placeholder 2"/>
          <p:cNvSpPr>
            <a:spLocks noGrp="1"/>
          </p:cNvSpPr>
          <p:nvPr>
            <p:ph type="ftr" sz="quarter" idx="11"/>
          </p:nvPr>
        </p:nvSpPr>
        <p:spPr>
          <a:xfrm>
            <a:off x="6375496" y="6475081"/>
            <a:ext cx="2177473" cy="241541"/>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200" dirty="0">
                <a:solidFill>
                  <a:srgbClr val="000000"/>
                </a:solidFill>
                <a:latin typeface="Tahoma" charset="0"/>
                <a:cs typeface="Arial" charset="0"/>
              </a:rPr>
              <a:t>Network Layer: Control Plane</a:t>
            </a:r>
          </a:p>
        </p:txBody>
      </p:sp>
    </p:spTree>
    <p:extLst>
      <p:ext uri="{BB962C8B-B14F-4D97-AF65-F5344CB8AC3E}">
        <p14:creationId xmlns:p14="http://schemas.microsoft.com/office/powerpoint/2010/main" val="32019715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24"/>
                                        </p:tgtEl>
                                        <p:attrNameLst>
                                          <p:attrName>style.visibility</p:attrName>
                                        </p:attrNameLst>
                                      </p:cBhvr>
                                      <p:to>
                                        <p:strVal val="visible"/>
                                      </p:to>
                                    </p:set>
                                    <p:animEffect transition="in" filter="wipe(down)">
                                      <p:cBhvr>
                                        <p:cTn id="7" dur="1000"/>
                                        <p:tgtEl>
                                          <p:spTgt spid="2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7"/>
                                        </p:tgtEl>
                                        <p:attrNameLst>
                                          <p:attrName>style.visibility</p:attrName>
                                        </p:attrNameLst>
                                      </p:cBhvr>
                                      <p:to>
                                        <p:strVal val="visible"/>
                                      </p:to>
                                    </p:set>
                                    <p:animEffect transition="in" filter="dissolve">
                                      <p:cBhvr>
                                        <p:cTn id="12" dur="500"/>
                                        <p:tgtEl>
                                          <p:spTgt spid="27"/>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29"/>
                                        </p:tgtEl>
                                        <p:attrNameLst>
                                          <p:attrName>style.visibility</p:attrName>
                                        </p:attrNameLst>
                                      </p:cBhvr>
                                      <p:to>
                                        <p:strVal val="visible"/>
                                      </p:to>
                                    </p:set>
                                    <p:animEffect transition="in" filter="dissolve">
                                      <p:cBhvr>
                                        <p:cTn id="17" dur="500"/>
                                        <p:tgtEl>
                                          <p:spTgt spid="229"/>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1" fill="hold" nodeType="clickEffect">
                                  <p:stCondLst>
                                    <p:cond delay="0"/>
                                  </p:stCondLst>
                                  <p:childTnLst>
                                    <p:set>
                                      <p:cBhvr>
                                        <p:cTn id="21" dur="1" fill="hold">
                                          <p:stCondLst>
                                            <p:cond delay="0"/>
                                          </p:stCondLst>
                                        </p:cTn>
                                        <p:tgtEl>
                                          <p:spTgt spid="25"/>
                                        </p:tgtEl>
                                        <p:attrNameLst>
                                          <p:attrName>style.visibility</p:attrName>
                                        </p:attrNameLst>
                                      </p:cBhvr>
                                      <p:to>
                                        <p:strVal val="visible"/>
                                      </p:to>
                                    </p:set>
                                    <p:animEffect transition="in" filter="wipe(up)">
                                      <p:cBhvr>
                                        <p:cTn id="22" dur="500"/>
                                        <p:tgtEl>
                                          <p:spTgt spid="25"/>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23"/>
                                        </p:tgtEl>
                                        <p:attrNameLst>
                                          <p:attrName>style.visibility</p:attrName>
                                        </p:attrNameLst>
                                      </p:cBhvr>
                                      <p:to>
                                        <p:strVal val="visible"/>
                                      </p:to>
                                    </p:set>
                                    <p:animEffect transition="in" filter="dissolve">
                                      <p:cBhvr>
                                        <p:cTn id="27"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pSp>
        <p:nvGrpSpPr>
          <p:cNvPr id="25" name="Group 24"/>
          <p:cNvGrpSpPr/>
          <p:nvPr/>
        </p:nvGrpSpPr>
        <p:grpSpPr>
          <a:xfrm>
            <a:off x="1453484" y="2021024"/>
            <a:ext cx="6027737" cy="1440135"/>
            <a:chOff x="1492879" y="2061336"/>
            <a:chExt cx="6027737" cy="1440135"/>
          </a:xfrm>
        </p:grpSpPr>
        <p:sp>
          <p:nvSpPr>
            <p:cNvPr id="388" name="Rectangle 387"/>
            <p:cNvSpPr/>
            <p:nvPr/>
          </p:nvSpPr>
          <p:spPr bwMode="auto">
            <a:xfrm>
              <a:off x="1929251" y="2064703"/>
              <a:ext cx="5043488" cy="1017588"/>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sp>
          <p:nvSpPr>
            <p:cNvPr id="396" name="Freeform 395"/>
            <p:cNvSpPr/>
            <p:nvPr/>
          </p:nvSpPr>
          <p:spPr bwMode="auto">
            <a:xfrm>
              <a:off x="1739747" y="2067585"/>
              <a:ext cx="198437" cy="1385888"/>
            </a:xfrm>
            <a:custGeom>
              <a:avLst/>
              <a:gdLst>
                <a:gd name="connsiteX0" fmla="*/ 0 w 312616"/>
                <a:gd name="connsiteY0" fmla="*/ 644770 h 1367693"/>
                <a:gd name="connsiteX1" fmla="*/ 312616 w 312616"/>
                <a:gd name="connsiteY1" fmla="*/ 0 h 1367693"/>
                <a:gd name="connsiteX2" fmla="*/ 312616 w 312616"/>
                <a:gd name="connsiteY2" fmla="*/ 1016000 h 1367693"/>
                <a:gd name="connsiteX3" fmla="*/ 117231 w 312616"/>
                <a:gd name="connsiteY3" fmla="*/ 1367693 h 1367693"/>
                <a:gd name="connsiteX4" fmla="*/ 0 w 312616"/>
                <a:gd name="connsiteY4" fmla="*/ 644770 h 1367693"/>
                <a:gd name="connsiteX0" fmla="*/ 0 w 199855"/>
                <a:gd name="connsiteY0" fmla="*/ 733787 h 1367693"/>
                <a:gd name="connsiteX1" fmla="*/ 199855 w 199855"/>
                <a:gd name="connsiteY1" fmla="*/ 0 h 1367693"/>
                <a:gd name="connsiteX2" fmla="*/ 199855 w 199855"/>
                <a:gd name="connsiteY2" fmla="*/ 1016000 h 1367693"/>
                <a:gd name="connsiteX3" fmla="*/ 4470 w 199855"/>
                <a:gd name="connsiteY3" fmla="*/ 1367693 h 1367693"/>
                <a:gd name="connsiteX4" fmla="*/ 0 w 199855"/>
                <a:gd name="connsiteY4" fmla="*/ 733787 h 1367693"/>
                <a:gd name="connsiteX0" fmla="*/ 25203 w 225058"/>
                <a:gd name="connsiteY0" fmla="*/ 733787 h 1361758"/>
                <a:gd name="connsiteX1" fmla="*/ 225058 w 225058"/>
                <a:gd name="connsiteY1" fmla="*/ 0 h 1361758"/>
                <a:gd name="connsiteX2" fmla="*/ 225058 w 225058"/>
                <a:gd name="connsiteY2" fmla="*/ 1016000 h 1361758"/>
                <a:gd name="connsiteX3" fmla="*/ 0 w 225058"/>
                <a:gd name="connsiteY3" fmla="*/ 1361758 h 1361758"/>
                <a:gd name="connsiteX4" fmla="*/ 25203 w 225058"/>
                <a:gd name="connsiteY4" fmla="*/ 733787 h 1361758"/>
                <a:gd name="connsiteX0" fmla="*/ 25203 w 230992"/>
                <a:gd name="connsiteY0" fmla="*/ 787197 h 1415168"/>
                <a:gd name="connsiteX1" fmla="*/ 230992 w 230992"/>
                <a:gd name="connsiteY1" fmla="*/ 0 h 1415168"/>
                <a:gd name="connsiteX2" fmla="*/ 225058 w 230992"/>
                <a:gd name="connsiteY2" fmla="*/ 1069410 h 1415168"/>
                <a:gd name="connsiteX3" fmla="*/ 0 w 230992"/>
                <a:gd name="connsiteY3" fmla="*/ 1415168 h 1415168"/>
                <a:gd name="connsiteX4" fmla="*/ 25203 w 230992"/>
                <a:gd name="connsiteY4" fmla="*/ 787197 h 1415168"/>
                <a:gd name="connsiteX0" fmla="*/ 0 w 205789"/>
                <a:gd name="connsiteY0" fmla="*/ 787197 h 1427037"/>
                <a:gd name="connsiteX1" fmla="*/ 205789 w 205789"/>
                <a:gd name="connsiteY1" fmla="*/ 0 h 1427037"/>
                <a:gd name="connsiteX2" fmla="*/ 199855 w 205789"/>
                <a:gd name="connsiteY2" fmla="*/ 1069410 h 1427037"/>
                <a:gd name="connsiteX3" fmla="*/ 4471 w 205789"/>
                <a:gd name="connsiteY3" fmla="*/ 1427037 h 1427037"/>
                <a:gd name="connsiteX4" fmla="*/ 0 w 205789"/>
                <a:gd name="connsiteY4" fmla="*/ 787197 h 1427037"/>
                <a:gd name="connsiteX0" fmla="*/ 0 w 199855"/>
                <a:gd name="connsiteY0" fmla="*/ 745656 h 1385496"/>
                <a:gd name="connsiteX1" fmla="*/ 193920 w 199855"/>
                <a:gd name="connsiteY1" fmla="*/ 0 h 1385496"/>
                <a:gd name="connsiteX2" fmla="*/ 199855 w 199855"/>
                <a:gd name="connsiteY2" fmla="*/ 1027869 h 1385496"/>
                <a:gd name="connsiteX3" fmla="*/ 4471 w 199855"/>
                <a:gd name="connsiteY3" fmla="*/ 1385496 h 1385496"/>
                <a:gd name="connsiteX4" fmla="*/ 0 w 199855"/>
                <a:gd name="connsiteY4" fmla="*/ 745656 h 1385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9855" h="1385496">
                  <a:moveTo>
                    <a:pt x="0" y="745656"/>
                  </a:moveTo>
                  <a:lnTo>
                    <a:pt x="193920" y="0"/>
                  </a:lnTo>
                  <a:cubicBezTo>
                    <a:pt x="195898" y="342623"/>
                    <a:pt x="197877" y="685246"/>
                    <a:pt x="199855" y="1027869"/>
                  </a:cubicBezTo>
                  <a:lnTo>
                    <a:pt x="4471" y="1385496"/>
                  </a:lnTo>
                  <a:cubicBezTo>
                    <a:pt x="2981" y="1172216"/>
                    <a:pt x="1490" y="958936"/>
                    <a:pt x="0" y="745656"/>
                  </a:cubicBezTo>
                  <a:close/>
                </a:path>
              </a:pathLst>
            </a:custGeom>
            <a:gradFill>
              <a:gsLst>
                <a:gs pos="0">
                  <a:schemeClr val="bg1">
                    <a:lumMod val="95000"/>
                  </a:schemeClr>
                </a:gs>
                <a:gs pos="100000">
                  <a:schemeClr val="accent6">
                    <a:lumMod val="20000"/>
                    <a:lumOff val="80000"/>
                  </a:schemeClr>
                </a:gs>
              </a:gsLst>
              <a:lin ang="0" scaled="0"/>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sp>
          <p:nvSpPr>
            <p:cNvPr id="398" name="Freeform 397"/>
            <p:cNvSpPr/>
            <p:nvPr/>
          </p:nvSpPr>
          <p:spPr bwMode="auto">
            <a:xfrm flipH="1">
              <a:off x="6969078" y="2061336"/>
              <a:ext cx="220427" cy="1370587"/>
            </a:xfrm>
            <a:custGeom>
              <a:avLst/>
              <a:gdLst>
                <a:gd name="connsiteX0" fmla="*/ 0 w 312616"/>
                <a:gd name="connsiteY0" fmla="*/ 644770 h 1367693"/>
                <a:gd name="connsiteX1" fmla="*/ 312616 w 312616"/>
                <a:gd name="connsiteY1" fmla="*/ 0 h 1367693"/>
                <a:gd name="connsiteX2" fmla="*/ 312616 w 312616"/>
                <a:gd name="connsiteY2" fmla="*/ 1016000 h 1367693"/>
                <a:gd name="connsiteX3" fmla="*/ 117231 w 312616"/>
                <a:gd name="connsiteY3" fmla="*/ 1367693 h 1367693"/>
                <a:gd name="connsiteX4" fmla="*/ 0 w 312616"/>
                <a:gd name="connsiteY4" fmla="*/ 644770 h 1367693"/>
                <a:gd name="connsiteX0" fmla="*/ 0 w 199855"/>
                <a:gd name="connsiteY0" fmla="*/ 733787 h 1367693"/>
                <a:gd name="connsiteX1" fmla="*/ 199855 w 199855"/>
                <a:gd name="connsiteY1" fmla="*/ 0 h 1367693"/>
                <a:gd name="connsiteX2" fmla="*/ 199855 w 199855"/>
                <a:gd name="connsiteY2" fmla="*/ 1016000 h 1367693"/>
                <a:gd name="connsiteX3" fmla="*/ 4470 w 199855"/>
                <a:gd name="connsiteY3" fmla="*/ 1367693 h 1367693"/>
                <a:gd name="connsiteX4" fmla="*/ 0 w 199855"/>
                <a:gd name="connsiteY4" fmla="*/ 733787 h 1367693"/>
                <a:gd name="connsiteX0" fmla="*/ 25203 w 225058"/>
                <a:gd name="connsiteY0" fmla="*/ 733787 h 1361758"/>
                <a:gd name="connsiteX1" fmla="*/ 225058 w 225058"/>
                <a:gd name="connsiteY1" fmla="*/ 0 h 1361758"/>
                <a:gd name="connsiteX2" fmla="*/ 225058 w 225058"/>
                <a:gd name="connsiteY2" fmla="*/ 1016000 h 1361758"/>
                <a:gd name="connsiteX3" fmla="*/ 0 w 225058"/>
                <a:gd name="connsiteY3" fmla="*/ 1361758 h 1361758"/>
                <a:gd name="connsiteX4" fmla="*/ 25203 w 225058"/>
                <a:gd name="connsiteY4" fmla="*/ 733787 h 1361758"/>
                <a:gd name="connsiteX0" fmla="*/ 25203 w 230992"/>
                <a:gd name="connsiteY0" fmla="*/ 787197 h 1415168"/>
                <a:gd name="connsiteX1" fmla="*/ 230992 w 230992"/>
                <a:gd name="connsiteY1" fmla="*/ 0 h 1415168"/>
                <a:gd name="connsiteX2" fmla="*/ 225058 w 230992"/>
                <a:gd name="connsiteY2" fmla="*/ 1069410 h 1415168"/>
                <a:gd name="connsiteX3" fmla="*/ 0 w 230992"/>
                <a:gd name="connsiteY3" fmla="*/ 1415168 h 1415168"/>
                <a:gd name="connsiteX4" fmla="*/ 25203 w 230992"/>
                <a:gd name="connsiteY4" fmla="*/ 787197 h 1415168"/>
                <a:gd name="connsiteX0" fmla="*/ 0 w 205789"/>
                <a:gd name="connsiteY0" fmla="*/ 787197 h 1427037"/>
                <a:gd name="connsiteX1" fmla="*/ 205789 w 205789"/>
                <a:gd name="connsiteY1" fmla="*/ 0 h 1427037"/>
                <a:gd name="connsiteX2" fmla="*/ 199855 w 205789"/>
                <a:gd name="connsiteY2" fmla="*/ 1069410 h 1427037"/>
                <a:gd name="connsiteX3" fmla="*/ 4471 w 205789"/>
                <a:gd name="connsiteY3" fmla="*/ 1427037 h 1427037"/>
                <a:gd name="connsiteX4" fmla="*/ 0 w 205789"/>
                <a:gd name="connsiteY4" fmla="*/ 787197 h 1427037"/>
                <a:gd name="connsiteX0" fmla="*/ 0 w 199855"/>
                <a:gd name="connsiteY0" fmla="*/ 745656 h 1385496"/>
                <a:gd name="connsiteX1" fmla="*/ 193920 w 199855"/>
                <a:gd name="connsiteY1" fmla="*/ 0 h 1385496"/>
                <a:gd name="connsiteX2" fmla="*/ 199855 w 199855"/>
                <a:gd name="connsiteY2" fmla="*/ 1027869 h 1385496"/>
                <a:gd name="connsiteX3" fmla="*/ 4471 w 199855"/>
                <a:gd name="connsiteY3" fmla="*/ 1385496 h 1385496"/>
                <a:gd name="connsiteX4" fmla="*/ 0 w 199855"/>
                <a:gd name="connsiteY4" fmla="*/ 745656 h 1385496"/>
                <a:gd name="connsiteX0" fmla="*/ 0 w 219519"/>
                <a:gd name="connsiteY0" fmla="*/ 730359 h 1370199"/>
                <a:gd name="connsiteX1" fmla="*/ 219401 w 219519"/>
                <a:gd name="connsiteY1" fmla="*/ 0 h 1370199"/>
                <a:gd name="connsiteX2" fmla="*/ 199855 w 219519"/>
                <a:gd name="connsiteY2" fmla="*/ 1012572 h 1370199"/>
                <a:gd name="connsiteX3" fmla="*/ 4471 w 219519"/>
                <a:gd name="connsiteY3" fmla="*/ 1370199 h 1370199"/>
                <a:gd name="connsiteX4" fmla="*/ 0 w 219519"/>
                <a:gd name="connsiteY4" fmla="*/ 730359 h 1370199"/>
                <a:gd name="connsiteX0" fmla="*/ 0 w 219602"/>
                <a:gd name="connsiteY0" fmla="*/ 730359 h 1370199"/>
                <a:gd name="connsiteX1" fmla="*/ 219401 w 219602"/>
                <a:gd name="connsiteY1" fmla="*/ 0 h 1370199"/>
                <a:gd name="connsiteX2" fmla="*/ 210047 w 219602"/>
                <a:gd name="connsiteY2" fmla="*/ 1007473 h 1370199"/>
                <a:gd name="connsiteX3" fmla="*/ 4471 w 219602"/>
                <a:gd name="connsiteY3" fmla="*/ 1370199 h 1370199"/>
                <a:gd name="connsiteX4" fmla="*/ 0 w 219602"/>
                <a:gd name="connsiteY4" fmla="*/ 730359 h 1370199"/>
                <a:gd name="connsiteX0" fmla="*/ 0 w 220239"/>
                <a:gd name="connsiteY0" fmla="*/ 730359 h 1370199"/>
                <a:gd name="connsiteX1" fmla="*/ 219401 w 220239"/>
                <a:gd name="connsiteY1" fmla="*/ 0 h 1370199"/>
                <a:gd name="connsiteX2" fmla="*/ 220239 w 220239"/>
                <a:gd name="connsiteY2" fmla="*/ 1007473 h 1370199"/>
                <a:gd name="connsiteX3" fmla="*/ 4471 w 220239"/>
                <a:gd name="connsiteY3" fmla="*/ 1370199 h 1370199"/>
                <a:gd name="connsiteX4" fmla="*/ 0 w 220239"/>
                <a:gd name="connsiteY4" fmla="*/ 730359 h 13701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239" h="1370199">
                  <a:moveTo>
                    <a:pt x="0" y="730359"/>
                  </a:moveTo>
                  <a:cubicBezTo>
                    <a:pt x="64640" y="481807"/>
                    <a:pt x="154761" y="248552"/>
                    <a:pt x="219401" y="0"/>
                  </a:cubicBezTo>
                  <a:cubicBezTo>
                    <a:pt x="221379" y="342623"/>
                    <a:pt x="218261" y="664850"/>
                    <a:pt x="220239" y="1007473"/>
                  </a:cubicBezTo>
                  <a:lnTo>
                    <a:pt x="4471" y="1370199"/>
                  </a:lnTo>
                  <a:cubicBezTo>
                    <a:pt x="2981" y="1156919"/>
                    <a:pt x="1490" y="943639"/>
                    <a:pt x="0" y="730359"/>
                  </a:cubicBezTo>
                  <a:close/>
                </a:path>
              </a:pathLst>
            </a:custGeom>
            <a:gradFill>
              <a:gsLst>
                <a:gs pos="0">
                  <a:schemeClr val="accent6">
                    <a:lumMod val="20000"/>
                    <a:lumOff val="80000"/>
                  </a:schemeClr>
                </a:gs>
                <a:gs pos="100000">
                  <a:schemeClr val="bg1"/>
                </a:gs>
              </a:gsLst>
              <a:lin ang="10800000" scaled="0"/>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grpSp>
          <p:nvGrpSpPr>
            <p:cNvPr id="48316" name="Group 950"/>
            <p:cNvGrpSpPr>
              <a:grpSpLocks/>
            </p:cNvGrpSpPr>
            <p:nvPr/>
          </p:nvGrpSpPr>
          <p:grpSpPr bwMode="auto">
            <a:xfrm>
              <a:off x="1492879" y="2820676"/>
              <a:ext cx="338137" cy="653816"/>
              <a:chOff x="4140" y="429"/>
              <a:chExt cx="1425" cy="2396"/>
            </a:xfrm>
          </p:grpSpPr>
          <p:sp>
            <p:nvSpPr>
              <p:cNvPr id="48350" name="Freeform 951"/>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8351" name="Rectangle 952"/>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p>
            </p:txBody>
          </p:sp>
          <p:sp>
            <p:nvSpPr>
              <p:cNvPr id="48352" name="Freeform 953"/>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8353" name="Freeform 954"/>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8354" name="Rectangle 955"/>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p>
                <a:endParaRPr lang="en-US"/>
              </a:p>
            </p:txBody>
          </p:sp>
          <p:grpSp>
            <p:nvGrpSpPr>
              <p:cNvPr id="48355" name="Group 956"/>
              <p:cNvGrpSpPr>
                <a:grpSpLocks/>
              </p:cNvGrpSpPr>
              <p:nvPr/>
            </p:nvGrpSpPr>
            <p:grpSpPr bwMode="auto">
              <a:xfrm>
                <a:off x="4749" y="668"/>
                <a:ext cx="581" cy="145"/>
                <a:chOff x="614" y="2568"/>
                <a:chExt cx="725" cy="139"/>
              </a:xfrm>
            </p:grpSpPr>
            <p:sp>
              <p:nvSpPr>
                <p:cNvPr id="48380" name="AutoShape 957"/>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sp>
              <p:nvSpPr>
                <p:cNvPr id="48381" name="AutoShape 958"/>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grpSp>
          <p:sp>
            <p:nvSpPr>
              <p:cNvPr id="48356" name="Rectangle 959"/>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p>
                <a:endParaRPr lang="en-US"/>
              </a:p>
            </p:txBody>
          </p:sp>
          <p:grpSp>
            <p:nvGrpSpPr>
              <p:cNvPr id="48357" name="Group 960"/>
              <p:cNvGrpSpPr>
                <a:grpSpLocks/>
              </p:cNvGrpSpPr>
              <p:nvPr/>
            </p:nvGrpSpPr>
            <p:grpSpPr bwMode="auto">
              <a:xfrm>
                <a:off x="4747" y="994"/>
                <a:ext cx="581" cy="134"/>
                <a:chOff x="614" y="2568"/>
                <a:chExt cx="725" cy="139"/>
              </a:xfrm>
            </p:grpSpPr>
            <p:sp>
              <p:nvSpPr>
                <p:cNvPr id="48378" name="AutoShape 961"/>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sp>
              <p:nvSpPr>
                <p:cNvPr id="48379" name="AutoShape 962"/>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grpSp>
          <p:sp>
            <p:nvSpPr>
              <p:cNvPr id="48358" name="Rectangle 963"/>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p>
                <a:endParaRPr lang="en-US"/>
              </a:p>
            </p:txBody>
          </p:sp>
          <p:sp>
            <p:nvSpPr>
              <p:cNvPr id="48359" name="Rectangle 964"/>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p>
                <a:endParaRPr lang="en-US"/>
              </a:p>
            </p:txBody>
          </p:sp>
          <p:grpSp>
            <p:nvGrpSpPr>
              <p:cNvPr id="48360" name="Group 965"/>
              <p:cNvGrpSpPr>
                <a:grpSpLocks/>
              </p:cNvGrpSpPr>
              <p:nvPr/>
            </p:nvGrpSpPr>
            <p:grpSpPr bwMode="auto">
              <a:xfrm>
                <a:off x="4735" y="1627"/>
                <a:ext cx="582" cy="151"/>
                <a:chOff x="614" y="2568"/>
                <a:chExt cx="725" cy="139"/>
              </a:xfrm>
            </p:grpSpPr>
            <p:sp>
              <p:nvSpPr>
                <p:cNvPr id="48376" name="AutoShape 966"/>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sp>
              <p:nvSpPr>
                <p:cNvPr id="48377" name="AutoShape 967"/>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grpSp>
          <p:sp>
            <p:nvSpPr>
              <p:cNvPr id="48361" name="Freeform 968"/>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grpSp>
            <p:nvGrpSpPr>
              <p:cNvPr id="48362" name="Group 969"/>
              <p:cNvGrpSpPr>
                <a:grpSpLocks/>
              </p:cNvGrpSpPr>
              <p:nvPr/>
            </p:nvGrpSpPr>
            <p:grpSpPr bwMode="auto">
              <a:xfrm>
                <a:off x="4739" y="1327"/>
                <a:ext cx="582" cy="139"/>
                <a:chOff x="614" y="2568"/>
                <a:chExt cx="725" cy="139"/>
              </a:xfrm>
            </p:grpSpPr>
            <p:sp>
              <p:nvSpPr>
                <p:cNvPr id="48374" name="AutoShape 970"/>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sp>
              <p:nvSpPr>
                <p:cNvPr id="48375" name="AutoShape 971"/>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grpSp>
          <p:sp>
            <p:nvSpPr>
              <p:cNvPr id="48363" name="Rectangle 972"/>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p>
                <a:endParaRPr lang="en-US"/>
              </a:p>
            </p:txBody>
          </p:sp>
          <p:sp>
            <p:nvSpPr>
              <p:cNvPr id="48364" name="Freeform 973"/>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8365" name="Freeform 974"/>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8366" name="Oval 975"/>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sp>
            <p:nvSpPr>
              <p:cNvPr id="48367" name="Freeform 976"/>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8368" name="AutoShape 977"/>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p>
                <a:endParaRPr lang="en-US"/>
              </a:p>
            </p:txBody>
          </p:sp>
          <p:sp>
            <p:nvSpPr>
              <p:cNvPr id="48369" name="AutoShape 978"/>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p>
                <a:endParaRPr lang="en-US"/>
              </a:p>
            </p:txBody>
          </p:sp>
          <p:sp>
            <p:nvSpPr>
              <p:cNvPr id="48370" name="Oval 979"/>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sp>
            <p:nvSpPr>
              <p:cNvPr id="48371" name="Oval 980"/>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algn="ctr" eaLnBrk="1" hangingPunct="1"/>
                <a:endParaRPr lang="en-US">
                  <a:solidFill>
                    <a:srgbClr val="FF0000"/>
                  </a:solidFill>
                </a:endParaRPr>
              </a:p>
            </p:txBody>
          </p:sp>
          <p:sp>
            <p:nvSpPr>
              <p:cNvPr id="48372" name="Oval 981"/>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sp>
            <p:nvSpPr>
              <p:cNvPr id="48373" name="Rectangle 982"/>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p>
                <a:endParaRPr lang="en-US"/>
              </a:p>
            </p:txBody>
          </p:sp>
        </p:grpSp>
        <p:grpSp>
          <p:nvGrpSpPr>
            <p:cNvPr id="48317" name="Group 950"/>
            <p:cNvGrpSpPr>
              <a:grpSpLocks/>
            </p:cNvGrpSpPr>
            <p:nvPr/>
          </p:nvGrpSpPr>
          <p:grpSpPr bwMode="auto">
            <a:xfrm>
              <a:off x="7182479" y="2847655"/>
              <a:ext cx="338137" cy="653816"/>
              <a:chOff x="4140" y="429"/>
              <a:chExt cx="1425" cy="2396"/>
            </a:xfrm>
          </p:grpSpPr>
          <p:sp>
            <p:nvSpPr>
              <p:cNvPr id="48318" name="Freeform 951"/>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8319" name="Rectangle 952"/>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p>
            </p:txBody>
          </p:sp>
          <p:sp>
            <p:nvSpPr>
              <p:cNvPr id="48320" name="Freeform 953"/>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8321" name="Freeform 954"/>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8322" name="Rectangle 955"/>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p>
                <a:endParaRPr lang="en-US"/>
              </a:p>
            </p:txBody>
          </p:sp>
          <p:grpSp>
            <p:nvGrpSpPr>
              <p:cNvPr id="48323" name="Group 956"/>
              <p:cNvGrpSpPr>
                <a:grpSpLocks/>
              </p:cNvGrpSpPr>
              <p:nvPr/>
            </p:nvGrpSpPr>
            <p:grpSpPr bwMode="auto">
              <a:xfrm>
                <a:off x="4749" y="668"/>
                <a:ext cx="581" cy="145"/>
                <a:chOff x="614" y="2568"/>
                <a:chExt cx="725" cy="139"/>
              </a:xfrm>
            </p:grpSpPr>
            <p:sp>
              <p:nvSpPr>
                <p:cNvPr id="48348" name="AutoShape 957"/>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sp>
              <p:nvSpPr>
                <p:cNvPr id="48349" name="AutoShape 958"/>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grpSp>
          <p:sp>
            <p:nvSpPr>
              <p:cNvPr id="48324" name="Rectangle 959"/>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p>
                <a:endParaRPr lang="en-US"/>
              </a:p>
            </p:txBody>
          </p:sp>
          <p:grpSp>
            <p:nvGrpSpPr>
              <p:cNvPr id="48325" name="Group 960"/>
              <p:cNvGrpSpPr>
                <a:grpSpLocks/>
              </p:cNvGrpSpPr>
              <p:nvPr/>
            </p:nvGrpSpPr>
            <p:grpSpPr bwMode="auto">
              <a:xfrm>
                <a:off x="4747" y="994"/>
                <a:ext cx="581" cy="134"/>
                <a:chOff x="614" y="2568"/>
                <a:chExt cx="725" cy="139"/>
              </a:xfrm>
            </p:grpSpPr>
            <p:sp>
              <p:nvSpPr>
                <p:cNvPr id="48346" name="AutoShape 961"/>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sp>
              <p:nvSpPr>
                <p:cNvPr id="48347" name="AutoShape 962"/>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grpSp>
          <p:sp>
            <p:nvSpPr>
              <p:cNvPr id="48326" name="Rectangle 963"/>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p>
                <a:endParaRPr lang="en-US"/>
              </a:p>
            </p:txBody>
          </p:sp>
          <p:sp>
            <p:nvSpPr>
              <p:cNvPr id="48327" name="Rectangle 964"/>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p>
                <a:endParaRPr lang="en-US"/>
              </a:p>
            </p:txBody>
          </p:sp>
          <p:grpSp>
            <p:nvGrpSpPr>
              <p:cNvPr id="48328" name="Group 965"/>
              <p:cNvGrpSpPr>
                <a:grpSpLocks/>
              </p:cNvGrpSpPr>
              <p:nvPr/>
            </p:nvGrpSpPr>
            <p:grpSpPr bwMode="auto">
              <a:xfrm>
                <a:off x="4735" y="1627"/>
                <a:ext cx="582" cy="151"/>
                <a:chOff x="614" y="2568"/>
                <a:chExt cx="725" cy="139"/>
              </a:xfrm>
            </p:grpSpPr>
            <p:sp>
              <p:nvSpPr>
                <p:cNvPr id="48344" name="AutoShape 966"/>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sp>
              <p:nvSpPr>
                <p:cNvPr id="48345" name="AutoShape 967"/>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grpSp>
          <p:sp>
            <p:nvSpPr>
              <p:cNvPr id="48329" name="Freeform 968"/>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grpSp>
            <p:nvGrpSpPr>
              <p:cNvPr id="48330" name="Group 969"/>
              <p:cNvGrpSpPr>
                <a:grpSpLocks/>
              </p:cNvGrpSpPr>
              <p:nvPr/>
            </p:nvGrpSpPr>
            <p:grpSpPr bwMode="auto">
              <a:xfrm>
                <a:off x="4739" y="1327"/>
                <a:ext cx="582" cy="139"/>
                <a:chOff x="614" y="2568"/>
                <a:chExt cx="725" cy="139"/>
              </a:xfrm>
            </p:grpSpPr>
            <p:sp>
              <p:nvSpPr>
                <p:cNvPr id="48342" name="AutoShape 970"/>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sp>
              <p:nvSpPr>
                <p:cNvPr id="48343" name="AutoShape 971"/>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grpSp>
          <p:sp>
            <p:nvSpPr>
              <p:cNvPr id="48331" name="Rectangle 972"/>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p>
                <a:endParaRPr lang="en-US"/>
              </a:p>
            </p:txBody>
          </p:sp>
          <p:sp>
            <p:nvSpPr>
              <p:cNvPr id="48332" name="Freeform 973"/>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8333" name="Freeform 974"/>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8334" name="Oval 975"/>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sp>
            <p:nvSpPr>
              <p:cNvPr id="48335" name="Freeform 976"/>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8336" name="AutoShape 977"/>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p>
                <a:endParaRPr lang="en-US"/>
              </a:p>
            </p:txBody>
          </p:sp>
          <p:sp>
            <p:nvSpPr>
              <p:cNvPr id="48337" name="AutoShape 978"/>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p>
                <a:endParaRPr lang="en-US"/>
              </a:p>
            </p:txBody>
          </p:sp>
          <p:sp>
            <p:nvSpPr>
              <p:cNvPr id="48338" name="Oval 979"/>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sp>
            <p:nvSpPr>
              <p:cNvPr id="48339" name="Oval 980"/>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algn="ctr" eaLnBrk="1" hangingPunct="1"/>
                <a:endParaRPr lang="en-US">
                  <a:solidFill>
                    <a:srgbClr val="FF0000"/>
                  </a:solidFill>
                </a:endParaRPr>
              </a:p>
            </p:txBody>
          </p:sp>
          <p:sp>
            <p:nvSpPr>
              <p:cNvPr id="48340" name="Oval 981"/>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sp>
            <p:nvSpPr>
              <p:cNvPr id="48341" name="Rectangle 982"/>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p>
                <a:endParaRPr lang="en-US"/>
              </a:p>
            </p:txBody>
          </p:sp>
        </p:grpSp>
      </p:grpSp>
      <p:sp>
        <p:nvSpPr>
          <p:cNvPr id="48129" name="Freeform 2"/>
          <p:cNvSpPr>
            <a:spLocks/>
          </p:cNvSpPr>
          <p:nvPr/>
        </p:nvSpPr>
        <p:spPr bwMode="auto">
          <a:xfrm>
            <a:off x="2592388" y="5749925"/>
            <a:ext cx="4027487" cy="939800"/>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0001" h="10125">
                <a:moveTo>
                  <a:pt x="4" y="4039"/>
                </a:moveTo>
                <a:cubicBezTo>
                  <a:pt x="-29" y="2271"/>
                  <a:pt x="194" y="2100"/>
                  <a:pt x="715" y="1595"/>
                </a:cubicBezTo>
                <a:cubicBezTo>
                  <a:pt x="1236" y="1089"/>
                  <a:pt x="2417" y="1272"/>
                  <a:pt x="3130" y="1006"/>
                </a:cubicBezTo>
                <a:cubicBezTo>
                  <a:pt x="3843" y="740"/>
                  <a:pt x="4397" y="0"/>
                  <a:pt x="4995" y="0"/>
                </a:cubicBezTo>
                <a:cubicBezTo>
                  <a:pt x="5593" y="1"/>
                  <a:pt x="6206" y="926"/>
                  <a:pt x="6720" y="1009"/>
                </a:cubicBezTo>
                <a:cubicBezTo>
                  <a:pt x="7234" y="1092"/>
                  <a:pt x="7536" y="241"/>
                  <a:pt x="8082" y="497"/>
                </a:cubicBezTo>
                <a:cubicBezTo>
                  <a:pt x="8628" y="756"/>
                  <a:pt x="9854" y="442"/>
                  <a:pt x="9989" y="2989"/>
                </a:cubicBezTo>
                <a:cubicBezTo>
                  <a:pt x="10124" y="5536"/>
                  <a:pt x="9098" y="5742"/>
                  <a:pt x="8599" y="6797"/>
                </a:cubicBezTo>
                <a:cubicBezTo>
                  <a:pt x="8100" y="7852"/>
                  <a:pt x="7544" y="8981"/>
                  <a:pt x="6995" y="9322"/>
                </a:cubicBezTo>
                <a:cubicBezTo>
                  <a:pt x="6446" y="9663"/>
                  <a:pt x="5793" y="8957"/>
                  <a:pt x="5307" y="8843"/>
                </a:cubicBezTo>
                <a:cubicBezTo>
                  <a:pt x="4819" y="8726"/>
                  <a:pt x="4628" y="10048"/>
                  <a:pt x="4371" y="9912"/>
                </a:cubicBezTo>
                <a:cubicBezTo>
                  <a:pt x="4114" y="9775"/>
                  <a:pt x="3505" y="10355"/>
                  <a:pt x="3140" y="10019"/>
                </a:cubicBezTo>
                <a:cubicBezTo>
                  <a:pt x="2774" y="9683"/>
                  <a:pt x="2820" y="8138"/>
                  <a:pt x="2179" y="7895"/>
                </a:cubicBezTo>
                <a:cubicBezTo>
                  <a:pt x="1586" y="6800"/>
                  <a:pt x="1549" y="8137"/>
                  <a:pt x="1187" y="7495"/>
                </a:cubicBezTo>
                <a:cubicBezTo>
                  <a:pt x="825" y="6852"/>
                  <a:pt x="-7" y="6157"/>
                  <a:pt x="4" y="4039"/>
                </a:cubicBezTo>
                <a:close/>
              </a:path>
            </a:pathLst>
          </a:custGeom>
          <a:solidFill>
            <a:srgbClr val="66CCFF"/>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cxnSp>
        <p:nvCxnSpPr>
          <p:cNvPr id="148" name="Straight Connector 147"/>
          <p:cNvCxnSpPr/>
          <p:nvPr/>
        </p:nvCxnSpPr>
        <p:spPr>
          <a:xfrm flipV="1">
            <a:off x="3262941" y="5900738"/>
            <a:ext cx="1316038" cy="13176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50" name="Straight Connector 149"/>
          <p:cNvCxnSpPr/>
          <p:nvPr/>
        </p:nvCxnSpPr>
        <p:spPr>
          <a:xfrm>
            <a:off x="3151816" y="6088063"/>
            <a:ext cx="2259013" cy="29845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53" name="Straight Connector 152"/>
          <p:cNvCxnSpPr/>
          <p:nvPr/>
        </p:nvCxnSpPr>
        <p:spPr>
          <a:xfrm>
            <a:off x="3164516" y="6192838"/>
            <a:ext cx="714375" cy="27622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57" name="Straight Connector 156"/>
          <p:cNvCxnSpPr/>
          <p:nvPr/>
        </p:nvCxnSpPr>
        <p:spPr>
          <a:xfrm flipV="1">
            <a:off x="4182104" y="6386513"/>
            <a:ext cx="1247775" cy="8255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59" name="Straight Connector 158"/>
          <p:cNvCxnSpPr/>
          <p:nvPr/>
        </p:nvCxnSpPr>
        <p:spPr>
          <a:xfrm>
            <a:off x="4842504" y="5934075"/>
            <a:ext cx="1057275" cy="12382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61" name="Straight Connector 160"/>
          <p:cNvCxnSpPr/>
          <p:nvPr/>
        </p:nvCxnSpPr>
        <p:spPr>
          <a:xfrm flipV="1">
            <a:off x="4126541" y="6088063"/>
            <a:ext cx="1790700" cy="29845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63" name="Straight Connector 162"/>
          <p:cNvCxnSpPr/>
          <p:nvPr/>
        </p:nvCxnSpPr>
        <p:spPr>
          <a:xfrm flipV="1">
            <a:off x="5453691" y="6116638"/>
            <a:ext cx="588963" cy="26987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65" name="Straight Connector 164"/>
          <p:cNvCxnSpPr/>
          <p:nvPr/>
        </p:nvCxnSpPr>
        <p:spPr>
          <a:xfrm>
            <a:off x="4596441" y="5900738"/>
            <a:ext cx="814388" cy="40163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48261" name="Group 48260"/>
          <p:cNvGrpSpPr/>
          <p:nvPr/>
        </p:nvGrpSpPr>
        <p:grpSpPr>
          <a:xfrm>
            <a:off x="1526216" y="3003498"/>
            <a:ext cx="6978041" cy="1096962"/>
            <a:chOff x="1526216" y="3003498"/>
            <a:chExt cx="6978041" cy="1096962"/>
          </a:xfrm>
        </p:grpSpPr>
        <p:sp>
          <p:nvSpPr>
            <p:cNvPr id="48156" name="TextBox 399"/>
            <p:cNvSpPr txBox="1">
              <a:spLocks noChangeArrowheads="1"/>
            </p:cNvSpPr>
            <p:nvPr/>
          </p:nvSpPr>
          <p:spPr bwMode="auto">
            <a:xfrm>
              <a:off x="7714291" y="3628973"/>
              <a:ext cx="595313" cy="47148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lnSpc>
                  <a:spcPts val="1463"/>
                </a:lnSpc>
              </a:pPr>
              <a:r>
                <a:rPr lang="en-US" sz="1400"/>
                <a:t>data</a:t>
              </a:r>
            </a:p>
            <a:p>
              <a:pPr algn="ctr">
                <a:lnSpc>
                  <a:spcPts val="1463"/>
                </a:lnSpc>
              </a:pPr>
              <a:r>
                <a:rPr lang="en-US" sz="1400"/>
                <a:t>plane</a:t>
              </a:r>
            </a:p>
          </p:txBody>
        </p:sp>
        <p:sp>
          <p:nvSpPr>
            <p:cNvPr id="48157" name="TextBox 400"/>
            <p:cNvSpPr txBox="1">
              <a:spLocks noChangeArrowheads="1"/>
            </p:cNvSpPr>
            <p:nvPr/>
          </p:nvSpPr>
          <p:spPr bwMode="auto">
            <a:xfrm>
              <a:off x="7728579" y="3003498"/>
              <a:ext cx="709612" cy="47148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lnSpc>
                  <a:spcPts val="1463"/>
                </a:lnSpc>
              </a:pPr>
              <a:r>
                <a:rPr lang="en-US" sz="1400"/>
                <a:t>control</a:t>
              </a:r>
            </a:p>
            <a:p>
              <a:pPr algn="ctr">
                <a:lnSpc>
                  <a:spcPts val="1463"/>
                </a:lnSpc>
              </a:pPr>
              <a:r>
                <a:rPr lang="en-US" sz="1400"/>
                <a:t>plane</a:t>
              </a:r>
            </a:p>
          </p:txBody>
        </p:sp>
        <p:cxnSp>
          <p:nvCxnSpPr>
            <p:cNvPr id="302" name="Straight Connector 301"/>
            <p:cNvCxnSpPr/>
            <p:nvPr/>
          </p:nvCxnSpPr>
          <p:spPr bwMode="auto">
            <a:xfrm flipV="1">
              <a:off x="1526216" y="3579342"/>
              <a:ext cx="6978041" cy="12155"/>
            </a:xfrm>
            <a:prstGeom prst="line">
              <a:avLst/>
            </a:prstGeom>
            <a:ln w="25400">
              <a:solidFill>
                <a:schemeClr val="tx1"/>
              </a:solidFill>
              <a:prstDash val="dash"/>
            </a:ln>
            <a:effectLst/>
          </p:spPr>
          <p:style>
            <a:lnRef idx="2">
              <a:schemeClr val="accent1"/>
            </a:lnRef>
            <a:fillRef idx="0">
              <a:schemeClr val="accent1"/>
            </a:fillRef>
            <a:effectRef idx="1">
              <a:schemeClr val="accent1"/>
            </a:effectRef>
            <a:fontRef idx="minor">
              <a:schemeClr val="tx1"/>
            </a:fontRef>
          </p:style>
        </p:cxnSp>
      </p:grpSp>
      <p:grpSp>
        <p:nvGrpSpPr>
          <p:cNvPr id="27" name="Group 26"/>
          <p:cNvGrpSpPr/>
          <p:nvPr/>
        </p:nvGrpSpPr>
        <p:grpSpPr>
          <a:xfrm>
            <a:off x="2436115" y="2735108"/>
            <a:ext cx="4296530" cy="320561"/>
            <a:chOff x="2433511" y="2792111"/>
            <a:chExt cx="4296530" cy="320561"/>
          </a:xfrm>
        </p:grpSpPr>
        <p:grpSp>
          <p:nvGrpSpPr>
            <p:cNvPr id="48311" name="Group 401"/>
            <p:cNvGrpSpPr>
              <a:grpSpLocks/>
            </p:cNvGrpSpPr>
            <p:nvPr/>
          </p:nvGrpSpPr>
          <p:grpSpPr bwMode="auto">
            <a:xfrm>
              <a:off x="2433511" y="2794083"/>
              <a:ext cx="349250" cy="317387"/>
              <a:chOff x="2931664" y="3912603"/>
              <a:chExt cx="430450" cy="329314"/>
            </a:xfrm>
          </p:grpSpPr>
          <p:sp>
            <p:nvSpPr>
              <p:cNvPr id="403" name="Rectangle 402"/>
              <p:cNvSpPr/>
              <p:nvPr/>
            </p:nvSpPr>
            <p:spPr>
              <a:xfrm>
                <a:off x="2937534" y="3912858"/>
                <a:ext cx="424580" cy="329431"/>
              </a:xfrm>
              <a:prstGeom prst="rect">
                <a:avLst/>
              </a:prstGeom>
              <a:solidFill>
                <a:schemeClr val="bg1"/>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04" name="Straight Connector 403"/>
              <p:cNvCxnSpPr/>
              <p:nvPr/>
            </p:nvCxnSpPr>
            <p:spPr>
              <a:xfrm>
                <a:off x="2931664" y="4005099"/>
                <a:ext cx="424581"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405" name="Straight Connector 404"/>
              <p:cNvCxnSpPr/>
              <p:nvPr/>
            </p:nvCxnSpPr>
            <p:spPr>
              <a:xfrm>
                <a:off x="2931664" y="4067691"/>
                <a:ext cx="424581"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406" name="Straight Connector 405"/>
              <p:cNvCxnSpPr>
                <a:stCxn id="403" idx="2"/>
              </p:cNvCxnSpPr>
              <p:nvPr/>
            </p:nvCxnSpPr>
            <p:spPr>
              <a:xfrm flipH="1" flipV="1">
                <a:off x="3148846" y="4005099"/>
                <a:ext cx="0" cy="23719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grpSp>
        <p:grpSp>
          <p:nvGrpSpPr>
            <p:cNvPr id="48312" name="Group 406"/>
            <p:cNvGrpSpPr>
              <a:grpSpLocks/>
            </p:cNvGrpSpPr>
            <p:nvPr/>
          </p:nvGrpSpPr>
          <p:grpSpPr bwMode="auto">
            <a:xfrm>
              <a:off x="3348666" y="2792111"/>
              <a:ext cx="350838" cy="317387"/>
              <a:chOff x="2931664" y="3912603"/>
              <a:chExt cx="430450" cy="329314"/>
            </a:xfrm>
          </p:grpSpPr>
          <p:sp>
            <p:nvSpPr>
              <p:cNvPr id="408" name="Rectangle 407"/>
              <p:cNvSpPr/>
              <p:nvPr/>
            </p:nvSpPr>
            <p:spPr>
              <a:xfrm>
                <a:off x="2937508" y="3912861"/>
                <a:ext cx="424606" cy="329431"/>
              </a:xfrm>
              <a:prstGeom prst="rect">
                <a:avLst/>
              </a:prstGeom>
              <a:solidFill>
                <a:schemeClr val="bg1"/>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09" name="Straight Connector 408"/>
              <p:cNvCxnSpPr/>
              <p:nvPr/>
            </p:nvCxnSpPr>
            <p:spPr>
              <a:xfrm>
                <a:off x="2931664" y="4005102"/>
                <a:ext cx="424606"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410" name="Straight Connector 409"/>
              <p:cNvCxnSpPr/>
              <p:nvPr/>
            </p:nvCxnSpPr>
            <p:spPr>
              <a:xfrm>
                <a:off x="2931664" y="4067694"/>
                <a:ext cx="424606"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411" name="Straight Connector 410"/>
              <p:cNvCxnSpPr>
                <a:stCxn id="408" idx="2"/>
              </p:cNvCxnSpPr>
              <p:nvPr/>
            </p:nvCxnSpPr>
            <p:spPr>
              <a:xfrm flipH="1" flipV="1">
                <a:off x="3147863" y="4005102"/>
                <a:ext cx="1947" cy="23719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grpSp>
        <p:grpSp>
          <p:nvGrpSpPr>
            <p:cNvPr id="48313" name="Group 411"/>
            <p:cNvGrpSpPr>
              <a:grpSpLocks/>
            </p:cNvGrpSpPr>
            <p:nvPr/>
          </p:nvGrpSpPr>
          <p:grpSpPr bwMode="auto">
            <a:xfrm>
              <a:off x="4182104" y="2792111"/>
              <a:ext cx="350837" cy="317387"/>
              <a:chOff x="2931664" y="3912603"/>
              <a:chExt cx="430450" cy="329314"/>
            </a:xfrm>
          </p:grpSpPr>
          <p:sp>
            <p:nvSpPr>
              <p:cNvPr id="413" name="Rectangle 412"/>
              <p:cNvSpPr/>
              <p:nvPr/>
            </p:nvSpPr>
            <p:spPr>
              <a:xfrm>
                <a:off x="2937507" y="3912861"/>
                <a:ext cx="424607" cy="329431"/>
              </a:xfrm>
              <a:prstGeom prst="rect">
                <a:avLst/>
              </a:prstGeom>
              <a:solidFill>
                <a:schemeClr val="bg1"/>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14" name="Straight Connector 413"/>
              <p:cNvCxnSpPr/>
              <p:nvPr/>
            </p:nvCxnSpPr>
            <p:spPr>
              <a:xfrm>
                <a:off x="2931664" y="4005102"/>
                <a:ext cx="424607"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415" name="Straight Connector 414"/>
              <p:cNvCxnSpPr/>
              <p:nvPr/>
            </p:nvCxnSpPr>
            <p:spPr>
              <a:xfrm>
                <a:off x="2931664" y="4067694"/>
                <a:ext cx="424607"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416" name="Straight Connector 415"/>
              <p:cNvCxnSpPr>
                <a:stCxn id="413" idx="2"/>
              </p:cNvCxnSpPr>
              <p:nvPr/>
            </p:nvCxnSpPr>
            <p:spPr>
              <a:xfrm flipH="1" flipV="1">
                <a:off x="3147863" y="4005102"/>
                <a:ext cx="1948" cy="23719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grpSp>
        <p:grpSp>
          <p:nvGrpSpPr>
            <p:cNvPr id="48314" name="Group 416"/>
            <p:cNvGrpSpPr>
              <a:grpSpLocks/>
            </p:cNvGrpSpPr>
            <p:nvPr/>
          </p:nvGrpSpPr>
          <p:grpSpPr bwMode="auto">
            <a:xfrm>
              <a:off x="5374316" y="2795285"/>
              <a:ext cx="349250" cy="317387"/>
              <a:chOff x="2931664" y="3912603"/>
              <a:chExt cx="430450" cy="329314"/>
            </a:xfrm>
          </p:grpSpPr>
          <p:sp>
            <p:nvSpPr>
              <p:cNvPr id="418" name="Rectangle 417"/>
              <p:cNvSpPr/>
              <p:nvPr/>
            </p:nvSpPr>
            <p:spPr>
              <a:xfrm>
                <a:off x="2937534" y="3912862"/>
                <a:ext cx="424580" cy="329431"/>
              </a:xfrm>
              <a:prstGeom prst="rect">
                <a:avLst/>
              </a:prstGeom>
              <a:solidFill>
                <a:schemeClr val="bg1"/>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19" name="Straight Connector 418"/>
              <p:cNvCxnSpPr/>
              <p:nvPr/>
            </p:nvCxnSpPr>
            <p:spPr>
              <a:xfrm>
                <a:off x="2931664" y="4005103"/>
                <a:ext cx="424581"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420" name="Straight Connector 419"/>
              <p:cNvCxnSpPr/>
              <p:nvPr/>
            </p:nvCxnSpPr>
            <p:spPr>
              <a:xfrm>
                <a:off x="2931664" y="4067695"/>
                <a:ext cx="424581"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421" name="Straight Connector 420"/>
              <p:cNvCxnSpPr>
                <a:stCxn id="418" idx="2"/>
              </p:cNvCxnSpPr>
              <p:nvPr/>
            </p:nvCxnSpPr>
            <p:spPr>
              <a:xfrm flipH="1" flipV="1">
                <a:off x="3148846" y="4005103"/>
                <a:ext cx="0" cy="23719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grpSp>
        <p:grpSp>
          <p:nvGrpSpPr>
            <p:cNvPr id="48315" name="Group 421"/>
            <p:cNvGrpSpPr>
              <a:grpSpLocks/>
            </p:cNvGrpSpPr>
            <p:nvPr/>
          </p:nvGrpSpPr>
          <p:grpSpPr bwMode="auto">
            <a:xfrm>
              <a:off x="6379204" y="2792111"/>
              <a:ext cx="350837" cy="317387"/>
              <a:chOff x="2931664" y="3912603"/>
              <a:chExt cx="430450" cy="329314"/>
            </a:xfrm>
          </p:grpSpPr>
          <p:sp>
            <p:nvSpPr>
              <p:cNvPr id="423" name="Rectangle 422"/>
              <p:cNvSpPr/>
              <p:nvPr/>
            </p:nvSpPr>
            <p:spPr>
              <a:xfrm>
                <a:off x="2937507" y="3912861"/>
                <a:ext cx="424607" cy="329431"/>
              </a:xfrm>
              <a:prstGeom prst="rect">
                <a:avLst/>
              </a:prstGeom>
              <a:solidFill>
                <a:schemeClr val="bg1"/>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24" name="Straight Connector 423"/>
              <p:cNvCxnSpPr/>
              <p:nvPr/>
            </p:nvCxnSpPr>
            <p:spPr>
              <a:xfrm>
                <a:off x="2931664" y="4005102"/>
                <a:ext cx="424607"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425" name="Straight Connector 424"/>
              <p:cNvCxnSpPr/>
              <p:nvPr/>
            </p:nvCxnSpPr>
            <p:spPr>
              <a:xfrm>
                <a:off x="2931664" y="4067694"/>
                <a:ext cx="424607"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426" name="Straight Connector 425"/>
              <p:cNvCxnSpPr>
                <a:stCxn id="423" idx="2"/>
              </p:cNvCxnSpPr>
              <p:nvPr/>
            </p:nvCxnSpPr>
            <p:spPr>
              <a:xfrm flipH="1" flipV="1">
                <a:off x="3147863" y="4005102"/>
                <a:ext cx="1948" cy="23719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grpSp>
      </p:grpSp>
      <p:grpSp>
        <p:nvGrpSpPr>
          <p:cNvPr id="48260" name="Group 48259"/>
          <p:cNvGrpSpPr/>
          <p:nvPr/>
        </p:nvGrpSpPr>
        <p:grpSpPr>
          <a:xfrm>
            <a:off x="1856416" y="3709935"/>
            <a:ext cx="5211763" cy="2739614"/>
            <a:chOff x="1856416" y="3709935"/>
            <a:chExt cx="5211763" cy="2739614"/>
          </a:xfrm>
        </p:grpSpPr>
        <p:sp>
          <p:nvSpPr>
            <p:cNvPr id="268" name="Freeform 267"/>
            <p:cNvSpPr/>
            <p:nvPr/>
          </p:nvSpPr>
          <p:spPr>
            <a:xfrm>
              <a:off x="1876731" y="5330139"/>
              <a:ext cx="1280789" cy="759087"/>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325315"/>
                <a:gd name="connsiteY0" fmla="*/ 1160935 h 1160935"/>
                <a:gd name="connsiteX1" fmla="*/ 0 w 1325315"/>
                <a:gd name="connsiteY1" fmla="*/ 0 h 1160935"/>
                <a:gd name="connsiteX2" fmla="*/ 1040633 w 1325315"/>
                <a:gd name="connsiteY2" fmla="*/ 16785 h 1160935"/>
                <a:gd name="connsiteX3" fmla="*/ 1214315 w 1325315"/>
                <a:gd name="connsiteY3" fmla="*/ 1064597 h 1160935"/>
                <a:gd name="connsiteX4" fmla="*/ 448507 w 1325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340486"/>
                <a:gd name="connsiteY0" fmla="*/ 921649 h 921649"/>
                <a:gd name="connsiteX1" fmla="*/ 0 w 1340486"/>
                <a:gd name="connsiteY1" fmla="*/ 51716 h 921649"/>
                <a:gd name="connsiteX2" fmla="*/ 1059218 w 1340486"/>
                <a:gd name="connsiteY2" fmla="*/ 355 h 921649"/>
                <a:gd name="connsiteX3" fmla="*/ 1340486 w 1340486"/>
                <a:gd name="connsiteY3" fmla="*/ 709789 h 921649"/>
                <a:gd name="connsiteX4" fmla="*/ 1060159 w 1340486"/>
                <a:gd name="connsiteY4" fmla="*/ 921649 h 921649"/>
                <a:gd name="connsiteX0" fmla="*/ 1060159 w 1340486"/>
                <a:gd name="connsiteY0" fmla="*/ 921649 h 921649"/>
                <a:gd name="connsiteX1" fmla="*/ 0 w 1340486"/>
                <a:gd name="connsiteY1" fmla="*/ 51716 h 921649"/>
                <a:gd name="connsiteX2" fmla="*/ 1059218 w 1340486"/>
                <a:gd name="connsiteY2" fmla="*/ 355 h 921649"/>
                <a:gd name="connsiteX3" fmla="*/ 1340486 w 1340486"/>
                <a:gd name="connsiteY3" fmla="*/ 709789 h 921649"/>
                <a:gd name="connsiteX4" fmla="*/ 1060159 w 1340486"/>
                <a:gd name="connsiteY4" fmla="*/ 921649 h 921649"/>
                <a:gd name="connsiteX0" fmla="*/ 1060159 w 1340486"/>
                <a:gd name="connsiteY0" fmla="*/ 921649 h 921649"/>
                <a:gd name="connsiteX1" fmla="*/ 0 w 1340486"/>
                <a:gd name="connsiteY1" fmla="*/ 51716 h 921649"/>
                <a:gd name="connsiteX2" fmla="*/ 1059218 w 1340486"/>
                <a:gd name="connsiteY2" fmla="*/ 355 h 921649"/>
                <a:gd name="connsiteX3" fmla="*/ 1340486 w 1340486"/>
                <a:gd name="connsiteY3" fmla="*/ 709789 h 921649"/>
                <a:gd name="connsiteX4" fmla="*/ 1060159 w 1340486"/>
                <a:gd name="connsiteY4" fmla="*/ 921649 h 921649"/>
                <a:gd name="connsiteX0" fmla="*/ 1025166 w 1340486"/>
                <a:gd name="connsiteY0" fmla="*/ 746482 h 746482"/>
                <a:gd name="connsiteX1" fmla="*/ 0 w 1340486"/>
                <a:gd name="connsiteY1" fmla="*/ 51716 h 746482"/>
                <a:gd name="connsiteX2" fmla="*/ 1059218 w 1340486"/>
                <a:gd name="connsiteY2" fmla="*/ 355 h 746482"/>
                <a:gd name="connsiteX3" fmla="*/ 1340486 w 1340486"/>
                <a:gd name="connsiteY3" fmla="*/ 709789 h 746482"/>
                <a:gd name="connsiteX4" fmla="*/ 1025166 w 1340486"/>
                <a:gd name="connsiteY4" fmla="*/ 746482 h 746482"/>
                <a:gd name="connsiteX0" fmla="*/ 1025166 w 1340486"/>
                <a:gd name="connsiteY0" fmla="*/ 746482 h 746482"/>
                <a:gd name="connsiteX1" fmla="*/ 0 w 1340486"/>
                <a:gd name="connsiteY1" fmla="*/ 51716 h 746482"/>
                <a:gd name="connsiteX2" fmla="*/ 1059218 w 1340486"/>
                <a:gd name="connsiteY2" fmla="*/ 355 h 746482"/>
                <a:gd name="connsiteX3" fmla="*/ 1340486 w 1340486"/>
                <a:gd name="connsiteY3" fmla="*/ 709789 h 746482"/>
                <a:gd name="connsiteX4" fmla="*/ 1025166 w 1340486"/>
                <a:gd name="connsiteY4" fmla="*/ 746482 h 746482"/>
                <a:gd name="connsiteX0" fmla="*/ 965179 w 1280499"/>
                <a:gd name="connsiteY0" fmla="*/ 759828 h 759828"/>
                <a:gd name="connsiteX1" fmla="*/ 0 w 1280499"/>
                <a:gd name="connsiteY1" fmla="*/ 0 h 759828"/>
                <a:gd name="connsiteX2" fmla="*/ 999231 w 1280499"/>
                <a:gd name="connsiteY2" fmla="*/ 13701 h 759828"/>
                <a:gd name="connsiteX3" fmla="*/ 1280499 w 1280499"/>
                <a:gd name="connsiteY3" fmla="*/ 723135 h 759828"/>
                <a:gd name="connsiteX4" fmla="*/ 965179 w 1280499"/>
                <a:gd name="connsiteY4" fmla="*/ 759828 h 759828"/>
                <a:gd name="connsiteX0" fmla="*/ 965179 w 1280499"/>
                <a:gd name="connsiteY0" fmla="*/ 759828 h 759828"/>
                <a:gd name="connsiteX1" fmla="*/ 0 w 1280499"/>
                <a:gd name="connsiteY1" fmla="*/ 0 h 759828"/>
                <a:gd name="connsiteX2" fmla="*/ 999231 w 1280499"/>
                <a:gd name="connsiteY2" fmla="*/ 13701 h 759828"/>
                <a:gd name="connsiteX3" fmla="*/ 1280499 w 1280499"/>
                <a:gd name="connsiteY3" fmla="*/ 723135 h 759828"/>
                <a:gd name="connsiteX4" fmla="*/ 965179 w 1280499"/>
                <a:gd name="connsiteY4" fmla="*/ 759828 h 7598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0499" h="759828">
                  <a:moveTo>
                    <a:pt x="965179" y="759828"/>
                  </a:moveTo>
                  <a:cubicBezTo>
                    <a:pt x="301565" y="231725"/>
                    <a:pt x="628999" y="498939"/>
                    <a:pt x="0" y="0"/>
                  </a:cubicBezTo>
                  <a:lnTo>
                    <a:pt x="999231" y="13701"/>
                  </a:lnTo>
                  <a:cubicBezTo>
                    <a:pt x="1112985" y="379881"/>
                    <a:pt x="1055867" y="236107"/>
                    <a:pt x="1280499" y="723135"/>
                  </a:cubicBezTo>
                  <a:cubicBezTo>
                    <a:pt x="1186079" y="728668"/>
                    <a:pt x="1127207" y="701414"/>
                    <a:pt x="965179" y="759828"/>
                  </a:cubicBezTo>
                  <a:close/>
                </a:path>
              </a:pathLst>
            </a:custGeom>
            <a:gradFill>
              <a:gsLst>
                <a:gs pos="0">
                  <a:schemeClr val="bg1">
                    <a:lumMod val="95000"/>
                  </a:schemeClr>
                </a:gs>
                <a:gs pos="100000">
                  <a:schemeClr val="bg1">
                    <a:lumMod val="75000"/>
                  </a:schemeClr>
                </a:gs>
              </a:gsLst>
            </a:gradFill>
            <a:ln>
              <a:solidFill>
                <a:schemeClr val="bg1">
                  <a:lumMod val="75000"/>
                </a:schemeClr>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72" name="Freeform 271"/>
            <p:cNvSpPr/>
            <p:nvPr/>
          </p:nvSpPr>
          <p:spPr>
            <a:xfrm>
              <a:off x="6202668" y="5429198"/>
              <a:ext cx="865511" cy="553828"/>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23004 w 954755"/>
                <a:gd name="connsiteY0" fmla="*/ 943771 h 976186"/>
                <a:gd name="connsiteX1" fmla="*/ 455145 w 954755"/>
                <a:gd name="connsiteY1" fmla="*/ 11688 h 976186"/>
                <a:gd name="connsiteX2" fmla="*/ 954755 w 954755"/>
                <a:gd name="connsiteY2" fmla="*/ 0 h 976186"/>
                <a:gd name="connsiteX3" fmla="*/ 728484 w 954755"/>
                <a:gd name="connsiteY3" fmla="*/ 976186 h 976186"/>
                <a:gd name="connsiteX4" fmla="*/ 23004 w 954755"/>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56363"/>
                <a:gd name="connsiteY0" fmla="*/ 932083 h 954654"/>
                <a:gd name="connsiteX1" fmla="*/ 432141 w 956363"/>
                <a:gd name="connsiteY1" fmla="*/ 0 h 954654"/>
                <a:gd name="connsiteX2" fmla="*/ 956363 w 956363"/>
                <a:gd name="connsiteY2" fmla="*/ 12924 h 954654"/>
                <a:gd name="connsiteX3" fmla="*/ 183705 w 956363"/>
                <a:gd name="connsiteY3" fmla="*/ 954654 h 954654"/>
                <a:gd name="connsiteX4" fmla="*/ 0 w 956363"/>
                <a:gd name="connsiteY4" fmla="*/ 932083 h 954654"/>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1011379"/>
                <a:gd name="connsiteY0" fmla="*/ 605727 h 758185"/>
                <a:gd name="connsiteX1" fmla="*/ 490915 w 1011379"/>
                <a:gd name="connsiteY1" fmla="*/ 13939 h 758185"/>
                <a:gd name="connsiteX2" fmla="*/ 1011379 w 1011379"/>
                <a:gd name="connsiteY2" fmla="*/ 563 h 758185"/>
                <a:gd name="connsiteX3" fmla="*/ 268780 w 1011379"/>
                <a:gd name="connsiteY3" fmla="*/ 758185 h 758185"/>
                <a:gd name="connsiteX4" fmla="*/ 0 w 1011379"/>
                <a:gd name="connsiteY4" fmla="*/ 605727 h 758185"/>
                <a:gd name="connsiteX0" fmla="*/ 0 w 1011379"/>
                <a:gd name="connsiteY0" fmla="*/ 605727 h 648280"/>
                <a:gd name="connsiteX1" fmla="*/ 490915 w 1011379"/>
                <a:gd name="connsiteY1" fmla="*/ 13939 h 648280"/>
                <a:gd name="connsiteX2" fmla="*/ 1011379 w 1011379"/>
                <a:gd name="connsiteY2" fmla="*/ 563 h 648280"/>
                <a:gd name="connsiteX3" fmla="*/ 198718 w 1011379"/>
                <a:gd name="connsiteY3" fmla="*/ 648280 h 648280"/>
                <a:gd name="connsiteX4" fmla="*/ 0 w 1011379"/>
                <a:gd name="connsiteY4" fmla="*/ 605727 h 648280"/>
                <a:gd name="connsiteX0" fmla="*/ 0 w 1011379"/>
                <a:gd name="connsiteY0" fmla="*/ 605727 h 648280"/>
                <a:gd name="connsiteX1" fmla="*/ 490915 w 1011379"/>
                <a:gd name="connsiteY1" fmla="*/ 13939 h 648280"/>
                <a:gd name="connsiteX2" fmla="*/ 1011379 w 1011379"/>
                <a:gd name="connsiteY2" fmla="*/ 563 h 648280"/>
                <a:gd name="connsiteX3" fmla="*/ 198718 w 1011379"/>
                <a:gd name="connsiteY3" fmla="*/ 648280 h 648280"/>
                <a:gd name="connsiteX4" fmla="*/ 0 w 1011379"/>
                <a:gd name="connsiteY4" fmla="*/ 605727 h 648280"/>
                <a:gd name="connsiteX0" fmla="*/ 0 w 1011379"/>
                <a:gd name="connsiteY0" fmla="*/ 605727 h 648280"/>
                <a:gd name="connsiteX1" fmla="*/ 490915 w 1011379"/>
                <a:gd name="connsiteY1" fmla="*/ 13939 h 648280"/>
                <a:gd name="connsiteX2" fmla="*/ 1011379 w 1011379"/>
                <a:gd name="connsiteY2" fmla="*/ 563 h 648280"/>
                <a:gd name="connsiteX3" fmla="*/ 198718 w 1011379"/>
                <a:gd name="connsiteY3" fmla="*/ 648280 h 648280"/>
                <a:gd name="connsiteX4" fmla="*/ 0 w 1011379"/>
                <a:gd name="connsiteY4" fmla="*/ 605727 h 648280"/>
                <a:gd name="connsiteX0" fmla="*/ 0 w 1011379"/>
                <a:gd name="connsiteY0" fmla="*/ 605727 h 605727"/>
                <a:gd name="connsiteX1" fmla="*/ 490915 w 1011379"/>
                <a:gd name="connsiteY1" fmla="*/ 13939 h 605727"/>
                <a:gd name="connsiteX2" fmla="*/ 1011379 w 1011379"/>
                <a:gd name="connsiteY2" fmla="*/ 563 h 605727"/>
                <a:gd name="connsiteX3" fmla="*/ 318823 w 1011379"/>
                <a:gd name="connsiteY3" fmla="*/ 553361 h 605727"/>
                <a:gd name="connsiteX4" fmla="*/ 0 w 1011379"/>
                <a:gd name="connsiteY4" fmla="*/ 605727 h 605727"/>
                <a:gd name="connsiteX0" fmla="*/ 0 w 866251"/>
                <a:gd name="connsiteY0" fmla="*/ 540783 h 553361"/>
                <a:gd name="connsiteX1" fmla="*/ 345787 w 866251"/>
                <a:gd name="connsiteY1" fmla="*/ 13939 h 553361"/>
                <a:gd name="connsiteX2" fmla="*/ 866251 w 866251"/>
                <a:gd name="connsiteY2" fmla="*/ 563 h 553361"/>
                <a:gd name="connsiteX3" fmla="*/ 173695 w 866251"/>
                <a:gd name="connsiteY3" fmla="*/ 553361 h 553361"/>
                <a:gd name="connsiteX4" fmla="*/ 0 w 866251"/>
                <a:gd name="connsiteY4" fmla="*/ 540783 h 553361"/>
                <a:gd name="connsiteX0" fmla="*/ 0 w 866251"/>
                <a:gd name="connsiteY0" fmla="*/ 540783 h 553361"/>
                <a:gd name="connsiteX1" fmla="*/ 345787 w 866251"/>
                <a:gd name="connsiteY1" fmla="*/ 13939 h 553361"/>
                <a:gd name="connsiteX2" fmla="*/ 866251 w 866251"/>
                <a:gd name="connsiteY2" fmla="*/ 563 h 553361"/>
                <a:gd name="connsiteX3" fmla="*/ 173695 w 866251"/>
                <a:gd name="connsiteY3" fmla="*/ 553361 h 553361"/>
                <a:gd name="connsiteX4" fmla="*/ 0 w 866251"/>
                <a:gd name="connsiteY4" fmla="*/ 540783 h 553361"/>
                <a:gd name="connsiteX0" fmla="*/ 0 w 866251"/>
                <a:gd name="connsiteY0" fmla="*/ 540783 h 553361"/>
                <a:gd name="connsiteX1" fmla="*/ 345787 w 866251"/>
                <a:gd name="connsiteY1" fmla="*/ 13939 h 553361"/>
                <a:gd name="connsiteX2" fmla="*/ 866251 w 866251"/>
                <a:gd name="connsiteY2" fmla="*/ 563 h 553361"/>
                <a:gd name="connsiteX3" fmla="*/ 173695 w 866251"/>
                <a:gd name="connsiteY3" fmla="*/ 553361 h 553361"/>
                <a:gd name="connsiteX4" fmla="*/ 0 w 866251"/>
                <a:gd name="connsiteY4" fmla="*/ 540783 h 5533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6251" h="553361">
                  <a:moveTo>
                    <a:pt x="0" y="540783"/>
                  </a:moveTo>
                  <a:cubicBezTo>
                    <a:pt x="274887" y="134762"/>
                    <a:pt x="159176" y="337938"/>
                    <a:pt x="345787" y="13939"/>
                  </a:cubicBezTo>
                  <a:cubicBezTo>
                    <a:pt x="520528" y="18247"/>
                    <a:pt x="691510" y="-3745"/>
                    <a:pt x="866251" y="563"/>
                  </a:cubicBezTo>
                  <a:cubicBezTo>
                    <a:pt x="252709" y="502795"/>
                    <a:pt x="640047" y="209256"/>
                    <a:pt x="173695" y="553361"/>
                  </a:cubicBezTo>
                  <a:cubicBezTo>
                    <a:pt x="39410" y="524725"/>
                    <a:pt x="196198" y="539317"/>
                    <a:pt x="0" y="540783"/>
                  </a:cubicBezTo>
                  <a:close/>
                </a:path>
              </a:pathLst>
            </a:custGeom>
            <a:gradFill>
              <a:gsLst>
                <a:gs pos="0">
                  <a:schemeClr val="bg1">
                    <a:lumMod val="95000"/>
                    <a:alpha val="55000"/>
                  </a:schemeClr>
                </a:gs>
                <a:gs pos="100000">
                  <a:schemeClr val="bg1">
                    <a:lumMod val="75000"/>
                  </a:schemeClr>
                </a:gs>
              </a:gsLst>
            </a:gradFill>
            <a:ln>
              <a:solidFill>
                <a:schemeClr val="bg1">
                  <a:lumMod val="75000"/>
                </a:schemeClr>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73" name="Freeform 272"/>
            <p:cNvSpPr/>
            <p:nvPr/>
          </p:nvSpPr>
          <p:spPr>
            <a:xfrm>
              <a:off x="5378281" y="5449835"/>
              <a:ext cx="675485" cy="896777"/>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27977 w 802211"/>
                <a:gd name="connsiteY0" fmla="*/ 815791 h 976186"/>
                <a:gd name="connsiteX1" fmla="*/ 302601 w 802211"/>
                <a:gd name="connsiteY1" fmla="*/ 11688 h 976186"/>
                <a:gd name="connsiteX2" fmla="*/ 802211 w 802211"/>
                <a:gd name="connsiteY2" fmla="*/ 0 h 976186"/>
                <a:gd name="connsiteX3" fmla="*/ 575940 w 802211"/>
                <a:gd name="connsiteY3" fmla="*/ 976186 h 976186"/>
                <a:gd name="connsiteX4" fmla="*/ 27977 w 802211"/>
                <a:gd name="connsiteY4" fmla="*/ 815791 h 976186"/>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28714 h 828714"/>
                <a:gd name="connsiteX1" fmla="*/ 302601 w 802211"/>
                <a:gd name="connsiteY1" fmla="*/ 0 h 828714"/>
                <a:gd name="connsiteX2" fmla="*/ 802211 w 802211"/>
                <a:gd name="connsiteY2" fmla="*/ 12923 h 828714"/>
                <a:gd name="connsiteX3" fmla="*/ 236294 w 802211"/>
                <a:gd name="connsiteY3" fmla="*/ 821751 h 828714"/>
                <a:gd name="connsiteX4" fmla="*/ 27977 w 802211"/>
                <a:gd name="connsiteY4" fmla="*/ 828714 h 828714"/>
                <a:gd name="connsiteX0" fmla="*/ 56213 w 830447"/>
                <a:gd name="connsiteY0" fmla="*/ 828714 h 828714"/>
                <a:gd name="connsiteX1" fmla="*/ 330837 w 830447"/>
                <a:gd name="connsiteY1" fmla="*/ 0 h 828714"/>
                <a:gd name="connsiteX2" fmla="*/ 830447 w 830447"/>
                <a:gd name="connsiteY2" fmla="*/ 12923 h 828714"/>
                <a:gd name="connsiteX3" fmla="*/ 264530 w 830447"/>
                <a:gd name="connsiteY3" fmla="*/ 821751 h 828714"/>
                <a:gd name="connsiteX4" fmla="*/ 56213 w 830447"/>
                <a:gd name="connsiteY4" fmla="*/ 828714 h 828714"/>
                <a:gd name="connsiteX0" fmla="*/ 64130 w 789139"/>
                <a:gd name="connsiteY0" fmla="*/ 794258 h 821751"/>
                <a:gd name="connsiteX1" fmla="*/ 289529 w 789139"/>
                <a:gd name="connsiteY1" fmla="*/ 0 h 821751"/>
                <a:gd name="connsiteX2" fmla="*/ 789139 w 789139"/>
                <a:gd name="connsiteY2" fmla="*/ 12923 h 821751"/>
                <a:gd name="connsiteX3" fmla="*/ 223222 w 789139"/>
                <a:gd name="connsiteY3" fmla="*/ 821751 h 821751"/>
                <a:gd name="connsiteX4" fmla="*/ 64130 w 789139"/>
                <a:gd name="connsiteY4" fmla="*/ 794258 h 821751"/>
                <a:gd name="connsiteX0" fmla="*/ 0 w 725009"/>
                <a:gd name="connsiteY0" fmla="*/ 794258 h 821751"/>
                <a:gd name="connsiteX1" fmla="*/ 225399 w 725009"/>
                <a:gd name="connsiteY1" fmla="*/ 0 h 821751"/>
                <a:gd name="connsiteX2" fmla="*/ 725009 w 725009"/>
                <a:gd name="connsiteY2" fmla="*/ 12923 h 821751"/>
                <a:gd name="connsiteX3" fmla="*/ 159092 w 725009"/>
                <a:gd name="connsiteY3" fmla="*/ 821751 h 821751"/>
                <a:gd name="connsiteX4" fmla="*/ 0 w 725009"/>
                <a:gd name="connsiteY4" fmla="*/ 794258 h 821751"/>
                <a:gd name="connsiteX0" fmla="*/ 0 w 725009"/>
                <a:gd name="connsiteY0" fmla="*/ 1203768 h 1231261"/>
                <a:gd name="connsiteX1" fmla="*/ 225399 w 725009"/>
                <a:gd name="connsiteY1" fmla="*/ 0 h 1231261"/>
                <a:gd name="connsiteX2" fmla="*/ 725009 w 725009"/>
                <a:gd name="connsiteY2" fmla="*/ 422433 h 1231261"/>
                <a:gd name="connsiteX3" fmla="*/ 159092 w 725009"/>
                <a:gd name="connsiteY3" fmla="*/ 1231261 h 1231261"/>
                <a:gd name="connsiteX4" fmla="*/ 0 w 725009"/>
                <a:gd name="connsiteY4" fmla="*/ 1203768 h 1231261"/>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497"/>
                <a:gd name="connsiteY0" fmla="*/ 1279028 h 1306521"/>
                <a:gd name="connsiteX1" fmla="*/ 225399 w 725497"/>
                <a:gd name="connsiteY1" fmla="*/ 75260 h 1306521"/>
                <a:gd name="connsiteX2" fmla="*/ 396193 w 725497"/>
                <a:gd name="connsiteY2" fmla="*/ 156799 h 1306521"/>
                <a:gd name="connsiteX3" fmla="*/ 725009 w 725497"/>
                <a:gd name="connsiteY3" fmla="*/ 205042 h 1306521"/>
                <a:gd name="connsiteX4" fmla="*/ 159092 w 725497"/>
                <a:gd name="connsiteY4" fmla="*/ 1306521 h 1306521"/>
                <a:gd name="connsiteX5" fmla="*/ 0 w 725497"/>
                <a:gd name="connsiteY5" fmla="*/ 1279028 h 1306521"/>
                <a:gd name="connsiteX0" fmla="*/ 0 w 725239"/>
                <a:gd name="connsiteY0" fmla="*/ 1295668 h 1323161"/>
                <a:gd name="connsiteX1" fmla="*/ 225399 w 725239"/>
                <a:gd name="connsiteY1" fmla="*/ 91900 h 1323161"/>
                <a:gd name="connsiteX2" fmla="*/ 725009 w 725239"/>
                <a:gd name="connsiteY2" fmla="*/ 221682 h 1323161"/>
                <a:gd name="connsiteX3" fmla="*/ 159092 w 725239"/>
                <a:gd name="connsiteY3" fmla="*/ 1323161 h 1323161"/>
                <a:gd name="connsiteX4" fmla="*/ 0 w 725239"/>
                <a:gd name="connsiteY4" fmla="*/ 1295668 h 1323161"/>
                <a:gd name="connsiteX0" fmla="*/ 0 w 725221"/>
                <a:gd name="connsiteY0" fmla="*/ 1210552 h 1238045"/>
                <a:gd name="connsiteX1" fmla="*/ 191583 w 725221"/>
                <a:gd name="connsiteY1" fmla="*/ 153319 h 1238045"/>
                <a:gd name="connsiteX2" fmla="*/ 725009 w 725221"/>
                <a:gd name="connsiteY2" fmla="*/ 136566 h 1238045"/>
                <a:gd name="connsiteX3" fmla="*/ 159092 w 725221"/>
                <a:gd name="connsiteY3" fmla="*/ 1238045 h 1238045"/>
                <a:gd name="connsiteX4" fmla="*/ 0 w 725221"/>
                <a:gd name="connsiteY4" fmla="*/ 1210552 h 1238045"/>
                <a:gd name="connsiteX0" fmla="*/ 0 w 725305"/>
                <a:gd name="connsiteY0" fmla="*/ 1158512 h 1186005"/>
                <a:gd name="connsiteX1" fmla="*/ 191583 w 725305"/>
                <a:gd name="connsiteY1" fmla="*/ 101279 h 1186005"/>
                <a:gd name="connsiteX2" fmla="*/ 725009 w 725305"/>
                <a:gd name="connsiteY2" fmla="*/ 84526 h 1186005"/>
                <a:gd name="connsiteX3" fmla="*/ 159092 w 725305"/>
                <a:gd name="connsiteY3" fmla="*/ 1186005 h 1186005"/>
                <a:gd name="connsiteX4" fmla="*/ 0 w 725305"/>
                <a:gd name="connsiteY4" fmla="*/ 1158512 h 1186005"/>
                <a:gd name="connsiteX0" fmla="*/ 0 w 725009"/>
                <a:gd name="connsiteY0" fmla="*/ 1073986 h 1101479"/>
                <a:gd name="connsiteX1" fmla="*/ 191583 w 725009"/>
                <a:gd name="connsiteY1" fmla="*/ 16753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074607"/>
                <a:gd name="connsiteX1" fmla="*/ 206612 w 725009"/>
                <a:gd name="connsiteY1" fmla="*/ 1724 h 1074607"/>
                <a:gd name="connsiteX2" fmla="*/ 725009 w 725009"/>
                <a:gd name="connsiteY2" fmla="*/ 0 h 1074607"/>
                <a:gd name="connsiteX3" fmla="*/ 229048 w 725009"/>
                <a:gd name="connsiteY3" fmla="*/ 886531 h 1074607"/>
                <a:gd name="connsiteX4" fmla="*/ 0 w 725009"/>
                <a:gd name="connsiteY4" fmla="*/ 1073986 h 1074607"/>
                <a:gd name="connsiteX0" fmla="*/ 0 w 725009"/>
                <a:gd name="connsiteY0" fmla="*/ 1073986 h 1074607"/>
                <a:gd name="connsiteX1" fmla="*/ 206612 w 725009"/>
                <a:gd name="connsiteY1" fmla="*/ 1724 h 1074607"/>
                <a:gd name="connsiteX2" fmla="*/ 725009 w 725009"/>
                <a:gd name="connsiteY2" fmla="*/ 0 h 1074607"/>
                <a:gd name="connsiteX3" fmla="*/ 229048 w 725009"/>
                <a:gd name="connsiteY3" fmla="*/ 886531 h 1074607"/>
                <a:gd name="connsiteX4" fmla="*/ 0 w 725009"/>
                <a:gd name="connsiteY4" fmla="*/ 1073986 h 1074607"/>
                <a:gd name="connsiteX0" fmla="*/ 0 w 675040"/>
                <a:gd name="connsiteY0" fmla="*/ 894029 h 896577"/>
                <a:gd name="connsiteX1" fmla="*/ 156643 w 675040"/>
                <a:gd name="connsiteY1" fmla="*/ 1724 h 896577"/>
                <a:gd name="connsiteX2" fmla="*/ 675040 w 675040"/>
                <a:gd name="connsiteY2" fmla="*/ 0 h 896577"/>
                <a:gd name="connsiteX3" fmla="*/ 179079 w 675040"/>
                <a:gd name="connsiteY3" fmla="*/ 886531 h 896577"/>
                <a:gd name="connsiteX4" fmla="*/ 0 w 675040"/>
                <a:gd name="connsiteY4" fmla="*/ 894029 h 896577"/>
                <a:gd name="connsiteX0" fmla="*/ 0 w 675040"/>
                <a:gd name="connsiteY0" fmla="*/ 894029 h 896577"/>
                <a:gd name="connsiteX1" fmla="*/ 186623 w 675040"/>
                <a:gd name="connsiteY1" fmla="*/ 1724 h 896577"/>
                <a:gd name="connsiteX2" fmla="*/ 675040 w 675040"/>
                <a:gd name="connsiteY2" fmla="*/ 0 h 896577"/>
                <a:gd name="connsiteX3" fmla="*/ 179079 w 675040"/>
                <a:gd name="connsiteY3" fmla="*/ 886531 h 896577"/>
                <a:gd name="connsiteX4" fmla="*/ 0 w 675040"/>
                <a:gd name="connsiteY4" fmla="*/ 894029 h 8965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5040" h="896577">
                  <a:moveTo>
                    <a:pt x="0" y="894029"/>
                  </a:moveTo>
                  <a:cubicBezTo>
                    <a:pt x="95638" y="409857"/>
                    <a:pt x="76811" y="618448"/>
                    <a:pt x="186623" y="1724"/>
                  </a:cubicBezTo>
                  <a:cubicBezTo>
                    <a:pt x="431451" y="14348"/>
                    <a:pt x="449377" y="35256"/>
                    <a:pt x="675040" y="0"/>
                  </a:cubicBezTo>
                  <a:cubicBezTo>
                    <a:pt x="276172" y="749497"/>
                    <a:pt x="462801" y="344746"/>
                    <a:pt x="179079" y="886531"/>
                  </a:cubicBezTo>
                  <a:cubicBezTo>
                    <a:pt x="44794" y="857895"/>
                    <a:pt x="92525" y="908114"/>
                    <a:pt x="0" y="894029"/>
                  </a:cubicBezTo>
                  <a:close/>
                </a:path>
              </a:pathLst>
            </a:custGeom>
            <a:gradFill>
              <a:gsLst>
                <a:gs pos="0">
                  <a:schemeClr val="bg1">
                    <a:lumMod val="95000"/>
                    <a:alpha val="55000"/>
                  </a:schemeClr>
                </a:gs>
                <a:gs pos="100000">
                  <a:schemeClr val="bg1">
                    <a:lumMod val="75000"/>
                  </a:schemeClr>
                </a:gs>
              </a:gsLst>
            </a:gradFill>
            <a:ln>
              <a:solidFill>
                <a:schemeClr val="bg1">
                  <a:lumMod val="75000"/>
                </a:schemeClr>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74" name="Freeform 273"/>
            <p:cNvSpPr/>
            <p:nvPr/>
          </p:nvSpPr>
          <p:spPr>
            <a:xfrm>
              <a:off x="4340854" y="5470471"/>
              <a:ext cx="514350" cy="401843"/>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503138"/>
                <a:gd name="connsiteY0" fmla="*/ 961687 h 964568"/>
                <a:gd name="connsiteX1" fmla="*/ 0 w 503138"/>
                <a:gd name="connsiteY1" fmla="*/ 70 h 964568"/>
                <a:gd name="connsiteX2" fmla="*/ 503138 w 503138"/>
                <a:gd name="connsiteY2" fmla="*/ 154187 h 964568"/>
                <a:gd name="connsiteX3" fmla="*/ 273339 w 503138"/>
                <a:gd name="connsiteY3" fmla="*/ 964568 h 964568"/>
                <a:gd name="connsiteX4" fmla="*/ 197928 w 503138"/>
                <a:gd name="connsiteY4" fmla="*/ 961687 h 964568"/>
                <a:gd name="connsiteX0" fmla="*/ 201456 w 506666"/>
                <a:gd name="connsiteY0" fmla="*/ 807500 h 810381"/>
                <a:gd name="connsiteX1" fmla="*/ 0 w 506666"/>
                <a:gd name="connsiteY1" fmla="*/ 15216 h 810381"/>
                <a:gd name="connsiteX2" fmla="*/ 506666 w 506666"/>
                <a:gd name="connsiteY2" fmla="*/ 0 h 810381"/>
                <a:gd name="connsiteX3" fmla="*/ 276867 w 506666"/>
                <a:gd name="connsiteY3" fmla="*/ 810381 h 810381"/>
                <a:gd name="connsiteX4" fmla="*/ 201456 w 506666"/>
                <a:gd name="connsiteY4" fmla="*/ 807500 h 810381"/>
                <a:gd name="connsiteX0" fmla="*/ 201456 w 506666"/>
                <a:gd name="connsiteY0" fmla="*/ 807500 h 811593"/>
                <a:gd name="connsiteX1" fmla="*/ 0 w 506666"/>
                <a:gd name="connsiteY1" fmla="*/ 15216 h 811593"/>
                <a:gd name="connsiteX2" fmla="*/ 506666 w 506666"/>
                <a:gd name="connsiteY2" fmla="*/ 0 h 811593"/>
                <a:gd name="connsiteX3" fmla="*/ 276867 w 506666"/>
                <a:gd name="connsiteY3" fmla="*/ 810381 h 811593"/>
                <a:gd name="connsiteX4" fmla="*/ 201456 w 506666"/>
                <a:gd name="connsiteY4" fmla="*/ 807500 h 811593"/>
                <a:gd name="connsiteX0" fmla="*/ 135576 w 506666"/>
                <a:gd name="connsiteY0" fmla="*/ 818480 h 818480"/>
                <a:gd name="connsiteX1" fmla="*/ 0 w 506666"/>
                <a:gd name="connsiteY1" fmla="*/ 15216 h 818480"/>
                <a:gd name="connsiteX2" fmla="*/ 506666 w 506666"/>
                <a:gd name="connsiteY2" fmla="*/ 0 h 818480"/>
                <a:gd name="connsiteX3" fmla="*/ 276867 w 506666"/>
                <a:gd name="connsiteY3" fmla="*/ 81038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789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7896 h 818480"/>
                <a:gd name="connsiteX2" fmla="*/ 506666 w 506666"/>
                <a:gd name="connsiteY2" fmla="*/ 0 h 818480"/>
                <a:gd name="connsiteX3" fmla="*/ 331766 w 506666"/>
                <a:gd name="connsiteY3" fmla="*/ 803061 h 818480"/>
                <a:gd name="connsiteX4" fmla="*/ 135576 w 506666"/>
                <a:gd name="connsiteY4" fmla="*/ 818480 h 818480"/>
                <a:gd name="connsiteX0" fmla="*/ 45472 w 559302"/>
                <a:gd name="connsiteY0" fmla="*/ 807500 h 807500"/>
                <a:gd name="connsiteX1" fmla="*/ 52636 w 559302"/>
                <a:gd name="connsiteY1" fmla="*/ 7896 h 807500"/>
                <a:gd name="connsiteX2" fmla="*/ 559302 w 559302"/>
                <a:gd name="connsiteY2" fmla="*/ 0 h 807500"/>
                <a:gd name="connsiteX3" fmla="*/ 384402 w 559302"/>
                <a:gd name="connsiteY3" fmla="*/ 803061 h 807500"/>
                <a:gd name="connsiteX4" fmla="*/ 45472 w 559302"/>
                <a:gd name="connsiteY4" fmla="*/ 807500 h 807500"/>
                <a:gd name="connsiteX0" fmla="*/ 21974 w 535804"/>
                <a:gd name="connsiteY0" fmla="*/ 807500 h 807500"/>
                <a:gd name="connsiteX1" fmla="*/ 29138 w 535804"/>
                <a:gd name="connsiteY1" fmla="*/ 7896 h 807500"/>
                <a:gd name="connsiteX2" fmla="*/ 535804 w 535804"/>
                <a:gd name="connsiteY2" fmla="*/ 0 h 807500"/>
                <a:gd name="connsiteX3" fmla="*/ 360904 w 535804"/>
                <a:gd name="connsiteY3" fmla="*/ 803061 h 807500"/>
                <a:gd name="connsiteX4" fmla="*/ 21974 w 535804"/>
                <a:gd name="connsiteY4" fmla="*/ 807500 h 807500"/>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30473"/>
                <a:gd name="connsiteX1" fmla="*/ 0 w 506666"/>
                <a:gd name="connsiteY1" fmla="*/ 7896 h 830473"/>
                <a:gd name="connsiteX2" fmla="*/ 506666 w 506666"/>
                <a:gd name="connsiteY2" fmla="*/ 0 h 830473"/>
                <a:gd name="connsiteX3" fmla="*/ 331766 w 506666"/>
                <a:gd name="connsiteY3" fmla="*/ 828681 h 830473"/>
                <a:gd name="connsiteX4" fmla="*/ 128256 w 506666"/>
                <a:gd name="connsiteY4" fmla="*/ 829461 h 830473"/>
                <a:gd name="connsiteX0" fmla="*/ 128256 w 506666"/>
                <a:gd name="connsiteY0" fmla="*/ 829461 h 830473"/>
                <a:gd name="connsiteX1" fmla="*/ 0 w 506666"/>
                <a:gd name="connsiteY1" fmla="*/ 7896 h 830473"/>
                <a:gd name="connsiteX2" fmla="*/ 506666 w 506666"/>
                <a:gd name="connsiteY2" fmla="*/ 0 h 830473"/>
                <a:gd name="connsiteX3" fmla="*/ 331766 w 506666"/>
                <a:gd name="connsiteY3" fmla="*/ 828681 h 830473"/>
                <a:gd name="connsiteX4" fmla="*/ 128256 w 506666"/>
                <a:gd name="connsiteY4" fmla="*/ 829461 h 830473"/>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7341"/>
                <a:gd name="connsiteX1" fmla="*/ 0 w 514180"/>
                <a:gd name="connsiteY1" fmla="*/ 0 h 577341"/>
                <a:gd name="connsiteX2" fmla="*/ 514180 w 514180"/>
                <a:gd name="connsiteY2" fmla="*/ 10891 h 577341"/>
                <a:gd name="connsiteX3" fmla="*/ 404259 w 514180"/>
                <a:gd name="connsiteY3" fmla="*/ 386400 h 577341"/>
                <a:gd name="connsiteX4" fmla="*/ 135770 w 514180"/>
                <a:gd name="connsiteY4" fmla="*/ 577341 h 577341"/>
                <a:gd name="connsiteX0" fmla="*/ 100781 w 514180"/>
                <a:gd name="connsiteY0" fmla="*/ 432218 h 432218"/>
                <a:gd name="connsiteX1" fmla="*/ 0 w 514180"/>
                <a:gd name="connsiteY1" fmla="*/ 0 h 432218"/>
                <a:gd name="connsiteX2" fmla="*/ 514180 w 514180"/>
                <a:gd name="connsiteY2" fmla="*/ 10891 h 432218"/>
                <a:gd name="connsiteX3" fmla="*/ 404259 w 514180"/>
                <a:gd name="connsiteY3" fmla="*/ 386400 h 432218"/>
                <a:gd name="connsiteX4" fmla="*/ 100781 w 514180"/>
                <a:gd name="connsiteY4" fmla="*/ 432218 h 432218"/>
                <a:gd name="connsiteX0" fmla="*/ 100781 w 514180"/>
                <a:gd name="connsiteY0" fmla="*/ 432218 h 432218"/>
                <a:gd name="connsiteX1" fmla="*/ 0 w 514180"/>
                <a:gd name="connsiteY1" fmla="*/ 0 h 432218"/>
                <a:gd name="connsiteX2" fmla="*/ 514180 w 514180"/>
                <a:gd name="connsiteY2" fmla="*/ 10891 h 432218"/>
                <a:gd name="connsiteX3" fmla="*/ 404259 w 514180"/>
                <a:gd name="connsiteY3" fmla="*/ 386400 h 432218"/>
                <a:gd name="connsiteX4" fmla="*/ 100781 w 514180"/>
                <a:gd name="connsiteY4" fmla="*/ 432218 h 432218"/>
                <a:gd name="connsiteX0" fmla="*/ 100781 w 514180"/>
                <a:gd name="connsiteY0" fmla="*/ 402193 h 402193"/>
                <a:gd name="connsiteX1" fmla="*/ 0 w 514180"/>
                <a:gd name="connsiteY1" fmla="*/ 0 h 402193"/>
                <a:gd name="connsiteX2" fmla="*/ 514180 w 514180"/>
                <a:gd name="connsiteY2" fmla="*/ 10891 h 402193"/>
                <a:gd name="connsiteX3" fmla="*/ 404259 w 514180"/>
                <a:gd name="connsiteY3" fmla="*/ 386400 h 402193"/>
                <a:gd name="connsiteX4" fmla="*/ 100781 w 514180"/>
                <a:gd name="connsiteY4" fmla="*/ 402193 h 4021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4180" h="402193">
                  <a:moveTo>
                    <a:pt x="100781" y="402193"/>
                  </a:moveTo>
                  <a:cubicBezTo>
                    <a:pt x="60584" y="194221"/>
                    <a:pt x="96631" y="442038"/>
                    <a:pt x="0" y="0"/>
                  </a:cubicBezTo>
                  <a:lnTo>
                    <a:pt x="514180" y="10891"/>
                  </a:lnTo>
                  <a:cubicBezTo>
                    <a:pt x="417353" y="348331"/>
                    <a:pt x="491637" y="89943"/>
                    <a:pt x="404259" y="386400"/>
                  </a:cubicBezTo>
                  <a:cubicBezTo>
                    <a:pt x="357814" y="390704"/>
                    <a:pt x="168880" y="400727"/>
                    <a:pt x="100781" y="402193"/>
                  </a:cubicBezTo>
                  <a:close/>
                </a:path>
              </a:pathLst>
            </a:custGeom>
            <a:gradFill>
              <a:gsLst>
                <a:gs pos="0">
                  <a:schemeClr val="bg1">
                    <a:lumMod val="95000"/>
                    <a:alpha val="55000"/>
                  </a:schemeClr>
                </a:gs>
                <a:gs pos="100000">
                  <a:schemeClr val="bg1">
                    <a:lumMod val="75000"/>
                  </a:schemeClr>
                </a:gs>
              </a:gsLst>
            </a:gradFill>
            <a:ln>
              <a:solidFill>
                <a:schemeClr val="bg1">
                  <a:lumMod val="75000"/>
                </a:schemeClr>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75" name="Freeform 274"/>
            <p:cNvSpPr/>
            <p:nvPr/>
          </p:nvSpPr>
          <p:spPr>
            <a:xfrm>
              <a:off x="3561391" y="5433960"/>
              <a:ext cx="573725" cy="1015589"/>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621064"/>
                <a:gd name="connsiteY0" fmla="*/ 973305 h 973305"/>
                <a:gd name="connsiteX1" fmla="*/ 0 w 621064"/>
                <a:gd name="connsiteY1" fmla="*/ 11688 h 973305"/>
                <a:gd name="connsiteX2" fmla="*/ 499610 w 621064"/>
                <a:gd name="connsiteY2" fmla="*/ 0 h 973305"/>
                <a:gd name="connsiteX3" fmla="*/ 558839 w 621064"/>
                <a:gd name="connsiteY3" fmla="*/ 754682 h 973305"/>
                <a:gd name="connsiteX4" fmla="*/ 197928 w 621064"/>
                <a:gd name="connsiteY4" fmla="*/ 973305 h 973305"/>
                <a:gd name="connsiteX0" fmla="*/ 197928 w 558839"/>
                <a:gd name="connsiteY0" fmla="*/ 973305 h 973305"/>
                <a:gd name="connsiteX1" fmla="*/ 0 w 558839"/>
                <a:gd name="connsiteY1" fmla="*/ 11688 h 973305"/>
                <a:gd name="connsiteX2" fmla="*/ 499610 w 558839"/>
                <a:gd name="connsiteY2" fmla="*/ 0 h 973305"/>
                <a:gd name="connsiteX3" fmla="*/ 558839 w 558839"/>
                <a:gd name="connsiteY3" fmla="*/ 754682 h 973305"/>
                <a:gd name="connsiteX4" fmla="*/ 197928 w 558839"/>
                <a:gd name="connsiteY4" fmla="*/ 973305 h 973305"/>
                <a:gd name="connsiteX0" fmla="*/ 197928 w 558839"/>
                <a:gd name="connsiteY0" fmla="*/ 973305 h 973305"/>
                <a:gd name="connsiteX1" fmla="*/ 0 w 558839"/>
                <a:gd name="connsiteY1" fmla="*/ 11688 h 973305"/>
                <a:gd name="connsiteX2" fmla="*/ 499610 w 558839"/>
                <a:gd name="connsiteY2" fmla="*/ 0 h 973305"/>
                <a:gd name="connsiteX3" fmla="*/ 558839 w 558839"/>
                <a:gd name="connsiteY3" fmla="*/ 754682 h 973305"/>
                <a:gd name="connsiteX4" fmla="*/ 197928 w 558839"/>
                <a:gd name="connsiteY4" fmla="*/ 973305 h 973305"/>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1315828 h 1315828"/>
                <a:gd name="connsiteX1" fmla="*/ 0 w 558839"/>
                <a:gd name="connsiteY1" fmla="*/ 531414 h 1315828"/>
                <a:gd name="connsiteX2" fmla="*/ 506930 w 558839"/>
                <a:gd name="connsiteY2" fmla="*/ 0 h 1315828"/>
                <a:gd name="connsiteX3" fmla="*/ 558839 w 558839"/>
                <a:gd name="connsiteY3" fmla="*/ 1274408 h 1315828"/>
                <a:gd name="connsiteX4" fmla="*/ 370213 w 558839"/>
                <a:gd name="connsiteY4" fmla="*/ 1315828 h 1315828"/>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88119"/>
                <a:gd name="connsiteY0" fmla="*/ 1326654 h 1326654"/>
                <a:gd name="connsiteX1" fmla="*/ 0 w 588119"/>
                <a:gd name="connsiteY1" fmla="*/ 554 h 1326654"/>
                <a:gd name="connsiteX2" fmla="*/ 521570 w 588119"/>
                <a:gd name="connsiteY2" fmla="*/ 10826 h 1326654"/>
                <a:gd name="connsiteX3" fmla="*/ 588119 w 588119"/>
                <a:gd name="connsiteY3" fmla="*/ 1321835 h 1326654"/>
                <a:gd name="connsiteX4" fmla="*/ 384853 w 588119"/>
                <a:gd name="connsiteY4" fmla="*/ 1326654 h 1326654"/>
                <a:gd name="connsiteX0" fmla="*/ 384853 w 588119"/>
                <a:gd name="connsiteY0" fmla="*/ 1326654 h 1326654"/>
                <a:gd name="connsiteX1" fmla="*/ 0 w 588119"/>
                <a:gd name="connsiteY1" fmla="*/ 554 h 1326654"/>
                <a:gd name="connsiteX2" fmla="*/ 521570 w 588119"/>
                <a:gd name="connsiteY2" fmla="*/ 10826 h 1326654"/>
                <a:gd name="connsiteX3" fmla="*/ 588119 w 588119"/>
                <a:gd name="connsiteY3" fmla="*/ 1321835 h 1326654"/>
                <a:gd name="connsiteX4" fmla="*/ 384853 w 588119"/>
                <a:gd name="connsiteY4" fmla="*/ 1326654 h 1326654"/>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94113"/>
                <a:gd name="connsiteY0" fmla="*/ 1097905 h 1179971"/>
                <a:gd name="connsiteX1" fmla="*/ 0 w 594113"/>
                <a:gd name="connsiteY1" fmla="*/ 4757 h 1179971"/>
                <a:gd name="connsiteX2" fmla="*/ 502783 w 594113"/>
                <a:gd name="connsiteY2" fmla="*/ 0 h 1179971"/>
                <a:gd name="connsiteX3" fmla="*/ 594113 w 594113"/>
                <a:gd name="connsiteY3" fmla="*/ 1179818 h 1179971"/>
                <a:gd name="connsiteX4" fmla="*/ 366066 w 594113"/>
                <a:gd name="connsiteY4" fmla="*/ 1097905 h 1179971"/>
                <a:gd name="connsiteX0" fmla="*/ 403236 w 594113"/>
                <a:gd name="connsiteY0" fmla="*/ 1215612 h 1215612"/>
                <a:gd name="connsiteX1" fmla="*/ 0 w 594113"/>
                <a:gd name="connsiteY1" fmla="*/ 4757 h 1215612"/>
                <a:gd name="connsiteX2" fmla="*/ 502783 w 594113"/>
                <a:gd name="connsiteY2" fmla="*/ 0 h 1215612"/>
                <a:gd name="connsiteX3" fmla="*/ 594113 w 594113"/>
                <a:gd name="connsiteY3" fmla="*/ 1179818 h 1215612"/>
                <a:gd name="connsiteX4" fmla="*/ 403236 w 594113"/>
                <a:gd name="connsiteY4" fmla="*/ 1215612 h 1215612"/>
                <a:gd name="connsiteX0" fmla="*/ 403236 w 574100"/>
                <a:gd name="connsiteY0" fmla="*/ 1215612 h 1215612"/>
                <a:gd name="connsiteX1" fmla="*/ 0 w 574100"/>
                <a:gd name="connsiteY1" fmla="*/ 4757 h 1215612"/>
                <a:gd name="connsiteX2" fmla="*/ 502783 w 574100"/>
                <a:gd name="connsiteY2" fmla="*/ 0 h 1215612"/>
                <a:gd name="connsiteX3" fmla="*/ 574100 w 574100"/>
                <a:gd name="connsiteY3" fmla="*/ 1014877 h 1215612"/>
                <a:gd name="connsiteX4" fmla="*/ 403236 w 574100"/>
                <a:gd name="connsiteY4" fmla="*/ 1215612 h 1215612"/>
                <a:gd name="connsiteX0" fmla="*/ 333190 w 574100"/>
                <a:gd name="connsiteY0" fmla="*/ 985695 h 1015244"/>
                <a:gd name="connsiteX1" fmla="*/ 0 w 574100"/>
                <a:gd name="connsiteY1" fmla="*/ 4757 h 1015244"/>
                <a:gd name="connsiteX2" fmla="*/ 502783 w 574100"/>
                <a:gd name="connsiteY2" fmla="*/ 0 h 1015244"/>
                <a:gd name="connsiteX3" fmla="*/ 574100 w 574100"/>
                <a:gd name="connsiteY3" fmla="*/ 1014877 h 1015244"/>
                <a:gd name="connsiteX4" fmla="*/ 333190 w 574100"/>
                <a:gd name="connsiteY4" fmla="*/ 985695 h 10152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4100" h="1015244">
                  <a:moveTo>
                    <a:pt x="333190" y="985695"/>
                  </a:moveTo>
                  <a:cubicBezTo>
                    <a:pt x="153901" y="433090"/>
                    <a:pt x="295574" y="908506"/>
                    <a:pt x="0" y="4757"/>
                  </a:cubicBezTo>
                  <a:cubicBezTo>
                    <a:pt x="166537" y="861"/>
                    <a:pt x="336246" y="3896"/>
                    <a:pt x="502783" y="0"/>
                  </a:cubicBezTo>
                  <a:cubicBezTo>
                    <a:pt x="555943" y="995541"/>
                    <a:pt x="537473" y="350120"/>
                    <a:pt x="574100" y="1014877"/>
                  </a:cubicBezTo>
                  <a:cubicBezTo>
                    <a:pt x="476415" y="1019182"/>
                    <a:pt x="529388" y="984229"/>
                    <a:pt x="333190" y="985695"/>
                  </a:cubicBezTo>
                  <a:close/>
                </a:path>
              </a:pathLst>
            </a:custGeom>
            <a:gradFill>
              <a:gsLst>
                <a:gs pos="0">
                  <a:schemeClr val="bg1">
                    <a:lumMod val="95000"/>
                    <a:alpha val="55000"/>
                  </a:schemeClr>
                </a:gs>
                <a:gs pos="100000">
                  <a:schemeClr val="bg1">
                    <a:lumMod val="75000"/>
                  </a:schemeClr>
                </a:gs>
              </a:gsLst>
            </a:gradFill>
            <a:ln>
              <a:solidFill>
                <a:schemeClr val="bg1">
                  <a:lumMod val="75000"/>
                </a:schemeClr>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grpSp>
          <p:nvGrpSpPr>
            <p:cNvPr id="29" name="Group 28"/>
            <p:cNvGrpSpPr/>
            <p:nvPr/>
          </p:nvGrpSpPr>
          <p:grpSpPr>
            <a:xfrm>
              <a:off x="1856416" y="3709935"/>
              <a:ext cx="1049338" cy="1739900"/>
              <a:chOff x="1856416" y="3709935"/>
              <a:chExt cx="1049338" cy="1739900"/>
            </a:xfrm>
          </p:grpSpPr>
          <p:sp>
            <p:nvSpPr>
              <p:cNvPr id="496" name="Rectangle 495"/>
              <p:cNvSpPr/>
              <p:nvPr/>
            </p:nvSpPr>
            <p:spPr bwMode="auto">
              <a:xfrm rot="10800000">
                <a:off x="1867529" y="3957585"/>
                <a:ext cx="1027112" cy="611090"/>
              </a:xfrm>
              <a:prstGeom prst="rect">
                <a:avLst/>
              </a:prstGeom>
              <a:gradFill>
                <a:gsLst>
                  <a:gs pos="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grpSp>
            <p:nvGrpSpPr>
              <p:cNvPr id="48285" name="Group 498"/>
              <p:cNvGrpSpPr>
                <a:grpSpLocks/>
              </p:cNvGrpSpPr>
              <p:nvPr/>
            </p:nvGrpSpPr>
            <p:grpSpPr bwMode="auto">
              <a:xfrm>
                <a:off x="1858805" y="5088863"/>
                <a:ext cx="1035373" cy="360972"/>
                <a:chOff x="4128636" y="3606589"/>
                <a:chExt cx="568145" cy="338667"/>
              </a:xfrm>
            </p:grpSpPr>
            <p:sp>
              <p:nvSpPr>
                <p:cNvPr id="515" name="Oval 514"/>
                <p:cNvSpPr/>
                <p:nvPr/>
              </p:nvSpPr>
              <p:spPr>
                <a:xfrm>
                  <a:off x="4129067" y="3720356"/>
                  <a:ext cx="567968" cy="224900"/>
                </a:xfrm>
                <a:prstGeom prst="ellipse">
                  <a:avLst/>
                </a:prstGeom>
                <a:solidFill>
                  <a:schemeClr val="accent2">
                    <a:lumMod val="75000"/>
                  </a:schemeClr>
                </a:solid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16" name="Rectangle 515"/>
                <p:cNvSpPr/>
                <p:nvPr/>
              </p:nvSpPr>
              <p:spPr>
                <a:xfrm>
                  <a:off x="4129067" y="3720356"/>
                  <a:ext cx="567968" cy="111705"/>
                </a:xfrm>
                <a:prstGeom prst="rect">
                  <a:avLst/>
                </a:prstGeom>
                <a:solidFill>
                  <a:schemeClr val="accent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17" name="Oval 516"/>
                <p:cNvSpPr/>
                <p:nvPr/>
              </p:nvSpPr>
              <p:spPr>
                <a:xfrm>
                  <a:off x="4129067" y="3607161"/>
                  <a:ext cx="567968" cy="224900"/>
                </a:xfrm>
                <a:prstGeom prst="ellipse">
                  <a:avLst/>
                </a:prstGeom>
                <a:solidFill>
                  <a:schemeClr val="accent2">
                    <a:lumMod val="60000"/>
                    <a:lumOff val="40000"/>
                    <a:alpha val="7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18" name="Straight Connector 517"/>
                <p:cNvCxnSpPr/>
                <p:nvPr/>
              </p:nvCxnSpPr>
              <p:spPr>
                <a:xfrm>
                  <a:off x="4697035" y="3720356"/>
                  <a:ext cx="0" cy="111705"/>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19" name="Straight Connector 518"/>
                <p:cNvCxnSpPr/>
                <p:nvPr/>
              </p:nvCxnSpPr>
              <p:spPr>
                <a:xfrm>
                  <a:off x="4129067" y="3720356"/>
                  <a:ext cx="0" cy="111705"/>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sp>
            <p:nvSpPr>
              <p:cNvPr id="500" name="Rectangle 499"/>
              <p:cNvSpPr/>
              <p:nvPr/>
            </p:nvSpPr>
            <p:spPr bwMode="auto">
              <a:xfrm>
                <a:off x="1877054" y="4704509"/>
                <a:ext cx="1028700" cy="523075"/>
              </a:xfrm>
              <a:prstGeom prst="rect">
                <a:avLst/>
              </a:prstGeom>
              <a:gradFill>
                <a:gsLst>
                  <a:gs pos="0">
                    <a:schemeClr val="accent2">
                      <a:lumMod val="60000"/>
                      <a:lumOff val="40000"/>
                      <a:alpha val="62000"/>
                    </a:schemeClr>
                  </a:gs>
                  <a:gs pos="54000">
                    <a:schemeClr val="accent2">
                      <a:lumMod val="40000"/>
                      <a:lumOff val="6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02" name="Straight Connector 501"/>
              <p:cNvCxnSpPr/>
              <p:nvPr/>
            </p:nvCxnSpPr>
            <p:spPr bwMode="auto">
              <a:xfrm>
                <a:off x="1861179" y="3981398"/>
                <a:ext cx="17462" cy="1301750"/>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503" name="Straight Connector 502"/>
              <p:cNvCxnSpPr/>
              <p:nvPr/>
            </p:nvCxnSpPr>
            <p:spPr bwMode="auto">
              <a:xfrm flipH="1">
                <a:off x="2894641" y="3971873"/>
                <a:ext cx="6350" cy="1270000"/>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8290" name="Group 504"/>
              <p:cNvGrpSpPr>
                <a:grpSpLocks/>
              </p:cNvGrpSpPr>
              <p:nvPr/>
            </p:nvGrpSpPr>
            <p:grpSpPr bwMode="auto">
              <a:xfrm>
                <a:off x="1856416" y="3709935"/>
                <a:ext cx="1044712" cy="399063"/>
                <a:chOff x="2183302" y="1574638"/>
                <a:chExt cx="1200154" cy="430218"/>
              </a:xfrm>
            </p:grpSpPr>
            <p:sp>
              <p:nvSpPr>
                <p:cNvPr id="506" name="Oval 505"/>
                <p:cNvSpPr/>
                <p:nvPr/>
              </p:nvSpPr>
              <p:spPr bwMode="auto">
                <a:xfrm flipV="1">
                  <a:off x="2185126" y="1689305"/>
                  <a:ext cx="1196349" cy="314904"/>
                </a:xfrm>
                <a:prstGeom prst="ellipse">
                  <a:avLst/>
                </a:prstGeom>
                <a:gradFill flip="none" rotWithShape="1">
                  <a:gsLst>
                    <a:gs pos="0">
                      <a:schemeClr val="accent2">
                        <a:lumMod val="75000"/>
                      </a:schemeClr>
                    </a:gs>
                    <a:gs pos="31000">
                      <a:schemeClr val="accent2">
                        <a:lumMod val="60000"/>
                        <a:lumOff val="40000"/>
                      </a:schemeClr>
                    </a:gs>
                    <a:gs pos="100000">
                      <a:schemeClr val="accent2">
                        <a:lumMod val="20000"/>
                        <a:lumOff val="80000"/>
                      </a:schemeClr>
                    </a:gs>
                  </a:gsLst>
                  <a:lin ang="16200000" scaled="0"/>
                  <a:tileRect/>
                </a:gradFill>
                <a:ln w="6350" cmpd="sng">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507" name="Rectangle 506"/>
                <p:cNvSpPr/>
                <p:nvPr/>
              </p:nvSpPr>
              <p:spPr bwMode="auto">
                <a:xfrm>
                  <a:off x="2183302" y="1735513"/>
                  <a:ext cx="1198173" cy="112955"/>
                </a:xfrm>
                <a:prstGeom prst="rect">
                  <a:avLst/>
                </a:prstGeom>
                <a:gradFill>
                  <a:gsLst>
                    <a:gs pos="0">
                      <a:schemeClr val="accent2">
                        <a:lumMod val="40000"/>
                        <a:lumOff val="60000"/>
                      </a:schemeClr>
                    </a:gs>
                    <a:gs pos="54000">
                      <a:schemeClr val="accent2">
                        <a:lumMod val="60000"/>
                        <a:lumOff val="40000"/>
                      </a:schemeClr>
                    </a:gs>
                    <a:gs pos="100000">
                      <a:schemeClr val="accent2">
                        <a:lumMod val="75000"/>
                      </a:schemeClr>
                    </a:gs>
                  </a:gsLst>
                  <a:lin ang="162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08" name="Oval 507"/>
                <p:cNvSpPr/>
                <p:nvPr/>
              </p:nvSpPr>
              <p:spPr bwMode="auto">
                <a:xfrm flipV="1">
                  <a:off x="2183302" y="1574638"/>
                  <a:ext cx="1196349" cy="314904"/>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509" name="Freeform 508"/>
                <p:cNvSpPr/>
                <p:nvPr/>
              </p:nvSpPr>
              <p:spPr bwMode="auto">
                <a:xfrm>
                  <a:off x="2489684" y="1670478"/>
                  <a:ext cx="581762" cy="157452"/>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10" name="Freeform 509"/>
                <p:cNvSpPr/>
                <p:nvPr/>
              </p:nvSpPr>
              <p:spPr bwMode="auto">
                <a:xfrm>
                  <a:off x="2429502" y="1629404"/>
                  <a:ext cx="703949" cy="111244"/>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11" name="Freeform 510"/>
                <p:cNvSpPr/>
                <p:nvPr/>
              </p:nvSpPr>
              <p:spPr bwMode="auto">
                <a:xfrm>
                  <a:off x="2892723" y="1723534"/>
                  <a:ext cx="257142" cy="958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12" name="Freeform 511"/>
                <p:cNvSpPr/>
                <p:nvPr/>
              </p:nvSpPr>
              <p:spPr bwMode="auto">
                <a:xfrm>
                  <a:off x="2416736" y="1725244"/>
                  <a:ext cx="255318" cy="94130"/>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13" name="Straight Connector 512"/>
                <p:cNvCxnSpPr>
                  <a:endCxn id="508" idx="2"/>
                </p:cNvCxnSpPr>
                <p:nvPr/>
              </p:nvCxnSpPr>
              <p:spPr bwMode="auto">
                <a:xfrm flipH="1" flipV="1">
                  <a:off x="2183302" y="1732090"/>
                  <a:ext cx="1824" cy="12151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514" name="Straight Connector 513"/>
                <p:cNvCxnSpPr/>
                <p:nvPr/>
              </p:nvCxnSpPr>
              <p:spPr bwMode="auto">
                <a:xfrm flipH="1" flipV="1">
                  <a:off x="3381475" y="1728667"/>
                  <a:ext cx="1823" cy="12151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grpSp>
          <p:nvGrpSpPr>
            <p:cNvPr id="30" name="Group 29"/>
            <p:cNvGrpSpPr/>
            <p:nvPr/>
          </p:nvGrpSpPr>
          <p:grpSpPr>
            <a:xfrm>
              <a:off x="3566154" y="3862335"/>
              <a:ext cx="514350" cy="1670050"/>
              <a:chOff x="3566154" y="3862335"/>
              <a:chExt cx="514350" cy="1670050"/>
            </a:xfrm>
          </p:grpSpPr>
          <p:sp>
            <p:nvSpPr>
              <p:cNvPr id="549" name="Rectangle 548"/>
              <p:cNvSpPr/>
              <p:nvPr/>
            </p:nvSpPr>
            <p:spPr bwMode="auto">
              <a:xfrm rot="10800000">
                <a:off x="3569201" y="3946092"/>
                <a:ext cx="498084" cy="628647"/>
              </a:xfrm>
              <a:prstGeom prst="rect">
                <a:avLst/>
              </a:prstGeom>
              <a:gradFill>
                <a:gsLst>
                  <a:gs pos="100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50" name="Straight Connector 549"/>
              <p:cNvCxnSpPr/>
              <p:nvPr/>
            </p:nvCxnSpPr>
            <p:spPr bwMode="auto">
              <a:xfrm flipH="1">
                <a:off x="4078916" y="4019498"/>
                <a:ext cx="1588" cy="1365250"/>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8271" name="Group 552"/>
              <p:cNvGrpSpPr>
                <a:grpSpLocks/>
              </p:cNvGrpSpPr>
              <p:nvPr/>
            </p:nvGrpSpPr>
            <p:grpSpPr bwMode="auto">
              <a:xfrm>
                <a:off x="3571302" y="5310688"/>
                <a:ext cx="507588" cy="221697"/>
                <a:chOff x="4128636" y="3606589"/>
                <a:chExt cx="568145" cy="338667"/>
              </a:xfrm>
            </p:grpSpPr>
            <p:sp>
              <p:nvSpPr>
                <p:cNvPr id="562" name="Oval 561"/>
                <p:cNvSpPr/>
                <p:nvPr/>
              </p:nvSpPr>
              <p:spPr>
                <a:xfrm>
                  <a:off x="4128204" y="3719724"/>
                  <a:ext cx="568606" cy="225532"/>
                </a:xfrm>
                <a:prstGeom prst="ellipse">
                  <a:avLst/>
                </a:prstGeom>
                <a:solidFill>
                  <a:schemeClr val="accent2">
                    <a:lumMod val="75000"/>
                  </a:schemeClr>
                </a:solid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63" name="Rectangle 562"/>
                <p:cNvSpPr/>
                <p:nvPr/>
              </p:nvSpPr>
              <p:spPr>
                <a:xfrm>
                  <a:off x="4128204" y="3719724"/>
                  <a:ext cx="568606" cy="111554"/>
                </a:xfrm>
                <a:prstGeom prst="rect">
                  <a:avLst/>
                </a:prstGeom>
                <a:solidFill>
                  <a:schemeClr val="accent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64" name="Oval 563"/>
                <p:cNvSpPr/>
                <p:nvPr/>
              </p:nvSpPr>
              <p:spPr>
                <a:xfrm>
                  <a:off x="4128204" y="3605744"/>
                  <a:ext cx="568606" cy="225534"/>
                </a:xfrm>
                <a:prstGeom prst="ellipse">
                  <a:avLst/>
                </a:prstGeom>
                <a:solidFill>
                  <a:schemeClr val="accent2">
                    <a:lumMod val="40000"/>
                    <a:lumOff val="60000"/>
                    <a:alpha val="5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65" name="Straight Connector 564"/>
                <p:cNvCxnSpPr/>
                <p:nvPr/>
              </p:nvCxnSpPr>
              <p:spPr>
                <a:xfrm>
                  <a:off x="4696810" y="3719724"/>
                  <a:ext cx="0" cy="111554"/>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6" name="Straight Connector 565"/>
                <p:cNvCxnSpPr/>
                <p:nvPr/>
              </p:nvCxnSpPr>
              <p:spPr>
                <a:xfrm>
                  <a:off x="4128204" y="3719724"/>
                  <a:ext cx="0" cy="111554"/>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sp>
            <p:nvSpPr>
              <p:cNvPr id="554" name="Rectangle 553"/>
              <p:cNvSpPr/>
              <p:nvPr/>
            </p:nvSpPr>
            <p:spPr bwMode="auto">
              <a:xfrm>
                <a:off x="3572504" y="4575123"/>
                <a:ext cx="496887" cy="812800"/>
              </a:xfrm>
              <a:prstGeom prst="rect">
                <a:avLst/>
              </a:prstGeom>
              <a:gradFill>
                <a:gsLst>
                  <a:gs pos="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57" name="Straight Connector 556"/>
              <p:cNvCxnSpPr/>
              <p:nvPr/>
            </p:nvCxnSpPr>
            <p:spPr bwMode="auto">
              <a:xfrm flipH="1">
                <a:off x="3566154" y="4027435"/>
                <a:ext cx="3175" cy="1450975"/>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8257" name="Group 538"/>
              <p:cNvGrpSpPr>
                <a:grpSpLocks/>
              </p:cNvGrpSpPr>
              <p:nvPr/>
            </p:nvGrpSpPr>
            <p:grpSpPr bwMode="auto">
              <a:xfrm>
                <a:off x="3568667" y="3862335"/>
                <a:ext cx="503828" cy="248249"/>
                <a:chOff x="2183302" y="1564542"/>
                <a:chExt cx="1200154" cy="440314"/>
              </a:xfrm>
            </p:grpSpPr>
            <p:sp>
              <p:nvSpPr>
                <p:cNvPr id="540" name="Oval 539"/>
                <p:cNvSpPr/>
                <p:nvPr/>
              </p:nvSpPr>
              <p:spPr bwMode="auto">
                <a:xfrm flipV="1">
                  <a:off x="2188659" y="1691250"/>
                  <a:ext cx="1194966" cy="312543"/>
                </a:xfrm>
                <a:prstGeom prst="ellipse">
                  <a:avLst/>
                </a:prstGeom>
                <a:gradFill flip="none" rotWithShape="1">
                  <a:gsLst>
                    <a:gs pos="0">
                      <a:schemeClr val="accent2">
                        <a:lumMod val="75000"/>
                      </a:schemeClr>
                    </a:gs>
                    <a:gs pos="31000">
                      <a:schemeClr val="accent2">
                        <a:lumMod val="60000"/>
                        <a:lumOff val="40000"/>
                      </a:schemeClr>
                    </a:gs>
                    <a:gs pos="100000">
                      <a:schemeClr val="bg1"/>
                    </a:gs>
                  </a:gsLst>
                  <a:lin ang="16200000" scaled="0"/>
                  <a:tileRect/>
                </a:gradFill>
                <a:ln w="6350" cmpd="sng">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541" name="Rectangle 540"/>
                <p:cNvSpPr/>
                <p:nvPr/>
              </p:nvSpPr>
              <p:spPr bwMode="auto">
                <a:xfrm>
                  <a:off x="2184879" y="1736302"/>
                  <a:ext cx="1198746" cy="112629"/>
                </a:xfrm>
                <a:prstGeom prst="rect">
                  <a:avLst/>
                </a:prstGeom>
                <a:gradFill>
                  <a:gsLst>
                    <a:gs pos="0">
                      <a:schemeClr val="accent2">
                        <a:lumMod val="40000"/>
                        <a:lumOff val="60000"/>
                      </a:schemeClr>
                    </a:gs>
                    <a:gs pos="54000">
                      <a:schemeClr val="accent2">
                        <a:lumMod val="60000"/>
                        <a:lumOff val="40000"/>
                      </a:schemeClr>
                    </a:gs>
                    <a:gs pos="100000">
                      <a:schemeClr val="accent2">
                        <a:lumMod val="75000"/>
                      </a:schemeClr>
                    </a:gs>
                  </a:gsLst>
                  <a:lin ang="162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42" name="Oval 541"/>
                <p:cNvSpPr/>
                <p:nvPr/>
              </p:nvSpPr>
              <p:spPr bwMode="auto">
                <a:xfrm flipV="1">
                  <a:off x="2184879" y="1564542"/>
                  <a:ext cx="1194966" cy="312545"/>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543" name="Freeform 542"/>
                <p:cNvSpPr/>
                <p:nvPr/>
              </p:nvSpPr>
              <p:spPr bwMode="auto">
                <a:xfrm>
                  <a:off x="2491182" y="1671539"/>
                  <a:ext cx="582357" cy="154865"/>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44" name="Freeform 543"/>
                <p:cNvSpPr/>
                <p:nvPr/>
              </p:nvSpPr>
              <p:spPr bwMode="auto">
                <a:xfrm>
                  <a:off x="2430678" y="1629304"/>
                  <a:ext cx="703366" cy="109812"/>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45" name="Freeform 544"/>
                <p:cNvSpPr/>
                <p:nvPr/>
              </p:nvSpPr>
              <p:spPr bwMode="auto">
                <a:xfrm>
                  <a:off x="2892025" y="1722222"/>
                  <a:ext cx="260927" cy="95734"/>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46" name="Freeform 545"/>
                <p:cNvSpPr/>
                <p:nvPr/>
              </p:nvSpPr>
              <p:spPr bwMode="auto">
                <a:xfrm>
                  <a:off x="2419334" y="1725039"/>
                  <a:ext cx="253362" cy="95734"/>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47" name="Straight Connector 546"/>
                <p:cNvCxnSpPr>
                  <a:endCxn id="542" idx="2"/>
                </p:cNvCxnSpPr>
                <p:nvPr/>
              </p:nvCxnSpPr>
              <p:spPr bwMode="auto">
                <a:xfrm flipH="1" flipV="1">
                  <a:off x="2184879" y="1722222"/>
                  <a:ext cx="3780" cy="121077"/>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548" name="Straight Connector 547"/>
                <p:cNvCxnSpPr/>
                <p:nvPr/>
              </p:nvCxnSpPr>
              <p:spPr bwMode="auto">
                <a:xfrm flipH="1" flipV="1">
                  <a:off x="3379845" y="1727853"/>
                  <a:ext cx="3780" cy="121077"/>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grpSp>
          <p:nvGrpSpPr>
            <p:cNvPr id="31" name="Group 30"/>
            <p:cNvGrpSpPr/>
            <p:nvPr/>
          </p:nvGrpSpPr>
          <p:grpSpPr>
            <a:xfrm>
              <a:off x="4348791" y="3867098"/>
              <a:ext cx="514350" cy="1670050"/>
              <a:chOff x="4348791" y="3867098"/>
              <a:chExt cx="514350" cy="1670050"/>
            </a:xfrm>
          </p:grpSpPr>
          <p:sp>
            <p:nvSpPr>
              <p:cNvPr id="579" name="Rectangle 578"/>
              <p:cNvSpPr/>
              <p:nvPr/>
            </p:nvSpPr>
            <p:spPr bwMode="auto">
              <a:xfrm rot="10800000">
                <a:off x="4351838" y="3950855"/>
                <a:ext cx="498084" cy="628647"/>
              </a:xfrm>
              <a:prstGeom prst="rect">
                <a:avLst/>
              </a:prstGeom>
              <a:gradFill>
                <a:gsLst>
                  <a:gs pos="100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80" name="Straight Connector 579"/>
              <p:cNvCxnSpPr/>
              <p:nvPr/>
            </p:nvCxnSpPr>
            <p:spPr bwMode="auto">
              <a:xfrm flipH="1">
                <a:off x="4861554" y="4024260"/>
                <a:ext cx="1587" cy="1365250"/>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8243" name="Group 580"/>
              <p:cNvGrpSpPr>
                <a:grpSpLocks/>
              </p:cNvGrpSpPr>
              <p:nvPr/>
            </p:nvGrpSpPr>
            <p:grpSpPr bwMode="auto">
              <a:xfrm>
                <a:off x="4353939" y="5315451"/>
                <a:ext cx="507588" cy="221697"/>
                <a:chOff x="4128636" y="3606589"/>
                <a:chExt cx="568145" cy="338667"/>
              </a:xfrm>
            </p:grpSpPr>
            <p:sp>
              <p:nvSpPr>
                <p:cNvPr id="589" name="Oval 588"/>
                <p:cNvSpPr/>
                <p:nvPr/>
              </p:nvSpPr>
              <p:spPr>
                <a:xfrm>
                  <a:off x="4128205" y="3719722"/>
                  <a:ext cx="568606" cy="225534"/>
                </a:xfrm>
                <a:prstGeom prst="ellipse">
                  <a:avLst/>
                </a:prstGeom>
                <a:solidFill>
                  <a:schemeClr val="accent2">
                    <a:lumMod val="75000"/>
                  </a:schemeClr>
                </a:solid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90" name="Rectangle 589"/>
                <p:cNvSpPr/>
                <p:nvPr/>
              </p:nvSpPr>
              <p:spPr>
                <a:xfrm>
                  <a:off x="4128205" y="3719722"/>
                  <a:ext cx="568606" cy="111554"/>
                </a:xfrm>
                <a:prstGeom prst="rect">
                  <a:avLst/>
                </a:prstGeom>
                <a:solidFill>
                  <a:schemeClr val="accent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91" name="Oval 590"/>
                <p:cNvSpPr/>
                <p:nvPr/>
              </p:nvSpPr>
              <p:spPr>
                <a:xfrm>
                  <a:off x="4128205" y="3605744"/>
                  <a:ext cx="568606" cy="225532"/>
                </a:xfrm>
                <a:prstGeom prst="ellipse">
                  <a:avLst/>
                </a:prstGeom>
                <a:solidFill>
                  <a:schemeClr val="accent2">
                    <a:lumMod val="40000"/>
                    <a:lumOff val="60000"/>
                    <a:alpha val="5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92" name="Straight Connector 591"/>
                <p:cNvCxnSpPr/>
                <p:nvPr/>
              </p:nvCxnSpPr>
              <p:spPr>
                <a:xfrm>
                  <a:off x="4696811" y="3719722"/>
                  <a:ext cx="0" cy="111554"/>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93" name="Straight Connector 592"/>
                <p:cNvCxnSpPr/>
                <p:nvPr/>
              </p:nvCxnSpPr>
              <p:spPr>
                <a:xfrm>
                  <a:off x="4128205" y="3719722"/>
                  <a:ext cx="0" cy="111554"/>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sp>
            <p:nvSpPr>
              <p:cNvPr id="582" name="Rectangle 581"/>
              <p:cNvSpPr/>
              <p:nvPr/>
            </p:nvSpPr>
            <p:spPr bwMode="auto">
              <a:xfrm>
                <a:off x="4355141" y="4579885"/>
                <a:ext cx="496888" cy="812800"/>
              </a:xfrm>
              <a:prstGeom prst="rect">
                <a:avLst/>
              </a:prstGeom>
              <a:gradFill>
                <a:gsLst>
                  <a:gs pos="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84" name="Straight Connector 583"/>
              <p:cNvCxnSpPr/>
              <p:nvPr/>
            </p:nvCxnSpPr>
            <p:spPr bwMode="auto">
              <a:xfrm flipH="1">
                <a:off x="4348791" y="4032198"/>
                <a:ext cx="3175" cy="1450975"/>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8229" name="Group 568"/>
              <p:cNvGrpSpPr>
                <a:grpSpLocks/>
              </p:cNvGrpSpPr>
              <p:nvPr/>
            </p:nvGrpSpPr>
            <p:grpSpPr bwMode="auto">
              <a:xfrm>
                <a:off x="4351304" y="3867098"/>
                <a:ext cx="503828" cy="248249"/>
                <a:chOff x="2183302" y="1564542"/>
                <a:chExt cx="1200154" cy="440314"/>
              </a:xfrm>
            </p:grpSpPr>
            <p:sp>
              <p:nvSpPr>
                <p:cNvPr id="570" name="Oval 569"/>
                <p:cNvSpPr/>
                <p:nvPr/>
              </p:nvSpPr>
              <p:spPr bwMode="auto">
                <a:xfrm flipV="1">
                  <a:off x="2188662" y="1691248"/>
                  <a:ext cx="1194966" cy="312545"/>
                </a:xfrm>
                <a:prstGeom prst="ellipse">
                  <a:avLst/>
                </a:prstGeom>
                <a:gradFill flip="none" rotWithShape="1">
                  <a:gsLst>
                    <a:gs pos="0">
                      <a:schemeClr val="accent2">
                        <a:lumMod val="75000"/>
                      </a:schemeClr>
                    </a:gs>
                    <a:gs pos="31000">
                      <a:schemeClr val="accent2">
                        <a:lumMod val="60000"/>
                        <a:lumOff val="40000"/>
                      </a:schemeClr>
                    </a:gs>
                    <a:gs pos="100000">
                      <a:schemeClr val="bg1"/>
                    </a:gs>
                  </a:gsLst>
                  <a:lin ang="16200000" scaled="0"/>
                  <a:tileRect/>
                </a:gradFill>
                <a:ln w="6350" cmpd="sng">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571" name="Rectangle 570"/>
                <p:cNvSpPr/>
                <p:nvPr/>
              </p:nvSpPr>
              <p:spPr bwMode="auto">
                <a:xfrm>
                  <a:off x="2184879" y="1736300"/>
                  <a:ext cx="1198749" cy="112629"/>
                </a:xfrm>
                <a:prstGeom prst="rect">
                  <a:avLst/>
                </a:prstGeom>
                <a:gradFill>
                  <a:gsLst>
                    <a:gs pos="0">
                      <a:schemeClr val="accent2">
                        <a:lumMod val="40000"/>
                        <a:lumOff val="60000"/>
                      </a:schemeClr>
                    </a:gs>
                    <a:gs pos="54000">
                      <a:schemeClr val="accent2">
                        <a:lumMod val="60000"/>
                        <a:lumOff val="40000"/>
                      </a:schemeClr>
                    </a:gs>
                    <a:gs pos="100000">
                      <a:schemeClr val="accent2">
                        <a:lumMod val="75000"/>
                      </a:schemeClr>
                    </a:gs>
                  </a:gsLst>
                  <a:lin ang="162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72" name="Oval 571"/>
                <p:cNvSpPr/>
                <p:nvPr/>
              </p:nvSpPr>
              <p:spPr bwMode="auto">
                <a:xfrm flipV="1">
                  <a:off x="2184879" y="1564542"/>
                  <a:ext cx="1194966" cy="312543"/>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573" name="Freeform 572"/>
                <p:cNvSpPr/>
                <p:nvPr/>
              </p:nvSpPr>
              <p:spPr bwMode="auto">
                <a:xfrm>
                  <a:off x="2491185" y="1671539"/>
                  <a:ext cx="582357" cy="1548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74" name="Freeform 573"/>
                <p:cNvSpPr/>
                <p:nvPr/>
              </p:nvSpPr>
              <p:spPr bwMode="auto">
                <a:xfrm>
                  <a:off x="2430680" y="1629303"/>
                  <a:ext cx="703366" cy="109814"/>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75" name="Freeform 574"/>
                <p:cNvSpPr/>
                <p:nvPr/>
              </p:nvSpPr>
              <p:spPr bwMode="auto">
                <a:xfrm>
                  <a:off x="2892028" y="1722222"/>
                  <a:ext cx="260925" cy="95734"/>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76" name="Freeform 575"/>
                <p:cNvSpPr/>
                <p:nvPr/>
              </p:nvSpPr>
              <p:spPr bwMode="auto">
                <a:xfrm>
                  <a:off x="2419334" y="1725037"/>
                  <a:ext cx="253364" cy="95734"/>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77" name="Straight Connector 576"/>
                <p:cNvCxnSpPr>
                  <a:endCxn id="572" idx="2"/>
                </p:cNvCxnSpPr>
                <p:nvPr/>
              </p:nvCxnSpPr>
              <p:spPr bwMode="auto">
                <a:xfrm flipH="1" flipV="1">
                  <a:off x="2184879" y="1722222"/>
                  <a:ext cx="3783" cy="121075"/>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578" name="Straight Connector 577"/>
                <p:cNvCxnSpPr/>
                <p:nvPr/>
              </p:nvCxnSpPr>
              <p:spPr bwMode="auto">
                <a:xfrm flipH="1" flipV="1">
                  <a:off x="3379845" y="1727853"/>
                  <a:ext cx="3783" cy="121075"/>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grpSp>
          <p:nvGrpSpPr>
            <p:cNvPr id="48258" name="Group 48257"/>
            <p:cNvGrpSpPr/>
            <p:nvPr/>
          </p:nvGrpSpPr>
          <p:grpSpPr>
            <a:xfrm>
              <a:off x="5552116" y="3849635"/>
              <a:ext cx="514350" cy="1670050"/>
              <a:chOff x="5552116" y="3849635"/>
              <a:chExt cx="514350" cy="1670050"/>
            </a:xfrm>
          </p:grpSpPr>
          <p:sp>
            <p:nvSpPr>
              <p:cNvPr id="606" name="Rectangle 605"/>
              <p:cNvSpPr/>
              <p:nvPr/>
            </p:nvSpPr>
            <p:spPr bwMode="auto">
              <a:xfrm rot="10800000">
                <a:off x="5555163" y="3933392"/>
                <a:ext cx="498084" cy="628647"/>
              </a:xfrm>
              <a:prstGeom prst="rect">
                <a:avLst/>
              </a:prstGeom>
              <a:gradFill>
                <a:gsLst>
                  <a:gs pos="100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607" name="Straight Connector 606"/>
              <p:cNvCxnSpPr/>
              <p:nvPr/>
            </p:nvCxnSpPr>
            <p:spPr bwMode="auto">
              <a:xfrm flipH="1">
                <a:off x="6064879" y="4006798"/>
                <a:ext cx="1587" cy="1365250"/>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8215" name="Group 607"/>
              <p:cNvGrpSpPr>
                <a:grpSpLocks/>
              </p:cNvGrpSpPr>
              <p:nvPr/>
            </p:nvGrpSpPr>
            <p:grpSpPr bwMode="auto">
              <a:xfrm>
                <a:off x="5557264" y="5297988"/>
                <a:ext cx="507588" cy="221697"/>
                <a:chOff x="4128636" y="3606589"/>
                <a:chExt cx="568145" cy="338667"/>
              </a:xfrm>
            </p:grpSpPr>
            <p:sp>
              <p:nvSpPr>
                <p:cNvPr id="616" name="Oval 615"/>
                <p:cNvSpPr/>
                <p:nvPr/>
              </p:nvSpPr>
              <p:spPr>
                <a:xfrm>
                  <a:off x="4128205" y="3719724"/>
                  <a:ext cx="568606" cy="225532"/>
                </a:xfrm>
                <a:prstGeom prst="ellipse">
                  <a:avLst/>
                </a:prstGeom>
                <a:solidFill>
                  <a:schemeClr val="accent2">
                    <a:lumMod val="75000"/>
                  </a:schemeClr>
                </a:solid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17" name="Rectangle 616"/>
                <p:cNvSpPr/>
                <p:nvPr/>
              </p:nvSpPr>
              <p:spPr>
                <a:xfrm>
                  <a:off x="4128205" y="3719724"/>
                  <a:ext cx="568606" cy="111554"/>
                </a:xfrm>
                <a:prstGeom prst="rect">
                  <a:avLst/>
                </a:prstGeom>
                <a:solidFill>
                  <a:schemeClr val="accent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18" name="Oval 617"/>
                <p:cNvSpPr/>
                <p:nvPr/>
              </p:nvSpPr>
              <p:spPr>
                <a:xfrm>
                  <a:off x="4128205" y="3605744"/>
                  <a:ext cx="568606" cy="225534"/>
                </a:xfrm>
                <a:prstGeom prst="ellipse">
                  <a:avLst/>
                </a:prstGeom>
                <a:solidFill>
                  <a:schemeClr val="accent2">
                    <a:lumMod val="40000"/>
                    <a:lumOff val="60000"/>
                    <a:alpha val="5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619" name="Straight Connector 618"/>
                <p:cNvCxnSpPr/>
                <p:nvPr/>
              </p:nvCxnSpPr>
              <p:spPr>
                <a:xfrm>
                  <a:off x="4696811" y="3719724"/>
                  <a:ext cx="0" cy="111554"/>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620" name="Straight Connector 619"/>
                <p:cNvCxnSpPr/>
                <p:nvPr/>
              </p:nvCxnSpPr>
              <p:spPr>
                <a:xfrm>
                  <a:off x="4128205" y="3719724"/>
                  <a:ext cx="0" cy="111554"/>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sp>
            <p:nvSpPr>
              <p:cNvPr id="609" name="Rectangle 608"/>
              <p:cNvSpPr/>
              <p:nvPr/>
            </p:nvSpPr>
            <p:spPr bwMode="auto">
              <a:xfrm>
                <a:off x="5558466" y="4562423"/>
                <a:ext cx="496888" cy="812800"/>
              </a:xfrm>
              <a:prstGeom prst="rect">
                <a:avLst/>
              </a:prstGeom>
              <a:gradFill>
                <a:gsLst>
                  <a:gs pos="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611" name="Straight Connector 610"/>
              <p:cNvCxnSpPr/>
              <p:nvPr/>
            </p:nvCxnSpPr>
            <p:spPr bwMode="auto">
              <a:xfrm flipH="1">
                <a:off x="5552116" y="4014735"/>
                <a:ext cx="3175" cy="1450975"/>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8201" name="Group 595"/>
              <p:cNvGrpSpPr>
                <a:grpSpLocks/>
              </p:cNvGrpSpPr>
              <p:nvPr/>
            </p:nvGrpSpPr>
            <p:grpSpPr bwMode="auto">
              <a:xfrm>
                <a:off x="5554629" y="3849635"/>
                <a:ext cx="503828" cy="248249"/>
                <a:chOff x="2183302" y="1564542"/>
                <a:chExt cx="1200154" cy="440314"/>
              </a:xfrm>
            </p:grpSpPr>
            <p:sp>
              <p:nvSpPr>
                <p:cNvPr id="597" name="Oval 596"/>
                <p:cNvSpPr/>
                <p:nvPr/>
              </p:nvSpPr>
              <p:spPr bwMode="auto">
                <a:xfrm flipV="1">
                  <a:off x="2188662" y="1691250"/>
                  <a:ext cx="1194966" cy="312543"/>
                </a:xfrm>
                <a:prstGeom prst="ellipse">
                  <a:avLst/>
                </a:prstGeom>
                <a:gradFill flip="none" rotWithShape="1">
                  <a:gsLst>
                    <a:gs pos="0">
                      <a:schemeClr val="accent2">
                        <a:lumMod val="75000"/>
                      </a:schemeClr>
                    </a:gs>
                    <a:gs pos="31000">
                      <a:schemeClr val="accent2">
                        <a:lumMod val="60000"/>
                        <a:lumOff val="40000"/>
                      </a:schemeClr>
                    </a:gs>
                    <a:gs pos="100000">
                      <a:schemeClr val="bg1"/>
                    </a:gs>
                  </a:gsLst>
                  <a:lin ang="16200000" scaled="0"/>
                  <a:tileRect/>
                </a:gradFill>
                <a:ln w="6350" cmpd="sng">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598" name="Rectangle 597"/>
                <p:cNvSpPr/>
                <p:nvPr/>
              </p:nvSpPr>
              <p:spPr bwMode="auto">
                <a:xfrm>
                  <a:off x="2184879" y="1736302"/>
                  <a:ext cx="1198749" cy="112629"/>
                </a:xfrm>
                <a:prstGeom prst="rect">
                  <a:avLst/>
                </a:prstGeom>
                <a:gradFill>
                  <a:gsLst>
                    <a:gs pos="0">
                      <a:schemeClr val="accent2">
                        <a:lumMod val="40000"/>
                        <a:lumOff val="60000"/>
                      </a:schemeClr>
                    </a:gs>
                    <a:gs pos="54000">
                      <a:schemeClr val="accent2">
                        <a:lumMod val="60000"/>
                        <a:lumOff val="40000"/>
                      </a:schemeClr>
                    </a:gs>
                    <a:gs pos="100000">
                      <a:schemeClr val="accent2">
                        <a:lumMod val="75000"/>
                      </a:schemeClr>
                    </a:gs>
                  </a:gsLst>
                  <a:lin ang="162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99" name="Oval 598"/>
                <p:cNvSpPr/>
                <p:nvPr/>
              </p:nvSpPr>
              <p:spPr bwMode="auto">
                <a:xfrm flipV="1">
                  <a:off x="2184879" y="1564542"/>
                  <a:ext cx="1194966" cy="312545"/>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600" name="Freeform 599"/>
                <p:cNvSpPr/>
                <p:nvPr/>
              </p:nvSpPr>
              <p:spPr bwMode="auto">
                <a:xfrm>
                  <a:off x="2491185" y="1671539"/>
                  <a:ext cx="582357" cy="154865"/>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01" name="Freeform 600"/>
                <p:cNvSpPr/>
                <p:nvPr/>
              </p:nvSpPr>
              <p:spPr bwMode="auto">
                <a:xfrm>
                  <a:off x="2430680" y="1629304"/>
                  <a:ext cx="703366" cy="109812"/>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02" name="Freeform 601"/>
                <p:cNvSpPr/>
                <p:nvPr/>
              </p:nvSpPr>
              <p:spPr bwMode="auto">
                <a:xfrm>
                  <a:off x="2892028" y="1722222"/>
                  <a:ext cx="260925" cy="95734"/>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03" name="Freeform 602"/>
                <p:cNvSpPr/>
                <p:nvPr/>
              </p:nvSpPr>
              <p:spPr bwMode="auto">
                <a:xfrm>
                  <a:off x="2419334" y="1725039"/>
                  <a:ext cx="253364" cy="95734"/>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604" name="Straight Connector 603"/>
                <p:cNvCxnSpPr>
                  <a:endCxn id="599" idx="2"/>
                </p:cNvCxnSpPr>
                <p:nvPr/>
              </p:nvCxnSpPr>
              <p:spPr bwMode="auto">
                <a:xfrm flipH="1" flipV="1">
                  <a:off x="2184879" y="1722222"/>
                  <a:ext cx="3783" cy="121077"/>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605" name="Straight Connector 604"/>
                <p:cNvCxnSpPr/>
                <p:nvPr/>
              </p:nvCxnSpPr>
              <p:spPr bwMode="auto">
                <a:xfrm flipH="1" flipV="1">
                  <a:off x="3379845" y="1727853"/>
                  <a:ext cx="3783" cy="121077"/>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grpSp>
          <p:nvGrpSpPr>
            <p:cNvPr id="48259" name="Group 48258"/>
            <p:cNvGrpSpPr/>
            <p:nvPr/>
          </p:nvGrpSpPr>
          <p:grpSpPr>
            <a:xfrm>
              <a:off x="6547479" y="3836935"/>
              <a:ext cx="514350" cy="1671638"/>
              <a:chOff x="6547479" y="3836935"/>
              <a:chExt cx="514350" cy="1671638"/>
            </a:xfrm>
          </p:grpSpPr>
          <p:sp>
            <p:nvSpPr>
              <p:cNvPr id="633" name="Rectangle 632"/>
              <p:cNvSpPr/>
              <p:nvPr/>
            </p:nvSpPr>
            <p:spPr bwMode="auto">
              <a:xfrm rot="10800000">
                <a:off x="6550526" y="3920772"/>
                <a:ext cx="498084" cy="629245"/>
              </a:xfrm>
              <a:prstGeom prst="rect">
                <a:avLst/>
              </a:prstGeom>
              <a:gradFill>
                <a:gsLst>
                  <a:gs pos="100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634" name="Straight Connector 633"/>
              <p:cNvCxnSpPr/>
              <p:nvPr/>
            </p:nvCxnSpPr>
            <p:spPr bwMode="auto">
              <a:xfrm flipH="1">
                <a:off x="7060241" y="3994098"/>
                <a:ext cx="1588" cy="1366837"/>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8187" name="Group 634"/>
              <p:cNvGrpSpPr>
                <a:grpSpLocks/>
              </p:cNvGrpSpPr>
              <p:nvPr/>
            </p:nvGrpSpPr>
            <p:grpSpPr bwMode="auto">
              <a:xfrm>
                <a:off x="6552627" y="5286665"/>
                <a:ext cx="507588" cy="221908"/>
                <a:chOff x="4128636" y="3606589"/>
                <a:chExt cx="568145" cy="338667"/>
              </a:xfrm>
            </p:grpSpPr>
            <p:sp>
              <p:nvSpPr>
                <p:cNvPr id="643" name="Oval 642"/>
                <p:cNvSpPr/>
                <p:nvPr/>
              </p:nvSpPr>
              <p:spPr>
                <a:xfrm>
                  <a:off x="4128204" y="3719937"/>
                  <a:ext cx="568606" cy="225319"/>
                </a:xfrm>
                <a:prstGeom prst="ellipse">
                  <a:avLst/>
                </a:prstGeom>
                <a:solidFill>
                  <a:schemeClr val="accent2">
                    <a:lumMod val="75000"/>
                  </a:schemeClr>
                </a:solid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44" name="Rectangle 643"/>
                <p:cNvSpPr/>
                <p:nvPr/>
              </p:nvSpPr>
              <p:spPr>
                <a:xfrm>
                  <a:off x="4128204" y="3719937"/>
                  <a:ext cx="568606" cy="111448"/>
                </a:xfrm>
                <a:prstGeom prst="rect">
                  <a:avLst/>
                </a:prstGeom>
                <a:solidFill>
                  <a:schemeClr val="accent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45" name="Oval 644"/>
                <p:cNvSpPr/>
                <p:nvPr/>
              </p:nvSpPr>
              <p:spPr>
                <a:xfrm>
                  <a:off x="4128204" y="3606067"/>
                  <a:ext cx="568606" cy="225318"/>
                </a:xfrm>
                <a:prstGeom prst="ellipse">
                  <a:avLst/>
                </a:prstGeom>
                <a:solidFill>
                  <a:schemeClr val="accent2">
                    <a:lumMod val="40000"/>
                    <a:lumOff val="60000"/>
                    <a:alpha val="5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646" name="Straight Connector 645"/>
                <p:cNvCxnSpPr/>
                <p:nvPr/>
              </p:nvCxnSpPr>
              <p:spPr>
                <a:xfrm>
                  <a:off x="4696810" y="3719937"/>
                  <a:ext cx="0" cy="111448"/>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647" name="Straight Connector 646"/>
                <p:cNvCxnSpPr/>
                <p:nvPr/>
              </p:nvCxnSpPr>
              <p:spPr>
                <a:xfrm>
                  <a:off x="4128204" y="3719937"/>
                  <a:ext cx="0" cy="111448"/>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sp>
            <p:nvSpPr>
              <p:cNvPr id="636" name="Rectangle 635"/>
              <p:cNvSpPr/>
              <p:nvPr/>
            </p:nvSpPr>
            <p:spPr bwMode="auto">
              <a:xfrm>
                <a:off x="6553829" y="4551310"/>
                <a:ext cx="496887" cy="812800"/>
              </a:xfrm>
              <a:prstGeom prst="rect">
                <a:avLst/>
              </a:prstGeom>
              <a:gradFill>
                <a:gsLst>
                  <a:gs pos="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638" name="Straight Connector 637"/>
              <p:cNvCxnSpPr/>
              <p:nvPr/>
            </p:nvCxnSpPr>
            <p:spPr bwMode="auto">
              <a:xfrm flipH="1">
                <a:off x="6547479" y="4002035"/>
                <a:ext cx="3175" cy="1452563"/>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8173" name="Group 622"/>
              <p:cNvGrpSpPr>
                <a:grpSpLocks/>
              </p:cNvGrpSpPr>
              <p:nvPr/>
            </p:nvGrpSpPr>
            <p:grpSpPr bwMode="auto">
              <a:xfrm>
                <a:off x="6549992" y="3836935"/>
                <a:ext cx="503828" cy="248485"/>
                <a:chOff x="2183302" y="1564542"/>
                <a:chExt cx="1200154" cy="440314"/>
              </a:xfrm>
            </p:grpSpPr>
            <p:sp>
              <p:nvSpPr>
                <p:cNvPr id="624" name="Oval 623"/>
                <p:cNvSpPr/>
                <p:nvPr/>
              </p:nvSpPr>
              <p:spPr bwMode="auto">
                <a:xfrm flipV="1">
                  <a:off x="2188659" y="1691130"/>
                  <a:ext cx="1194966" cy="315061"/>
                </a:xfrm>
                <a:prstGeom prst="ellipse">
                  <a:avLst/>
                </a:prstGeom>
                <a:gradFill flip="none" rotWithShape="1">
                  <a:gsLst>
                    <a:gs pos="0">
                      <a:schemeClr val="accent2">
                        <a:lumMod val="75000"/>
                      </a:schemeClr>
                    </a:gs>
                    <a:gs pos="31000">
                      <a:schemeClr val="accent2">
                        <a:lumMod val="60000"/>
                        <a:lumOff val="40000"/>
                      </a:schemeClr>
                    </a:gs>
                    <a:gs pos="100000">
                      <a:schemeClr val="bg1"/>
                    </a:gs>
                  </a:gsLst>
                  <a:lin ang="16200000" scaled="0"/>
                  <a:tileRect/>
                </a:gradFill>
                <a:ln w="6350" cmpd="sng">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625" name="Rectangle 624"/>
                <p:cNvSpPr/>
                <p:nvPr/>
              </p:nvSpPr>
              <p:spPr bwMode="auto">
                <a:xfrm>
                  <a:off x="2184879" y="1736138"/>
                  <a:ext cx="1198746" cy="112522"/>
                </a:xfrm>
                <a:prstGeom prst="rect">
                  <a:avLst/>
                </a:prstGeom>
                <a:gradFill>
                  <a:gsLst>
                    <a:gs pos="0">
                      <a:schemeClr val="accent2">
                        <a:lumMod val="40000"/>
                        <a:lumOff val="60000"/>
                      </a:schemeClr>
                    </a:gs>
                    <a:gs pos="54000">
                      <a:schemeClr val="accent2">
                        <a:lumMod val="60000"/>
                        <a:lumOff val="40000"/>
                      </a:schemeClr>
                    </a:gs>
                    <a:gs pos="100000">
                      <a:schemeClr val="accent2">
                        <a:lumMod val="75000"/>
                      </a:schemeClr>
                    </a:gs>
                  </a:gsLst>
                  <a:lin ang="162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26" name="Oval 625"/>
                <p:cNvSpPr/>
                <p:nvPr/>
              </p:nvSpPr>
              <p:spPr bwMode="auto">
                <a:xfrm flipV="1">
                  <a:off x="2184879" y="1564542"/>
                  <a:ext cx="1194966" cy="315061"/>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627" name="Freeform 626"/>
                <p:cNvSpPr/>
                <p:nvPr/>
              </p:nvSpPr>
              <p:spPr bwMode="auto">
                <a:xfrm>
                  <a:off x="2491182" y="1671438"/>
                  <a:ext cx="582357" cy="15753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28" name="Freeform 627"/>
                <p:cNvSpPr/>
                <p:nvPr/>
              </p:nvSpPr>
              <p:spPr bwMode="auto">
                <a:xfrm>
                  <a:off x="2430678" y="1629243"/>
                  <a:ext cx="703366" cy="112522"/>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29" name="Freeform 628"/>
                <p:cNvSpPr/>
                <p:nvPr/>
              </p:nvSpPr>
              <p:spPr bwMode="auto">
                <a:xfrm>
                  <a:off x="2892025" y="1724886"/>
                  <a:ext cx="260927" cy="95643"/>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30" name="Freeform 629"/>
                <p:cNvSpPr/>
                <p:nvPr/>
              </p:nvSpPr>
              <p:spPr bwMode="auto">
                <a:xfrm>
                  <a:off x="2419334" y="1727698"/>
                  <a:ext cx="253362" cy="92831"/>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631" name="Straight Connector 630"/>
                <p:cNvCxnSpPr>
                  <a:endCxn id="626" idx="2"/>
                </p:cNvCxnSpPr>
                <p:nvPr/>
              </p:nvCxnSpPr>
              <p:spPr bwMode="auto">
                <a:xfrm flipH="1" flipV="1">
                  <a:off x="2184879" y="1722072"/>
                  <a:ext cx="3780" cy="120962"/>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632" name="Straight Connector 631"/>
                <p:cNvCxnSpPr/>
                <p:nvPr/>
              </p:nvCxnSpPr>
              <p:spPr bwMode="auto">
                <a:xfrm flipH="1" flipV="1">
                  <a:off x="3379845" y="1730512"/>
                  <a:ext cx="3780" cy="120960"/>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grpSp>
      <p:grpSp>
        <p:nvGrpSpPr>
          <p:cNvPr id="28" name="Group 27"/>
          <p:cNvGrpSpPr/>
          <p:nvPr/>
        </p:nvGrpSpPr>
        <p:grpSpPr>
          <a:xfrm>
            <a:off x="2381956" y="2475925"/>
            <a:ext cx="4415330" cy="2315048"/>
            <a:chOff x="2381956" y="2435173"/>
            <a:chExt cx="4415330" cy="2315048"/>
          </a:xfrm>
        </p:grpSpPr>
        <p:sp>
          <p:nvSpPr>
            <p:cNvPr id="391" name="Freeform 390"/>
            <p:cNvSpPr/>
            <p:nvPr/>
          </p:nvSpPr>
          <p:spPr>
            <a:xfrm>
              <a:off x="2381956" y="2439629"/>
              <a:ext cx="297540" cy="1743187"/>
            </a:xfrm>
            <a:custGeom>
              <a:avLst/>
              <a:gdLst>
                <a:gd name="connsiteX0" fmla="*/ 307275 w 307275"/>
                <a:gd name="connsiteY0" fmla="*/ 0 h 1659441"/>
                <a:gd name="connsiteX1" fmla="*/ 0 w 307275"/>
                <a:gd name="connsiteY1" fmla="*/ 0 h 1659441"/>
                <a:gd name="connsiteX2" fmla="*/ 0 w 307275"/>
                <a:gd name="connsiteY2" fmla="*/ 1659441 h 1659441"/>
                <a:gd name="connsiteX0" fmla="*/ 307275 w 307275"/>
                <a:gd name="connsiteY0" fmla="*/ 0 h 2015941"/>
                <a:gd name="connsiteX1" fmla="*/ 0 w 307275"/>
                <a:gd name="connsiteY1" fmla="*/ 0 h 2015941"/>
                <a:gd name="connsiteX2" fmla="*/ 0 w 307275"/>
                <a:gd name="connsiteY2" fmla="*/ 2015941 h 2015941"/>
                <a:gd name="connsiteX0" fmla="*/ 228538 w 228538"/>
                <a:gd name="connsiteY0" fmla="*/ 0 h 2022548"/>
                <a:gd name="connsiteX1" fmla="*/ 0 w 228538"/>
                <a:gd name="connsiteY1" fmla="*/ 6607 h 2022548"/>
                <a:gd name="connsiteX2" fmla="*/ 0 w 228538"/>
                <a:gd name="connsiteY2" fmla="*/ 2022548 h 2022548"/>
              </a:gdLst>
              <a:ahLst/>
              <a:cxnLst>
                <a:cxn ang="0">
                  <a:pos x="connsiteX0" y="connsiteY0"/>
                </a:cxn>
                <a:cxn ang="0">
                  <a:pos x="connsiteX1" y="connsiteY1"/>
                </a:cxn>
                <a:cxn ang="0">
                  <a:pos x="connsiteX2" y="connsiteY2"/>
                </a:cxn>
              </a:cxnLst>
              <a:rect l="l" t="t" r="r" b="b"/>
              <a:pathLst>
                <a:path w="228538" h="2022548">
                  <a:moveTo>
                    <a:pt x="228538" y="0"/>
                  </a:moveTo>
                  <a:lnTo>
                    <a:pt x="0" y="6607"/>
                  </a:lnTo>
                  <a:lnTo>
                    <a:pt x="0" y="2022548"/>
                  </a:lnTo>
                </a:path>
              </a:pathLst>
            </a:custGeom>
            <a:ln w="31750">
              <a:solidFill>
                <a:srgbClr val="CC0000"/>
              </a:solidFill>
              <a:headEnd type="triangle"/>
              <a:tailEnd type="triangle"/>
            </a:ln>
            <a:effectLst/>
          </p:spPr>
          <p:style>
            <a:lnRef idx="2">
              <a:schemeClr val="accent1"/>
            </a:lnRef>
            <a:fillRef idx="0">
              <a:schemeClr val="accent1"/>
            </a:fillRef>
            <a:effectRef idx="1">
              <a:schemeClr val="accent1"/>
            </a:effectRef>
            <a:fontRef idx="minor">
              <a:schemeClr val="tx1"/>
            </a:fontRef>
          </p:style>
          <p:txBody>
            <a:bodyPr anchor="ctr"/>
            <a:lstStyle/>
            <a:p>
              <a:pPr algn="ctr">
                <a:defRPr/>
              </a:pPr>
              <a:endParaRPr lang="en-US" dirty="0">
                <a:solidFill>
                  <a:srgbClr val="CC0000"/>
                </a:solidFill>
              </a:endParaRPr>
            </a:p>
          </p:txBody>
        </p:sp>
        <p:sp>
          <p:nvSpPr>
            <p:cNvPr id="392" name="Freeform 391"/>
            <p:cNvSpPr/>
            <p:nvPr/>
          </p:nvSpPr>
          <p:spPr>
            <a:xfrm flipH="1">
              <a:off x="6411524" y="2435173"/>
              <a:ext cx="385762" cy="2300562"/>
            </a:xfrm>
            <a:custGeom>
              <a:avLst/>
              <a:gdLst>
                <a:gd name="connsiteX0" fmla="*/ 307275 w 307275"/>
                <a:gd name="connsiteY0" fmla="*/ 0 h 1659441"/>
                <a:gd name="connsiteX1" fmla="*/ 0 w 307275"/>
                <a:gd name="connsiteY1" fmla="*/ 0 h 1659441"/>
                <a:gd name="connsiteX2" fmla="*/ 0 w 307275"/>
                <a:gd name="connsiteY2" fmla="*/ 1659441 h 1659441"/>
                <a:gd name="connsiteX0" fmla="*/ 307275 w 307275"/>
                <a:gd name="connsiteY0" fmla="*/ 0 h 2117725"/>
                <a:gd name="connsiteX1" fmla="*/ 0 w 307275"/>
                <a:gd name="connsiteY1" fmla="*/ 0 h 2117725"/>
                <a:gd name="connsiteX2" fmla="*/ 0 w 307275"/>
                <a:gd name="connsiteY2" fmla="*/ 2117725 h 2117725"/>
              </a:gdLst>
              <a:ahLst/>
              <a:cxnLst>
                <a:cxn ang="0">
                  <a:pos x="connsiteX0" y="connsiteY0"/>
                </a:cxn>
                <a:cxn ang="0">
                  <a:pos x="connsiteX1" y="connsiteY1"/>
                </a:cxn>
                <a:cxn ang="0">
                  <a:pos x="connsiteX2" y="connsiteY2"/>
                </a:cxn>
              </a:cxnLst>
              <a:rect l="l" t="t" r="r" b="b"/>
              <a:pathLst>
                <a:path w="307275" h="2117725">
                  <a:moveTo>
                    <a:pt x="307275" y="0"/>
                  </a:moveTo>
                  <a:lnTo>
                    <a:pt x="0" y="0"/>
                  </a:lnTo>
                  <a:lnTo>
                    <a:pt x="0" y="2117725"/>
                  </a:lnTo>
                </a:path>
              </a:pathLst>
            </a:custGeom>
            <a:ln w="31750">
              <a:solidFill>
                <a:srgbClr val="CC0000"/>
              </a:solidFill>
              <a:headEnd type="triangle"/>
              <a:tailEnd type="triangle"/>
            </a:ln>
            <a:effectLst/>
          </p:spPr>
          <p:style>
            <a:lnRef idx="2">
              <a:schemeClr val="accent1"/>
            </a:lnRef>
            <a:fillRef idx="0">
              <a:schemeClr val="accent1"/>
            </a:fillRef>
            <a:effectRef idx="1">
              <a:schemeClr val="accent1"/>
            </a:effectRef>
            <a:fontRef idx="minor">
              <a:schemeClr val="tx1"/>
            </a:fontRef>
          </p:style>
          <p:txBody>
            <a:bodyPr anchor="ctr"/>
            <a:lstStyle/>
            <a:p>
              <a:pPr algn="ctr">
                <a:defRPr/>
              </a:pPr>
              <a:endParaRPr lang="en-US" dirty="0"/>
            </a:p>
          </p:txBody>
        </p:sp>
        <p:cxnSp>
          <p:nvCxnSpPr>
            <p:cNvPr id="393" name="Straight Arrow Connector 392"/>
            <p:cNvCxnSpPr/>
            <p:nvPr/>
          </p:nvCxnSpPr>
          <p:spPr>
            <a:xfrm flipV="1">
              <a:off x="5791457" y="2687586"/>
              <a:ext cx="8309" cy="2062635"/>
            </a:xfrm>
            <a:prstGeom prst="straightConnector1">
              <a:avLst/>
            </a:prstGeom>
            <a:ln w="31750">
              <a:solidFill>
                <a:srgbClr val="CC0000"/>
              </a:solidFill>
              <a:headEnd type="triangle"/>
              <a:tailEnd type="triangle"/>
            </a:ln>
            <a:effectLst/>
          </p:spPr>
          <p:style>
            <a:lnRef idx="2">
              <a:schemeClr val="accent1"/>
            </a:lnRef>
            <a:fillRef idx="0">
              <a:schemeClr val="accent1"/>
            </a:fillRef>
            <a:effectRef idx="1">
              <a:schemeClr val="accent1"/>
            </a:effectRef>
            <a:fontRef idx="minor">
              <a:schemeClr val="tx1"/>
            </a:fontRef>
          </p:style>
        </p:cxnSp>
        <p:cxnSp>
          <p:nvCxnSpPr>
            <p:cNvPr id="394" name="Straight Arrow Connector 393"/>
            <p:cNvCxnSpPr/>
            <p:nvPr/>
          </p:nvCxnSpPr>
          <p:spPr>
            <a:xfrm flipV="1">
              <a:off x="4598735" y="2708225"/>
              <a:ext cx="18344" cy="2037167"/>
            </a:xfrm>
            <a:prstGeom prst="straightConnector1">
              <a:avLst/>
            </a:prstGeom>
            <a:ln w="31750">
              <a:solidFill>
                <a:srgbClr val="CC0000"/>
              </a:solidFill>
              <a:headEnd type="triangle"/>
              <a:tailEnd type="triangle"/>
            </a:ln>
            <a:effectLst/>
          </p:spPr>
          <p:style>
            <a:lnRef idx="2">
              <a:schemeClr val="accent1"/>
            </a:lnRef>
            <a:fillRef idx="0">
              <a:schemeClr val="accent1"/>
            </a:fillRef>
            <a:effectRef idx="1">
              <a:schemeClr val="accent1"/>
            </a:effectRef>
            <a:fontRef idx="minor">
              <a:schemeClr val="tx1"/>
            </a:fontRef>
          </p:style>
        </p:cxnSp>
        <p:cxnSp>
          <p:nvCxnSpPr>
            <p:cNvPr id="395" name="Straight Arrow Connector 394"/>
            <p:cNvCxnSpPr/>
            <p:nvPr/>
          </p:nvCxnSpPr>
          <p:spPr>
            <a:xfrm flipH="1" flipV="1">
              <a:off x="3807455" y="2762199"/>
              <a:ext cx="9009" cy="1983193"/>
            </a:xfrm>
            <a:prstGeom prst="straightConnector1">
              <a:avLst/>
            </a:prstGeom>
            <a:ln w="31750">
              <a:solidFill>
                <a:srgbClr val="CC0000"/>
              </a:solidFill>
              <a:headEnd type="triangle"/>
              <a:tailEnd type="triangle"/>
            </a:ln>
            <a:effectLst/>
          </p:spPr>
          <p:style>
            <a:lnRef idx="2">
              <a:schemeClr val="accent1"/>
            </a:lnRef>
            <a:fillRef idx="0">
              <a:schemeClr val="accent1"/>
            </a:fillRef>
            <a:effectRef idx="1">
              <a:schemeClr val="accent1"/>
            </a:effectRef>
            <a:fontRef idx="minor">
              <a:schemeClr val="tx1"/>
            </a:fontRef>
          </p:style>
        </p:cxnSp>
      </p:grpSp>
      <p:sp>
        <p:nvSpPr>
          <p:cNvPr id="48169" name="Text Box 167"/>
          <p:cNvSpPr txBox="1">
            <a:spLocks noChangeArrowheads="1"/>
          </p:cNvSpPr>
          <p:nvPr/>
        </p:nvSpPr>
        <p:spPr bwMode="auto">
          <a:xfrm>
            <a:off x="542925" y="236538"/>
            <a:ext cx="6537066" cy="6463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3600" dirty="0">
                <a:solidFill>
                  <a:srgbClr val="000099"/>
                </a:solidFill>
                <a:latin typeface="Gill Sans MT" charset="0"/>
              </a:rPr>
              <a:t>Logically centralized control plane</a:t>
            </a:r>
          </a:p>
        </p:txBody>
      </p:sp>
      <p:pic>
        <p:nvPicPr>
          <p:cNvPr id="48170" name="Picture 5"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81025" y="776288"/>
            <a:ext cx="6422481" cy="20891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8171" name="TextBox 335"/>
          <p:cNvSpPr txBox="1">
            <a:spLocks noChangeArrowheads="1"/>
          </p:cNvSpPr>
          <p:nvPr/>
        </p:nvSpPr>
        <p:spPr bwMode="auto">
          <a:xfrm>
            <a:off x="394448" y="1039914"/>
            <a:ext cx="8456612" cy="83099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dirty="0"/>
              <a:t>A distinct (typically remote) controller interacts with local control agents (CAs) in routers to compute forwarding tables</a:t>
            </a:r>
          </a:p>
        </p:txBody>
      </p:sp>
      <p:grpSp>
        <p:nvGrpSpPr>
          <p:cNvPr id="24" name="Group 23"/>
          <p:cNvGrpSpPr/>
          <p:nvPr/>
        </p:nvGrpSpPr>
        <p:grpSpPr>
          <a:xfrm>
            <a:off x="2055910" y="4687854"/>
            <a:ext cx="4956877" cy="694339"/>
            <a:chOff x="2055070" y="4690247"/>
            <a:chExt cx="4956877" cy="694339"/>
          </a:xfrm>
        </p:grpSpPr>
        <p:grpSp>
          <p:nvGrpSpPr>
            <p:cNvPr id="48273" name="Group 554"/>
            <p:cNvGrpSpPr>
              <a:grpSpLocks/>
            </p:cNvGrpSpPr>
            <p:nvPr/>
          </p:nvGrpSpPr>
          <p:grpSpPr bwMode="auto">
            <a:xfrm>
              <a:off x="3605320" y="5055434"/>
              <a:ext cx="430131" cy="329152"/>
              <a:chOff x="2931664" y="3912603"/>
              <a:chExt cx="430450" cy="329314"/>
            </a:xfrm>
          </p:grpSpPr>
          <p:sp>
            <p:nvSpPr>
              <p:cNvPr id="558" name="Rectangle 557"/>
              <p:cNvSpPr/>
              <p:nvPr/>
            </p:nvSpPr>
            <p:spPr>
              <a:xfrm>
                <a:off x="2936952" y="3913304"/>
                <a:ext cx="425766" cy="328775"/>
              </a:xfrm>
              <a:prstGeom prst="rect">
                <a:avLst/>
              </a:prstGeom>
              <a:solidFill>
                <a:schemeClr val="bg1"/>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59" name="Straight Connector 558"/>
              <p:cNvCxnSpPr/>
              <p:nvPr/>
            </p:nvCxnSpPr>
            <p:spPr>
              <a:xfrm>
                <a:off x="2932185" y="4005425"/>
                <a:ext cx="425766"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560" name="Straight Connector 559"/>
              <p:cNvCxnSpPr/>
              <p:nvPr/>
            </p:nvCxnSpPr>
            <p:spPr>
              <a:xfrm>
                <a:off x="2932185" y="4068956"/>
                <a:ext cx="425766"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561" name="Straight Connector 560"/>
              <p:cNvCxnSpPr>
                <a:stCxn id="558" idx="2"/>
              </p:cNvCxnSpPr>
              <p:nvPr/>
            </p:nvCxnSpPr>
            <p:spPr>
              <a:xfrm flipH="1" flipV="1">
                <a:off x="3148246" y="4005425"/>
                <a:ext cx="1589" cy="236654"/>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grpSp>
        <p:grpSp>
          <p:nvGrpSpPr>
            <p:cNvPr id="48245" name="Group 582"/>
            <p:cNvGrpSpPr>
              <a:grpSpLocks/>
            </p:cNvGrpSpPr>
            <p:nvPr/>
          </p:nvGrpSpPr>
          <p:grpSpPr bwMode="auto">
            <a:xfrm>
              <a:off x="4387957" y="5055368"/>
              <a:ext cx="430131" cy="329152"/>
              <a:chOff x="2931664" y="3912603"/>
              <a:chExt cx="430450" cy="329314"/>
            </a:xfrm>
          </p:grpSpPr>
          <p:sp>
            <p:nvSpPr>
              <p:cNvPr id="585" name="Rectangle 584"/>
              <p:cNvSpPr/>
              <p:nvPr/>
            </p:nvSpPr>
            <p:spPr>
              <a:xfrm>
                <a:off x="2936952" y="3913304"/>
                <a:ext cx="425766" cy="328774"/>
              </a:xfrm>
              <a:prstGeom prst="rect">
                <a:avLst/>
              </a:prstGeom>
              <a:solidFill>
                <a:schemeClr val="bg1"/>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86" name="Straight Connector 585"/>
              <p:cNvCxnSpPr/>
              <p:nvPr/>
            </p:nvCxnSpPr>
            <p:spPr>
              <a:xfrm>
                <a:off x="2932186" y="4005425"/>
                <a:ext cx="425766"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587" name="Straight Connector 586"/>
              <p:cNvCxnSpPr/>
              <p:nvPr/>
            </p:nvCxnSpPr>
            <p:spPr>
              <a:xfrm>
                <a:off x="2932186" y="4068956"/>
                <a:ext cx="425766"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588" name="Straight Connector 587"/>
              <p:cNvCxnSpPr>
                <a:stCxn id="585" idx="2"/>
              </p:cNvCxnSpPr>
              <p:nvPr/>
            </p:nvCxnSpPr>
            <p:spPr>
              <a:xfrm flipH="1" flipV="1">
                <a:off x="3148247" y="4005425"/>
                <a:ext cx="1588" cy="236653"/>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grpSp>
        <p:grpSp>
          <p:nvGrpSpPr>
            <p:cNvPr id="48217" name="Group 609"/>
            <p:cNvGrpSpPr>
              <a:grpSpLocks/>
            </p:cNvGrpSpPr>
            <p:nvPr/>
          </p:nvGrpSpPr>
          <p:grpSpPr bwMode="auto">
            <a:xfrm>
              <a:off x="5591804" y="5053093"/>
              <a:ext cx="430212" cy="328614"/>
              <a:chOff x="2932186" y="3913304"/>
              <a:chExt cx="430531" cy="328775"/>
            </a:xfrm>
          </p:grpSpPr>
          <p:sp>
            <p:nvSpPr>
              <p:cNvPr id="612" name="Rectangle 611"/>
              <p:cNvSpPr/>
              <p:nvPr/>
            </p:nvSpPr>
            <p:spPr>
              <a:xfrm>
                <a:off x="2936952" y="3913304"/>
                <a:ext cx="425765" cy="328774"/>
              </a:xfrm>
              <a:prstGeom prst="rect">
                <a:avLst/>
              </a:prstGeom>
              <a:solidFill>
                <a:schemeClr val="bg1"/>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613" name="Straight Connector 612"/>
              <p:cNvCxnSpPr/>
              <p:nvPr/>
            </p:nvCxnSpPr>
            <p:spPr>
              <a:xfrm>
                <a:off x="2932186" y="4005425"/>
                <a:ext cx="425766"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614" name="Straight Connector 613"/>
              <p:cNvCxnSpPr/>
              <p:nvPr/>
            </p:nvCxnSpPr>
            <p:spPr>
              <a:xfrm>
                <a:off x="2932186" y="4068956"/>
                <a:ext cx="425766"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615" name="Straight Connector 614"/>
              <p:cNvCxnSpPr>
                <a:stCxn id="612" idx="2"/>
              </p:cNvCxnSpPr>
              <p:nvPr/>
            </p:nvCxnSpPr>
            <p:spPr>
              <a:xfrm flipH="1" flipV="1">
                <a:off x="3148247" y="4005425"/>
                <a:ext cx="1588" cy="236654"/>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grpSp>
        <p:grpSp>
          <p:nvGrpSpPr>
            <p:cNvPr id="48189" name="Group 636"/>
            <p:cNvGrpSpPr>
              <a:grpSpLocks/>
            </p:cNvGrpSpPr>
            <p:nvPr/>
          </p:nvGrpSpPr>
          <p:grpSpPr bwMode="auto">
            <a:xfrm>
              <a:off x="6581816" y="5045656"/>
              <a:ext cx="430131" cy="329465"/>
              <a:chOff x="2931664" y="3912603"/>
              <a:chExt cx="430450" cy="329314"/>
            </a:xfrm>
          </p:grpSpPr>
          <p:sp>
            <p:nvSpPr>
              <p:cNvPr id="639" name="Rectangle 638"/>
              <p:cNvSpPr/>
              <p:nvPr/>
            </p:nvSpPr>
            <p:spPr>
              <a:xfrm>
                <a:off x="2936952" y="3912169"/>
                <a:ext cx="425766" cy="330049"/>
              </a:xfrm>
              <a:prstGeom prst="rect">
                <a:avLst/>
              </a:prstGeom>
              <a:solidFill>
                <a:schemeClr val="bg1"/>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640" name="Straight Connector 639"/>
              <p:cNvCxnSpPr/>
              <p:nvPr/>
            </p:nvCxnSpPr>
            <p:spPr>
              <a:xfrm>
                <a:off x="2932185" y="4004202"/>
                <a:ext cx="425766"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641" name="Straight Connector 640"/>
              <p:cNvCxnSpPr/>
              <p:nvPr/>
            </p:nvCxnSpPr>
            <p:spPr>
              <a:xfrm>
                <a:off x="2932185" y="4067673"/>
                <a:ext cx="425766"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642" name="Straight Connector 641"/>
              <p:cNvCxnSpPr>
                <a:stCxn id="639" idx="2"/>
              </p:cNvCxnSpPr>
              <p:nvPr/>
            </p:nvCxnSpPr>
            <p:spPr>
              <a:xfrm flipH="1" flipV="1">
                <a:off x="3148246" y="4004202"/>
                <a:ext cx="1589" cy="238016"/>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grpSp>
        <p:grpSp>
          <p:nvGrpSpPr>
            <p:cNvPr id="357" name="Group 554"/>
            <p:cNvGrpSpPr>
              <a:grpSpLocks/>
            </p:cNvGrpSpPr>
            <p:nvPr/>
          </p:nvGrpSpPr>
          <p:grpSpPr bwMode="auto">
            <a:xfrm>
              <a:off x="2055070" y="4690247"/>
              <a:ext cx="675320" cy="521222"/>
              <a:chOff x="2931664" y="3912603"/>
              <a:chExt cx="430450" cy="329314"/>
            </a:xfrm>
          </p:grpSpPr>
          <p:sp>
            <p:nvSpPr>
              <p:cNvPr id="358" name="Rectangle 357"/>
              <p:cNvSpPr/>
              <p:nvPr/>
            </p:nvSpPr>
            <p:spPr>
              <a:xfrm>
                <a:off x="2936952" y="3913304"/>
                <a:ext cx="425766" cy="328775"/>
              </a:xfrm>
              <a:prstGeom prst="rect">
                <a:avLst/>
              </a:prstGeom>
              <a:solidFill>
                <a:schemeClr val="bg1"/>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59" name="Straight Connector 358"/>
              <p:cNvCxnSpPr/>
              <p:nvPr/>
            </p:nvCxnSpPr>
            <p:spPr>
              <a:xfrm>
                <a:off x="2932185" y="4005425"/>
                <a:ext cx="425766"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360" name="Straight Connector 359"/>
              <p:cNvCxnSpPr/>
              <p:nvPr/>
            </p:nvCxnSpPr>
            <p:spPr>
              <a:xfrm>
                <a:off x="2932185" y="4068956"/>
                <a:ext cx="425766"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361" name="Straight Connector 360"/>
              <p:cNvCxnSpPr>
                <a:stCxn id="358" idx="2"/>
              </p:cNvCxnSpPr>
              <p:nvPr/>
            </p:nvCxnSpPr>
            <p:spPr>
              <a:xfrm flipH="1" flipV="1">
                <a:off x="3148246" y="4005425"/>
                <a:ext cx="1589" cy="236654"/>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grpSp>
      </p:grpSp>
      <p:grpSp>
        <p:nvGrpSpPr>
          <p:cNvPr id="362" name="Group 347"/>
          <p:cNvGrpSpPr>
            <a:grpSpLocks/>
          </p:cNvGrpSpPr>
          <p:nvPr/>
        </p:nvGrpSpPr>
        <p:grpSpPr bwMode="auto">
          <a:xfrm>
            <a:off x="5856401" y="5944266"/>
            <a:ext cx="588970" cy="242608"/>
            <a:chOff x="1871277" y="1576300"/>
            <a:chExt cx="1128371" cy="437861"/>
          </a:xfrm>
        </p:grpSpPr>
        <p:sp>
          <p:nvSpPr>
            <p:cNvPr id="363" name="Oval 362"/>
            <p:cNvSpPr/>
            <p:nvPr/>
          </p:nvSpPr>
          <p:spPr bwMode="auto">
            <a:xfrm flipV="1">
              <a:off x="1874446" y="1694641"/>
              <a:ext cx="1125202"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64" name="Rectangle 363"/>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65" name="Oval 364"/>
            <p:cNvSpPr/>
            <p:nvPr/>
          </p:nvSpPr>
          <p:spPr bwMode="auto">
            <a:xfrm flipV="1">
              <a:off x="1871277" y="1576300"/>
              <a:ext cx="1125200"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66" name="Freeform 365"/>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67" name="Freeform 366"/>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68" name="Freeform 367"/>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69" name="Freeform 368"/>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70" name="Straight Connector 369"/>
            <p:cNvCxnSpPr>
              <a:endCxn id="365" idx="2"/>
            </p:cNvCxnSpPr>
            <p:nvPr/>
          </p:nvCxnSpPr>
          <p:spPr bwMode="auto">
            <a:xfrm flipH="1" flipV="1">
              <a:off x="1871277" y="1737243"/>
              <a:ext cx="3169"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71" name="Straight Connector 370"/>
            <p:cNvCxnSpPr/>
            <p:nvPr/>
          </p:nvCxnSpPr>
          <p:spPr bwMode="auto">
            <a:xfrm flipH="1" flipV="1">
              <a:off x="2996477" y="1734877"/>
              <a:ext cx="3171"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372" name="Group 347"/>
          <p:cNvGrpSpPr>
            <a:grpSpLocks/>
          </p:cNvGrpSpPr>
          <p:nvPr/>
        </p:nvGrpSpPr>
        <p:grpSpPr bwMode="auto">
          <a:xfrm>
            <a:off x="4375328" y="5802169"/>
            <a:ext cx="588970" cy="242608"/>
            <a:chOff x="1871277" y="1576300"/>
            <a:chExt cx="1128371" cy="437861"/>
          </a:xfrm>
        </p:grpSpPr>
        <p:sp>
          <p:nvSpPr>
            <p:cNvPr id="373" name="Oval 372"/>
            <p:cNvSpPr/>
            <p:nvPr/>
          </p:nvSpPr>
          <p:spPr bwMode="auto">
            <a:xfrm flipV="1">
              <a:off x="1874446" y="1694641"/>
              <a:ext cx="1125202"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74" name="Rectangle 373"/>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75" name="Oval 374"/>
            <p:cNvSpPr/>
            <p:nvPr/>
          </p:nvSpPr>
          <p:spPr bwMode="auto">
            <a:xfrm flipV="1">
              <a:off x="1871277" y="1576300"/>
              <a:ext cx="1125200"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76" name="Freeform 375"/>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77" name="Freeform 376"/>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78" name="Freeform 377"/>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79" name="Freeform 378"/>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80" name="Straight Connector 379"/>
            <p:cNvCxnSpPr>
              <a:endCxn id="375" idx="2"/>
            </p:cNvCxnSpPr>
            <p:nvPr/>
          </p:nvCxnSpPr>
          <p:spPr bwMode="auto">
            <a:xfrm flipH="1" flipV="1">
              <a:off x="1871277" y="1737243"/>
              <a:ext cx="3169"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81" name="Straight Connector 380"/>
            <p:cNvCxnSpPr/>
            <p:nvPr/>
          </p:nvCxnSpPr>
          <p:spPr bwMode="auto">
            <a:xfrm flipH="1" flipV="1">
              <a:off x="2996477" y="1734877"/>
              <a:ext cx="3171"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382" name="Group 347"/>
          <p:cNvGrpSpPr>
            <a:grpSpLocks/>
          </p:cNvGrpSpPr>
          <p:nvPr/>
        </p:nvGrpSpPr>
        <p:grpSpPr bwMode="auto">
          <a:xfrm>
            <a:off x="2848241" y="5995982"/>
            <a:ext cx="588970" cy="242608"/>
            <a:chOff x="1871277" y="1576300"/>
            <a:chExt cx="1128371" cy="437861"/>
          </a:xfrm>
        </p:grpSpPr>
        <p:sp>
          <p:nvSpPr>
            <p:cNvPr id="383" name="Oval 382"/>
            <p:cNvSpPr/>
            <p:nvPr/>
          </p:nvSpPr>
          <p:spPr bwMode="auto">
            <a:xfrm flipV="1">
              <a:off x="1874446" y="1694641"/>
              <a:ext cx="1125202"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84" name="Rectangle 383"/>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85" name="Oval 384"/>
            <p:cNvSpPr/>
            <p:nvPr/>
          </p:nvSpPr>
          <p:spPr bwMode="auto">
            <a:xfrm flipV="1">
              <a:off x="1871277" y="1576300"/>
              <a:ext cx="1125200"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86" name="Freeform 385"/>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87" name="Freeform 386"/>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90" name="Freeform 389"/>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97" name="Freeform 396"/>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99" name="Straight Connector 398"/>
            <p:cNvCxnSpPr>
              <a:endCxn id="385" idx="2"/>
            </p:cNvCxnSpPr>
            <p:nvPr/>
          </p:nvCxnSpPr>
          <p:spPr bwMode="auto">
            <a:xfrm flipH="1" flipV="1">
              <a:off x="1871277" y="1737243"/>
              <a:ext cx="3169"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400" name="Straight Connector 399"/>
            <p:cNvCxnSpPr/>
            <p:nvPr/>
          </p:nvCxnSpPr>
          <p:spPr bwMode="auto">
            <a:xfrm flipH="1" flipV="1">
              <a:off x="2996477" y="1734877"/>
              <a:ext cx="3171"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401" name="Group 347"/>
          <p:cNvGrpSpPr>
            <a:grpSpLocks/>
          </p:cNvGrpSpPr>
          <p:nvPr/>
        </p:nvGrpSpPr>
        <p:grpSpPr bwMode="auto">
          <a:xfrm>
            <a:off x="5166757" y="6262321"/>
            <a:ext cx="588970" cy="242608"/>
            <a:chOff x="1871277" y="1576300"/>
            <a:chExt cx="1128371" cy="437861"/>
          </a:xfrm>
        </p:grpSpPr>
        <p:sp>
          <p:nvSpPr>
            <p:cNvPr id="402" name="Oval 401"/>
            <p:cNvSpPr/>
            <p:nvPr/>
          </p:nvSpPr>
          <p:spPr bwMode="auto">
            <a:xfrm flipV="1">
              <a:off x="1874446" y="1694641"/>
              <a:ext cx="1125202"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407" name="Rectangle 406"/>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12" name="Oval 411"/>
            <p:cNvSpPr/>
            <p:nvPr/>
          </p:nvSpPr>
          <p:spPr bwMode="auto">
            <a:xfrm flipV="1">
              <a:off x="1871277" y="1576300"/>
              <a:ext cx="1125200"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417" name="Freeform 416"/>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22" name="Freeform 421"/>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27" name="Freeform 426"/>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28" name="Freeform 427"/>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29" name="Straight Connector 428"/>
            <p:cNvCxnSpPr>
              <a:endCxn id="412" idx="2"/>
            </p:cNvCxnSpPr>
            <p:nvPr/>
          </p:nvCxnSpPr>
          <p:spPr bwMode="auto">
            <a:xfrm flipH="1" flipV="1">
              <a:off x="1871277" y="1737243"/>
              <a:ext cx="3169"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430" name="Straight Connector 429"/>
            <p:cNvCxnSpPr/>
            <p:nvPr/>
          </p:nvCxnSpPr>
          <p:spPr bwMode="auto">
            <a:xfrm flipH="1" flipV="1">
              <a:off x="2996477" y="1734877"/>
              <a:ext cx="3171"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431" name="Group 347"/>
          <p:cNvGrpSpPr>
            <a:grpSpLocks/>
          </p:cNvGrpSpPr>
          <p:nvPr/>
        </p:nvGrpSpPr>
        <p:grpSpPr bwMode="auto">
          <a:xfrm>
            <a:off x="3704088" y="6354901"/>
            <a:ext cx="588970" cy="242608"/>
            <a:chOff x="1871277" y="1576300"/>
            <a:chExt cx="1128371" cy="437861"/>
          </a:xfrm>
        </p:grpSpPr>
        <p:sp>
          <p:nvSpPr>
            <p:cNvPr id="432" name="Oval 431"/>
            <p:cNvSpPr/>
            <p:nvPr/>
          </p:nvSpPr>
          <p:spPr bwMode="auto">
            <a:xfrm flipV="1">
              <a:off x="1874446" y="1694641"/>
              <a:ext cx="1125202"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433" name="Rectangle 432"/>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34" name="Oval 433"/>
            <p:cNvSpPr/>
            <p:nvPr/>
          </p:nvSpPr>
          <p:spPr bwMode="auto">
            <a:xfrm flipV="1">
              <a:off x="1871277" y="1576300"/>
              <a:ext cx="1125200"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435" name="Freeform 434"/>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36" name="Freeform 435"/>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37" name="Freeform 436"/>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38" name="Freeform 437"/>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39" name="Straight Connector 438"/>
            <p:cNvCxnSpPr>
              <a:endCxn id="434" idx="2"/>
            </p:cNvCxnSpPr>
            <p:nvPr/>
          </p:nvCxnSpPr>
          <p:spPr bwMode="auto">
            <a:xfrm flipH="1" flipV="1">
              <a:off x="1871277" y="1737243"/>
              <a:ext cx="3169"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440" name="Straight Connector 439"/>
            <p:cNvCxnSpPr/>
            <p:nvPr/>
          </p:nvCxnSpPr>
          <p:spPr bwMode="auto">
            <a:xfrm flipH="1" flipV="1">
              <a:off x="2996477" y="1734877"/>
              <a:ext cx="3171"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6" name="Group 25"/>
          <p:cNvGrpSpPr/>
          <p:nvPr/>
        </p:nvGrpSpPr>
        <p:grpSpPr>
          <a:xfrm>
            <a:off x="1925875" y="2220187"/>
            <a:ext cx="5095391" cy="2833288"/>
            <a:chOff x="1925876" y="2212958"/>
            <a:chExt cx="5095391" cy="2833288"/>
          </a:xfrm>
        </p:grpSpPr>
        <p:grpSp>
          <p:nvGrpSpPr>
            <p:cNvPr id="12" name="Group 11"/>
            <p:cNvGrpSpPr/>
            <p:nvPr/>
          </p:nvGrpSpPr>
          <p:grpSpPr>
            <a:xfrm>
              <a:off x="2745416" y="2212958"/>
              <a:ext cx="3597533" cy="493677"/>
              <a:chOff x="2705100" y="2011398"/>
              <a:chExt cx="3597533" cy="493677"/>
            </a:xfrm>
          </p:grpSpPr>
          <p:sp>
            <p:nvSpPr>
              <p:cNvPr id="342" name="Oval 341"/>
              <p:cNvSpPr/>
              <p:nvPr/>
            </p:nvSpPr>
            <p:spPr bwMode="auto">
              <a:xfrm>
                <a:off x="2722820" y="2011398"/>
                <a:ext cx="3579813" cy="492125"/>
              </a:xfrm>
              <a:prstGeom prst="ellipse">
                <a:avLst/>
              </a:prstGeom>
              <a:solidFill>
                <a:schemeClr val="bg1">
                  <a:alpha val="42000"/>
                </a:schemeClr>
              </a:solidFill>
              <a:ln w="3175">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89" name="Oval 388"/>
              <p:cNvSpPr/>
              <p:nvPr/>
            </p:nvSpPr>
            <p:spPr bwMode="auto">
              <a:xfrm>
                <a:off x="2705100" y="2012950"/>
                <a:ext cx="3579813" cy="492125"/>
              </a:xfrm>
              <a:prstGeom prst="ellipse">
                <a:avLst/>
              </a:prstGeom>
              <a:solidFill>
                <a:srgbClr val="CC0000">
                  <a:alpha val="42000"/>
                </a:srgbClr>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8308" name="TextBox 389"/>
              <p:cNvSpPr txBox="1">
                <a:spLocks noChangeArrowheads="1"/>
              </p:cNvSpPr>
              <p:nvPr/>
            </p:nvSpPr>
            <p:spPr bwMode="auto">
              <a:xfrm>
                <a:off x="3452664" y="2127167"/>
                <a:ext cx="2057700" cy="29612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lnSpc>
                    <a:spcPts val="1475"/>
                  </a:lnSpc>
                </a:pPr>
                <a:r>
                  <a:rPr lang="en-US" sz="1800" dirty="0">
                    <a:solidFill>
                      <a:schemeClr val="bg1"/>
                    </a:solidFill>
                  </a:rPr>
                  <a:t>Remote Controller</a:t>
                </a:r>
              </a:p>
            </p:txBody>
          </p:sp>
        </p:grpSp>
        <p:grpSp>
          <p:nvGrpSpPr>
            <p:cNvPr id="442" name="Group 441"/>
            <p:cNvGrpSpPr/>
            <p:nvPr/>
          </p:nvGrpSpPr>
          <p:grpSpPr>
            <a:xfrm>
              <a:off x="1925876" y="4223509"/>
              <a:ext cx="923540" cy="405953"/>
              <a:chOff x="2705100" y="2011398"/>
              <a:chExt cx="3597533" cy="493677"/>
            </a:xfrm>
          </p:grpSpPr>
          <p:sp>
            <p:nvSpPr>
              <p:cNvPr id="443" name="Oval 442"/>
              <p:cNvSpPr/>
              <p:nvPr/>
            </p:nvSpPr>
            <p:spPr bwMode="auto">
              <a:xfrm>
                <a:off x="2722820" y="2011398"/>
                <a:ext cx="3579813" cy="492125"/>
              </a:xfrm>
              <a:prstGeom prst="ellipse">
                <a:avLst/>
              </a:prstGeom>
              <a:solidFill>
                <a:schemeClr val="bg1">
                  <a:alpha val="42000"/>
                </a:schemeClr>
              </a:solidFill>
              <a:ln w="3175">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44" name="Oval 443"/>
              <p:cNvSpPr/>
              <p:nvPr/>
            </p:nvSpPr>
            <p:spPr bwMode="auto">
              <a:xfrm>
                <a:off x="2705100" y="2012950"/>
                <a:ext cx="3579813" cy="492125"/>
              </a:xfrm>
              <a:prstGeom prst="ellipse">
                <a:avLst/>
              </a:prstGeom>
              <a:solidFill>
                <a:srgbClr val="CC0000">
                  <a:alpha val="42000"/>
                </a:srgbClr>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45" name="TextBox 389"/>
              <p:cNvSpPr txBox="1">
                <a:spLocks noChangeArrowheads="1"/>
              </p:cNvSpPr>
              <p:nvPr/>
            </p:nvSpPr>
            <p:spPr bwMode="auto">
              <a:xfrm>
                <a:off x="3901810" y="2127167"/>
                <a:ext cx="1159411" cy="29612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lnSpc>
                    <a:spcPts val="1475"/>
                  </a:lnSpc>
                </a:pPr>
                <a:r>
                  <a:rPr lang="en-US" sz="1800" dirty="0">
                    <a:solidFill>
                      <a:schemeClr val="bg1"/>
                    </a:solidFill>
                  </a:rPr>
                  <a:t>CA</a:t>
                </a:r>
              </a:p>
            </p:txBody>
          </p:sp>
        </p:grpSp>
        <p:grpSp>
          <p:nvGrpSpPr>
            <p:cNvPr id="17" name="Group 16"/>
            <p:cNvGrpSpPr/>
            <p:nvPr/>
          </p:nvGrpSpPr>
          <p:grpSpPr>
            <a:xfrm>
              <a:off x="3589508" y="4760377"/>
              <a:ext cx="463568" cy="285869"/>
              <a:chOff x="3558850" y="4573304"/>
              <a:chExt cx="463568" cy="285869"/>
            </a:xfrm>
          </p:grpSpPr>
          <p:grpSp>
            <p:nvGrpSpPr>
              <p:cNvPr id="13" name="Group 12"/>
              <p:cNvGrpSpPr/>
              <p:nvPr/>
            </p:nvGrpSpPr>
            <p:grpSpPr>
              <a:xfrm>
                <a:off x="3558850" y="4577634"/>
                <a:ext cx="463568" cy="262710"/>
                <a:chOff x="3558850" y="4577634"/>
                <a:chExt cx="463568" cy="262710"/>
              </a:xfrm>
            </p:grpSpPr>
            <p:sp>
              <p:nvSpPr>
                <p:cNvPr id="447" name="Oval 446"/>
                <p:cNvSpPr/>
                <p:nvPr/>
              </p:nvSpPr>
              <p:spPr bwMode="auto">
                <a:xfrm>
                  <a:off x="3573337" y="4577634"/>
                  <a:ext cx="439424" cy="261732"/>
                </a:xfrm>
                <a:prstGeom prst="ellipse">
                  <a:avLst/>
                </a:prstGeom>
                <a:solidFill>
                  <a:schemeClr val="bg1">
                    <a:alpha val="42000"/>
                  </a:schemeClr>
                </a:solidFill>
                <a:ln w="3175">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48" name="Oval 447"/>
                <p:cNvSpPr/>
                <p:nvPr/>
              </p:nvSpPr>
              <p:spPr bwMode="auto">
                <a:xfrm>
                  <a:off x="3558850" y="4587291"/>
                  <a:ext cx="463568" cy="253053"/>
                </a:xfrm>
                <a:prstGeom prst="ellipse">
                  <a:avLst/>
                </a:prstGeom>
                <a:solidFill>
                  <a:srgbClr val="CC0000">
                    <a:alpha val="42000"/>
                  </a:srgbClr>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grpSp>
          <p:sp>
            <p:nvSpPr>
              <p:cNvPr id="449" name="TextBox 389"/>
              <p:cNvSpPr txBox="1">
                <a:spLocks noChangeArrowheads="1"/>
              </p:cNvSpPr>
              <p:nvPr/>
            </p:nvSpPr>
            <p:spPr bwMode="auto">
              <a:xfrm>
                <a:off x="3565935" y="4573304"/>
                <a:ext cx="434071" cy="28586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lnSpc>
                    <a:spcPts val="1475"/>
                  </a:lnSpc>
                </a:pPr>
                <a:r>
                  <a:rPr lang="en-US" sz="1400" dirty="0">
                    <a:solidFill>
                      <a:schemeClr val="bg1"/>
                    </a:solidFill>
                  </a:rPr>
                  <a:t>CA</a:t>
                </a:r>
                <a:endParaRPr lang="en-US" sz="1800" dirty="0">
                  <a:solidFill>
                    <a:schemeClr val="bg1"/>
                  </a:solidFill>
                </a:endParaRPr>
              </a:p>
            </p:txBody>
          </p:sp>
        </p:grpSp>
        <p:grpSp>
          <p:nvGrpSpPr>
            <p:cNvPr id="451" name="Group 450"/>
            <p:cNvGrpSpPr/>
            <p:nvPr/>
          </p:nvGrpSpPr>
          <p:grpSpPr>
            <a:xfrm>
              <a:off x="4369656" y="4758258"/>
              <a:ext cx="463568" cy="285869"/>
              <a:chOff x="3558850" y="4573304"/>
              <a:chExt cx="463568" cy="285869"/>
            </a:xfrm>
          </p:grpSpPr>
          <p:grpSp>
            <p:nvGrpSpPr>
              <p:cNvPr id="452" name="Group 451"/>
              <p:cNvGrpSpPr/>
              <p:nvPr/>
            </p:nvGrpSpPr>
            <p:grpSpPr>
              <a:xfrm>
                <a:off x="3558850" y="4577634"/>
                <a:ext cx="463568" cy="262710"/>
                <a:chOff x="3558850" y="4577634"/>
                <a:chExt cx="463568" cy="262710"/>
              </a:xfrm>
            </p:grpSpPr>
            <p:sp>
              <p:nvSpPr>
                <p:cNvPr id="454" name="Oval 453"/>
                <p:cNvSpPr/>
                <p:nvPr/>
              </p:nvSpPr>
              <p:spPr bwMode="auto">
                <a:xfrm>
                  <a:off x="3573337" y="4577634"/>
                  <a:ext cx="439424" cy="261732"/>
                </a:xfrm>
                <a:prstGeom prst="ellipse">
                  <a:avLst/>
                </a:prstGeom>
                <a:solidFill>
                  <a:schemeClr val="bg1">
                    <a:alpha val="42000"/>
                  </a:schemeClr>
                </a:solidFill>
                <a:ln w="3175">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55" name="Oval 454"/>
                <p:cNvSpPr/>
                <p:nvPr/>
              </p:nvSpPr>
              <p:spPr bwMode="auto">
                <a:xfrm>
                  <a:off x="3558850" y="4587291"/>
                  <a:ext cx="463568" cy="253053"/>
                </a:xfrm>
                <a:prstGeom prst="ellipse">
                  <a:avLst/>
                </a:prstGeom>
                <a:solidFill>
                  <a:srgbClr val="CC0000">
                    <a:alpha val="42000"/>
                  </a:srgbClr>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grpSp>
          <p:sp>
            <p:nvSpPr>
              <p:cNvPr id="453" name="TextBox 389"/>
              <p:cNvSpPr txBox="1">
                <a:spLocks noChangeArrowheads="1"/>
              </p:cNvSpPr>
              <p:nvPr/>
            </p:nvSpPr>
            <p:spPr bwMode="auto">
              <a:xfrm>
                <a:off x="3565935" y="4573304"/>
                <a:ext cx="434071" cy="28586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lnSpc>
                    <a:spcPts val="1475"/>
                  </a:lnSpc>
                </a:pPr>
                <a:r>
                  <a:rPr lang="en-US" sz="1400" dirty="0">
                    <a:solidFill>
                      <a:schemeClr val="bg1"/>
                    </a:solidFill>
                  </a:rPr>
                  <a:t>CA</a:t>
                </a:r>
                <a:endParaRPr lang="en-US" sz="1800" dirty="0">
                  <a:solidFill>
                    <a:schemeClr val="bg1"/>
                  </a:solidFill>
                </a:endParaRPr>
              </a:p>
            </p:txBody>
          </p:sp>
        </p:grpSp>
        <p:grpSp>
          <p:nvGrpSpPr>
            <p:cNvPr id="456" name="Group 455"/>
            <p:cNvGrpSpPr/>
            <p:nvPr/>
          </p:nvGrpSpPr>
          <p:grpSpPr>
            <a:xfrm>
              <a:off x="5569912" y="4756140"/>
              <a:ext cx="463568" cy="285869"/>
              <a:chOff x="3558850" y="4573304"/>
              <a:chExt cx="463568" cy="285869"/>
            </a:xfrm>
          </p:grpSpPr>
          <p:grpSp>
            <p:nvGrpSpPr>
              <p:cNvPr id="457" name="Group 456"/>
              <p:cNvGrpSpPr/>
              <p:nvPr/>
            </p:nvGrpSpPr>
            <p:grpSpPr>
              <a:xfrm>
                <a:off x="3558850" y="4577634"/>
                <a:ext cx="463568" cy="262710"/>
                <a:chOff x="3558850" y="4577634"/>
                <a:chExt cx="463568" cy="262710"/>
              </a:xfrm>
            </p:grpSpPr>
            <p:sp>
              <p:nvSpPr>
                <p:cNvPr id="459" name="Oval 458"/>
                <p:cNvSpPr/>
                <p:nvPr/>
              </p:nvSpPr>
              <p:spPr bwMode="auto">
                <a:xfrm>
                  <a:off x="3573337" y="4577634"/>
                  <a:ext cx="439424" cy="261732"/>
                </a:xfrm>
                <a:prstGeom prst="ellipse">
                  <a:avLst/>
                </a:prstGeom>
                <a:solidFill>
                  <a:schemeClr val="bg1">
                    <a:alpha val="42000"/>
                  </a:schemeClr>
                </a:solidFill>
                <a:ln w="3175">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60" name="Oval 459"/>
                <p:cNvSpPr/>
                <p:nvPr/>
              </p:nvSpPr>
              <p:spPr bwMode="auto">
                <a:xfrm>
                  <a:off x="3558850" y="4587291"/>
                  <a:ext cx="463568" cy="253053"/>
                </a:xfrm>
                <a:prstGeom prst="ellipse">
                  <a:avLst/>
                </a:prstGeom>
                <a:solidFill>
                  <a:srgbClr val="CC0000">
                    <a:alpha val="42000"/>
                  </a:srgbClr>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grpSp>
          <p:sp>
            <p:nvSpPr>
              <p:cNvPr id="458" name="TextBox 389"/>
              <p:cNvSpPr txBox="1">
                <a:spLocks noChangeArrowheads="1"/>
              </p:cNvSpPr>
              <p:nvPr/>
            </p:nvSpPr>
            <p:spPr bwMode="auto">
              <a:xfrm>
                <a:off x="3565935" y="4573304"/>
                <a:ext cx="434071" cy="28586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lnSpc>
                    <a:spcPts val="1475"/>
                  </a:lnSpc>
                </a:pPr>
                <a:r>
                  <a:rPr lang="en-US" sz="1400" dirty="0">
                    <a:solidFill>
                      <a:schemeClr val="bg1"/>
                    </a:solidFill>
                  </a:rPr>
                  <a:t>CA</a:t>
                </a:r>
                <a:endParaRPr lang="en-US" sz="1800" dirty="0">
                  <a:solidFill>
                    <a:schemeClr val="bg1"/>
                  </a:solidFill>
                </a:endParaRPr>
              </a:p>
            </p:txBody>
          </p:sp>
        </p:grpSp>
        <p:grpSp>
          <p:nvGrpSpPr>
            <p:cNvPr id="461" name="Group 460"/>
            <p:cNvGrpSpPr/>
            <p:nvPr/>
          </p:nvGrpSpPr>
          <p:grpSpPr>
            <a:xfrm>
              <a:off x="6557699" y="4754022"/>
              <a:ext cx="463568" cy="285869"/>
              <a:chOff x="3558850" y="4573304"/>
              <a:chExt cx="463568" cy="285869"/>
            </a:xfrm>
          </p:grpSpPr>
          <p:grpSp>
            <p:nvGrpSpPr>
              <p:cNvPr id="462" name="Group 461"/>
              <p:cNvGrpSpPr/>
              <p:nvPr/>
            </p:nvGrpSpPr>
            <p:grpSpPr>
              <a:xfrm>
                <a:off x="3558850" y="4577634"/>
                <a:ext cx="463568" cy="262710"/>
                <a:chOff x="3558850" y="4577634"/>
                <a:chExt cx="463568" cy="262710"/>
              </a:xfrm>
            </p:grpSpPr>
            <p:sp>
              <p:nvSpPr>
                <p:cNvPr id="464" name="Oval 463"/>
                <p:cNvSpPr/>
                <p:nvPr/>
              </p:nvSpPr>
              <p:spPr bwMode="auto">
                <a:xfrm>
                  <a:off x="3573337" y="4577634"/>
                  <a:ext cx="439424" cy="261732"/>
                </a:xfrm>
                <a:prstGeom prst="ellipse">
                  <a:avLst/>
                </a:prstGeom>
                <a:solidFill>
                  <a:schemeClr val="bg1">
                    <a:alpha val="42000"/>
                  </a:schemeClr>
                </a:solidFill>
                <a:ln w="3175">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65" name="Oval 464"/>
                <p:cNvSpPr/>
                <p:nvPr/>
              </p:nvSpPr>
              <p:spPr bwMode="auto">
                <a:xfrm>
                  <a:off x="3558850" y="4587291"/>
                  <a:ext cx="463568" cy="253053"/>
                </a:xfrm>
                <a:prstGeom prst="ellipse">
                  <a:avLst/>
                </a:prstGeom>
                <a:solidFill>
                  <a:srgbClr val="CC0000">
                    <a:alpha val="42000"/>
                  </a:srgbClr>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grpSp>
          <p:sp>
            <p:nvSpPr>
              <p:cNvPr id="463" name="TextBox 389"/>
              <p:cNvSpPr txBox="1">
                <a:spLocks noChangeArrowheads="1"/>
              </p:cNvSpPr>
              <p:nvPr/>
            </p:nvSpPr>
            <p:spPr bwMode="auto">
              <a:xfrm>
                <a:off x="3565935" y="4573304"/>
                <a:ext cx="434071" cy="28586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lnSpc>
                    <a:spcPts val="1475"/>
                  </a:lnSpc>
                </a:pPr>
                <a:r>
                  <a:rPr lang="en-US" sz="1400" dirty="0">
                    <a:solidFill>
                      <a:schemeClr val="bg1"/>
                    </a:solidFill>
                  </a:rPr>
                  <a:t>CA</a:t>
                </a:r>
                <a:endParaRPr lang="en-US" sz="1800" dirty="0">
                  <a:solidFill>
                    <a:schemeClr val="bg1"/>
                  </a:solidFill>
                </a:endParaRPr>
              </a:p>
            </p:txBody>
          </p:sp>
        </p:grpSp>
      </p:grpSp>
      <p:sp>
        <p:nvSpPr>
          <p:cNvPr id="466" name="Slide Number Placeholder 5"/>
          <p:cNvSpPr>
            <a:spLocks noGrp="1"/>
          </p:cNvSpPr>
          <p:nvPr>
            <p:ph type="sldNum" sz="quarter" idx="12"/>
          </p:nvPr>
        </p:nvSpPr>
        <p:spPr>
          <a:xfrm>
            <a:off x="8456155" y="6475895"/>
            <a:ext cx="458808" cy="272319"/>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200" dirty="0">
                <a:latin typeface="Tahoma" charset="0"/>
              </a:rPr>
              <a:t>5-</a:t>
            </a:r>
            <a:fld id="{8E8C6E93-DF5B-BC4B-80F9-500DED1EEDCC}" type="slidenum">
              <a:rPr lang="en-US" sz="1200">
                <a:latin typeface="Tahoma" charset="0"/>
              </a:rPr>
              <a:pPr/>
              <a:t>6</a:t>
            </a:fld>
            <a:endParaRPr lang="en-US" sz="1200" dirty="0">
              <a:latin typeface="Tahoma" charset="0"/>
            </a:endParaRPr>
          </a:p>
        </p:txBody>
      </p:sp>
      <p:sp>
        <p:nvSpPr>
          <p:cNvPr id="467" name="Footer Placeholder 2"/>
          <p:cNvSpPr>
            <a:spLocks noGrp="1"/>
          </p:cNvSpPr>
          <p:nvPr>
            <p:ph type="ftr" sz="quarter" idx="11"/>
          </p:nvPr>
        </p:nvSpPr>
        <p:spPr>
          <a:xfrm>
            <a:off x="6375496" y="6475081"/>
            <a:ext cx="2177473" cy="241541"/>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200" dirty="0">
                <a:solidFill>
                  <a:srgbClr val="000000"/>
                </a:solidFill>
                <a:latin typeface="Tahoma" charset="0"/>
                <a:cs typeface="Arial" charset="0"/>
              </a:rPr>
              <a:t>Network Layer: Control Plane</a:t>
            </a:r>
          </a:p>
        </p:txBody>
      </p:sp>
      <p:grpSp>
        <p:nvGrpSpPr>
          <p:cNvPr id="10" name="Group 9"/>
          <p:cNvGrpSpPr/>
          <p:nvPr/>
        </p:nvGrpSpPr>
        <p:grpSpPr>
          <a:xfrm>
            <a:off x="2651760" y="3017520"/>
            <a:ext cx="3972560" cy="2032000"/>
            <a:chOff x="2651760" y="3017520"/>
            <a:chExt cx="3972560" cy="2032000"/>
          </a:xfrm>
        </p:grpSpPr>
        <p:cxnSp>
          <p:nvCxnSpPr>
            <p:cNvPr id="338" name="Straight Arrow Connector 337"/>
            <p:cNvCxnSpPr/>
            <p:nvPr/>
          </p:nvCxnSpPr>
          <p:spPr bwMode="auto">
            <a:xfrm>
              <a:off x="2651760" y="3017520"/>
              <a:ext cx="0" cy="1666240"/>
            </a:xfrm>
            <a:prstGeom prst="straightConnector1">
              <a:avLst/>
            </a:prstGeom>
            <a:ln w="12700">
              <a:solidFill>
                <a:srgbClr val="CC0000"/>
              </a:solidFill>
              <a:tailEnd type="triangle"/>
            </a:ln>
            <a:effectLst/>
          </p:spPr>
          <p:style>
            <a:lnRef idx="2">
              <a:schemeClr val="accent1"/>
            </a:lnRef>
            <a:fillRef idx="0">
              <a:schemeClr val="accent1"/>
            </a:fillRef>
            <a:effectRef idx="1">
              <a:schemeClr val="accent1"/>
            </a:effectRef>
            <a:fontRef idx="minor">
              <a:schemeClr val="tx1"/>
            </a:fontRef>
          </p:style>
        </p:cxnSp>
        <p:cxnSp>
          <p:nvCxnSpPr>
            <p:cNvPr id="343" name="Straight Arrow Connector 342"/>
            <p:cNvCxnSpPr/>
            <p:nvPr/>
          </p:nvCxnSpPr>
          <p:spPr bwMode="auto">
            <a:xfrm>
              <a:off x="3647440" y="3017520"/>
              <a:ext cx="0" cy="2032000"/>
            </a:xfrm>
            <a:prstGeom prst="straightConnector1">
              <a:avLst/>
            </a:prstGeom>
            <a:ln w="12700">
              <a:solidFill>
                <a:srgbClr val="CC0000"/>
              </a:solidFill>
              <a:tailEnd type="triangle"/>
            </a:ln>
            <a:effectLst/>
          </p:spPr>
          <p:style>
            <a:lnRef idx="2">
              <a:schemeClr val="accent1"/>
            </a:lnRef>
            <a:fillRef idx="0">
              <a:schemeClr val="accent1"/>
            </a:fillRef>
            <a:effectRef idx="1">
              <a:schemeClr val="accent1"/>
            </a:effectRef>
            <a:fontRef idx="minor">
              <a:schemeClr val="tx1"/>
            </a:fontRef>
          </p:style>
        </p:cxnSp>
        <p:cxnSp>
          <p:nvCxnSpPr>
            <p:cNvPr id="347" name="Straight Arrow Connector 346"/>
            <p:cNvCxnSpPr/>
            <p:nvPr/>
          </p:nvCxnSpPr>
          <p:spPr bwMode="auto">
            <a:xfrm>
              <a:off x="4460240" y="3017520"/>
              <a:ext cx="0" cy="2032000"/>
            </a:xfrm>
            <a:prstGeom prst="straightConnector1">
              <a:avLst/>
            </a:prstGeom>
            <a:ln w="12700">
              <a:solidFill>
                <a:srgbClr val="CC0000"/>
              </a:solidFill>
              <a:tailEnd type="triangle"/>
            </a:ln>
            <a:effectLst/>
          </p:spPr>
          <p:style>
            <a:lnRef idx="2">
              <a:schemeClr val="accent1"/>
            </a:lnRef>
            <a:fillRef idx="0">
              <a:schemeClr val="accent1"/>
            </a:fillRef>
            <a:effectRef idx="1">
              <a:schemeClr val="accent1"/>
            </a:effectRef>
            <a:fontRef idx="minor">
              <a:schemeClr val="tx1"/>
            </a:fontRef>
          </p:style>
        </p:cxnSp>
        <p:cxnSp>
          <p:nvCxnSpPr>
            <p:cNvPr id="348" name="Straight Arrow Connector 347"/>
            <p:cNvCxnSpPr/>
            <p:nvPr/>
          </p:nvCxnSpPr>
          <p:spPr bwMode="auto">
            <a:xfrm>
              <a:off x="5659120" y="3017520"/>
              <a:ext cx="0" cy="2032000"/>
            </a:xfrm>
            <a:prstGeom prst="straightConnector1">
              <a:avLst/>
            </a:prstGeom>
            <a:ln w="12700">
              <a:solidFill>
                <a:srgbClr val="CC0000"/>
              </a:solidFill>
              <a:tailEnd type="triangle"/>
            </a:ln>
            <a:effectLst/>
          </p:spPr>
          <p:style>
            <a:lnRef idx="2">
              <a:schemeClr val="accent1"/>
            </a:lnRef>
            <a:fillRef idx="0">
              <a:schemeClr val="accent1"/>
            </a:fillRef>
            <a:effectRef idx="1">
              <a:schemeClr val="accent1"/>
            </a:effectRef>
            <a:fontRef idx="minor">
              <a:schemeClr val="tx1"/>
            </a:fontRef>
          </p:style>
        </p:cxnSp>
        <p:cxnSp>
          <p:nvCxnSpPr>
            <p:cNvPr id="349" name="Straight Arrow Connector 348"/>
            <p:cNvCxnSpPr/>
            <p:nvPr/>
          </p:nvCxnSpPr>
          <p:spPr bwMode="auto">
            <a:xfrm>
              <a:off x="6624320" y="3017520"/>
              <a:ext cx="0" cy="2032000"/>
            </a:xfrm>
            <a:prstGeom prst="straightConnector1">
              <a:avLst/>
            </a:prstGeom>
            <a:ln w="12700">
              <a:solidFill>
                <a:srgbClr val="CC0000"/>
              </a:solidFill>
              <a:tailEnd type="triangle"/>
            </a:ln>
            <a:effectLst/>
          </p:spPr>
          <p:style>
            <a:lnRef idx="2">
              <a:schemeClr val="accent1"/>
            </a:lnRef>
            <a:fillRef idx="0">
              <a:schemeClr val="accent1"/>
            </a:fillRef>
            <a:effectRef idx="1">
              <a:schemeClr val="accent1"/>
            </a:effectRef>
            <a:fontRef idx="minor">
              <a:schemeClr val="tx1"/>
            </a:fontRef>
          </p:style>
        </p:cxnSp>
      </p:grpSp>
    </p:spTree>
    <p:extLst>
      <p:ext uri="{BB962C8B-B14F-4D97-AF65-F5344CB8AC3E}">
        <p14:creationId xmlns:p14="http://schemas.microsoft.com/office/powerpoint/2010/main" val="32448377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48260"/>
                                        </p:tgtEl>
                                        <p:attrNameLst>
                                          <p:attrName>style.visibility</p:attrName>
                                        </p:attrNameLst>
                                      </p:cBhvr>
                                      <p:to>
                                        <p:strVal val="visible"/>
                                      </p:to>
                                    </p:set>
                                    <p:animEffect transition="in" filter="wipe(down)">
                                      <p:cBhvr>
                                        <p:cTn id="7" dur="500"/>
                                        <p:tgtEl>
                                          <p:spTgt spid="4826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5"/>
                                        </p:tgtEl>
                                        <p:attrNameLst>
                                          <p:attrName>style.visibility</p:attrName>
                                        </p:attrNameLst>
                                      </p:cBhvr>
                                      <p:to>
                                        <p:strVal val="visible"/>
                                      </p:to>
                                    </p:set>
                                    <p:animEffect transition="in" filter="dissolve">
                                      <p:cBhvr>
                                        <p:cTn id="12" dur="500"/>
                                        <p:tgtEl>
                                          <p:spTgt spid="25"/>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6"/>
                                        </p:tgtEl>
                                        <p:attrNameLst>
                                          <p:attrName>style.visibility</p:attrName>
                                        </p:attrNameLst>
                                      </p:cBhvr>
                                      <p:to>
                                        <p:strVal val="visible"/>
                                      </p:to>
                                    </p:set>
                                    <p:animEffect transition="in" filter="dissolve">
                                      <p:cBhvr>
                                        <p:cTn id="17" dur="500"/>
                                        <p:tgtEl>
                                          <p:spTgt spid="26"/>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28"/>
                                        </p:tgtEl>
                                        <p:attrNameLst>
                                          <p:attrName>style.visibility</p:attrName>
                                        </p:attrNameLst>
                                      </p:cBhvr>
                                      <p:to>
                                        <p:strVal val="visible"/>
                                      </p:to>
                                    </p:set>
                                    <p:animEffect transition="in" filter="dissolve">
                                      <p:cBhvr>
                                        <p:cTn id="22" dur="500"/>
                                        <p:tgtEl>
                                          <p:spTgt spid="28"/>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27"/>
                                        </p:tgtEl>
                                        <p:attrNameLst>
                                          <p:attrName>style.visibility</p:attrName>
                                        </p:attrNameLst>
                                      </p:cBhvr>
                                      <p:to>
                                        <p:strVal val="visible"/>
                                      </p:to>
                                    </p:set>
                                    <p:animEffect transition="in" filter="dissolve">
                                      <p:cBhvr>
                                        <p:cTn id="27" dur="500"/>
                                        <p:tgtEl>
                                          <p:spTgt spid="27"/>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1" fill="hold" nodeType="click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wipe(up)">
                                      <p:cBhvr>
                                        <p:cTn id="32" dur="500"/>
                                        <p:tgtEl>
                                          <p:spTgt spid="10"/>
                                        </p:tgtEl>
                                      </p:cBhvr>
                                    </p:animEffect>
                                  </p:childTnLst>
                                </p:cTn>
                              </p:par>
                            </p:childTnLst>
                          </p:cTn>
                        </p:par>
                        <p:par>
                          <p:cTn id="33" fill="hold">
                            <p:stCondLst>
                              <p:cond delay="500"/>
                            </p:stCondLst>
                            <p:childTnLst>
                              <p:par>
                                <p:cTn id="34" presetID="9" presetClass="entr" presetSubtype="0" fill="hold" nodeType="afterEffect">
                                  <p:stCondLst>
                                    <p:cond delay="0"/>
                                  </p:stCondLst>
                                  <p:childTnLst>
                                    <p:set>
                                      <p:cBhvr>
                                        <p:cTn id="35" dur="1" fill="hold">
                                          <p:stCondLst>
                                            <p:cond delay="0"/>
                                          </p:stCondLst>
                                        </p:cTn>
                                        <p:tgtEl>
                                          <p:spTgt spid="24"/>
                                        </p:tgtEl>
                                        <p:attrNameLst>
                                          <p:attrName>style.visibility</p:attrName>
                                        </p:attrNameLst>
                                      </p:cBhvr>
                                      <p:to>
                                        <p:strVal val="visible"/>
                                      </p:to>
                                    </p:set>
                                    <p:animEffect transition="in" filter="dissolve">
                                      <p:cBhvr>
                                        <p:cTn id="36" dur="1000"/>
                                        <p:tgtEl>
                                          <p:spTgt spid="24"/>
                                        </p:tgtEl>
                                      </p:cBhvr>
                                    </p:animEffect>
                                  </p:childTnLst>
                                </p:cTn>
                              </p:par>
                            </p:childTnLst>
                          </p:cTn>
                        </p:par>
                        <p:par>
                          <p:cTn id="37" fill="hold">
                            <p:stCondLst>
                              <p:cond delay="1500"/>
                            </p:stCondLst>
                            <p:childTnLst>
                              <p:par>
                                <p:cTn id="38" presetID="9" presetClass="exit" presetSubtype="0" fill="hold" nodeType="afterEffect">
                                  <p:stCondLst>
                                    <p:cond delay="1000"/>
                                  </p:stCondLst>
                                  <p:childTnLst>
                                    <p:animEffect transition="out" filter="dissolve">
                                      <p:cBhvr>
                                        <p:cTn id="39" dur="500"/>
                                        <p:tgtEl>
                                          <p:spTgt spid="10"/>
                                        </p:tgtEl>
                                      </p:cBhvr>
                                    </p:animEffect>
                                    <p:set>
                                      <p:cBhvr>
                                        <p:cTn id="40" dur="1" fill="hold">
                                          <p:stCondLst>
                                            <p:cond delay="499"/>
                                          </p:stCondLst>
                                        </p:cTn>
                                        <p:tgtEl>
                                          <p:spTgt spid="10"/>
                                        </p:tgtEl>
                                        <p:attrNameLst>
                                          <p:attrName>style.visibility</p:attrName>
                                        </p:attrNameLst>
                                      </p:cBhvr>
                                      <p:to>
                                        <p:strVal val="hidden"/>
                                      </p:to>
                                    </p:set>
                                  </p:childTnLst>
                                </p:cTn>
                              </p:par>
                            </p:childTnLst>
                          </p:cTn>
                        </p:par>
                      </p:childTnLst>
                    </p:cTn>
                  </p:par>
                  <p:par>
                    <p:cTn id="41" fill="hold">
                      <p:stCondLst>
                        <p:cond delay="indefinite"/>
                      </p:stCondLst>
                      <p:childTnLst>
                        <p:par>
                          <p:cTn id="42" fill="hold">
                            <p:stCondLst>
                              <p:cond delay="0"/>
                            </p:stCondLst>
                            <p:childTnLst>
                              <p:par>
                                <p:cTn id="43" presetID="9" presetClass="entr" presetSubtype="0" fill="hold" nodeType="clickEffect">
                                  <p:stCondLst>
                                    <p:cond delay="0"/>
                                  </p:stCondLst>
                                  <p:childTnLst>
                                    <p:set>
                                      <p:cBhvr>
                                        <p:cTn id="44" dur="1" fill="hold">
                                          <p:stCondLst>
                                            <p:cond delay="0"/>
                                          </p:stCondLst>
                                        </p:cTn>
                                        <p:tgtEl>
                                          <p:spTgt spid="48261"/>
                                        </p:tgtEl>
                                        <p:attrNameLst>
                                          <p:attrName>style.visibility</p:attrName>
                                        </p:attrNameLst>
                                      </p:cBhvr>
                                      <p:to>
                                        <p:strVal val="visible"/>
                                      </p:to>
                                    </p:set>
                                    <p:animEffect transition="in" filter="dissolve">
                                      <p:cBhvr>
                                        <p:cTn id="45" dur="500"/>
                                        <p:tgtEl>
                                          <p:spTgt spid="4826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3011" name="Picture 2"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01663" y="1025525"/>
            <a:ext cx="4113212" cy="1730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3012" name="Rectangle 3"/>
          <p:cNvSpPr>
            <a:spLocks noGrp="1" noChangeArrowheads="1"/>
          </p:cNvSpPr>
          <p:nvPr>
            <p:ph type="body" sz="half" idx="1"/>
          </p:nvPr>
        </p:nvSpPr>
        <p:spPr/>
        <p:txBody>
          <a:bodyPr/>
          <a:lstStyle/>
          <a:p>
            <a:pPr>
              <a:lnSpc>
                <a:spcPct val="100000"/>
              </a:lnSpc>
              <a:buFont typeface="Wingdings" charset="0"/>
              <a:buNone/>
            </a:pPr>
            <a:r>
              <a:rPr lang="en-US" sz="2400" dirty="0">
                <a:latin typeface="Gill Sans MT" charset="0"/>
              </a:rPr>
              <a:t>5.1 introduction</a:t>
            </a:r>
          </a:p>
          <a:p>
            <a:pPr>
              <a:lnSpc>
                <a:spcPct val="100000"/>
              </a:lnSpc>
              <a:buFont typeface="Wingdings" charset="0"/>
              <a:buNone/>
            </a:pPr>
            <a:r>
              <a:rPr lang="en-US" sz="2400" dirty="0">
                <a:solidFill>
                  <a:srgbClr val="CC0000"/>
                </a:solidFill>
                <a:latin typeface="Gill Sans MT" charset="0"/>
              </a:rPr>
              <a:t>5.2 routing protocols</a:t>
            </a:r>
          </a:p>
          <a:p>
            <a:pPr>
              <a:lnSpc>
                <a:spcPts val="2580"/>
              </a:lnSpc>
            </a:pPr>
            <a:r>
              <a:rPr lang="en-US" sz="2400" dirty="0">
                <a:solidFill>
                  <a:srgbClr val="CC0000"/>
                </a:solidFill>
                <a:latin typeface="Gill Sans MT" charset="0"/>
              </a:rPr>
              <a:t>link state</a:t>
            </a:r>
          </a:p>
          <a:p>
            <a:pPr>
              <a:lnSpc>
                <a:spcPts val="2580"/>
              </a:lnSpc>
            </a:pPr>
            <a:r>
              <a:rPr lang="en-US" sz="2400" dirty="0">
                <a:solidFill>
                  <a:srgbClr val="CC0000"/>
                </a:solidFill>
                <a:latin typeface="Gill Sans MT" charset="0"/>
              </a:rPr>
              <a:t>distance vector</a:t>
            </a:r>
          </a:p>
          <a:p>
            <a:pPr marL="461963" indent="-461963">
              <a:lnSpc>
                <a:spcPct val="100000"/>
              </a:lnSpc>
              <a:buNone/>
            </a:pPr>
            <a:r>
              <a:rPr lang="en-US" sz="2400" dirty="0"/>
              <a:t>5.3 intra-AS routing in the Internet: OSPF</a:t>
            </a:r>
          </a:p>
          <a:p>
            <a:pPr marL="461963" indent="-461963">
              <a:lnSpc>
                <a:spcPct val="100000"/>
              </a:lnSpc>
              <a:buNone/>
            </a:pPr>
            <a:r>
              <a:rPr lang="en-US" sz="2400" dirty="0"/>
              <a:t>5.4 routing among the ISPs: BGP</a:t>
            </a:r>
            <a:endParaRPr lang="en-US" sz="2400" dirty="0">
              <a:latin typeface="Gill Sans MT" charset="0"/>
            </a:endParaRPr>
          </a:p>
        </p:txBody>
      </p:sp>
      <p:sp>
        <p:nvSpPr>
          <p:cNvPr id="43013" name="Rectangle 4"/>
          <p:cNvSpPr>
            <a:spLocks noGrp="1" noChangeArrowheads="1"/>
          </p:cNvSpPr>
          <p:nvPr>
            <p:ph type="body" sz="half" idx="2"/>
          </p:nvPr>
        </p:nvSpPr>
        <p:spPr/>
        <p:txBody>
          <a:bodyPr/>
          <a:lstStyle/>
          <a:p>
            <a:pPr marL="461963" indent="-461963">
              <a:lnSpc>
                <a:spcPct val="100000"/>
              </a:lnSpc>
              <a:buFont typeface="Wingdings" charset="0"/>
              <a:buNone/>
            </a:pPr>
            <a:r>
              <a:rPr lang="en-US" sz="2400" dirty="0">
                <a:latin typeface="Gill Sans MT" charset="0"/>
              </a:rPr>
              <a:t>5.5 The SDN control plane</a:t>
            </a:r>
          </a:p>
          <a:p>
            <a:pPr marL="461963" indent="-461963">
              <a:lnSpc>
                <a:spcPct val="100000"/>
              </a:lnSpc>
              <a:buNone/>
            </a:pPr>
            <a:r>
              <a:rPr lang="en-US" sz="2400" dirty="0"/>
              <a:t>5.6 ICMP: The Internet Control Message Protocol </a:t>
            </a:r>
          </a:p>
          <a:p>
            <a:pPr marL="461963" indent="-461963">
              <a:lnSpc>
                <a:spcPct val="100000"/>
              </a:lnSpc>
              <a:buNone/>
            </a:pPr>
            <a:r>
              <a:rPr lang="en-US" sz="2400" dirty="0"/>
              <a:t>5.7 Network management and SNMP</a:t>
            </a:r>
            <a:endParaRPr lang="en-US" sz="2400" dirty="0">
              <a:latin typeface="Gill Sans MT" charset="0"/>
            </a:endParaRPr>
          </a:p>
        </p:txBody>
      </p:sp>
      <p:sp>
        <p:nvSpPr>
          <p:cNvPr id="43014" name="Rectangle 2"/>
          <p:cNvSpPr>
            <a:spLocks noChangeArrowheads="1"/>
          </p:cNvSpPr>
          <p:nvPr/>
        </p:nvSpPr>
        <p:spPr bwMode="auto">
          <a:xfrm>
            <a:off x="533400" y="228600"/>
            <a:ext cx="7772400" cy="1143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nchor="ctr"/>
          <a:lstStyle/>
          <a:p>
            <a:r>
              <a:rPr lang="en-US" sz="4400" dirty="0">
                <a:solidFill>
                  <a:srgbClr val="000099"/>
                </a:solidFill>
                <a:latin typeface="Gill Sans MT" charset="0"/>
              </a:rPr>
              <a:t>Chapter 5: outline</a:t>
            </a:r>
          </a:p>
        </p:txBody>
      </p:sp>
      <p:sp>
        <p:nvSpPr>
          <p:cNvPr id="8" name="Slide Number Placeholder 5"/>
          <p:cNvSpPr>
            <a:spLocks noGrp="1"/>
          </p:cNvSpPr>
          <p:nvPr>
            <p:ph type="sldNum" sz="quarter" idx="12"/>
          </p:nvPr>
        </p:nvSpPr>
        <p:spPr>
          <a:xfrm>
            <a:off x="8456155" y="6475895"/>
            <a:ext cx="458808" cy="272319"/>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200" dirty="0">
                <a:latin typeface="Tahoma" charset="0"/>
              </a:rPr>
              <a:t>5-</a:t>
            </a:r>
            <a:fld id="{8E8C6E93-DF5B-BC4B-80F9-500DED1EEDCC}" type="slidenum">
              <a:rPr lang="en-US" sz="1200">
                <a:latin typeface="Tahoma" charset="0"/>
              </a:rPr>
              <a:pPr/>
              <a:t>7</a:t>
            </a:fld>
            <a:endParaRPr lang="en-US" sz="1200" dirty="0">
              <a:latin typeface="Tahoma" charset="0"/>
            </a:endParaRPr>
          </a:p>
        </p:txBody>
      </p:sp>
      <p:sp>
        <p:nvSpPr>
          <p:cNvPr id="9" name="Footer Placeholder 2"/>
          <p:cNvSpPr>
            <a:spLocks noGrp="1"/>
          </p:cNvSpPr>
          <p:nvPr>
            <p:ph type="ftr" sz="quarter" idx="11"/>
          </p:nvPr>
        </p:nvSpPr>
        <p:spPr>
          <a:xfrm>
            <a:off x="6375496" y="6475081"/>
            <a:ext cx="2177473" cy="241541"/>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200" dirty="0">
                <a:solidFill>
                  <a:srgbClr val="000000"/>
                </a:solidFill>
                <a:latin typeface="Tahoma" charset="0"/>
                <a:cs typeface="Arial" charset="0"/>
              </a:rPr>
              <a:t>Network Layer: Control Plane</a:t>
            </a:r>
          </a:p>
        </p:txBody>
      </p:sp>
    </p:spTree>
    <p:extLst>
      <p:ext uri="{BB962C8B-B14F-4D97-AF65-F5344CB8AC3E}">
        <p14:creationId xmlns:p14="http://schemas.microsoft.com/office/powerpoint/2010/main" val="1659096603"/>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0051" name="Picture 224"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68325" y="836613"/>
            <a:ext cx="3972409" cy="18344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30052" name="Rectangle 2"/>
          <p:cNvSpPr>
            <a:spLocks noGrp="1" noChangeArrowheads="1"/>
          </p:cNvSpPr>
          <p:nvPr>
            <p:ph type="title"/>
          </p:nvPr>
        </p:nvSpPr>
        <p:spPr>
          <a:xfrm>
            <a:off x="533400" y="252413"/>
            <a:ext cx="7772400" cy="685800"/>
          </a:xfrm>
        </p:spPr>
        <p:txBody>
          <a:bodyPr/>
          <a:lstStyle/>
          <a:p>
            <a:r>
              <a:rPr lang="en-US" sz="4000" dirty="0">
                <a:latin typeface="Gill Sans MT" charset="0"/>
              </a:rPr>
              <a:t>Routing</a:t>
            </a:r>
            <a:r>
              <a:rPr lang="en-US" altLang="ja-JP" sz="4000" dirty="0">
                <a:latin typeface="Gill Sans MT" charset="0"/>
              </a:rPr>
              <a:t> protocols</a:t>
            </a:r>
            <a:endParaRPr lang="en-US" dirty="0">
              <a:latin typeface="Gill Sans MT" charset="0"/>
            </a:endParaRPr>
          </a:p>
        </p:txBody>
      </p:sp>
      <p:sp>
        <p:nvSpPr>
          <p:cNvPr id="84998" name="Rectangle 3"/>
          <p:cNvSpPr>
            <a:spLocks noGrp="1" noChangeArrowheads="1"/>
          </p:cNvSpPr>
          <p:nvPr>
            <p:ph type="body" sz="half" idx="1"/>
          </p:nvPr>
        </p:nvSpPr>
        <p:spPr>
          <a:xfrm>
            <a:off x="822260" y="1363819"/>
            <a:ext cx="7633893" cy="4274607"/>
          </a:xfrm>
        </p:spPr>
        <p:txBody>
          <a:bodyPr/>
          <a:lstStyle/>
          <a:p>
            <a:pPr marL="0" indent="0">
              <a:lnSpc>
                <a:spcPct val="100000"/>
              </a:lnSpc>
              <a:buNone/>
            </a:pPr>
            <a:r>
              <a:rPr lang="en-US" sz="3200" i="1" dirty="0">
                <a:solidFill>
                  <a:srgbClr val="CC0000"/>
                </a:solidFill>
                <a:cs typeface="+mn-cs"/>
              </a:rPr>
              <a:t>Routing protocol goal:</a:t>
            </a:r>
            <a:r>
              <a:rPr lang="en-US" sz="3200" dirty="0"/>
              <a:t> </a:t>
            </a:r>
            <a:r>
              <a:rPr lang="en-US" dirty="0"/>
              <a:t>determine “good” </a:t>
            </a:r>
            <a:r>
              <a:rPr lang="en-US" sz="3200" b="1" dirty="0">
                <a:solidFill>
                  <a:srgbClr val="C00000"/>
                </a:solidFill>
              </a:rPr>
              <a:t>paths</a:t>
            </a:r>
            <a:r>
              <a:rPr lang="en-US" dirty="0"/>
              <a:t> (equivalently, routes), from sending hosts to receiving host, through network of routers</a:t>
            </a:r>
          </a:p>
          <a:p>
            <a:pPr>
              <a:lnSpc>
                <a:spcPct val="100000"/>
              </a:lnSpc>
            </a:pPr>
            <a:r>
              <a:rPr lang="en-US" dirty="0">
                <a:cs typeface="+mn-cs"/>
              </a:rPr>
              <a:t>path: </a:t>
            </a:r>
            <a:r>
              <a:rPr lang="en-US" u="sng" dirty="0">
                <a:solidFill>
                  <a:schemeClr val="accent1"/>
                </a:solidFill>
                <a:cs typeface="+mn-cs"/>
              </a:rPr>
              <a:t>sequence of routers </a:t>
            </a:r>
            <a:r>
              <a:rPr lang="en-US" dirty="0">
                <a:cs typeface="+mn-cs"/>
              </a:rPr>
              <a:t>packets will traverse in going from given initial source host to given final destination host</a:t>
            </a:r>
          </a:p>
          <a:p>
            <a:pPr>
              <a:lnSpc>
                <a:spcPct val="100000"/>
              </a:lnSpc>
              <a:defRPr/>
            </a:pPr>
            <a:r>
              <a:rPr lang="en-US" dirty="0">
                <a:cs typeface="+mn-cs"/>
              </a:rPr>
              <a:t>“good”: least “cost”, “fastest”, “least congested”</a:t>
            </a:r>
            <a:endParaRPr lang="en-US" sz="2400" dirty="0">
              <a:cs typeface="+mn-cs"/>
            </a:endParaRPr>
          </a:p>
          <a:p>
            <a:pPr>
              <a:lnSpc>
                <a:spcPct val="100000"/>
              </a:lnSpc>
              <a:defRPr/>
            </a:pPr>
            <a:r>
              <a:rPr lang="en-US" dirty="0">
                <a:cs typeface="+mn-cs"/>
              </a:rPr>
              <a:t>routing: a “top-10” networking challenge!</a:t>
            </a:r>
            <a:endParaRPr lang="en-US" sz="3200" dirty="0">
              <a:cs typeface="+mn-cs"/>
            </a:endParaRPr>
          </a:p>
        </p:txBody>
      </p:sp>
      <p:sp>
        <p:nvSpPr>
          <p:cNvPr id="237" name="Slide Number Placeholder 5"/>
          <p:cNvSpPr>
            <a:spLocks noGrp="1"/>
          </p:cNvSpPr>
          <p:nvPr>
            <p:ph type="sldNum" sz="quarter" idx="12"/>
          </p:nvPr>
        </p:nvSpPr>
        <p:spPr>
          <a:xfrm>
            <a:off x="8456154" y="6475895"/>
            <a:ext cx="548655" cy="272319"/>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200" dirty="0">
                <a:latin typeface="Tahoma" charset="0"/>
              </a:rPr>
              <a:t>5-</a:t>
            </a:r>
            <a:fld id="{8E8C6E93-DF5B-BC4B-80F9-500DED1EEDCC}" type="slidenum">
              <a:rPr lang="en-US" sz="1200">
                <a:latin typeface="Tahoma" charset="0"/>
              </a:rPr>
              <a:pPr/>
              <a:t>8</a:t>
            </a:fld>
            <a:endParaRPr lang="en-US" sz="1200" dirty="0">
              <a:latin typeface="Tahoma" charset="0"/>
            </a:endParaRPr>
          </a:p>
        </p:txBody>
      </p:sp>
      <p:sp>
        <p:nvSpPr>
          <p:cNvPr id="238" name="Footer Placeholder 2"/>
          <p:cNvSpPr>
            <a:spLocks noGrp="1"/>
          </p:cNvSpPr>
          <p:nvPr>
            <p:ph type="ftr" sz="quarter" idx="11"/>
          </p:nvPr>
        </p:nvSpPr>
        <p:spPr>
          <a:xfrm>
            <a:off x="6375496" y="6475081"/>
            <a:ext cx="2177473" cy="241541"/>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200" dirty="0">
                <a:solidFill>
                  <a:srgbClr val="000000"/>
                </a:solidFill>
                <a:latin typeface="Tahoma" charset="0"/>
                <a:cs typeface="Arial" charset="0"/>
              </a:rPr>
              <a:t>Network Layer: Control Plane</a:t>
            </a:r>
          </a:p>
        </p:txBody>
      </p:sp>
    </p:spTree>
    <p:extLst>
      <p:ext uri="{BB962C8B-B14F-4D97-AF65-F5344CB8AC3E}">
        <p14:creationId xmlns:p14="http://schemas.microsoft.com/office/powerpoint/2010/main" val="3262311597"/>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pic>
        <p:nvPicPr>
          <p:cNvPr id="120835" name="Picture 75"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98488" y="847724"/>
            <a:ext cx="6924508" cy="21068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nvGrpSpPr>
          <p:cNvPr id="120836" name="Group 2"/>
          <p:cNvGrpSpPr>
            <a:grpSpLocks/>
          </p:cNvGrpSpPr>
          <p:nvPr/>
        </p:nvGrpSpPr>
        <p:grpSpPr bwMode="auto">
          <a:xfrm>
            <a:off x="3200400" y="1406525"/>
            <a:ext cx="3571875" cy="2236788"/>
            <a:chOff x="3162" y="1071"/>
            <a:chExt cx="2250" cy="1409"/>
          </a:xfrm>
        </p:grpSpPr>
        <p:sp>
          <p:nvSpPr>
            <p:cNvPr id="120840" name="Freeform 3"/>
            <p:cNvSpPr>
              <a:spLocks/>
            </p:cNvSpPr>
            <p:nvPr/>
          </p:nvSpPr>
          <p:spPr bwMode="auto">
            <a:xfrm>
              <a:off x="3162" y="1071"/>
              <a:ext cx="2250" cy="1409"/>
            </a:xfrm>
            <a:custGeom>
              <a:avLst/>
              <a:gdLst>
                <a:gd name="T0" fmla="*/ 0 w 2250"/>
                <a:gd name="T1" fmla="*/ 624 h 1409"/>
                <a:gd name="T2" fmla="*/ 219 w 2250"/>
                <a:gd name="T3" fmla="*/ 321 h 1409"/>
                <a:gd name="T4" fmla="*/ 529 w 2250"/>
                <a:gd name="T5" fmla="*/ 35 h 1409"/>
                <a:gd name="T6" fmla="*/ 1551 w 2250"/>
                <a:gd name="T7" fmla="*/ 111 h 1409"/>
                <a:gd name="T8" fmla="*/ 1968 w 2250"/>
                <a:gd name="T9" fmla="*/ 483 h 1409"/>
                <a:gd name="T10" fmla="*/ 2199 w 2250"/>
                <a:gd name="T11" fmla="*/ 906 h 1409"/>
                <a:gd name="T12" fmla="*/ 1659 w 2250"/>
                <a:gd name="T13" fmla="*/ 1314 h 1409"/>
                <a:gd name="T14" fmla="*/ 993 w 2250"/>
                <a:gd name="T15" fmla="*/ 1386 h 1409"/>
                <a:gd name="T16" fmla="*/ 465 w 2250"/>
                <a:gd name="T17" fmla="*/ 1356 h 1409"/>
                <a:gd name="T18" fmla="*/ 102 w 2250"/>
                <a:gd name="T19" fmla="*/ 1068 h 1409"/>
                <a:gd name="T20" fmla="*/ 0 w 2250"/>
                <a:gd name="T21" fmla="*/ 624 h 140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50"/>
                <a:gd name="T34" fmla="*/ 0 h 1409"/>
                <a:gd name="T35" fmla="*/ 2250 w 2250"/>
                <a:gd name="T36" fmla="*/ 1409 h 140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50" h="1409">
                  <a:moveTo>
                    <a:pt x="0" y="624"/>
                  </a:moveTo>
                  <a:cubicBezTo>
                    <a:pt x="5" y="506"/>
                    <a:pt x="131" y="419"/>
                    <a:pt x="219" y="321"/>
                  </a:cubicBezTo>
                  <a:cubicBezTo>
                    <a:pt x="307" y="223"/>
                    <a:pt x="307" y="70"/>
                    <a:pt x="529" y="35"/>
                  </a:cubicBezTo>
                  <a:cubicBezTo>
                    <a:pt x="751" y="0"/>
                    <a:pt x="1311" y="36"/>
                    <a:pt x="1551" y="111"/>
                  </a:cubicBezTo>
                  <a:cubicBezTo>
                    <a:pt x="1791" y="186"/>
                    <a:pt x="1860" y="351"/>
                    <a:pt x="1968" y="483"/>
                  </a:cubicBezTo>
                  <a:cubicBezTo>
                    <a:pt x="2076" y="615"/>
                    <a:pt x="2250" y="767"/>
                    <a:pt x="2199" y="906"/>
                  </a:cubicBezTo>
                  <a:cubicBezTo>
                    <a:pt x="2148" y="1045"/>
                    <a:pt x="1860" y="1234"/>
                    <a:pt x="1659" y="1314"/>
                  </a:cubicBezTo>
                  <a:cubicBezTo>
                    <a:pt x="1458" y="1394"/>
                    <a:pt x="1192" y="1379"/>
                    <a:pt x="993" y="1386"/>
                  </a:cubicBezTo>
                  <a:cubicBezTo>
                    <a:pt x="794" y="1393"/>
                    <a:pt x="613" y="1409"/>
                    <a:pt x="465" y="1356"/>
                  </a:cubicBezTo>
                  <a:cubicBezTo>
                    <a:pt x="317" y="1303"/>
                    <a:pt x="180" y="1190"/>
                    <a:pt x="102" y="1068"/>
                  </a:cubicBezTo>
                  <a:cubicBezTo>
                    <a:pt x="24" y="946"/>
                    <a:pt x="21" y="716"/>
                    <a:pt x="0" y="624"/>
                  </a:cubicBezTo>
                  <a:close/>
                </a:path>
              </a:pathLst>
            </a:custGeom>
            <a:solidFill>
              <a:srgbClr val="99CCFF"/>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sp>
          <p:nvSpPr>
            <p:cNvPr id="120841" name="Freeform 4"/>
            <p:cNvSpPr>
              <a:spLocks/>
            </p:cNvSpPr>
            <p:nvPr/>
          </p:nvSpPr>
          <p:spPr bwMode="auto">
            <a:xfrm>
              <a:off x="3498" y="1620"/>
              <a:ext cx="342" cy="186"/>
            </a:xfrm>
            <a:custGeom>
              <a:avLst/>
              <a:gdLst>
                <a:gd name="T0" fmla="*/ 0 w 342"/>
                <a:gd name="T1" fmla="*/ 186 h 186"/>
                <a:gd name="T2" fmla="*/ 342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sp>
          <p:nvSpPr>
            <p:cNvPr id="120842" name="Oval 5"/>
            <p:cNvSpPr>
              <a:spLocks noChangeArrowheads="1"/>
            </p:cNvSpPr>
            <p:nvPr/>
          </p:nvSpPr>
          <p:spPr bwMode="auto">
            <a:xfrm>
              <a:off x="3238" y="1862"/>
              <a:ext cx="313" cy="81"/>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20843" name="Line 6"/>
            <p:cNvSpPr>
              <a:spLocks noChangeShapeType="1"/>
            </p:cNvSpPr>
            <p:nvPr/>
          </p:nvSpPr>
          <p:spPr bwMode="auto">
            <a:xfrm>
              <a:off x="3238" y="1855"/>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20844" name="Line 7"/>
            <p:cNvSpPr>
              <a:spLocks noChangeShapeType="1"/>
            </p:cNvSpPr>
            <p:nvPr/>
          </p:nvSpPr>
          <p:spPr bwMode="auto">
            <a:xfrm>
              <a:off x="3551" y="1855"/>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20845" name="Rectangle 8"/>
            <p:cNvSpPr>
              <a:spLocks noChangeArrowheads="1"/>
            </p:cNvSpPr>
            <p:nvPr/>
          </p:nvSpPr>
          <p:spPr bwMode="auto">
            <a:xfrm>
              <a:off x="3238" y="1855"/>
              <a:ext cx="310" cy="49"/>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sz="2400"/>
            </a:p>
          </p:txBody>
        </p:sp>
        <p:sp>
          <p:nvSpPr>
            <p:cNvPr id="120846" name="Oval 9"/>
            <p:cNvSpPr>
              <a:spLocks noChangeArrowheads="1"/>
            </p:cNvSpPr>
            <p:nvPr/>
          </p:nvSpPr>
          <p:spPr bwMode="auto">
            <a:xfrm>
              <a:off x="3235" y="1796"/>
              <a:ext cx="313" cy="95"/>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20847" name="Oval 10"/>
            <p:cNvSpPr>
              <a:spLocks noChangeArrowheads="1"/>
            </p:cNvSpPr>
            <p:nvPr/>
          </p:nvSpPr>
          <p:spPr bwMode="auto">
            <a:xfrm>
              <a:off x="3712" y="2249"/>
              <a:ext cx="313" cy="81"/>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20848" name="Line 11"/>
            <p:cNvSpPr>
              <a:spLocks noChangeShapeType="1"/>
            </p:cNvSpPr>
            <p:nvPr/>
          </p:nvSpPr>
          <p:spPr bwMode="auto">
            <a:xfrm>
              <a:off x="3712" y="2242"/>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20849" name="Line 12"/>
            <p:cNvSpPr>
              <a:spLocks noChangeShapeType="1"/>
            </p:cNvSpPr>
            <p:nvPr/>
          </p:nvSpPr>
          <p:spPr bwMode="auto">
            <a:xfrm>
              <a:off x="4025" y="2242"/>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20850" name="Rectangle 13"/>
            <p:cNvSpPr>
              <a:spLocks noChangeArrowheads="1"/>
            </p:cNvSpPr>
            <p:nvPr/>
          </p:nvSpPr>
          <p:spPr bwMode="auto">
            <a:xfrm>
              <a:off x="3712" y="2242"/>
              <a:ext cx="310" cy="49"/>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sz="2400"/>
            </a:p>
          </p:txBody>
        </p:sp>
        <p:sp>
          <p:nvSpPr>
            <p:cNvPr id="120851" name="Oval 14"/>
            <p:cNvSpPr>
              <a:spLocks noChangeArrowheads="1"/>
            </p:cNvSpPr>
            <p:nvPr/>
          </p:nvSpPr>
          <p:spPr bwMode="auto">
            <a:xfrm>
              <a:off x="3709" y="2183"/>
              <a:ext cx="313" cy="95"/>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20852" name="Oval 15"/>
            <p:cNvSpPr>
              <a:spLocks noChangeArrowheads="1"/>
            </p:cNvSpPr>
            <p:nvPr/>
          </p:nvSpPr>
          <p:spPr bwMode="auto">
            <a:xfrm>
              <a:off x="3708" y="1559"/>
              <a:ext cx="313" cy="81"/>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20853" name="Line 16"/>
            <p:cNvSpPr>
              <a:spLocks noChangeShapeType="1"/>
            </p:cNvSpPr>
            <p:nvPr/>
          </p:nvSpPr>
          <p:spPr bwMode="auto">
            <a:xfrm>
              <a:off x="3708" y="1552"/>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20854" name="Line 17"/>
            <p:cNvSpPr>
              <a:spLocks noChangeShapeType="1"/>
            </p:cNvSpPr>
            <p:nvPr/>
          </p:nvSpPr>
          <p:spPr bwMode="auto">
            <a:xfrm>
              <a:off x="4021" y="1552"/>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20855" name="Rectangle 18"/>
            <p:cNvSpPr>
              <a:spLocks noChangeArrowheads="1"/>
            </p:cNvSpPr>
            <p:nvPr/>
          </p:nvSpPr>
          <p:spPr bwMode="auto">
            <a:xfrm>
              <a:off x="3708" y="1552"/>
              <a:ext cx="310" cy="49"/>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sz="2400"/>
            </a:p>
          </p:txBody>
        </p:sp>
        <p:sp>
          <p:nvSpPr>
            <p:cNvPr id="120856" name="Oval 19"/>
            <p:cNvSpPr>
              <a:spLocks noChangeArrowheads="1"/>
            </p:cNvSpPr>
            <p:nvPr/>
          </p:nvSpPr>
          <p:spPr bwMode="auto">
            <a:xfrm>
              <a:off x="3705" y="1493"/>
              <a:ext cx="313" cy="95"/>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20857" name="Oval 20"/>
            <p:cNvSpPr>
              <a:spLocks noChangeArrowheads="1"/>
            </p:cNvSpPr>
            <p:nvPr/>
          </p:nvSpPr>
          <p:spPr bwMode="auto">
            <a:xfrm>
              <a:off x="4391" y="1555"/>
              <a:ext cx="312" cy="81"/>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20858" name="Line 21"/>
            <p:cNvSpPr>
              <a:spLocks noChangeShapeType="1"/>
            </p:cNvSpPr>
            <p:nvPr/>
          </p:nvSpPr>
          <p:spPr bwMode="auto">
            <a:xfrm>
              <a:off x="4391" y="1548"/>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20859" name="Line 22"/>
            <p:cNvSpPr>
              <a:spLocks noChangeShapeType="1"/>
            </p:cNvSpPr>
            <p:nvPr/>
          </p:nvSpPr>
          <p:spPr bwMode="auto">
            <a:xfrm>
              <a:off x="4703" y="1548"/>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20860" name="Rectangle 23"/>
            <p:cNvSpPr>
              <a:spLocks noChangeArrowheads="1"/>
            </p:cNvSpPr>
            <p:nvPr/>
          </p:nvSpPr>
          <p:spPr bwMode="auto">
            <a:xfrm>
              <a:off x="4391" y="1548"/>
              <a:ext cx="309" cy="49"/>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sz="2400"/>
            </a:p>
          </p:txBody>
        </p:sp>
        <p:sp>
          <p:nvSpPr>
            <p:cNvPr id="120861" name="Oval 24"/>
            <p:cNvSpPr>
              <a:spLocks noChangeArrowheads="1"/>
            </p:cNvSpPr>
            <p:nvPr/>
          </p:nvSpPr>
          <p:spPr bwMode="auto">
            <a:xfrm>
              <a:off x="4394" y="1492"/>
              <a:ext cx="312" cy="95"/>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20862" name="Oval 25"/>
            <p:cNvSpPr>
              <a:spLocks noChangeArrowheads="1"/>
            </p:cNvSpPr>
            <p:nvPr/>
          </p:nvSpPr>
          <p:spPr bwMode="auto">
            <a:xfrm>
              <a:off x="4401" y="2246"/>
              <a:ext cx="313" cy="81"/>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20863" name="Line 26"/>
            <p:cNvSpPr>
              <a:spLocks noChangeShapeType="1"/>
            </p:cNvSpPr>
            <p:nvPr/>
          </p:nvSpPr>
          <p:spPr bwMode="auto">
            <a:xfrm>
              <a:off x="4401" y="2239"/>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20864" name="Line 27"/>
            <p:cNvSpPr>
              <a:spLocks noChangeShapeType="1"/>
            </p:cNvSpPr>
            <p:nvPr/>
          </p:nvSpPr>
          <p:spPr bwMode="auto">
            <a:xfrm>
              <a:off x="4714" y="2239"/>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20865" name="Rectangle 28"/>
            <p:cNvSpPr>
              <a:spLocks noChangeArrowheads="1"/>
            </p:cNvSpPr>
            <p:nvPr/>
          </p:nvSpPr>
          <p:spPr bwMode="auto">
            <a:xfrm>
              <a:off x="4401" y="2239"/>
              <a:ext cx="310" cy="49"/>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sz="2400"/>
            </a:p>
          </p:txBody>
        </p:sp>
        <p:sp>
          <p:nvSpPr>
            <p:cNvPr id="120866" name="Oval 29"/>
            <p:cNvSpPr>
              <a:spLocks noChangeArrowheads="1"/>
            </p:cNvSpPr>
            <p:nvPr/>
          </p:nvSpPr>
          <p:spPr bwMode="auto">
            <a:xfrm>
              <a:off x="4398" y="2180"/>
              <a:ext cx="313" cy="95"/>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20867" name="Oval 30"/>
            <p:cNvSpPr>
              <a:spLocks noChangeArrowheads="1"/>
            </p:cNvSpPr>
            <p:nvPr/>
          </p:nvSpPr>
          <p:spPr bwMode="auto">
            <a:xfrm>
              <a:off x="4966" y="1905"/>
              <a:ext cx="313" cy="81"/>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20868" name="Line 31"/>
            <p:cNvSpPr>
              <a:spLocks noChangeShapeType="1"/>
            </p:cNvSpPr>
            <p:nvPr/>
          </p:nvSpPr>
          <p:spPr bwMode="auto">
            <a:xfrm>
              <a:off x="4966" y="1898"/>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20869" name="Line 32"/>
            <p:cNvSpPr>
              <a:spLocks noChangeShapeType="1"/>
            </p:cNvSpPr>
            <p:nvPr/>
          </p:nvSpPr>
          <p:spPr bwMode="auto">
            <a:xfrm>
              <a:off x="5279" y="1898"/>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20870" name="Rectangle 33"/>
            <p:cNvSpPr>
              <a:spLocks noChangeArrowheads="1"/>
            </p:cNvSpPr>
            <p:nvPr/>
          </p:nvSpPr>
          <p:spPr bwMode="auto">
            <a:xfrm>
              <a:off x="4966" y="1898"/>
              <a:ext cx="310" cy="49"/>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sz="2400"/>
            </a:p>
          </p:txBody>
        </p:sp>
        <p:sp>
          <p:nvSpPr>
            <p:cNvPr id="120871" name="Oval 34"/>
            <p:cNvSpPr>
              <a:spLocks noChangeArrowheads="1"/>
            </p:cNvSpPr>
            <p:nvPr/>
          </p:nvSpPr>
          <p:spPr bwMode="auto">
            <a:xfrm>
              <a:off x="4963" y="1839"/>
              <a:ext cx="313" cy="95"/>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20872" name="Freeform 35"/>
            <p:cNvSpPr>
              <a:spLocks/>
            </p:cNvSpPr>
            <p:nvPr/>
          </p:nvSpPr>
          <p:spPr bwMode="auto">
            <a:xfrm>
              <a:off x="4557" y="1647"/>
              <a:ext cx="1" cy="522"/>
            </a:xfrm>
            <a:custGeom>
              <a:avLst/>
              <a:gdLst>
                <a:gd name="T0" fmla="*/ 0 w 1"/>
                <a:gd name="T1" fmla="*/ 0 h 522"/>
                <a:gd name="T2" fmla="*/ 0 w 1"/>
                <a:gd name="T3" fmla="*/ 522 h 522"/>
                <a:gd name="T4" fmla="*/ 0 60000 65536"/>
                <a:gd name="T5" fmla="*/ 0 60000 65536"/>
                <a:gd name="T6" fmla="*/ 0 w 1"/>
                <a:gd name="T7" fmla="*/ 0 h 522"/>
                <a:gd name="T8" fmla="*/ 1 w 1"/>
                <a:gd name="T9" fmla="*/ 522 h 522"/>
              </a:gdLst>
              <a:ahLst/>
              <a:cxnLst>
                <a:cxn ang="T4">
                  <a:pos x="T0" y="T1"/>
                </a:cxn>
                <a:cxn ang="T5">
                  <a:pos x="T2" y="T3"/>
                </a:cxn>
              </a:cxnLst>
              <a:rect l="T6" t="T7" r="T8" b="T9"/>
              <a:pathLst>
                <a:path w="1" h="522">
                  <a:moveTo>
                    <a:pt x="0" y="0"/>
                  </a:moveTo>
                  <a:lnTo>
                    <a:pt x="0" y="522"/>
                  </a:ln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sp>
          <p:nvSpPr>
            <p:cNvPr id="120873" name="Freeform 36"/>
            <p:cNvSpPr>
              <a:spLocks/>
            </p:cNvSpPr>
            <p:nvPr/>
          </p:nvSpPr>
          <p:spPr bwMode="auto">
            <a:xfrm>
              <a:off x="3864" y="1653"/>
              <a:ext cx="1" cy="537"/>
            </a:xfrm>
            <a:custGeom>
              <a:avLst/>
              <a:gdLst>
                <a:gd name="T0" fmla="*/ 0 w 1"/>
                <a:gd name="T1" fmla="*/ 0 h 537"/>
                <a:gd name="T2" fmla="*/ 0 w 1"/>
                <a:gd name="T3" fmla="*/ 537 h 537"/>
                <a:gd name="T4" fmla="*/ 0 60000 65536"/>
                <a:gd name="T5" fmla="*/ 0 60000 65536"/>
                <a:gd name="T6" fmla="*/ 0 w 1"/>
                <a:gd name="T7" fmla="*/ 0 h 537"/>
                <a:gd name="T8" fmla="*/ 1 w 1"/>
                <a:gd name="T9" fmla="*/ 537 h 537"/>
              </a:gdLst>
              <a:ahLst/>
              <a:cxnLst>
                <a:cxn ang="T4">
                  <a:pos x="T0" y="T1"/>
                </a:cxn>
                <a:cxn ang="T5">
                  <a:pos x="T2" y="T3"/>
                </a:cxn>
              </a:cxnLst>
              <a:rect l="T6" t="T7" r="T8" b="T9"/>
              <a:pathLst>
                <a:path w="1" h="537">
                  <a:moveTo>
                    <a:pt x="0" y="0"/>
                  </a:moveTo>
                  <a:lnTo>
                    <a:pt x="0" y="537"/>
                  </a:ln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sp>
          <p:nvSpPr>
            <p:cNvPr id="120874" name="Freeform 37"/>
            <p:cNvSpPr>
              <a:spLocks/>
            </p:cNvSpPr>
            <p:nvPr/>
          </p:nvSpPr>
          <p:spPr bwMode="auto">
            <a:xfrm>
              <a:off x="4029" y="1638"/>
              <a:ext cx="504" cy="600"/>
            </a:xfrm>
            <a:custGeom>
              <a:avLst/>
              <a:gdLst>
                <a:gd name="T0" fmla="*/ 0 w 378"/>
                <a:gd name="T1" fmla="*/ 11993521 h 174"/>
                <a:gd name="T2" fmla="*/ 5035 w 378"/>
                <a:gd name="T3" fmla="*/ 0 h 174"/>
                <a:gd name="T4" fmla="*/ 0 60000 65536"/>
                <a:gd name="T5" fmla="*/ 0 60000 65536"/>
                <a:gd name="T6" fmla="*/ 0 w 378"/>
                <a:gd name="T7" fmla="*/ 0 h 174"/>
                <a:gd name="T8" fmla="*/ 378 w 378"/>
                <a:gd name="T9" fmla="*/ 174 h 174"/>
              </a:gdLst>
              <a:ahLst/>
              <a:cxnLst>
                <a:cxn ang="T4">
                  <a:pos x="T0" y="T1"/>
                </a:cxn>
                <a:cxn ang="T5">
                  <a:pos x="T2" y="T3"/>
                </a:cxn>
              </a:cxnLst>
              <a:rect l="T6" t="T7" r="T8" b="T9"/>
              <a:pathLst>
                <a:path w="378" h="174">
                  <a:moveTo>
                    <a:pt x="0" y="174"/>
                  </a:moveTo>
                  <a:lnTo>
                    <a:pt x="378" y="0"/>
                  </a:ln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sp>
          <p:nvSpPr>
            <p:cNvPr id="120875" name="Freeform 38"/>
            <p:cNvSpPr>
              <a:spLocks/>
            </p:cNvSpPr>
            <p:nvPr/>
          </p:nvSpPr>
          <p:spPr bwMode="auto">
            <a:xfrm>
              <a:off x="4716" y="1986"/>
              <a:ext cx="366" cy="270"/>
            </a:xfrm>
            <a:custGeom>
              <a:avLst/>
              <a:gdLst>
                <a:gd name="T0" fmla="*/ 0 w 366"/>
                <a:gd name="T1" fmla="*/ 270 h 270"/>
                <a:gd name="T2" fmla="*/ 366 w 366"/>
                <a:gd name="T3" fmla="*/ 0 h 270"/>
                <a:gd name="T4" fmla="*/ 0 60000 65536"/>
                <a:gd name="T5" fmla="*/ 0 60000 65536"/>
                <a:gd name="T6" fmla="*/ 0 w 366"/>
                <a:gd name="T7" fmla="*/ 0 h 270"/>
                <a:gd name="T8" fmla="*/ 366 w 366"/>
                <a:gd name="T9" fmla="*/ 270 h 270"/>
              </a:gdLst>
              <a:ahLst/>
              <a:cxnLst>
                <a:cxn ang="T4">
                  <a:pos x="T0" y="T1"/>
                </a:cxn>
                <a:cxn ang="T5">
                  <a:pos x="T2" y="T3"/>
                </a:cxn>
              </a:cxnLst>
              <a:rect l="T6" t="T7" r="T8" b="T9"/>
              <a:pathLst>
                <a:path w="366" h="270">
                  <a:moveTo>
                    <a:pt x="0" y="270"/>
                  </a:moveTo>
                  <a:lnTo>
                    <a:pt x="366" y="0"/>
                  </a:ln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sp>
          <p:nvSpPr>
            <p:cNvPr id="120876" name="Freeform 39"/>
            <p:cNvSpPr>
              <a:spLocks/>
            </p:cNvSpPr>
            <p:nvPr/>
          </p:nvSpPr>
          <p:spPr bwMode="auto">
            <a:xfrm>
              <a:off x="4035" y="2268"/>
              <a:ext cx="366" cy="1"/>
            </a:xfrm>
            <a:custGeom>
              <a:avLst/>
              <a:gdLst>
                <a:gd name="T0" fmla="*/ 366 w 366"/>
                <a:gd name="T1" fmla="*/ 0 h 1"/>
                <a:gd name="T2" fmla="*/ 0 w 366"/>
                <a:gd name="T3" fmla="*/ 0 h 1"/>
                <a:gd name="T4" fmla="*/ 0 60000 65536"/>
                <a:gd name="T5" fmla="*/ 0 60000 65536"/>
                <a:gd name="T6" fmla="*/ 0 w 366"/>
                <a:gd name="T7" fmla="*/ 0 h 1"/>
                <a:gd name="T8" fmla="*/ 366 w 366"/>
                <a:gd name="T9" fmla="*/ 1 h 1"/>
              </a:gdLst>
              <a:ahLst/>
              <a:cxnLst>
                <a:cxn ang="T4">
                  <a:pos x="T0" y="T1"/>
                </a:cxn>
                <a:cxn ang="T5">
                  <a:pos x="T2" y="T3"/>
                </a:cxn>
              </a:cxnLst>
              <a:rect l="T6" t="T7" r="T8" b="T9"/>
              <a:pathLst>
                <a:path w="366" h="1">
                  <a:moveTo>
                    <a:pt x="366" y="0"/>
                  </a:moveTo>
                  <a:lnTo>
                    <a:pt x="0" y="0"/>
                  </a:ln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sp>
          <p:nvSpPr>
            <p:cNvPr id="120877" name="Freeform 40"/>
            <p:cNvSpPr>
              <a:spLocks/>
            </p:cNvSpPr>
            <p:nvPr/>
          </p:nvSpPr>
          <p:spPr bwMode="auto">
            <a:xfrm>
              <a:off x="3444" y="1944"/>
              <a:ext cx="276" cy="264"/>
            </a:xfrm>
            <a:custGeom>
              <a:avLst/>
              <a:gdLst>
                <a:gd name="T0" fmla="*/ 276 w 276"/>
                <a:gd name="T1" fmla="*/ 264 h 264"/>
                <a:gd name="T2" fmla="*/ 0 w 276"/>
                <a:gd name="T3" fmla="*/ 0 h 264"/>
                <a:gd name="T4" fmla="*/ 0 60000 65536"/>
                <a:gd name="T5" fmla="*/ 0 60000 65536"/>
                <a:gd name="T6" fmla="*/ 0 w 276"/>
                <a:gd name="T7" fmla="*/ 0 h 264"/>
                <a:gd name="T8" fmla="*/ 276 w 276"/>
                <a:gd name="T9" fmla="*/ 264 h 264"/>
              </a:gdLst>
              <a:ahLst/>
              <a:cxnLst>
                <a:cxn ang="T4">
                  <a:pos x="T0" y="T1"/>
                </a:cxn>
                <a:cxn ang="T5">
                  <a:pos x="T2" y="T3"/>
                </a:cxn>
              </a:cxnLst>
              <a:rect l="T6" t="T7" r="T8" b="T9"/>
              <a:pathLst>
                <a:path w="276" h="264">
                  <a:moveTo>
                    <a:pt x="276" y="264"/>
                  </a:moveTo>
                  <a:lnTo>
                    <a:pt x="0" y="0"/>
                  </a:ln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sp>
          <p:nvSpPr>
            <p:cNvPr id="120878" name="Freeform 41"/>
            <p:cNvSpPr>
              <a:spLocks/>
            </p:cNvSpPr>
            <p:nvPr/>
          </p:nvSpPr>
          <p:spPr bwMode="auto">
            <a:xfrm>
              <a:off x="4029" y="1578"/>
              <a:ext cx="366" cy="1"/>
            </a:xfrm>
            <a:custGeom>
              <a:avLst/>
              <a:gdLst>
                <a:gd name="T0" fmla="*/ 366 w 366"/>
                <a:gd name="T1" fmla="*/ 0 h 1"/>
                <a:gd name="T2" fmla="*/ 0 w 366"/>
                <a:gd name="T3" fmla="*/ 0 h 1"/>
                <a:gd name="T4" fmla="*/ 0 60000 65536"/>
                <a:gd name="T5" fmla="*/ 0 60000 65536"/>
                <a:gd name="T6" fmla="*/ 0 w 366"/>
                <a:gd name="T7" fmla="*/ 0 h 1"/>
                <a:gd name="T8" fmla="*/ 366 w 366"/>
                <a:gd name="T9" fmla="*/ 1 h 1"/>
              </a:gdLst>
              <a:ahLst/>
              <a:cxnLst>
                <a:cxn ang="T4">
                  <a:pos x="T0" y="T1"/>
                </a:cxn>
                <a:cxn ang="T5">
                  <a:pos x="T2" y="T3"/>
                </a:cxn>
              </a:cxnLst>
              <a:rect l="T6" t="T7" r="T8" b="T9"/>
              <a:pathLst>
                <a:path w="366" h="1">
                  <a:moveTo>
                    <a:pt x="366" y="0"/>
                  </a:moveTo>
                  <a:lnTo>
                    <a:pt x="0" y="0"/>
                  </a:ln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sp>
          <p:nvSpPr>
            <p:cNvPr id="120879" name="Freeform 42"/>
            <p:cNvSpPr>
              <a:spLocks/>
            </p:cNvSpPr>
            <p:nvPr/>
          </p:nvSpPr>
          <p:spPr bwMode="auto">
            <a:xfrm>
              <a:off x="4704" y="1575"/>
              <a:ext cx="396" cy="267"/>
            </a:xfrm>
            <a:custGeom>
              <a:avLst/>
              <a:gdLst>
                <a:gd name="T0" fmla="*/ 396 w 396"/>
                <a:gd name="T1" fmla="*/ 267 h 267"/>
                <a:gd name="T2" fmla="*/ 0 w 396"/>
                <a:gd name="T3" fmla="*/ 0 h 267"/>
                <a:gd name="T4" fmla="*/ 0 60000 65536"/>
                <a:gd name="T5" fmla="*/ 0 60000 65536"/>
                <a:gd name="T6" fmla="*/ 0 w 396"/>
                <a:gd name="T7" fmla="*/ 0 h 267"/>
                <a:gd name="T8" fmla="*/ 396 w 396"/>
                <a:gd name="T9" fmla="*/ 267 h 267"/>
              </a:gdLst>
              <a:ahLst/>
              <a:cxnLst>
                <a:cxn ang="T4">
                  <a:pos x="T0" y="T1"/>
                </a:cxn>
                <a:cxn ang="T5">
                  <a:pos x="T2" y="T3"/>
                </a:cxn>
              </a:cxnLst>
              <a:rect l="T6" t="T7" r="T8" b="T9"/>
              <a:pathLst>
                <a:path w="396" h="267">
                  <a:moveTo>
                    <a:pt x="396" y="267"/>
                  </a:moveTo>
                  <a:lnTo>
                    <a:pt x="0" y="0"/>
                  </a:ln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sp>
          <p:nvSpPr>
            <p:cNvPr id="120880" name="Freeform 43"/>
            <p:cNvSpPr>
              <a:spLocks/>
            </p:cNvSpPr>
            <p:nvPr/>
          </p:nvSpPr>
          <p:spPr bwMode="auto">
            <a:xfrm>
              <a:off x="3387" y="1146"/>
              <a:ext cx="1110" cy="645"/>
            </a:xfrm>
            <a:custGeom>
              <a:avLst/>
              <a:gdLst>
                <a:gd name="T0" fmla="*/ 1110 w 1110"/>
                <a:gd name="T1" fmla="*/ 342 h 645"/>
                <a:gd name="T2" fmla="*/ 0 w 1110"/>
                <a:gd name="T3" fmla="*/ 645 h 645"/>
                <a:gd name="T4" fmla="*/ 0 60000 65536"/>
                <a:gd name="T5" fmla="*/ 0 60000 65536"/>
                <a:gd name="T6" fmla="*/ 0 w 1110"/>
                <a:gd name="T7" fmla="*/ 0 h 645"/>
                <a:gd name="T8" fmla="*/ 1110 w 1110"/>
                <a:gd name="T9" fmla="*/ 645 h 645"/>
              </a:gdLst>
              <a:ahLst/>
              <a:cxnLst>
                <a:cxn ang="T4">
                  <a:pos x="T0" y="T1"/>
                </a:cxn>
                <a:cxn ang="T5">
                  <a:pos x="T2" y="T3"/>
                </a:cxn>
              </a:cxnLst>
              <a:rect l="T6" t="T7" r="T8" b="T9"/>
              <a:pathLst>
                <a:path w="1110" h="645">
                  <a:moveTo>
                    <a:pt x="1110" y="342"/>
                  </a:moveTo>
                  <a:cubicBezTo>
                    <a:pt x="1104" y="0"/>
                    <a:pt x="21" y="63"/>
                    <a:pt x="0" y="645"/>
                  </a:cubicBez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grpSp>
          <p:nvGrpSpPr>
            <p:cNvPr id="120881" name="Group 44"/>
            <p:cNvGrpSpPr>
              <a:grpSpLocks/>
            </p:cNvGrpSpPr>
            <p:nvPr/>
          </p:nvGrpSpPr>
          <p:grpSpPr bwMode="auto">
            <a:xfrm>
              <a:off x="3287" y="1744"/>
              <a:ext cx="205" cy="250"/>
              <a:chOff x="2954" y="2425"/>
              <a:chExt cx="208" cy="250"/>
            </a:xfrm>
          </p:grpSpPr>
          <p:sp>
            <p:nvSpPr>
              <p:cNvPr id="120907" name="Rectangle 45"/>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p>
            </p:txBody>
          </p:sp>
          <p:sp>
            <p:nvSpPr>
              <p:cNvPr id="120908" name="Text Box 46"/>
              <p:cNvSpPr txBox="1">
                <a:spLocks noChangeArrowheads="1"/>
              </p:cNvSpPr>
              <p:nvPr/>
            </p:nvSpPr>
            <p:spPr bwMode="auto">
              <a:xfrm>
                <a:off x="2954" y="2425"/>
                <a:ext cx="208" cy="2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2000"/>
                  <a:t>u</a:t>
                </a:r>
                <a:endParaRPr lang="en-US"/>
              </a:p>
            </p:txBody>
          </p:sp>
        </p:grpSp>
        <p:grpSp>
          <p:nvGrpSpPr>
            <p:cNvPr id="120882" name="Group 47"/>
            <p:cNvGrpSpPr>
              <a:grpSpLocks/>
            </p:cNvGrpSpPr>
            <p:nvPr/>
          </p:nvGrpSpPr>
          <p:grpSpPr bwMode="auto">
            <a:xfrm>
              <a:off x="4461" y="2128"/>
              <a:ext cx="196" cy="250"/>
              <a:chOff x="2958" y="2425"/>
              <a:chExt cx="199" cy="250"/>
            </a:xfrm>
          </p:grpSpPr>
          <p:sp>
            <p:nvSpPr>
              <p:cNvPr id="120905" name="Rectangle 48"/>
              <p:cNvSpPr>
                <a:spLocks noChangeArrowheads="1"/>
              </p:cNvSpPr>
              <p:nvPr/>
            </p:nvSpPr>
            <p:spPr bwMode="auto">
              <a:xfrm>
                <a:off x="2982" y="2490"/>
                <a:ext cx="142" cy="132"/>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p>
            </p:txBody>
          </p:sp>
          <p:sp>
            <p:nvSpPr>
              <p:cNvPr id="120906" name="Text Box 49"/>
              <p:cNvSpPr txBox="1">
                <a:spLocks noChangeArrowheads="1"/>
              </p:cNvSpPr>
              <p:nvPr/>
            </p:nvSpPr>
            <p:spPr bwMode="auto">
              <a:xfrm>
                <a:off x="2958" y="2425"/>
                <a:ext cx="199" cy="2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2000"/>
                  <a:t>y</a:t>
                </a:r>
                <a:endParaRPr lang="en-US"/>
              </a:p>
            </p:txBody>
          </p:sp>
        </p:grpSp>
        <p:grpSp>
          <p:nvGrpSpPr>
            <p:cNvPr id="120883" name="Group 50"/>
            <p:cNvGrpSpPr>
              <a:grpSpLocks/>
            </p:cNvGrpSpPr>
            <p:nvPr/>
          </p:nvGrpSpPr>
          <p:grpSpPr bwMode="auto">
            <a:xfrm>
              <a:off x="3772" y="2095"/>
              <a:ext cx="212" cy="288"/>
              <a:chOff x="2951" y="2395"/>
              <a:chExt cx="213" cy="288"/>
            </a:xfrm>
          </p:grpSpPr>
          <p:sp>
            <p:nvSpPr>
              <p:cNvPr id="120903" name="Rectangle 51"/>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p>
            </p:txBody>
          </p:sp>
          <p:sp>
            <p:nvSpPr>
              <p:cNvPr id="120904" name="Text Box 52"/>
              <p:cNvSpPr txBox="1">
                <a:spLocks noChangeArrowheads="1"/>
              </p:cNvSpPr>
              <p:nvPr/>
            </p:nvSpPr>
            <p:spPr bwMode="auto">
              <a:xfrm>
                <a:off x="2951" y="2395"/>
                <a:ext cx="213" cy="2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a:t>x</a:t>
                </a:r>
              </a:p>
            </p:txBody>
          </p:sp>
        </p:grpSp>
        <p:grpSp>
          <p:nvGrpSpPr>
            <p:cNvPr id="120884" name="Group 53"/>
            <p:cNvGrpSpPr>
              <a:grpSpLocks/>
            </p:cNvGrpSpPr>
            <p:nvPr/>
          </p:nvGrpSpPr>
          <p:grpSpPr bwMode="auto">
            <a:xfrm>
              <a:off x="4438" y="1438"/>
              <a:ext cx="232" cy="250"/>
              <a:chOff x="2941" y="2425"/>
              <a:chExt cx="235" cy="250"/>
            </a:xfrm>
          </p:grpSpPr>
          <p:sp>
            <p:nvSpPr>
              <p:cNvPr id="120901" name="Rectangle 54"/>
              <p:cNvSpPr>
                <a:spLocks noChangeArrowheads="1"/>
              </p:cNvSpPr>
              <p:nvPr/>
            </p:nvSpPr>
            <p:spPr bwMode="auto">
              <a:xfrm>
                <a:off x="2982" y="2490"/>
                <a:ext cx="146" cy="132"/>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p>
            </p:txBody>
          </p:sp>
          <p:sp>
            <p:nvSpPr>
              <p:cNvPr id="120902" name="Text Box 55"/>
              <p:cNvSpPr txBox="1">
                <a:spLocks noChangeArrowheads="1"/>
              </p:cNvSpPr>
              <p:nvPr/>
            </p:nvSpPr>
            <p:spPr bwMode="auto">
              <a:xfrm>
                <a:off x="2941" y="2425"/>
                <a:ext cx="235" cy="2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2000"/>
                  <a:t>w</a:t>
                </a:r>
                <a:endParaRPr lang="en-US"/>
              </a:p>
            </p:txBody>
          </p:sp>
        </p:grpSp>
        <p:grpSp>
          <p:nvGrpSpPr>
            <p:cNvPr id="120885" name="Group 56"/>
            <p:cNvGrpSpPr>
              <a:grpSpLocks/>
            </p:cNvGrpSpPr>
            <p:nvPr/>
          </p:nvGrpSpPr>
          <p:grpSpPr bwMode="auto">
            <a:xfrm>
              <a:off x="3771" y="1438"/>
              <a:ext cx="196" cy="250"/>
              <a:chOff x="2958" y="2425"/>
              <a:chExt cx="199" cy="250"/>
            </a:xfrm>
          </p:grpSpPr>
          <p:sp>
            <p:nvSpPr>
              <p:cNvPr id="120899" name="Rectangle 57"/>
              <p:cNvSpPr>
                <a:spLocks noChangeArrowheads="1"/>
              </p:cNvSpPr>
              <p:nvPr/>
            </p:nvSpPr>
            <p:spPr bwMode="auto">
              <a:xfrm>
                <a:off x="2982" y="2490"/>
                <a:ext cx="142" cy="132"/>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p>
            </p:txBody>
          </p:sp>
          <p:sp>
            <p:nvSpPr>
              <p:cNvPr id="120900" name="Text Box 58"/>
              <p:cNvSpPr txBox="1">
                <a:spLocks noChangeArrowheads="1"/>
              </p:cNvSpPr>
              <p:nvPr/>
            </p:nvSpPr>
            <p:spPr bwMode="auto">
              <a:xfrm>
                <a:off x="2958" y="2425"/>
                <a:ext cx="199" cy="2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2000"/>
                  <a:t>v</a:t>
                </a:r>
                <a:endParaRPr lang="en-US"/>
              </a:p>
            </p:txBody>
          </p:sp>
        </p:grpSp>
        <p:grpSp>
          <p:nvGrpSpPr>
            <p:cNvPr id="120886" name="Group 59"/>
            <p:cNvGrpSpPr>
              <a:grpSpLocks/>
            </p:cNvGrpSpPr>
            <p:nvPr/>
          </p:nvGrpSpPr>
          <p:grpSpPr bwMode="auto">
            <a:xfrm>
              <a:off x="5025" y="1756"/>
              <a:ext cx="212" cy="288"/>
              <a:chOff x="2949" y="2395"/>
              <a:chExt cx="214" cy="288"/>
            </a:xfrm>
          </p:grpSpPr>
          <p:sp>
            <p:nvSpPr>
              <p:cNvPr id="120897" name="Rectangle 60"/>
              <p:cNvSpPr>
                <a:spLocks noChangeArrowheads="1"/>
              </p:cNvSpPr>
              <p:nvPr/>
            </p:nvSpPr>
            <p:spPr bwMode="auto">
              <a:xfrm>
                <a:off x="2982" y="2490"/>
                <a:ext cx="142" cy="132"/>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p>
            </p:txBody>
          </p:sp>
          <p:sp>
            <p:nvSpPr>
              <p:cNvPr id="120898" name="Text Box 61"/>
              <p:cNvSpPr txBox="1">
                <a:spLocks noChangeArrowheads="1"/>
              </p:cNvSpPr>
              <p:nvPr/>
            </p:nvSpPr>
            <p:spPr bwMode="auto">
              <a:xfrm>
                <a:off x="2949" y="2395"/>
                <a:ext cx="214" cy="2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a:t>z</a:t>
                </a:r>
              </a:p>
            </p:txBody>
          </p:sp>
        </p:grpSp>
        <p:sp>
          <p:nvSpPr>
            <p:cNvPr id="120887" name="Text Box 62"/>
            <p:cNvSpPr txBox="1">
              <a:spLocks noChangeArrowheads="1"/>
            </p:cNvSpPr>
            <p:nvPr/>
          </p:nvSpPr>
          <p:spPr bwMode="auto">
            <a:xfrm>
              <a:off x="3493" y="1568"/>
              <a:ext cx="196"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t>2</a:t>
              </a:r>
              <a:endParaRPr lang="en-US"/>
            </a:p>
          </p:txBody>
        </p:sp>
        <p:sp>
          <p:nvSpPr>
            <p:cNvPr id="120888" name="Text Box 63"/>
            <p:cNvSpPr txBox="1">
              <a:spLocks noChangeArrowheads="1"/>
            </p:cNvSpPr>
            <p:nvPr/>
          </p:nvSpPr>
          <p:spPr bwMode="auto">
            <a:xfrm>
              <a:off x="3841" y="1787"/>
              <a:ext cx="196"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t>2</a:t>
              </a:r>
              <a:endParaRPr lang="en-US"/>
            </a:p>
          </p:txBody>
        </p:sp>
        <p:sp>
          <p:nvSpPr>
            <p:cNvPr id="120889" name="Text Box 64"/>
            <p:cNvSpPr txBox="1">
              <a:spLocks noChangeArrowheads="1"/>
            </p:cNvSpPr>
            <p:nvPr/>
          </p:nvSpPr>
          <p:spPr bwMode="auto">
            <a:xfrm>
              <a:off x="3406" y="2000"/>
              <a:ext cx="196"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t>1</a:t>
              </a:r>
              <a:endParaRPr lang="en-US"/>
            </a:p>
          </p:txBody>
        </p:sp>
        <p:sp>
          <p:nvSpPr>
            <p:cNvPr id="120890" name="Text Box 65"/>
            <p:cNvSpPr txBox="1">
              <a:spLocks noChangeArrowheads="1"/>
            </p:cNvSpPr>
            <p:nvPr/>
          </p:nvSpPr>
          <p:spPr bwMode="auto">
            <a:xfrm>
              <a:off x="4225" y="1880"/>
              <a:ext cx="196"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t>3</a:t>
              </a:r>
              <a:endParaRPr lang="en-US"/>
            </a:p>
          </p:txBody>
        </p:sp>
        <p:sp>
          <p:nvSpPr>
            <p:cNvPr id="120891" name="Text Box 66"/>
            <p:cNvSpPr txBox="1">
              <a:spLocks noChangeArrowheads="1"/>
            </p:cNvSpPr>
            <p:nvPr/>
          </p:nvSpPr>
          <p:spPr bwMode="auto">
            <a:xfrm>
              <a:off x="4162" y="2234"/>
              <a:ext cx="196"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t>1</a:t>
              </a:r>
              <a:endParaRPr lang="en-US"/>
            </a:p>
          </p:txBody>
        </p:sp>
        <p:sp>
          <p:nvSpPr>
            <p:cNvPr id="120892" name="Text Box 67"/>
            <p:cNvSpPr txBox="1">
              <a:spLocks noChangeArrowheads="1"/>
            </p:cNvSpPr>
            <p:nvPr/>
          </p:nvSpPr>
          <p:spPr bwMode="auto">
            <a:xfrm>
              <a:off x="4522" y="1805"/>
              <a:ext cx="196"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t>1</a:t>
              </a:r>
              <a:endParaRPr lang="en-US"/>
            </a:p>
          </p:txBody>
        </p:sp>
        <p:sp>
          <p:nvSpPr>
            <p:cNvPr id="120893" name="Text Box 68"/>
            <p:cNvSpPr txBox="1">
              <a:spLocks noChangeArrowheads="1"/>
            </p:cNvSpPr>
            <p:nvPr/>
          </p:nvSpPr>
          <p:spPr bwMode="auto">
            <a:xfrm>
              <a:off x="4882" y="2069"/>
              <a:ext cx="196"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t>2</a:t>
              </a:r>
              <a:endParaRPr lang="en-US"/>
            </a:p>
          </p:txBody>
        </p:sp>
        <p:sp>
          <p:nvSpPr>
            <p:cNvPr id="120894" name="Text Box 69"/>
            <p:cNvSpPr txBox="1">
              <a:spLocks noChangeArrowheads="1"/>
            </p:cNvSpPr>
            <p:nvPr/>
          </p:nvSpPr>
          <p:spPr bwMode="auto">
            <a:xfrm>
              <a:off x="4855" y="1532"/>
              <a:ext cx="196"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t>5</a:t>
              </a:r>
              <a:endParaRPr lang="en-US"/>
            </a:p>
          </p:txBody>
        </p:sp>
        <p:sp>
          <p:nvSpPr>
            <p:cNvPr id="120895" name="Text Box 70"/>
            <p:cNvSpPr txBox="1">
              <a:spLocks noChangeArrowheads="1"/>
            </p:cNvSpPr>
            <p:nvPr/>
          </p:nvSpPr>
          <p:spPr bwMode="auto">
            <a:xfrm>
              <a:off x="4120" y="1382"/>
              <a:ext cx="196"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t>3</a:t>
              </a:r>
              <a:endParaRPr lang="en-US"/>
            </a:p>
          </p:txBody>
        </p:sp>
        <p:sp>
          <p:nvSpPr>
            <p:cNvPr id="120896" name="Text Box 71"/>
            <p:cNvSpPr txBox="1">
              <a:spLocks noChangeArrowheads="1"/>
            </p:cNvSpPr>
            <p:nvPr/>
          </p:nvSpPr>
          <p:spPr bwMode="auto">
            <a:xfrm>
              <a:off x="3769" y="1115"/>
              <a:ext cx="196"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t>5</a:t>
              </a:r>
              <a:endParaRPr lang="en-US"/>
            </a:p>
          </p:txBody>
        </p:sp>
      </p:grpSp>
      <p:sp>
        <p:nvSpPr>
          <p:cNvPr id="120837" name="Text Box 72"/>
          <p:cNvSpPr txBox="1">
            <a:spLocks noChangeArrowheads="1"/>
          </p:cNvSpPr>
          <p:nvPr/>
        </p:nvSpPr>
        <p:spPr bwMode="auto">
          <a:xfrm>
            <a:off x="939800" y="3263900"/>
            <a:ext cx="7397750" cy="14652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t>graph: G = (N,E)</a:t>
            </a:r>
          </a:p>
          <a:p>
            <a:pPr eaLnBrk="1" hangingPunct="1"/>
            <a:endParaRPr lang="en-US" sz="1800"/>
          </a:p>
          <a:p>
            <a:pPr eaLnBrk="1" hangingPunct="1"/>
            <a:r>
              <a:rPr lang="en-US" sz="1800"/>
              <a:t>N = set of routers = { u, v, w, x, y, z }</a:t>
            </a:r>
          </a:p>
          <a:p>
            <a:pPr eaLnBrk="1" hangingPunct="1"/>
            <a:endParaRPr lang="en-US" sz="1800"/>
          </a:p>
          <a:p>
            <a:pPr eaLnBrk="1" hangingPunct="1"/>
            <a:r>
              <a:rPr lang="en-US" sz="1800"/>
              <a:t>E = set of links ={ (u,v), (u,x), (v,x), (v,w), (x,w), (x,y), (w,y), (w,z), (y,z) }</a:t>
            </a:r>
          </a:p>
        </p:txBody>
      </p:sp>
      <p:sp>
        <p:nvSpPr>
          <p:cNvPr id="75783" name="Rectangle 73"/>
          <p:cNvSpPr>
            <a:spLocks noGrp="1" noChangeArrowheads="1"/>
          </p:cNvSpPr>
          <p:nvPr>
            <p:ph type="title"/>
          </p:nvPr>
        </p:nvSpPr>
        <p:spPr>
          <a:xfrm>
            <a:off x="533400" y="207963"/>
            <a:ext cx="7772400" cy="796925"/>
          </a:xfrm>
        </p:spPr>
        <p:txBody>
          <a:bodyPr/>
          <a:lstStyle/>
          <a:p>
            <a:pPr>
              <a:defRPr/>
            </a:pPr>
            <a:r>
              <a:rPr lang="en-US" sz="4000" dirty="0">
                <a:cs typeface="+mj-cs"/>
              </a:rPr>
              <a:t>Graph abstraction of the network</a:t>
            </a:r>
          </a:p>
        </p:txBody>
      </p:sp>
      <p:sp>
        <p:nvSpPr>
          <p:cNvPr id="120839" name="Text Box 74"/>
          <p:cNvSpPr txBox="1">
            <a:spLocks noChangeArrowheads="1"/>
          </p:cNvSpPr>
          <p:nvPr/>
        </p:nvSpPr>
        <p:spPr bwMode="auto">
          <a:xfrm>
            <a:off x="1150938" y="5157788"/>
            <a:ext cx="6762750" cy="6413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marL="290513" indent="-290513">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i="1" dirty="0"/>
              <a:t>aside:</a:t>
            </a:r>
            <a:r>
              <a:rPr lang="en-US" sz="1800" dirty="0"/>
              <a:t> graph abstraction is useful in other network contexts, e.g., </a:t>
            </a:r>
          </a:p>
          <a:p>
            <a:r>
              <a:rPr lang="en-US" sz="1800" dirty="0"/>
              <a:t>P2P, where </a:t>
            </a:r>
            <a:r>
              <a:rPr lang="en-US" sz="1800" i="1" dirty="0"/>
              <a:t>N</a:t>
            </a:r>
            <a:r>
              <a:rPr lang="en-US" sz="1800" dirty="0"/>
              <a:t> is set of peers and </a:t>
            </a:r>
            <a:r>
              <a:rPr lang="en-US" sz="1800" i="1" dirty="0"/>
              <a:t>E</a:t>
            </a:r>
            <a:r>
              <a:rPr lang="en-US" sz="1800" dirty="0"/>
              <a:t> is set of TCP connections</a:t>
            </a:r>
          </a:p>
        </p:txBody>
      </p:sp>
      <p:sp>
        <p:nvSpPr>
          <p:cNvPr id="78" name="Slide Number Placeholder 5"/>
          <p:cNvSpPr>
            <a:spLocks noGrp="1"/>
          </p:cNvSpPr>
          <p:nvPr>
            <p:ph type="sldNum" sz="quarter" idx="12"/>
          </p:nvPr>
        </p:nvSpPr>
        <p:spPr>
          <a:xfrm>
            <a:off x="8456154" y="6475895"/>
            <a:ext cx="548655" cy="272319"/>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200" dirty="0">
                <a:latin typeface="Tahoma" charset="0"/>
              </a:rPr>
              <a:t>5-</a:t>
            </a:r>
            <a:fld id="{8E8C6E93-DF5B-BC4B-80F9-500DED1EEDCC}" type="slidenum">
              <a:rPr lang="en-US" sz="1200">
                <a:latin typeface="Tahoma" charset="0"/>
              </a:rPr>
              <a:pPr/>
              <a:t>9</a:t>
            </a:fld>
            <a:endParaRPr lang="en-US" sz="1200" dirty="0">
              <a:latin typeface="Tahoma" charset="0"/>
            </a:endParaRPr>
          </a:p>
        </p:txBody>
      </p:sp>
      <p:sp>
        <p:nvSpPr>
          <p:cNvPr id="79" name="Footer Placeholder 2"/>
          <p:cNvSpPr>
            <a:spLocks noGrp="1"/>
          </p:cNvSpPr>
          <p:nvPr>
            <p:ph type="ftr" sz="quarter" idx="11"/>
          </p:nvPr>
        </p:nvSpPr>
        <p:spPr>
          <a:xfrm>
            <a:off x="6375496" y="6475081"/>
            <a:ext cx="2177473" cy="241541"/>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200" dirty="0">
                <a:solidFill>
                  <a:srgbClr val="000000"/>
                </a:solidFill>
                <a:latin typeface="Tahoma" charset="0"/>
                <a:cs typeface="Arial" charset="0"/>
              </a:rPr>
              <a:t>Network Layer: Control Plane</a:t>
            </a:r>
          </a:p>
        </p:txBody>
      </p:sp>
    </p:spTree>
    <p:extLst>
      <p:ext uri="{BB962C8B-B14F-4D97-AF65-F5344CB8AC3E}">
        <p14:creationId xmlns:p14="http://schemas.microsoft.com/office/powerpoint/2010/main" val="2725011331"/>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1859" name="Picture 77"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04838" y="893763"/>
            <a:ext cx="5942012" cy="1730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76805" name="Rectangle 2"/>
          <p:cNvSpPr>
            <a:spLocks noGrp="1" noChangeArrowheads="1"/>
          </p:cNvSpPr>
          <p:nvPr>
            <p:ph type="title"/>
          </p:nvPr>
        </p:nvSpPr>
        <p:spPr>
          <a:xfrm>
            <a:off x="533400" y="219075"/>
            <a:ext cx="7772400" cy="908050"/>
          </a:xfrm>
        </p:spPr>
        <p:txBody>
          <a:bodyPr/>
          <a:lstStyle/>
          <a:p>
            <a:pPr>
              <a:defRPr/>
            </a:pPr>
            <a:r>
              <a:rPr lang="en-US">
                <a:cs typeface="+mj-cs"/>
              </a:rPr>
              <a:t>Graph abstraction: costs</a:t>
            </a:r>
          </a:p>
        </p:txBody>
      </p:sp>
      <p:grpSp>
        <p:nvGrpSpPr>
          <p:cNvPr id="121861" name="Group 3"/>
          <p:cNvGrpSpPr>
            <a:grpSpLocks/>
          </p:cNvGrpSpPr>
          <p:nvPr/>
        </p:nvGrpSpPr>
        <p:grpSpPr bwMode="auto">
          <a:xfrm>
            <a:off x="920750" y="1495425"/>
            <a:ext cx="3571875" cy="2236788"/>
            <a:chOff x="3162" y="1071"/>
            <a:chExt cx="2250" cy="1409"/>
          </a:xfrm>
        </p:grpSpPr>
        <p:sp>
          <p:nvSpPr>
            <p:cNvPr id="121865" name="Freeform 4"/>
            <p:cNvSpPr>
              <a:spLocks/>
            </p:cNvSpPr>
            <p:nvPr/>
          </p:nvSpPr>
          <p:spPr bwMode="auto">
            <a:xfrm>
              <a:off x="3162" y="1071"/>
              <a:ext cx="2250" cy="1409"/>
            </a:xfrm>
            <a:custGeom>
              <a:avLst/>
              <a:gdLst>
                <a:gd name="T0" fmla="*/ 0 w 2250"/>
                <a:gd name="T1" fmla="*/ 624 h 1409"/>
                <a:gd name="T2" fmla="*/ 219 w 2250"/>
                <a:gd name="T3" fmla="*/ 321 h 1409"/>
                <a:gd name="T4" fmla="*/ 529 w 2250"/>
                <a:gd name="T5" fmla="*/ 35 h 1409"/>
                <a:gd name="T6" fmla="*/ 1551 w 2250"/>
                <a:gd name="T7" fmla="*/ 111 h 1409"/>
                <a:gd name="T8" fmla="*/ 1968 w 2250"/>
                <a:gd name="T9" fmla="*/ 483 h 1409"/>
                <a:gd name="T10" fmla="*/ 2199 w 2250"/>
                <a:gd name="T11" fmla="*/ 906 h 1409"/>
                <a:gd name="T12" fmla="*/ 1659 w 2250"/>
                <a:gd name="T13" fmla="*/ 1314 h 1409"/>
                <a:gd name="T14" fmla="*/ 993 w 2250"/>
                <a:gd name="T15" fmla="*/ 1386 h 1409"/>
                <a:gd name="T16" fmla="*/ 465 w 2250"/>
                <a:gd name="T17" fmla="*/ 1356 h 1409"/>
                <a:gd name="T18" fmla="*/ 102 w 2250"/>
                <a:gd name="T19" fmla="*/ 1068 h 1409"/>
                <a:gd name="T20" fmla="*/ 0 w 2250"/>
                <a:gd name="T21" fmla="*/ 624 h 140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50"/>
                <a:gd name="T34" fmla="*/ 0 h 1409"/>
                <a:gd name="T35" fmla="*/ 2250 w 2250"/>
                <a:gd name="T36" fmla="*/ 1409 h 140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50" h="1409">
                  <a:moveTo>
                    <a:pt x="0" y="624"/>
                  </a:moveTo>
                  <a:cubicBezTo>
                    <a:pt x="5" y="506"/>
                    <a:pt x="131" y="419"/>
                    <a:pt x="219" y="321"/>
                  </a:cubicBezTo>
                  <a:cubicBezTo>
                    <a:pt x="307" y="223"/>
                    <a:pt x="307" y="70"/>
                    <a:pt x="529" y="35"/>
                  </a:cubicBezTo>
                  <a:cubicBezTo>
                    <a:pt x="751" y="0"/>
                    <a:pt x="1311" y="36"/>
                    <a:pt x="1551" y="111"/>
                  </a:cubicBezTo>
                  <a:cubicBezTo>
                    <a:pt x="1791" y="186"/>
                    <a:pt x="1860" y="351"/>
                    <a:pt x="1968" y="483"/>
                  </a:cubicBezTo>
                  <a:cubicBezTo>
                    <a:pt x="2076" y="615"/>
                    <a:pt x="2250" y="767"/>
                    <a:pt x="2199" y="906"/>
                  </a:cubicBezTo>
                  <a:cubicBezTo>
                    <a:pt x="2148" y="1045"/>
                    <a:pt x="1860" y="1234"/>
                    <a:pt x="1659" y="1314"/>
                  </a:cubicBezTo>
                  <a:cubicBezTo>
                    <a:pt x="1458" y="1394"/>
                    <a:pt x="1192" y="1379"/>
                    <a:pt x="993" y="1386"/>
                  </a:cubicBezTo>
                  <a:cubicBezTo>
                    <a:pt x="794" y="1393"/>
                    <a:pt x="613" y="1409"/>
                    <a:pt x="465" y="1356"/>
                  </a:cubicBezTo>
                  <a:cubicBezTo>
                    <a:pt x="317" y="1303"/>
                    <a:pt x="180" y="1190"/>
                    <a:pt x="102" y="1068"/>
                  </a:cubicBezTo>
                  <a:cubicBezTo>
                    <a:pt x="24" y="946"/>
                    <a:pt x="21" y="716"/>
                    <a:pt x="0" y="624"/>
                  </a:cubicBezTo>
                  <a:close/>
                </a:path>
              </a:pathLst>
            </a:custGeom>
            <a:solidFill>
              <a:srgbClr val="99CCFF"/>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sp>
          <p:nvSpPr>
            <p:cNvPr id="121866" name="Freeform 5"/>
            <p:cNvSpPr>
              <a:spLocks/>
            </p:cNvSpPr>
            <p:nvPr/>
          </p:nvSpPr>
          <p:spPr bwMode="auto">
            <a:xfrm>
              <a:off x="3498" y="1620"/>
              <a:ext cx="342" cy="186"/>
            </a:xfrm>
            <a:custGeom>
              <a:avLst/>
              <a:gdLst>
                <a:gd name="T0" fmla="*/ 0 w 342"/>
                <a:gd name="T1" fmla="*/ 186 h 186"/>
                <a:gd name="T2" fmla="*/ 342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sp>
          <p:nvSpPr>
            <p:cNvPr id="121867" name="Oval 6"/>
            <p:cNvSpPr>
              <a:spLocks noChangeArrowheads="1"/>
            </p:cNvSpPr>
            <p:nvPr/>
          </p:nvSpPr>
          <p:spPr bwMode="auto">
            <a:xfrm>
              <a:off x="3238" y="1862"/>
              <a:ext cx="313" cy="81"/>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21868" name="Line 7"/>
            <p:cNvSpPr>
              <a:spLocks noChangeShapeType="1"/>
            </p:cNvSpPr>
            <p:nvPr/>
          </p:nvSpPr>
          <p:spPr bwMode="auto">
            <a:xfrm>
              <a:off x="3238" y="1855"/>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21869" name="Line 8"/>
            <p:cNvSpPr>
              <a:spLocks noChangeShapeType="1"/>
            </p:cNvSpPr>
            <p:nvPr/>
          </p:nvSpPr>
          <p:spPr bwMode="auto">
            <a:xfrm>
              <a:off x="3551" y="1855"/>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21870" name="Rectangle 9"/>
            <p:cNvSpPr>
              <a:spLocks noChangeArrowheads="1"/>
            </p:cNvSpPr>
            <p:nvPr/>
          </p:nvSpPr>
          <p:spPr bwMode="auto">
            <a:xfrm>
              <a:off x="3238" y="1855"/>
              <a:ext cx="310" cy="49"/>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sz="2400"/>
            </a:p>
          </p:txBody>
        </p:sp>
        <p:sp>
          <p:nvSpPr>
            <p:cNvPr id="121871" name="Oval 10"/>
            <p:cNvSpPr>
              <a:spLocks noChangeArrowheads="1"/>
            </p:cNvSpPr>
            <p:nvPr/>
          </p:nvSpPr>
          <p:spPr bwMode="auto">
            <a:xfrm>
              <a:off x="3235" y="1796"/>
              <a:ext cx="313" cy="95"/>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21872" name="Oval 11"/>
            <p:cNvSpPr>
              <a:spLocks noChangeArrowheads="1"/>
            </p:cNvSpPr>
            <p:nvPr/>
          </p:nvSpPr>
          <p:spPr bwMode="auto">
            <a:xfrm>
              <a:off x="3712" y="2249"/>
              <a:ext cx="313" cy="81"/>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21873" name="Line 12"/>
            <p:cNvSpPr>
              <a:spLocks noChangeShapeType="1"/>
            </p:cNvSpPr>
            <p:nvPr/>
          </p:nvSpPr>
          <p:spPr bwMode="auto">
            <a:xfrm>
              <a:off x="3712" y="2242"/>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21874" name="Line 13"/>
            <p:cNvSpPr>
              <a:spLocks noChangeShapeType="1"/>
            </p:cNvSpPr>
            <p:nvPr/>
          </p:nvSpPr>
          <p:spPr bwMode="auto">
            <a:xfrm>
              <a:off x="4025" y="2242"/>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21875" name="Rectangle 14"/>
            <p:cNvSpPr>
              <a:spLocks noChangeArrowheads="1"/>
            </p:cNvSpPr>
            <p:nvPr/>
          </p:nvSpPr>
          <p:spPr bwMode="auto">
            <a:xfrm>
              <a:off x="3712" y="2242"/>
              <a:ext cx="310" cy="49"/>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sz="2400"/>
            </a:p>
          </p:txBody>
        </p:sp>
        <p:sp>
          <p:nvSpPr>
            <p:cNvPr id="121876" name="Oval 15"/>
            <p:cNvSpPr>
              <a:spLocks noChangeArrowheads="1"/>
            </p:cNvSpPr>
            <p:nvPr/>
          </p:nvSpPr>
          <p:spPr bwMode="auto">
            <a:xfrm>
              <a:off x="3709" y="2183"/>
              <a:ext cx="313" cy="95"/>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21877" name="Oval 16"/>
            <p:cNvSpPr>
              <a:spLocks noChangeArrowheads="1"/>
            </p:cNvSpPr>
            <p:nvPr/>
          </p:nvSpPr>
          <p:spPr bwMode="auto">
            <a:xfrm>
              <a:off x="3708" y="1559"/>
              <a:ext cx="313" cy="81"/>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21878" name="Line 17"/>
            <p:cNvSpPr>
              <a:spLocks noChangeShapeType="1"/>
            </p:cNvSpPr>
            <p:nvPr/>
          </p:nvSpPr>
          <p:spPr bwMode="auto">
            <a:xfrm>
              <a:off x="3708" y="1552"/>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21879" name="Line 18"/>
            <p:cNvSpPr>
              <a:spLocks noChangeShapeType="1"/>
            </p:cNvSpPr>
            <p:nvPr/>
          </p:nvSpPr>
          <p:spPr bwMode="auto">
            <a:xfrm>
              <a:off x="4021" y="1552"/>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21880" name="Rectangle 19"/>
            <p:cNvSpPr>
              <a:spLocks noChangeArrowheads="1"/>
            </p:cNvSpPr>
            <p:nvPr/>
          </p:nvSpPr>
          <p:spPr bwMode="auto">
            <a:xfrm>
              <a:off x="3708" y="1552"/>
              <a:ext cx="310" cy="49"/>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sz="2400"/>
            </a:p>
          </p:txBody>
        </p:sp>
        <p:sp>
          <p:nvSpPr>
            <p:cNvPr id="121881" name="Oval 20"/>
            <p:cNvSpPr>
              <a:spLocks noChangeArrowheads="1"/>
            </p:cNvSpPr>
            <p:nvPr/>
          </p:nvSpPr>
          <p:spPr bwMode="auto">
            <a:xfrm>
              <a:off x="3705" y="1493"/>
              <a:ext cx="313" cy="95"/>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21882" name="Oval 21"/>
            <p:cNvSpPr>
              <a:spLocks noChangeArrowheads="1"/>
            </p:cNvSpPr>
            <p:nvPr/>
          </p:nvSpPr>
          <p:spPr bwMode="auto">
            <a:xfrm>
              <a:off x="4391" y="1555"/>
              <a:ext cx="312" cy="81"/>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21883" name="Line 22"/>
            <p:cNvSpPr>
              <a:spLocks noChangeShapeType="1"/>
            </p:cNvSpPr>
            <p:nvPr/>
          </p:nvSpPr>
          <p:spPr bwMode="auto">
            <a:xfrm>
              <a:off x="4391" y="1548"/>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21884" name="Line 23"/>
            <p:cNvSpPr>
              <a:spLocks noChangeShapeType="1"/>
            </p:cNvSpPr>
            <p:nvPr/>
          </p:nvSpPr>
          <p:spPr bwMode="auto">
            <a:xfrm>
              <a:off x="4703" y="1548"/>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21885" name="Rectangle 24"/>
            <p:cNvSpPr>
              <a:spLocks noChangeArrowheads="1"/>
            </p:cNvSpPr>
            <p:nvPr/>
          </p:nvSpPr>
          <p:spPr bwMode="auto">
            <a:xfrm>
              <a:off x="4391" y="1548"/>
              <a:ext cx="309" cy="49"/>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sz="2400"/>
            </a:p>
          </p:txBody>
        </p:sp>
        <p:sp>
          <p:nvSpPr>
            <p:cNvPr id="121886" name="Oval 25"/>
            <p:cNvSpPr>
              <a:spLocks noChangeArrowheads="1"/>
            </p:cNvSpPr>
            <p:nvPr/>
          </p:nvSpPr>
          <p:spPr bwMode="auto">
            <a:xfrm>
              <a:off x="4394" y="1492"/>
              <a:ext cx="312" cy="95"/>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21887" name="Oval 26"/>
            <p:cNvSpPr>
              <a:spLocks noChangeArrowheads="1"/>
            </p:cNvSpPr>
            <p:nvPr/>
          </p:nvSpPr>
          <p:spPr bwMode="auto">
            <a:xfrm>
              <a:off x="4401" y="2246"/>
              <a:ext cx="313" cy="81"/>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21888" name="Line 27"/>
            <p:cNvSpPr>
              <a:spLocks noChangeShapeType="1"/>
            </p:cNvSpPr>
            <p:nvPr/>
          </p:nvSpPr>
          <p:spPr bwMode="auto">
            <a:xfrm>
              <a:off x="4401" y="2239"/>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21889" name="Line 28"/>
            <p:cNvSpPr>
              <a:spLocks noChangeShapeType="1"/>
            </p:cNvSpPr>
            <p:nvPr/>
          </p:nvSpPr>
          <p:spPr bwMode="auto">
            <a:xfrm>
              <a:off x="4714" y="2239"/>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21890" name="Rectangle 29"/>
            <p:cNvSpPr>
              <a:spLocks noChangeArrowheads="1"/>
            </p:cNvSpPr>
            <p:nvPr/>
          </p:nvSpPr>
          <p:spPr bwMode="auto">
            <a:xfrm>
              <a:off x="4401" y="2239"/>
              <a:ext cx="310" cy="49"/>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sz="2400"/>
            </a:p>
          </p:txBody>
        </p:sp>
        <p:sp>
          <p:nvSpPr>
            <p:cNvPr id="121891" name="Oval 30"/>
            <p:cNvSpPr>
              <a:spLocks noChangeArrowheads="1"/>
            </p:cNvSpPr>
            <p:nvPr/>
          </p:nvSpPr>
          <p:spPr bwMode="auto">
            <a:xfrm>
              <a:off x="4398" y="2180"/>
              <a:ext cx="313" cy="95"/>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21892" name="Oval 31"/>
            <p:cNvSpPr>
              <a:spLocks noChangeArrowheads="1"/>
            </p:cNvSpPr>
            <p:nvPr/>
          </p:nvSpPr>
          <p:spPr bwMode="auto">
            <a:xfrm>
              <a:off x="4966" y="1905"/>
              <a:ext cx="313" cy="81"/>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21893" name="Line 32"/>
            <p:cNvSpPr>
              <a:spLocks noChangeShapeType="1"/>
            </p:cNvSpPr>
            <p:nvPr/>
          </p:nvSpPr>
          <p:spPr bwMode="auto">
            <a:xfrm>
              <a:off x="4966" y="1898"/>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21894" name="Line 33"/>
            <p:cNvSpPr>
              <a:spLocks noChangeShapeType="1"/>
            </p:cNvSpPr>
            <p:nvPr/>
          </p:nvSpPr>
          <p:spPr bwMode="auto">
            <a:xfrm>
              <a:off x="5279" y="1898"/>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21895" name="Rectangle 34"/>
            <p:cNvSpPr>
              <a:spLocks noChangeArrowheads="1"/>
            </p:cNvSpPr>
            <p:nvPr/>
          </p:nvSpPr>
          <p:spPr bwMode="auto">
            <a:xfrm>
              <a:off x="4966" y="1898"/>
              <a:ext cx="310" cy="49"/>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sz="2400"/>
            </a:p>
          </p:txBody>
        </p:sp>
        <p:sp>
          <p:nvSpPr>
            <p:cNvPr id="121896" name="Oval 35"/>
            <p:cNvSpPr>
              <a:spLocks noChangeArrowheads="1"/>
            </p:cNvSpPr>
            <p:nvPr/>
          </p:nvSpPr>
          <p:spPr bwMode="auto">
            <a:xfrm>
              <a:off x="4963" y="1839"/>
              <a:ext cx="313" cy="95"/>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21897" name="Freeform 36"/>
            <p:cNvSpPr>
              <a:spLocks/>
            </p:cNvSpPr>
            <p:nvPr/>
          </p:nvSpPr>
          <p:spPr bwMode="auto">
            <a:xfrm>
              <a:off x="4557" y="1647"/>
              <a:ext cx="1" cy="522"/>
            </a:xfrm>
            <a:custGeom>
              <a:avLst/>
              <a:gdLst>
                <a:gd name="T0" fmla="*/ 0 w 1"/>
                <a:gd name="T1" fmla="*/ 0 h 522"/>
                <a:gd name="T2" fmla="*/ 0 w 1"/>
                <a:gd name="T3" fmla="*/ 522 h 522"/>
                <a:gd name="T4" fmla="*/ 0 60000 65536"/>
                <a:gd name="T5" fmla="*/ 0 60000 65536"/>
                <a:gd name="T6" fmla="*/ 0 w 1"/>
                <a:gd name="T7" fmla="*/ 0 h 522"/>
                <a:gd name="T8" fmla="*/ 1 w 1"/>
                <a:gd name="T9" fmla="*/ 522 h 522"/>
              </a:gdLst>
              <a:ahLst/>
              <a:cxnLst>
                <a:cxn ang="T4">
                  <a:pos x="T0" y="T1"/>
                </a:cxn>
                <a:cxn ang="T5">
                  <a:pos x="T2" y="T3"/>
                </a:cxn>
              </a:cxnLst>
              <a:rect l="T6" t="T7" r="T8" b="T9"/>
              <a:pathLst>
                <a:path w="1" h="522">
                  <a:moveTo>
                    <a:pt x="0" y="0"/>
                  </a:moveTo>
                  <a:lnTo>
                    <a:pt x="0" y="522"/>
                  </a:ln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sp>
          <p:nvSpPr>
            <p:cNvPr id="121898" name="Freeform 37"/>
            <p:cNvSpPr>
              <a:spLocks/>
            </p:cNvSpPr>
            <p:nvPr/>
          </p:nvSpPr>
          <p:spPr bwMode="auto">
            <a:xfrm>
              <a:off x="3864" y="1653"/>
              <a:ext cx="1" cy="537"/>
            </a:xfrm>
            <a:custGeom>
              <a:avLst/>
              <a:gdLst>
                <a:gd name="T0" fmla="*/ 0 w 1"/>
                <a:gd name="T1" fmla="*/ 0 h 537"/>
                <a:gd name="T2" fmla="*/ 0 w 1"/>
                <a:gd name="T3" fmla="*/ 537 h 537"/>
                <a:gd name="T4" fmla="*/ 0 60000 65536"/>
                <a:gd name="T5" fmla="*/ 0 60000 65536"/>
                <a:gd name="T6" fmla="*/ 0 w 1"/>
                <a:gd name="T7" fmla="*/ 0 h 537"/>
                <a:gd name="T8" fmla="*/ 1 w 1"/>
                <a:gd name="T9" fmla="*/ 537 h 537"/>
              </a:gdLst>
              <a:ahLst/>
              <a:cxnLst>
                <a:cxn ang="T4">
                  <a:pos x="T0" y="T1"/>
                </a:cxn>
                <a:cxn ang="T5">
                  <a:pos x="T2" y="T3"/>
                </a:cxn>
              </a:cxnLst>
              <a:rect l="T6" t="T7" r="T8" b="T9"/>
              <a:pathLst>
                <a:path w="1" h="537">
                  <a:moveTo>
                    <a:pt x="0" y="0"/>
                  </a:moveTo>
                  <a:lnTo>
                    <a:pt x="0" y="537"/>
                  </a:ln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sp>
          <p:nvSpPr>
            <p:cNvPr id="121899" name="Freeform 38"/>
            <p:cNvSpPr>
              <a:spLocks/>
            </p:cNvSpPr>
            <p:nvPr/>
          </p:nvSpPr>
          <p:spPr bwMode="auto">
            <a:xfrm>
              <a:off x="4029" y="1638"/>
              <a:ext cx="504" cy="600"/>
            </a:xfrm>
            <a:custGeom>
              <a:avLst/>
              <a:gdLst>
                <a:gd name="T0" fmla="*/ 0 w 378"/>
                <a:gd name="T1" fmla="*/ 11993521 h 174"/>
                <a:gd name="T2" fmla="*/ 5035 w 378"/>
                <a:gd name="T3" fmla="*/ 0 h 174"/>
                <a:gd name="T4" fmla="*/ 0 60000 65536"/>
                <a:gd name="T5" fmla="*/ 0 60000 65536"/>
                <a:gd name="T6" fmla="*/ 0 w 378"/>
                <a:gd name="T7" fmla="*/ 0 h 174"/>
                <a:gd name="T8" fmla="*/ 378 w 378"/>
                <a:gd name="T9" fmla="*/ 174 h 174"/>
              </a:gdLst>
              <a:ahLst/>
              <a:cxnLst>
                <a:cxn ang="T4">
                  <a:pos x="T0" y="T1"/>
                </a:cxn>
                <a:cxn ang="T5">
                  <a:pos x="T2" y="T3"/>
                </a:cxn>
              </a:cxnLst>
              <a:rect l="T6" t="T7" r="T8" b="T9"/>
              <a:pathLst>
                <a:path w="378" h="174">
                  <a:moveTo>
                    <a:pt x="0" y="174"/>
                  </a:moveTo>
                  <a:lnTo>
                    <a:pt x="378" y="0"/>
                  </a:ln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sp>
          <p:nvSpPr>
            <p:cNvPr id="121900" name="Freeform 39"/>
            <p:cNvSpPr>
              <a:spLocks/>
            </p:cNvSpPr>
            <p:nvPr/>
          </p:nvSpPr>
          <p:spPr bwMode="auto">
            <a:xfrm>
              <a:off x="4716" y="1986"/>
              <a:ext cx="366" cy="270"/>
            </a:xfrm>
            <a:custGeom>
              <a:avLst/>
              <a:gdLst>
                <a:gd name="T0" fmla="*/ 0 w 366"/>
                <a:gd name="T1" fmla="*/ 270 h 270"/>
                <a:gd name="T2" fmla="*/ 366 w 366"/>
                <a:gd name="T3" fmla="*/ 0 h 270"/>
                <a:gd name="T4" fmla="*/ 0 60000 65536"/>
                <a:gd name="T5" fmla="*/ 0 60000 65536"/>
                <a:gd name="T6" fmla="*/ 0 w 366"/>
                <a:gd name="T7" fmla="*/ 0 h 270"/>
                <a:gd name="T8" fmla="*/ 366 w 366"/>
                <a:gd name="T9" fmla="*/ 270 h 270"/>
              </a:gdLst>
              <a:ahLst/>
              <a:cxnLst>
                <a:cxn ang="T4">
                  <a:pos x="T0" y="T1"/>
                </a:cxn>
                <a:cxn ang="T5">
                  <a:pos x="T2" y="T3"/>
                </a:cxn>
              </a:cxnLst>
              <a:rect l="T6" t="T7" r="T8" b="T9"/>
              <a:pathLst>
                <a:path w="366" h="270">
                  <a:moveTo>
                    <a:pt x="0" y="270"/>
                  </a:moveTo>
                  <a:lnTo>
                    <a:pt x="366" y="0"/>
                  </a:ln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sp>
          <p:nvSpPr>
            <p:cNvPr id="121901" name="Freeform 40"/>
            <p:cNvSpPr>
              <a:spLocks/>
            </p:cNvSpPr>
            <p:nvPr/>
          </p:nvSpPr>
          <p:spPr bwMode="auto">
            <a:xfrm>
              <a:off x="4035" y="2268"/>
              <a:ext cx="366" cy="1"/>
            </a:xfrm>
            <a:custGeom>
              <a:avLst/>
              <a:gdLst>
                <a:gd name="T0" fmla="*/ 366 w 366"/>
                <a:gd name="T1" fmla="*/ 0 h 1"/>
                <a:gd name="T2" fmla="*/ 0 w 366"/>
                <a:gd name="T3" fmla="*/ 0 h 1"/>
                <a:gd name="T4" fmla="*/ 0 60000 65536"/>
                <a:gd name="T5" fmla="*/ 0 60000 65536"/>
                <a:gd name="T6" fmla="*/ 0 w 366"/>
                <a:gd name="T7" fmla="*/ 0 h 1"/>
                <a:gd name="T8" fmla="*/ 366 w 366"/>
                <a:gd name="T9" fmla="*/ 1 h 1"/>
              </a:gdLst>
              <a:ahLst/>
              <a:cxnLst>
                <a:cxn ang="T4">
                  <a:pos x="T0" y="T1"/>
                </a:cxn>
                <a:cxn ang="T5">
                  <a:pos x="T2" y="T3"/>
                </a:cxn>
              </a:cxnLst>
              <a:rect l="T6" t="T7" r="T8" b="T9"/>
              <a:pathLst>
                <a:path w="366" h="1">
                  <a:moveTo>
                    <a:pt x="366" y="0"/>
                  </a:moveTo>
                  <a:lnTo>
                    <a:pt x="0" y="0"/>
                  </a:ln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sp>
          <p:nvSpPr>
            <p:cNvPr id="121902" name="Freeform 41"/>
            <p:cNvSpPr>
              <a:spLocks/>
            </p:cNvSpPr>
            <p:nvPr/>
          </p:nvSpPr>
          <p:spPr bwMode="auto">
            <a:xfrm>
              <a:off x="3444" y="1944"/>
              <a:ext cx="276" cy="264"/>
            </a:xfrm>
            <a:custGeom>
              <a:avLst/>
              <a:gdLst>
                <a:gd name="T0" fmla="*/ 276 w 276"/>
                <a:gd name="T1" fmla="*/ 264 h 264"/>
                <a:gd name="T2" fmla="*/ 0 w 276"/>
                <a:gd name="T3" fmla="*/ 0 h 264"/>
                <a:gd name="T4" fmla="*/ 0 60000 65536"/>
                <a:gd name="T5" fmla="*/ 0 60000 65536"/>
                <a:gd name="T6" fmla="*/ 0 w 276"/>
                <a:gd name="T7" fmla="*/ 0 h 264"/>
                <a:gd name="T8" fmla="*/ 276 w 276"/>
                <a:gd name="T9" fmla="*/ 264 h 264"/>
              </a:gdLst>
              <a:ahLst/>
              <a:cxnLst>
                <a:cxn ang="T4">
                  <a:pos x="T0" y="T1"/>
                </a:cxn>
                <a:cxn ang="T5">
                  <a:pos x="T2" y="T3"/>
                </a:cxn>
              </a:cxnLst>
              <a:rect l="T6" t="T7" r="T8" b="T9"/>
              <a:pathLst>
                <a:path w="276" h="264">
                  <a:moveTo>
                    <a:pt x="276" y="264"/>
                  </a:moveTo>
                  <a:lnTo>
                    <a:pt x="0" y="0"/>
                  </a:ln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sp>
          <p:nvSpPr>
            <p:cNvPr id="121903" name="Freeform 42"/>
            <p:cNvSpPr>
              <a:spLocks/>
            </p:cNvSpPr>
            <p:nvPr/>
          </p:nvSpPr>
          <p:spPr bwMode="auto">
            <a:xfrm>
              <a:off x="4029" y="1578"/>
              <a:ext cx="366" cy="1"/>
            </a:xfrm>
            <a:custGeom>
              <a:avLst/>
              <a:gdLst>
                <a:gd name="T0" fmla="*/ 366 w 366"/>
                <a:gd name="T1" fmla="*/ 0 h 1"/>
                <a:gd name="T2" fmla="*/ 0 w 366"/>
                <a:gd name="T3" fmla="*/ 0 h 1"/>
                <a:gd name="T4" fmla="*/ 0 60000 65536"/>
                <a:gd name="T5" fmla="*/ 0 60000 65536"/>
                <a:gd name="T6" fmla="*/ 0 w 366"/>
                <a:gd name="T7" fmla="*/ 0 h 1"/>
                <a:gd name="T8" fmla="*/ 366 w 366"/>
                <a:gd name="T9" fmla="*/ 1 h 1"/>
              </a:gdLst>
              <a:ahLst/>
              <a:cxnLst>
                <a:cxn ang="T4">
                  <a:pos x="T0" y="T1"/>
                </a:cxn>
                <a:cxn ang="T5">
                  <a:pos x="T2" y="T3"/>
                </a:cxn>
              </a:cxnLst>
              <a:rect l="T6" t="T7" r="T8" b="T9"/>
              <a:pathLst>
                <a:path w="366" h="1">
                  <a:moveTo>
                    <a:pt x="366" y="0"/>
                  </a:moveTo>
                  <a:lnTo>
                    <a:pt x="0" y="0"/>
                  </a:ln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sp>
          <p:nvSpPr>
            <p:cNvPr id="121904" name="Freeform 43"/>
            <p:cNvSpPr>
              <a:spLocks/>
            </p:cNvSpPr>
            <p:nvPr/>
          </p:nvSpPr>
          <p:spPr bwMode="auto">
            <a:xfrm>
              <a:off x="4704" y="1575"/>
              <a:ext cx="396" cy="267"/>
            </a:xfrm>
            <a:custGeom>
              <a:avLst/>
              <a:gdLst>
                <a:gd name="T0" fmla="*/ 396 w 396"/>
                <a:gd name="T1" fmla="*/ 267 h 267"/>
                <a:gd name="T2" fmla="*/ 0 w 396"/>
                <a:gd name="T3" fmla="*/ 0 h 267"/>
                <a:gd name="T4" fmla="*/ 0 60000 65536"/>
                <a:gd name="T5" fmla="*/ 0 60000 65536"/>
                <a:gd name="T6" fmla="*/ 0 w 396"/>
                <a:gd name="T7" fmla="*/ 0 h 267"/>
                <a:gd name="T8" fmla="*/ 396 w 396"/>
                <a:gd name="T9" fmla="*/ 267 h 267"/>
              </a:gdLst>
              <a:ahLst/>
              <a:cxnLst>
                <a:cxn ang="T4">
                  <a:pos x="T0" y="T1"/>
                </a:cxn>
                <a:cxn ang="T5">
                  <a:pos x="T2" y="T3"/>
                </a:cxn>
              </a:cxnLst>
              <a:rect l="T6" t="T7" r="T8" b="T9"/>
              <a:pathLst>
                <a:path w="396" h="267">
                  <a:moveTo>
                    <a:pt x="396" y="267"/>
                  </a:moveTo>
                  <a:lnTo>
                    <a:pt x="0" y="0"/>
                  </a:ln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sp>
          <p:nvSpPr>
            <p:cNvPr id="121905" name="Freeform 44"/>
            <p:cNvSpPr>
              <a:spLocks/>
            </p:cNvSpPr>
            <p:nvPr/>
          </p:nvSpPr>
          <p:spPr bwMode="auto">
            <a:xfrm>
              <a:off x="3387" y="1146"/>
              <a:ext cx="1110" cy="645"/>
            </a:xfrm>
            <a:custGeom>
              <a:avLst/>
              <a:gdLst>
                <a:gd name="T0" fmla="*/ 1110 w 1110"/>
                <a:gd name="T1" fmla="*/ 342 h 645"/>
                <a:gd name="T2" fmla="*/ 0 w 1110"/>
                <a:gd name="T3" fmla="*/ 645 h 645"/>
                <a:gd name="T4" fmla="*/ 0 60000 65536"/>
                <a:gd name="T5" fmla="*/ 0 60000 65536"/>
                <a:gd name="T6" fmla="*/ 0 w 1110"/>
                <a:gd name="T7" fmla="*/ 0 h 645"/>
                <a:gd name="T8" fmla="*/ 1110 w 1110"/>
                <a:gd name="T9" fmla="*/ 645 h 645"/>
              </a:gdLst>
              <a:ahLst/>
              <a:cxnLst>
                <a:cxn ang="T4">
                  <a:pos x="T0" y="T1"/>
                </a:cxn>
                <a:cxn ang="T5">
                  <a:pos x="T2" y="T3"/>
                </a:cxn>
              </a:cxnLst>
              <a:rect l="T6" t="T7" r="T8" b="T9"/>
              <a:pathLst>
                <a:path w="1110" h="645">
                  <a:moveTo>
                    <a:pt x="1110" y="342"/>
                  </a:moveTo>
                  <a:cubicBezTo>
                    <a:pt x="1104" y="0"/>
                    <a:pt x="21" y="63"/>
                    <a:pt x="0" y="645"/>
                  </a:cubicBez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grpSp>
          <p:nvGrpSpPr>
            <p:cNvPr id="121906" name="Group 45"/>
            <p:cNvGrpSpPr>
              <a:grpSpLocks/>
            </p:cNvGrpSpPr>
            <p:nvPr/>
          </p:nvGrpSpPr>
          <p:grpSpPr bwMode="auto">
            <a:xfrm>
              <a:off x="3287" y="1744"/>
              <a:ext cx="205" cy="250"/>
              <a:chOff x="2954" y="2425"/>
              <a:chExt cx="208" cy="250"/>
            </a:xfrm>
          </p:grpSpPr>
          <p:sp>
            <p:nvSpPr>
              <p:cNvPr id="121932" name="Rectangle 46"/>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p>
            </p:txBody>
          </p:sp>
          <p:sp>
            <p:nvSpPr>
              <p:cNvPr id="121933" name="Text Box 47"/>
              <p:cNvSpPr txBox="1">
                <a:spLocks noChangeArrowheads="1"/>
              </p:cNvSpPr>
              <p:nvPr/>
            </p:nvSpPr>
            <p:spPr bwMode="auto">
              <a:xfrm>
                <a:off x="2954" y="2425"/>
                <a:ext cx="208" cy="2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2000"/>
                  <a:t>u</a:t>
                </a:r>
                <a:endParaRPr lang="en-US"/>
              </a:p>
            </p:txBody>
          </p:sp>
        </p:grpSp>
        <p:grpSp>
          <p:nvGrpSpPr>
            <p:cNvPr id="121907" name="Group 48"/>
            <p:cNvGrpSpPr>
              <a:grpSpLocks/>
            </p:cNvGrpSpPr>
            <p:nvPr/>
          </p:nvGrpSpPr>
          <p:grpSpPr bwMode="auto">
            <a:xfrm>
              <a:off x="4461" y="2128"/>
              <a:ext cx="196" cy="250"/>
              <a:chOff x="2958" y="2425"/>
              <a:chExt cx="199" cy="250"/>
            </a:xfrm>
          </p:grpSpPr>
          <p:sp>
            <p:nvSpPr>
              <p:cNvPr id="121930" name="Rectangle 49"/>
              <p:cNvSpPr>
                <a:spLocks noChangeArrowheads="1"/>
              </p:cNvSpPr>
              <p:nvPr/>
            </p:nvSpPr>
            <p:spPr bwMode="auto">
              <a:xfrm>
                <a:off x="2982" y="2490"/>
                <a:ext cx="142" cy="132"/>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p>
            </p:txBody>
          </p:sp>
          <p:sp>
            <p:nvSpPr>
              <p:cNvPr id="121931" name="Text Box 50"/>
              <p:cNvSpPr txBox="1">
                <a:spLocks noChangeArrowheads="1"/>
              </p:cNvSpPr>
              <p:nvPr/>
            </p:nvSpPr>
            <p:spPr bwMode="auto">
              <a:xfrm>
                <a:off x="2958" y="2425"/>
                <a:ext cx="199" cy="2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2000"/>
                  <a:t>y</a:t>
                </a:r>
                <a:endParaRPr lang="en-US"/>
              </a:p>
            </p:txBody>
          </p:sp>
        </p:grpSp>
        <p:grpSp>
          <p:nvGrpSpPr>
            <p:cNvPr id="121908" name="Group 51"/>
            <p:cNvGrpSpPr>
              <a:grpSpLocks/>
            </p:cNvGrpSpPr>
            <p:nvPr/>
          </p:nvGrpSpPr>
          <p:grpSpPr bwMode="auto">
            <a:xfrm>
              <a:off x="3772" y="2095"/>
              <a:ext cx="212" cy="288"/>
              <a:chOff x="2951" y="2395"/>
              <a:chExt cx="213" cy="288"/>
            </a:xfrm>
          </p:grpSpPr>
          <p:sp>
            <p:nvSpPr>
              <p:cNvPr id="121928" name="Rectangle 52"/>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p>
            </p:txBody>
          </p:sp>
          <p:sp>
            <p:nvSpPr>
              <p:cNvPr id="121929" name="Text Box 53"/>
              <p:cNvSpPr txBox="1">
                <a:spLocks noChangeArrowheads="1"/>
              </p:cNvSpPr>
              <p:nvPr/>
            </p:nvSpPr>
            <p:spPr bwMode="auto">
              <a:xfrm>
                <a:off x="2951" y="2395"/>
                <a:ext cx="213" cy="2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a:t>x</a:t>
                </a:r>
              </a:p>
            </p:txBody>
          </p:sp>
        </p:grpSp>
        <p:grpSp>
          <p:nvGrpSpPr>
            <p:cNvPr id="121909" name="Group 54"/>
            <p:cNvGrpSpPr>
              <a:grpSpLocks/>
            </p:cNvGrpSpPr>
            <p:nvPr/>
          </p:nvGrpSpPr>
          <p:grpSpPr bwMode="auto">
            <a:xfrm>
              <a:off x="4438" y="1438"/>
              <a:ext cx="232" cy="250"/>
              <a:chOff x="2941" y="2425"/>
              <a:chExt cx="235" cy="250"/>
            </a:xfrm>
          </p:grpSpPr>
          <p:sp>
            <p:nvSpPr>
              <p:cNvPr id="121926" name="Rectangle 55"/>
              <p:cNvSpPr>
                <a:spLocks noChangeArrowheads="1"/>
              </p:cNvSpPr>
              <p:nvPr/>
            </p:nvSpPr>
            <p:spPr bwMode="auto">
              <a:xfrm>
                <a:off x="2982" y="2490"/>
                <a:ext cx="146" cy="132"/>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p>
            </p:txBody>
          </p:sp>
          <p:sp>
            <p:nvSpPr>
              <p:cNvPr id="121927" name="Text Box 56"/>
              <p:cNvSpPr txBox="1">
                <a:spLocks noChangeArrowheads="1"/>
              </p:cNvSpPr>
              <p:nvPr/>
            </p:nvSpPr>
            <p:spPr bwMode="auto">
              <a:xfrm>
                <a:off x="2941" y="2425"/>
                <a:ext cx="235" cy="2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2000"/>
                  <a:t>w</a:t>
                </a:r>
                <a:endParaRPr lang="en-US"/>
              </a:p>
            </p:txBody>
          </p:sp>
        </p:grpSp>
        <p:grpSp>
          <p:nvGrpSpPr>
            <p:cNvPr id="121910" name="Group 57"/>
            <p:cNvGrpSpPr>
              <a:grpSpLocks/>
            </p:cNvGrpSpPr>
            <p:nvPr/>
          </p:nvGrpSpPr>
          <p:grpSpPr bwMode="auto">
            <a:xfrm>
              <a:off x="3771" y="1438"/>
              <a:ext cx="196" cy="250"/>
              <a:chOff x="2958" y="2425"/>
              <a:chExt cx="199" cy="250"/>
            </a:xfrm>
          </p:grpSpPr>
          <p:sp>
            <p:nvSpPr>
              <p:cNvPr id="121924" name="Rectangle 58"/>
              <p:cNvSpPr>
                <a:spLocks noChangeArrowheads="1"/>
              </p:cNvSpPr>
              <p:nvPr/>
            </p:nvSpPr>
            <p:spPr bwMode="auto">
              <a:xfrm>
                <a:off x="2982" y="2490"/>
                <a:ext cx="142" cy="132"/>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p>
            </p:txBody>
          </p:sp>
          <p:sp>
            <p:nvSpPr>
              <p:cNvPr id="121925" name="Text Box 59"/>
              <p:cNvSpPr txBox="1">
                <a:spLocks noChangeArrowheads="1"/>
              </p:cNvSpPr>
              <p:nvPr/>
            </p:nvSpPr>
            <p:spPr bwMode="auto">
              <a:xfrm>
                <a:off x="2958" y="2425"/>
                <a:ext cx="199" cy="2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2000"/>
                  <a:t>v</a:t>
                </a:r>
                <a:endParaRPr lang="en-US"/>
              </a:p>
            </p:txBody>
          </p:sp>
        </p:grpSp>
        <p:grpSp>
          <p:nvGrpSpPr>
            <p:cNvPr id="121911" name="Group 60"/>
            <p:cNvGrpSpPr>
              <a:grpSpLocks/>
            </p:cNvGrpSpPr>
            <p:nvPr/>
          </p:nvGrpSpPr>
          <p:grpSpPr bwMode="auto">
            <a:xfrm>
              <a:off x="5025" y="1756"/>
              <a:ext cx="212" cy="288"/>
              <a:chOff x="2949" y="2395"/>
              <a:chExt cx="214" cy="288"/>
            </a:xfrm>
          </p:grpSpPr>
          <p:sp>
            <p:nvSpPr>
              <p:cNvPr id="121922" name="Rectangle 61"/>
              <p:cNvSpPr>
                <a:spLocks noChangeArrowheads="1"/>
              </p:cNvSpPr>
              <p:nvPr/>
            </p:nvSpPr>
            <p:spPr bwMode="auto">
              <a:xfrm>
                <a:off x="2982" y="2490"/>
                <a:ext cx="142" cy="132"/>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p>
            </p:txBody>
          </p:sp>
          <p:sp>
            <p:nvSpPr>
              <p:cNvPr id="121923" name="Text Box 62"/>
              <p:cNvSpPr txBox="1">
                <a:spLocks noChangeArrowheads="1"/>
              </p:cNvSpPr>
              <p:nvPr/>
            </p:nvSpPr>
            <p:spPr bwMode="auto">
              <a:xfrm>
                <a:off x="2949" y="2395"/>
                <a:ext cx="214" cy="2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a:t>z</a:t>
                </a:r>
              </a:p>
            </p:txBody>
          </p:sp>
        </p:grpSp>
        <p:sp>
          <p:nvSpPr>
            <p:cNvPr id="121912" name="Text Box 63"/>
            <p:cNvSpPr txBox="1">
              <a:spLocks noChangeArrowheads="1"/>
            </p:cNvSpPr>
            <p:nvPr/>
          </p:nvSpPr>
          <p:spPr bwMode="auto">
            <a:xfrm>
              <a:off x="3493" y="1568"/>
              <a:ext cx="196"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t>2</a:t>
              </a:r>
              <a:endParaRPr lang="en-US"/>
            </a:p>
          </p:txBody>
        </p:sp>
        <p:sp>
          <p:nvSpPr>
            <p:cNvPr id="121913" name="Text Box 64"/>
            <p:cNvSpPr txBox="1">
              <a:spLocks noChangeArrowheads="1"/>
            </p:cNvSpPr>
            <p:nvPr/>
          </p:nvSpPr>
          <p:spPr bwMode="auto">
            <a:xfrm>
              <a:off x="3841" y="1787"/>
              <a:ext cx="196"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t>2</a:t>
              </a:r>
              <a:endParaRPr lang="en-US"/>
            </a:p>
          </p:txBody>
        </p:sp>
        <p:sp>
          <p:nvSpPr>
            <p:cNvPr id="121914" name="Text Box 65"/>
            <p:cNvSpPr txBox="1">
              <a:spLocks noChangeArrowheads="1"/>
            </p:cNvSpPr>
            <p:nvPr/>
          </p:nvSpPr>
          <p:spPr bwMode="auto">
            <a:xfrm>
              <a:off x="3406" y="2000"/>
              <a:ext cx="196"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t>1</a:t>
              </a:r>
              <a:endParaRPr lang="en-US"/>
            </a:p>
          </p:txBody>
        </p:sp>
        <p:sp>
          <p:nvSpPr>
            <p:cNvPr id="121915" name="Text Box 66"/>
            <p:cNvSpPr txBox="1">
              <a:spLocks noChangeArrowheads="1"/>
            </p:cNvSpPr>
            <p:nvPr/>
          </p:nvSpPr>
          <p:spPr bwMode="auto">
            <a:xfrm>
              <a:off x="4225" y="1880"/>
              <a:ext cx="196"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t>3</a:t>
              </a:r>
              <a:endParaRPr lang="en-US"/>
            </a:p>
          </p:txBody>
        </p:sp>
        <p:sp>
          <p:nvSpPr>
            <p:cNvPr id="121916" name="Text Box 67"/>
            <p:cNvSpPr txBox="1">
              <a:spLocks noChangeArrowheads="1"/>
            </p:cNvSpPr>
            <p:nvPr/>
          </p:nvSpPr>
          <p:spPr bwMode="auto">
            <a:xfrm>
              <a:off x="4162" y="2234"/>
              <a:ext cx="196"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t>1</a:t>
              </a:r>
              <a:endParaRPr lang="en-US"/>
            </a:p>
          </p:txBody>
        </p:sp>
        <p:sp>
          <p:nvSpPr>
            <p:cNvPr id="121917" name="Text Box 68"/>
            <p:cNvSpPr txBox="1">
              <a:spLocks noChangeArrowheads="1"/>
            </p:cNvSpPr>
            <p:nvPr/>
          </p:nvSpPr>
          <p:spPr bwMode="auto">
            <a:xfrm>
              <a:off x="4522" y="1805"/>
              <a:ext cx="196"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t>1</a:t>
              </a:r>
              <a:endParaRPr lang="en-US"/>
            </a:p>
          </p:txBody>
        </p:sp>
        <p:sp>
          <p:nvSpPr>
            <p:cNvPr id="121918" name="Text Box 69"/>
            <p:cNvSpPr txBox="1">
              <a:spLocks noChangeArrowheads="1"/>
            </p:cNvSpPr>
            <p:nvPr/>
          </p:nvSpPr>
          <p:spPr bwMode="auto">
            <a:xfrm>
              <a:off x="4882" y="2069"/>
              <a:ext cx="196"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t>2</a:t>
              </a:r>
              <a:endParaRPr lang="en-US"/>
            </a:p>
          </p:txBody>
        </p:sp>
        <p:sp>
          <p:nvSpPr>
            <p:cNvPr id="121919" name="Text Box 70"/>
            <p:cNvSpPr txBox="1">
              <a:spLocks noChangeArrowheads="1"/>
            </p:cNvSpPr>
            <p:nvPr/>
          </p:nvSpPr>
          <p:spPr bwMode="auto">
            <a:xfrm>
              <a:off x="4855" y="1532"/>
              <a:ext cx="196"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t>5</a:t>
              </a:r>
              <a:endParaRPr lang="en-US"/>
            </a:p>
          </p:txBody>
        </p:sp>
        <p:sp>
          <p:nvSpPr>
            <p:cNvPr id="121920" name="Text Box 71"/>
            <p:cNvSpPr txBox="1">
              <a:spLocks noChangeArrowheads="1"/>
            </p:cNvSpPr>
            <p:nvPr/>
          </p:nvSpPr>
          <p:spPr bwMode="auto">
            <a:xfrm>
              <a:off x="4120" y="1382"/>
              <a:ext cx="196"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t>3</a:t>
              </a:r>
              <a:endParaRPr lang="en-US"/>
            </a:p>
          </p:txBody>
        </p:sp>
        <p:sp>
          <p:nvSpPr>
            <p:cNvPr id="121921" name="Text Box 72"/>
            <p:cNvSpPr txBox="1">
              <a:spLocks noChangeArrowheads="1"/>
            </p:cNvSpPr>
            <p:nvPr/>
          </p:nvSpPr>
          <p:spPr bwMode="auto">
            <a:xfrm>
              <a:off x="3769" y="1115"/>
              <a:ext cx="196"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t>5</a:t>
              </a:r>
              <a:endParaRPr lang="en-US"/>
            </a:p>
          </p:txBody>
        </p:sp>
      </p:grpSp>
      <p:sp>
        <p:nvSpPr>
          <p:cNvPr id="121862" name="Text Box 73"/>
          <p:cNvSpPr txBox="1">
            <a:spLocks noChangeArrowheads="1"/>
          </p:cNvSpPr>
          <p:nvPr/>
        </p:nvSpPr>
        <p:spPr bwMode="auto">
          <a:xfrm>
            <a:off x="5265738" y="1689100"/>
            <a:ext cx="3052762" cy="20145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c(x,x</a:t>
            </a:r>
            <a:r>
              <a:rPr lang="ja-JP" altLang="en-US" sz="1800"/>
              <a:t>’</a:t>
            </a:r>
            <a:r>
              <a:rPr lang="en-US" altLang="ja-JP" sz="1800"/>
              <a:t>) = cost of link (x,x</a:t>
            </a:r>
            <a:r>
              <a:rPr lang="ja-JP" altLang="en-US" sz="1800"/>
              <a:t>’</a:t>
            </a:r>
            <a:r>
              <a:rPr lang="en-US" altLang="ja-JP" sz="1800"/>
              <a:t>)</a:t>
            </a:r>
          </a:p>
          <a:p>
            <a:r>
              <a:rPr lang="en-US" sz="1800"/>
              <a:t>      e.g., c(w,z) = 5</a:t>
            </a:r>
          </a:p>
          <a:p>
            <a:endParaRPr lang="en-US" sz="1800"/>
          </a:p>
          <a:p>
            <a:r>
              <a:rPr lang="en-US" sz="1800">
                <a:latin typeface="Gill Sans MT" charset="0"/>
              </a:rPr>
              <a:t>cost could always be 1, or </a:t>
            </a:r>
          </a:p>
          <a:p>
            <a:r>
              <a:rPr lang="en-US" sz="1800">
                <a:latin typeface="Gill Sans MT" charset="0"/>
              </a:rPr>
              <a:t>inversely related to bandwidth,</a:t>
            </a:r>
          </a:p>
          <a:p>
            <a:r>
              <a:rPr lang="en-US" sz="1800">
                <a:latin typeface="Gill Sans MT" charset="0"/>
              </a:rPr>
              <a:t>or inversely related to </a:t>
            </a:r>
          </a:p>
          <a:p>
            <a:r>
              <a:rPr lang="en-US" sz="1800">
                <a:latin typeface="Gill Sans MT" charset="0"/>
              </a:rPr>
              <a:t>congestion</a:t>
            </a:r>
          </a:p>
        </p:txBody>
      </p:sp>
      <p:sp>
        <p:nvSpPr>
          <p:cNvPr id="121863" name="Text Box 74"/>
          <p:cNvSpPr txBox="1">
            <a:spLocks noChangeArrowheads="1"/>
          </p:cNvSpPr>
          <p:nvPr/>
        </p:nvSpPr>
        <p:spPr bwMode="auto">
          <a:xfrm>
            <a:off x="925513" y="4227513"/>
            <a:ext cx="6761162"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cost of path (x</a:t>
            </a:r>
            <a:r>
              <a:rPr lang="en-US" sz="1800" baseline="-25000"/>
              <a:t>1</a:t>
            </a:r>
            <a:r>
              <a:rPr lang="en-US" sz="1800"/>
              <a:t>, x</a:t>
            </a:r>
            <a:r>
              <a:rPr lang="en-US" sz="1800" baseline="-25000"/>
              <a:t>2</a:t>
            </a:r>
            <a:r>
              <a:rPr lang="en-US" sz="1800"/>
              <a:t>, x</a:t>
            </a:r>
            <a:r>
              <a:rPr lang="en-US" sz="1800" baseline="-25000"/>
              <a:t>3</a:t>
            </a:r>
            <a:r>
              <a:rPr lang="en-US" sz="1800"/>
              <a:t>,…, x</a:t>
            </a:r>
            <a:r>
              <a:rPr lang="en-US" sz="1800" baseline="-25000"/>
              <a:t>p</a:t>
            </a:r>
            <a:r>
              <a:rPr lang="en-US" sz="1800"/>
              <a:t>) = c(x</a:t>
            </a:r>
            <a:r>
              <a:rPr lang="en-US" sz="1800" baseline="-25000"/>
              <a:t>1</a:t>
            </a:r>
            <a:r>
              <a:rPr lang="en-US" sz="1800"/>
              <a:t>,x</a:t>
            </a:r>
            <a:r>
              <a:rPr lang="en-US" sz="1800" baseline="-25000"/>
              <a:t>2</a:t>
            </a:r>
            <a:r>
              <a:rPr lang="en-US" sz="1800"/>
              <a:t>) + c(x</a:t>
            </a:r>
            <a:r>
              <a:rPr lang="en-US" sz="1800" baseline="-25000"/>
              <a:t>2</a:t>
            </a:r>
            <a:r>
              <a:rPr lang="en-US" sz="1800"/>
              <a:t>,x</a:t>
            </a:r>
            <a:r>
              <a:rPr lang="en-US" sz="1800" baseline="-25000"/>
              <a:t>3</a:t>
            </a:r>
            <a:r>
              <a:rPr lang="en-US" sz="1800"/>
              <a:t>) + … + c(x</a:t>
            </a:r>
            <a:r>
              <a:rPr lang="en-US" sz="1800" baseline="-25000"/>
              <a:t>p-1</a:t>
            </a:r>
            <a:r>
              <a:rPr lang="en-US" sz="1800"/>
              <a:t>,x</a:t>
            </a:r>
            <a:r>
              <a:rPr lang="en-US" sz="1800" baseline="-25000"/>
              <a:t>p</a:t>
            </a:r>
            <a:r>
              <a:rPr lang="en-US" sz="1800"/>
              <a:t>)  </a:t>
            </a:r>
          </a:p>
        </p:txBody>
      </p:sp>
      <p:sp>
        <p:nvSpPr>
          <p:cNvPr id="121864" name="Text Box 75"/>
          <p:cNvSpPr txBox="1">
            <a:spLocks noChangeArrowheads="1"/>
          </p:cNvSpPr>
          <p:nvPr/>
        </p:nvSpPr>
        <p:spPr bwMode="auto">
          <a:xfrm>
            <a:off x="792163" y="4981575"/>
            <a:ext cx="7569200" cy="974725"/>
          </a:xfrm>
          <a:prstGeom prst="rect">
            <a:avLst/>
          </a:prstGeom>
          <a:noFill/>
          <a:ln w="28575">
            <a:solidFill>
              <a:srgbClr val="CC0000"/>
            </a:solidFill>
            <a:miter lim="800000"/>
            <a:headEnd/>
            <a:tailEnd/>
          </a:ln>
          <a:extLst>
            <a:ext uri="{909E8E84-426E-40dd-AFC4-6F175D3DCCD1}">
              <a14:hiddenFill xmlns:a14="http://schemas.microsoft.com/office/drawing/2010/main" xmlns="">
                <a:solidFill>
                  <a:srgbClr val="FFFFFF"/>
                </a:solidFill>
              </a14:hiddenFill>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2800" i="1">
                <a:solidFill>
                  <a:srgbClr val="CC0000"/>
                </a:solidFill>
                <a:latin typeface="Gill Sans MT" charset="0"/>
              </a:rPr>
              <a:t>key question:</a:t>
            </a:r>
            <a:r>
              <a:rPr lang="en-US">
                <a:latin typeface="Gill Sans MT" charset="0"/>
              </a:rPr>
              <a:t> what is the least-cost path between u and z ?</a:t>
            </a:r>
          </a:p>
          <a:p>
            <a:r>
              <a:rPr lang="en-US" sz="2800" i="1">
                <a:solidFill>
                  <a:srgbClr val="CC0000"/>
                </a:solidFill>
                <a:latin typeface="Gill Sans MT" charset="0"/>
              </a:rPr>
              <a:t>routing algorithm:</a:t>
            </a:r>
            <a:r>
              <a:rPr lang="en-US">
                <a:latin typeface="Gill Sans MT" charset="0"/>
              </a:rPr>
              <a:t> algorithm that finds that least cost path</a:t>
            </a:r>
          </a:p>
        </p:txBody>
      </p:sp>
      <p:sp>
        <p:nvSpPr>
          <p:cNvPr id="79" name="Slide Number Placeholder 5"/>
          <p:cNvSpPr>
            <a:spLocks noGrp="1"/>
          </p:cNvSpPr>
          <p:nvPr>
            <p:ph type="sldNum" sz="quarter" idx="12"/>
          </p:nvPr>
        </p:nvSpPr>
        <p:spPr>
          <a:xfrm>
            <a:off x="8456154" y="6475895"/>
            <a:ext cx="548655" cy="272319"/>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200" dirty="0">
                <a:latin typeface="Tahoma" charset="0"/>
              </a:rPr>
              <a:t>5-</a:t>
            </a:r>
            <a:fld id="{8E8C6E93-DF5B-BC4B-80F9-500DED1EEDCC}" type="slidenum">
              <a:rPr lang="en-US" sz="1200">
                <a:latin typeface="Tahoma" charset="0"/>
              </a:rPr>
              <a:pPr/>
              <a:t>10</a:t>
            </a:fld>
            <a:endParaRPr lang="en-US" sz="1200" dirty="0">
              <a:latin typeface="Tahoma" charset="0"/>
            </a:endParaRPr>
          </a:p>
        </p:txBody>
      </p:sp>
      <p:sp>
        <p:nvSpPr>
          <p:cNvPr id="80" name="Footer Placeholder 2"/>
          <p:cNvSpPr>
            <a:spLocks noGrp="1"/>
          </p:cNvSpPr>
          <p:nvPr>
            <p:ph type="ftr" sz="quarter" idx="11"/>
          </p:nvPr>
        </p:nvSpPr>
        <p:spPr>
          <a:xfrm>
            <a:off x="6375496" y="6475081"/>
            <a:ext cx="2177473" cy="241541"/>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200" dirty="0">
                <a:solidFill>
                  <a:srgbClr val="000000"/>
                </a:solidFill>
                <a:latin typeface="Tahoma" charset="0"/>
                <a:cs typeface="Arial" charset="0"/>
              </a:rPr>
              <a:t>Network Layer: Control Plane</a:t>
            </a:r>
          </a:p>
        </p:txBody>
      </p:sp>
    </p:spTree>
    <p:extLst>
      <p:ext uri="{BB962C8B-B14F-4D97-AF65-F5344CB8AC3E}">
        <p14:creationId xmlns:p14="http://schemas.microsoft.com/office/powerpoint/2010/main" val="386827767"/>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2883" name="Picture 5"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01663" y="801688"/>
            <a:ext cx="6856412" cy="1730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22884" name="Rectangle 2"/>
          <p:cNvSpPr>
            <a:spLocks noGrp="1" noChangeArrowheads="1"/>
          </p:cNvSpPr>
          <p:nvPr>
            <p:ph type="title"/>
          </p:nvPr>
        </p:nvSpPr>
        <p:spPr>
          <a:xfrm>
            <a:off x="533400" y="17463"/>
            <a:ext cx="7772400" cy="1143000"/>
          </a:xfrm>
        </p:spPr>
        <p:txBody>
          <a:bodyPr/>
          <a:lstStyle/>
          <a:p>
            <a:r>
              <a:rPr lang="en-US" sz="4000">
                <a:latin typeface="Gill Sans MT" charset="0"/>
              </a:rPr>
              <a:t>Routing algorithm classification</a:t>
            </a:r>
            <a:endParaRPr lang="en-US">
              <a:latin typeface="Gill Sans MT" charset="0"/>
            </a:endParaRPr>
          </a:p>
        </p:txBody>
      </p:sp>
      <p:sp>
        <p:nvSpPr>
          <p:cNvPr id="122885" name="Rectangle 3"/>
          <p:cNvSpPr>
            <a:spLocks noGrp="1" noChangeArrowheads="1"/>
          </p:cNvSpPr>
          <p:nvPr>
            <p:ph type="body" sz="half" idx="1"/>
          </p:nvPr>
        </p:nvSpPr>
        <p:spPr>
          <a:xfrm>
            <a:off x="522288" y="1371600"/>
            <a:ext cx="4216400" cy="4648200"/>
          </a:xfrm>
        </p:spPr>
        <p:txBody>
          <a:bodyPr/>
          <a:lstStyle/>
          <a:p>
            <a:pPr>
              <a:buFont typeface="Wingdings" charset="0"/>
              <a:buNone/>
            </a:pPr>
            <a:r>
              <a:rPr lang="en-US" sz="2400" i="1" dirty="0">
                <a:solidFill>
                  <a:srgbClr val="CC0000"/>
                </a:solidFill>
                <a:latin typeface="Gill Sans MT" charset="0"/>
              </a:rPr>
              <a:t>Q: global or decentralized information?</a:t>
            </a:r>
          </a:p>
          <a:p>
            <a:pPr>
              <a:spcBef>
                <a:spcPct val="40000"/>
              </a:spcBef>
              <a:buFont typeface="Wingdings" charset="0"/>
              <a:buNone/>
            </a:pPr>
            <a:r>
              <a:rPr lang="en-US" sz="2400" i="1" dirty="0">
                <a:solidFill>
                  <a:srgbClr val="CC0000"/>
                </a:solidFill>
                <a:latin typeface="Gill Sans MT" charset="0"/>
              </a:rPr>
              <a:t>global:</a:t>
            </a:r>
          </a:p>
          <a:p>
            <a:r>
              <a:rPr lang="en-US" sz="2400" dirty="0">
                <a:latin typeface="Gill Sans MT" charset="0"/>
              </a:rPr>
              <a:t>all routers have complete topology, link cost info</a:t>
            </a:r>
          </a:p>
          <a:p>
            <a:r>
              <a:rPr lang="ja-JP" altLang="en-US" sz="2400">
                <a:solidFill>
                  <a:srgbClr val="000099"/>
                </a:solidFill>
                <a:latin typeface="Gill Sans MT" charset="0"/>
              </a:rPr>
              <a:t>“</a:t>
            </a:r>
            <a:r>
              <a:rPr lang="en-US" altLang="ja-JP" sz="2400" dirty="0">
                <a:solidFill>
                  <a:srgbClr val="000099"/>
                </a:solidFill>
                <a:latin typeface="Gill Sans MT" charset="0"/>
              </a:rPr>
              <a:t>link state</a:t>
            </a:r>
            <a:r>
              <a:rPr lang="ja-JP" altLang="en-US" sz="2400">
                <a:solidFill>
                  <a:srgbClr val="000099"/>
                </a:solidFill>
                <a:latin typeface="Gill Sans MT" charset="0"/>
              </a:rPr>
              <a:t>”</a:t>
            </a:r>
            <a:r>
              <a:rPr lang="en-US" altLang="ja-JP" sz="2400" dirty="0">
                <a:solidFill>
                  <a:srgbClr val="000099"/>
                </a:solidFill>
                <a:latin typeface="Gill Sans MT" charset="0"/>
              </a:rPr>
              <a:t> algorithms</a:t>
            </a:r>
          </a:p>
          <a:p>
            <a:pPr>
              <a:buFont typeface="Wingdings" charset="0"/>
              <a:buNone/>
            </a:pPr>
            <a:r>
              <a:rPr lang="en-US" sz="2400" i="1" dirty="0">
                <a:solidFill>
                  <a:srgbClr val="CC0000"/>
                </a:solidFill>
                <a:latin typeface="Gill Sans MT" charset="0"/>
              </a:rPr>
              <a:t>decentralized: </a:t>
            </a:r>
          </a:p>
          <a:p>
            <a:r>
              <a:rPr lang="en-US" sz="2400" dirty="0">
                <a:latin typeface="Gill Sans MT" charset="0"/>
              </a:rPr>
              <a:t>router knows physically-connected neighbors, link costs to neighbors</a:t>
            </a:r>
          </a:p>
          <a:p>
            <a:r>
              <a:rPr lang="en-US" sz="2400" dirty="0">
                <a:latin typeface="Gill Sans MT" charset="0"/>
              </a:rPr>
              <a:t>iterative process of computation, exchange of info with neighbors</a:t>
            </a:r>
          </a:p>
          <a:p>
            <a:r>
              <a:rPr lang="ja-JP" altLang="en-US" sz="2400">
                <a:solidFill>
                  <a:srgbClr val="000099"/>
                </a:solidFill>
                <a:latin typeface="Gill Sans MT" charset="0"/>
              </a:rPr>
              <a:t>“</a:t>
            </a:r>
            <a:r>
              <a:rPr lang="en-US" altLang="ja-JP" sz="2400" dirty="0">
                <a:solidFill>
                  <a:srgbClr val="000099"/>
                </a:solidFill>
                <a:latin typeface="Gill Sans MT" charset="0"/>
              </a:rPr>
              <a:t>distance vector</a:t>
            </a:r>
            <a:r>
              <a:rPr lang="ja-JP" altLang="en-US" sz="2400">
                <a:solidFill>
                  <a:srgbClr val="000099"/>
                </a:solidFill>
                <a:latin typeface="Gill Sans MT" charset="0"/>
              </a:rPr>
              <a:t>”</a:t>
            </a:r>
            <a:r>
              <a:rPr lang="en-US" altLang="ja-JP" sz="2400" dirty="0">
                <a:solidFill>
                  <a:srgbClr val="000099"/>
                </a:solidFill>
                <a:latin typeface="Gill Sans MT" charset="0"/>
              </a:rPr>
              <a:t> algorithms</a:t>
            </a:r>
            <a:endParaRPr lang="en-US" sz="2400" dirty="0">
              <a:solidFill>
                <a:srgbClr val="000099"/>
              </a:solidFill>
              <a:latin typeface="Gill Sans MT" charset="0"/>
            </a:endParaRPr>
          </a:p>
        </p:txBody>
      </p:sp>
      <p:sp>
        <p:nvSpPr>
          <p:cNvPr id="77831" name="Rectangle 4"/>
          <p:cNvSpPr>
            <a:spLocks noGrp="1" noChangeArrowheads="1"/>
          </p:cNvSpPr>
          <p:nvPr>
            <p:ph type="body" sz="half" idx="2"/>
          </p:nvPr>
        </p:nvSpPr>
        <p:spPr>
          <a:xfrm>
            <a:off x="4838700" y="1347788"/>
            <a:ext cx="3810000" cy="4648200"/>
          </a:xfrm>
        </p:spPr>
        <p:txBody>
          <a:bodyPr/>
          <a:lstStyle/>
          <a:p>
            <a:pPr>
              <a:buFont typeface="Wingdings" charset="0"/>
              <a:buNone/>
              <a:defRPr/>
            </a:pPr>
            <a:r>
              <a:rPr lang="en-US" i="1" dirty="0">
                <a:solidFill>
                  <a:srgbClr val="CC0000"/>
                </a:solidFill>
                <a:cs typeface="+mn-cs"/>
              </a:rPr>
              <a:t>Q: static or dynamic?</a:t>
            </a:r>
            <a:endParaRPr lang="en-US" sz="2400" i="1" dirty="0">
              <a:solidFill>
                <a:srgbClr val="CC0000"/>
              </a:solidFill>
              <a:cs typeface="+mn-cs"/>
            </a:endParaRPr>
          </a:p>
          <a:p>
            <a:pPr>
              <a:spcBef>
                <a:spcPts val="1752"/>
              </a:spcBef>
              <a:buFont typeface="Wingdings" charset="0"/>
              <a:buNone/>
              <a:defRPr/>
            </a:pPr>
            <a:r>
              <a:rPr lang="en-US" sz="2400" i="1" dirty="0">
                <a:solidFill>
                  <a:srgbClr val="CC0000"/>
                </a:solidFill>
                <a:cs typeface="+mn-cs"/>
              </a:rPr>
              <a:t>static:</a:t>
            </a:r>
            <a:r>
              <a:rPr lang="en-US" sz="2400" dirty="0">
                <a:cs typeface="+mn-cs"/>
              </a:rPr>
              <a:t> </a:t>
            </a:r>
          </a:p>
          <a:p>
            <a:pPr>
              <a:defRPr/>
            </a:pPr>
            <a:r>
              <a:rPr lang="en-US" sz="2400" dirty="0">
                <a:cs typeface="+mn-cs"/>
              </a:rPr>
              <a:t>routes change slowly over time</a:t>
            </a:r>
          </a:p>
          <a:p>
            <a:pPr>
              <a:buFont typeface="Wingdings" charset="0"/>
              <a:buNone/>
              <a:defRPr/>
            </a:pPr>
            <a:r>
              <a:rPr lang="en-US" sz="2400" i="1" dirty="0">
                <a:solidFill>
                  <a:srgbClr val="CC0000"/>
                </a:solidFill>
                <a:cs typeface="+mn-cs"/>
              </a:rPr>
              <a:t>dynamic: </a:t>
            </a:r>
          </a:p>
          <a:p>
            <a:pPr>
              <a:defRPr/>
            </a:pPr>
            <a:r>
              <a:rPr lang="en-US" sz="2400" dirty="0">
                <a:cs typeface="+mn-cs"/>
              </a:rPr>
              <a:t>routes change more quickly</a:t>
            </a:r>
          </a:p>
          <a:p>
            <a:pPr lvl="1">
              <a:defRPr/>
            </a:pPr>
            <a:r>
              <a:rPr lang="en-US" dirty="0"/>
              <a:t>periodic update</a:t>
            </a:r>
          </a:p>
          <a:p>
            <a:pPr lvl="1">
              <a:defRPr/>
            </a:pPr>
            <a:r>
              <a:rPr lang="en-US" dirty="0"/>
              <a:t>in response to link cost changes</a:t>
            </a:r>
          </a:p>
        </p:txBody>
      </p:sp>
      <p:sp>
        <p:nvSpPr>
          <p:cNvPr id="8" name="Slide Number Placeholder 5"/>
          <p:cNvSpPr>
            <a:spLocks noGrp="1"/>
          </p:cNvSpPr>
          <p:nvPr>
            <p:ph type="sldNum" sz="quarter" idx="12"/>
          </p:nvPr>
        </p:nvSpPr>
        <p:spPr>
          <a:xfrm>
            <a:off x="8456154" y="6475895"/>
            <a:ext cx="548655" cy="272319"/>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200" dirty="0">
                <a:latin typeface="Tahoma" charset="0"/>
              </a:rPr>
              <a:t>5-</a:t>
            </a:r>
            <a:fld id="{8E8C6E93-DF5B-BC4B-80F9-500DED1EEDCC}" type="slidenum">
              <a:rPr lang="en-US" sz="1200">
                <a:latin typeface="Tahoma" charset="0"/>
              </a:rPr>
              <a:pPr/>
              <a:t>11</a:t>
            </a:fld>
            <a:endParaRPr lang="en-US" sz="1200" dirty="0">
              <a:latin typeface="Tahoma" charset="0"/>
            </a:endParaRPr>
          </a:p>
        </p:txBody>
      </p:sp>
      <p:sp>
        <p:nvSpPr>
          <p:cNvPr id="9" name="Footer Placeholder 2"/>
          <p:cNvSpPr>
            <a:spLocks noGrp="1"/>
          </p:cNvSpPr>
          <p:nvPr>
            <p:ph type="ftr" sz="quarter" idx="11"/>
          </p:nvPr>
        </p:nvSpPr>
        <p:spPr>
          <a:xfrm>
            <a:off x="6375496" y="6475081"/>
            <a:ext cx="2177473" cy="241541"/>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200" dirty="0">
                <a:solidFill>
                  <a:srgbClr val="000000"/>
                </a:solidFill>
                <a:latin typeface="Tahoma" charset="0"/>
                <a:cs typeface="Arial" charset="0"/>
              </a:rPr>
              <a:t>Network Layer: Control Plane</a:t>
            </a:r>
          </a:p>
        </p:txBody>
      </p:sp>
    </p:spTree>
    <p:extLst>
      <p:ext uri="{BB962C8B-B14F-4D97-AF65-F5344CB8AC3E}">
        <p14:creationId xmlns:p14="http://schemas.microsoft.com/office/powerpoint/2010/main" val="1731676336"/>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64193" name="页脚占位符 4">
            <a:extLst>
              <a:ext uri="{FF2B5EF4-FFF2-40B4-BE49-F238E27FC236}">
                <a16:creationId xmlns:a16="http://schemas.microsoft.com/office/drawing/2014/main" id="{F67D2494-1F25-1A85-267C-3150586DDD70}"/>
              </a:ext>
            </a:extLst>
          </p:cNvPr>
          <p:cNvSpPr>
            <a:spLocks noGrp="1"/>
          </p:cNvSpPr>
          <p:nvPr>
            <p:ph type="ftr"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宋体" panose="02010600030101010101" pitchFamily="2" charset="-122"/>
              </a:defRPr>
            </a:lvl2pPr>
            <a:lvl3pPr marL="1143000" indent="-228600">
              <a:spcBef>
                <a:spcPct val="20000"/>
              </a:spcBef>
              <a:buChar char="•"/>
              <a:defRPr kumimoji="1" sz="2000">
                <a:solidFill>
                  <a:schemeClr val="tx1"/>
                </a:solidFill>
                <a:latin typeface="Comic Sans MS" panose="030F0902030302020204" pitchFamily="66"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zh-CN" altLang="en-US" sz="1200" b="0" i="0" u="none" strike="noStrike" kern="1200" cap="none" spc="0" normalizeH="0" baseline="0" noProof="0">
                <a:ln>
                  <a:noFill/>
                </a:ln>
                <a:solidFill>
                  <a:srgbClr val="000000"/>
                </a:solidFill>
                <a:effectLst/>
                <a:uLnTx/>
                <a:uFillTx/>
                <a:latin typeface="Tahoma" panose="020B0604030504040204" pitchFamily="34" charset="0"/>
                <a:ea typeface="宋体" panose="02010600030101010101" pitchFamily="2" charset="-122"/>
                <a:cs typeface="+mn-cs"/>
              </a:rPr>
              <a:t>课件制作人：谢希仁</a:t>
            </a:r>
          </a:p>
        </p:txBody>
      </p:sp>
      <p:sp>
        <p:nvSpPr>
          <p:cNvPr id="545795" name="Rectangle 3">
            <a:extLst>
              <a:ext uri="{FF2B5EF4-FFF2-40B4-BE49-F238E27FC236}">
                <a16:creationId xmlns:a16="http://schemas.microsoft.com/office/drawing/2014/main" id="{71473D04-8CC4-2505-4642-331A9D0C660C}"/>
              </a:ext>
            </a:extLst>
          </p:cNvPr>
          <p:cNvSpPr>
            <a:spLocks noGrp="1" noChangeArrowheads="1"/>
          </p:cNvSpPr>
          <p:nvPr>
            <p:ph type="body" idx="1"/>
          </p:nvPr>
        </p:nvSpPr>
        <p:spPr>
          <a:xfrm>
            <a:off x="854075" y="1736725"/>
            <a:ext cx="7772400" cy="4076700"/>
          </a:xfrm>
        </p:spPr>
        <p:txBody>
          <a:bodyPr/>
          <a:lstStyle/>
          <a:p>
            <a:pPr algn="just" eaLnBrk="1" hangingPunct="1">
              <a:lnSpc>
                <a:spcPct val="120000"/>
              </a:lnSpc>
              <a:spcBef>
                <a:spcPts val="1175"/>
              </a:spcBef>
            </a:pPr>
            <a:r>
              <a:rPr lang="zh-CN" altLang="en-US" sz="2400">
                <a:latin typeface="Arial" panose="020B0604020202020204" pitchFamily="34" charset="0"/>
                <a:ea typeface="黑体" panose="02010609060101010101" pitchFamily="49" charset="-122"/>
              </a:rPr>
              <a:t>算法必须是正确的和完整的。 </a:t>
            </a:r>
          </a:p>
          <a:p>
            <a:pPr algn="just" eaLnBrk="1" hangingPunct="1">
              <a:lnSpc>
                <a:spcPct val="120000"/>
              </a:lnSpc>
              <a:spcBef>
                <a:spcPts val="1175"/>
              </a:spcBef>
            </a:pPr>
            <a:r>
              <a:rPr lang="zh-CN" altLang="en-US" sz="2400">
                <a:latin typeface="Arial" panose="020B0604020202020204" pitchFamily="34" charset="0"/>
                <a:ea typeface="黑体" panose="02010609060101010101" pitchFamily="49" charset="-122"/>
              </a:rPr>
              <a:t>算法在计算上应简单。 </a:t>
            </a:r>
          </a:p>
          <a:p>
            <a:pPr algn="just" eaLnBrk="1" hangingPunct="1">
              <a:lnSpc>
                <a:spcPct val="120000"/>
              </a:lnSpc>
              <a:spcBef>
                <a:spcPts val="1175"/>
              </a:spcBef>
            </a:pPr>
            <a:r>
              <a:rPr lang="zh-CN" altLang="en-US" sz="2400">
                <a:latin typeface="Arial" panose="020B0604020202020204" pitchFamily="34" charset="0"/>
                <a:ea typeface="黑体" panose="02010609060101010101" pitchFamily="49" charset="-122"/>
              </a:rPr>
              <a:t>算法应能适应通信量和网络拓扑的变化，这就是说，要有自适应性。 </a:t>
            </a:r>
          </a:p>
          <a:p>
            <a:pPr algn="just" eaLnBrk="1" hangingPunct="1">
              <a:lnSpc>
                <a:spcPct val="120000"/>
              </a:lnSpc>
              <a:spcBef>
                <a:spcPts val="1175"/>
              </a:spcBef>
            </a:pPr>
            <a:r>
              <a:rPr lang="zh-CN" altLang="en-US" sz="2400">
                <a:latin typeface="Arial" panose="020B0604020202020204" pitchFamily="34" charset="0"/>
                <a:ea typeface="黑体" panose="02010609060101010101" pitchFamily="49" charset="-122"/>
              </a:rPr>
              <a:t>算法应具有稳定性。 </a:t>
            </a:r>
          </a:p>
          <a:p>
            <a:pPr algn="just" eaLnBrk="1" hangingPunct="1">
              <a:lnSpc>
                <a:spcPct val="120000"/>
              </a:lnSpc>
              <a:spcBef>
                <a:spcPts val="1175"/>
              </a:spcBef>
            </a:pPr>
            <a:r>
              <a:rPr lang="zh-CN" altLang="en-US" sz="2400">
                <a:latin typeface="Arial" panose="020B0604020202020204" pitchFamily="34" charset="0"/>
                <a:ea typeface="黑体" panose="02010609060101010101" pitchFamily="49" charset="-122"/>
              </a:rPr>
              <a:t>算法应是公平的。 </a:t>
            </a:r>
          </a:p>
          <a:p>
            <a:pPr algn="just" eaLnBrk="1" hangingPunct="1">
              <a:lnSpc>
                <a:spcPct val="120000"/>
              </a:lnSpc>
              <a:spcBef>
                <a:spcPts val="1175"/>
              </a:spcBef>
            </a:pPr>
            <a:r>
              <a:rPr lang="zh-CN" altLang="en-US" sz="2400">
                <a:latin typeface="Arial" panose="020B0604020202020204" pitchFamily="34" charset="0"/>
                <a:ea typeface="黑体" panose="02010609060101010101" pitchFamily="49" charset="-122"/>
              </a:rPr>
              <a:t>算法应是最佳的。 </a:t>
            </a:r>
          </a:p>
        </p:txBody>
      </p:sp>
      <p:sp>
        <p:nvSpPr>
          <p:cNvPr id="264195" name="标题 1">
            <a:extLst>
              <a:ext uri="{FF2B5EF4-FFF2-40B4-BE49-F238E27FC236}">
                <a16:creationId xmlns:a16="http://schemas.microsoft.com/office/drawing/2014/main" id="{8C56FFA9-925F-2955-24DB-3933C9997176}"/>
              </a:ext>
            </a:extLst>
          </p:cNvPr>
          <p:cNvSpPr>
            <a:spLocks noGrp="1" noChangeArrowheads="1"/>
          </p:cNvSpPr>
          <p:nvPr>
            <p:ph type="title"/>
          </p:nvPr>
        </p:nvSpPr>
        <p:spPr/>
        <p:txBody>
          <a:bodyPr/>
          <a:lstStyle/>
          <a:p>
            <a:r>
              <a:rPr kumimoji="1" lang="en-US" altLang="en-US" sz="3600" u="none">
                <a:latin typeface="华文楷体" panose="02010600040101010101" pitchFamily="2" charset="-122"/>
                <a:ea typeface="华文楷体" panose="02010600040101010101" pitchFamily="2" charset="-122"/>
              </a:rPr>
              <a:t>理想的路由算法</a:t>
            </a:r>
            <a:endParaRPr kumimoji="1" lang="zh-CN" altLang="en-US" sz="3600" u="none">
              <a:latin typeface="华文楷体" panose="02010600040101010101" pitchFamily="2" charset="-122"/>
              <a:ea typeface="华文楷体" panose="02010600040101010101" pitchFamily="2" charset="-122"/>
            </a:endParaRPr>
          </a:p>
        </p:txBody>
      </p:sp>
      <p:pic>
        <p:nvPicPr>
          <p:cNvPr id="264196" name="Picture 95" descr="underline_base">
            <a:extLst>
              <a:ext uri="{FF2B5EF4-FFF2-40B4-BE49-F238E27FC236}">
                <a16:creationId xmlns:a16="http://schemas.microsoft.com/office/drawing/2014/main" id="{B083C54F-C574-14EE-B4E5-D85B19C3D940}"/>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84200" y="1079500"/>
            <a:ext cx="5484813" cy="173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545795">
                                            <p:txEl>
                                              <p:pRg st="0" end="0"/>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545795">
                                            <p:txEl>
                                              <p:pRg st="1" end="1"/>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545795">
                                            <p:txEl>
                                              <p:pRg st="2" end="2"/>
                                            </p:txEl>
                                          </p:spTgt>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nodeType="clickEffect">
                                  <p:stCondLst>
                                    <p:cond delay="0"/>
                                  </p:stCondLst>
                                  <p:childTnLst>
                                    <p:set>
                                      <p:cBhvr>
                                        <p:cTn id="18" dur="1" fill="hold">
                                          <p:stCondLst>
                                            <p:cond delay="0"/>
                                          </p:stCondLst>
                                        </p:cTn>
                                        <p:tgtEl>
                                          <p:spTgt spid="545795">
                                            <p:txEl>
                                              <p:pRg st="3" end="3"/>
                                            </p:txEl>
                                          </p:spTgt>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nodeType="clickEffect">
                                  <p:stCondLst>
                                    <p:cond delay="0"/>
                                  </p:stCondLst>
                                  <p:childTnLst>
                                    <p:set>
                                      <p:cBhvr>
                                        <p:cTn id="22" dur="1" fill="hold">
                                          <p:stCondLst>
                                            <p:cond delay="0"/>
                                          </p:stCondLst>
                                        </p:cTn>
                                        <p:tgtEl>
                                          <p:spTgt spid="545795">
                                            <p:txEl>
                                              <p:pRg st="4" end="4"/>
                                            </p:txEl>
                                          </p:spTgt>
                                        </p:tgtEl>
                                        <p:attrNameLst>
                                          <p:attrName>style.visibility</p:attrName>
                                        </p:attrNameLst>
                                      </p:cBhvr>
                                      <p:to>
                                        <p:strVal val="visible"/>
                                      </p:to>
                                    </p:set>
                                  </p:childTnLst>
                                </p:cTn>
                              </p:par>
                            </p:childTnLst>
                          </p:cTn>
                        </p:par>
                      </p:childTnLst>
                    </p:cTn>
                  </p:par>
                  <p:par>
                    <p:cTn id="23" fill="hold" nodeType="clickPar">
                      <p:stCondLst>
                        <p:cond delay="indefinite"/>
                      </p:stCondLst>
                      <p:childTnLst>
                        <p:par>
                          <p:cTn id="24" fill="hold" nodeType="withGroup">
                            <p:stCondLst>
                              <p:cond delay="0"/>
                            </p:stCondLst>
                            <p:childTnLst>
                              <p:par>
                                <p:cTn id="25" presetID="1" presetClass="entr" presetSubtype="0" fill="hold" nodeType="clickEffect">
                                  <p:stCondLst>
                                    <p:cond delay="0"/>
                                  </p:stCondLst>
                                  <p:childTnLst>
                                    <p:set>
                                      <p:cBhvr>
                                        <p:cTn id="26" dur="1" fill="hold">
                                          <p:stCondLst>
                                            <p:cond delay="0"/>
                                          </p:stCondLst>
                                        </p:cTn>
                                        <p:tgtEl>
                                          <p:spTgt spid="545795">
                                            <p:txEl>
                                              <p:pRg st="5" end="5"/>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5795" grpId="0" build="p"/>
    </p:bldLst>
  </p:timing>
</p:sld>
</file>

<file path=ppt/slides/slide1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66241" name="Rectangle 2">
            <a:extLst>
              <a:ext uri="{FF2B5EF4-FFF2-40B4-BE49-F238E27FC236}">
                <a16:creationId xmlns:a16="http://schemas.microsoft.com/office/drawing/2014/main" id="{7175449F-330C-A1C7-8691-E40AB4A50EFD}"/>
              </a:ext>
            </a:extLst>
          </p:cNvPr>
          <p:cNvSpPr>
            <a:spLocks noGrp="1" noChangeArrowheads="1"/>
          </p:cNvSpPr>
          <p:nvPr>
            <p:ph type="title"/>
          </p:nvPr>
        </p:nvSpPr>
        <p:spPr>
          <a:xfrm>
            <a:off x="584200" y="0"/>
            <a:ext cx="8116888" cy="1462088"/>
          </a:xfrm>
        </p:spPr>
        <p:txBody>
          <a:bodyPr/>
          <a:lstStyle/>
          <a:p>
            <a:pPr eaLnBrk="1" hangingPunct="1"/>
            <a:r>
              <a:rPr lang="zh-CN" altLang="en-US" sz="3600" u="none">
                <a:latin typeface="华文楷体" panose="02010600040101010101" pitchFamily="2" charset="-122"/>
                <a:ea typeface="华文楷体" panose="02010600040101010101" pitchFamily="2" charset="-122"/>
              </a:rPr>
              <a:t>关于“最佳路由” </a:t>
            </a:r>
          </a:p>
        </p:txBody>
      </p:sp>
      <p:pic>
        <p:nvPicPr>
          <p:cNvPr id="266242" name="Picture 95" descr="underline_base">
            <a:extLst>
              <a:ext uri="{FF2B5EF4-FFF2-40B4-BE49-F238E27FC236}">
                <a16:creationId xmlns:a16="http://schemas.microsoft.com/office/drawing/2014/main" id="{63079C5C-33C9-843A-2432-30E6420056C8}"/>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84200" y="1079500"/>
            <a:ext cx="5484813" cy="173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aphicFrame>
        <p:nvGraphicFramePr>
          <p:cNvPr id="5" name="图示 4">
            <a:extLst>
              <a:ext uri="{FF2B5EF4-FFF2-40B4-BE49-F238E27FC236}">
                <a16:creationId xmlns:a16="http://schemas.microsoft.com/office/drawing/2014/main" id="{D943DC25-FB81-2737-A208-C85A75E4D631}"/>
              </a:ext>
            </a:extLst>
          </p:cNvPr>
          <p:cNvGraphicFramePr/>
          <p:nvPr/>
        </p:nvGraphicFramePr>
        <p:xfrm>
          <a:off x="1093142" y="1462087"/>
          <a:ext cx="6981911" cy="4316413"/>
        </p:xfrm>
        <a:graphic>
          <a:graphicData uri="http://schemas.openxmlformats.org/drawingml/2006/diagram">
            <dgm:relIds xmlns:dgm="http://schemas.openxmlformats.org/drawingml/2006/diagram" xmlns:r="http://schemas.openxmlformats.org/officeDocument/2006/relationships" r:dm="rId4" r:lo="rId5" r:qs="rId6" r:cs="rId7"/>
          </a:graphicData>
        </a:graphic>
      </p:graphicFrame>
    </p:spTree>
  </p:cSld>
  <p:clrMapOvr>
    <a:masterClrMapping/>
  </p:clrMapOvr>
  <p:transition spd="slow"/>
</p:sld>
</file>

<file path=ppt/slides/slide1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68289" name="Rectangle 2">
            <a:extLst>
              <a:ext uri="{FF2B5EF4-FFF2-40B4-BE49-F238E27FC236}">
                <a16:creationId xmlns:a16="http://schemas.microsoft.com/office/drawing/2014/main" id="{EB1853C5-0C61-44BE-5659-A2866AA64F34}"/>
              </a:ext>
            </a:extLst>
          </p:cNvPr>
          <p:cNvSpPr>
            <a:spLocks noGrp="1" noChangeArrowheads="1"/>
          </p:cNvSpPr>
          <p:nvPr>
            <p:ph type="title"/>
          </p:nvPr>
        </p:nvSpPr>
        <p:spPr>
          <a:xfrm>
            <a:off x="512763" y="0"/>
            <a:ext cx="8116887" cy="1462088"/>
          </a:xfrm>
        </p:spPr>
        <p:txBody>
          <a:bodyPr/>
          <a:lstStyle/>
          <a:p>
            <a:pPr eaLnBrk="1" hangingPunct="1"/>
            <a:r>
              <a:rPr lang="zh-CN" altLang="en-US" sz="3600" u="none">
                <a:latin typeface="华文楷体" panose="02010600040101010101" pitchFamily="2" charset="-122"/>
                <a:ea typeface="华文楷体" panose="02010600040101010101" pitchFamily="2" charset="-122"/>
              </a:rPr>
              <a:t>从自适应性考虑的算法分类</a:t>
            </a:r>
          </a:p>
        </p:txBody>
      </p:sp>
      <p:pic>
        <p:nvPicPr>
          <p:cNvPr id="268290" name="Picture 95" descr="underline_base">
            <a:extLst>
              <a:ext uri="{FF2B5EF4-FFF2-40B4-BE49-F238E27FC236}">
                <a16:creationId xmlns:a16="http://schemas.microsoft.com/office/drawing/2014/main" id="{CBE46EB3-7DD6-6F46-3283-1A67CE304A11}"/>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84200" y="1079500"/>
            <a:ext cx="5484813" cy="173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68291" name="组合 5">
            <a:extLst>
              <a:ext uri="{FF2B5EF4-FFF2-40B4-BE49-F238E27FC236}">
                <a16:creationId xmlns:a16="http://schemas.microsoft.com/office/drawing/2014/main" id="{1E4DD6AC-FE82-0BD7-B1A1-164D348201E2}"/>
              </a:ext>
            </a:extLst>
          </p:cNvPr>
          <p:cNvGrpSpPr>
            <a:grpSpLocks/>
          </p:cNvGrpSpPr>
          <p:nvPr/>
        </p:nvGrpSpPr>
        <p:grpSpPr bwMode="auto">
          <a:xfrm>
            <a:off x="1135063" y="1817688"/>
            <a:ext cx="2720975" cy="633412"/>
            <a:chOff x="36" y="2228"/>
            <a:chExt cx="3480866" cy="633600"/>
          </a:xfrm>
        </p:grpSpPr>
        <p:sp>
          <p:nvSpPr>
            <p:cNvPr id="7" name="矩形 6">
              <a:extLst>
                <a:ext uri="{FF2B5EF4-FFF2-40B4-BE49-F238E27FC236}">
                  <a16:creationId xmlns:a16="http://schemas.microsoft.com/office/drawing/2014/main" id="{9F217A95-30CC-388B-B849-FA053B3EA517}"/>
                </a:ext>
              </a:extLst>
            </p:cNvPr>
            <p:cNvSpPr/>
            <p:nvPr/>
          </p:nvSpPr>
          <p:spPr>
            <a:xfrm>
              <a:off x="36" y="2228"/>
              <a:ext cx="3480866" cy="633600"/>
            </a:xfrm>
            <a:prstGeom prst="rect">
              <a:avLst/>
            </a:prstGeom>
            <a:solidFill>
              <a:srgbClr val="8064A2">
                <a:hueOff val="0"/>
                <a:satOff val="0"/>
                <a:lumOff val="0"/>
                <a:alphaOff val="0"/>
              </a:srgbClr>
            </a:solidFill>
            <a:ln w="25400" cap="flat" cmpd="sng" algn="ctr">
              <a:solidFill>
                <a:srgbClr val="8064A2">
                  <a:hueOff val="0"/>
                  <a:satOff val="0"/>
                  <a:lumOff val="0"/>
                  <a:alphaOff val="0"/>
                </a:srgbClr>
              </a:solidFill>
              <a:prstDash val="solid"/>
            </a:ln>
            <a:effectLst>
              <a:outerShdw blurRad="40000" dist="20000" dir="5400000" rotWithShape="0">
                <a:srgbClr val="000000">
                  <a:alpha val="38000"/>
                </a:srgbClr>
              </a:outerShdw>
            </a:effectLst>
          </p:spPr>
          <p:style>
            <a:lnRef idx="2">
              <a:scrgbClr r="0" g="0" b="0"/>
            </a:lnRef>
            <a:fillRef idx="1">
              <a:scrgbClr r="0" g="0" b="0"/>
            </a:fillRef>
            <a:effectRef idx="1">
              <a:scrgbClr r="0" g="0" b="0"/>
            </a:effectRef>
            <a:fontRef idx="minor">
              <a:schemeClr val="lt1"/>
            </a:fontRef>
          </p:style>
        </p:sp>
        <p:sp>
          <p:nvSpPr>
            <p:cNvPr id="8" name="文本框 7">
              <a:extLst>
                <a:ext uri="{FF2B5EF4-FFF2-40B4-BE49-F238E27FC236}">
                  <a16:creationId xmlns:a16="http://schemas.microsoft.com/office/drawing/2014/main" id="{3AC82F49-2148-E193-AB00-87225861F735}"/>
                </a:ext>
              </a:extLst>
            </p:cNvPr>
            <p:cNvSpPr txBox="1"/>
            <p:nvPr/>
          </p:nvSpPr>
          <p:spPr>
            <a:xfrm>
              <a:off x="36" y="2228"/>
              <a:ext cx="3480866" cy="633600"/>
            </a:xfrm>
            <a:prstGeom prst="rect">
              <a:avLst/>
            </a:prstGeom>
          </p:spPr>
          <p:style>
            <a:lnRef idx="0">
              <a:scrgbClr r="0" g="0" b="0"/>
            </a:lnRef>
            <a:fillRef idx="0">
              <a:scrgbClr r="0" g="0" b="0"/>
            </a:fillRef>
            <a:effectRef idx="0">
              <a:scrgbClr r="0" g="0" b="0"/>
            </a:effectRef>
            <a:fontRef idx="minor">
              <a:schemeClr val="lt1"/>
            </a:fontRef>
          </p:style>
          <p:txBody>
            <a:bodyPr lIns="142240" tIns="81280" rIns="142240" bIns="81280" anchor="ctr"/>
            <a:lstStyle>
              <a:lvl1pPr defTabSz="889000">
                <a:defRPr>
                  <a:solidFill>
                    <a:schemeClr val="tx1"/>
                  </a:solidFill>
                  <a:latin typeface="Comic Sans MS" panose="030F0902030302020204" pitchFamily="66" charset="0"/>
                  <a:ea typeface="宋体" panose="02010600030101010101" pitchFamily="2" charset="-122"/>
                </a:defRPr>
              </a:lvl1pPr>
              <a:lvl2pPr marL="742950" indent="-285750" defTabSz="889000">
                <a:defRPr>
                  <a:solidFill>
                    <a:schemeClr val="tx1"/>
                  </a:solidFill>
                  <a:latin typeface="Comic Sans MS" panose="030F0902030302020204" pitchFamily="66" charset="0"/>
                  <a:ea typeface="宋体" panose="02010600030101010101" pitchFamily="2" charset="-122"/>
                </a:defRPr>
              </a:lvl2pPr>
              <a:lvl3pPr marL="1143000" indent="-228600" defTabSz="889000">
                <a:defRPr>
                  <a:solidFill>
                    <a:schemeClr val="tx1"/>
                  </a:solidFill>
                  <a:latin typeface="Comic Sans MS" panose="030F0902030302020204" pitchFamily="66" charset="0"/>
                  <a:ea typeface="宋体" panose="02010600030101010101" pitchFamily="2" charset="-122"/>
                </a:defRPr>
              </a:lvl3pPr>
              <a:lvl4pPr marL="1600200" indent="-228600" defTabSz="889000">
                <a:defRPr>
                  <a:solidFill>
                    <a:schemeClr val="tx1"/>
                  </a:solidFill>
                  <a:latin typeface="Comic Sans MS" panose="030F0902030302020204" pitchFamily="66" charset="0"/>
                  <a:ea typeface="宋体" panose="02010600030101010101" pitchFamily="2" charset="-122"/>
                </a:defRPr>
              </a:lvl4pPr>
              <a:lvl5pPr marL="2057400" indent="-228600" defTabSz="889000">
                <a:defRPr>
                  <a:solidFill>
                    <a:schemeClr val="tx1"/>
                  </a:solidFill>
                  <a:latin typeface="Comic Sans MS" panose="030F0902030302020204" pitchFamily="66" charset="0"/>
                  <a:ea typeface="宋体" panose="02010600030101010101" pitchFamily="2" charset="-122"/>
                </a:defRPr>
              </a:lvl5pPr>
              <a:lvl6pPr marL="2514600" indent="-228600" defTabSz="889000" eaLnBrk="0" fontAlgn="base" hangingPunct="0">
                <a:spcBef>
                  <a:spcPct val="0"/>
                </a:spcBef>
                <a:spcAft>
                  <a:spcPct val="0"/>
                </a:spcAft>
                <a:defRPr>
                  <a:solidFill>
                    <a:schemeClr val="tx1"/>
                  </a:solidFill>
                  <a:latin typeface="Comic Sans MS" panose="030F0902030302020204" pitchFamily="66" charset="0"/>
                  <a:ea typeface="宋体" panose="02010600030101010101" pitchFamily="2" charset="-122"/>
                </a:defRPr>
              </a:lvl6pPr>
              <a:lvl7pPr marL="2971800" indent="-228600" defTabSz="889000" eaLnBrk="0" fontAlgn="base" hangingPunct="0">
                <a:spcBef>
                  <a:spcPct val="0"/>
                </a:spcBef>
                <a:spcAft>
                  <a:spcPct val="0"/>
                </a:spcAft>
                <a:defRPr>
                  <a:solidFill>
                    <a:schemeClr val="tx1"/>
                  </a:solidFill>
                  <a:latin typeface="Comic Sans MS" panose="030F0902030302020204" pitchFamily="66" charset="0"/>
                  <a:ea typeface="宋体" panose="02010600030101010101" pitchFamily="2" charset="-122"/>
                </a:defRPr>
              </a:lvl7pPr>
              <a:lvl8pPr marL="3429000" indent="-228600" defTabSz="889000" eaLnBrk="0" fontAlgn="base" hangingPunct="0">
                <a:spcBef>
                  <a:spcPct val="0"/>
                </a:spcBef>
                <a:spcAft>
                  <a:spcPct val="0"/>
                </a:spcAft>
                <a:defRPr>
                  <a:solidFill>
                    <a:schemeClr val="tx1"/>
                  </a:solidFill>
                  <a:latin typeface="Comic Sans MS" panose="030F0902030302020204" pitchFamily="66" charset="0"/>
                  <a:ea typeface="宋体" panose="02010600030101010101" pitchFamily="2" charset="-122"/>
                </a:defRPr>
              </a:lvl8pPr>
              <a:lvl9pPr marL="3886200" indent="-228600" defTabSz="889000" eaLnBrk="0" fontAlgn="base" hangingPunct="0">
                <a:spcBef>
                  <a:spcPct val="0"/>
                </a:spcBef>
                <a:spcAft>
                  <a:spcPct val="0"/>
                </a:spcAft>
                <a:defRPr>
                  <a:solidFill>
                    <a:schemeClr val="tx1"/>
                  </a:solidFill>
                  <a:latin typeface="Comic Sans MS" panose="030F0902030302020204" pitchFamily="66" charset="0"/>
                  <a:ea typeface="宋体" panose="02010600030101010101" pitchFamily="2" charset="-122"/>
                </a:defRPr>
              </a:lvl9pPr>
            </a:lstStyle>
            <a:p>
              <a:pPr marL="0" marR="0" lvl="0" indent="0" algn="ctr" defTabSz="889000" rtl="0" eaLnBrk="0" fontAlgn="base" latinLnBrk="0" hangingPunct="0">
                <a:lnSpc>
                  <a:spcPct val="90000"/>
                </a:lnSpc>
                <a:spcBef>
                  <a:spcPct val="0"/>
                </a:spcBef>
                <a:spcAft>
                  <a:spcPct val="35000"/>
                </a:spcAft>
                <a:buClrTx/>
                <a:buSzTx/>
                <a:buFontTx/>
                <a:buNone/>
                <a:tabLst/>
                <a:defRPr/>
              </a:pPr>
              <a:r>
                <a:rPr kumimoji="0" lang="zh-CN" altLang="en-US" sz="2000" b="1" i="0" u="none" strike="noStrike" kern="1200" cap="none" spc="0" normalizeH="0" baseline="0" noProof="0">
                  <a:ln>
                    <a:noFill/>
                  </a:ln>
                  <a:solidFill>
                    <a:srgbClr val="FFFFFF"/>
                  </a:solidFill>
                  <a:effectLst/>
                  <a:uLnTx/>
                  <a:uFillTx/>
                  <a:latin typeface="微软雅黑" panose="020B0503020204020204" pitchFamily="34" charset="-122"/>
                  <a:ea typeface="宋体" panose="02010600030101010101" pitchFamily="2" charset="-122"/>
                  <a:cs typeface="+mn-cs"/>
                </a:rPr>
                <a:t>静态路由选择策略</a:t>
              </a:r>
            </a:p>
          </p:txBody>
        </p:sp>
      </p:grpSp>
      <p:grpSp>
        <p:nvGrpSpPr>
          <p:cNvPr id="268292" name="组合 8">
            <a:extLst>
              <a:ext uri="{FF2B5EF4-FFF2-40B4-BE49-F238E27FC236}">
                <a16:creationId xmlns:a16="http://schemas.microsoft.com/office/drawing/2014/main" id="{A475F04C-71CC-8DEC-B5E2-9744E36617F6}"/>
              </a:ext>
            </a:extLst>
          </p:cNvPr>
          <p:cNvGrpSpPr>
            <a:grpSpLocks/>
          </p:cNvGrpSpPr>
          <p:nvPr/>
        </p:nvGrpSpPr>
        <p:grpSpPr bwMode="auto">
          <a:xfrm>
            <a:off x="1135063" y="3994150"/>
            <a:ext cx="2720975" cy="633413"/>
            <a:chOff x="3968224" y="2228"/>
            <a:chExt cx="3480866" cy="633600"/>
          </a:xfrm>
        </p:grpSpPr>
        <p:sp>
          <p:nvSpPr>
            <p:cNvPr id="10" name="矩形 9">
              <a:extLst>
                <a:ext uri="{FF2B5EF4-FFF2-40B4-BE49-F238E27FC236}">
                  <a16:creationId xmlns:a16="http://schemas.microsoft.com/office/drawing/2014/main" id="{A82B5F57-158B-909F-B2C7-0A718DA8020D}"/>
                </a:ext>
              </a:extLst>
            </p:cNvPr>
            <p:cNvSpPr/>
            <p:nvPr/>
          </p:nvSpPr>
          <p:spPr>
            <a:xfrm>
              <a:off x="3968224" y="2228"/>
              <a:ext cx="3480866" cy="633600"/>
            </a:xfrm>
            <a:prstGeom prst="rect">
              <a:avLst/>
            </a:prstGeom>
            <a:solidFill>
              <a:srgbClr val="8064A2">
                <a:hueOff val="-4464770"/>
                <a:satOff val="26899"/>
                <a:lumOff val="2156"/>
                <a:alphaOff val="0"/>
              </a:srgbClr>
            </a:solidFill>
            <a:ln w="25400" cap="flat" cmpd="sng" algn="ctr">
              <a:solidFill>
                <a:srgbClr val="8064A2">
                  <a:hueOff val="-4464770"/>
                  <a:satOff val="26899"/>
                  <a:lumOff val="2156"/>
                  <a:alphaOff val="0"/>
                </a:srgbClr>
              </a:solidFill>
              <a:prstDash val="solid"/>
            </a:ln>
            <a:effectLst>
              <a:outerShdw blurRad="40000" dist="20000" dir="5400000" rotWithShape="0">
                <a:srgbClr val="000000">
                  <a:alpha val="38000"/>
                </a:srgbClr>
              </a:outerShdw>
            </a:effectLst>
          </p:spPr>
          <p:style>
            <a:lnRef idx="2">
              <a:scrgbClr r="0" g="0" b="0"/>
            </a:lnRef>
            <a:fillRef idx="1">
              <a:scrgbClr r="0" g="0" b="0"/>
            </a:fillRef>
            <a:effectRef idx="1">
              <a:scrgbClr r="0" g="0" b="0"/>
            </a:effectRef>
            <a:fontRef idx="minor">
              <a:schemeClr val="lt1"/>
            </a:fontRef>
          </p:style>
        </p:sp>
        <p:sp>
          <p:nvSpPr>
            <p:cNvPr id="11" name="文本框 10">
              <a:extLst>
                <a:ext uri="{FF2B5EF4-FFF2-40B4-BE49-F238E27FC236}">
                  <a16:creationId xmlns:a16="http://schemas.microsoft.com/office/drawing/2014/main" id="{0F759F1B-005C-D403-0837-CBC5470F581D}"/>
                </a:ext>
              </a:extLst>
            </p:cNvPr>
            <p:cNvSpPr txBox="1"/>
            <p:nvPr/>
          </p:nvSpPr>
          <p:spPr>
            <a:xfrm>
              <a:off x="3968224" y="2228"/>
              <a:ext cx="3480866" cy="633600"/>
            </a:xfrm>
            <a:prstGeom prst="rect">
              <a:avLst/>
            </a:prstGeom>
          </p:spPr>
          <p:style>
            <a:lnRef idx="0">
              <a:scrgbClr r="0" g="0" b="0"/>
            </a:lnRef>
            <a:fillRef idx="0">
              <a:scrgbClr r="0" g="0" b="0"/>
            </a:fillRef>
            <a:effectRef idx="0">
              <a:scrgbClr r="0" g="0" b="0"/>
            </a:effectRef>
            <a:fontRef idx="minor">
              <a:schemeClr val="lt1"/>
            </a:fontRef>
          </p:style>
          <p:txBody>
            <a:bodyPr lIns="142240" tIns="81280" rIns="142240" bIns="81280" anchor="ctr"/>
            <a:lstStyle>
              <a:lvl1pPr defTabSz="889000">
                <a:defRPr>
                  <a:solidFill>
                    <a:schemeClr val="tx1"/>
                  </a:solidFill>
                  <a:latin typeface="Comic Sans MS" panose="030F0902030302020204" pitchFamily="66" charset="0"/>
                  <a:ea typeface="宋体" panose="02010600030101010101" pitchFamily="2" charset="-122"/>
                </a:defRPr>
              </a:lvl1pPr>
              <a:lvl2pPr marL="742950" indent="-285750" defTabSz="889000">
                <a:defRPr>
                  <a:solidFill>
                    <a:schemeClr val="tx1"/>
                  </a:solidFill>
                  <a:latin typeface="Comic Sans MS" panose="030F0902030302020204" pitchFamily="66" charset="0"/>
                  <a:ea typeface="宋体" panose="02010600030101010101" pitchFamily="2" charset="-122"/>
                </a:defRPr>
              </a:lvl2pPr>
              <a:lvl3pPr marL="1143000" indent="-228600" defTabSz="889000">
                <a:defRPr>
                  <a:solidFill>
                    <a:schemeClr val="tx1"/>
                  </a:solidFill>
                  <a:latin typeface="Comic Sans MS" panose="030F0902030302020204" pitchFamily="66" charset="0"/>
                  <a:ea typeface="宋体" panose="02010600030101010101" pitchFamily="2" charset="-122"/>
                </a:defRPr>
              </a:lvl3pPr>
              <a:lvl4pPr marL="1600200" indent="-228600" defTabSz="889000">
                <a:defRPr>
                  <a:solidFill>
                    <a:schemeClr val="tx1"/>
                  </a:solidFill>
                  <a:latin typeface="Comic Sans MS" panose="030F0902030302020204" pitchFamily="66" charset="0"/>
                  <a:ea typeface="宋体" panose="02010600030101010101" pitchFamily="2" charset="-122"/>
                </a:defRPr>
              </a:lvl4pPr>
              <a:lvl5pPr marL="2057400" indent="-228600" defTabSz="889000">
                <a:defRPr>
                  <a:solidFill>
                    <a:schemeClr val="tx1"/>
                  </a:solidFill>
                  <a:latin typeface="Comic Sans MS" panose="030F0902030302020204" pitchFamily="66" charset="0"/>
                  <a:ea typeface="宋体" panose="02010600030101010101" pitchFamily="2" charset="-122"/>
                </a:defRPr>
              </a:lvl5pPr>
              <a:lvl6pPr marL="2514600" indent="-228600" defTabSz="889000" eaLnBrk="0" fontAlgn="base" hangingPunct="0">
                <a:spcBef>
                  <a:spcPct val="0"/>
                </a:spcBef>
                <a:spcAft>
                  <a:spcPct val="0"/>
                </a:spcAft>
                <a:defRPr>
                  <a:solidFill>
                    <a:schemeClr val="tx1"/>
                  </a:solidFill>
                  <a:latin typeface="Comic Sans MS" panose="030F0902030302020204" pitchFamily="66" charset="0"/>
                  <a:ea typeface="宋体" panose="02010600030101010101" pitchFamily="2" charset="-122"/>
                </a:defRPr>
              </a:lvl6pPr>
              <a:lvl7pPr marL="2971800" indent="-228600" defTabSz="889000" eaLnBrk="0" fontAlgn="base" hangingPunct="0">
                <a:spcBef>
                  <a:spcPct val="0"/>
                </a:spcBef>
                <a:spcAft>
                  <a:spcPct val="0"/>
                </a:spcAft>
                <a:defRPr>
                  <a:solidFill>
                    <a:schemeClr val="tx1"/>
                  </a:solidFill>
                  <a:latin typeface="Comic Sans MS" panose="030F0902030302020204" pitchFamily="66" charset="0"/>
                  <a:ea typeface="宋体" panose="02010600030101010101" pitchFamily="2" charset="-122"/>
                </a:defRPr>
              </a:lvl7pPr>
              <a:lvl8pPr marL="3429000" indent="-228600" defTabSz="889000" eaLnBrk="0" fontAlgn="base" hangingPunct="0">
                <a:spcBef>
                  <a:spcPct val="0"/>
                </a:spcBef>
                <a:spcAft>
                  <a:spcPct val="0"/>
                </a:spcAft>
                <a:defRPr>
                  <a:solidFill>
                    <a:schemeClr val="tx1"/>
                  </a:solidFill>
                  <a:latin typeface="Comic Sans MS" panose="030F0902030302020204" pitchFamily="66" charset="0"/>
                  <a:ea typeface="宋体" panose="02010600030101010101" pitchFamily="2" charset="-122"/>
                </a:defRPr>
              </a:lvl8pPr>
              <a:lvl9pPr marL="3886200" indent="-228600" defTabSz="889000" eaLnBrk="0" fontAlgn="base" hangingPunct="0">
                <a:spcBef>
                  <a:spcPct val="0"/>
                </a:spcBef>
                <a:spcAft>
                  <a:spcPct val="0"/>
                </a:spcAft>
                <a:defRPr>
                  <a:solidFill>
                    <a:schemeClr val="tx1"/>
                  </a:solidFill>
                  <a:latin typeface="Comic Sans MS" panose="030F0902030302020204" pitchFamily="66" charset="0"/>
                  <a:ea typeface="宋体" panose="02010600030101010101" pitchFamily="2" charset="-122"/>
                </a:defRPr>
              </a:lvl9pPr>
            </a:lstStyle>
            <a:p>
              <a:pPr marL="0" marR="0" lvl="0" indent="0" algn="ctr" defTabSz="889000" rtl="0" eaLnBrk="0" fontAlgn="base" latinLnBrk="0" hangingPunct="0">
                <a:lnSpc>
                  <a:spcPct val="90000"/>
                </a:lnSpc>
                <a:spcBef>
                  <a:spcPct val="0"/>
                </a:spcBef>
                <a:spcAft>
                  <a:spcPct val="35000"/>
                </a:spcAft>
                <a:buClrTx/>
                <a:buSzTx/>
                <a:buFontTx/>
                <a:buNone/>
                <a:tabLst/>
                <a:defRPr/>
              </a:pPr>
              <a:r>
                <a:rPr kumimoji="0" lang="zh-CN" altLang="en-US" sz="2000" b="1" i="0" u="none" strike="noStrike" kern="1200" cap="none" spc="0" normalizeH="0" baseline="0" noProof="0">
                  <a:ln>
                    <a:noFill/>
                  </a:ln>
                  <a:solidFill>
                    <a:srgbClr val="FFFFFF"/>
                  </a:solidFill>
                  <a:effectLst/>
                  <a:uLnTx/>
                  <a:uFillTx/>
                  <a:latin typeface="微软雅黑" panose="020B0503020204020204" pitchFamily="34" charset="-122"/>
                  <a:ea typeface="宋体" panose="02010600030101010101" pitchFamily="2" charset="-122"/>
                  <a:cs typeface="+mn-cs"/>
                </a:rPr>
                <a:t>动态路由选择策略</a:t>
              </a:r>
            </a:p>
          </p:txBody>
        </p:sp>
      </p:grpSp>
      <p:grpSp>
        <p:nvGrpSpPr>
          <p:cNvPr id="268293" name="组合 11">
            <a:extLst>
              <a:ext uri="{FF2B5EF4-FFF2-40B4-BE49-F238E27FC236}">
                <a16:creationId xmlns:a16="http://schemas.microsoft.com/office/drawing/2014/main" id="{88C4B38B-FD97-34EF-473A-5B59FC8CFDCA}"/>
              </a:ext>
            </a:extLst>
          </p:cNvPr>
          <p:cNvGrpSpPr>
            <a:grpSpLocks/>
          </p:cNvGrpSpPr>
          <p:nvPr/>
        </p:nvGrpSpPr>
        <p:grpSpPr bwMode="auto">
          <a:xfrm>
            <a:off x="4059238" y="1817688"/>
            <a:ext cx="4019550" cy="1447800"/>
            <a:chOff x="36" y="635828"/>
            <a:chExt cx="3480866" cy="1449360"/>
          </a:xfrm>
        </p:grpSpPr>
        <p:sp>
          <p:nvSpPr>
            <p:cNvPr id="13" name="矩形 12">
              <a:extLst>
                <a:ext uri="{FF2B5EF4-FFF2-40B4-BE49-F238E27FC236}">
                  <a16:creationId xmlns:a16="http://schemas.microsoft.com/office/drawing/2014/main" id="{E3D4FFB6-5CD8-AC35-A71F-42F1D236ABBB}"/>
                </a:ext>
              </a:extLst>
            </p:cNvPr>
            <p:cNvSpPr/>
            <p:nvPr/>
          </p:nvSpPr>
          <p:spPr>
            <a:xfrm>
              <a:off x="36" y="635828"/>
              <a:ext cx="3480866" cy="1449360"/>
            </a:xfrm>
            <a:prstGeom prst="rect">
              <a:avLst/>
            </a:prstGeom>
            <a:solidFill>
              <a:srgbClr val="8064A2">
                <a:tint val="40000"/>
                <a:alpha val="90000"/>
                <a:hueOff val="0"/>
                <a:satOff val="0"/>
                <a:lumOff val="0"/>
                <a:alphaOff val="0"/>
              </a:srgbClr>
            </a:solidFill>
            <a:ln w="25400" cap="flat" cmpd="sng" algn="ctr">
              <a:solidFill>
                <a:srgbClr val="8064A2">
                  <a:tint val="40000"/>
                  <a:alpha val="90000"/>
                  <a:hueOff val="0"/>
                  <a:satOff val="0"/>
                  <a:lumOff val="0"/>
                  <a:alphaOff val="0"/>
                </a:srgbClr>
              </a:solidFill>
              <a:prstDash val="solid"/>
            </a:ln>
            <a:effectLst/>
          </p:spPr>
          <p:style>
            <a:lnRef idx="2">
              <a:scrgbClr r="0" g="0" b="0"/>
            </a:lnRef>
            <a:fillRef idx="1">
              <a:scrgbClr r="0" g="0" b="0"/>
            </a:fillRef>
            <a:effectRef idx="0">
              <a:scrgbClr r="0" g="0" b="0"/>
            </a:effectRef>
            <a:fontRef idx="minor">
              <a:schemeClr val="dk1">
                <a:hueOff val="0"/>
                <a:satOff val="0"/>
                <a:lumOff val="0"/>
                <a:alphaOff val="0"/>
              </a:schemeClr>
            </a:fontRef>
          </p:style>
        </p:sp>
        <p:sp>
          <p:nvSpPr>
            <p:cNvPr id="14" name="文本框 13">
              <a:extLst>
                <a:ext uri="{FF2B5EF4-FFF2-40B4-BE49-F238E27FC236}">
                  <a16:creationId xmlns:a16="http://schemas.microsoft.com/office/drawing/2014/main" id="{D45765BE-05A5-17BA-51AB-024B8305E3A5}"/>
                </a:ext>
              </a:extLst>
            </p:cNvPr>
            <p:cNvSpPr txBox="1"/>
            <p:nvPr/>
          </p:nvSpPr>
          <p:spPr>
            <a:xfrm>
              <a:off x="36" y="635828"/>
              <a:ext cx="3480866" cy="1449360"/>
            </a:xfrm>
            <a:prstGeom prst="rect">
              <a:avLst/>
            </a:prstGeom>
          </p:spPr>
          <p:style>
            <a:lnRef idx="0">
              <a:scrgbClr r="0" g="0" b="0"/>
            </a:lnRef>
            <a:fillRef idx="0">
              <a:scrgbClr r="0" g="0" b="0"/>
            </a:fillRef>
            <a:effectRef idx="0">
              <a:scrgbClr r="0" g="0" b="0"/>
            </a:effectRef>
            <a:fontRef idx="minor">
              <a:schemeClr val="dk1">
                <a:hueOff val="0"/>
                <a:satOff val="0"/>
                <a:lumOff val="0"/>
                <a:alphaOff val="0"/>
              </a:schemeClr>
            </a:fontRef>
          </p:style>
          <p:txBody>
            <a:bodyPr lIns="96012" tIns="96012" rIns="128016" bIns="144018"/>
            <a:lstStyle>
              <a:lvl1pPr marL="342900" indent="-342900" defTabSz="800100">
                <a:defRPr>
                  <a:solidFill>
                    <a:schemeClr val="tx1"/>
                  </a:solidFill>
                  <a:latin typeface="Comic Sans MS" panose="030F0902030302020204" pitchFamily="66" charset="0"/>
                  <a:ea typeface="宋体" panose="02010600030101010101" pitchFamily="2" charset="-122"/>
                </a:defRPr>
              </a:lvl1pPr>
              <a:lvl2pPr marL="171450" indent="-171450" defTabSz="800100">
                <a:defRPr>
                  <a:solidFill>
                    <a:schemeClr val="tx1"/>
                  </a:solidFill>
                  <a:latin typeface="Comic Sans MS" panose="030F0902030302020204" pitchFamily="66" charset="0"/>
                  <a:ea typeface="宋体" panose="02010600030101010101" pitchFamily="2" charset="-122"/>
                </a:defRPr>
              </a:lvl2pPr>
              <a:lvl3pPr marL="1143000" indent="-228600" defTabSz="800100">
                <a:defRPr>
                  <a:solidFill>
                    <a:schemeClr val="tx1"/>
                  </a:solidFill>
                  <a:latin typeface="Comic Sans MS" panose="030F0902030302020204" pitchFamily="66" charset="0"/>
                  <a:ea typeface="宋体" panose="02010600030101010101" pitchFamily="2" charset="-122"/>
                </a:defRPr>
              </a:lvl3pPr>
              <a:lvl4pPr marL="1600200" indent="-228600" defTabSz="800100">
                <a:defRPr>
                  <a:solidFill>
                    <a:schemeClr val="tx1"/>
                  </a:solidFill>
                  <a:latin typeface="Comic Sans MS" panose="030F0902030302020204" pitchFamily="66" charset="0"/>
                  <a:ea typeface="宋体" panose="02010600030101010101" pitchFamily="2" charset="-122"/>
                </a:defRPr>
              </a:lvl4pPr>
              <a:lvl5pPr marL="2057400" indent="-228600" defTabSz="800100">
                <a:defRPr>
                  <a:solidFill>
                    <a:schemeClr val="tx1"/>
                  </a:solidFill>
                  <a:latin typeface="Comic Sans MS" panose="030F0902030302020204" pitchFamily="66" charset="0"/>
                  <a:ea typeface="宋体" panose="02010600030101010101" pitchFamily="2" charset="-122"/>
                </a:defRPr>
              </a:lvl5pPr>
              <a:lvl6pPr marL="2514600" indent="-228600" defTabSz="800100" eaLnBrk="0" fontAlgn="base" hangingPunct="0">
                <a:spcBef>
                  <a:spcPct val="0"/>
                </a:spcBef>
                <a:spcAft>
                  <a:spcPct val="0"/>
                </a:spcAft>
                <a:defRPr>
                  <a:solidFill>
                    <a:schemeClr val="tx1"/>
                  </a:solidFill>
                  <a:latin typeface="Comic Sans MS" panose="030F0902030302020204" pitchFamily="66" charset="0"/>
                  <a:ea typeface="宋体" panose="02010600030101010101" pitchFamily="2" charset="-122"/>
                </a:defRPr>
              </a:lvl6pPr>
              <a:lvl7pPr marL="2971800" indent="-228600" defTabSz="800100" eaLnBrk="0" fontAlgn="base" hangingPunct="0">
                <a:spcBef>
                  <a:spcPct val="0"/>
                </a:spcBef>
                <a:spcAft>
                  <a:spcPct val="0"/>
                </a:spcAft>
                <a:defRPr>
                  <a:solidFill>
                    <a:schemeClr val="tx1"/>
                  </a:solidFill>
                  <a:latin typeface="Comic Sans MS" panose="030F0902030302020204" pitchFamily="66" charset="0"/>
                  <a:ea typeface="宋体" panose="02010600030101010101" pitchFamily="2" charset="-122"/>
                </a:defRPr>
              </a:lvl7pPr>
              <a:lvl8pPr marL="3429000" indent="-228600" defTabSz="800100" eaLnBrk="0" fontAlgn="base" hangingPunct="0">
                <a:spcBef>
                  <a:spcPct val="0"/>
                </a:spcBef>
                <a:spcAft>
                  <a:spcPct val="0"/>
                </a:spcAft>
                <a:defRPr>
                  <a:solidFill>
                    <a:schemeClr val="tx1"/>
                  </a:solidFill>
                  <a:latin typeface="Comic Sans MS" panose="030F0902030302020204" pitchFamily="66" charset="0"/>
                  <a:ea typeface="宋体" panose="02010600030101010101" pitchFamily="2" charset="-122"/>
                </a:defRPr>
              </a:lvl8pPr>
              <a:lvl9pPr marL="3886200" indent="-228600" defTabSz="800100" eaLnBrk="0" fontAlgn="base" hangingPunct="0">
                <a:spcBef>
                  <a:spcPct val="0"/>
                </a:spcBef>
                <a:spcAft>
                  <a:spcPct val="0"/>
                </a:spcAft>
                <a:defRPr>
                  <a:solidFill>
                    <a:schemeClr val="tx1"/>
                  </a:solidFill>
                  <a:latin typeface="Comic Sans MS" panose="030F0902030302020204" pitchFamily="66" charset="0"/>
                  <a:ea typeface="宋体" panose="02010600030101010101" pitchFamily="2" charset="-122"/>
                </a:defRPr>
              </a:lvl9pPr>
            </a:lstStyle>
            <a:p>
              <a:pPr marL="171450" marR="0" lvl="1" indent="-171450" algn="l" defTabSz="800100" rtl="0" eaLnBrk="0" fontAlgn="base" latinLnBrk="0" hangingPunct="0">
                <a:lnSpc>
                  <a:spcPct val="100000"/>
                </a:lnSpc>
                <a:spcBef>
                  <a:spcPts val="600"/>
                </a:spcBef>
                <a:spcAft>
                  <a:spcPts val="963"/>
                </a:spcAft>
                <a:buClrTx/>
                <a:buSzTx/>
                <a:buFontTx/>
                <a:buChar char="•"/>
                <a:tabLst/>
                <a:defRPr/>
              </a:pPr>
              <a:r>
                <a:rPr kumimoji="0" lang="zh-CN" altLang="en-US" sz="2000" b="1" i="0" u="none" strike="noStrike" kern="1200" cap="none" spc="0" normalizeH="0" baseline="0" noProof="0">
                  <a:ln>
                    <a:noFill/>
                  </a:ln>
                  <a:solidFill>
                    <a:srgbClr val="000000"/>
                  </a:solidFill>
                  <a:effectLst/>
                  <a:uLnTx/>
                  <a:uFillTx/>
                  <a:latin typeface="微软雅黑" panose="020B0503020204020204" pitchFamily="34" charset="-122"/>
                  <a:ea typeface="宋体" panose="02010600030101010101" pitchFamily="2" charset="-122"/>
                  <a:cs typeface="+mn-cs"/>
                </a:rPr>
                <a:t>非自适应路由选择；</a:t>
              </a:r>
            </a:p>
            <a:p>
              <a:pPr marL="171450" marR="0" lvl="1" indent="-171450" algn="l" defTabSz="800100" rtl="0" eaLnBrk="0" fontAlgn="base" latinLnBrk="0" hangingPunct="0">
                <a:lnSpc>
                  <a:spcPct val="100000"/>
                </a:lnSpc>
                <a:spcBef>
                  <a:spcPts val="600"/>
                </a:spcBef>
                <a:spcAft>
                  <a:spcPts val="963"/>
                </a:spcAft>
                <a:buClrTx/>
                <a:buSzTx/>
                <a:buFontTx/>
                <a:buChar char="•"/>
                <a:tabLst/>
                <a:defRPr/>
              </a:pPr>
              <a:r>
                <a:rPr kumimoji="0" lang="zh-CN" altLang="en-US" sz="2000" b="1" i="0" u="none" strike="noStrike" kern="1200" cap="none" spc="0" normalizeH="0" baseline="0" noProof="0">
                  <a:ln>
                    <a:noFill/>
                  </a:ln>
                  <a:solidFill>
                    <a:srgbClr val="000000"/>
                  </a:solidFill>
                  <a:effectLst/>
                  <a:uLnTx/>
                  <a:uFillTx/>
                  <a:latin typeface="微软雅黑" panose="020B0503020204020204" pitchFamily="34" charset="-122"/>
                  <a:ea typeface="宋体" panose="02010600030101010101" pitchFamily="2" charset="-122"/>
                  <a:cs typeface="+mn-cs"/>
                </a:rPr>
                <a:t>不能及时适应网络状态的变化；</a:t>
              </a:r>
            </a:p>
            <a:p>
              <a:pPr marL="171450" marR="0" lvl="1" indent="-171450" algn="l" defTabSz="800100" rtl="0" eaLnBrk="0" fontAlgn="base" latinLnBrk="0" hangingPunct="0">
                <a:lnSpc>
                  <a:spcPct val="100000"/>
                </a:lnSpc>
                <a:spcBef>
                  <a:spcPts val="600"/>
                </a:spcBef>
                <a:spcAft>
                  <a:spcPts val="963"/>
                </a:spcAft>
                <a:buClrTx/>
                <a:buSzTx/>
                <a:buFontTx/>
                <a:buChar char="•"/>
                <a:tabLst/>
                <a:defRPr/>
              </a:pPr>
              <a:r>
                <a:rPr kumimoji="0" lang="zh-CN" altLang="en-US" sz="2000" b="1" i="0" u="none" strike="noStrike" kern="1200" cap="none" spc="0" normalizeH="0" baseline="0" noProof="0">
                  <a:ln>
                    <a:noFill/>
                  </a:ln>
                  <a:solidFill>
                    <a:srgbClr val="000000"/>
                  </a:solidFill>
                  <a:effectLst/>
                  <a:uLnTx/>
                  <a:uFillTx/>
                  <a:latin typeface="微软雅黑" panose="020B0503020204020204" pitchFamily="34" charset="-122"/>
                  <a:ea typeface="宋体" panose="02010600030101010101" pitchFamily="2" charset="-122"/>
                  <a:cs typeface="+mn-cs"/>
                </a:rPr>
                <a:t>简单，开销较小。 </a:t>
              </a:r>
            </a:p>
          </p:txBody>
        </p:sp>
      </p:grpSp>
      <p:grpSp>
        <p:nvGrpSpPr>
          <p:cNvPr id="268294" name="组合 14">
            <a:extLst>
              <a:ext uri="{FF2B5EF4-FFF2-40B4-BE49-F238E27FC236}">
                <a16:creationId xmlns:a16="http://schemas.microsoft.com/office/drawing/2014/main" id="{3CF56F06-5518-3B62-C06A-1096FA5651A6}"/>
              </a:ext>
            </a:extLst>
          </p:cNvPr>
          <p:cNvGrpSpPr>
            <a:grpSpLocks/>
          </p:cNvGrpSpPr>
          <p:nvPr/>
        </p:nvGrpSpPr>
        <p:grpSpPr bwMode="auto">
          <a:xfrm>
            <a:off x="4059238" y="3994150"/>
            <a:ext cx="4019550" cy="1449388"/>
            <a:chOff x="3968224" y="635828"/>
            <a:chExt cx="3480866" cy="1449360"/>
          </a:xfrm>
        </p:grpSpPr>
        <p:sp>
          <p:nvSpPr>
            <p:cNvPr id="16" name="矩形 15">
              <a:extLst>
                <a:ext uri="{FF2B5EF4-FFF2-40B4-BE49-F238E27FC236}">
                  <a16:creationId xmlns:a16="http://schemas.microsoft.com/office/drawing/2014/main" id="{AD8ADF72-CE35-2C18-B880-9A771355AEE7}"/>
                </a:ext>
              </a:extLst>
            </p:cNvPr>
            <p:cNvSpPr/>
            <p:nvPr/>
          </p:nvSpPr>
          <p:spPr>
            <a:xfrm>
              <a:off x="3968224" y="635828"/>
              <a:ext cx="3480866" cy="1449360"/>
            </a:xfrm>
            <a:prstGeom prst="rect">
              <a:avLst/>
            </a:prstGeom>
            <a:solidFill>
              <a:srgbClr val="8064A2">
                <a:tint val="40000"/>
                <a:alpha val="90000"/>
                <a:hueOff val="-3945710"/>
                <a:satOff val="22157"/>
                <a:lumOff val="1408"/>
                <a:alphaOff val="0"/>
              </a:srgbClr>
            </a:solidFill>
            <a:ln w="25400" cap="flat" cmpd="sng" algn="ctr">
              <a:solidFill>
                <a:srgbClr val="8064A2">
                  <a:tint val="40000"/>
                  <a:alpha val="90000"/>
                  <a:hueOff val="-3945710"/>
                  <a:satOff val="22157"/>
                  <a:lumOff val="1408"/>
                  <a:alphaOff val="0"/>
                </a:srgbClr>
              </a:solidFill>
              <a:prstDash val="solid"/>
            </a:ln>
            <a:effectLst/>
          </p:spPr>
          <p:style>
            <a:lnRef idx="2">
              <a:scrgbClr r="0" g="0" b="0"/>
            </a:lnRef>
            <a:fillRef idx="1">
              <a:scrgbClr r="0" g="0" b="0"/>
            </a:fillRef>
            <a:effectRef idx="0">
              <a:scrgbClr r="0" g="0" b="0"/>
            </a:effectRef>
            <a:fontRef idx="minor">
              <a:schemeClr val="dk1">
                <a:hueOff val="0"/>
                <a:satOff val="0"/>
                <a:lumOff val="0"/>
                <a:alphaOff val="0"/>
              </a:schemeClr>
            </a:fontRef>
          </p:style>
        </p:sp>
        <p:sp>
          <p:nvSpPr>
            <p:cNvPr id="17" name="文本框 16">
              <a:extLst>
                <a:ext uri="{FF2B5EF4-FFF2-40B4-BE49-F238E27FC236}">
                  <a16:creationId xmlns:a16="http://schemas.microsoft.com/office/drawing/2014/main" id="{561F6C08-E549-07CE-1113-C1668A04F2CC}"/>
                </a:ext>
              </a:extLst>
            </p:cNvPr>
            <p:cNvSpPr txBox="1"/>
            <p:nvPr/>
          </p:nvSpPr>
          <p:spPr>
            <a:xfrm>
              <a:off x="3968224" y="635828"/>
              <a:ext cx="3480866" cy="1449360"/>
            </a:xfrm>
            <a:prstGeom prst="rect">
              <a:avLst/>
            </a:prstGeom>
          </p:spPr>
          <p:style>
            <a:lnRef idx="0">
              <a:scrgbClr r="0" g="0" b="0"/>
            </a:lnRef>
            <a:fillRef idx="0">
              <a:scrgbClr r="0" g="0" b="0"/>
            </a:fillRef>
            <a:effectRef idx="0">
              <a:scrgbClr r="0" g="0" b="0"/>
            </a:effectRef>
            <a:fontRef idx="minor">
              <a:schemeClr val="dk1">
                <a:hueOff val="0"/>
                <a:satOff val="0"/>
                <a:lumOff val="0"/>
                <a:alphaOff val="0"/>
              </a:schemeClr>
            </a:fontRef>
          </p:style>
          <p:txBody>
            <a:bodyPr lIns="96012" tIns="96012" rIns="128016" bIns="144018"/>
            <a:lstStyle>
              <a:lvl1pPr marL="342900" indent="-342900" defTabSz="800100">
                <a:defRPr>
                  <a:solidFill>
                    <a:schemeClr val="tx1"/>
                  </a:solidFill>
                  <a:latin typeface="Comic Sans MS" panose="030F0902030302020204" pitchFamily="66" charset="0"/>
                  <a:ea typeface="宋体" panose="02010600030101010101" pitchFamily="2" charset="-122"/>
                </a:defRPr>
              </a:lvl1pPr>
              <a:lvl2pPr marL="171450" indent="-171450" defTabSz="800100">
                <a:defRPr>
                  <a:solidFill>
                    <a:schemeClr val="tx1"/>
                  </a:solidFill>
                  <a:latin typeface="Comic Sans MS" panose="030F0902030302020204" pitchFamily="66" charset="0"/>
                  <a:ea typeface="宋体" panose="02010600030101010101" pitchFamily="2" charset="-122"/>
                </a:defRPr>
              </a:lvl2pPr>
              <a:lvl3pPr marL="1143000" indent="-228600" defTabSz="800100">
                <a:defRPr>
                  <a:solidFill>
                    <a:schemeClr val="tx1"/>
                  </a:solidFill>
                  <a:latin typeface="Comic Sans MS" panose="030F0902030302020204" pitchFamily="66" charset="0"/>
                  <a:ea typeface="宋体" panose="02010600030101010101" pitchFamily="2" charset="-122"/>
                </a:defRPr>
              </a:lvl3pPr>
              <a:lvl4pPr marL="1600200" indent="-228600" defTabSz="800100">
                <a:defRPr>
                  <a:solidFill>
                    <a:schemeClr val="tx1"/>
                  </a:solidFill>
                  <a:latin typeface="Comic Sans MS" panose="030F0902030302020204" pitchFamily="66" charset="0"/>
                  <a:ea typeface="宋体" panose="02010600030101010101" pitchFamily="2" charset="-122"/>
                </a:defRPr>
              </a:lvl4pPr>
              <a:lvl5pPr marL="2057400" indent="-228600" defTabSz="800100">
                <a:defRPr>
                  <a:solidFill>
                    <a:schemeClr val="tx1"/>
                  </a:solidFill>
                  <a:latin typeface="Comic Sans MS" panose="030F0902030302020204" pitchFamily="66" charset="0"/>
                  <a:ea typeface="宋体" panose="02010600030101010101" pitchFamily="2" charset="-122"/>
                </a:defRPr>
              </a:lvl5pPr>
              <a:lvl6pPr marL="2514600" indent="-228600" defTabSz="800100" eaLnBrk="0" fontAlgn="base" hangingPunct="0">
                <a:spcBef>
                  <a:spcPct val="0"/>
                </a:spcBef>
                <a:spcAft>
                  <a:spcPct val="0"/>
                </a:spcAft>
                <a:defRPr>
                  <a:solidFill>
                    <a:schemeClr val="tx1"/>
                  </a:solidFill>
                  <a:latin typeface="Comic Sans MS" panose="030F0902030302020204" pitchFamily="66" charset="0"/>
                  <a:ea typeface="宋体" panose="02010600030101010101" pitchFamily="2" charset="-122"/>
                </a:defRPr>
              </a:lvl6pPr>
              <a:lvl7pPr marL="2971800" indent="-228600" defTabSz="800100" eaLnBrk="0" fontAlgn="base" hangingPunct="0">
                <a:spcBef>
                  <a:spcPct val="0"/>
                </a:spcBef>
                <a:spcAft>
                  <a:spcPct val="0"/>
                </a:spcAft>
                <a:defRPr>
                  <a:solidFill>
                    <a:schemeClr val="tx1"/>
                  </a:solidFill>
                  <a:latin typeface="Comic Sans MS" panose="030F0902030302020204" pitchFamily="66" charset="0"/>
                  <a:ea typeface="宋体" panose="02010600030101010101" pitchFamily="2" charset="-122"/>
                </a:defRPr>
              </a:lvl7pPr>
              <a:lvl8pPr marL="3429000" indent="-228600" defTabSz="800100" eaLnBrk="0" fontAlgn="base" hangingPunct="0">
                <a:spcBef>
                  <a:spcPct val="0"/>
                </a:spcBef>
                <a:spcAft>
                  <a:spcPct val="0"/>
                </a:spcAft>
                <a:defRPr>
                  <a:solidFill>
                    <a:schemeClr val="tx1"/>
                  </a:solidFill>
                  <a:latin typeface="Comic Sans MS" panose="030F0902030302020204" pitchFamily="66" charset="0"/>
                  <a:ea typeface="宋体" panose="02010600030101010101" pitchFamily="2" charset="-122"/>
                </a:defRPr>
              </a:lvl8pPr>
              <a:lvl9pPr marL="3886200" indent="-228600" defTabSz="800100" eaLnBrk="0" fontAlgn="base" hangingPunct="0">
                <a:spcBef>
                  <a:spcPct val="0"/>
                </a:spcBef>
                <a:spcAft>
                  <a:spcPct val="0"/>
                </a:spcAft>
                <a:defRPr>
                  <a:solidFill>
                    <a:schemeClr val="tx1"/>
                  </a:solidFill>
                  <a:latin typeface="Comic Sans MS" panose="030F0902030302020204" pitchFamily="66" charset="0"/>
                  <a:ea typeface="宋体" panose="02010600030101010101" pitchFamily="2" charset="-122"/>
                </a:defRPr>
              </a:lvl9pPr>
            </a:lstStyle>
            <a:p>
              <a:pPr marL="171450" marR="0" lvl="1" indent="-171450" algn="l" defTabSz="800100" rtl="0" eaLnBrk="0" fontAlgn="base" latinLnBrk="0" hangingPunct="0">
                <a:lnSpc>
                  <a:spcPct val="100000"/>
                </a:lnSpc>
                <a:spcBef>
                  <a:spcPts val="600"/>
                </a:spcBef>
                <a:spcAft>
                  <a:spcPts val="963"/>
                </a:spcAft>
                <a:buClrTx/>
                <a:buSzTx/>
                <a:buFontTx/>
                <a:buChar char="•"/>
                <a:tabLst/>
                <a:defRPr/>
              </a:pPr>
              <a:r>
                <a:rPr kumimoji="0" lang="zh-CN" altLang="en-US" sz="2000" b="1" i="0" u="none" strike="noStrike" kern="1200" cap="none" spc="0" normalizeH="0" baseline="0" noProof="0">
                  <a:ln>
                    <a:noFill/>
                  </a:ln>
                  <a:solidFill>
                    <a:srgbClr val="000000"/>
                  </a:solidFill>
                  <a:effectLst/>
                  <a:uLnTx/>
                  <a:uFillTx/>
                  <a:latin typeface="微软雅黑" panose="020B0503020204020204" pitchFamily="34" charset="-122"/>
                  <a:ea typeface="宋体" panose="02010600030101010101" pitchFamily="2" charset="-122"/>
                  <a:cs typeface="+mn-cs"/>
                </a:rPr>
                <a:t>自适应路由选择；</a:t>
              </a:r>
            </a:p>
            <a:p>
              <a:pPr marL="171450" marR="0" lvl="1" indent="-171450" algn="l" defTabSz="800100" rtl="0" eaLnBrk="0" fontAlgn="base" latinLnBrk="0" hangingPunct="0">
                <a:lnSpc>
                  <a:spcPct val="100000"/>
                </a:lnSpc>
                <a:spcBef>
                  <a:spcPts val="600"/>
                </a:spcBef>
                <a:spcAft>
                  <a:spcPts val="963"/>
                </a:spcAft>
                <a:buClrTx/>
                <a:buSzTx/>
                <a:buFontTx/>
                <a:buChar char="•"/>
                <a:tabLst/>
                <a:defRPr/>
              </a:pPr>
              <a:r>
                <a:rPr kumimoji="0" lang="zh-CN" altLang="en-US" sz="2000" b="1" i="0" u="none" strike="noStrike" kern="1200" cap="none" spc="0" normalizeH="0" baseline="0" noProof="0">
                  <a:ln>
                    <a:noFill/>
                  </a:ln>
                  <a:solidFill>
                    <a:srgbClr val="000000"/>
                  </a:solidFill>
                  <a:effectLst/>
                  <a:uLnTx/>
                  <a:uFillTx/>
                  <a:latin typeface="微软雅黑" panose="020B0503020204020204" pitchFamily="34" charset="-122"/>
                  <a:ea typeface="宋体" panose="02010600030101010101" pitchFamily="2" charset="-122"/>
                  <a:cs typeface="+mn-cs"/>
                </a:rPr>
                <a:t>能较好地适应网络状态的变化；</a:t>
              </a:r>
            </a:p>
            <a:p>
              <a:pPr marL="171450" marR="0" lvl="1" indent="-171450" algn="l" defTabSz="800100" rtl="0" eaLnBrk="0" fontAlgn="base" latinLnBrk="0" hangingPunct="0">
                <a:lnSpc>
                  <a:spcPct val="100000"/>
                </a:lnSpc>
                <a:spcBef>
                  <a:spcPts val="600"/>
                </a:spcBef>
                <a:spcAft>
                  <a:spcPts val="963"/>
                </a:spcAft>
                <a:buClrTx/>
                <a:buSzTx/>
                <a:buFontTx/>
                <a:buChar char="•"/>
                <a:tabLst/>
                <a:defRPr/>
              </a:pPr>
              <a:r>
                <a:rPr kumimoji="0" lang="zh-CN" altLang="en-US" sz="2000" b="1" i="0" u="none" strike="noStrike" kern="1200" cap="none" spc="0" normalizeH="0" baseline="0" noProof="0">
                  <a:ln>
                    <a:noFill/>
                  </a:ln>
                  <a:solidFill>
                    <a:srgbClr val="000000"/>
                  </a:solidFill>
                  <a:effectLst/>
                  <a:uLnTx/>
                  <a:uFillTx/>
                  <a:latin typeface="微软雅黑" panose="020B0503020204020204" pitchFamily="34" charset="-122"/>
                  <a:ea typeface="宋体" panose="02010600030101010101" pitchFamily="2" charset="-122"/>
                  <a:cs typeface="+mn-cs"/>
                </a:rPr>
                <a:t>实现较为复杂，开销较大。 </a:t>
              </a:r>
            </a:p>
          </p:txBody>
        </p:sp>
      </p:grpSp>
    </p:spTree>
  </p:cSld>
  <p:clrMapOvr>
    <a:masterClrMapping/>
  </p:clrMapOvr>
  <p:transition spd="slow"/>
</p:sld>
</file>

<file path=ppt/slides/slide1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70337" name="Rectangle 2">
            <a:extLst>
              <a:ext uri="{FF2B5EF4-FFF2-40B4-BE49-F238E27FC236}">
                <a16:creationId xmlns:a16="http://schemas.microsoft.com/office/drawing/2014/main" id="{A93DA5F4-7E44-2CD5-D99F-FE961F9EC5B8}"/>
              </a:ext>
            </a:extLst>
          </p:cNvPr>
          <p:cNvSpPr>
            <a:spLocks noGrp="1" noChangeArrowheads="1"/>
          </p:cNvSpPr>
          <p:nvPr>
            <p:ph type="title"/>
          </p:nvPr>
        </p:nvSpPr>
        <p:spPr>
          <a:xfrm>
            <a:off x="512763" y="0"/>
            <a:ext cx="8116887" cy="1462088"/>
          </a:xfrm>
        </p:spPr>
        <p:txBody>
          <a:bodyPr/>
          <a:lstStyle/>
          <a:p>
            <a:pPr eaLnBrk="1" hangingPunct="1"/>
            <a:r>
              <a:rPr lang="zh-CN" altLang="en-US" sz="3600" u="none">
                <a:latin typeface="华文楷体" panose="02010600040101010101" pitchFamily="2" charset="-122"/>
                <a:ea typeface="华文楷体" panose="02010600040101010101" pitchFamily="2" charset="-122"/>
              </a:rPr>
              <a:t>分层角度的路由选择协议</a:t>
            </a:r>
          </a:p>
        </p:txBody>
      </p:sp>
      <p:pic>
        <p:nvPicPr>
          <p:cNvPr id="270338" name="Picture 95" descr="underline_base">
            <a:extLst>
              <a:ext uri="{FF2B5EF4-FFF2-40B4-BE49-F238E27FC236}">
                <a16:creationId xmlns:a16="http://schemas.microsoft.com/office/drawing/2014/main" id="{BC399120-2D9B-848E-5A99-D2AD99BF518F}"/>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84200" y="1079500"/>
            <a:ext cx="5484813" cy="173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0339" name="Rectangle 8">
            <a:extLst>
              <a:ext uri="{FF2B5EF4-FFF2-40B4-BE49-F238E27FC236}">
                <a16:creationId xmlns:a16="http://schemas.microsoft.com/office/drawing/2014/main" id="{D33DC953-305F-1CD7-2BCF-28A9109B4366}"/>
              </a:ext>
            </a:extLst>
          </p:cNvPr>
          <p:cNvSpPr>
            <a:spLocks noChangeArrowheads="1"/>
          </p:cNvSpPr>
          <p:nvPr/>
        </p:nvSpPr>
        <p:spPr bwMode="auto">
          <a:xfrm>
            <a:off x="576263" y="1779588"/>
            <a:ext cx="8053387" cy="1762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defRPr>
            </a:lvl1pPr>
            <a:lvl2pPr marL="598488" indent="-34290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宋体" panose="02010600030101010101" pitchFamily="2" charset="-122"/>
              </a:defRPr>
            </a:lvl2pPr>
            <a:lvl3pPr marL="1143000" indent="-228600">
              <a:spcBef>
                <a:spcPct val="20000"/>
              </a:spcBef>
              <a:buChar char="•"/>
              <a:defRPr kumimoji="1" sz="2000">
                <a:solidFill>
                  <a:schemeClr val="tx1"/>
                </a:solidFill>
                <a:latin typeface="Comic Sans MS" panose="030F0902030302020204" pitchFamily="66"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0" fontAlgn="base" latinLnBrk="0" hangingPunct="0">
              <a:lnSpc>
                <a:spcPts val="3300"/>
              </a:lnSpc>
              <a:spcBef>
                <a:spcPct val="0"/>
              </a:spcBef>
              <a:spcAft>
                <a:spcPct val="0"/>
              </a:spcAft>
              <a:buClr>
                <a:srgbClr val="0070C0"/>
              </a:buClr>
              <a:buSzTx/>
              <a:buFontTx/>
              <a:buNone/>
              <a:tabLst/>
              <a:defRPr/>
            </a:pPr>
            <a:endParaRPr kumimoji="0" lang="en-US" altLang="zh-CN" sz="2000" b="1" i="0" u="none" strike="noStrike" kern="1200" cap="none" spc="0" normalizeH="0" baseline="0" noProof="0">
              <a:ln>
                <a:noFill/>
              </a:ln>
              <a:solidFill>
                <a:srgbClr val="000000"/>
              </a:solidFill>
              <a:effectLst/>
              <a:uLnTx/>
              <a:uFillTx/>
              <a:latin typeface="微软雅黑" panose="020B0503020204020204" pitchFamily="34" charset="-122"/>
              <a:ea typeface="宋体" panose="02010600030101010101" pitchFamily="2" charset="-122"/>
              <a:cs typeface="+mn-cs"/>
            </a:endParaRPr>
          </a:p>
          <a:p>
            <a:pPr marL="598488" marR="0" lvl="1" indent="-342900" algn="l" defTabSz="914400" rtl="0" eaLnBrk="0" fontAlgn="base" latinLnBrk="0" hangingPunct="0">
              <a:lnSpc>
                <a:spcPts val="3000"/>
              </a:lnSpc>
              <a:spcBef>
                <a:spcPct val="0"/>
              </a:spcBef>
              <a:spcAft>
                <a:spcPts val="1000"/>
              </a:spcAft>
              <a:buClr>
                <a:srgbClr val="7030A0"/>
              </a:buClr>
              <a:buSzPct val="75000"/>
              <a:buFont typeface="Wingdings" pitchFamily="2" charset="2"/>
              <a:buChar char="u"/>
              <a:tabLst/>
              <a:defRPr/>
            </a:pPr>
            <a:r>
              <a:rPr kumimoji="0" lang="zh-CN" altLang="en-US" sz="2000" b="1" i="0" u="none" strike="noStrike" kern="1200" cap="none" spc="0" normalizeH="0" baseline="0" noProof="0">
                <a:ln>
                  <a:noFill/>
                </a:ln>
                <a:solidFill>
                  <a:srgbClr val="000000"/>
                </a:solidFill>
                <a:effectLst/>
                <a:uLnTx/>
                <a:uFillTx/>
                <a:latin typeface="微软雅黑" panose="020B0503020204020204" pitchFamily="34" charset="-122"/>
                <a:ea typeface="宋体" panose="02010600030101010101" pitchFamily="2" charset="-122"/>
                <a:cs typeface="+mn-cs"/>
              </a:rPr>
              <a:t>采用自适应的（即动态的）、分布式路由选择协议。</a:t>
            </a:r>
            <a:endParaRPr kumimoji="0" lang="en-US" altLang="zh-CN" sz="2000" b="1" i="0" u="none" strike="noStrike" kern="1200" cap="none" spc="0" normalizeH="0" baseline="0" noProof="0">
              <a:ln>
                <a:noFill/>
              </a:ln>
              <a:solidFill>
                <a:srgbClr val="000000"/>
              </a:solidFill>
              <a:effectLst/>
              <a:uLnTx/>
              <a:uFillTx/>
              <a:latin typeface="微软雅黑" panose="020B0503020204020204" pitchFamily="34" charset="-122"/>
              <a:ea typeface="宋体" panose="02010600030101010101" pitchFamily="2" charset="-122"/>
              <a:cs typeface="+mn-cs"/>
            </a:endParaRPr>
          </a:p>
          <a:p>
            <a:pPr marL="598488" marR="0" lvl="1" indent="-342900" algn="l" defTabSz="914400" rtl="0" eaLnBrk="0" fontAlgn="base" latinLnBrk="0" hangingPunct="0">
              <a:lnSpc>
                <a:spcPts val="3000"/>
              </a:lnSpc>
              <a:spcBef>
                <a:spcPct val="0"/>
              </a:spcBef>
              <a:spcAft>
                <a:spcPts val="1000"/>
              </a:spcAft>
              <a:buClr>
                <a:srgbClr val="7030A0"/>
              </a:buClr>
              <a:buSzPct val="75000"/>
              <a:buFont typeface="Wingdings" pitchFamily="2" charset="2"/>
              <a:buChar char="u"/>
              <a:tabLst/>
              <a:defRPr/>
            </a:pPr>
            <a:r>
              <a:rPr kumimoji="0" lang="zh-CN" altLang="en-US" sz="2000" b="1" i="0" u="none" strike="noStrike" kern="1200" cap="none" spc="0" normalizeH="0" baseline="0" noProof="0">
                <a:ln>
                  <a:noFill/>
                </a:ln>
                <a:solidFill>
                  <a:srgbClr val="000000"/>
                </a:solidFill>
                <a:effectLst/>
                <a:uLnTx/>
                <a:uFillTx/>
                <a:latin typeface="微软雅黑" panose="020B0503020204020204" pitchFamily="34" charset="-122"/>
                <a:ea typeface="宋体" panose="02010600030101010101" pitchFamily="2" charset="-122"/>
                <a:cs typeface="+mn-cs"/>
              </a:rPr>
              <a:t>把整个互联网划分为许多较小的自治系统 </a:t>
            </a:r>
            <a:r>
              <a:rPr kumimoji="0" lang="en-US" altLang="zh-CN" sz="2000" b="1" i="0" u="none" strike="noStrike" kern="1200" cap="none" spc="0" normalizeH="0" baseline="0" noProof="0">
                <a:ln>
                  <a:noFill/>
                </a:ln>
                <a:solidFill>
                  <a:srgbClr val="000000"/>
                </a:solidFill>
                <a:effectLst/>
                <a:uLnTx/>
                <a:uFillTx/>
                <a:latin typeface="微软雅黑" panose="020B0503020204020204" pitchFamily="34" charset="-122"/>
                <a:ea typeface="宋体" panose="02010600030101010101" pitchFamily="2" charset="-122"/>
                <a:cs typeface="+mn-cs"/>
              </a:rPr>
              <a:t>AS</a:t>
            </a:r>
            <a:r>
              <a:rPr kumimoji="0" lang="zh-CN" altLang="en-US" sz="2000" b="1" i="0" u="none" strike="noStrike" kern="1200" cap="none" spc="0" normalizeH="0" baseline="0" noProof="0">
                <a:ln>
                  <a:noFill/>
                </a:ln>
                <a:solidFill>
                  <a:srgbClr val="000000"/>
                </a:solidFill>
                <a:effectLst/>
                <a:uLnTx/>
                <a:uFillTx/>
                <a:latin typeface="微软雅黑" panose="020B0503020204020204" pitchFamily="34" charset="-122"/>
                <a:ea typeface="宋体" panose="02010600030101010101" pitchFamily="2" charset="-122"/>
                <a:cs typeface="+mn-cs"/>
              </a:rPr>
              <a:t>，采用分层次的路由选择协议。</a:t>
            </a:r>
            <a:endParaRPr kumimoji="0" lang="en-US" altLang="zh-CN" sz="2000" b="1" i="0" u="none" strike="noStrike" kern="1200" cap="none" spc="0" normalizeH="0" baseline="0" noProof="0">
              <a:ln>
                <a:noFill/>
              </a:ln>
              <a:solidFill>
                <a:srgbClr val="000000"/>
              </a:solidFill>
              <a:effectLst/>
              <a:uLnTx/>
              <a:uFillTx/>
              <a:latin typeface="微软雅黑" panose="020B0503020204020204" pitchFamily="34" charset="-122"/>
              <a:ea typeface="宋体" panose="02010600030101010101" pitchFamily="2" charset="-122"/>
              <a:cs typeface="+mn-cs"/>
            </a:endParaRPr>
          </a:p>
        </p:txBody>
      </p:sp>
      <p:grpSp>
        <p:nvGrpSpPr>
          <p:cNvPr id="270340" name="组合 3">
            <a:extLst>
              <a:ext uri="{FF2B5EF4-FFF2-40B4-BE49-F238E27FC236}">
                <a16:creationId xmlns:a16="http://schemas.microsoft.com/office/drawing/2014/main" id="{124DC439-A833-8474-5D29-3CD2A5BCE5F3}"/>
              </a:ext>
            </a:extLst>
          </p:cNvPr>
          <p:cNvGrpSpPr>
            <a:grpSpLocks/>
          </p:cNvGrpSpPr>
          <p:nvPr/>
        </p:nvGrpSpPr>
        <p:grpSpPr bwMode="auto">
          <a:xfrm>
            <a:off x="935038" y="1462088"/>
            <a:ext cx="1301750" cy="633412"/>
            <a:chOff x="36" y="2228"/>
            <a:chExt cx="3480866" cy="633600"/>
          </a:xfrm>
        </p:grpSpPr>
        <p:sp>
          <p:nvSpPr>
            <p:cNvPr id="5" name="矩形 4">
              <a:extLst>
                <a:ext uri="{FF2B5EF4-FFF2-40B4-BE49-F238E27FC236}">
                  <a16:creationId xmlns:a16="http://schemas.microsoft.com/office/drawing/2014/main" id="{B2334301-4E01-FB9B-DC3B-80E5A5F9A23B}"/>
                </a:ext>
              </a:extLst>
            </p:cNvPr>
            <p:cNvSpPr/>
            <p:nvPr/>
          </p:nvSpPr>
          <p:spPr>
            <a:xfrm>
              <a:off x="36" y="2228"/>
              <a:ext cx="3480866" cy="633600"/>
            </a:xfrm>
            <a:prstGeom prst="rect">
              <a:avLst/>
            </a:prstGeom>
            <a:solidFill>
              <a:srgbClr val="8064A2">
                <a:hueOff val="0"/>
                <a:satOff val="0"/>
                <a:lumOff val="0"/>
                <a:alphaOff val="0"/>
              </a:srgbClr>
            </a:solidFill>
            <a:ln w="25400" cap="flat" cmpd="sng" algn="ctr">
              <a:solidFill>
                <a:srgbClr val="8064A2">
                  <a:hueOff val="0"/>
                  <a:satOff val="0"/>
                  <a:lumOff val="0"/>
                  <a:alphaOff val="0"/>
                </a:srgbClr>
              </a:solidFill>
              <a:prstDash val="solid"/>
            </a:ln>
            <a:effectLst>
              <a:outerShdw blurRad="40000" dist="20000" dir="5400000" rotWithShape="0">
                <a:srgbClr val="000000">
                  <a:alpha val="38000"/>
                </a:srgbClr>
              </a:outerShdw>
            </a:effectLst>
          </p:spPr>
          <p:style>
            <a:lnRef idx="2">
              <a:scrgbClr r="0" g="0" b="0"/>
            </a:lnRef>
            <a:fillRef idx="1">
              <a:scrgbClr r="0" g="0" b="0"/>
            </a:fillRef>
            <a:effectRef idx="1">
              <a:scrgbClr r="0" g="0" b="0"/>
            </a:effectRef>
            <a:fontRef idx="minor">
              <a:schemeClr val="lt1"/>
            </a:fontRef>
          </p:style>
        </p:sp>
        <p:sp>
          <p:nvSpPr>
            <p:cNvPr id="18" name="文本框 17">
              <a:extLst>
                <a:ext uri="{FF2B5EF4-FFF2-40B4-BE49-F238E27FC236}">
                  <a16:creationId xmlns:a16="http://schemas.microsoft.com/office/drawing/2014/main" id="{0AD68AD9-C814-6FF0-5FA7-3979382C9FDB}"/>
                </a:ext>
              </a:extLst>
            </p:cNvPr>
            <p:cNvSpPr txBox="1"/>
            <p:nvPr/>
          </p:nvSpPr>
          <p:spPr>
            <a:xfrm>
              <a:off x="36" y="2228"/>
              <a:ext cx="3480866" cy="633600"/>
            </a:xfrm>
            <a:prstGeom prst="rect">
              <a:avLst/>
            </a:prstGeom>
          </p:spPr>
          <p:style>
            <a:lnRef idx="0">
              <a:scrgbClr r="0" g="0" b="0"/>
            </a:lnRef>
            <a:fillRef idx="0">
              <a:scrgbClr r="0" g="0" b="0"/>
            </a:fillRef>
            <a:effectRef idx="0">
              <a:scrgbClr r="0" g="0" b="0"/>
            </a:effectRef>
            <a:fontRef idx="minor">
              <a:schemeClr val="lt1"/>
            </a:fontRef>
          </p:style>
          <p:txBody>
            <a:bodyPr lIns="142240" tIns="81280" rIns="142240" bIns="81280" anchor="ctr"/>
            <a:lstStyle>
              <a:lvl1pPr defTabSz="889000">
                <a:defRPr>
                  <a:solidFill>
                    <a:schemeClr val="tx1"/>
                  </a:solidFill>
                  <a:latin typeface="Comic Sans MS" panose="030F0902030302020204" pitchFamily="66" charset="0"/>
                  <a:ea typeface="宋体" panose="02010600030101010101" pitchFamily="2" charset="-122"/>
                </a:defRPr>
              </a:lvl1pPr>
              <a:lvl2pPr marL="742950" indent="-285750" defTabSz="889000">
                <a:defRPr>
                  <a:solidFill>
                    <a:schemeClr val="tx1"/>
                  </a:solidFill>
                  <a:latin typeface="Comic Sans MS" panose="030F0902030302020204" pitchFamily="66" charset="0"/>
                  <a:ea typeface="宋体" panose="02010600030101010101" pitchFamily="2" charset="-122"/>
                </a:defRPr>
              </a:lvl2pPr>
              <a:lvl3pPr marL="1143000" indent="-228600" defTabSz="889000">
                <a:defRPr>
                  <a:solidFill>
                    <a:schemeClr val="tx1"/>
                  </a:solidFill>
                  <a:latin typeface="Comic Sans MS" panose="030F0902030302020204" pitchFamily="66" charset="0"/>
                  <a:ea typeface="宋体" panose="02010600030101010101" pitchFamily="2" charset="-122"/>
                </a:defRPr>
              </a:lvl3pPr>
              <a:lvl4pPr marL="1600200" indent="-228600" defTabSz="889000">
                <a:defRPr>
                  <a:solidFill>
                    <a:schemeClr val="tx1"/>
                  </a:solidFill>
                  <a:latin typeface="Comic Sans MS" panose="030F0902030302020204" pitchFamily="66" charset="0"/>
                  <a:ea typeface="宋体" panose="02010600030101010101" pitchFamily="2" charset="-122"/>
                </a:defRPr>
              </a:lvl4pPr>
              <a:lvl5pPr marL="2057400" indent="-228600" defTabSz="889000">
                <a:defRPr>
                  <a:solidFill>
                    <a:schemeClr val="tx1"/>
                  </a:solidFill>
                  <a:latin typeface="Comic Sans MS" panose="030F0902030302020204" pitchFamily="66" charset="0"/>
                  <a:ea typeface="宋体" panose="02010600030101010101" pitchFamily="2" charset="-122"/>
                </a:defRPr>
              </a:lvl5pPr>
              <a:lvl6pPr marL="2514600" indent="-228600" defTabSz="889000" eaLnBrk="0" fontAlgn="base" hangingPunct="0">
                <a:spcBef>
                  <a:spcPct val="0"/>
                </a:spcBef>
                <a:spcAft>
                  <a:spcPct val="0"/>
                </a:spcAft>
                <a:defRPr>
                  <a:solidFill>
                    <a:schemeClr val="tx1"/>
                  </a:solidFill>
                  <a:latin typeface="Comic Sans MS" panose="030F0902030302020204" pitchFamily="66" charset="0"/>
                  <a:ea typeface="宋体" panose="02010600030101010101" pitchFamily="2" charset="-122"/>
                </a:defRPr>
              </a:lvl6pPr>
              <a:lvl7pPr marL="2971800" indent="-228600" defTabSz="889000" eaLnBrk="0" fontAlgn="base" hangingPunct="0">
                <a:spcBef>
                  <a:spcPct val="0"/>
                </a:spcBef>
                <a:spcAft>
                  <a:spcPct val="0"/>
                </a:spcAft>
                <a:defRPr>
                  <a:solidFill>
                    <a:schemeClr val="tx1"/>
                  </a:solidFill>
                  <a:latin typeface="Comic Sans MS" panose="030F0902030302020204" pitchFamily="66" charset="0"/>
                  <a:ea typeface="宋体" panose="02010600030101010101" pitchFamily="2" charset="-122"/>
                </a:defRPr>
              </a:lvl7pPr>
              <a:lvl8pPr marL="3429000" indent="-228600" defTabSz="889000" eaLnBrk="0" fontAlgn="base" hangingPunct="0">
                <a:spcBef>
                  <a:spcPct val="0"/>
                </a:spcBef>
                <a:spcAft>
                  <a:spcPct val="0"/>
                </a:spcAft>
                <a:defRPr>
                  <a:solidFill>
                    <a:schemeClr val="tx1"/>
                  </a:solidFill>
                  <a:latin typeface="Comic Sans MS" panose="030F0902030302020204" pitchFamily="66" charset="0"/>
                  <a:ea typeface="宋体" panose="02010600030101010101" pitchFamily="2" charset="-122"/>
                </a:defRPr>
              </a:lvl8pPr>
              <a:lvl9pPr marL="3886200" indent="-228600" defTabSz="889000" eaLnBrk="0" fontAlgn="base" hangingPunct="0">
                <a:spcBef>
                  <a:spcPct val="0"/>
                </a:spcBef>
                <a:spcAft>
                  <a:spcPct val="0"/>
                </a:spcAft>
                <a:defRPr>
                  <a:solidFill>
                    <a:schemeClr val="tx1"/>
                  </a:solidFill>
                  <a:latin typeface="Comic Sans MS" panose="030F0902030302020204" pitchFamily="66" charset="0"/>
                  <a:ea typeface="宋体" panose="02010600030101010101" pitchFamily="2" charset="-122"/>
                </a:defRPr>
              </a:lvl9pPr>
            </a:lstStyle>
            <a:p>
              <a:pPr marL="0" marR="0" lvl="0" indent="0" algn="ctr" defTabSz="889000" rtl="0" eaLnBrk="0" fontAlgn="base" latinLnBrk="0" hangingPunct="0">
                <a:lnSpc>
                  <a:spcPct val="90000"/>
                </a:lnSpc>
                <a:spcBef>
                  <a:spcPct val="0"/>
                </a:spcBef>
                <a:spcAft>
                  <a:spcPct val="35000"/>
                </a:spcAft>
                <a:buClrTx/>
                <a:buSzTx/>
                <a:buFontTx/>
                <a:buNone/>
                <a:tabLst/>
                <a:defRPr/>
              </a:pPr>
              <a:r>
                <a:rPr kumimoji="0" lang="zh-CN" altLang="en-US" sz="2200" b="1" i="0" u="none" strike="noStrike" kern="1200" cap="none" spc="0" normalizeH="0" baseline="0" noProof="0">
                  <a:ln>
                    <a:noFill/>
                  </a:ln>
                  <a:solidFill>
                    <a:srgbClr val="FFFFFF"/>
                  </a:solidFill>
                  <a:effectLst/>
                  <a:uLnTx/>
                  <a:uFillTx/>
                  <a:latin typeface="微软雅黑" panose="020B0503020204020204" pitchFamily="34" charset="-122"/>
                  <a:ea typeface="宋体" panose="02010600030101010101" pitchFamily="2" charset="-122"/>
                  <a:cs typeface="+mn-cs"/>
                </a:rPr>
                <a:t>互联网</a:t>
              </a:r>
            </a:p>
          </p:txBody>
        </p:sp>
      </p:grpSp>
      <p:grpSp>
        <p:nvGrpSpPr>
          <p:cNvPr id="270341" name="组合 18">
            <a:extLst>
              <a:ext uri="{FF2B5EF4-FFF2-40B4-BE49-F238E27FC236}">
                <a16:creationId xmlns:a16="http://schemas.microsoft.com/office/drawing/2014/main" id="{C0368F34-5CB9-FAD6-0711-040204EE6FCD}"/>
              </a:ext>
            </a:extLst>
          </p:cNvPr>
          <p:cNvGrpSpPr>
            <a:grpSpLocks/>
          </p:cNvGrpSpPr>
          <p:nvPr/>
        </p:nvGrpSpPr>
        <p:grpSpPr bwMode="auto">
          <a:xfrm>
            <a:off x="6323013" y="3632200"/>
            <a:ext cx="1946275" cy="633413"/>
            <a:chOff x="3968224" y="2228"/>
            <a:chExt cx="3480866" cy="633600"/>
          </a:xfrm>
        </p:grpSpPr>
        <p:sp>
          <p:nvSpPr>
            <p:cNvPr id="20" name="矩形 19">
              <a:extLst>
                <a:ext uri="{FF2B5EF4-FFF2-40B4-BE49-F238E27FC236}">
                  <a16:creationId xmlns:a16="http://schemas.microsoft.com/office/drawing/2014/main" id="{FEF1512B-5D45-6A8A-D6CC-5FE9EF213FE4}"/>
                </a:ext>
              </a:extLst>
            </p:cNvPr>
            <p:cNvSpPr/>
            <p:nvPr/>
          </p:nvSpPr>
          <p:spPr>
            <a:xfrm>
              <a:off x="3968224" y="2228"/>
              <a:ext cx="3480866" cy="633600"/>
            </a:xfrm>
            <a:prstGeom prst="rect">
              <a:avLst/>
            </a:prstGeom>
            <a:solidFill>
              <a:srgbClr val="8064A2">
                <a:hueOff val="-4464770"/>
                <a:satOff val="26899"/>
                <a:lumOff val="2156"/>
                <a:alphaOff val="0"/>
              </a:srgbClr>
            </a:solidFill>
            <a:ln w="25400" cap="flat" cmpd="sng" algn="ctr">
              <a:solidFill>
                <a:srgbClr val="8064A2">
                  <a:hueOff val="-4464770"/>
                  <a:satOff val="26899"/>
                  <a:lumOff val="2156"/>
                  <a:alphaOff val="0"/>
                </a:srgbClr>
              </a:solidFill>
              <a:prstDash val="solid"/>
            </a:ln>
            <a:effectLst>
              <a:outerShdw blurRad="40000" dist="20000" dir="5400000" rotWithShape="0">
                <a:srgbClr val="000000">
                  <a:alpha val="38000"/>
                </a:srgbClr>
              </a:outerShdw>
            </a:effectLst>
          </p:spPr>
          <p:style>
            <a:lnRef idx="2">
              <a:scrgbClr r="0" g="0" b="0"/>
            </a:lnRef>
            <a:fillRef idx="1">
              <a:scrgbClr r="0" g="0" b="0"/>
            </a:fillRef>
            <a:effectRef idx="1">
              <a:scrgbClr r="0" g="0" b="0"/>
            </a:effectRef>
            <a:fontRef idx="minor">
              <a:schemeClr val="lt1"/>
            </a:fontRef>
          </p:style>
        </p:sp>
        <p:sp>
          <p:nvSpPr>
            <p:cNvPr id="21" name="文本框 20">
              <a:extLst>
                <a:ext uri="{FF2B5EF4-FFF2-40B4-BE49-F238E27FC236}">
                  <a16:creationId xmlns:a16="http://schemas.microsoft.com/office/drawing/2014/main" id="{F1C17D7C-1963-64C7-BDC1-4F1593D04307}"/>
                </a:ext>
              </a:extLst>
            </p:cNvPr>
            <p:cNvSpPr txBox="1"/>
            <p:nvPr/>
          </p:nvSpPr>
          <p:spPr>
            <a:xfrm>
              <a:off x="3968224" y="2228"/>
              <a:ext cx="3480866" cy="633600"/>
            </a:xfrm>
            <a:prstGeom prst="rect">
              <a:avLst/>
            </a:prstGeom>
          </p:spPr>
          <p:style>
            <a:lnRef idx="0">
              <a:scrgbClr r="0" g="0" b="0"/>
            </a:lnRef>
            <a:fillRef idx="0">
              <a:scrgbClr r="0" g="0" b="0"/>
            </a:fillRef>
            <a:effectRef idx="0">
              <a:scrgbClr r="0" g="0" b="0"/>
            </a:effectRef>
            <a:fontRef idx="minor">
              <a:schemeClr val="lt1"/>
            </a:fontRef>
          </p:style>
          <p:txBody>
            <a:bodyPr lIns="142240" tIns="81280" rIns="142240" bIns="81280" anchor="ctr"/>
            <a:lstStyle>
              <a:lvl1pPr defTabSz="889000">
                <a:defRPr>
                  <a:solidFill>
                    <a:schemeClr val="tx1"/>
                  </a:solidFill>
                  <a:latin typeface="Comic Sans MS" panose="030F0902030302020204" pitchFamily="66" charset="0"/>
                  <a:ea typeface="宋体" panose="02010600030101010101" pitchFamily="2" charset="-122"/>
                </a:defRPr>
              </a:lvl1pPr>
              <a:lvl2pPr marL="742950" indent="-285750" defTabSz="889000">
                <a:defRPr>
                  <a:solidFill>
                    <a:schemeClr val="tx1"/>
                  </a:solidFill>
                  <a:latin typeface="Comic Sans MS" panose="030F0902030302020204" pitchFamily="66" charset="0"/>
                  <a:ea typeface="宋体" panose="02010600030101010101" pitchFamily="2" charset="-122"/>
                </a:defRPr>
              </a:lvl2pPr>
              <a:lvl3pPr marL="1143000" indent="-228600" defTabSz="889000">
                <a:defRPr>
                  <a:solidFill>
                    <a:schemeClr val="tx1"/>
                  </a:solidFill>
                  <a:latin typeface="Comic Sans MS" panose="030F0902030302020204" pitchFamily="66" charset="0"/>
                  <a:ea typeface="宋体" panose="02010600030101010101" pitchFamily="2" charset="-122"/>
                </a:defRPr>
              </a:lvl3pPr>
              <a:lvl4pPr marL="1600200" indent="-228600" defTabSz="889000">
                <a:defRPr>
                  <a:solidFill>
                    <a:schemeClr val="tx1"/>
                  </a:solidFill>
                  <a:latin typeface="Comic Sans MS" panose="030F0902030302020204" pitchFamily="66" charset="0"/>
                  <a:ea typeface="宋体" panose="02010600030101010101" pitchFamily="2" charset="-122"/>
                </a:defRPr>
              </a:lvl4pPr>
              <a:lvl5pPr marL="2057400" indent="-228600" defTabSz="889000">
                <a:defRPr>
                  <a:solidFill>
                    <a:schemeClr val="tx1"/>
                  </a:solidFill>
                  <a:latin typeface="Comic Sans MS" panose="030F0902030302020204" pitchFamily="66" charset="0"/>
                  <a:ea typeface="宋体" panose="02010600030101010101" pitchFamily="2" charset="-122"/>
                </a:defRPr>
              </a:lvl5pPr>
              <a:lvl6pPr marL="2514600" indent="-228600" defTabSz="889000" eaLnBrk="0" fontAlgn="base" hangingPunct="0">
                <a:spcBef>
                  <a:spcPct val="0"/>
                </a:spcBef>
                <a:spcAft>
                  <a:spcPct val="0"/>
                </a:spcAft>
                <a:defRPr>
                  <a:solidFill>
                    <a:schemeClr val="tx1"/>
                  </a:solidFill>
                  <a:latin typeface="Comic Sans MS" panose="030F0902030302020204" pitchFamily="66" charset="0"/>
                  <a:ea typeface="宋体" panose="02010600030101010101" pitchFamily="2" charset="-122"/>
                </a:defRPr>
              </a:lvl6pPr>
              <a:lvl7pPr marL="2971800" indent="-228600" defTabSz="889000" eaLnBrk="0" fontAlgn="base" hangingPunct="0">
                <a:spcBef>
                  <a:spcPct val="0"/>
                </a:spcBef>
                <a:spcAft>
                  <a:spcPct val="0"/>
                </a:spcAft>
                <a:defRPr>
                  <a:solidFill>
                    <a:schemeClr val="tx1"/>
                  </a:solidFill>
                  <a:latin typeface="Comic Sans MS" panose="030F0902030302020204" pitchFamily="66" charset="0"/>
                  <a:ea typeface="宋体" panose="02010600030101010101" pitchFamily="2" charset="-122"/>
                </a:defRPr>
              </a:lvl7pPr>
              <a:lvl8pPr marL="3429000" indent="-228600" defTabSz="889000" eaLnBrk="0" fontAlgn="base" hangingPunct="0">
                <a:spcBef>
                  <a:spcPct val="0"/>
                </a:spcBef>
                <a:spcAft>
                  <a:spcPct val="0"/>
                </a:spcAft>
                <a:defRPr>
                  <a:solidFill>
                    <a:schemeClr val="tx1"/>
                  </a:solidFill>
                  <a:latin typeface="Comic Sans MS" panose="030F0902030302020204" pitchFamily="66" charset="0"/>
                  <a:ea typeface="宋体" panose="02010600030101010101" pitchFamily="2" charset="-122"/>
                </a:defRPr>
              </a:lvl8pPr>
              <a:lvl9pPr marL="3886200" indent="-228600" defTabSz="889000" eaLnBrk="0" fontAlgn="base" hangingPunct="0">
                <a:spcBef>
                  <a:spcPct val="0"/>
                </a:spcBef>
                <a:spcAft>
                  <a:spcPct val="0"/>
                </a:spcAft>
                <a:defRPr>
                  <a:solidFill>
                    <a:schemeClr val="tx1"/>
                  </a:solidFill>
                  <a:latin typeface="Comic Sans MS" panose="030F0902030302020204" pitchFamily="66" charset="0"/>
                  <a:ea typeface="宋体" panose="02010600030101010101" pitchFamily="2" charset="-122"/>
                </a:defRPr>
              </a:lvl9pPr>
            </a:lstStyle>
            <a:p>
              <a:pPr marL="0" marR="0" lvl="0" indent="0" algn="ctr" defTabSz="889000" rtl="0" eaLnBrk="0" fontAlgn="base" latinLnBrk="0" hangingPunct="0">
                <a:lnSpc>
                  <a:spcPct val="90000"/>
                </a:lnSpc>
                <a:spcBef>
                  <a:spcPct val="0"/>
                </a:spcBef>
                <a:spcAft>
                  <a:spcPct val="35000"/>
                </a:spcAft>
                <a:buClrTx/>
                <a:buSzTx/>
                <a:buFontTx/>
                <a:buNone/>
                <a:tabLst/>
                <a:defRPr/>
              </a:pPr>
              <a:r>
                <a:rPr kumimoji="0" lang="zh-CN" altLang="en-US" sz="2000" b="1" i="0" u="none" strike="noStrike" kern="1200" cap="none" spc="0" normalizeH="0" baseline="0" noProof="0">
                  <a:ln>
                    <a:noFill/>
                  </a:ln>
                  <a:solidFill>
                    <a:srgbClr val="FFFFFF"/>
                  </a:solidFill>
                  <a:effectLst/>
                  <a:uLnTx/>
                  <a:uFillTx/>
                  <a:latin typeface="微软雅黑" panose="020B0503020204020204" pitchFamily="34" charset="-122"/>
                  <a:ea typeface="宋体" panose="02010600030101010101" pitchFamily="2" charset="-122"/>
                  <a:cs typeface="+mn-cs"/>
                </a:rPr>
                <a:t>分为两个层次</a:t>
              </a:r>
            </a:p>
          </p:txBody>
        </p:sp>
      </p:grpSp>
      <p:sp>
        <p:nvSpPr>
          <p:cNvPr id="270342" name="Rectangle 8">
            <a:extLst>
              <a:ext uri="{FF2B5EF4-FFF2-40B4-BE49-F238E27FC236}">
                <a16:creationId xmlns:a16="http://schemas.microsoft.com/office/drawing/2014/main" id="{5A74925E-8F5B-0984-D0FA-64DDDF2C7324}"/>
              </a:ext>
            </a:extLst>
          </p:cNvPr>
          <p:cNvSpPr>
            <a:spLocks noChangeArrowheads="1"/>
          </p:cNvSpPr>
          <p:nvPr/>
        </p:nvSpPr>
        <p:spPr bwMode="auto">
          <a:xfrm>
            <a:off x="576263" y="4222750"/>
            <a:ext cx="8053387" cy="1749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defRPr>
            </a:lvl1pPr>
            <a:lvl2pPr marL="598488" indent="-34290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宋体" panose="02010600030101010101" pitchFamily="2" charset="-122"/>
              </a:defRPr>
            </a:lvl2pPr>
            <a:lvl3pPr marL="1143000" indent="-228600">
              <a:spcBef>
                <a:spcPct val="20000"/>
              </a:spcBef>
              <a:buChar char="•"/>
              <a:defRPr kumimoji="1" sz="2000">
                <a:solidFill>
                  <a:schemeClr val="tx1"/>
                </a:solidFill>
                <a:latin typeface="Comic Sans MS" panose="030F0902030302020204" pitchFamily="66"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598488" marR="0" lvl="1" indent="-342900" algn="l" defTabSz="914400" rtl="0" eaLnBrk="0" fontAlgn="base" latinLnBrk="0" hangingPunct="0">
              <a:lnSpc>
                <a:spcPts val="3000"/>
              </a:lnSpc>
              <a:spcBef>
                <a:spcPct val="0"/>
              </a:spcBef>
              <a:spcAft>
                <a:spcPct val="0"/>
              </a:spcAft>
              <a:buClr>
                <a:srgbClr val="7030A0"/>
              </a:buClr>
              <a:buSzPct val="75000"/>
              <a:buFont typeface="Wingdings" pitchFamily="2" charset="2"/>
              <a:buChar char="u"/>
              <a:tabLst/>
              <a:defRPr/>
            </a:pPr>
            <a:r>
              <a:rPr kumimoji="0" lang="zh-CN" altLang="en-US" sz="2000" b="1" i="0" u="none" strike="noStrike" kern="1200" cap="none" spc="0" normalizeH="0" baseline="0" noProof="0">
                <a:ln>
                  <a:noFill/>
                </a:ln>
                <a:solidFill>
                  <a:srgbClr val="000000"/>
                </a:solidFill>
                <a:effectLst/>
                <a:uLnTx/>
                <a:uFillTx/>
                <a:latin typeface="微软雅黑" panose="020B0503020204020204" pitchFamily="34" charset="-122"/>
                <a:ea typeface="宋体" panose="02010600030101010101" pitchFamily="2" charset="-122"/>
                <a:cs typeface="+mn-cs"/>
              </a:rPr>
              <a:t>自治系统之间的路由选择 或 </a:t>
            </a:r>
            <a:r>
              <a:rPr kumimoji="0" lang="zh-CN" altLang="en-US" sz="2000" b="1" i="0" u="none" strike="noStrike" kern="1200" cap="none" spc="0" normalizeH="0" baseline="0" noProof="0">
                <a:ln>
                  <a:noFill/>
                </a:ln>
                <a:solidFill>
                  <a:srgbClr val="0000FF"/>
                </a:solidFill>
                <a:effectLst/>
                <a:uLnTx/>
                <a:uFillTx/>
                <a:latin typeface="微软雅黑" panose="020B0503020204020204" pitchFamily="34" charset="-122"/>
                <a:ea typeface="宋体" panose="02010600030101010101" pitchFamily="2" charset="-122"/>
                <a:cs typeface="+mn-cs"/>
              </a:rPr>
              <a:t>域间路由选择</a:t>
            </a:r>
            <a:endParaRPr kumimoji="0" lang="en-US" altLang="zh-CN" sz="2000" b="1" i="0" u="none" strike="noStrike" kern="1200" cap="none" spc="0" normalizeH="0" baseline="0" noProof="0">
              <a:ln>
                <a:noFill/>
              </a:ln>
              <a:solidFill>
                <a:srgbClr val="0000FF"/>
              </a:solidFill>
              <a:effectLst/>
              <a:uLnTx/>
              <a:uFillTx/>
              <a:latin typeface="微软雅黑" panose="020B0503020204020204" pitchFamily="34" charset="-122"/>
              <a:ea typeface="宋体" panose="02010600030101010101" pitchFamily="2" charset="-122"/>
              <a:cs typeface="+mn-cs"/>
            </a:endParaRPr>
          </a:p>
          <a:p>
            <a:pPr marL="598488" marR="0" lvl="1" indent="-342900" algn="l" defTabSz="914400" rtl="0" eaLnBrk="0" fontAlgn="base" latinLnBrk="0" hangingPunct="0">
              <a:lnSpc>
                <a:spcPts val="3000"/>
              </a:lnSpc>
              <a:spcBef>
                <a:spcPct val="0"/>
              </a:spcBef>
              <a:spcAft>
                <a:spcPct val="0"/>
              </a:spcAft>
              <a:buClr>
                <a:srgbClr val="7030A0"/>
              </a:buClr>
              <a:buSzPct val="75000"/>
              <a:buFontTx/>
              <a:buNone/>
              <a:tabLst/>
              <a:defRPr/>
            </a:pPr>
            <a:r>
              <a:rPr kumimoji="0" lang="en-US" altLang="zh-CN" sz="2000" b="1" i="0" u="none" strike="noStrike" kern="1200" cap="none" spc="0" normalizeH="0" baseline="0" noProof="0">
                <a:ln>
                  <a:noFill/>
                </a:ln>
                <a:solidFill>
                  <a:srgbClr val="0000FF"/>
                </a:solidFill>
                <a:effectLst/>
                <a:uLnTx/>
                <a:uFillTx/>
                <a:latin typeface="微软雅黑" panose="020B0503020204020204" pitchFamily="34" charset="-122"/>
                <a:ea typeface="宋体" panose="02010600030101010101" pitchFamily="2" charset="-122"/>
                <a:cs typeface="+mn-cs"/>
              </a:rPr>
              <a:t>	——</a:t>
            </a:r>
            <a:r>
              <a:rPr kumimoji="0" lang="zh-CN" altLang="en-US" sz="2000" b="1" i="0" u="none" strike="noStrike" kern="1200" cap="none" spc="0" normalizeH="0" baseline="0" noProof="0">
                <a:ln>
                  <a:noFill/>
                </a:ln>
                <a:solidFill>
                  <a:srgbClr val="0000FF"/>
                </a:solidFill>
                <a:effectLst/>
                <a:uLnTx/>
                <a:uFillTx/>
                <a:latin typeface="微软雅黑" panose="020B0503020204020204" pitchFamily="34" charset="-122"/>
                <a:ea typeface="宋体" panose="02010600030101010101" pitchFamily="2" charset="-122"/>
                <a:cs typeface="+mn-cs"/>
              </a:rPr>
              <a:t> </a:t>
            </a:r>
            <a:r>
              <a:rPr kumimoji="0" lang="en-US" altLang="zh-CN" sz="2000" b="1" i="0" u="none" strike="noStrike" kern="1200" cap="none" spc="0" normalizeH="0" baseline="0" noProof="0">
                <a:ln>
                  <a:noFill/>
                </a:ln>
                <a:solidFill>
                  <a:srgbClr val="C00000"/>
                </a:solidFill>
                <a:effectLst/>
                <a:uLnTx/>
                <a:uFillTx/>
                <a:latin typeface="微软雅黑" panose="020B0503020204020204" pitchFamily="34" charset="-122"/>
                <a:ea typeface="宋体" panose="02010600030101010101" pitchFamily="2" charset="-122"/>
                <a:cs typeface="+mn-cs"/>
              </a:rPr>
              <a:t>Inter</a:t>
            </a:r>
            <a:r>
              <a:rPr kumimoji="0" lang="en-US" altLang="zh-CN" sz="2000" b="1" i="0" u="none" strike="noStrike" kern="1200" cap="none" spc="0" normalizeH="0" baseline="0" noProof="0">
                <a:ln>
                  <a:noFill/>
                </a:ln>
                <a:solidFill>
                  <a:srgbClr val="000000"/>
                </a:solidFill>
                <a:effectLst/>
                <a:uLnTx/>
                <a:uFillTx/>
                <a:latin typeface="微软雅黑" panose="020B0503020204020204" pitchFamily="34" charset="-122"/>
                <a:ea typeface="宋体" panose="02010600030101010101" pitchFamily="2" charset="-122"/>
                <a:cs typeface="+mn-cs"/>
              </a:rPr>
              <a:t>domain Routing</a:t>
            </a:r>
          </a:p>
          <a:p>
            <a:pPr marL="598488" marR="0" lvl="1" indent="-342900" algn="l" defTabSz="914400" rtl="0" eaLnBrk="0" fontAlgn="base" latinLnBrk="0" hangingPunct="0">
              <a:lnSpc>
                <a:spcPts val="3000"/>
              </a:lnSpc>
              <a:spcBef>
                <a:spcPts val="1200"/>
              </a:spcBef>
              <a:spcAft>
                <a:spcPct val="0"/>
              </a:spcAft>
              <a:buClr>
                <a:srgbClr val="7030A0"/>
              </a:buClr>
              <a:buSzPct val="75000"/>
              <a:buFont typeface="Wingdings" pitchFamily="2" charset="2"/>
              <a:buChar char="u"/>
              <a:tabLst/>
              <a:defRPr/>
            </a:pPr>
            <a:r>
              <a:rPr kumimoji="0" lang="zh-CN" altLang="en-US" sz="2000" b="1" i="0" u="none" strike="noStrike" kern="1200" cap="none" spc="0" normalizeH="0" baseline="0" noProof="0">
                <a:ln>
                  <a:noFill/>
                </a:ln>
                <a:solidFill>
                  <a:srgbClr val="000000"/>
                </a:solidFill>
                <a:effectLst/>
                <a:uLnTx/>
                <a:uFillTx/>
                <a:latin typeface="微软雅黑" panose="020B0503020204020204" pitchFamily="34" charset="-122"/>
                <a:ea typeface="宋体" panose="02010600030101010101" pitchFamily="2" charset="-122"/>
                <a:cs typeface="+mn-cs"/>
              </a:rPr>
              <a:t>自治系统内部的路由选择 或 </a:t>
            </a:r>
            <a:r>
              <a:rPr kumimoji="0" lang="zh-CN" altLang="en-US" sz="2000" b="1" i="0" u="none" strike="noStrike" kern="1200" cap="none" spc="0" normalizeH="0" baseline="0" noProof="0">
                <a:ln>
                  <a:noFill/>
                </a:ln>
                <a:solidFill>
                  <a:srgbClr val="0000FF"/>
                </a:solidFill>
                <a:effectLst/>
                <a:uLnTx/>
                <a:uFillTx/>
                <a:latin typeface="微软雅黑" panose="020B0503020204020204" pitchFamily="34" charset="-122"/>
                <a:ea typeface="宋体" panose="02010600030101010101" pitchFamily="2" charset="-122"/>
                <a:cs typeface="+mn-cs"/>
              </a:rPr>
              <a:t>域内路由选择 </a:t>
            </a:r>
            <a:endParaRPr kumimoji="0" lang="en-US" altLang="zh-CN" sz="2000" b="1" i="0" u="none" strike="noStrike" kern="1200" cap="none" spc="0" normalizeH="0" baseline="0" noProof="0">
              <a:ln>
                <a:noFill/>
              </a:ln>
              <a:solidFill>
                <a:srgbClr val="0000FF"/>
              </a:solidFill>
              <a:effectLst/>
              <a:uLnTx/>
              <a:uFillTx/>
              <a:latin typeface="微软雅黑" panose="020B0503020204020204" pitchFamily="34" charset="-122"/>
              <a:ea typeface="宋体" panose="02010600030101010101" pitchFamily="2" charset="-122"/>
              <a:cs typeface="+mn-cs"/>
            </a:endParaRPr>
          </a:p>
          <a:p>
            <a:pPr marL="598488" marR="0" lvl="1" indent="-342900" algn="l" defTabSz="914400" rtl="0" eaLnBrk="0" fontAlgn="base" latinLnBrk="0" hangingPunct="0">
              <a:lnSpc>
                <a:spcPts val="3000"/>
              </a:lnSpc>
              <a:spcBef>
                <a:spcPct val="0"/>
              </a:spcBef>
              <a:spcAft>
                <a:spcPct val="0"/>
              </a:spcAft>
              <a:buClr>
                <a:srgbClr val="7030A0"/>
              </a:buClr>
              <a:buSzPct val="75000"/>
              <a:buFontTx/>
              <a:buNone/>
              <a:tabLst/>
              <a:defRPr/>
            </a:pPr>
            <a:r>
              <a:rPr kumimoji="0" lang="en-US" altLang="zh-CN" sz="2000" b="1" i="0" u="none" strike="noStrike" kern="1200" cap="none" spc="0" normalizeH="0" baseline="0" noProof="0">
                <a:ln>
                  <a:noFill/>
                </a:ln>
                <a:solidFill>
                  <a:srgbClr val="0000FF"/>
                </a:solidFill>
                <a:effectLst/>
                <a:uLnTx/>
                <a:uFillTx/>
                <a:latin typeface="微软雅黑" panose="020B0503020204020204" pitchFamily="34" charset="-122"/>
                <a:ea typeface="宋体" panose="02010600030101010101" pitchFamily="2" charset="-122"/>
                <a:cs typeface="+mn-cs"/>
              </a:rPr>
              <a:t>	——</a:t>
            </a:r>
            <a:r>
              <a:rPr kumimoji="0" lang="zh-CN" altLang="en-US" sz="2000" b="1" i="0" u="none" strike="noStrike" kern="1200" cap="none" spc="0" normalizeH="0" baseline="0" noProof="0">
                <a:ln>
                  <a:noFill/>
                </a:ln>
                <a:solidFill>
                  <a:srgbClr val="0000FF"/>
                </a:solidFill>
                <a:effectLst/>
                <a:uLnTx/>
                <a:uFillTx/>
                <a:latin typeface="微软雅黑" panose="020B0503020204020204" pitchFamily="34" charset="-122"/>
                <a:ea typeface="宋体" panose="02010600030101010101" pitchFamily="2" charset="-122"/>
                <a:cs typeface="+mn-cs"/>
              </a:rPr>
              <a:t> </a:t>
            </a:r>
            <a:r>
              <a:rPr kumimoji="0" lang="en-US" altLang="zh-CN" sz="2000" b="1" i="0" u="none" strike="noStrike" kern="1200" cap="none" spc="0" normalizeH="0" baseline="0" noProof="0">
                <a:ln>
                  <a:noFill/>
                </a:ln>
                <a:solidFill>
                  <a:srgbClr val="C00000"/>
                </a:solidFill>
                <a:effectLst/>
                <a:uLnTx/>
                <a:uFillTx/>
                <a:latin typeface="微软雅黑" panose="020B0503020204020204" pitchFamily="34" charset="-122"/>
                <a:ea typeface="宋体" panose="02010600030101010101" pitchFamily="2" charset="-122"/>
                <a:cs typeface="+mn-cs"/>
              </a:rPr>
              <a:t>Intra</a:t>
            </a:r>
            <a:r>
              <a:rPr kumimoji="0" lang="en-US" altLang="zh-CN" sz="2000" b="1" i="0" u="none" strike="noStrike" kern="1200" cap="none" spc="0" normalizeH="0" baseline="0" noProof="0">
                <a:ln>
                  <a:noFill/>
                </a:ln>
                <a:solidFill>
                  <a:srgbClr val="000000"/>
                </a:solidFill>
                <a:effectLst/>
                <a:uLnTx/>
                <a:uFillTx/>
                <a:latin typeface="微软雅黑" panose="020B0503020204020204" pitchFamily="34" charset="-122"/>
                <a:ea typeface="宋体" panose="02010600030101010101" pitchFamily="2" charset="-122"/>
                <a:cs typeface="+mn-cs"/>
              </a:rPr>
              <a:t>domain Routing</a:t>
            </a:r>
          </a:p>
        </p:txBody>
      </p:sp>
    </p:spTree>
  </p:cSld>
  <p:clrMapOvr>
    <a:masterClrMapping/>
  </p:clrMapOvr>
  <p:transition spd="slow"/>
</p:sld>
</file>

<file path=ppt/slides/slide1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72385" name="Rectangle 2">
            <a:extLst>
              <a:ext uri="{FF2B5EF4-FFF2-40B4-BE49-F238E27FC236}">
                <a16:creationId xmlns:a16="http://schemas.microsoft.com/office/drawing/2014/main" id="{45CFDF73-35E5-3E35-08ED-42A043A424C9}"/>
              </a:ext>
            </a:extLst>
          </p:cNvPr>
          <p:cNvSpPr>
            <a:spLocks noGrp="1" noChangeArrowheads="1"/>
          </p:cNvSpPr>
          <p:nvPr>
            <p:ph type="title"/>
          </p:nvPr>
        </p:nvSpPr>
        <p:spPr>
          <a:xfrm>
            <a:off x="512763" y="0"/>
            <a:ext cx="8116887" cy="1462088"/>
          </a:xfrm>
        </p:spPr>
        <p:txBody>
          <a:bodyPr/>
          <a:lstStyle/>
          <a:p>
            <a:pPr eaLnBrk="1" hangingPunct="1"/>
            <a:r>
              <a:rPr lang="zh-CN" altLang="en-US" sz="3600" u="none">
                <a:latin typeface="华文楷体" panose="02010600040101010101" pitchFamily="2" charset="-122"/>
                <a:ea typeface="华文楷体" panose="02010600040101010101" pitchFamily="2" charset="-122"/>
              </a:rPr>
              <a:t>自治系统基本概念</a:t>
            </a:r>
          </a:p>
        </p:txBody>
      </p:sp>
      <p:pic>
        <p:nvPicPr>
          <p:cNvPr id="272386" name="Picture 95" descr="underline_base">
            <a:extLst>
              <a:ext uri="{FF2B5EF4-FFF2-40B4-BE49-F238E27FC236}">
                <a16:creationId xmlns:a16="http://schemas.microsoft.com/office/drawing/2014/main" id="{EC892C1C-C2BA-6ACD-E276-249EE50ACDEE}"/>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84200" y="1079500"/>
            <a:ext cx="5484813" cy="173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圆角矩形 5">
            <a:extLst>
              <a:ext uri="{FF2B5EF4-FFF2-40B4-BE49-F238E27FC236}">
                <a16:creationId xmlns:a16="http://schemas.microsoft.com/office/drawing/2014/main" id="{A1C6C086-AFE6-806F-5994-EE312345A6AF}"/>
              </a:ext>
            </a:extLst>
          </p:cNvPr>
          <p:cNvSpPr/>
          <p:nvPr/>
        </p:nvSpPr>
        <p:spPr>
          <a:xfrm>
            <a:off x="513556" y="2164177"/>
            <a:ext cx="8053712" cy="378586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dirty="0">
              <a:ln>
                <a:noFill/>
              </a:ln>
              <a:solidFill>
                <a:srgbClr val="FFFFFF"/>
              </a:solidFill>
              <a:effectLst/>
              <a:uLnTx/>
              <a:uFillTx/>
              <a:latin typeface="Comic Sans MS"/>
              <a:ea typeface="+mn-ea"/>
              <a:cs typeface="+mn-cs"/>
            </a:endParaRPr>
          </a:p>
        </p:txBody>
      </p:sp>
      <p:sp>
        <p:nvSpPr>
          <p:cNvPr id="272390" name="AutoShape 5">
            <a:extLst>
              <a:ext uri="{FF2B5EF4-FFF2-40B4-BE49-F238E27FC236}">
                <a16:creationId xmlns:a16="http://schemas.microsoft.com/office/drawing/2014/main" id="{19FC89BD-7D29-3FFF-EB17-C2E4205C965C}"/>
              </a:ext>
            </a:extLst>
          </p:cNvPr>
          <p:cNvSpPr>
            <a:spLocks noChangeArrowheads="1"/>
          </p:cNvSpPr>
          <p:nvPr/>
        </p:nvSpPr>
        <p:spPr bwMode="auto">
          <a:xfrm>
            <a:off x="3789363" y="1427163"/>
            <a:ext cx="4772025" cy="51911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宋体" panose="02010600030101010101" pitchFamily="2" charset="-122"/>
              </a:defRPr>
            </a:lvl2pPr>
            <a:lvl3pPr marL="1143000" indent="-228600">
              <a:spcBef>
                <a:spcPct val="20000"/>
              </a:spcBef>
              <a:buChar char="•"/>
              <a:defRPr kumimoji="1" sz="2000">
                <a:solidFill>
                  <a:schemeClr val="tx1"/>
                </a:solidFill>
                <a:latin typeface="Comic Sans MS" panose="030F0902030302020204" pitchFamily="66"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mn-cs"/>
            </a:endParaRPr>
          </a:p>
        </p:txBody>
      </p:sp>
      <p:sp>
        <p:nvSpPr>
          <p:cNvPr id="272391" name="矩形 7">
            <a:extLst>
              <a:ext uri="{FF2B5EF4-FFF2-40B4-BE49-F238E27FC236}">
                <a16:creationId xmlns:a16="http://schemas.microsoft.com/office/drawing/2014/main" id="{4EB1821A-A468-23BF-D32C-BF99841E7A7F}"/>
              </a:ext>
            </a:extLst>
          </p:cNvPr>
          <p:cNvSpPr>
            <a:spLocks noChangeArrowheads="1"/>
          </p:cNvSpPr>
          <p:nvPr/>
        </p:nvSpPr>
        <p:spPr bwMode="auto">
          <a:xfrm>
            <a:off x="3890963" y="1482725"/>
            <a:ext cx="46704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宋体" panose="02010600030101010101" pitchFamily="2" charset="-122"/>
              </a:defRPr>
            </a:lvl2pPr>
            <a:lvl3pPr marL="1143000" indent="-228600">
              <a:spcBef>
                <a:spcPct val="20000"/>
              </a:spcBef>
              <a:buChar char="•"/>
              <a:defRPr kumimoji="1" sz="2000">
                <a:solidFill>
                  <a:schemeClr val="tx1"/>
                </a:solidFill>
                <a:latin typeface="Comic Sans MS" panose="030F0902030302020204" pitchFamily="66"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zh-CN" altLang="en-US" sz="2000" b="1" i="0" u="none" strike="noStrike" kern="1200" cap="none" spc="0" normalizeH="0" baseline="0" noProof="0">
                <a:ln>
                  <a:noFill/>
                </a:ln>
                <a:solidFill>
                  <a:srgbClr val="000000"/>
                </a:solidFill>
                <a:effectLst/>
                <a:uLnTx/>
                <a:uFillTx/>
                <a:latin typeface="微软雅黑" panose="020B0503020204020204" pitchFamily="34" charset="-122"/>
                <a:ea typeface="宋体" panose="02010600030101010101" pitchFamily="2" charset="-122"/>
                <a:cs typeface="+mn-cs"/>
              </a:rPr>
              <a:t>自治系统 </a:t>
            </a:r>
            <a:r>
              <a:rPr kumimoji="0" lang="en-US" altLang="zh-CN" sz="2000" b="1" i="0" u="none" strike="noStrike" kern="1200" cap="none" spc="0" normalizeH="0" baseline="0" noProof="0">
                <a:ln>
                  <a:noFill/>
                </a:ln>
                <a:solidFill>
                  <a:srgbClr val="000000"/>
                </a:solidFill>
                <a:effectLst/>
                <a:uLnTx/>
                <a:uFillTx/>
                <a:latin typeface="微软雅黑" panose="020B0503020204020204" pitchFamily="34" charset="-122"/>
                <a:ea typeface="宋体" panose="02010600030101010101" pitchFamily="2" charset="-122"/>
                <a:cs typeface="+mn-cs"/>
              </a:rPr>
              <a:t>AS (Autonomous System) </a:t>
            </a:r>
            <a:endParaRPr kumimoji="0" lang="zh-CN" altLang="en-US" sz="2000" b="1" i="0" u="none" strike="noStrike" kern="1200" cap="none" spc="0" normalizeH="0" baseline="0" noProof="0">
              <a:ln>
                <a:noFill/>
              </a:ln>
              <a:solidFill>
                <a:srgbClr val="000000"/>
              </a:solidFill>
              <a:effectLst/>
              <a:uLnTx/>
              <a:uFillTx/>
              <a:latin typeface="微软雅黑" panose="020B0503020204020204" pitchFamily="34" charset="-122"/>
              <a:ea typeface="宋体" panose="02010600030101010101" pitchFamily="2" charset="-122"/>
              <a:cs typeface="+mn-cs"/>
            </a:endParaRPr>
          </a:p>
        </p:txBody>
      </p:sp>
      <p:sp>
        <p:nvSpPr>
          <p:cNvPr id="272392" name="Text Box 7">
            <a:extLst>
              <a:ext uri="{FF2B5EF4-FFF2-40B4-BE49-F238E27FC236}">
                <a16:creationId xmlns:a16="http://schemas.microsoft.com/office/drawing/2014/main" id="{BAB49BB5-6B8A-422E-8770-376F711DEE0E}"/>
              </a:ext>
            </a:extLst>
          </p:cNvPr>
          <p:cNvSpPr txBox="1">
            <a:spLocks noChangeArrowheads="1"/>
          </p:cNvSpPr>
          <p:nvPr/>
        </p:nvSpPr>
        <p:spPr bwMode="auto">
          <a:xfrm>
            <a:off x="2157413" y="2935288"/>
            <a:ext cx="419100" cy="30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宋体" panose="02010600030101010101" pitchFamily="2" charset="-122"/>
              </a:defRPr>
            </a:lvl2pPr>
            <a:lvl3pPr marL="1143000" indent="-228600">
              <a:spcBef>
                <a:spcPct val="20000"/>
              </a:spcBef>
              <a:buChar char="•"/>
              <a:defRPr kumimoji="1" sz="2000">
                <a:solidFill>
                  <a:schemeClr val="tx1"/>
                </a:solidFill>
                <a:latin typeface="Comic Sans MS" panose="030F0902030302020204" pitchFamily="66"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zh-CN" sz="1400" b="1" i="0" u="none" strike="noStrike" kern="1200" cap="none" spc="0" normalizeH="0" baseline="0" noProof="0">
                <a:ln>
                  <a:noFill/>
                </a:ln>
                <a:solidFill>
                  <a:srgbClr val="0000FF"/>
                </a:solidFill>
                <a:effectLst/>
                <a:uLnTx/>
                <a:uFillTx/>
                <a:latin typeface="微软雅黑" panose="020B0503020204020204" pitchFamily="34" charset="-122"/>
                <a:ea typeface="宋体" panose="02010600030101010101" pitchFamily="2" charset="-122"/>
                <a:cs typeface="+mn-cs"/>
              </a:rPr>
              <a:t>R1</a:t>
            </a:r>
          </a:p>
        </p:txBody>
      </p:sp>
      <p:grpSp>
        <p:nvGrpSpPr>
          <p:cNvPr id="272393" name="Group 8">
            <a:extLst>
              <a:ext uri="{FF2B5EF4-FFF2-40B4-BE49-F238E27FC236}">
                <a16:creationId xmlns:a16="http://schemas.microsoft.com/office/drawing/2014/main" id="{0B673D39-87F2-6993-047A-9B312C34115A}"/>
              </a:ext>
            </a:extLst>
          </p:cNvPr>
          <p:cNvGrpSpPr>
            <a:grpSpLocks/>
          </p:cNvGrpSpPr>
          <p:nvPr/>
        </p:nvGrpSpPr>
        <p:grpSpPr bwMode="auto">
          <a:xfrm>
            <a:off x="836613" y="4151313"/>
            <a:ext cx="2084387" cy="1511300"/>
            <a:chOff x="672" y="2304"/>
            <a:chExt cx="1872" cy="1350"/>
          </a:xfrm>
        </p:grpSpPr>
        <p:sp>
          <p:nvSpPr>
            <p:cNvPr id="272480" name="Rectangle 9">
              <a:extLst>
                <a:ext uri="{FF2B5EF4-FFF2-40B4-BE49-F238E27FC236}">
                  <a16:creationId xmlns:a16="http://schemas.microsoft.com/office/drawing/2014/main" id="{C456188A-1995-E91C-86EC-C7EF2662715D}"/>
                </a:ext>
              </a:extLst>
            </p:cNvPr>
            <p:cNvSpPr>
              <a:spLocks noChangeArrowheads="1"/>
            </p:cNvSpPr>
            <p:nvPr/>
          </p:nvSpPr>
          <p:spPr bwMode="auto">
            <a:xfrm>
              <a:off x="672" y="2304"/>
              <a:ext cx="1872" cy="1008"/>
            </a:xfrm>
            <a:prstGeom prst="rect">
              <a:avLst/>
            </a:prstGeom>
            <a:solidFill>
              <a:srgbClr val="99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宋体" panose="02010600030101010101" pitchFamily="2" charset="-122"/>
                </a:defRPr>
              </a:lvl2pPr>
              <a:lvl3pPr marL="1143000" indent="-228600">
                <a:spcBef>
                  <a:spcPct val="20000"/>
                </a:spcBef>
                <a:buChar char="•"/>
                <a:defRPr kumimoji="1" sz="2000">
                  <a:solidFill>
                    <a:schemeClr val="tx1"/>
                  </a:solidFill>
                  <a:latin typeface="Comic Sans MS" panose="030F0902030302020204" pitchFamily="66"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400" b="1" i="0" u="none" strike="noStrike" kern="1200" cap="none" spc="0" normalizeH="0" baseline="0" noProof="0">
                <a:ln>
                  <a:noFill/>
                </a:ln>
                <a:solidFill>
                  <a:srgbClr val="0000FF"/>
                </a:solidFill>
                <a:effectLst/>
                <a:uLnTx/>
                <a:uFillTx/>
                <a:latin typeface="微软雅黑" panose="020B0503020204020204" pitchFamily="34" charset="-122"/>
                <a:ea typeface="宋体" panose="02010600030101010101" pitchFamily="2" charset="-122"/>
                <a:cs typeface="+mn-cs"/>
              </a:endParaRPr>
            </a:p>
          </p:txBody>
        </p:sp>
        <p:sp>
          <p:nvSpPr>
            <p:cNvPr id="272481" name="Oval 10">
              <a:extLst>
                <a:ext uri="{FF2B5EF4-FFF2-40B4-BE49-F238E27FC236}">
                  <a16:creationId xmlns:a16="http://schemas.microsoft.com/office/drawing/2014/main" id="{52CAD5F8-3F96-E367-2DCB-49426A48005D}"/>
                </a:ext>
              </a:extLst>
            </p:cNvPr>
            <p:cNvSpPr>
              <a:spLocks noChangeArrowheads="1"/>
            </p:cNvSpPr>
            <p:nvPr/>
          </p:nvSpPr>
          <p:spPr bwMode="auto">
            <a:xfrm>
              <a:off x="1008" y="2448"/>
              <a:ext cx="192" cy="96"/>
            </a:xfrm>
            <a:prstGeom prst="ellipse">
              <a:avLst/>
            </a:prstGeom>
            <a:solidFill>
              <a:srgbClr val="00FF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宋体" panose="02010600030101010101" pitchFamily="2" charset="-122"/>
                </a:defRPr>
              </a:lvl2pPr>
              <a:lvl3pPr marL="1143000" indent="-228600">
                <a:spcBef>
                  <a:spcPct val="20000"/>
                </a:spcBef>
                <a:buChar char="•"/>
                <a:defRPr kumimoji="1" sz="2000">
                  <a:solidFill>
                    <a:schemeClr val="tx1"/>
                  </a:solidFill>
                  <a:latin typeface="Comic Sans MS" panose="030F0902030302020204" pitchFamily="66"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400" b="1" i="0" u="none" strike="noStrike" kern="1200" cap="none" spc="0" normalizeH="0" baseline="0" noProof="0">
                <a:ln>
                  <a:noFill/>
                </a:ln>
                <a:solidFill>
                  <a:srgbClr val="0000FF"/>
                </a:solidFill>
                <a:effectLst/>
                <a:uLnTx/>
                <a:uFillTx/>
                <a:latin typeface="微软雅黑" panose="020B0503020204020204" pitchFamily="34" charset="-122"/>
                <a:ea typeface="宋体" panose="02010600030101010101" pitchFamily="2" charset="-122"/>
                <a:cs typeface="+mn-cs"/>
              </a:endParaRPr>
            </a:p>
          </p:txBody>
        </p:sp>
        <p:grpSp>
          <p:nvGrpSpPr>
            <p:cNvPr id="272482" name="Group 11">
              <a:extLst>
                <a:ext uri="{FF2B5EF4-FFF2-40B4-BE49-F238E27FC236}">
                  <a16:creationId xmlns:a16="http://schemas.microsoft.com/office/drawing/2014/main" id="{86C7F7FD-C95D-620B-E8EB-AA0D25937F5A}"/>
                </a:ext>
              </a:extLst>
            </p:cNvPr>
            <p:cNvGrpSpPr>
              <a:grpSpLocks/>
            </p:cNvGrpSpPr>
            <p:nvPr/>
          </p:nvGrpSpPr>
          <p:grpSpPr bwMode="auto">
            <a:xfrm>
              <a:off x="2064" y="2880"/>
              <a:ext cx="320" cy="184"/>
              <a:chOff x="1000" y="3128"/>
              <a:chExt cx="320" cy="184"/>
            </a:xfrm>
          </p:grpSpPr>
          <p:sp>
            <p:nvSpPr>
              <p:cNvPr id="272510" name="AutoShape 12">
                <a:extLst>
                  <a:ext uri="{FF2B5EF4-FFF2-40B4-BE49-F238E27FC236}">
                    <a16:creationId xmlns:a16="http://schemas.microsoft.com/office/drawing/2014/main" id="{5983B378-42F9-A3AC-E5EF-6EE8A73EDF1A}"/>
                  </a:ext>
                </a:extLst>
              </p:cNvPr>
              <p:cNvSpPr>
                <a:spLocks noChangeArrowheads="1"/>
              </p:cNvSpPr>
              <p:nvPr/>
            </p:nvSpPr>
            <p:spPr bwMode="auto">
              <a:xfrm>
                <a:off x="1000" y="3128"/>
                <a:ext cx="320" cy="184"/>
              </a:xfrm>
              <a:prstGeom prst="can">
                <a:avLst>
                  <a:gd name="adj" fmla="val 50000"/>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宋体" panose="02010600030101010101" pitchFamily="2" charset="-122"/>
                  </a:defRPr>
                </a:lvl2pPr>
                <a:lvl3pPr marL="1143000" indent="-228600">
                  <a:spcBef>
                    <a:spcPct val="20000"/>
                  </a:spcBef>
                  <a:buChar char="•"/>
                  <a:defRPr kumimoji="1" sz="2000">
                    <a:solidFill>
                      <a:schemeClr val="tx1"/>
                    </a:solidFill>
                    <a:latin typeface="Comic Sans MS" panose="030F0902030302020204" pitchFamily="66"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400" b="1" i="0" u="none" strike="noStrike" kern="1200" cap="none" spc="0" normalizeH="0" baseline="0" noProof="0">
                  <a:ln>
                    <a:noFill/>
                  </a:ln>
                  <a:solidFill>
                    <a:srgbClr val="0000FF"/>
                  </a:solidFill>
                  <a:effectLst/>
                  <a:uLnTx/>
                  <a:uFillTx/>
                  <a:latin typeface="微软雅黑" panose="020B0503020204020204" pitchFamily="34" charset="-122"/>
                  <a:ea typeface="宋体" panose="02010600030101010101" pitchFamily="2" charset="-122"/>
                  <a:cs typeface="+mn-cs"/>
                </a:endParaRPr>
              </a:p>
            </p:txBody>
          </p:sp>
          <p:sp>
            <p:nvSpPr>
              <p:cNvPr id="272511" name="Line 13">
                <a:extLst>
                  <a:ext uri="{FF2B5EF4-FFF2-40B4-BE49-F238E27FC236}">
                    <a16:creationId xmlns:a16="http://schemas.microsoft.com/office/drawing/2014/main" id="{0B6E2DB0-1336-34B8-AFAE-F9FF55740A51}"/>
                  </a:ext>
                </a:extLst>
              </p:cNvPr>
              <p:cNvSpPr>
                <a:spLocks noChangeShapeType="1"/>
              </p:cNvSpPr>
              <p:nvPr/>
            </p:nvSpPr>
            <p:spPr bwMode="auto">
              <a:xfrm>
                <a:off x="1104" y="3144"/>
                <a:ext cx="144" cy="48"/>
              </a:xfrm>
              <a:prstGeom prst="line">
                <a:avLst/>
              </a:prstGeom>
              <a:noFill/>
              <a:ln w="28575">
                <a:solidFill>
                  <a:schemeClr val="bg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mn-cs"/>
                </a:endParaRPr>
              </a:p>
            </p:txBody>
          </p:sp>
          <p:sp>
            <p:nvSpPr>
              <p:cNvPr id="272512" name="Line 14">
                <a:extLst>
                  <a:ext uri="{FF2B5EF4-FFF2-40B4-BE49-F238E27FC236}">
                    <a16:creationId xmlns:a16="http://schemas.microsoft.com/office/drawing/2014/main" id="{2203E730-CB8B-7D34-0742-D7949B74EEB6}"/>
                  </a:ext>
                </a:extLst>
              </p:cNvPr>
              <p:cNvSpPr>
                <a:spLocks noChangeShapeType="1"/>
              </p:cNvSpPr>
              <p:nvPr/>
            </p:nvSpPr>
            <p:spPr bwMode="auto">
              <a:xfrm flipH="1">
                <a:off x="1096" y="3144"/>
                <a:ext cx="144" cy="48"/>
              </a:xfrm>
              <a:prstGeom prst="line">
                <a:avLst/>
              </a:prstGeom>
              <a:noFill/>
              <a:ln w="28575">
                <a:solidFill>
                  <a:schemeClr val="bg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mn-cs"/>
                </a:endParaRPr>
              </a:p>
            </p:txBody>
          </p:sp>
        </p:grpSp>
        <p:sp>
          <p:nvSpPr>
            <p:cNvPr id="272483" name="Oval 15">
              <a:extLst>
                <a:ext uri="{FF2B5EF4-FFF2-40B4-BE49-F238E27FC236}">
                  <a16:creationId xmlns:a16="http://schemas.microsoft.com/office/drawing/2014/main" id="{6C212F1B-75B3-E984-B037-DC761CE350F5}"/>
                </a:ext>
              </a:extLst>
            </p:cNvPr>
            <p:cNvSpPr>
              <a:spLocks noChangeArrowheads="1"/>
            </p:cNvSpPr>
            <p:nvPr/>
          </p:nvSpPr>
          <p:spPr bwMode="auto">
            <a:xfrm>
              <a:off x="960" y="3024"/>
              <a:ext cx="192" cy="96"/>
            </a:xfrm>
            <a:prstGeom prst="ellipse">
              <a:avLst/>
            </a:prstGeom>
            <a:solidFill>
              <a:srgbClr val="00FF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宋体" panose="02010600030101010101" pitchFamily="2" charset="-122"/>
                </a:defRPr>
              </a:lvl2pPr>
              <a:lvl3pPr marL="1143000" indent="-228600">
                <a:spcBef>
                  <a:spcPct val="20000"/>
                </a:spcBef>
                <a:buChar char="•"/>
                <a:defRPr kumimoji="1" sz="2000">
                  <a:solidFill>
                    <a:schemeClr val="tx1"/>
                  </a:solidFill>
                  <a:latin typeface="Comic Sans MS" panose="030F0902030302020204" pitchFamily="66"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400" b="1" i="0" u="none" strike="noStrike" kern="1200" cap="none" spc="0" normalizeH="0" baseline="0" noProof="0">
                <a:ln>
                  <a:noFill/>
                </a:ln>
                <a:solidFill>
                  <a:srgbClr val="0000FF"/>
                </a:solidFill>
                <a:effectLst/>
                <a:uLnTx/>
                <a:uFillTx/>
                <a:latin typeface="微软雅黑" panose="020B0503020204020204" pitchFamily="34" charset="-122"/>
                <a:ea typeface="宋体" panose="02010600030101010101" pitchFamily="2" charset="-122"/>
                <a:cs typeface="+mn-cs"/>
              </a:endParaRPr>
            </a:p>
          </p:txBody>
        </p:sp>
        <p:grpSp>
          <p:nvGrpSpPr>
            <p:cNvPr id="272484" name="Group 17">
              <a:extLst>
                <a:ext uri="{FF2B5EF4-FFF2-40B4-BE49-F238E27FC236}">
                  <a16:creationId xmlns:a16="http://schemas.microsoft.com/office/drawing/2014/main" id="{9A6477BF-B2EC-D025-0259-269696F54008}"/>
                </a:ext>
              </a:extLst>
            </p:cNvPr>
            <p:cNvGrpSpPr>
              <a:grpSpLocks/>
            </p:cNvGrpSpPr>
            <p:nvPr/>
          </p:nvGrpSpPr>
          <p:grpSpPr bwMode="auto">
            <a:xfrm>
              <a:off x="864" y="2736"/>
              <a:ext cx="240" cy="96"/>
              <a:chOff x="1000" y="3128"/>
              <a:chExt cx="320" cy="184"/>
            </a:xfrm>
          </p:grpSpPr>
          <p:sp>
            <p:nvSpPr>
              <p:cNvPr id="272507" name="AutoShape 18">
                <a:extLst>
                  <a:ext uri="{FF2B5EF4-FFF2-40B4-BE49-F238E27FC236}">
                    <a16:creationId xmlns:a16="http://schemas.microsoft.com/office/drawing/2014/main" id="{888E33AB-9804-F9EB-246C-425466A025FD}"/>
                  </a:ext>
                </a:extLst>
              </p:cNvPr>
              <p:cNvSpPr>
                <a:spLocks noChangeArrowheads="1"/>
              </p:cNvSpPr>
              <p:nvPr/>
            </p:nvSpPr>
            <p:spPr bwMode="auto">
              <a:xfrm>
                <a:off x="1000" y="3128"/>
                <a:ext cx="320" cy="184"/>
              </a:xfrm>
              <a:prstGeom prst="can">
                <a:avLst>
                  <a:gd name="adj" fmla="val 50000"/>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宋体" panose="02010600030101010101" pitchFamily="2" charset="-122"/>
                  </a:defRPr>
                </a:lvl2pPr>
                <a:lvl3pPr marL="1143000" indent="-228600">
                  <a:spcBef>
                    <a:spcPct val="20000"/>
                  </a:spcBef>
                  <a:buChar char="•"/>
                  <a:defRPr kumimoji="1" sz="2000">
                    <a:solidFill>
                      <a:schemeClr val="tx1"/>
                    </a:solidFill>
                    <a:latin typeface="Comic Sans MS" panose="030F0902030302020204" pitchFamily="66"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400" b="1" i="0" u="none" strike="noStrike" kern="1200" cap="none" spc="0" normalizeH="0" baseline="0" noProof="0">
                  <a:ln>
                    <a:noFill/>
                  </a:ln>
                  <a:solidFill>
                    <a:srgbClr val="0000FF"/>
                  </a:solidFill>
                  <a:effectLst/>
                  <a:uLnTx/>
                  <a:uFillTx/>
                  <a:latin typeface="微软雅黑" panose="020B0503020204020204" pitchFamily="34" charset="-122"/>
                  <a:ea typeface="宋体" panose="02010600030101010101" pitchFamily="2" charset="-122"/>
                  <a:cs typeface="+mn-cs"/>
                </a:endParaRPr>
              </a:p>
            </p:txBody>
          </p:sp>
          <p:sp>
            <p:nvSpPr>
              <p:cNvPr id="272508" name="Line 19">
                <a:extLst>
                  <a:ext uri="{FF2B5EF4-FFF2-40B4-BE49-F238E27FC236}">
                    <a16:creationId xmlns:a16="http://schemas.microsoft.com/office/drawing/2014/main" id="{26D569B6-E8E7-B38A-D190-1F767053C7B5}"/>
                  </a:ext>
                </a:extLst>
              </p:cNvPr>
              <p:cNvSpPr>
                <a:spLocks noChangeShapeType="1"/>
              </p:cNvSpPr>
              <p:nvPr/>
            </p:nvSpPr>
            <p:spPr bwMode="auto">
              <a:xfrm>
                <a:off x="1104" y="3144"/>
                <a:ext cx="144" cy="48"/>
              </a:xfrm>
              <a:prstGeom prst="line">
                <a:avLst/>
              </a:prstGeom>
              <a:noFill/>
              <a:ln w="28575">
                <a:solidFill>
                  <a:schemeClr val="bg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mn-cs"/>
                </a:endParaRPr>
              </a:p>
            </p:txBody>
          </p:sp>
          <p:sp>
            <p:nvSpPr>
              <p:cNvPr id="272509" name="Line 20">
                <a:extLst>
                  <a:ext uri="{FF2B5EF4-FFF2-40B4-BE49-F238E27FC236}">
                    <a16:creationId xmlns:a16="http://schemas.microsoft.com/office/drawing/2014/main" id="{8295A020-3B38-7E92-BC4E-7E2AB5602DBF}"/>
                  </a:ext>
                </a:extLst>
              </p:cNvPr>
              <p:cNvSpPr>
                <a:spLocks noChangeShapeType="1"/>
              </p:cNvSpPr>
              <p:nvPr/>
            </p:nvSpPr>
            <p:spPr bwMode="auto">
              <a:xfrm flipH="1">
                <a:off x="1096" y="3144"/>
                <a:ext cx="144" cy="48"/>
              </a:xfrm>
              <a:prstGeom prst="line">
                <a:avLst/>
              </a:prstGeom>
              <a:noFill/>
              <a:ln w="28575">
                <a:solidFill>
                  <a:schemeClr val="bg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mn-cs"/>
                </a:endParaRPr>
              </a:p>
            </p:txBody>
          </p:sp>
        </p:grpSp>
        <p:sp>
          <p:nvSpPr>
            <p:cNvPr id="272485" name="Line 21">
              <a:extLst>
                <a:ext uri="{FF2B5EF4-FFF2-40B4-BE49-F238E27FC236}">
                  <a16:creationId xmlns:a16="http://schemas.microsoft.com/office/drawing/2014/main" id="{18DE7292-FD7B-5842-ED03-2B1D4113A2C7}"/>
                </a:ext>
              </a:extLst>
            </p:cNvPr>
            <p:cNvSpPr>
              <a:spLocks noChangeShapeType="1"/>
            </p:cNvSpPr>
            <p:nvPr/>
          </p:nvSpPr>
          <p:spPr bwMode="auto">
            <a:xfrm>
              <a:off x="1200" y="2496"/>
              <a:ext cx="816" cy="0"/>
            </a:xfrm>
            <a:prstGeom prst="line">
              <a:avLst/>
            </a:prstGeom>
            <a:noFill/>
            <a:ln w="28575">
              <a:solidFill>
                <a:srgbClr val="00B0F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mn-cs"/>
              </a:endParaRPr>
            </a:p>
          </p:txBody>
        </p:sp>
        <p:sp>
          <p:nvSpPr>
            <p:cNvPr id="272486" name="Line 22">
              <a:extLst>
                <a:ext uri="{FF2B5EF4-FFF2-40B4-BE49-F238E27FC236}">
                  <a16:creationId xmlns:a16="http://schemas.microsoft.com/office/drawing/2014/main" id="{0F286FF7-4378-8C86-9C09-D708346C9BA8}"/>
                </a:ext>
              </a:extLst>
            </p:cNvPr>
            <p:cNvSpPr>
              <a:spLocks noChangeShapeType="1"/>
            </p:cNvSpPr>
            <p:nvPr/>
          </p:nvSpPr>
          <p:spPr bwMode="auto">
            <a:xfrm flipH="1">
              <a:off x="1008" y="2544"/>
              <a:ext cx="48" cy="192"/>
            </a:xfrm>
            <a:prstGeom prst="line">
              <a:avLst/>
            </a:prstGeom>
            <a:noFill/>
            <a:ln w="28575">
              <a:solidFill>
                <a:srgbClr val="00B0F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mn-cs"/>
              </a:endParaRPr>
            </a:p>
          </p:txBody>
        </p:sp>
        <p:sp>
          <p:nvSpPr>
            <p:cNvPr id="272487" name="Line 23">
              <a:extLst>
                <a:ext uri="{FF2B5EF4-FFF2-40B4-BE49-F238E27FC236}">
                  <a16:creationId xmlns:a16="http://schemas.microsoft.com/office/drawing/2014/main" id="{24F66DAC-8057-0C37-AA10-A6B35B54797E}"/>
                </a:ext>
              </a:extLst>
            </p:cNvPr>
            <p:cNvSpPr>
              <a:spLocks noChangeShapeType="1"/>
            </p:cNvSpPr>
            <p:nvPr/>
          </p:nvSpPr>
          <p:spPr bwMode="auto">
            <a:xfrm>
              <a:off x="1008" y="2832"/>
              <a:ext cx="48" cy="192"/>
            </a:xfrm>
            <a:prstGeom prst="line">
              <a:avLst/>
            </a:prstGeom>
            <a:noFill/>
            <a:ln w="28575">
              <a:solidFill>
                <a:srgbClr val="00B0F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mn-cs"/>
              </a:endParaRPr>
            </a:p>
          </p:txBody>
        </p:sp>
        <p:sp>
          <p:nvSpPr>
            <p:cNvPr id="272488" name="Line 24">
              <a:extLst>
                <a:ext uri="{FF2B5EF4-FFF2-40B4-BE49-F238E27FC236}">
                  <a16:creationId xmlns:a16="http://schemas.microsoft.com/office/drawing/2014/main" id="{B587F070-02BD-5216-EA40-156D6294F98A}"/>
                </a:ext>
              </a:extLst>
            </p:cNvPr>
            <p:cNvSpPr>
              <a:spLocks noChangeShapeType="1"/>
            </p:cNvSpPr>
            <p:nvPr/>
          </p:nvSpPr>
          <p:spPr bwMode="auto">
            <a:xfrm>
              <a:off x="1152" y="3072"/>
              <a:ext cx="336" cy="0"/>
            </a:xfrm>
            <a:prstGeom prst="line">
              <a:avLst/>
            </a:prstGeom>
            <a:noFill/>
            <a:ln w="28575">
              <a:solidFill>
                <a:srgbClr val="00B0F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mn-cs"/>
              </a:endParaRPr>
            </a:p>
          </p:txBody>
        </p:sp>
        <p:sp>
          <p:nvSpPr>
            <p:cNvPr id="272489" name="Line 25">
              <a:extLst>
                <a:ext uri="{FF2B5EF4-FFF2-40B4-BE49-F238E27FC236}">
                  <a16:creationId xmlns:a16="http://schemas.microsoft.com/office/drawing/2014/main" id="{E4DD0568-671D-50BB-C03D-A8CFD3F3AA9E}"/>
                </a:ext>
              </a:extLst>
            </p:cNvPr>
            <p:cNvSpPr>
              <a:spLocks noChangeShapeType="1"/>
            </p:cNvSpPr>
            <p:nvPr/>
          </p:nvSpPr>
          <p:spPr bwMode="auto">
            <a:xfrm flipV="1">
              <a:off x="1680" y="2976"/>
              <a:ext cx="384" cy="96"/>
            </a:xfrm>
            <a:prstGeom prst="line">
              <a:avLst/>
            </a:prstGeom>
            <a:noFill/>
            <a:ln w="28575">
              <a:solidFill>
                <a:srgbClr val="00B0F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mn-cs"/>
              </a:endParaRPr>
            </a:p>
          </p:txBody>
        </p:sp>
        <p:sp>
          <p:nvSpPr>
            <p:cNvPr id="272490" name="Oval 26">
              <a:extLst>
                <a:ext uri="{FF2B5EF4-FFF2-40B4-BE49-F238E27FC236}">
                  <a16:creationId xmlns:a16="http://schemas.microsoft.com/office/drawing/2014/main" id="{BCDF20BA-4F9C-7B47-804F-41DDF0E54DEF}"/>
                </a:ext>
              </a:extLst>
            </p:cNvPr>
            <p:cNvSpPr>
              <a:spLocks noChangeArrowheads="1"/>
            </p:cNvSpPr>
            <p:nvPr/>
          </p:nvSpPr>
          <p:spPr bwMode="auto">
            <a:xfrm>
              <a:off x="1296" y="2832"/>
              <a:ext cx="192" cy="96"/>
            </a:xfrm>
            <a:prstGeom prst="ellipse">
              <a:avLst/>
            </a:prstGeom>
            <a:solidFill>
              <a:srgbClr val="00FF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宋体" panose="02010600030101010101" pitchFamily="2" charset="-122"/>
                </a:defRPr>
              </a:lvl2pPr>
              <a:lvl3pPr marL="1143000" indent="-228600">
                <a:spcBef>
                  <a:spcPct val="20000"/>
                </a:spcBef>
                <a:buChar char="•"/>
                <a:defRPr kumimoji="1" sz="2000">
                  <a:solidFill>
                    <a:schemeClr val="tx1"/>
                  </a:solidFill>
                  <a:latin typeface="Comic Sans MS" panose="030F0902030302020204" pitchFamily="66"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400" b="1" i="0" u="none" strike="noStrike" kern="1200" cap="none" spc="0" normalizeH="0" baseline="0" noProof="0">
                <a:ln>
                  <a:noFill/>
                </a:ln>
                <a:solidFill>
                  <a:srgbClr val="0000FF"/>
                </a:solidFill>
                <a:effectLst/>
                <a:uLnTx/>
                <a:uFillTx/>
                <a:latin typeface="微软雅黑" panose="020B0503020204020204" pitchFamily="34" charset="-122"/>
                <a:ea typeface="宋体" panose="02010600030101010101" pitchFamily="2" charset="-122"/>
                <a:cs typeface="+mn-cs"/>
              </a:endParaRPr>
            </a:p>
          </p:txBody>
        </p:sp>
        <p:sp>
          <p:nvSpPr>
            <p:cNvPr id="272491" name="Oval 27">
              <a:extLst>
                <a:ext uri="{FF2B5EF4-FFF2-40B4-BE49-F238E27FC236}">
                  <a16:creationId xmlns:a16="http://schemas.microsoft.com/office/drawing/2014/main" id="{BE541563-0152-38D2-E0D2-B38A72ACEDD9}"/>
                </a:ext>
              </a:extLst>
            </p:cNvPr>
            <p:cNvSpPr>
              <a:spLocks noChangeArrowheads="1"/>
            </p:cNvSpPr>
            <p:nvPr/>
          </p:nvSpPr>
          <p:spPr bwMode="auto">
            <a:xfrm>
              <a:off x="1488" y="3024"/>
              <a:ext cx="192" cy="96"/>
            </a:xfrm>
            <a:prstGeom prst="ellipse">
              <a:avLst/>
            </a:prstGeom>
            <a:solidFill>
              <a:srgbClr val="00FF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宋体" panose="02010600030101010101" pitchFamily="2" charset="-122"/>
                </a:defRPr>
              </a:lvl2pPr>
              <a:lvl3pPr marL="1143000" indent="-228600">
                <a:spcBef>
                  <a:spcPct val="20000"/>
                </a:spcBef>
                <a:buChar char="•"/>
                <a:defRPr kumimoji="1" sz="2000">
                  <a:solidFill>
                    <a:schemeClr val="tx1"/>
                  </a:solidFill>
                  <a:latin typeface="Comic Sans MS" panose="030F0902030302020204" pitchFamily="66"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400" b="1" i="0" u="none" strike="noStrike" kern="1200" cap="none" spc="0" normalizeH="0" baseline="0" noProof="0">
                <a:ln>
                  <a:noFill/>
                </a:ln>
                <a:solidFill>
                  <a:srgbClr val="0000FF"/>
                </a:solidFill>
                <a:effectLst/>
                <a:uLnTx/>
                <a:uFillTx/>
                <a:latin typeface="微软雅黑" panose="020B0503020204020204" pitchFamily="34" charset="-122"/>
                <a:ea typeface="宋体" panose="02010600030101010101" pitchFamily="2" charset="-122"/>
                <a:cs typeface="+mn-cs"/>
              </a:endParaRPr>
            </a:p>
          </p:txBody>
        </p:sp>
        <p:sp>
          <p:nvSpPr>
            <p:cNvPr id="272492" name="Line 28">
              <a:extLst>
                <a:ext uri="{FF2B5EF4-FFF2-40B4-BE49-F238E27FC236}">
                  <a16:creationId xmlns:a16="http://schemas.microsoft.com/office/drawing/2014/main" id="{8A53C159-DE71-C62D-8357-2C06BA137BC2}"/>
                </a:ext>
              </a:extLst>
            </p:cNvPr>
            <p:cNvSpPr>
              <a:spLocks noChangeShapeType="1"/>
            </p:cNvSpPr>
            <p:nvPr/>
          </p:nvSpPr>
          <p:spPr bwMode="auto">
            <a:xfrm>
              <a:off x="1152" y="2544"/>
              <a:ext cx="192" cy="288"/>
            </a:xfrm>
            <a:prstGeom prst="line">
              <a:avLst/>
            </a:prstGeom>
            <a:noFill/>
            <a:ln w="28575">
              <a:solidFill>
                <a:srgbClr val="00B0F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mn-cs"/>
              </a:endParaRPr>
            </a:p>
          </p:txBody>
        </p:sp>
        <p:grpSp>
          <p:nvGrpSpPr>
            <p:cNvPr id="272493" name="Group 29">
              <a:extLst>
                <a:ext uri="{FF2B5EF4-FFF2-40B4-BE49-F238E27FC236}">
                  <a16:creationId xmlns:a16="http://schemas.microsoft.com/office/drawing/2014/main" id="{D1A5F23C-B7A9-7481-3FA5-C44B57E2086D}"/>
                </a:ext>
              </a:extLst>
            </p:cNvPr>
            <p:cNvGrpSpPr>
              <a:grpSpLocks/>
            </p:cNvGrpSpPr>
            <p:nvPr/>
          </p:nvGrpSpPr>
          <p:grpSpPr bwMode="auto">
            <a:xfrm>
              <a:off x="1152" y="2640"/>
              <a:ext cx="240" cy="96"/>
              <a:chOff x="1000" y="3128"/>
              <a:chExt cx="320" cy="184"/>
            </a:xfrm>
          </p:grpSpPr>
          <p:sp>
            <p:nvSpPr>
              <p:cNvPr id="272504" name="AutoShape 30">
                <a:extLst>
                  <a:ext uri="{FF2B5EF4-FFF2-40B4-BE49-F238E27FC236}">
                    <a16:creationId xmlns:a16="http://schemas.microsoft.com/office/drawing/2014/main" id="{4CFC9A72-06EF-EAA4-539A-F10DB6AE68F7}"/>
                  </a:ext>
                </a:extLst>
              </p:cNvPr>
              <p:cNvSpPr>
                <a:spLocks noChangeArrowheads="1"/>
              </p:cNvSpPr>
              <p:nvPr/>
            </p:nvSpPr>
            <p:spPr bwMode="auto">
              <a:xfrm>
                <a:off x="1000" y="3128"/>
                <a:ext cx="320" cy="184"/>
              </a:xfrm>
              <a:prstGeom prst="can">
                <a:avLst>
                  <a:gd name="adj" fmla="val 50000"/>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宋体" panose="02010600030101010101" pitchFamily="2" charset="-122"/>
                  </a:defRPr>
                </a:lvl2pPr>
                <a:lvl3pPr marL="1143000" indent="-228600">
                  <a:spcBef>
                    <a:spcPct val="20000"/>
                  </a:spcBef>
                  <a:buChar char="•"/>
                  <a:defRPr kumimoji="1" sz="2000">
                    <a:solidFill>
                      <a:schemeClr val="tx1"/>
                    </a:solidFill>
                    <a:latin typeface="Comic Sans MS" panose="030F0902030302020204" pitchFamily="66"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400" b="1" i="0" u="none" strike="noStrike" kern="1200" cap="none" spc="0" normalizeH="0" baseline="0" noProof="0">
                  <a:ln>
                    <a:noFill/>
                  </a:ln>
                  <a:solidFill>
                    <a:srgbClr val="0000FF"/>
                  </a:solidFill>
                  <a:effectLst/>
                  <a:uLnTx/>
                  <a:uFillTx/>
                  <a:latin typeface="微软雅黑" panose="020B0503020204020204" pitchFamily="34" charset="-122"/>
                  <a:ea typeface="宋体" panose="02010600030101010101" pitchFamily="2" charset="-122"/>
                  <a:cs typeface="+mn-cs"/>
                </a:endParaRPr>
              </a:p>
            </p:txBody>
          </p:sp>
          <p:sp>
            <p:nvSpPr>
              <p:cNvPr id="272505" name="Line 31">
                <a:extLst>
                  <a:ext uri="{FF2B5EF4-FFF2-40B4-BE49-F238E27FC236}">
                    <a16:creationId xmlns:a16="http://schemas.microsoft.com/office/drawing/2014/main" id="{601643EA-D228-3260-4036-893831F2AAEF}"/>
                  </a:ext>
                </a:extLst>
              </p:cNvPr>
              <p:cNvSpPr>
                <a:spLocks noChangeShapeType="1"/>
              </p:cNvSpPr>
              <p:nvPr/>
            </p:nvSpPr>
            <p:spPr bwMode="auto">
              <a:xfrm>
                <a:off x="1104" y="3144"/>
                <a:ext cx="144" cy="48"/>
              </a:xfrm>
              <a:prstGeom prst="line">
                <a:avLst/>
              </a:prstGeom>
              <a:noFill/>
              <a:ln w="28575">
                <a:solidFill>
                  <a:schemeClr val="bg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mn-cs"/>
                </a:endParaRPr>
              </a:p>
            </p:txBody>
          </p:sp>
          <p:sp>
            <p:nvSpPr>
              <p:cNvPr id="272506" name="Line 32">
                <a:extLst>
                  <a:ext uri="{FF2B5EF4-FFF2-40B4-BE49-F238E27FC236}">
                    <a16:creationId xmlns:a16="http://schemas.microsoft.com/office/drawing/2014/main" id="{7F696893-FB04-5BAA-B0BC-E57C2415076C}"/>
                  </a:ext>
                </a:extLst>
              </p:cNvPr>
              <p:cNvSpPr>
                <a:spLocks noChangeShapeType="1"/>
              </p:cNvSpPr>
              <p:nvPr/>
            </p:nvSpPr>
            <p:spPr bwMode="auto">
              <a:xfrm flipH="1">
                <a:off x="1096" y="3144"/>
                <a:ext cx="144" cy="48"/>
              </a:xfrm>
              <a:prstGeom prst="line">
                <a:avLst/>
              </a:prstGeom>
              <a:noFill/>
              <a:ln w="28575">
                <a:solidFill>
                  <a:schemeClr val="bg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mn-cs"/>
                </a:endParaRPr>
              </a:p>
            </p:txBody>
          </p:sp>
        </p:grpSp>
        <p:sp>
          <p:nvSpPr>
            <p:cNvPr id="272494" name="Line 33">
              <a:extLst>
                <a:ext uri="{FF2B5EF4-FFF2-40B4-BE49-F238E27FC236}">
                  <a16:creationId xmlns:a16="http://schemas.microsoft.com/office/drawing/2014/main" id="{B2CF432F-9DF6-B111-A9CA-835A97AA2564}"/>
                </a:ext>
              </a:extLst>
            </p:cNvPr>
            <p:cNvSpPr>
              <a:spLocks noChangeShapeType="1"/>
            </p:cNvSpPr>
            <p:nvPr/>
          </p:nvSpPr>
          <p:spPr bwMode="auto">
            <a:xfrm flipV="1">
              <a:off x="1488" y="2784"/>
              <a:ext cx="240" cy="96"/>
            </a:xfrm>
            <a:prstGeom prst="line">
              <a:avLst/>
            </a:prstGeom>
            <a:noFill/>
            <a:ln w="28575">
              <a:solidFill>
                <a:srgbClr val="00B0F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mn-cs"/>
              </a:endParaRPr>
            </a:p>
          </p:txBody>
        </p:sp>
        <p:sp>
          <p:nvSpPr>
            <p:cNvPr id="272495" name="Line 34">
              <a:extLst>
                <a:ext uri="{FF2B5EF4-FFF2-40B4-BE49-F238E27FC236}">
                  <a16:creationId xmlns:a16="http://schemas.microsoft.com/office/drawing/2014/main" id="{530DD4A6-5708-6E10-D729-E014824CAF27}"/>
                </a:ext>
              </a:extLst>
            </p:cNvPr>
            <p:cNvSpPr>
              <a:spLocks noChangeShapeType="1"/>
            </p:cNvSpPr>
            <p:nvPr/>
          </p:nvSpPr>
          <p:spPr bwMode="auto">
            <a:xfrm flipH="1">
              <a:off x="1632" y="2544"/>
              <a:ext cx="384" cy="480"/>
            </a:xfrm>
            <a:prstGeom prst="line">
              <a:avLst/>
            </a:prstGeom>
            <a:noFill/>
            <a:ln w="28575">
              <a:solidFill>
                <a:srgbClr val="00B0F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mn-cs"/>
              </a:endParaRPr>
            </a:p>
          </p:txBody>
        </p:sp>
        <p:grpSp>
          <p:nvGrpSpPr>
            <p:cNvPr id="272496" name="Group 35">
              <a:extLst>
                <a:ext uri="{FF2B5EF4-FFF2-40B4-BE49-F238E27FC236}">
                  <a16:creationId xmlns:a16="http://schemas.microsoft.com/office/drawing/2014/main" id="{65B5C7CE-3AC9-BA69-F229-5F4F61EC5D46}"/>
                </a:ext>
              </a:extLst>
            </p:cNvPr>
            <p:cNvGrpSpPr>
              <a:grpSpLocks/>
            </p:cNvGrpSpPr>
            <p:nvPr/>
          </p:nvGrpSpPr>
          <p:grpSpPr bwMode="auto">
            <a:xfrm>
              <a:off x="1728" y="2736"/>
              <a:ext cx="240" cy="96"/>
              <a:chOff x="1000" y="3128"/>
              <a:chExt cx="320" cy="184"/>
            </a:xfrm>
          </p:grpSpPr>
          <p:sp>
            <p:nvSpPr>
              <p:cNvPr id="272501" name="AutoShape 36">
                <a:extLst>
                  <a:ext uri="{FF2B5EF4-FFF2-40B4-BE49-F238E27FC236}">
                    <a16:creationId xmlns:a16="http://schemas.microsoft.com/office/drawing/2014/main" id="{493C7D24-0EBE-807A-5628-D261780A5C35}"/>
                  </a:ext>
                </a:extLst>
              </p:cNvPr>
              <p:cNvSpPr>
                <a:spLocks noChangeArrowheads="1"/>
              </p:cNvSpPr>
              <p:nvPr/>
            </p:nvSpPr>
            <p:spPr bwMode="auto">
              <a:xfrm>
                <a:off x="1000" y="3128"/>
                <a:ext cx="320" cy="184"/>
              </a:xfrm>
              <a:prstGeom prst="can">
                <a:avLst>
                  <a:gd name="adj" fmla="val 50000"/>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宋体" panose="02010600030101010101" pitchFamily="2" charset="-122"/>
                  </a:defRPr>
                </a:lvl2pPr>
                <a:lvl3pPr marL="1143000" indent="-228600">
                  <a:spcBef>
                    <a:spcPct val="20000"/>
                  </a:spcBef>
                  <a:buChar char="•"/>
                  <a:defRPr kumimoji="1" sz="2000">
                    <a:solidFill>
                      <a:schemeClr val="tx1"/>
                    </a:solidFill>
                    <a:latin typeface="Comic Sans MS" panose="030F0902030302020204" pitchFamily="66"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400" b="1" i="0" u="none" strike="noStrike" kern="1200" cap="none" spc="0" normalizeH="0" baseline="0" noProof="0">
                  <a:ln>
                    <a:noFill/>
                  </a:ln>
                  <a:solidFill>
                    <a:srgbClr val="0000FF"/>
                  </a:solidFill>
                  <a:effectLst/>
                  <a:uLnTx/>
                  <a:uFillTx/>
                  <a:latin typeface="微软雅黑" panose="020B0503020204020204" pitchFamily="34" charset="-122"/>
                  <a:ea typeface="宋体" panose="02010600030101010101" pitchFamily="2" charset="-122"/>
                  <a:cs typeface="+mn-cs"/>
                </a:endParaRPr>
              </a:p>
            </p:txBody>
          </p:sp>
          <p:sp>
            <p:nvSpPr>
              <p:cNvPr id="272502" name="Line 37">
                <a:extLst>
                  <a:ext uri="{FF2B5EF4-FFF2-40B4-BE49-F238E27FC236}">
                    <a16:creationId xmlns:a16="http://schemas.microsoft.com/office/drawing/2014/main" id="{C43B8597-3343-46A3-F749-4F6C33473855}"/>
                  </a:ext>
                </a:extLst>
              </p:cNvPr>
              <p:cNvSpPr>
                <a:spLocks noChangeShapeType="1"/>
              </p:cNvSpPr>
              <p:nvPr/>
            </p:nvSpPr>
            <p:spPr bwMode="auto">
              <a:xfrm>
                <a:off x="1104" y="3144"/>
                <a:ext cx="144" cy="48"/>
              </a:xfrm>
              <a:prstGeom prst="line">
                <a:avLst/>
              </a:prstGeom>
              <a:noFill/>
              <a:ln w="28575">
                <a:solidFill>
                  <a:schemeClr val="bg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mn-cs"/>
                </a:endParaRPr>
              </a:p>
            </p:txBody>
          </p:sp>
          <p:sp>
            <p:nvSpPr>
              <p:cNvPr id="272503" name="Line 38">
                <a:extLst>
                  <a:ext uri="{FF2B5EF4-FFF2-40B4-BE49-F238E27FC236}">
                    <a16:creationId xmlns:a16="http://schemas.microsoft.com/office/drawing/2014/main" id="{4065A20C-515D-5D51-5872-6A74C219693C}"/>
                  </a:ext>
                </a:extLst>
              </p:cNvPr>
              <p:cNvSpPr>
                <a:spLocks noChangeShapeType="1"/>
              </p:cNvSpPr>
              <p:nvPr/>
            </p:nvSpPr>
            <p:spPr bwMode="auto">
              <a:xfrm flipH="1">
                <a:off x="1096" y="3144"/>
                <a:ext cx="144" cy="48"/>
              </a:xfrm>
              <a:prstGeom prst="line">
                <a:avLst/>
              </a:prstGeom>
              <a:noFill/>
              <a:ln w="28575">
                <a:solidFill>
                  <a:schemeClr val="bg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mn-cs"/>
                </a:endParaRPr>
              </a:p>
            </p:txBody>
          </p:sp>
        </p:grpSp>
        <p:sp>
          <p:nvSpPr>
            <p:cNvPr id="272497" name="Line 39">
              <a:extLst>
                <a:ext uri="{FF2B5EF4-FFF2-40B4-BE49-F238E27FC236}">
                  <a16:creationId xmlns:a16="http://schemas.microsoft.com/office/drawing/2014/main" id="{4FD8D236-2EDC-75C1-B963-74F0E9A3D569}"/>
                </a:ext>
              </a:extLst>
            </p:cNvPr>
            <p:cNvSpPr>
              <a:spLocks noChangeShapeType="1"/>
            </p:cNvSpPr>
            <p:nvPr/>
          </p:nvSpPr>
          <p:spPr bwMode="auto">
            <a:xfrm>
              <a:off x="2064" y="2544"/>
              <a:ext cx="144" cy="336"/>
            </a:xfrm>
            <a:prstGeom prst="line">
              <a:avLst/>
            </a:prstGeom>
            <a:noFill/>
            <a:ln w="28575">
              <a:solidFill>
                <a:srgbClr val="00B0F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mn-cs"/>
              </a:endParaRPr>
            </a:p>
          </p:txBody>
        </p:sp>
        <p:sp>
          <p:nvSpPr>
            <p:cNvPr id="272498" name="Text Box 40">
              <a:extLst>
                <a:ext uri="{FF2B5EF4-FFF2-40B4-BE49-F238E27FC236}">
                  <a16:creationId xmlns:a16="http://schemas.microsoft.com/office/drawing/2014/main" id="{0AD20168-2712-E9AC-5BC1-CC291CE65557}"/>
                </a:ext>
              </a:extLst>
            </p:cNvPr>
            <p:cNvSpPr txBox="1">
              <a:spLocks noChangeArrowheads="1"/>
            </p:cNvSpPr>
            <p:nvPr/>
          </p:nvSpPr>
          <p:spPr bwMode="auto">
            <a:xfrm>
              <a:off x="1920" y="3041"/>
              <a:ext cx="377" cy="2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宋体" panose="02010600030101010101" pitchFamily="2" charset="-122"/>
                </a:defRPr>
              </a:lvl2pPr>
              <a:lvl3pPr marL="1143000" indent="-228600">
                <a:spcBef>
                  <a:spcPct val="20000"/>
                </a:spcBef>
                <a:buChar char="•"/>
                <a:defRPr kumimoji="1" sz="2000">
                  <a:solidFill>
                    <a:schemeClr val="tx1"/>
                  </a:solidFill>
                  <a:latin typeface="Comic Sans MS" panose="030F0902030302020204" pitchFamily="66"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zh-CN" sz="1400" b="1" i="0" u="none" strike="noStrike" kern="1200" cap="none" spc="0" normalizeH="0" baseline="0" noProof="0">
                  <a:ln>
                    <a:noFill/>
                  </a:ln>
                  <a:solidFill>
                    <a:srgbClr val="0000FF"/>
                  </a:solidFill>
                  <a:effectLst/>
                  <a:uLnTx/>
                  <a:uFillTx/>
                  <a:latin typeface="微软雅黑" panose="020B0503020204020204" pitchFamily="34" charset="-122"/>
                  <a:ea typeface="宋体" panose="02010600030101010101" pitchFamily="2" charset="-122"/>
                  <a:cs typeface="+mn-cs"/>
                </a:rPr>
                <a:t>R4</a:t>
              </a:r>
            </a:p>
          </p:txBody>
        </p:sp>
        <p:sp>
          <p:nvSpPr>
            <p:cNvPr id="272499" name="Text Box 41">
              <a:extLst>
                <a:ext uri="{FF2B5EF4-FFF2-40B4-BE49-F238E27FC236}">
                  <a16:creationId xmlns:a16="http://schemas.microsoft.com/office/drawing/2014/main" id="{7DFB8BC2-9693-9D63-DBEA-2DE282E66CC0}"/>
                </a:ext>
              </a:extLst>
            </p:cNvPr>
            <p:cNvSpPr txBox="1">
              <a:spLocks noChangeArrowheads="1"/>
            </p:cNvSpPr>
            <p:nvPr/>
          </p:nvSpPr>
          <p:spPr bwMode="auto">
            <a:xfrm>
              <a:off x="1164" y="3379"/>
              <a:ext cx="811" cy="2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宋体" panose="02010600030101010101" pitchFamily="2" charset="-122"/>
                </a:defRPr>
              </a:lvl2pPr>
              <a:lvl3pPr marL="1143000" indent="-228600">
                <a:spcBef>
                  <a:spcPct val="20000"/>
                </a:spcBef>
                <a:buChar char="•"/>
                <a:defRPr kumimoji="1" sz="2000">
                  <a:solidFill>
                    <a:schemeClr val="tx1"/>
                  </a:solidFill>
                  <a:latin typeface="Comic Sans MS" panose="030F0902030302020204" pitchFamily="66"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zh-CN" altLang="en-US" sz="1400" b="1" i="0" u="none" strike="noStrike" kern="1200" cap="none" spc="0" normalizeH="0" baseline="0" noProof="0">
                  <a:ln>
                    <a:noFill/>
                  </a:ln>
                  <a:solidFill>
                    <a:srgbClr val="0000FF"/>
                  </a:solidFill>
                  <a:effectLst/>
                  <a:uLnTx/>
                  <a:uFillTx/>
                  <a:latin typeface="微软雅黑" panose="020B0503020204020204" pitchFamily="34" charset="-122"/>
                  <a:ea typeface="宋体" panose="02010600030101010101" pitchFamily="2" charset="-122"/>
                  <a:cs typeface="+mn-cs"/>
                </a:rPr>
                <a:t>自治系统</a:t>
              </a:r>
            </a:p>
          </p:txBody>
        </p:sp>
        <p:sp>
          <p:nvSpPr>
            <p:cNvPr id="272500" name="Oval 16">
              <a:extLst>
                <a:ext uri="{FF2B5EF4-FFF2-40B4-BE49-F238E27FC236}">
                  <a16:creationId xmlns:a16="http://schemas.microsoft.com/office/drawing/2014/main" id="{EAEB01F7-C84E-F34F-C488-91F8183ACE73}"/>
                </a:ext>
              </a:extLst>
            </p:cNvPr>
            <p:cNvSpPr>
              <a:spLocks noChangeArrowheads="1"/>
            </p:cNvSpPr>
            <p:nvPr/>
          </p:nvSpPr>
          <p:spPr bwMode="auto">
            <a:xfrm>
              <a:off x="1920" y="2448"/>
              <a:ext cx="192" cy="96"/>
            </a:xfrm>
            <a:prstGeom prst="ellipse">
              <a:avLst/>
            </a:prstGeom>
            <a:solidFill>
              <a:srgbClr val="00FF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宋体" panose="02010600030101010101" pitchFamily="2" charset="-122"/>
                </a:defRPr>
              </a:lvl2pPr>
              <a:lvl3pPr marL="1143000" indent="-228600">
                <a:spcBef>
                  <a:spcPct val="20000"/>
                </a:spcBef>
                <a:buChar char="•"/>
                <a:defRPr kumimoji="1" sz="2000">
                  <a:solidFill>
                    <a:schemeClr val="tx1"/>
                  </a:solidFill>
                  <a:latin typeface="Comic Sans MS" panose="030F0902030302020204" pitchFamily="66"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400" b="1" i="0" u="none" strike="noStrike" kern="1200" cap="none" spc="0" normalizeH="0" baseline="0" noProof="0">
                <a:ln>
                  <a:noFill/>
                </a:ln>
                <a:solidFill>
                  <a:srgbClr val="0000FF"/>
                </a:solidFill>
                <a:effectLst/>
                <a:uLnTx/>
                <a:uFillTx/>
                <a:latin typeface="微软雅黑" panose="020B0503020204020204" pitchFamily="34" charset="-122"/>
                <a:ea typeface="宋体" panose="02010600030101010101" pitchFamily="2" charset="-122"/>
                <a:cs typeface="+mn-cs"/>
              </a:endParaRPr>
            </a:p>
          </p:txBody>
        </p:sp>
      </p:grpSp>
      <p:grpSp>
        <p:nvGrpSpPr>
          <p:cNvPr id="272394" name="Group 126">
            <a:extLst>
              <a:ext uri="{FF2B5EF4-FFF2-40B4-BE49-F238E27FC236}">
                <a16:creationId xmlns:a16="http://schemas.microsoft.com/office/drawing/2014/main" id="{E3FC1E05-E18F-5A61-049D-B76092FFC343}"/>
              </a:ext>
            </a:extLst>
          </p:cNvPr>
          <p:cNvGrpSpPr>
            <a:grpSpLocks/>
          </p:cNvGrpSpPr>
          <p:nvPr/>
        </p:nvGrpSpPr>
        <p:grpSpPr bwMode="auto">
          <a:xfrm>
            <a:off x="3367088" y="4151313"/>
            <a:ext cx="2084387" cy="1511300"/>
            <a:chOff x="3153" y="2625"/>
            <a:chExt cx="1872" cy="1350"/>
          </a:xfrm>
        </p:grpSpPr>
        <p:sp>
          <p:nvSpPr>
            <p:cNvPr id="272455" name="Rectangle 43">
              <a:extLst>
                <a:ext uri="{FF2B5EF4-FFF2-40B4-BE49-F238E27FC236}">
                  <a16:creationId xmlns:a16="http://schemas.microsoft.com/office/drawing/2014/main" id="{5A59CB7A-33C2-9062-9992-DA13B834F462}"/>
                </a:ext>
              </a:extLst>
            </p:cNvPr>
            <p:cNvSpPr>
              <a:spLocks noChangeArrowheads="1"/>
            </p:cNvSpPr>
            <p:nvPr/>
          </p:nvSpPr>
          <p:spPr bwMode="auto">
            <a:xfrm>
              <a:off x="3153" y="2625"/>
              <a:ext cx="1872" cy="1008"/>
            </a:xfrm>
            <a:prstGeom prst="rect">
              <a:avLst/>
            </a:prstGeom>
            <a:solidFill>
              <a:srgbClr val="99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宋体" panose="02010600030101010101" pitchFamily="2" charset="-122"/>
                </a:defRPr>
              </a:lvl2pPr>
              <a:lvl3pPr marL="1143000" indent="-228600">
                <a:spcBef>
                  <a:spcPct val="20000"/>
                </a:spcBef>
                <a:buChar char="•"/>
                <a:defRPr kumimoji="1" sz="2000">
                  <a:solidFill>
                    <a:schemeClr val="tx1"/>
                  </a:solidFill>
                  <a:latin typeface="Comic Sans MS" panose="030F0902030302020204" pitchFamily="66"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400" b="1" i="0" u="none" strike="noStrike" kern="1200" cap="none" spc="0" normalizeH="0" baseline="0" noProof="0">
                <a:ln>
                  <a:noFill/>
                </a:ln>
                <a:solidFill>
                  <a:srgbClr val="0000FF"/>
                </a:solidFill>
                <a:effectLst/>
                <a:uLnTx/>
                <a:uFillTx/>
                <a:latin typeface="微软雅黑" panose="020B0503020204020204" pitchFamily="34" charset="-122"/>
                <a:ea typeface="宋体" panose="02010600030101010101" pitchFamily="2" charset="-122"/>
                <a:cs typeface="+mn-cs"/>
              </a:endParaRPr>
            </a:p>
          </p:txBody>
        </p:sp>
        <p:sp>
          <p:nvSpPr>
            <p:cNvPr id="272456" name="Oval 46">
              <a:extLst>
                <a:ext uri="{FF2B5EF4-FFF2-40B4-BE49-F238E27FC236}">
                  <a16:creationId xmlns:a16="http://schemas.microsoft.com/office/drawing/2014/main" id="{8D93FB1B-6B77-53BD-A34E-30B3E09D9FA9}"/>
                </a:ext>
              </a:extLst>
            </p:cNvPr>
            <p:cNvSpPr>
              <a:spLocks noChangeArrowheads="1"/>
            </p:cNvSpPr>
            <p:nvPr/>
          </p:nvSpPr>
          <p:spPr bwMode="auto">
            <a:xfrm>
              <a:off x="4689" y="3057"/>
              <a:ext cx="192" cy="96"/>
            </a:xfrm>
            <a:prstGeom prst="ellipse">
              <a:avLst/>
            </a:prstGeom>
            <a:solidFill>
              <a:srgbClr val="00FF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宋体" panose="02010600030101010101" pitchFamily="2" charset="-122"/>
                </a:defRPr>
              </a:lvl2pPr>
              <a:lvl3pPr marL="1143000" indent="-228600">
                <a:spcBef>
                  <a:spcPct val="20000"/>
                </a:spcBef>
                <a:buChar char="•"/>
                <a:defRPr kumimoji="1" sz="2000">
                  <a:solidFill>
                    <a:schemeClr val="tx1"/>
                  </a:solidFill>
                  <a:latin typeface="Comic Sans MS" panose="030F0902030302020204" pitchFamily="66"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400" b="1" i="0" u="none" strike="noStrike" kern="1200" cap="none" spc="0" normalizeH="0" baseline="0" noProof="0">
                <a:ln>
                  <a:noFill/>
                </a:ln>
                <a:solidFill>
                  <a:srgbClr val="0000FF"/>
                </a:solidFill>
                <a:effectLst/>
                <a:uLnTx/>
                <a:uFillTx/>
                <a:latin typeface="微软雅黑" panose="020B0503020204020204" pitchFamily="34" charset="-122"/>
                <a:ea typeface="宋体" panose="02010600030101010101" pitchFamily="2" charset="-122"/>
                <a:cs typeface="+mn-cs"/>
              </a:endParaRPr>
            </a:p>
          </p:txBody>
        </p:sp>
        <p:sp>
          <p:nvSpPr>
            <p:cNvPr id="272457" name="Line 47">
              <a:extLst>
                <a:ext uri="{FF2B5EF4-FFF2-40B4-BE49-F238E27FC236}">
                  <a16:creationId xmlns:a16="http://schemas.microsoft.com/office/drawing/2014/main" id="{B63703A9-BD05-651E-5233-941E68499C16}"/>
                </a:ext>
              </a:extLst>
            </p:cNvPr>
            <p:cNvSpPr>
              <a:spLocks noChangeShapeType="1"/>
            </p:cNvSpPr>
            <p:nvPr/>
          </p:nvSpPr>
          <p:spPr bwMode="auto">
            <a:xfrm>
              <a:off x="3489" y="2865"/>
              <a:ext cx="432" cy="0"/>
            </a:xfrm>
            <a:prstGeom prst="line">
              <a:avLst/>
            </a:prstGeom>
            <a:noFill/>
            <a:ln w="28575">
              <a:solidFill>
                <a:schemeClr val="tx1"/>
              </a:solidFill>
              <a:prstDash val="sysDot"/>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mn-cs"/>
              </a:endParaRPr>
            </a:p>
          </p:txBody>
        </p:sp>
        <p:sp>
          <p:nvSpPr>
            <p:cNvPr id="272458" name="Line 48">
              <a:extLst>
                <a:ext uri="{FF2B5EF4-FFF2-40B4-BE49-F238E27FC236}">
                  <a16:creationId xmlns:a16="http://schemas.microsoft.com/office/drawing/2014/main" id="{3211AFF1-3D57-8DDA-C7A1-E3D669E817C3}"/>
                </a:ext>
              </a:extLst>
            </p:cNvPr>
            <p:cNvSpPr>
              <a:spLocks noChangeShapeType="1"/>
            </p:cNvSpPr>
            <p:nvPr/>
          </p:nvSpPr>
          <p:spPr bwMode="auto">
            <a:xfrm>
              <a:off x="3537" y="3441"/>
              <a:ext cx="576" cy="0"/>
            </a:xfrm>
            <a:prstGeom prst="line">
              <a:avLst/>
            </a:prstGeom>
            <a:noFill/>
            <a:ln w="28575">
              <a:solidFill>
                <a:srgbClr val="00B0F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mn-cs"/>
              </a:endParaRPr>
            </a:p>
          </p:txBody>
        </p:sp>
        <p:sp>
          <p:nvSpPr>
            <p:cNvPr id="272459" name="Line 49">
              <a:extLst>
                <a:ext uri="{FF2B5EF4-FFF2-40B4-BE49-F238E27FC236}">
                  <a16:creationId xmlns:a16="http://schemas.microsoft.com/office/drawing/2014/main" id="{AA0DBD42-1FC5-CC77-1BFC-1F5EF701D126}"/>
                </a:ext>
              </a:extLst>
            </p:cNvPr>
            <p:cNvSpPr>
              <a:spLocks noChangeShapeType="1"/>
            </p:cNvSpPr>
            <p:nvPr/>
          </p:nvSpPr>
          <p:spPr bwMode="auto">
            <a:xfrm flipV="1">
              <a:off x="4257" y="3345"/>
              <a:ext cx="288" cy="96"/>
            </a:xfrm>
            <a:prstGeom prst="line">
              <a:avLst/>
            </a:prstGeom>
            <a:noFill/>
            <a:ln w="28575">
              <a:solidFill>
                <a:srgbClr val="00B0F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mn-cs"/>
              </a:endParaRPr>
            </a:p>
          </p:txBody>
        </p:sp>
        <p:sp>
          <p:nvSpPr>
            <p:cNvPr id="272460" name="Oval 50">
              <a:extLst>
                <a:ext uri="{FF2B5EF4-FFF2-40B4-BE49-F238E27FC236}">
                  <a16:creationId xmlns:a16="http://schemas.microsoft.com/office/drawing/2014/main" id="{E2A65D3D-F953-55E9-AE94-40D84B0572DE}"/>
                </a:ext>
              </a:extLst>
            </p:cNvPr>
            <p:cNvSpPr>
              <a:spLocks noChangeArrowheads="1"/>
            </p:cNvSpPr>
            <p:nvPr/>
          </p:nvSpPr>
          <p:spPr bwMode="auto">
            <a:xfrm>
              <a:off x="4113" y="3393"/>
              <a:ext cx="192" cy="96"/>
            </a:xfrm>
            <a:prstGeom prst="ellipse">
              <a:avLst/>
            </a:prstGeom>
            <a:solidFill>
              <a:srgbClr val="00FF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宋体" panose="02010600030101010101" pitchFamily="2" charset="-122"/>
                </a:defRPr>
              </a:lvl2pPr>
              <a:lvl3pPr marL="1143000" indent="-228600">
                <a:spcBef>
                  <a:spcPct val="20000"/>
                </a:spcBef>
                <a:buChar char="•"/>
                <a:defRPr kumimoji="1" sz="2000">
                  <a:solidFill>
                    <a:schemeClr val="tx1"/>
                  </a:solidFill>
                  <a:latin typeface="Comic Sans MS" panose="030F0902030302020204" pitchFamily="66"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400" b="1" i="0" u="none" strike="noStrike" kern="1200" cap="none" spc="0" normalizeH="0" baseline="0" noProof="0">
                <a:ln>
                  <a:noFill/>
                </a:ln>
                <a:solidFill>
                  <a:srgbClr val="0000FF"/>
                </a:solidFill>
                <a:effectLst/>
                <a:uLnTx/>
                <a:uFillTx/>
                <a:latin typeface="微软雅黑" panose="020B0503020204020204" pitchFamily="34" charset="-122"/>
                <a:ea typeface="宋体" panose="02010600030101010101" pitchFamily="2" charset="-122"/>
                <a:cs typeface="+mn-cs"/>
              </a:endParaRPr>
            </a:p>
          </p:txBody>
        </p:sp>
        <p:grpSp>
          <p:nvGrpSpPr>
            <p:cNvPr id="272461" name="Group 51">
              <a:extLst>
                <a:ext uri="{FF2B5EF4-FFF2-40B4-BE49-F238E27FC236}">
                  <a16:creationId xmlns:a16="http://schemas.microsoft.com/office/drawing/2014/main" id="{B649FB0B-5018-8375-867A-358E9F294504}"/>
                </a:ext>
              </a:extLst>
            </p:cNvPr>
            <p:cNvGrpSpPr>
              <a:grpSpLocks/>
            </p:cNvGrpSpPr>
            <p:nvPr/>
          </p:nvGrpSpPr>
          <p:grpSpPr bwMode="auto">
            <a:xfrm>
              <a:off x="3729" y="3393"/>
              <a:ext cx="240" cy="96"/>
              <a:chOff x="1000" y="3128"/>
              <a:chExt cx="320" cy="184"/>
            </a:xfrm>
          </p:grpSpPr>
          <p:sp>
            <p:nvSpPr>
              <p:cNvPr id="272477" name="AutoShape 52">
                <a:extLst>
                  <a:ext uri="{FF2B5EF4-FFF2-40B4-BE49-F238E27FC236}">
                    <a16:creationId xmlns:a16="http://schemas.microsoft.com/office/drawing/2014/main" id="{39538723-EF30-EA20-0BA1-D26B8424EA60}"/>
                  </a:ext>
                </a:extLst>
              </p:cNvPr>
              <p:cNvSpPr>
                <a:spLocks noChangeArrowheads="1"/>
              </p:cNvSpPr>
              <p:nvPr/>
            </p:nvSpPr>
            <p:spPr bwMode="auto">
              <a:xfrm>
                <a:off x="1000" y="3128"/>
                <a:ext cx="320" cy="184"/>
              </a:xfrm>
              <a:prstGeom prst="can">
                <a:avLst>
                  <a:gd name="adj" fmla="val 50000"/>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宋体" panose="02010600030101010101" pitchFamily="2" charset="-122"/>
                  </a:defRPr>
                </a:lvl2pPr>
                <a:lvl3pPr marL="1143000" indent="-228600">
                  <a:spcBef>
                    <a:spcPct val="20000"/>
                  </a:spcBef>
                  <a:buChar char="•"/>
                  <a:defRPr kumimoji="1" sz="2000">
                    <a:solidFill>
                      <a:schemeClr val="tx1"/>
                    </a:solidFill>
                    <a:latin typeface="Comic Sans MS" panose="030F0902030302020204" pitchFamily="66"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400" b="1" i="0" u="none" strike="noStrike" kern="1200" cap="none" spc="0" normalizeH="0" baseline="0" noProof="0">
                  <a:ln>
                    <a:noFill/>
                  </a:ln>
                  <a:solidFill>
                    <a:srgbClr val="0000FF"/>
                  </a:solidFill>
                  <a:effectLst/>
                  <a:uLnTx/>
                  <a:uFillTx/>
                  <a:latin typeface="微软雅黑" panose="020B0503020204020204" pitchFamily="34" charset="-122"/>
                  <a:ea typeface="宋体" panose="02010600030101010101" pitchFamily="2" charset="-122"/>
                  <a:cs typeface="+mn-cs"/>
                </a:endParaRPr>
              </a:p>
            </p:txBody>
          </p:sp>
          <p:sp>
            <p:nvSpPr>
              <p:cNvPr id="272478" name="Line 53">
                <a:extLst>
                  <a:ext uri="{FF2B5EF4-FFF2-40B4-BE49-F238E27FC236}">
                    <a16:creationId xmlns:a16="http://schemas.microsoft.com/office/drawing/2014/main" id="{76E10FAF-07FF-6529-39F6-2B1153540059}"/>
                  </a:ext>
                </a:extLst>
              </p:cNvPr>
              <p:cNvSpPr>
                <a:spLocks noChangeShapeType="1"/>
              </p:cNvSpPr>
              <p:nvPr/>
            </p:nvSpPr>
            <p:spPr bwMode="auto">
              <a:xfrm>
                <a:off x="1104" y="3144"/>
                <a:ext cx="144" cy="48"/>
              </a:xfrm>
              <a:prstGeom prst="line">
                <a:avLst/>
              </a:prstGeom>
              <a:noFill/>
              <a:ln w="28575">
                <a:solidFill>
                  <a:schemeClr val="bg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mn-cs"/>
                </a:endParaRPr>
              </a:p>
            </p:txBody>
          </p:sp>
          <p:sp>
            <p:nvSpPr>
              <p:cNvPr id="272479" name="Line 54">
                <a:extLst>
                  <a:ext uri="{FF2B5EF4-FFF2-40B4-BE49-F238E27FC236}">
                    <a16:creationId xmlns:a16="http://schemas.microsoft.com/office/drawing/2014/main" id="{035287C6-6D4F-8E67-FF0E-816551191C76}"/>
                  </a:ext>
                </a:extLst>
              </p:cNvPr>
              <p:cNvSpPr>
                <a:spLocks noChangeShapeType="1"/>
              </p:cNvSpPr>
              <p:nvPr/>
            </p:nvSpPr>
            <p:spPr bwMode="auto">
              <a:xfrm flipH="1">
                <a:off x="1096" y="3144"/>
                <a:ext cx="144" cy="48"/>
              </a:xfrm>
              <a:prstGeom prst="line">
                <a:avLst/>
              </a:prstGeom>
              <a:noFill/>
              <a:ln w="28575">
                <a:solidFill>
                  <a:schemeClr val="bg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mn-cs"/>
                </a:endParaRPr>
              </a:p>
            </p:txBody>
          </p:sp>
        </p:grpSp>
        <p:sp>
          <p:nvSpPr>
            <p:cNvPr id="272462" name="Line 55">
              <a:extLst>
                <a:ext uri="{FF2B5EF4-FFF2-40B4-BE49-F238E27FC236}">
                  <a16:creationId xmlns:a16="http://schemas.microsoft.com/office/drawing/2014/main" id="{DD592E4A-C6EA-F4A6-30B5-6235CB75475F}"/>
                </a:ext>
              </a:extLst>
            </p:cNvPr>
            <p:cNvSpPr>
              <a:spLocks noChangeShapeType="1"/>
            </p:cNvSpPr>
            <p:nvPr/>
          </p:nvSpPr>
          <p:spPr bwMode="auto">
            <a:xfrm flipV="1">
              <a:off x="4641" y="3153"/>
              <a:ext cx="144" cy="144"/>
            </a:xfrm>
            <a:prstGeom prst="line">
              <a:avLst/>
            </a:prstGeom>
            <a:noFill/>
            <a:ln w="28575">
              <a:solidFill>
                <a:srgbClr val="00B0F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mn-cs"/>
              </a:endParaRPr>
            </a:p>
          </p:txBody>
        </p:sp>
        <p:sp>
          <p:nvSpPr>
            <p:cNvPr id="272463" name="Line 56">
              <a:extLst>
                <a:ext uri="{FF2B5EF4-FFF2-40B4-BE49-F238E27FC236}">
                  <a16:creationId xmlns:a16="http://schemas.microsoft.com/office/drawing/2014/main" id="{69306C2C-D2A0-964E-AE86-DEB34E6330E0}"/>
                </a:ext>
              </a:extLst>
            </p:cNvPr>
            <p:cNvSpPr>
              <a:spLocks noChangeShapeType="1"/>
            </p:cNvSpPr>
            <p:nvPr/>
          </p:nvSpPr>
          <p:spPr bwMode="auto">
            <a:xfrm flipH="1">
              <a:off x="3441" y="2950"/>
              <a:ext cx="553" cy="491"/>
            </a:xfrm>
            <a:prstGeom prst="line">
              <a:avLst/>
            </a:prstGeom>
            <a:noFill/>
            <a:ln w="28575">
              <a:solidFill>
                <a:schemeClr val="tx1"/>
              </a:solidFill>
              <a:prstDash val="sysDot"/>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mn-cs"/>
              </a:endParaRPr>
            </a:p>
          </p:txBody>
        </p:sp>
        <p:grpSp>
          <p:nvGrpSpPr>
            <p:cNvPr id="272464" name="Group 57">
              <a:extLst>
                <a:ext uri="{FF2B5EF4-FFF2-40B4-BE49-F238E27FC236}">
                  <a16:creationId xmlns:a16="http://schemas.microsoft.com/office/drawing/2014/main" id="{6D3B30E7-3CC4-7E70-6E6D-90803F1D692F}"/>
                </a:ext>
              </a:extLst>
            </p:cNvPr>
            <p:cNvGrpSpPr>
              <a:grpSpLocks/>
            </p:cNvGrpSpPr>
            <p:nvPr/>
          </p:nvGrpSpPr>
          <p:grpSpPr bwMode="auto">
            <a:xfrm>
              <a:off x="4449" y="3297"/>
              <a:ext cx="240" cy="96"/>
              <a:chOff x="1000" y="3128"/>
              <a:chExt cx="320" cy="184"/>
            </a:xfrm>
          </p:grpSpPr>
          <p:sp>
            <p:nvSpPr>
              <p:cNvPr id="272474" name="AutoShape 58">
                <a:extLst>
                  <a:ext uri="{FF2B5EF4-FFF2-40B4-BE49-F238E27FC236}">
                    <a16:creationId xmlns:a16="http://schemas.microsoft.com/office/drawing/2014/main" id="{F2FFE8F6-6086-C828-D06B-B1C46452B850}"/>
                  </a:ext>
                </a:extLst>
              </p:cNvPr>
              <p:cNvSpPr>
                <a:spLocks noChangeArrowheads="1"/>
              </p:cNvSpPr>
              <p:nvPr/>
            </p:nvSpPr>
            <p:spPr bwMode="auto">
              <a:xfrm>
                <a:off x="1000" y="3128"/>
                <a:ext cx="320" cy="184"/>
              </a:xfrm>
              <a:prstGeom prst="can">
                <a:avLst>
                  <a:gd name="adj" fmla="val 50000"/>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宋体" panose="02010600030101010101" pitchFamily="2" charset="-122"/>
                  </a:defRPr>
                </a:lvl2pPr>
                <a:lvl3pPr marL="1143000" indent="-228600">
                  <a:spcBef>
                    <a:spcPct val="20000"/>
                  </a:spcBef>
                  <a:buChar char="•"/>
                  <a:defRPr kumimoji="1" sz="2000">
                    <a:solidFill>
                      <a:schemeClr val="tx1"/>
                    </a:solidFill>
                    <a:latin typeface="Comic Sans MS" panose="030F0902030302020204" pitchFamily="66"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400" b="1" i="0" u="none" strike="noStrike" kern="1200" cap="none" spc="0" normalizeH="0" baseline="0" noProof="0">
                  <a:ln>
                    <a:noFill/>
                  </a:ln>
                  <a:solidFill>
                    <a:srgbClr val="0000FF"/>
                  </a:solidFill>
                  <a:effectLst/>
                  <a:uLnTx/>
                  <a:uFillTx/>
                  <a:latin typeface="微软雅黑" panose="020B0503020204020204" pitchFamily="34" charset="-122"/>
                  <a:ea typeface="宋体" panose="02010600030101010101" pitchFamily="2" charset="-122"/>
                  <a:cs typeface="+mn-cs"/>
                </a:endParaRPr>
              </a:p>
            </p:txBody>
          </p:sp>
          <p:sp>
            <p:nvSpPr>
              <p:cNvPr id="272475" name="Line 59">
                <a:extLst>
                  <a:ext uri="{FF2B5EF4-FFF2-40B4-BE49-F238E27FC236}">
                    <a16:creationId xmlns:a16="http://schemas.microsoft.com/office/drawing/2014/main" id="{A463F5C3-1BBA-8C7B-6AB5-B0828A08A7B2}"/>
                  </a:ext>
                </a:extLst>
              </p:cNvPr>
              <p:cNvSpPr>
                <a:spLocks noChangeShapeType="1"/>
              </p:cNvSpPr>
              <p:nvPr/>
            </p:nvSpPr>
            <p:spPr bwMode="auto">
              <a:xfrm>
                <a:off x="1104" y="3144"/>
                <a:ext cx="144" cy="48"/>
              </a:xfrm>
              <a:prstGeom prst="line">
                <a:avLst/>
              </a:prstGeom>
              <a:noFill/>
              <a:ln w="28575">
                <a:solidFill>
                  <a:schemeClr val="bg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mn-cs"/>
                </a:endParaRPr>
              </a:p>
            </p:txBody>
          </p:sp>
          <p:sp>
            <p:nvSpPr>
              <p:cNvPr id="272476" name="Line 60">
                <a:extLst>
                  <a:ext uri="{FF2B5EF4-FFF2-40B4-BE49-F238E27FC236}">
                    <a16:creationId xmlns:a16="http://schemas.microsoft.com/office/drawing/2014/main" id="{3155ED69-422A-7C07-EBF1-F1E9F149419C}"/>
                  </a:ext>
                </a:extLst>
              </p:cNvPr>
              <p:cNvSpPr>
                <a:spLocks noChangeShapeType="1"/>
              </p:cNvSpPr>
              <p:nvPr/>
            </p:nvSpPr>
            <p:spPr bwMode="auto">
              <a:xfrm flipH="1">
                <a:off x="1096" y="3144"/>
                <a:ext cx="144" cy="48"/>
              </a:xfrm>
              <a:prstGeom prst="line">
                <a:avLst/>
              </a:prstGeom>
              <a:noFill/>
              <a:ln w="28575">
                <a:solidFill>
                  <a:schemeClr val="bg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mn-cs"/>
                </a:endParaRPr>
              </a:p>
            </p:txBody>
          </p:sp>
        </p:grpSp>
        <p:sp>
          <p:nvSpPr>
            <p:cNvPr id="272465" name="Line 61">
              <a:extLst>
                <a:ext uri="{FF2B5EF4-FFF2-40B4-BE49-F238E27FC236}">
                  <a16:creationId xmlns:a16="http://schemas.microsoft.com/office/drawing/2014/main" id="{17CDF532-704E-A628-B78A-70158C5E482B}"/>
                </a:ext>
              </a:extLst>
            </p:cNvPr>
            <p:cNvSpPr>
              <a:spLocks noChangeShapeType="1"/>
            </p:cNvSpPr>
            <p:nvPr/>
          </p:nvSpPr>
          <p:spPr bwMode="auto">
            <a:xfrm>
              <a:off x="4209" y="2913"/>
              <a:ext cx="480" cy="192"/>
            </a:xfrm>
            <a:prstGeom prst="line">
              <a:avLst/>
            </a:prstGeom>
            <a:noFill/>
            <a:ln w="28575">
              <a:solidFill>
                <a:srgbClr val="00B0F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mn-cs"/>
              </a:endParaRPr>
            </a:p>
          </p:txBody>
        </p:sp>
        <p:grpSp>
          <p:nvGrpSpPr>
            <p:cNvPr id="272466" name="Group 62">
              <a:extLst>
                <a:ext uri="{FF2B5EF4-FFF2-40B4-BE49-F238E27FC236}">
                  <a16:creationId xmlns:a16="http://schemas.microsoft.com/office/drawing/2014/main" id="{3DA2E4DF-3971-B76B-6A60-FDD83055C1A8}"/>
                </a:ext>
              </a:extLst>
            </p:cNvPr>
            <p:cNvGrpSpPr>
              <a:grpSpLocks/>
            </p:cNvGrpSpPr>
            <p:nvPr/>
          </p:nvGrpSpPr>
          <p:grpSpPr bwMode="auto">
            <a:xfrm>
              <a:off x="3921" y="2769"/>
              <a:ext cx="320" cy="184"/>
              <a:chOff x="1000" y="3128"/>
              <a:chExt cx="320" cy="184"/>
            </a:xfrm>
          </p:grpSpPr>
          <p:sp>
            <p:nvSpPr>
              <p:cNvPr id="272471" name="AutoShape 63">
                <a:extLst>
                  <a:ext uri="{FF2B5EF4-FFF2-40B4-BE49-F238E27FC236}">
                    <a16:creationId xmlns:a16="http://schemas.microsoft.com/office/drawing/2014/main" id="{FB22DC2D-B6C5-7274-E53B-CBDFA847FC86}"/>
                  </a:ext>
                </a:extLst>
              </p:cNvPr>
              <p:cNvSpPr>
                <a:spLocks noChangeArrowheads="1"/>
              </p:cNvSpPr>
              <p:nvPr/>
            </p:nvSpPr>
            <p:spPr bwMode="auto">
              <a:xfrm>
                <a:off x="1000" y="3128"/>
                <a:ext cx="320" cy="184"/>
              </a:xfrm>
              <a:prstGeom prst="can">
                <a:avLst>
                  <a:gd name="adj" fmla="val 50000"/>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宋体" panose="02010600030101010101" pitchFamily="2" charset="-122"/>
                  </a:defRPr>
                </a:lvl2pPr>
                <a:lvl3pPr marL="1143000" indent="-228600">
                  <a:spcBef>
                    <a:spcPct val="20000"/>
                  </a:spcBef>
                  <a:buChar char="•"/>
                  <a:defRPr kumimoji="1" sz="2000">
                    <a:solidFill>
                      <a:schemeClr val="tx1"/>
                    </a:solidFill>
                    <a:latin typeface="Comic Sans MS" panose="030F0902030302020204" pitchFamily="66"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400" b="1" i="0" u="none" strike="noStrike" kern="1200" cap="none" spc="0" normalizeH="0" baseline="0" noProof="0">
                  <a:ln>
                    <a:noFill/>
                  </a:ln>
                  <a:solidFill>
                    <a:srgbClr val="0000FF"/>
                  </a:solidFill>
                  <a:effectLst/>
                  <a:uLnTx/>
                  <a:uFillTx/>
                  <a:latin typeface="微软雅黑" panose="020B0503020204020204" pitchFamily="34" charset="-122"/>
                  <a:ea typeface="宋体" panose="02010600030101010101" pitchFamily="2" charset="-122"/>
                  <a:cs typeface="+mn-cs"/>
                </a:endParaRPr>
              </a:p>
            </p:txBody>
          </p:sp>
          <p:sp>
            <p:nvSpPr>
              <p:cNvPr id="272472" name="Line 64">
                <a:extLst>
                  <a:ext uri="{FF2B5EF4-FFF2-40B4-BE49-F238E27FC236}">
                    <a16:creationId xmlns:a16="http://schemas.microsoft.com/office/drawing/2014/main" id="{3412FF49-3958-C5BA-CCDB-D47A1BA1E458}"/>
                  </a:ext>
                </a:extLst>
              </p:cNvPr>
              <p:cNvSpPr>
                <a:spLocks noChangeShapeType="1"/>
              </p:cNvSpPr>
              <p:nvPr/>
            </p:nvSpPr>
            <p:spPr bwMode="auto">
              <a:xfrm>
                <a:off x="1104" y="3144"/>
                <a:ext cx="144" cy="48"/>
              </a:xfrm>
              <a:prstGeom prst="line">
                <a:avLst/>
              </a:prstGeom>
              <a:noFill/>
              <a:ln w="28575">
                <a:solidFill>
                  <a:schemeClr val="bg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mn-cs"/>
                </a:endParaRPr>
              </a:p>
            </p:txBody>
          </p:sp>
          <p:sp>
            <p:nvSpPr>
              <p:cNvPr id="272473" name="Line 65">
                <a:extLst>
                  <a:ext uri="{FF2B5EF4-FFF2-40B4-BE49-F238E27FC236}">
                    <a16:creationId xmlns:a16="http://schemas.microsoft.com/office/drawing/2014/main" id="{9CB22BB1-F323-A0FC-ADDA-9E8811EB55E7}"/>
                  </a:ext>
                </a:extLst>
              </p:cNvPr>
              <p:cNvSpPr>
                <a:spLocks noChangeShapeType="1"/>
              </p:cNvSpPr>
              <p:nvPr/>
            </p:nvSpPr>
            <p:spPr bwMode="auto">
              <a:xfrm flipH="1">
                <a:off x="1096" y="3144"/>
                <a:ext cx="144" cy="48"/>
              </a:xfrm>
              <a:prstGeom prst="line">
                <a:avLst/>
              </a:prstGeom>
              <a:noFill/>
              <a:ln w="28575">
                <a:solidFill>
                  <a:schemeClr val="bg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mn-cs"/>
                </a:endParaRPr>
              </a:p>
            </p:txBody>
          </p:sp>
        </p:grpSp>
        <p:sp>
          <p:nvSpPr>
            <p:cNvPr id="272467" name="Text Box 66">
              <a:extLst>
                <a:ext uri="{FF2B5EF4-FFF2-40B4-BE49-F238E27FC236}">
                  <a16:creationId xmlns:a16="http://schemas.microsoft.com/office/drawing/2014/main" id="{5D011726-CE5B-801C-1EE6-57E6199323DC}"/>
                </a:ext>
              </a:extLst>
            </p:cNvPr>
            <p:cNvSpPr txBox="1">
              <a:spLocks noChangeArrowheads="1"/>
            </p:cNvSpPr>
            <p:nvPr/>
          </p:nvSpPr>
          <p:spPr bwMode="auto">
            <a:xfrm>
              <a:off x="4209" y="2642"/>
              <a:ext cx="377" cy="2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宋体" panose="02010600030101010101" pitchFamily="2" charset="-122"/>
                </a:defRPr>
              </a:lvl2pPr>
              <a:lvl3pPr marL="1143000" indent="-228600">
                <a:spcBef>
                  <a:spcPct val="20000"/>
                </a:spcBef>
                <a:buChar char="•"/>
                <a:defRPr kumimoji="1" sz="2000">
                  <a:solidFill>
                    <a:schemeClr val="tx1"/>
                  </a:solidFill>
                  <a:latin typeface="Comic Sans MS" panose="030F0902030302020204" pitchFamily="66"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zh-CN" sz="1400" b="1" i="0" u="none" strike="noStrike" kern="1200" cap="none" spc="0" normalizeH="0" baseline="0" noProof="0">
                  <a:ln>
                    <a:noFill/>
                  </a:ln>
                  <a:solidFill>
                    <a:srgbClr val="0000FF"/>
                  </a:solidFill>
                  <a:effectLst/>
                  <a:uLnTx/>
                  <a:uFillTx/>
                  <a:latin typeface="微软雅黑" panose="020B0503020204020204" pitchFamily="34" charset="-122"/>
                  <a:ea typeface="宋体" panose="02010600030101010101" pitchFamily="2" charset="-122"/>
                  <a:cs typeface="+mn-cs"/>
                </a:rPr>
                <a:t>R3</a:t>
              </a:r>
            </a:p>
          </p:txBody>
        </p:sp>
        <p:sp>
          <p:nvSpPr>
            <p:cNvPr id="272468" name="Text Box 67">
              <a:extLst>
                <a:ext uri="{FF2B5EF4-FFF2-40B4-BE49-F238E27FC236}">
                  <a16:creationId xmlns:a16="http://schemas.microsoft.com/office/drawing/2014/main" id="{4E7988E9-7D47-167F-41FB-9F31C1E6D845}"/>
                </a:ext>
              </a:extLst>
            </p:cNvPr>
            <p:cNvSpPr txBox="1">
              <a:spLocks noChangeArrowheads="1"/>
            </p:cNvSpPr>
            <p:nvPr/>
          </p:nvSpPr>
          <p:spPr bwMode="auto">
            <a:xfrm>
              <a:off x="3729" y="3700"/>
              <a:ext cx="811" cy="2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宋体" panose="02010600030101010101" pitchFamily="2" charset="-122"/>
                </a:defRPr>
              </a:lvl2pPr>
              <a:lvl3pPr marL="1143000" indent="-228600">
                <a:spcBef>
                  <a:spcPct val="20000"/>
                </a:spcBef>
                <a:buChar char="•"/>
                <a:defRPr kumimoji="1" sz="2000">
                  <a:solidFill>
                    <a:schemeClr val="tx1"/>
                  </a:solidFill>
                  <a:latin typeface="Comic Sans MS" panose="030F0902030302020204" pitchFamily="66"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zh-CN" altLang="en-US" sz="1400" b="1" i="0" u="none" strike="noStrike" kern="1200" cap="none" spc="0" normalizeH="0" baseline="0" noProof="0">
                  <a:ln>
                    <a:noFill/>
                  </a:ln>
                  <a:solidFill>
                    <a:srgbClr val="0000FF"/>
                  </a:solidFill>
                  <a:effectLst/>
                  <a:uLnTx/>
                  <a:uFillTx/>
                  <a:latin typeface="微软雅黑" panose="020B0503020204020204" pitchFamily="34" charset="-122"/>
                  <a:ea typeface="宋体" panose="02010600030101010101" pitchFamily="2" charset="-122"/>
                  <a:cs typeface="+mn-cs"/>
                </a:rPr>
                <a:t>自治系统</a:t>
              </a:r>
            </a:p>
          </p:txBody>
        </p:sp>
        <p:sp>
          <p:nvSpPr>
            <p:cNvPr id="272469" name="Oval 44">
              <a:extLst>
                <a:ext uri="{FF2B5EF4-FFF2-40B4-BE49-F238E27FC236}">
                  <a16:creationId xmlns:a16="http://schemas.microsoft.com/office/drawing/2014/main" id="{F3224AE7-93F8-268D-B5B7-3315290BB576}"/>
                </a:ext>
              </a:extLst>
            </p:cNvPr>
            <p:cNvSpPr>
              <a:spLocks noChangeArrowheads="1"/>
            </p:cNvSpPr>
            <p:nvPr/>
          </p:nvSpPr>
          <p:spPr bwMode="auto">
            <a:xfrm>
              <a:off x="3297" y="2817"/>
              <a:ext cx="192" cy="96"/>
            </a:xfrm>
            <a:prstGeom prst="ellipse">
              <a:avLst/>
            </a:prstGeom>
            <a:solidFill>
              <a:srgbClr val="00FF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宋体" panose="02010600030101010101" pitchFamily="2" charset="-122"/>
                </a:defRPr>
              </a:lvl2pPr>
              <a:lvl3pPr marL="1143000" indent="-228600">
                <a:spcBef>
                  <a:spcPct val="20000"/>
                </a:spcBef>
                <a:buChar char="•"/>
                <a:defRPr kumimoji="1" sz="2000">
                  <a:solidFill>
                    <a:schemeClr val="tx1"/>
                  </a:solidFill>
                  <a:latin typeface="Comic Sans MS" panose="030F0902030302020204" pitchFamily="66"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400" b="1" i="0" u="none" strike="noStrike" kern="1200" cap="none" spc="0" normalizeH="0" baseline="0" noProof="0">
                <a:ln>
                  <a:noFill/>
                </a:ln>
                <a:solidFill>
                  <a:srgbClr val="0000FF"/>
                </a:solidFill>
                <a:effectLst/>
                <a:uLnTx/>
                <a:uFillTx/>
                <a:latin typeface="微软雅黑" panose="020B0503020204020204" pitchFamily="34" charset="-122"/>
                <a:ea typeface="宋体" panose="02010600030101010101" pitchFamily="2" charset="-122"/>
                <a:cs typeface="+mn-cs"/>
              </a:endParaRPr>
            </a:p>
          </p:txBody>
        </p:sp>
        <p:sp>
          <p:nvSpPr>
            <p:cNvPr id="272470" name="Oval 45">
              <a:extLst>
                <a:ext uri="{FF2B5EF4-FFF2-40B4-BE49-F238E27FC236}">
                  <a16:creationId xmlns:a16="http://schemas.microsoft.com/office/drawing/2014/main" id="{E08EDDC3-9C4E-D589-CAF7-E6E0B9AC74E5}"/>
                </a:ext>
              </a:extLst>
            </p:cNvPr>
            <p:cNvSpPr>
              <a:spLocks noChangeArrowheads="1"/>
            </p:cNvSpPr>
            <p:nvPr/>
          </p:nvSpPr>
          <p:spPr bwMode="auto">
            <a:xfrm>
              <a:off x="3345" y="3393"/>
              <a:ext cx="192" cy="96"/>
            </a:xfrm>
            <a:prstGeom prst="ellipse">
              <a:avLst/>
            </a:prstGeom>
            <a:solidFill>
              <a:srgbClr val="00FF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宋体" panose="02010600030101010101" pitchFamily="2" charset="-122"/>
                </a:defRPr>
              </a:lvl2pPr>
              <a:lvl3pPr marL="1143000" indent="-228600">
                <a:spcBef>
                  <a:spcPct val="20000"/>
                </a:spcBef>
                <a:buChar char="•"/>
                <a:defRPr kumimoji="1" sz="2000">
                  <a:solidFill>
                    <a:schemeClr val="tx1"/>
                  </a:solidFill>
                  <a:latin typeface="Comic Sans MS" panose="030F0902030302020204" pitchFamily="66"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400" b="1" i="0" u="none" strike="noStrike" kern="1200" cap="none" spc="0" normalizeH="0" baseline="0" noProof="0">
                <a:ln>
                  <a:noFill/>
                </a:ln>
                <a:solidFill>
                  <a:srgbClr val="0000FF"/>
                </a:solidFill>
                <a:effectLst/>
                <a:uLnTx/>
                <a:uFillTx/>
                <a:latin typeface="微软雅黑" panose="020B0503020204020204" pitchFamily="34" charset="-122"/>
                <a:ea typeface="宋体" panose="02010600030101010101" pitchFamily="2" charset="-122"/>
                <a:cs typeface="+mn-cs"/>
              </a:endParaRPr>
            </a:p>
          </p:txBody>
        </p:sp>
      </p:grpSp>
      <p:grpSp>
        <p:nvGrpSpPr>
          <p:cNvPr id="272395" name="Group 68">
            <a:extLst>
              <a:ext uri="{FF2B5EF4-FFF2-40B4-BE49-F238E27FC236}">
                <a16:creationId xmlns:a16="http://schemas.microsoft.com/office/drawing/2014/main" id="{97279849-50B0-6F33-3ED5-791A0B02BE72}"/>
              </a:ext>
            </a:extLst>
          </p:cNvPr>
          <p:cNvGrpSpPr>
            <a:grpSpLocks/>
          </p:cNvGrpSpPr>
          <p:nvPr/>
        </p:nvGrpSpPr>
        <p:grpSpPr bwMode="auto">
          <a:xfrm>
            <a:off x="836613" y="2354263"/>
            <a:ext cx="2084387" cy="1474787"/>
            <a:chOff x="672" y="699"/>
            <a:chExt cx="1872" cy="1317"/>
          </a:xfrm>
        </p:grpSpPr>
        <p:sp>
          <p:nvSpPr>
            <p:cNvPr id="272432" name="Rectangle 69">
              <a:extLst>
                <a:ext uri="{FF2B5EF4-FFF2-40B4-BE49-F238E27FC236}">
                  <a16:creationId xmlns:a16="http://schemas.microsoft.com/office/drawing/2014/main" id="{D64D380B-8CDD-8664-4E10-9A66ACFFD459}"/>
                </a:ext>
              </a:extLst>
            </p:cNvPr>
            <p:cNvSpPr>
              <a:spLocks noChangeArrowheads="1"/>
            </p:cNvSpPr>
            <p:nvPr/>
          </p:nvSpPr>
          <p:spPr bwMode="auto">
            <a:xfrm>
              <a:off x="672" y="1008"/>
              <a:ext cx="1872" cy="1008"/>
            </a:xfrm>
            <a:prstGeom prst="rect">
              <a:avLst/>
            </a:prstGeom>
            <a:solidFill>
              <a:srgbClr val="99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宋体" panose="02010600030101010101" pitchFamily="2" charset="-122"/>
                </a:defRPr>
              </a:lvl2pPr>
              <a:lvl3pPr marL="1143000" indent="-228600">
                <a:spcBef>
                  <a:spcPct val="20000"/>
                </a:spcBef>
                <a:buChar char="•"/>
                <a:defRPr kumimoji="1" sz="2000">
                  <a:solidFill>
                    <a:schemeClr val="tx1"/>
                  </a:solidFill>
                  <a:latin typeface="Comic Sans MS" panose="030F0902030302020204" pitchFamily="66"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400" b="1" i="0" u="none" strike="noStrike" kern="1200" cap="none" spc="0" normalizeH="0" baseline="0" noProof="0">
                <a:ln>
                  <a:noFill/>
                </a:ln>
                <a:solidFill>
                  <a:srgbClr val="0000FF"/>
                </a:solidFill>
                <a:effectLst/>
                <a:uLnTx/>
                <a:uFillTx/>
                <a:latin typeface="微软雅黑" panose="020B0503020204020204" pitchFamily="34" charset="-122"/>
                <a:ea typeface="宋体" panose="02010600030101010101" pitchFamily="2" charset="-122"/>
                <a:cs typeface="+mn-cs"/>
              </a:endParaRPr>
            </a:p>
          </p:txBody>
        </p:sp>
        <p:sp>
          <p:nvSpPr>
            <p:cNvPr id="272433" name="Oval 70">
              <a:extLst>
                <a:ext uri="{FF2B5EF4-FFF2-40B4-BE49-F238E27FC236}">
                  <a16:creationId xmlns:a16="http://schemas.microsoft.com/office/drawing/2014/main" id="{99AF5A60-CC5A-0B81-48E3-C86E2841D4A3}"/>
                </a:ext>
              </a:extLst>
            </p:cNvPr>
            <p:cNvSpPr>
              <a:spLocks noChangeArrowheads="1"/>
            </p:cNvSpPr>
            <p:nvPr/>
          </p:nvSpPr>
          <p:spPr bwMode="auto">
            <a:xfrm>
              <a:off x="1008" y="1152"/>
              <a:ext cx="192" cy="96"/>
            </a:xfrm>
            <a:prstGeom prst="ellipse">
              <a:avLst/>
            </a:prstGeom>
            <a:solidFill>
              <a:srgbClr val="00FF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宋体" panose="02010600030101010101" pitchFamily="2" charset="-122"/>
                </a:defRPr>
              </a:lvl2pPr>
              <a:lvl3pPr marL="1143000" indent="-228600">
                <a:spcBef>
                  <a:spcPct val="20000"/>
                </a:spcBef>
                <a:buChar char="•"/>
                <a:defRPr kumimoji="1" sz="2000">
                  <a:solidFill>
                    <a:schemeClr val="tx1"/>
                  </a:solidFill>
                  <a:latin typeface="Comic Sans MS" panose="030F0902030302020204" pitchFamily="66"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400" b="1" i="0" u="none" strike="noStrike" kern="1200" cap="none" spc="0" normalizeH="0" baseline="0" noProof="0">
                <a:ln>
                  <a:noFill/>
                </a:ln>
                <a:solidFill>
                  <a:srgbClr val="0000FF"/>
                </a:solidFill>
                <a:effectLst/>
                <a:uLnTx/>
                <a:uFillTx/>
                <a:latin typeface="微软雅黑" panose="020B0503020204020204" pitchFamily="34" charset="-122"/>
                <a:ea typeface="宋体" panose="02010600030101010101" pitchFamily="2" charset="-122"/>
                <a:cs typeface="+mn-cs"/>
              </a:endParaRPr>
            </a:p>
          </p:txBody>
        </p:sp>
        <p:grpSp>
          <p:nvGrpSpPr>
            <p:cNvPr id="272434" name="Group 71">
              <a:extLst>
                <a:ext uri="{FF2B5EF4-FFF2-40B4-BE49-F238E27FC236}">
                  <a16:creationId xmlns:a16="http://schemas.microsoft.com/office/drawing/2014/main" id="{9C05C24E-5928-76D5-77AE-11CCA9447608}"/>
                </a:ext>
              </a:extLst>
            </p:cNvPr>
            <p:cNvGrpSpPr>
              <a:grpSpLocks/>
            </p:cNvGrpSpPr>
            <p:nvPr/>
          </p:nvGrpSpPr>
          <p:grpSpPr bwMode="auto">
            <a:xfrm>
              <a:off x="2016" y="1104"/>
              <a:ext cx="320" cy="184"/>
              <a:chOff x="1000" y="3128"/>
              <a:chExt cx="320" cy="184"/>
            </a:xfrm>
          </p:grpSpPr>
          <p:sp>
            <p:nvSpPr>
              <p:cNvPr id="272452" name="AutoShape 72">
                <a:extLst>
                  <a:ext uri="{FF2B5EF4-FFF2-40B4-BE49-F238E27FC236}">
                    <a16:creationId xmlns:a16="http://schemas.microsoft.com/office/drawing/2014/main" id="{39191284-4019-2FF2-18BB-9733E11FCB1B}"/>
                  </a:ext>
                </a:extLst>
              </p:cNvPr>
              <p:cNvSpPr>
                <a:spLocks noChangeArrowheads="1"/>
              </p:cNvSpPr>
              <p:nvPr/>
            </p:nvSpPr>
            <p:spPr bwMode="auto">
              <a:xfrm>
                <a:off x="1000" y="3128"/>
                <a:ext cx="320" cy="184"/>
              </a:xfrm>
              <a:prstGeom prst="can">
                <a:avLst>
                  <a:gd name="adj" fmla="val 50000"/>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宋体" panose="02010600030101010101" pitchFamily="2" charset="-122"/>
                  </a:defRPr>
                </a:lvl2pPr>
                <a:lvl3pPr marL="1143000" indent="-228600">
                  <a:spcBef>
                    <a:spcPct val="20000"/>
                  </a:spcBef>
                  <a:buChar char="•"/>
                  <a:defRPr kumimoji="1" sz="2000">
                    <a:solidFill>
                      <a:schemeClr val="tx1"/>
                    </a:solidFill>
                    <a:latin typeface="Comic Sans MS" panose="030F0902030302020204" pitchFamily="66"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400" b="1" i="0" u="none" strike="noStrike" kern="1200" cap="none" spc="0" normalizeH="0" baseline="0" noProof="0">
                  <a:ln>
                    <a:noFill/>
                  </a:ln>
                  <a:solidFill>
                    <a:srgbClr val="0000FF"/>
                  </a:solidFill>
                  <a:effectLst/>
                  <a:uLnTx/>
                  <a:uFillTx/>
                  <a:latin typeface="微软雅黑" panose="020B0503020204020204" pitchFamily="34" charset="-122"/>
                  <a:ea typeface="宋体" panose="02010600030101010101" pitchFamily="2" charset="-122"/>
                  <a:cs typeface="+mn-cs"/>
                </a:endParaRPr>
              </a:p>
            </p:txBody>
          </p:sp>
          <p:sp>
            <p:nvSpPr>
              <p:cNvPr id="272453" name="Line 73">
                <a:extLst>
                  <a:ext uri="{FF2B5EF4-FFF2-40B4-BE49-F238E27FC236}">
                    <a16:creationId xmlns:a16="http://schemas.microsoft.com/office/drawing/2014/main" id="{655908A7-2A18-8F2D-95D2-2B64FA76CDF9}"/>
                  </a:ext>
                </a:extLst>
              </p:cNvPr>
              <p:cNvSpPr>
                <a:spLocks noChangeShapeType="1"/>
              </p:cNvSpPr>
              <p:nvPr/>
            </p:nvSpPr>
            <p:spPr bwMode="auto">
              <a:xfrm>
                <a:off x="1104" y="3144"/>
                <a:ext cx="144" cy="48"/>
              </a:xfrm>
              <a:prstGeom prst="line">
                <a:avLst/>
              </a:prstGeom>
              <a:noFill/>
              <a:ln w="28575">
                <a:solidFill>
                  <a:schemeClr val="bg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mn-cs"/>
                </a:endParaRPr>
              </a:p>
            </p:txBody>
          </p:sp>
          <p:sp>
            <p:nvSpPr>
              <p:cNvPr id="272454" name="Line 74">
                <a:extLst>
                  <a:ext uri="{FF2B5EF4-FFF2-40B4-BE49-F238E27FC236}">
                    <a16:creationId xmlns:a16="http://schemas.microsoft.com/office/drawing/2014/main" id="{34848FED-ABAE-96E4-25BF-FD9633EFAF6D}"/>
                  </a:ext>
                </a:extLst>
              </p:cNvPr>
              <p:cNvSpPr>
                <a:spLocks noChangeShapeType="1"/>
              </p:cNvSpPr>
              <p:nvPr/>
            </p:nvSpPr>
            <p:spPr bwMode="auto">
              <a:xfrm flipH="1">
                <a:off x="1096" y="3144"/>
                <a:ext cx="144" cy="48"/>
              </a:xfrm>
              <a:prstGeom prst="line">
                <a:avLst/>
              </a:prstGeom>
              <a:noFill/>
              <a:ln w="28575">
                <a:solidFill>
                  <a:schemeClr val="bg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mn-cs"/>
                </a:endParaRPr>
              </a:p>
            </p:txBody>
          </p:sp>
        </p:grpSp>
        <p:sp>
          <p:nvSpPr>
            <p:cNvPr id="272435" name="Oval 75">
              <a:extLst>
                <a:ext uri="{FF2B5EF4-FFF2-40B4-BE49-F238E27FC236}">
                  <a16:creationId xmlns:a16="http://schemas.microsoft.com/office/drawing/2014/main" id="{08D4D66E-EFE3-0399-9655-827FF609D5AF}"/>
                </a:ext>
              </a:extLst>
            </p:cNvPr>
            <p:cNvSpPr>
              <a:spLocks noChangeArrowheads="1"/>
            </p:cNvSpPr>
            <p:nvPr/>
          </p:nvSpPr>
          <p:spPr bwMode="auto">
            <a:xfrm>
              <a:off x="960" y="1728"/>
              <a:ext cx="192" cy="96"/>
            </a:xfrm>
            <a:prstGeom prst="ellipse">
              <a:avLst/>
            </a:prstGeom>
            <a:solidFill>
              <a:srgbClr val="00FF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宋体" panose="02010600030101010101" pitchFamily="2" charset="-122"/>
                </a:defRPr>
              </a:lvl2pPr>
              <a:lvl3pPr marL="1143000" indent="-228600">
                <a:spcBef>
                  <a:spcPct val="20000"/>
                </a:spcBef>
                <a:buChar char="•"/>
                <a:defRPr kumimoji="1" sz="2000">
                  <a:solidFill>
                    <a:schemeClr val="tx1"/>
                  </a:solidFill>
                  <a:latin typeface="Comic Sans MS" panose="030F0902030302020204" pitchFamily="66"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400" b="1" i="0" u="none" strike="noStrike" kern="1200" cap="none" spc="0" normalizeH="0" baseline="0" noProof="0">
                <a:ln>
                  <a:noFill/>
                </a:ln>
                <a:solidFill>
                  <a:srgbClr val="0000FF"/>
                </a:solidFill>
                <a:effectLst/>
                <a:uLnTx/>
                <a:uFillTx/>
                <a:latin typeface="微软雅黑" panose="020B0503020204020204" pitchFamily="34" charset="-122"/>
                <a:ea typeface="宋体" panose="02010600030101010101" pitchFamily="2" charset="-122"/>
                <a:cs typeface="+mn-cs"/>
              </a:endParaRPr>
            </a:p>
          </p:txBody>
        </p:sp>
        <p:sp>
          <p:nvSpPr>
            <p:cNvPr id="272436" name="Oval 76">
              <a:extLst>
                <a:ext uri="{FF2B5EF4-FFF2-40B4-BE49-F238E27FC236}">
                  <a16:creationId xmlns:a16="http://schemas.microsoft.com/office/drawing/2014/main" id="{BAFA37F5-2B5A-64FF-22C8-2F7CD5C0BF08}"/>
                </a:ext>
              </a:extLst>
            </p:cNvPr>
            <p:cNvSpPr>
              <a:spLocks noChangeArrowheads="1"/>
            </p:cNvSpPr>
            <p:nvPr/>
          </p:nvSpPr>
          <p:spPr bwMode="auto">
            <a:xfrm>
              <a:off x="2064" y="1632"/>
              <a:ext cx="192" cy="96"/>
            </a:xfrm>
            <a:prstGeom prst="ellipse">
              <a:avLst/>
            </a:prstGeom>
            <a:solidFill>
              <a:srgbClr val="00FF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宋体" panose="02010600030101010101" pitchFamily="2" charset="-122"/>
                </a:defRPr>
              </a:lvl2pPr>
              <a:lvl3pPr marL="1143000" indent="-228600">
                <a:spcBef>
                  <a:spcPct val="20000"/>
                </a:spcBef>
                <a:buChar char="•"/>
                <a:defRPr kumimoji="1" sz="2000">
                  <a:solidFill>
                    <a:schemeClr val="tx1"/>
                  </a:solidFill>
                  <a:latin typeface="Comic Sans MS" panose="030F0902030302020204" pitchFamily="66"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400" b="1" i="0" u="none" strike="noStrike" kern="1200" cap="none" spc="0" normalizeH="0" baseline="0" noProof="0">
                <a:ln>
                  <a:noFill/>
                </a:ln>
                <a:solidFill>
                  <a:srgbClr val="0000FF"/>
                </a:solidFill>
                <a:effectLst/>
                <a:uLnTx/>
                <a:uFillTx/>
                <a:latin typeface="微软雅黑" panose="020B0503020204020204" pitchFamily="34" charset="-122"/>
                <a:ea typeface="宋体" panose="02010600030101010101" pitchFamily="2" charset="-122"/>
                <a:cs typeface="+mn-cs"/>
              </a:endParaRPr>
            </a:p>
          </p:txBody>
        </p:sp>
        <p:grpSp>
          <p:nvGrpSpPr>
            <p:cNvPr id="272437" name="Group 77">
              <a:extLst>
                <a:ext uri="{FF2B5EF4-FFF2-40B4-BE49-F238E27FC236}">
                  <a16:creationId xmlns:a16="http://schemas.microsoft.com/office/drawing/2014/main" id="{33CEB935-C0F3-3342-0651-54AE5A465EE9}"/>
                </a:ext>
              </a:extLst>
            </p:cNvPr>
            <p:cNvGrpSpPr>
              <a:grpSpLocks/>
            </p:cNvGrpSpPr>
            <p:nvPr/>
          </p:nvGrpSpPr>
          <p:grpSpPr bwMode="auto">
            <a:xfrm>
              <a:off x="864" y="1440"/>
              <a:ext cx="240" cy="96"/>
              <a:chOff x="1000" y="3128"/>
              <a:chExt cx="320" cy="184"/>
            </a:xfrm>
          </p:grpSpPr>
          <p:sp>
            <p:nvSpPr>
              <p:cNvPr id="272449" name="AutoShape 78">
                <a:extLst>
                  <a:ext uri="{FF2B5EF4-FFF2-40B4-BE49-F238E27FC236}">
                    <a16:creationId xmlns:a16="http://schemas.microsoft.com/office/drawing/2014/main" id="{0CE091A2-DC6F-D089-00DC-172A04C85C0C}"/>
                  </a:ext>
                </a:extLst>
              </p:cNvPr>
              <p:cNvSpPr>
                <a:spLocks noChangeArrowheads="1"/>
              </p:cNvSpPr>
              <p:nvPr/>
            </p:nvSpPr>
            <p:spPr bwMode="auto">
              <a:xfrm>
                <a:off x="1000" y="3128"/>
                <a:ext cx="320" cy="184"/>
              </a:xfrm>
              <a:prstGeom prst="can">
                <a:avLst>
                  <a:gd name="adj" fmla="val 50000"/>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宋体" panose="02010600030101010101" pitchFamily="2" charset="-122"/>
                  </a:defRPr>
                </a:lvl2pPr>
                <a:lvl3pPr marL="1143000" indent="-228600">
                  <a:spcBef>
                    <a:spcPct val="20000"/>
                  </a:spcBef>
                  <a:buChar char="•"/>
                  <a:defRPr kumimoji="1" sz="2000">
                    <a:solidFill>
                      <a:schemeClr val="tx1"/>
                    </a:solidFill>
                    <a:latin typeface="Comic Sans MS" panose="030F0902030302020204" pitchFamily="66"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400" b="1" i="0" u="none" strike="noStrike" kern="1200" cap="none" spc="0" normalizeH="0" baseline="0" noProof="0">
                  <a:ln>
                    <a:noFill/>
                  </a:ln>
                  <a:solidFill>
                    <a:srgbClr val="0000FF"/>
                  </a:solidFill>
                  <a:effectLst/>
                  <a:uLnTx/>
                  <a:uFillTx/>
                  <a:latin typeface="微软雅黑" panose="020B0503020204020204" pitchFamily="34" charset="-122"/>
                  <a:ea typeface="宋体" panose="02010600030101010101" pitchFamily="2" charset="-122"/>
                  <a:cs typeface="+mn-cs"/>
                </a:endParaRPr>
              </a:p>
            </p:txBody>
          </p:sp>
          <p:sp>
            <p:nvSpPr>
              <p:cNvPr id="272450" name="Line 79">
                <a:extLst>
                  <a:ext uri="{FF2B5EF4-FFF2-40B4-BE49-F238E27FC236}">
                    <a16:creationId xmlns:a16="http://schemas.microsoft.com/office/drawing/2014/main" id="{68B51D65-9B7F-B817-D85A-0180504F69EC}"/>
                  </a:ext>
                </a:extLst>
              </p:cNvPr>
              <p:cNvSpPr>
                <a:spLocks noChangeShapeType="1"/>
              </p:cNvSpPr>
              <p:nvPr/>
            </p:nvSpPr>
            <p:spPr bwMode="auto">
              <a:xfrm>
                <a:off x="1104" y="3144"/>
                <a:ext cx="144" cy="48"/>
              </a:xfrm>
              <a:prstGeom prst="line">
                <a:avLst/>
              </a:prstGeom>
              <a:noFill/>
              <a:ln w="28575">
                <a:solidFill>
                  <a:schemeClr val="bg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mn-cs"/>
                </a:endParaRPr>
              </a:p>
            </p:txBody>
          </p:sp>
          <p:sp>
            <p:nvSpPr>
              <p:cNvPr id="272451" name="Line 80">
                <a:extLst>
                  <a:ext uri="{FF2B5EF4-FFF2-40B4-BE49-F238E27FC236}">
                    <a16:creationId xmlns:a16="http://schemas.microsoft.com/office/drawing/2014/main" id="{042C28C9-6A27-8BDA-1A12-75A32B0E28A3}"/>
                  </a:ext>
                </a:extLst>
              </p:cNvPr>
              <p:cNvSpPr>
                <a:spLocks noChangeShapeType="1"/>
              </p:cNvSpPr>
              <p:nvPr/>
            </p:nvSpPr>
            <p:spPr bwMode="auto">
              <a:xfrm flipH="1">
                <a:off x="1096" y="3144"/>
                <a:ext cx="144" cy="48"/>
              </a:xfrm>
              <a:prstGeom prst="line">
                <a:avLst/>
              </a:prstGeom>
              <a:noFill/>
              <a:ln w="28575">
                <a:solidFill>
                  <a:schemeClr val="bg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mn-cs"/>
                </a:endParaRPr>
              </a:p>
            </p:txBody>
          </p:sp>
        </p:grpSp>
        <p:grpSp>
          <p:nvGrpSpPr>
            <p:cNvPr id="272438" name="Group 81">
              <a:extLst>
                <a:ext uri="{FF2B5EF4-FFF2-40B4-BE49-F238E27FC236}">
                  <a16:creationId xmlns:a16="http://schemas.microsoft.com/office/drawing/2014/main" id="{8F1D2DE1-6CAB-A41C-AA35-5F75AD10E68F}"/>
                </a:ext>
              </a:extLst>
            </p:cNvPr>
            <p:cNvGrpSpPr>
              <a:grpSpLocks/>
            </p:cNvGrpSpPr>
            <p:nvPr/>
          </p:nvGrpSpPr>
          <p:grpSpPr bwMode="auto">
            <a:xfrm>
              <a:off x="1488" y="1776"/>
              <a:ext cx="240" cy="96"/>
              <a:chOff x="1000" y="3128"/>
              <a:chExt cx="320" cy="184"/>
            </a:xfrm>
          </p:grpSpPr>
          <p:sp>
            <p:nvSpPr>
              <p:cNvPr id="272446" name="AutoShape 82">
                <a:extLst>
                  <a:ext uri="{FF2B5EF4-FFF2-40B4-BE49-F238E27FC236}">
                    <a16:creationId xmlns:a16="http://schemas.microsoft.com/office/drawing/2014/main" id="{02CF9242-83FF-6016-3DE2-209350AE81A5}"/>
                  </a:ext>
                </a:extLst>
              </p:cNvPr>
              <p:cNvSpPr>
                <a:spLocks noChangeArrowheads="1"/>
              </p:cNvSpPr>
              <p:nvPr/>
            </p:nvSpPr>
            <p:spPr bwMode="auto">
              <a:xfrm>
                <a:off x="1000" y="3128"/>
                <a:ext cx="320" cy="184"/>
              </a:xfrm>
              <a:prstGeom prst="can">
                <a:avLst>
                  <a:gd name="adj" fmla="val 50000"/>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宋体" panose="02010600030101010101" pitchFamily="2" charset="-122"/>
                  </a:defRPr>
                </a:lvl2pPr>
                <a:lvl3pPr marL="1143000" indent="-228600">
                  <a:spcBef>
                    <a:spcPct val="20000"/>
                  </a:spcBef>
                  <a:buChar char="•"/>
                  <a:defRPr kumimoji="1" sz="2000">
                    <a:solidFill>
                      <a:schemeClr val="tx1"/>
                    </a:solidFill>
                    <a:latin typeface="Comic Sans MS" panose="030F0902030302020204" pitchFamily="66"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400" b="1" i="0" u="none" strike="noStrike" kern="1200" cap="none" spc="0" normalizeH="0" baseline="0" noProof="0">
                  <a:ln>
                    <a:noFill/>
                  </a:ln>
                  <a:solidFill>
                    <a:srgbClr val="0000FF"/>
                  </a:solidFill>
                  <a:effectLst/>
                  <a:uLnTx/>
                  <a:uFillTx/>
                  <a:latin typeface="微软雅黑" panose="020B0503020204020204" pitchFamily="34" charset="-122"/>
                  <a:ea typeface="宋体" panose="02010600030101010101" pitchFamily="2" charset="-122"/>
                  <a:cs typeface="+mn-cs"/>
                </a:endParaRPr>
              </a:p>
            </p:txBody>
          </p:sp>
          <p:sp>
            <p:nvSpPr>
              <p:cNvPr id="272447" name="Line 83">
                <a:extLst>
                  <a:ext uri="{FF2B5EF4-FFF2-40B4-BE49-F238E27FC236}">
                    <a16:creationId xmlns:a16="http://schemas.microsoft.com/office/drawing/2014/main" id="{70830585-0EBB-7F02-FD95-3361BE668216}"/>
                  </a:ext>
                </a:extLst>
              </p:cNvPr>
              <p:cNvSpPr>
                <a:spLocks noChangeShapeType="1"/>
              </p:cNvSpPr>
              <p:nvPr/>
            </p:nvSpPr>
            <p:spPr bwMode="auto">
              <a:xfrm>
                <a:off x="1104" y="3144"/>
                <a:ext cx="144" cy="48"/>
              </a:xfrm>
              <a:prstGeom prst="line">
                <a:avLst/>
              </a:prstGeom>
              <a:noFill/>
              <a:ln w="28575">
                <a:solidFill>
                  <a:schemeClr val="bg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mn-cs"/>
                </a:endParaRPr>
              </a:p>
            </p:txBody>
          </p:sp>
          <p:sp>
            <p:nvSpPr>
              <p:cNvPr id="272448" name="Line 84">
                <a:extLst>
                  <a:ext uri="{FF2B5EF4-FFF2-40B4-BE49-F238E27FC236}">
                    <a16:creationId xmlns:a16="http://schemas.microsoft.com/office/drawing/2014/main" id="{18B7F8EF-7627-98C4-6384-13E545CFFB71}"/>
                  </a:ext>
                </a:extLst>
              </p:cNvPr>
              <p:cNvSpPr>
                <a:spLocks noChangeShapeType="1"/>
              </p:cNvSpPr>
              <p:nvPr/>
            </p:nvSpPr>
            <p:spPr bwMode="auto">
              <a:xfrm flipH="1">
                <a:off x="1096" y="3144"/>
                <a:ext cx="144" cy="48"/>
              </a:xfrm>
              <a:prstGeom prst="line">
                <a:avLst/>
              </a:prstGeom>
              <a:noFill/>
              <a:ln w="28575">
                <a:solidFill>
                  <a:schemeClr val="bg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mn-cs"/>
                </a:endParaRPr>
              </a:p>
            </p:txBody>
          </p:sp>
        </p:grpSp>
        <p:sp>
          <p:nvSpPr>
            <p:cNvPr id="272439" name="Line 85">
              <a:extLst>
                <a:ext uri="{FF2B5EF4-FFF2-40B4-BE49-F238E27FC236}">
                  <a16:creationId xmlns:a16="http://schemas.microsoft.com/office/drawing/2014/main" id="{73E6666B-D09F-966B-88D6-F1E9F9FD0E70}"/>
                </a:ext>
              </a:extLst>
            </p:cNvPr>
            <p:cNvSpPr>
              <a:spLocks noChangeShapeType="1"/>
            </p:cNvSpPr>
            <p:nvPr/>
          </p:nvSpPr>
          <p:spPr bwMode="auto">
            <a:xfrm>
              <a:off x="1200" y="1200"/>
              <a:ext cx="816" cy="0"/>
            </a:xfrm>
            <a:prstGeom prst="line">
              <a:avLst/>
            </a:prstGeom>
            <a:noFill/>
            <a:ln w="28575">
              <a:solidFill>
                <a:srgbClr val="00B0F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mn-cs"/>
              </a:endParaRPr>
            </a:p>
          </p:txBody>
        </p:sp>
        <p:sp>
          <p:nvSpPr>
            <p:cNvPr id="272440" name="Line 86">
              <a:extLst>
                <a:ext uri="{FF2B5EF4-FFF2-40B4-BE49-F238E27FC236}">
                  <a16:creationId xmlns:a16="http://schemas.microsoft.com/office/drawing/2014/main" id="{C0052198-A769-1659-ACE7-850F68862219}"/>
                </a:ext>
              </a:extLst>
            </p:cNvPr>
            <p:cNvSpPr>
              <a:spLocks noChangeShapeType="1"/>
            </p:cNvSpPr>
            <p:nvPr/>
          </p:nvSpPr>
          <p:spPr bwMode="auto">
            <a:xfrm flipH="1">
              <a:off x="1008" y="1248"/>
              <a:ext cx="48" cy="192"/>
            </a:xfrm>
            <a:prstGeom prst="line">
              <a:avLst/>
            </a:prstGeom>
            <a:noFill/>
            <a:ln w="28575">
              <a:solidFill>
                <a:srgbClr val="00B0F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mn-cs"/>
              </a:endParaRPr>
            </a:p>
          </p:txBody>
        </p:sp>
        <p:sp>
          <p:nvSpPr>
            <p:cNvPr id="272441" name="Line 87">
              <a:extLst>
                <a:ext uri="{FF2B5EF4-FFF2-40B4-BE49-F238E27FC236}">
                  <a16:creationId xmlns:a16="http://schemas.microsoft.com/office/drawing/2014/main" id="{DFA79E69-DDCA-D6ED-D4D2-8BDE6A6DF4D8}"/>
                </a:ext>
              </a:extLst>
            </p:cNvPr>
            <p:cNvSpPr>
              <a:spLocks noChangeShapeType="1"/>
            </p:cNvSpPr>
            <p:nvPr/>
          </p:nvSpPr>
          <p:spPr bwMode="auto">
            <a:xfrm>
              <a:off x="1008" y="1536"/>
              <a:ext cx="48" cy="192"/>
            </a:xfrm>
            <a:prstGeom prst="line">
              <a:avLst/>
            </a:prstGeom>
            <a:noFill/>
            <a:ln w="28575">
              <a:solidFill>
                <a:srgbClr val="00B0F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mn-cs"/>
              </a:endParaRPr>
            </a:p>
          </p:txBody>
        </p:sp>
        <p:sp>
          <p:nvSpPr>
            <p:cNvPr id="272442" name="Line 88">
              <a:extLst>
                <a:ext uri="{FF2B5EF4-FFF2-40B4-BE49-F238E27FC236}">
                  <a16:creationId xmlns:a16="http://schemas.microsoft.com/office/drawing/2014/main" id="{069891D4-3DBA-24E6-EC76-1E8CF9C5A400}"/>
                </a:ext>
              </a:extLst>
            </p:cNvPr>
            <p:cNvSpPr>
              <a:spLocks noChangeShapeType="1"/>
            </p:cNvSpPr>
            <p:nvPr/>
          </p:nvSpPr>
          <p:spPr bwMode="auto">
            <a:xfrm>
              <a:off x="1152" y="1776"/>
              <a:ext cx="336" cy="48"/>
            </a:xfrm>
            <a:prstGeom prst="line">
              <a:avLst/>
            </a:prstGeom>
            <a:noFill/>
            <a:ln w="28575">
              <a:solidFill>
                <a:srgbClr val="00B0F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mn-cs"/>
              </a:endParaRPr>
            </a:p>
          </p:txBody>
        </p:sp>
        <p:sp>
          <p:nvSpPr>
            <p:cNvPr id="272443" name="Line 89">
              <a:extLst>
                <a:ext uri="{FF2B5EF4-FFF2-40B4-BE49-F238E27FC236}">
                  <a16:creationId xmlns:a16="http://schemas.microsoft.com/office/drawing/2014/main" id="{2AE1113E-5DCB-301E-CA37-26F402AEB7FC}"/>
                </a:ext>
              </a:extLst>
            </p:cNvPr>
            <p:cNvSpPr>
              <a:spLocks noChangeShapeType="1"/>
            </p:cNvSpPr>
            <p:nvPr/>
          </p:nvSpPr>
          <p:spPr bwMode="auto">
            <a:xfrm flipV="1">
              <a:off x="1728" y="1680"/>
              <a:ext cx="336" cy="144"/>
            </a:xfrm>
            <a:prstGeom prst="line">
              <a:avLst/>
            </a:prstGeom>
            <a:noFill/>
            <a:ln w="28575">
              <a:solidFill>
                <a:srgbClr val="00B0F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mn-cs"/>
              </a:endParaRPr>
            </a:p>
          </p:txBody>
        </p:sp>
        <p:sp>
          <p:nvSpPr>
            <p:cNvPr id="272444" name="Line 90">
              <a:extLst>
                <a:ext uri="{FF2B5EF4-FFF2-40B4-BE49-F238E27FC236}">
                  <a16:creationId xmlns:a16="http://schemas.microsoft.com/office/drawing/2014/main" id="{80978185-86E9-2714-19C8-F83B730D19F2}"/>
                </a:ext>
              </a:extLst>
            </p:cNvPr>
            <p:cNvSpPr>
              <a:spLocks noChangeShapeType="1"/>
            </p:cNvSpPr>
            <p:nvPr/>
          </p:nvSpPr>
          <p:spPr bwMode="auto">
            <a:xfrm>
              <a:off x="2160" y="1296"/>
              <a:ext cx="0" cy="336"/>
            </a:xfrm>
            <a:prstGeom prst="line">
              <a:avLst/>
            </a:prstGeom>
            <a:noFill/>
            <a:ln w="28575">
              <a:solidFill>
                <a:schemeClr val="tx1"/>
              </a:solidFill>
              <a:prstDash val="sysDot"/>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mn-cs"/>
              </a:endParaRPr>
            </a:p>
          </p:txBody>
        </p:sp>
        <p:sp>
          <p:nvSpPr>
            <p:cNvPr id="272445" name="Text Box 91">
              <a:extLst>
                <a:ext uri="{FF2B5EF4-FFF2-40B4-BE49-F238E27FC236}">
                  <a16:creationId xmlns:a16="http://schemas.microsoft.com/office/drawing/2014/main" id="{7E30B9FB-60E4-F4BF-783D-0725757AF923}"/>
                </a:ext>
              </a:extLst>
            </p:cNvPr>
            <p:cNvSpPr txBox="1">
              <a:spLocks noChangeArrowheads="1"/>
            </p:cNvSpPr>
            <p:nvPr/>
          </p:nvSpPr>
          <p:spPr bwMode="auto">
            <a:xfrm>
              <a:off x="1212" y="699"/>
              <a:ext cx="811" cy="2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宋体" panose="02010600030101010101" pitchFamily="2" charset="-122"/>
                </a:defRPr>
              </a:lvl2pPr>
              <a:lvl3pPr marL="1143000" indent="-228600">
                <a:spcBef>
                  <a:spcPct val="20000"/>
                </a:spcBef>
                <a:buChar char="•"/>
                <a:defRPr kumimoji="1" sz="2000">
                  <a:solidFill>
                    <a:schemeClr val="tx1"/>
                  </a:solidFill>
                  <a:latin typeface="Comic Sans MS" panose="030F0902030302020204" pitchFamily="66"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zh-CN" altLang="en-US" sz="1400" b="1" i="0" u="none" strike="noStrike" kern="1200" cap="none" spc="0" normalizeH="0" baseline="0" noProof="0">
                  <a:ln>
                    <a:noFill/>
                  </a:ln>
                  <a:solidFill>
                    <a:srgbClr val="0000FF"/>
                  </a:solidFill>
                  <a:effectLst/>
                  <a:uLnTx/>
                  <a:uFillTx/>
                  <a:latin typeface="微软雅黑" panose="020B0503020204020204" pitchFamily="34" charset="-122"/>
                  <a:ea typeface="宋体" panose="02010600030101010101" pitchFamily="2" charset="-122"/>
                  <a:cs typeface="+mn-cs"/>
                </a:rPr>
                <a:t>自治系统</a:t>
              </a:r>
            </a:p>
          </p:txBody>
        </p:sp>
      </p:grpSp>
      <p:grpSp>
        <p:nvGrpSpPr>
          <p:cNvPr id="272396" name="Group 92">
            <a:extLst>
              <a:ext uri="{FF2B5EF4-FFF2-40B4-BE49-F238E27FC236}">
                <a16:creationId xmlns:a16="http://schemas.microsoft.com/office/drawing/2014/main" id="{DBDF01DD-1213-8501-448B-D026DCC6D92F}"/>
              </a:ext>
            </a:extLst>
          </p:cNvPr>
          <p:cNvGrpSpPr>
            <a:grpSpLocks/>
          </p:cNvGrpSpPr>
          <p:nvPr/>
        </p:nvGrpSpPr>
        <p:grpSpPr bwMode="auto">
          <a:xfrm>
            <a:off x="3367088" y="2354263"/>
            <a:ext cx="2084387" cy="1474787"/>
            <a:chOff x="3168" y="699"/>
            <a:chExt cx="1872" cy="1317"/>
          </a:xfrm>
        </p:grpSpPr>
        <p:sp>
          <p:nvSpPr>
            <p:cNvPr id="272402" name="Rectangle 93">
              <a:extLst>
                <a:ext uri="{FF2B5EF4-FFF2-40B4-BE49-F238E27FC236}">
                  <a16:creationId xmlns:a16="http://schemas.microsoft.com/office/drawing/2014/main" id="{6A349874-0346-7F3A-81CA-55AFB9C1A2B3}"/>
                </a:ext>
              </a:extLst>
            </p:cNvPr>
            <p:cNvSpPr>
              <a:spLocks noChangeArrowheads="1"/>
            </p:cNvSpPr>
            <p:nvPr/>
          </p:nvSpPr>
          <p:spPr bwMode="auto">
            <a:xfrm>
              <a:off x="3168" y="1008"/>
              <a:ext cx="1872" cy="1008"/>
            </a:xfrm>
            <a:prstGeom prst="rect">
              <a:avLst/>
            </a:prstGeom>
            <a:solidFill>
              <a:srgbClr val="99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宋体" panose="02010600030101010101" pitchFamily="2" charset="-122"/>
                </a:defRPr>
              </a:lvl2pPr>
              <a:lvl3pPr marL="1143000" indent="-228600">
                <a:spcBef>
                  <a:spcPct val="20000"/>
                </a:spcBef>
                <a:buChar char="•"/>
                <a:defRPr kumimoji="1" sz="2000">
                  <a:solidFill>
                    <a:schemeClr val="tx1"/>
                  </a:solidFill>
                  <a:latin typeface="Comic Sans MS" panose="030F0902030302020204" pitchFamily="66"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400" b="1" i="0" u="none" strike="noStrike" kern="1200" cap="none" spc="0" normalizeH="0" baseline="0" noProof="0">
                <a:ln>
                  <a:noFill/>
                </a:ln>
                <a:solidFill>
                  <a:srgbClr val="0000FF"/>
                </a:solidFill>
                <a:effectLst/>
                <a:uLnTx/>
                <a:uFillTx/>
                <a:latin typeface="微软雅黑" panose="020B0503020204020204" pitchFamily="34" charset="-122"/>
                <a:ea typeface="宋体" panose="02010600030101010101" pitchFamily="2" charset="-122"/>
                <a:cs typeface="+mn-cs"/>
              </a:endParaRPr>
            </a:p>
          </p:txBody>
        </p:sp>
        <p:sp>
          <p:nvSpPr>
            <p:cNvPr id="272403" name="Oval 94">
              <a:extLst>
                <a:ext uri="{FF2B5EF4-FFF2-40B4-BE49-F238E27FC236}">
                  <a16:creationId xmlns:a16="http://schemas.microsoft.com/office/drawing/2014/main" id="{36FDBE96-4E37-4F6D-E991-0FD892700E96}"/>
                </a:ext>
              </a:extLst>
            </p:cNvPr>
            <p:cNvSpPr>
              <a:spLocks noChangeArrowheads="1"/>
            </p:cNvSpPr>
            <p:nvPr/>
          </p:nvSpPr>
          <p:spPr bwMode="auto">
            <a:xfrm>
              <a:off x="3360" y="1344"/>
              <a:ext cx="192" cy="96"/>
            </a:xfrm>
            <a:prstGeom prst="ellipse">
              <a:avLst/>
            </a:prstGeom>
            <a:solidFill>
              <a:srgbClr val="00FF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宋体" panose="02010600030101010101" pitchFamily="2" charset="-122"/>
                </a:defRPr>
              </a:lvl2pPr>
              <a:lvl3pPr marL="1143000" indent="-228600">
                <a:spcBef>
                  <a:spcPct val="20000"/>
                </a:spcBef>
                <a:buChar char="•"/>
                <a:defRPr kumimoji="1" sz="2000">
                  <a:solidFill>
                    <a:schemeClr val="tx1"/>
                  </a:solidFill>
                  <a:latin typeface="Comic Sans MS" panose="030F0902030302020204" pitchFamily="66"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400" b="1" i="0" u="none" strike="noStrike" kern="1200" cap="none" spc="0" normalizeH="0" baseline="0" noProof="0">
                <a:ln>
                  <a:noFill/>
                </a:ln>
                <a:solidFill>
                  <a:srgbClr val="0000FF"/>
                </a:solidFill>
                <a:effectLst/>
                <a:uLnTx/>
                <a:uFillTx/>
                <a:latin typeface="微软雅黑" panose="020B0503020204020204" pitchFamily="34" charset="-122"/>
                <a:ea typeface="宋体" panose="02010600030101010101" pitchFamily="2" charset="-122"/>
                <a:cs typeface="+mn-cs"/>
              </a:endParaRPr>
            </a:p>
          </p:txBody>
        </p:sp>
        <p:sp>
          <p:nvSpPr>
            <p:cNvPr id="272404" name="Oval 96">
              <a:extLst>
                <a:ext uri="{FF2B5EF4-FFF2-40B4-BE49-F238E27FC236}">
                  <a16:creationId xmlns:a16="http://schemas.microsoft.com/office/drawing/2014/main" id="{0828CF4F-0C67-5260-7A39-2B7F72B24B4A}"/>
                </a:ext>
              </a:extLst>
            </p:cNvPr>
            <p:cNvSpPr>
              <a:spLocks noChangeArrowheads="1"/>
            </p:cNvSpPr>
            <p:nvPr/>
          </p:nvSpPr>
          <p:spPr bwMode="auto">
            <a:xfrm>
              <a:off x="4704" y="1776"/>
              <a:ext cx="192" cy="96"/>
            </a:xfrm>
            <a:prstGeom prst="ellipse">
              <a:avLst/>
            </a:prstGeom>
            <a:solidFill>
              <a:srgbClr val="00FF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宋体" panose="02010600030101010101" pitchFamily="2" charset="-122"/>
                </a:defRPr>
              </a:lvl2pPr>
              <a:lvl3pPr marL="1143000" indent="-228600">
                <a:spcBef>
                  <a:spcPct val="20000"/>
                </a:spcBef>
                <a:buChar char="•"/>
                <a:defRPr kumimoji="1" sz="2000">
                  <a:solidFill>
                    <a:schemeClr val="tx1"/>
                  </a:solidFill>
                  <a:latin typeface="Comic Sans MS" panose="030F0902030302020204" pitchFamily="66"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400" b="1" i="0" u="none" strike="noStrike" kern="1200" cap="none" spc="0" normalizeH="0" baseline="0" noProof="0">
                <a:ln>
                  <a:noFill/>
                </a:ln>
                <a:solidFill>
                  <a:srgbClr val="0000FF"/>
                </a:solidFill>
                <a:effectLst/>
                <a:uLnTx/>
                <a:uFillTx/>
                <a:latin typeface="微软雅黑" panose="020B0503020204020204" pitchFamily="34" charset="-122"/>
                <a:ea typeface="宋体" panose="02010600030101010101" pitchFamily="2" charset="-122"/>
                <a:cs typeface="+mn-cs"/>
              </a:endParaRPr>
            </a:p>
          </p:txBody>
        </p:sp>
        <p:sp>
          <p:nvSpPr>
            <p:cNvPr id="272405" name="Line 97">
              <a:extLst>
                <a:ext uri="{FF2B5EF4-FFF2-40B4-BE49-F238E27FC236}">
                  <a16:creationId xmlns:a16="http://schemas.microsoft.com/office/drawing/2014/main" id="{D19926F8-5AE5-FA30-26E9-F48A8D9D8217}"/>
                </a:ext>
              </a:extLst>
            </p:cNvPr>
            <p:cNvSpPr>
              <a:spLocks noChangeShapeType="1"/>
            </p:cNvSpPr>
            <p:nvPr/>
          </p:nvSpPr>
          <p:spPr bwMode="auto">
            <a:xfrm>
              <a:off x="4224" y="1200"/>
              <a:ext cx="528" cy="576"/>
            </a:xfrm>
            <a:prstGeom prst="line">
              <a:avLst/>
            </a:prstGeom>
            <a:noFill/>
            <a:ln w="28575">
              <a:solidFill>
                <a:srgbClr val="00B0F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mn-cs"/>
              </a:endParaRPr>
            </a:p>
          </p:txBody>
        </p:sp>
        <p:sp>
          <p:nvSpPr>
            <p:cNvPr id="272406" name="Line 98">
              <a:extLst>
                <a:ext uri="{FF2B5EF4-FFF2-40B4-BE49-F238E27FC236}">
                  <a16:creationId xmlns:a16="http://schemas.microsoft.com/office/drawing/2014/main" id="{971BCE80-7A35-3C4A-E98A-1C6858B82466}"/>
                </a:ext>
              </a:extLst>
            </p:cNvPr>
            <p:cNvSpPr>
              <a:spLocks noChangeShapeType="1"/>
            </p:cNvSpPr>
            <p:nvPr/>
          </p:nvSpPr>
          <p:spPr bwMode="auto">
            <a:xfrm flipH="1">
              <a:off x="3504" y="1152"/>
              <a:ext cx="624" cy="240"/>
            </a:xfrm>
            <a:prstGeom prst="line">
              <a:avLst/>
            </a:prstGeom>
            <a:noFill/>
            <a:ln w="28575">
              <a:solidFill>
                <a:srgbClr val="00B0F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mn-cs"/>
              </a:endParaRPr>
            </a:p>
          </p:txBody>
        </p:sp>
        <p:sp>
          <p:nvSpPr>
            <p:cNvPr id="272407" name="Line 99">
              <a:extLst>
                <a:ext uri="{FF2B5EF4-FFF2-40B4-BE49-F238E27FC236}">
                  <a16:creationId xmlns:a16="http://schemas.microsoft.com/office/drawing/2014/main" id="{F4A45CFB-9E8E-622B-DA3A-2FFA7AE9DAF5}"/>
                </a:ext>
              </a:extLst>
            </p:cNvPr>
            <p:cNvSpPr>
              <a:spLocks noChangeShapeType="1"/>
            </p:cNvSpPr>
            <p:nvPr/>
          </p:nvSpPr>
          <p:spPr bwMode="auto">
            <a:xfrm>
              <a:off x="4752" y="1200"/>
              <a:ext cx="48" cy="624"/>
            </a:xfrm>
            <a:prstGeom prst="line">
              <a:avLst/>
            </a:prstGeom>
            <a:noFill/>
            <a:ln w="28575">
              <a:solidFill>
                <a:srgbClr val="00B0F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mn-cs"/>
              </a:endParaRPr>
            </a:p>
          </p:txBody>
        </p:sp>
        <p:sp>
          <p:nvSpPr>
            <p:cNvPr id="272408" name="Line 100">
              <a:extLst>
                <a:ext uri="{FF2B5EF4-FFF2-40B4-BE49-F238E27FC236}">
                  <a16:creationId xmlns:a16="http://schemas.microsoft.com/office/drawing/2014/main" id="{6D29602A-C543-704C-828C-715A318E5628}"/>
                </a:ext>
              </a:extLst>
            </p:cNvPr>
            <p:cNvSpPr>
              <a:spLocks noChangeShapeType="1"/>
            </p:cNvSpPr>
            <p:nvPr/>
          </p:nvSpPr>
          <p:spPr bwMode="auto">
            <a:xfrm>
              <a:off x="3648" y="1824"/>
              <a:ext cx="336" cy="0"/>
            </a:xfrm>
            <a:prstGeom prst="line">
              <a:avLst/>
            </a:prstGeom>
            <a:noFill/>
            <a:ln w="28575">
              <a:solidFill>
                <a:srgbClr val="00B0F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mn-cs"/>
              </a:endParaRPr>
            </a:p>
          </p:txBody>
        </p:sp>
        <p:sp>
          <p:nvSpPr>
            <p:cNvPr id="272409" name="Line 101">
              <a:extLst>
                <a:ext uri="{FF2B5EF4-FFF2-40B4-BE49-F238E27FC236}">
                  <a16:creationId xmlns:a16="http://schemas.microsoft.com/office/drawing/2014/main" id="{61ED5BFB-8739-6575-18C7-E2F2BC7E1566}"/>
                </a:ext>
              </a:extLst>
            </p:cNvPr>
            <p:cNvSpPr>
              <a:spLocks noChangeShapeType="1"/>
            </p:cNvSpPr>
            <p:nvPr/>
          </p:nvSpPr>
          <p:spPr bwMode="auto">
            <a:xfrm flipV="1">
              <a:off x="4080" y="1152"/>
              <a:ext cx="624" cy="624"/>
            </a:xfrm>
            <a:prstGeom prst="line">
              <a:avLst/>
            </a:prstGeom>
            <a:noFill/>
            <a:ln w="28575">
              <a:solidFill>
                <a:srgbClr val="00B0F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mn-cs"/>
              </a:endParaRPr>
            </a:p>
          </p:txBody>
        </p:sp>
        <p:grpSp>
          <p:nvGrpSpPr>
            <p:cNvPr id="272410" name="Group 102">
              <a:extLst>
                <a:ext uri="{FF2B5EF4-FFF2-40B4-BE49-F238E27FC236}">
                  <a16:creationId xmlns:a16="http://schemas.microsoft.com/office/drawing/2014/main" id="{BE6F9FED-D39C-F2A4-E9F8-D79F9EED16BF}"/>
                </a:ext>
              </a:extLst>
            </p:cNvPr>
            <p:cNvGrpSpPr>
              <a:grpSpLocks/>
            </p:cNvGrpSpPr>
            <p:nvPr/>
          </p:nvGrpSpPr>
          <p:grpSpPr bwMode="auto">
            <a:xfrm>
              <a:off x="4304" y="1392"/>
              <a:ext cx="240" cy="96"/>
              <a:chOff x="1000" y="3128"/>
              <a:chExt cx="320" cy="184"/>
            </a:xfrm>
          </p:grpSpPr>
          <p:sp>
            <p:nvSpPr>
              <p:cNvPr id="272429" name="AutoShape 103">
                <a:extLst>
                  <a:ext uri="{FF2B5EF4-FFF2-40B4-BE49-F238E27FC236}">
                    <a16:creationId xmlns:a16="http://schemas.microsoft.com/office/drawing/2014/main" id="{2764BAC5-89E0-128A-CA1D-5F273188DBAA}"/>
                  </a:ext>
                </a:extLst>
              </p:cNvPr>
              <p:cNvSpPr>
                <a:spLocks noChangeArrowheads="1"/>
              </p:cNvSpPr>
              <p:nvPr/>
            </p:nvSpPr>
            <p:spPr bwMode="auto">
              <a:xfrm>
                <a:off x="1000" y="3128"/>
                <a:ext cx="320" cy="184"/>
              </a:xfrm>
              <a:prstGeom prst="can">
                <a:avLst>
                  <a:gd name="adj" fmla="val 50000"/>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宋体" panose="02010600030101010101" pitchFamily="2" charset="-122"/>
                  </a:defRPr>
                </a:lvl2pPr>
                <a:lvl3pPr marL="1143000" indent="-228600">
                  <a:spcBef>
                    <a:spcPct val="20000"/>
                  </a:spcBef>
                  <a:buChar char="•"/>
                  <a:defRPr kumimoji="1" sz="2000">
                    <a:solidFill>
                      <a:schemeClr val="tx1"/>
                    </a:solidFill>
                    <a:latin typeface="Comic Sans MS" panose="030F0902030302020204" pitchFamily="66"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400" b="1" i="0" u="none" strike="noStrike" kern="1200" cap="none" spc="0" normalizeH="0" baseline="0" noProof="0">
                  <a:ln>
                    <a:noFill/>
                  </a:ln>
                  <a:solidFill>
                    <a:srgbClr val="0000FF"/>
                  </a:solidFill>
                  <a:effectLst/>
                  <a:uLnTx/>
                  <a:uFillTx/>
                  <a:latin typeface="微软雅黑" panose="020B0503020204020204" pitchFamily="34" charset="-122"/>
                  <a:ea typeface="宋体" panose="02010600030101010101" pitchFamily="2" charset="-122"/>
                  <a:cs typeface="+mn-cs"/>
                </a:endParaRPr>
              </a:p>
            </p:txBody>
          </p:sp>
          <p:sp>
            <p:nvSpPr>
              <p:cNvPr id="272430" name="Line 104">
                <a:extLst>
                  <a:ext uri="{FF2B5EF4-FFF2-40B4-BE49-F238E27FC236}">
                    <a16:creationId xmlns:a16="http://schemas.microsoft.com/office/drawing/2014/main" id="{B966C7F7-C3E7-32AC-BB46-2120DD946F36}"/>
                  </a:ext>
                </a:extLst>
              </p:cNvPr>
              <p:cNvSpPr>
                <a:spLocks noChangeShapeType="1"/>
              </p:cNvSpPr>
              <p:nvPr/>
            </p:nvSpPr>
            <p:spPr bwMode="auto">
              <a:xfrm>
                <a:off x="1104" y="3144"/>
                <a:ext cx="144" cy="48"/>
              </a:xfrm>
              <a:prstGeom prst="line">
                <a:avLst/>
              </a:prstGeom>
              <a:noFill/>
              <a:ln w="28575">
                <a:solidFill>
                  <a:schemeClr val="bg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mn-cs"/>
                </a:endParaRPr>
              </a:p>
            </p:txBody>
          </p:sp>
          <p:sp>
            <p:nvSpPr>
              <p:cNvPr id="272431" name="Line 105">
                <a:extLst>
                  <a:ext uri="{FF2B5EF4-FFF2-40B4-BE49-F238E27FC236}">
                    <a16:creationId xmlns:a16="http://schemas.microsoft.com/office/drawing/2014/main" id="{A804182B-A4F6-D3EF-6521-ECB2972556C0}"/>
                  </a:ext>
                </a:extLst>
              </p:cNvPr>
              <p:cNvSpPr>
                <a:spLocks noChangeShapeType="1"/>
              </p:cNvSpPr>
              <p:nvPr/>
            </p:nvSpPr>
            <p:spPr bwMode="auto">
              <a:xfrm flipH="1">
                <a:off x="1096" y="3144"/>
                <a:ext cx="144" cy="48"/>
              </a:xfrm>
              <a:prstGeom prst="line">
                <a:avLst/>
              </a:prstGeom>
              <a:noFill/>
              <a:ln w="28575">
                <a:solidFill>
                  <a:schemeClr val="bg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mn-cs"/>
                </a:endParaRPr>
              </a:p>
            </p:txBody>
          </p:sp>
        </p:grpSp>
        <p:sp>
          <p:nvSpPr>
            <p:cNvPr id="272411" name="Line 106">
              <a:extLst>
                <a:ext uri="{FF2B5EF4-FFF2-40B4-BE49-F238E27FC236}">
                  <a16:creationId xmlns:a16="http://schemas.microsoft.com/office/drawing/2014/main" id="{D2BC5C59-D52C-BB4B-26AF-4D46C1CBF3B9}"/>
                </a:ext>
              </a:extLst>
            </p:cNvPr>
            <p:cNvSpPr>
              <a:spLocks noChangeShapeType="1"/>
            </p:cNvSpPr>
            <p:nvPr/>
          </p:nvSpPr>
          <p:spPr bwMode="auto">
            <a:xfrm flipH="1">
              <a:off x="3456" y="1440"/>
              <a:ext cx="0" cy="288"/>
            </a:xfrm>
            <a:prstGeom prst="line">
              <a:avLst/>
            </a:prstGeom>
            <a:noFill/>
            <a:ln w="28575">
              <a:solidFill>
                <a:srgbClr val="00B0F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mn-cs"/>
              </a:endParaRPr>
            </a:p>
          </p:txBody>
        </p:sp>
        <p:sp>
          <p:nvSpPr>
            <p:cNvPr id="272412" name="Oval 107">
              <a:extLst>
                <a:ext uri="{FF2B5EF4-FFF2-40B4-BE49-F238E27FC236}">
                  <a16:creationId xmlns:a16="http://schemas.microsoft.com/office/drawing/2014/main" id="{F537A4E2-E60B-6FFB-056E-827579E899A5}"/>
                </a:ext>
              </a:extLst>
            </p:cNvPr>
            <p:cNvSpPr>
              <a:spLocks noChangeArrowheads="1"/>
            </p:cNvSpPr>
            <p:nvPr/>
          </p:nvSpPr>
          <p:spPr bwMode="auto">
            <a:xfrm>
              <a:off x="4080" y="1104"/>
              <a:ext cx="192" cy="96"/>
            </a:xfrm>
            <a:prstGeom prst="ellipse">
              <a:avLst/>
            </a:prstGeom>
            <a:solidFill>
              <a:srgbClr val="00FF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宋体" panose="02010600030101010101" pitchFamily="2" charset="-122"/>
                </a:defRPr>
              </a:lvl2pPr>
              <a:lvl3pPr marL="1143000" indent="-228600">
                <a:spcBef>
                  <a:spcPct val="20000"/>
                </a:spcBef>
                <a:buChar char="•"/>
                <a:defRPr kumimoji="1" sz="2000">
                  <a:solidFill>
                    <a:schemeClr val="tx1"/>
                  </a:solidFill>
                  <a:latin typeface="Comic Sans MS" panose="030F0902030302020204" pitchFamily="66"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400" b="1" i="0" u="none" strike="noStrike" kern="1200" cap="none" spc="0" normalizeH="0" baseline="0" noProof="0">
                <a:ln>
                  <a:noFill/>
                </a:ln>
                <a:solidFill>
                  <a:srgbClr val="0000FF"/>
                </a:solidFill>
                <a:effectLst/>
                <a:uLnTx/>
                <a:uFillTx/>
                <a:latin typeface="微软雅黑" panose="020B0503020204020204" pitchFamily="34" charset="-122"/>
                <a:ea typeface="宋体" panose="02010600030101010101" pitchFamily="2" charset="-122"/>
                <a:cs typeface="+mn-cs"/>
              </a:endParaRPr>
            </a:p>
          </p:txBody>
        </p:sp>
        <p:sp>
          <p:nvSpPr>
            <p:cNvPr id="272413" name="Oval 108">
              <a:extLst>
                <a:ext uri="{FF2B5EF4-FFF2-40B4-BE49-F238E27FC236}">
                  <a16:creationId xmlns:a16="http://schemas.microsoft.com/office/drawing/2014/main" id="{E5282C42-7C6B-6669-264A-A135CEDAC668}"/>
                </a:ext>
              </a:extLst>
            </p:cNvPr>
            <p:cNvSpPr>
              <a:spLocks noChangeArrowheads="1"/>
            </p:cNvSpPr>
            <p:nvPr/>
          </p:nvSpPr>
          <p:spPr bwMode="auto">
            <a:xfrm>
              <a:off x="4656" y="1104"/>
              <a:ext cx="192" cy="96"/>
            </a:xfrm>
            <a:prstGeom prst="ellipse">
              <a:avLst/>
            </a:prstGeom>
            <a:solidFill>
              <a:srgbClr val="00FF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宋体" panose="02010600030101010101" pitchFamily="2" charset="-122"/>
                </a:defRPr>
              </a:lvl2pPr>
              <a:lvl3pPr marL="1143000" indent="-228600">
                <a:spcBef>
                  <a:spcPct val="20000"/>
                </a:spcBef>
                <a:buChar char="•"/>
                <a:defRPr kumimoji="1" sz="2000">
                  <a:solidFill>
                    <a:schemeClr val="tx1"/>
                  </a:solidFill>
                  <a:latin typeface="Comic Sans MS" panose="030F0902030302020204" pitchFamily="66"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400" b="1" i="0" u="none" strike="noStrike" kern="1200" cap="none" spc="0" normalizeH="0" baseline="0" noProof="0">
                <a:ln>
                  <a:noFill/>
                </a:ln>
                <a:solidFill>
                  <a:srgbClr val="0000FF"/>
                </a:solidFill>
                <a:effectLst/>
                <a:uLnTx/>
                <a:uFillTx/>
                <a:latin typeface="微软雅黑" panose="020B0503020204020204" pitchFamily="34" charset="-122"/>
                <a:ea typeface="宋体" panose="02010600030101010101" pitchFamily="2" charset="-122"/>
                <a:cs typeface="+mn-cs"/>
              </a:endParaRPr>
            </a:p>
          </p:txBody>
        </p:sp>
        <p:grpSp>
          <p:nvGrpSpPr>
            <p:cNvPr id="272414" name="Group 109">
              <a:extLst>
                <a:ext uri="{FF2B5EF4-FFF2-40B4-BE49-F238E27FC236}">
                  <a16:creationId xmlns:a16="http://schemas.microsoft.com/office/drawing/2014/main" id="{21976BD0-25E4-8B38-13DF-62CFB6F8F96B}"/>
                </a:ext>
              </a:extLst>
            </p:cNvPr>
            <p:cNvGrpSpPr>
              <a:grpSpLocks/>
            </p:cNvGrpSpPr>
            <p:nvPr/>
          </p:nvGrpSpPr>
          <p:grpSpPr bwMode="auto">
            <a:xfrm>
              <a:off x="3696" y="1200"/>
              <a:ext cx="240" cy="96"/>
              <a:chOff x="1000" y="3128"/>
              <a:chExt cx="320" cy="184"/>
            </a:xfrm>
          </p:grpSpPr>
          <p:sp>
            <p:nvSpPr>
              <p:cNvPr id="272426" name="AutoShape 110">
                <a:extLst>
                  <a:ext uri="{FF2B5EF4-FFF2-40B4-BE49-F238E27FC236}">
                    <a16:creationId xmlns:a16="http://schemas.microsoft.com/office/drawing/2014/main" id="{B225F085-E039-CFFB-5B02-B4F94BE0B725}"/>
                  </a:ext>
                </a:extLst>
              </p:cNvPr>
              <p:cNvSpPr>
                <a:spLocks noChangeArrowheads="1"/>
              </p:cNvSpPr>
              <p:nvPr/>
            </p:nvSpPr>
            <p:spPr bwMode="auto">
              <a:xfrm>
                <a:off x="1000" y="3128"/>
                <a:ext cx="320" cy="184"/>
              </a:xfrm>
              <a:prstGeom prst="can">
                <a:avLst>
                  <a:gd name="adj" fmla="val 50000"/>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宋体" panose="02010600030101010101" pitchFamily="2" charset="-122"/>
                  </a:defRPr>
                </a:lvl2pPr>
                <a:lvl3pPr marL="1143000" indent="-228600">
                  <a:spcBef>
                    <a:spcPct val="20000"/>
                  </a:spcBef>
                  <a:buChar char="•"/>
                  <a:defRPr kumimoji="1" sz="2000">
                    <a:solidFill>
                      <a:schemeClr val="tx1"/>
                    </a:solidFill>
                    <a:latin typeface="Comic Sans MS" panose="030F0902030302020204" pitchFamily="66"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400" b="1" i="0" u="none" strike="noStrike" kern="1200" cap="none" spc="0" normalizeH="0" baseline="0" noProof="0">
                  <a:ln>
                    <a:noFill/>
                  </a:ln>
                  <a:solidFill>
                    <a:srgbClr val="0000FF"/>
                  </a:solidFill>
                  <a:effectLst/>
                  <a:uLnTx/>
                  <a:uFillTx/>
                  <a:latin typeface="微软雅黑" panose="020B0503020204020204" pitchFamily="34" charset="-122"/>
                  <a:ea typeface="宋体" panose="02010600030101010101" pitchFamily="2" charset="-122"/>
                  <a:cs typeface="+mn-cs"/>
                </a:endParaRPr>
              </a:p>
            </p:txBody>
          </p:sp>
          <p:sp>
            <p:nvSpPr>
              <p:cNvPr id="272427" name="Line 111">
                <a:extLst>
                  <a:ext uri="{FF2B5EF4-FFF2-40B4-BE49-F238E27FC236}">
                    <a16:creationId xmlns:a16="http://schemas.microsoft.com/office/drawing/2014/main" id="{ACA67BC0-FB97-0A47-87E1-CC51FADFFE3F}"/>
                  </a:ext>
                </a:extLst>
              </p:cNvPr>
              <p:cNvSpPr>
                <a:spLocks noChangeShapeType="1"/>
              </p:cNvSpPr>
              <p:nvPr/>
            </p:nvSpPr>
            <p:spPr bwMode="auto">
              <a:xfrm>
                <a:off x="1104" y="3144"/>
                <a:ext cx="144" cy="48"/>
              </a:xfrm>
              <a:prstGeom prst="line">
                <a:avLst/>
              </a:prstGeom>
              <a:noFill/>
              <a:ln w="28575">
                <a:solidFill>
                  <a:schemeClr val="bg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mn-cs"/>
                </a:endParaRPr>
              </a:p>
            </p:txBody>
          </p:sp>
          <p:sp>
            <p:nvSpPr>
              <p:cNvPr id="272428" name="Line 112">
                <a:extLst>
                  <a:ext uri="{FF2B5EF4-FFF2-40B4-BE49-F238E27FC236}">
                    <a16:creationId xmlns:a16="http://schemas.microsoft.com/office/drawing/2014/main" id="{33B1F1DB-B896-6A8A-50E5-7FBC6526EF34}"/>
                  </a:ext>
                </a:extLst>
              </p:cNvPr>
              <p:cNvSpPr>
                <a:spLocks noChangeShapeType="1"/>
              </p:cNvSpPr>
              <p:nvPr/>
            </p:nvSpPr>
            <p:spPr bwMode="auto">
              <a:xfrm flipH="1">
                <a:off x="1096" y="3144"/>
                <a:ext cx="144" cy="48"/>
              </a:xfrm>
              <a:prstGeom prst="line">
                <a:avLst/>
              </a:prstGeom>
              <a:noFill/>
              <a:ln w="28575">
                <a:solidFill>
                  <a:schemeClr val="bg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mn-cs"/>
                </a:endParaRPr>
              </a:p>
            </p:txBody>
          </p:sp>
        </p:grpSp>
        <p:grpSp>
          <p:nvGrpSpPr>
            <p:cNvPr id="272415" name="Group 113">
              <a:extLst>
                <a:ext uri="{FF2B5EF4-FFF2-40B4-BE49-F238E27FC236}">
                  <a16:creationId xmlns:a16="http://schemas.microsoft.com/office/drawing/2014/main" id="{694D98BB-FE99-953B-ACAA-305FC43A362F}"/>
                </a:ext>
              </a:extLst>
            </p:cNvPr>
            <p:cNvGrpSpPr>
              <a:grpSpLocks/>
            </p:cNvGrpSpPr>
            <p:nvPr/>
          </p:nvGrpSpPr>
          <p:grpSpPr bwMode="auto">
            <a:xfrm>
              <a:off x="4656" y="1392"/>
              <a:ext cx="240" cy="96"/>
              <a:chOff x="1000" y="3128"/>
              <a:chExt cx="320" cy="184"/>
            </a:xfrm>
          </p:grpSpPr>
          <p:sp>
            <p:nvSpPr>
              <p:cNvPr id="272423" name="AutoShape 114">
                <a:extLst>
                  <a:ext uri="{FF2B5EF4-FFF2-40B4-BE49-F238E27FC236}">
                    <a16:creationId xmlns:a16="http://schemas.microsoft.com/office/drawing/2014/main" id="{8BE54B4B-253A-96CB-0190-D6A4904EADFB}"/>
                  </a:ext>
                </a:extLst>
              </p:cNvPr>
              <p:cNvSpPr>
                <a:spLocks noChangeArrowheads="1"/>
              </p:cNvSpPr>
              <p:nvPr/>
            </p:nvSpPr>
            <p:spPr bwMode="auto">
              <a:xfrm>
                <a:off x="1000" y="3128"/>
                <a:ext cx="320" cy="184"/>
              </a:xfrm>
              <a:prstGeom prst="can">
                <a:avLst>
                  <a:gd name="adj" fmla="val 50000"/>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宋体" panose="02010600030101010101" pitchFamily="2" charset="-122"/>
                  </a:defRPr>
                </a:lvl2pPr>
                <a:lvl3pPr marL="1143000" indent="-228600">
                  <a:spcBef>
                    <a:spcPct val="20000"/>
                  </a:spcBef>
                  <a:buChar char="•"/>
                  <a:defRPr kumimoji="1" sz="2000">
                    <a:solidFill>
                      <a:schemeClr val="tx1"/>
                    </a:solidFill>
                    <a:latin typeface="Comic Sans MS" panose="030F0902030302020204" pitchFamily="66"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400" b="1" i="0" u="none" strike="noStrike" kern="1200" cap="none" spc="0" normalizeH="0" baseline="0" noProof="0">
                  <a:ln>
                    <a:noFill/>
                  </a:ln>
                  <a:solidFill>
                    <a:srgbClr val="0000FF"/>
                  </a:solidFill>
                  <a:effectLst/>
                  <a:uLnTx/>
                  <a:uFillTx/>
                  <a:latin typeface="微软雅黑" panose="020B0503020204020204" pitchFamily="34" charset="-122"/>
                  <a:ea typeface="宋体" panose="02010600030101010101" pitchFamily="2" charset="-122"/>
                  <a:cs typeface="+mn-cs"/>
                </a:endParaRPr>
              </a:p>
            </p:txBody>
          </p:sp>
          <p:sp>
            <p:nvSpPr>
              <p:cNvPr id="272424" name="Line 115">
                <a:extLst>
                  <a:ext uri="{FF2B5EF4-FFF2-40B4-BE49-F238E27FC236}">
                    <a16:creationId xmlns:a16="http://schemas.microsoft.com/office/drawing/2014/main" id="{EA17B752-71D5-FF16-273E-501BB2F09EBE}"/>
                  </a:ext>
                </a:extLst>
              </p:cNvPr>
              <p:cNvSpPr>
                <a:spLocks noChangeShapeType="1"/>
              </p:cNvSpPr>
              <p:nvPr/>
            </p:nvSpPr>
            <p:spPr bwMode="auto">
              <a:xfrm>
                <a:off x="1104" y="3144"/>
                <a:ext cx="144" cy="48"/>
              </a:xfrm>
              <a:prstGeom prst="line">
                <a:avLst/>
              </a:prstGeom>
              <a:noFill/>
              <a:ln w="28575">
                <a:solidFill>
                  <a:schemeClr val="bg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mn-cs"/>
                </a:endParaRPr>
              </a:p>
            </p:txBody>
          </p:sp>
          <p:sp>
            <p:nvSpPr>
              <p:cNvPr id="272425" name="Line 116">
                <a:extLst>
                  <a:ext uri="{FF2B5EF4-FFF2-40B4-BE49-F238E27FC236}">
                    <a16:creationId xmlns:a16="http://schemas.microsoft.com/office/drawing/2014/main" id="{76735C5B-5492-B900-05C1-E9F51A143076}"/>
                  </a:ext>
                </a:extLst>
              </p:cNvPr>
              <p:cNvSpPr>
                <a:spLocks noChangeShapeType="1"/>
              </p:cNvSpPr>
              <p:nvPr/>
            </p:nvSpPr>
            <p:spPr bwMode="auto">
              <a:xfrm flipH="1">
                <a:off x="1096" y="3144"/>
                <a:ext cx="144" cy="48"/>
              </a:xfrm>
              <a:prstGeom prst="line">
                <a:avLst/>
              </a:prstGeom>
              <a:noFill/>
              <a:ln w="28575">
                <a:solidFill>
                  <a:schemeClr val="bg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mn-cs"/>
                </a:endParaRPr>
              </a:p>
            </p:txBody>
          </p:sp>
        </p:grpSp>
        <p:grpSp>
          <p:nvGrpSpPr>
            <p:cNvPr id="272416" name="Group 117">
              <a:extLst>
                <a:ext uri="{FF2B5EF4-FFF2-40B4-BE49-F238E27FC236}">
                  <a16:creationId xmlns:a16="http://schemas.microsoft.com/office/drawing/2014/main" id="{4AD224D0-F46D-D56E-5B02-047B05F2C281}"/>
                </a:ext>
              </a:extLst>
            </p:cNvPr>
            <p:cNvGrpSpPr>
              <a:grpSpLocks/>
            </p:cNvGrpSpPr>
            <p:nvPr/>
          </p:nvGrpSpPr>
          <p:grpSpPr bwMode="auto">
            <a:xfrm>
              <a:off x="3328" y="1688"/>
              <a:ext cx="320" cy="184"/>
              <a:chOff x="1000" y="3128"/>
              <a:chExt cx="320" cy="184"/>
            </a:xfrm>
          </p:grpSpPr>
          <p:sp>
            <p:nvSpPr>
              <p:cNvPr id="272420" name="AutoShape 118">
                <a:extLst>
                  <a:ext uri="{FF2B5EF4-FFF2-40B4-BE49-F238E27FC236}">
                    <a16:creationId xmlns:a16="http://schemas.microsoft.com/office/drawing/2014/main" id="{19EA8270-1B81-3D0D-1D13-FC795C77458D}"/>
                  </a:ext>
                </a:extLst>
              </p:cNvPr>
              <p:cNvSpPr>
                <a:spLocks noChangeArrowheads="1"/>
              </p:cNvSpPr>
              <p:nvPr/>
            </p:nvSpPr>
            <p:spPr bwMode="auto">
              <a:xfrm>
                <a:off x="1000" y="3128"/>
                <a:ext cx="320" cy="184"/>
              </a:xfrm>
              <a:prstGeom prst="can">
                <a:avLst>
                  <a:gd name="adj" fmla="val 50000"/>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宋体" panose="02010600030101010101" pitchFamily="2" charset="-122"/>
                  </a:defRPr>
                </a:lvl2pPr>
                <a:lvl3pPr marL="1143000" indent="-228600">
                  <a:spcBef>
                    <a:spcPct val="20000"/>
                  </a:spcBef>
                  <a:buChar char="•"/>
                  <a:defRPr kumimoji="1" sz="2000">
                    <a:solidFill>
                      <a:schemeClr val="tx1"/>
                    </a:solidFill>
                    <a:latin typeface="Comic Sans MS" panose="030F0902030302020204" pitchFamily="66"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400" b="1" i="0" u="none" strike="noStrike" kern="1200" cap="none" spc="0" normalizeH="0" baseline="0" noProof="0">
                  <a:ln>
                    <a:noFill/>
                  </a:ln>
                  <a:solidFill>
                    <a:srgbClr val="0000FF"/>
                  </a:solidFill>
                  <a:effectLst/>
                  <a:uLnTx/>
                  <a:uFillTx/>
                  <a:latin typeface="微软雅黑" panose="020B0503020204020204" pitchFamily="34" charset="-122"/>
                  <a:ea typeface="宋体" panose="02010600030101010101" pitchFamily="2" charset="-122"/>
                  <a:cs typeface="+mn-cs"/>
                </a:endParaRPr>
              </a:p>
            </p:txBody>
          </p:sp>
          <p:sp>
            <p:nvSpPr>
              <p:cNvPr id="272421" name="Line 119">
                <a:extLst>
                  <a:ext uri="{FF2B5EF4-FFF2-40B4-BE49-F238E27FC236}">
                    <a16:creationId xmlns:a16="http://schemas.microsoft.com/office/drawing/2014/main" id="{CE0D01A1-5A1F-593F-5F52-9239079A6721}"/>
                  </a:ext>
                </a:extLst>
              </p:cNvPr>
              <p:cNvSpPr>
                <a:spLocks noChangeShapeType="1"/>
              </p:cNvSpPr>
              <p:nvPr/>
            </p:nvSpPr>
            <p:spPr bwMode="auto">
              <a:xfrm>
                <a:off x="1104" y="3144"/>
                <a:ext cx="144" cy="48"/>
              </a:xfrm>
              <a:prstGeom prst="line">
                <a:avLst/>
              </a:prstGeom>
              <a:noFill/>
              <a:ln w="28575">
                <a:solidFill>
                  <a:schemeClr val="bg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mn-cs"/>
                </a:endParaRPr>
              </a:p>
            </p:txBody>
          </p:sp>
          <p:sp>
            <p:nvSpPr>
              <p:cNvPr id="272422" name="Line 120">
                <a:extLst>
                  <a:ext uri="{FF2B5EF4-FFF2-40B4-BE49-F238E27FC236}">
                    <a16:creationId xmlns:a16="http://schemas.microsoft.com/office/drawing/2014/main" id="{19E41635-E16A-A649-6A60-A6258DF50A70}"/>
                  </a:ext>
                </a:extLst>
              </p:cNvPr>
              <p:cNvSpPr>
                <a:spLocks noChangeShapeType="1"/>
              </p:cNvSpPr>
              <p:nvPr/>
            </p:nvSpPr>
            <p:spPr bwMode="auto">
              <a:xfrm flipH="1">
                <a:off x="1096" y="3144"/>
                <a:ext cx="144" cy="48"/>
              </a:xfrm>
              <a:prstGeom prst="line">
                <a:avLst/>
              </a:prstGeom>
              <a:noFill/>
              <a:ln w="28575">
                <a:solidFill>
                  <a:schemeClr val="bg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mn-cs"/>
                </a:endParaRPr>
              </a:p>
            </p:txBody>
          </p:sp>
        </p:grpSp>
        <p:sp>
          <p:nvSpPr>
            <p:cNvPr id="272417" name="Text Box 121">
              <a:extLst>
                <a:ext uri="{FF2B5EF4-FFF2-40B4-BE49-F238E27FC236}">
                  <a16:creationId xmlns:a16="http://schemas.microsoft.com/office/drawing/2014/main" id="{B6215CD9-98B2-142F-9DBD-B3E1269B9AFB}"/>
                </a:ext>
              </a:extLst>
            </p:cNvPr>
            <p:cNvSpPr txBox="1">
              <a:spLocks noChangeArrowheads="1"/>
            </p:cNvSpPr>
            <p:nvPr/>
          </p:nvSpPr>
          <p:spPr bwMode="auto">
            <a:xfrm>
              <a:off x="3586" y="1505"/>
              <a:ext cx="377" cy="2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宋体" panose="02010600030101010101" pitchFamily="2" charset="-122"/>
                </a:defRPr>
              </a:lvl2pPr>
              <a:lvl3pPr marL="1143000" indent="-228600">
                <a:spcBef>
                  <a:spcPct val="20000"/>
                </a:spcBef>
                <a:buChar char="•"/>
                <a:defRPr kumimoji="1" sz="2000">
                  <a:solidFill>
                    <a:schemeClr val="tx1"/>
                  </a:solidFill>
                  <a:latin typeface="Comic Sans MS" panose="030F0902030302020204" pitchFamily="66"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zh-CN" sz="1400" b="1" i="0" u="none" strike="noStrike" kern="1200" cap="none" spc="0" normalizeH="0" baseline="0" noProof="0">
                  <a:ln>
                    <a:noFill/>
                  </a:ln>
                  <a:solidFill>
                    <a:srgbClr val="0000FF"/>
                  </a:solidFill>
                  <a:effectLst/>
                  <a:uLnTx/>
                  <a:uFillTx/>
                  <a:latin typeface="微软雅黑" panose="020B0503020204020204" pitchFamily="34" charset="-122"/>
                  <a:ea typeface="宋体" panose="02010600030101010101" pitchFamily="2" charset="-122"/>
                  <a:cs typeface="+mn-cs"/>
                </a:rPr>
                <a:t>R2</a:t>
              </a:r>
            </a:p>
          </p:txBody>
        </p:sp>
        <p:sp>
          <p:nvSpPr>
            <p:cNvPr id="272418" name="Text Box 122">
              <a:extLst>
                <a:ext uri="{FF2B5EF4-FFF2-40B4-BE49-F238E27FC236}">
                  <a16:creationId xmlns:a16="http://schemas.microsoft.com/office/drawing/2014/main" id="{72E8253D-44FD-B7DA-6C54-967F77D4A941}"/>
                </a:ext>
              </a:extLst>
            </p:cNvPr>
            <p:cNvSpPr txBox="1">
              <a:spLocks noChangeArrowheads="1"/>
            </p:cNvSpPr>
            <p:nvPr/>
          </p:nvSpPr>
          <p:spPr bwMode="auto">
            <a:xfrm>
              <a:off x="3704" y="699"/>
              <a:ext cx="811" cy="2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宋体" panose="02010600030101010101" pitchFamily="2" charset="-122"/>
                </a:defRPr>
              </a:lvl2pPr>
              <a:lvl3pPr marL="1143000" indent="-228600">
                <a:spcBef>
                  <a:spcPct val="20000"/>
                </a:spcBef>
                <a:buChar char="•"/>
                <a:defRPr kumimoji="1" sz="2000">
                  <a:solidFill>
                    <a:schemeClr val="tx1"/>
                  </a:solidFill>
                  <a:latin typeface="Comic Sans MS" panose="030F0902030302020204" pitchFamily="66"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zh-CN" altLang="en-US" sz="1400" b="1" i="0" u="none" strike="noStrike" kern="1200" cap="none" spc="0" normalizeH="0" baseline="0" noProof="0">
                  <a:ln>
                    <a:noFill/>
                  </a:ln>
                  <a:solidFill>
                    <a:srgbClr val="0000FF"/>
                  </a:solidFill>
                  <a:effectLst/>
                  <a:uLnTx/>
                  <a:uFillTx/>
                  <a:latin typeface="微软雅黑" panose="020B0503020204020204" pitchFamily="34" charset="-122"/>
                  <a:ea typeface="宋体" panose="02010600030101010101" pitchFamily="2" charset="-122"/>
                  <a:cs typeface="+mn-cs"/>
                </a:rPr>
                <a:t>自治系统</a:t>
              </a:r>
            </a:p>
          </p:txBody>
        </p:sp>
        <p:sp>
          <p:nvSpPr>
            <p:cNvPr id="272419" name="Oval 95">
              <a:extLst>
                <a:ext uri="{FF2B5EF4-FFF2-40B4-BE49-F238E27FC236}">
                  <a16:creationId xmlns:a16="http://schemas.microsoft.com/office/drawing/2014/main" id="{5D48116B-168B-9271-2097-6C91BF048FF6}"/>
                </a:ext>
              </a:extLst>
            </p:cNvPr>
            <p:cNvSpPr>
              <a:spLocks noChangeArrowheads="1"/>
            </p:cNvSpPr>
            <p:nvPr/>
          </p:nvSpPr>
          <p:spPr bwMode="auto">
            <a:xfrm>
              <a:off x="3936" y="1776"/>
              <a:ext cx="192" cy="96"/>
            </a:xfrm>
            <a:prstGeom prst="ellipse">
              <a:avLst/>
            </a:prstGeom>
            <a:solidFill>
              <a:srgbClr val="00FF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宋体" panose="02010600030101010101" pitchFamily="2" charset="-122"/>
                </a:defRPr>
              </a:lvl2pPr>
              <a:lvl3pPr marL="1143000" indent="-228600">
                <a:spcBef>
                  <a:spcPct val="20000"/>
                </a:spcBef>
                <a:buChar char="•"/>
                <a:defRPr kumimoji="1" sz="2000">
                  <a:solidFill>
                    <a:schemeClr val="tx1"/>
                  </a:solidFill>
                  <a:latin typeface="Comic Sans MS" panose="030F0902030302020204" pitchFamily="66"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400" b="1" i="0" u="none" strike="noStrike" kern="1200" cap="none" spc="0" normalizeH="0" baseline="0" noProof="0">
                <a:ln>
                  <a:noFill/>
                </a:ln>
                <a:solidFill>
                  <a:srgbClr val="0000FF"/>
                </a:solidFill>
                <a:effectLst/>
                <a:uLnTx/>
                <a:uFillTx/>
                <a:latin typeface="微软雅黑" panose="020B0503020204020204" pitchFamily="34" charset="-122"/>
                <a:ea typeface="宋体" panose="02010600030101010101" pitchFamily="2" charset="-122"/>
                <a:cs typeface="+mn-cs"/>
              </a:endParaRPr>
            </a:p>
          </p:txBody>
        </p:sp>
      </p:grpSp>
      <p:sp>
        <p:nvSpPr>
          <p:cNvPr id="272397" name="Line 123">
            <a:extLst>
              <a:ext uri="{FF2B5EF4-FFF2-40B4-BE49-F238E27FC236}">
                <a16:creationId xmlns:a16="http://schemas.microsoft.com/office/drawing/2014/main" id="{F6882A34-4A29-AB1A-BA9F-E31DAA4AE1F5}"/>
              </a:ext>
            </a:extLst>
          </p:cNvPr>
          <p:cNvSpPr>
            <a:spLocks noChangeShapeType="1"/>
          </p:cNvSpPr>
          <p:nvPr/>
        </p:nvSpPr>
        <p:spPr bwMode="auto">
          <a:xfrm>
            <a:off x="2630488" y="2952750"/>
            <a:ext cx="939800" cy="554038"/>
          </a:xfrm>
          <a:prstGeom prst="line">
            <a:avLst/>
          </a:prstGeom>
          <a:noFill/>
          <a:ln w="28575">
            <a:solidFill>
              <a:schemeClr val="tx1"/>
            </a:solidFill>
            <a:prstDash val="sysDot"/>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mn-cs"/>
            </a:endParaRPr>
          </a:p>
        </p:txBody>
      </p:sp>
      <p:sp>
        <p:nvSpPr>
          <p:cNvPr id="272398" name="Line 124">
            <a:extLst>
              <a:ext uri="{FF2B5EF4-FFF2-40B4-BE49-F238E27FC236}">
                <a16:creationId xmlns:a16="http://schemas.microsoft.com/office/drawing/2014/main" id="{8661B070-EDA8-FC27-44D7-0DBDE34E5C5D}"/>
              </a:ext>
            </a:extLst>
          </p:cNvPr>
          <p:cNvSpPr>
            <a:spLocks noChangeShapeType="1"/>
          </p:cNvSpPr>
          <p:nvPr/>
        </p:nvSpPr>
        <p:spPr bwMode="auto">
          <a:xfrm>
            <a:off x="3813175" y="3640138"/>
            <a:ext cx="481013" cy="698500"/>
          </a:xfrm>
          <a:prstGeom prst="line">
            <a:avLst/>
          </a:prstGeom>
          <a:noFill/>
          <a:ln w="28575">
            <a:solidFill>
              <a:schemeClr val="tx1"/>
            </a:solidFill>
            <a:prstDash val="sysDot"/>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mn-cs"/>
            </a:endParaRPr>
          </a:p>
        </p:txBody>
      </p:sp>
      <p:sp>
        <p:nvSpPr>
          <p:cNvPr id="272399" name="Line 125">
            <a:extLst>
              <a:ext uri="{FF2B5EF4-FFF2-40B4-BE49-F238E27FC236}">
                <a16:creationId xmlns:a16="http://schemas.microsoft.com/office/drawing/2014/main" id="{9B714553-49FE-8F4B-E44C-78F03297EC81}"/>
              </a:ext>
            </a:extLst>
          </p:cNvPr>
          <p:cNvSpPr>
            <a:spLocks noChangeShapeType="1"/>
          </p:cNvSpPr>
          <p:nvPr/>
        </p:nvSpPr>
        <p:spPr bwMode="auto">
          <a:xfrm flipH="1">
            <a:off x="2760663" y="4481513"/>
            <a:ext cx="1489075" cy="422275"/>
          </a:xfrm>
          <a:prstGeom prst="line">
            <a:avLst/>
          </a:prstGeom>
          <a:noFill/>
          <a:ln w="28575">
            <a:solidFill>
              <a:schemeClr val="tx1"/>
            </a:solidFill>
            <a:prstDash val="sysDot"/>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mn-cs"/>
            </a:endParaRPr>
          </a:p>
        </p:txBody>
      </p:sp>
      <p:sp>
        <p:nvSpPr>
          <p:cNvPr id="272400" name="Rectangle 249">
            <a:extLst>
              <a:ext uri="{FF2B5EF4-FFF2-40B4-BE49-F238E27FC236}">
                <a16:creationId xmlns:a16="http://schemas.microsoft.com/office/drawing/2014/main" id="{68721991-BA39-5F6F-C256-182466C6FA3E}"/>
              </a:ext>
            </a:extLst>
          </p:cNvPr>
          <p:cNvSpPr>
            <a:spLocks noChangeArrowheads="1"/>
          </p:cNvSpPr>
          <p:nvPr/>
        </p:nvSpPr>
        <p:spPr bwMode="auto">
          <a:xfrm>
            <a:off x="2028825" y="2986088"/>
            <a:ext cx="420688" cy="30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宋体" panose="02010600030101010101" pitchFamily="2" charset="-122"/>
              </a:defRPr>
            </a:lvl2pPr>
            <a:lvl3pPr marL="1143000" indent="-228600">
              <a:spcBef>
                <a:spcPct val="20000"/>
              </a:spcBef>
              <a:buChar char="•"/>
              <a:defRPr kumimoji="1" sz="2000">
                <a:solidFill>
                  <a:schemeClr val="tx1"/>
                </a:solidFill>
                <a:latin typeface="Comic Sans MS" panose="030F0902030302020204" pitchFamily="66"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zh-CN" sz="1400" b="1" i="0" u="none" strike="noStrike" kern="1200" cap="none" spc="0" normalizeH="0" baseline="0" noProof="0">
                <a:ln>
                  <a:noFill/>
                </a:ln>
                <a:solidFill>
                  <a:srgbClr val="0000FF"/>
                </a:solidFill>
                <a:effectLst/>
                <a:uLnTx/>
                <a:uFillTx/>
                <a:latin typeface="微软雅黑" panose="020B0503020204020204" pitchFamily="34" charset="-122"/>
                <a:ea typeface="宋体" panose="02010600030101010101" pitchFamily="2" charset="-122"/>
                <a:cs typeface="+mn-cs"/>
              </a:rPr>
              <a:t>R1</a:t>
            </a:r>
          </a:p>
        </p:txBody>
      </p:sp>
      <p:sp>
        <p:nvSpPr>
          <p:cNvPr id="272401" name="矩形 216135">
            <a:extLst>
              <a:ext uri="{FF2B5EF4-FFF2-40B4-BE49-F238E27FC236}">
                <a16:creationId xmlns:a16="http://schemas.microsoft.com/office/drawing/2014/main" id="{C25CB9F5-FAA3-776D-8C49-B53C2E50C84E}"/>
              </a:ext>
            </a:extLst>
          </p:cNvPr>
          <p:cNvSpPr>
            <a:spLocks noChangeArrowheads="1"/>
          </p:cNvSpPr>
          <p:nvPr/>
        </p:nvSpPr>
        <p:spPr bwMode="auto">
          <a:xfrm>
            <a:off x="5561013" y="2373313"/>
            <a:ext cx="2890837" cy="3289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宋体" panose="02010600030101010101" pitchFamily="2" charset="-122"/>
              </a:defRPr>
            </a:lvl2pPr>
            <a:lvl3pPr marL="1143000" indent="-228600">
              <a:spcBef>
                <a:spcPct val="20000"/>
              </a:spcBef>
              <a:buChar char="•"/>
              <a:defRPr kumimoji="1" sz="2000">
                <a:solidFill>
                  <a:schemeClr val="tx1"/>
                </a:solidFill>
                <a:latin typeface="Comic Sans MS" panose="030F0902030302020204" pitchFamily="66"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0" fontAlgn="base" latinLnBrk="0" hangingPunct="0">
              <a:lnSpc>
                <a:spcPts val="2800"/>
              </a:lnSpc>
              <a:spcBef>
                <a:spcPct val="0"/>
              </a:spcBef>
              <a:spcAft>
                <a:spcPct val="0"/>
              </a:spcAft>
              <a:buClrTx/>
              <a:buSzTx/>
              <a:buFontTx/>
              <a:buNone/>
              <a:tabLst/>
              <a:defRPr/>
            </a:pPr>
            <a:r>
              <a:rPr kumimoji="0" lang="zh-CN" altLang="en-US" sz="1800" b="1" i="0" u="none" strike="noStrike" kern="1200" cap="none" spc="0" normalizeH="0" baseline="0" noProof="0">
                <a:ln>
                  <a:noFill/>
                </a:ln>
                <a:solidFill>
                  <a:srgbClr val="C00000"/>
                </a:solidFill>
                <a:effectLst/>
                <a:uLnTx/>
                <a:uFillTx/>
                <a:latin typeface="KaiTi" panose="02010609060101010101" pitchFamily="49" charset="-122"/>
                <a:ea typeface="KaiTi" panose="02010609060101010101" pitchFamily="49" charset="-122"/>
                <a:cs typeface="+mn-cs"/>
              </a:rPr>
              <a:t>自治系统 </a:t>
            </a:r>
            <a:r>
              <a:rPr kumimoji="0" lang="en-US" altLang="zh-CN" sz="1800" b="1" i="0" u="none" strike="noStrike" kern="1200" cap="none" spc="0" normalizeH="0" baseline="0" noProof="0">
                <a:ln>
                  <a:noFill/>
                </a:ln>
                <a:solidFill>
                  <a:srgbClr val="C00000"/>
                </a:solidFill>
                <a:effectLst/>
                <a:uLnTx/>
                <a:uFillTx/>
                <a:latin typeface="KaiTi" panose="02010609060101010101" pitchFamily="49" charset="-122"/>
                <a:ea typeface="KaiTi" panose="02010609060101010101" pitchFamily="49" charset="-122"/>
                <a:cs typeface="+mn-cs"/>
              </a:rPr>
              <a:t>AS </a:t>
            </a:r>
            <a:r>
              <a:rPr kumimoji="0" lang="zh-CN" altLang="en-US" sz="1800" b="1" i="0" u="none" strike="noStrike" kern="1200" cap="none" spc="0" normalizeH="0" baseline="0" noProof="0">
                <a:ln>
                  <a:noFill/>
                </a:ln>
                <a:solidFill>
                  <a:srgbClr val="C00000"/>
                </a:solidFill>
                <a:effectLst/>
                <a:uLnTx/>
                <a:uFillTx/>
                <a:latin typeface="KaiTi" panose="02010609060101010101" pitchFamily="49" charset="-122"/>
                <a:ea typeface="KaiTi" panose="02010609060101010101" pitchFamily="49" charset="-122"/>
                <a:cs typeface="+mn-cs"/>
              </a:rPr>
              <a:t>：</a:t>
            </a:r>
            <a:endParaRPr kumimoji="0" lang="en-US" altLang="zh-CN" sz="1800" b="1" i="0" u="none" strike="noStrike" kern="1200" cap="none" spc="0" normalizeH="0" baseline="0" noProof="0">
              <a:ln>
                <a:noFill/>
              </a:ln>
              <a:solidFill>
                <a:srgbClr val="C00000"/>
              </a:solidFill>
              <a:effectLst/>
              <a:uLnTx/>
              <a:uFillTx/>
              <a:latin typeface="KaiTi" panose="02010609060101010101" pitchFamily="49" charset="-122"/>
              <a:ea typeface="KaiTi" panose="02010609060101010101" pitchFamily="49" charset="-122"/>
              <a:cs typeface="+mn-cs"/>
            </a:endParaRPr>
          </a:p>
          <a:p>
            <a:pPr marL="0" marR="0" lvl="0" indent="0" algn="l" defTabSz="914400" rtl="0" eaLnBrk="0" fontAlgn="base" latinLnBrk="0" hangingPunct="0">
              <a:lnSpc>
                <a:spcPts val="2800"/>
              </a:lnSpc>
              <a:spcBef>
                <a:spcPct val="0"/>
              </a:spcBef>
              <a:spcAft>
                <a:spcPct val="0"/>
              </a:spcAft>
              <a:buClrTx/>
              <a:buSzTx/>
              <a:buFontTx/>
              <a:buNone/>
              <a:tabLst/>
              <a:defRPr/>
            </a:pPr>
            <a:r>
              <a:rPr kumimoji="0" lang="zh-CN" altLang="en-US" sz="1800" b="1" i="0" u="none" strike="noStrike" kern="1200" cap="none" spc="0" normalizeH="0" baseline="0" noProof="0">
                <a:ln>
                  <a:noFill/>
                </a:ln>
                <a:solidFill>
                  <a:srgbClr val="000000"/>
                </a:solidFill>
                <a:effectLst/>
                <a:uLnTx/>
                <a:uFillTx/>
                <a:latin typeface="KaiTi" panose="02010609060101010101" pitchFamily="49" charset="-122"/>
                <a:ea typeface="KaiTi" panose="02010609060101010101" pitchFamily="49" charset="-122"/>
                <a:cs typeface="+mn-cs"/>
              </a:rPr>
              <a:t>是在单一技术管理下的许多网络、</a:t>
            </a:r>
            <a:r>
              <a:rPr kumimoji="0" lang="en-US" altLang="zh-CN" sz="1800" b="1" i="0" u="none" strike="noStrike" kern="1200" cap="none" spc="0" normalizeH="0" baseline="0" noProof="0">
                <a:ln>
                  <a:noFill/>
                </a:ln>
                <a:solidFill>
                  <a:srgbClr val="000000"/>
                </a:solidFill>
                <a:effectLst/>
                <a:uLnTx/>
                <a:uFillTx/>
                <a:latin typeface="KaiTi" panose="02010609060101010101" pitchFamily="49" charset="-122"/>
                <a:ea typeface="KaiTi" panose="02010609060101010101" pitchFamily="49" charset="-122"/>
                <a:cs typeface="+mn-cs"/>
              </a:rPr>
              <a:t>IP</a:t>
            </a:r>
            <a:r>
              <a:rPr kumimoji="0" lang="zh-CN" altLang="en-US" sz="1800" b="1" i="0" u="none" strike="noStrike" kern="1200" cap="none" spc="0" normalizeH="0" baseline="0" noProof="0">
                <a:ln>
                  <a:noFill/>
                </a:ln>
                <a:solidFill>
                  <a:srgbClr val="000000"/>
                </a:solidFill>
                <a:effectLst/>
                <a:uLnTx/>
                <a:uFillTx/>
                <a:latin typeface="KaiTi" panose="02010609060101010101" pitchFamily="49" charset="-122"/>
                <a:ea typeface="KaiTi" panose="02010609060101010101" pitchFamily="49" charset="-122"/>
                <a:cs typeface="+mn-cs"/>
              </a:rPr>
              <a:t>地址以及路由器，而这些路由器使用一种自治系统内部的路由选择协议和共同的度量。每一个 </a:t>
            </a:r>
            <a:r>
              <a:rPr kumimoji="0" lang="en-US" altLang="zh-CN" sz="1800" b="1" i="0" u="none" strike="noStrike" kern="1200" cap="none" spc="0" normalizeH="0" baseline="0" noProof="0">
                <a:ln>
                  <a:noFill/>
                </a:ln>
                <a:solidFill>
                  <a:srgbClr val="000000"/>
                </a:solidFill>
                <a:effectLst/>
                <a:uLnTx/>
                <a:uFillTx/>
                <a:latin typeface="KaiTi" panose="02010609060101010101" pitchFamily="49" charset="-122"/>
                <a:ea typeface="KaiTi" panose="02010609060101010101" pitchFamily="49" charset="-122"/>
                <a:cs typeface="+mn-cs"/>
              </a:rPr>
              <a:t>AS </a:t>
            </a:r>
            <a:r>
              <a:rPr kumimoji="0" lang="zh-CN" altLang="en-US" sz="1800" b="1" i="0" u="none" strike="noStrike" kern="1200" cap="none" spc="0" normalizeH="0" baseline="0" noProof="0">
                <a:ln>
                  <a:noFill/>
                </a:ln>
                <a:solidFill>
                  <a:srgbClr val="000000"/>
                </a:solidFill>
                <a:effectLst/>
                <a:uLnTx/>
                <a:uFillTx/>
                <a:latin typeface="KaiTi" panose="02010609060101010101" pitchFamily="49" charset="-122"/>
                <a:ea typeface="KaiTi" panose="02010609060101010101" pitchFamily="49" charset="-122"/>
                <a:cs typeface="+mn-cs"/>
              </a:rPr>
              <a:t>对其他 </a:t>
            </a:r>
            <a:r>
              <a:rPr kumimoji="0" lang="en-US" altLang="zh-CN" sz="1800" b="1" i="0" u="none" strike="noStrike" kern="1200" cap="none" spc="0" normalizeH="0" baseline="0" noProof="0">
                <a:ln>
                  <a:noFill/>
                </a:ln>
                <a:solidFill>
                  <a:srgbClr val="000000"/>
                </a:solidFill>
                <a:effectLst/>
                <a:uLnTx/>
                <a:uFillTx/>
                <a:latin typeface="KaiTi" panose="02010609060101010101" pitchFamily="49" charset="-122"/>
                <a:ea typeface="KaiTi" panose="02010609060101010101" pitchFamily="49" charset="-122"/>
                <a:cs typeface="+mn-cs"/>
              </a:rPr>
              <a:t>AS </a:t>
            </a:r>
            <a:r>
              <a:rPr kumimoji="0" lang="zh-CN" altLang="en-US" sz="1800" b="1" i="0" u="none" strike="noStrike" kern="1200" cap="none" spc="0" normalizeH="0" baseline="0" noProof="0">
                <a:ln>
                  <a:noFill/>
                </a:ln>
                <a:solidFill>
                  <a:srgbClr val="000000"/>
                </a:solidFill>
                <a:effectLst/>
                <a:uLnTx/>
                <a:uFillTx/>
                <a:latin typeface="KaiTi" panose="02010609060101010101" pitchFamily="49" charset="-122"/>
                <a:ea typeface="KaiTi" panose="02010609060101010101" pitchFamily="49" charset="-122"/>
                <a:cs typeface="+mn-cs"/>
              </a:rPr>
              <a:t>表现出的是一个</a:t>
            </a:r>
            <a:r>
              <a:rPr kumimoji="0" lang="zh-CN" altLang="en-US" sz="1800" b="1" i="0" u="none" strike="noStrike" kern="1200" cap="none" spc="0" normalizeH="0" baseline="0" noProof="0">
                <a:ln>
                  <a:noFill/>
                </a:ln>
                <a:solidFill>
                  <a:srgbClr val="C00000"/>
                </a:solidFill>
                <a:effectLst/>
                <a:uLnTx/>
                <a:uFillTx/>
                <a:latin typeface="KaiTi" panose="02010609060101010101" pitchFamily="49" charset="-122"/>
                <a:ea typeface="KaiTi" panose="02010609060101010101" pitchFamily="49" charset="-122"/>
                <a:cs typeface="+mn-cs"/>
              </a:rPr>
              <a:t>单一的和一致的</a:t>
            </a:r>
            <a:r>
              <a:rPr kumimoji="0" lang="zh-CN" altLang="en-US" sz="1800" b="1" i="0" u="none" strike="noStrike" kern="1200" cap="none" spc="0" normalizeH="0" baseline="0" noProof="0">
                <a:ln>
                  <a:noFill/>
                </a:ln>
                <a:solidFill>
                  <a:srgbClr val="000000"/>
                </a:solidFill>
                <a:effectLst/>
                <a:uLnTx/>
                <a:uFillTx/>
                <a:latin typeface="KaiTi" panose="02010609060101010101" pitchFamily="49" charset="-122"/>
                <a:ea typeface="KaiTi" panose="02010609060101010101" pitchFamily="49" charset="-122"/>
                <a:cs typeface="+mn-cs"/>
              </a:rPr>
              <a:t>路由选择策略。</a:t>
            </a:r>
          </a:p>
        </p:txBody>
      </p:sp>
    </p:spTree>
  </p:cSld>
  <p:clrMapOvr>
    <a:masterClrMapping/>
  </p:clrMapOvr>
  <p:transition spd="slow"/>
</p:sld>
</file>

<file path=ppt/slides/slide1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74433" name="Rectangle 2">
            <a:extLst>
              <a:ext uri="{FF2B5EF4-FFF2-40B4-BE49-F238E27FC236}">
                <a16:creationId xmlns:a16="http://schemas.microsoft.com/office/drawing/2014/main" id="{5BE74762-3AB9-52DE-C467-93010B9C57F4}"/>
              </a:ext>
            </a:extLst>
          </p:cNvPr>
          <p:cNvSpPr>
            <a:spLocks noGrp="1" noChangeArrowheads="1"/>
          </p:cNvSpPr>
          <p:nvPr>
            <p:ph type="title"/>
          </p:nvPr>
        </p:nvSpPr>
        <p:spPr>
          <a:xfrm>
            <a:off x="512763" y="0"/>
            <a:ext cx="8116887" cy="1462088"/>
          </a:xfrm>
        </p:spPr>
        <p:txBody>
          <a:bodyPr/>
          <a:lstStyle/>
          <a:p>
            <a:pPr eaLnBrk="1" hangingPunct="1"/>
            <a:r>
              <a:rPr lang="zh-CN" altLang="en-US" sz="3600" u="none">
                <a:latin typeface="华文楷体" panose="02010600040101010101" pitchFamily="2" charset="-122"/>
                <a:ea typeface="华文楷体" panose="02010600040101010101" pitchFamily="2" charset="-122"/>
              </a:rPr>
              <a:t>大类路由选择协议</a:t>
            </a:r>
          </a:p>
        </p:txBody>
      </p:sp>
      <p:pic>
        <p:nvPicPr>
          <p:cNvPr id="274434" name="Picture 95" descr="underline_base">
            <a:extLst>
              <a:ext uri="{FF2B5EF4-FFF2-40B4-BE49-F238E27FC236}">
                <a16:creationId xmlns:a16="http://schemas.microsoft.com/office/drawing/2014/main" id="{9997DB7E-FE61-CDBE-A862-F424C614A2E6}"/>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84200" y="1079500"/>
            <a:ext cx="5484813" cy="173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74435" name="组合 8">
            <a:extLst>
              <a:ext uri="{FF2B5EF4-FFF2-40B4-BE49-F238E27FC236}">
                <a16:creationId xmlns:a16="http://schemas.microsoft.com/office/drawing/2014/main" id="{1DDE4C65-65B0-2731-BB7A-FC58F8A7D34E}"/>
              </a:ext>
            </a:extLst>
          </p:cNvPr>
          <p:cNvGrpSpPr>
            <a:grpSpLocks/>
          </p:cNvGrpSpPr>
          <p:nvPr/>
        </p:nvGrpSpPr>
        <p:grpSpPr bwMode="auto">
          <a:xfrm>
            <a:off x="1274763" y="2178050"/>
            <a:ext cx="2589212" cy="727075"/>
            <a:chOff x="36" y="10305"/>
            <a:chExt cx="3480866" cy="1008000"/>
          </a:xfrm>
        </p:grpSpPr>
        <p:sp>
          <p:nvSpPr>
            <p:cNvPr id="18" name="矩形 17">
              <a:extLst>
                <a:ext uri="{FF2B5EF4-FFF2-40B4-BE49-F238E27FC236}">
                  <a16:creationId xmlns:a16="http://schemas.microsoft.com/office/drawing/2014/main" id="{5652AA8F-FF09-47AB-1149-7E0F5365ECC8}"/>
                </a:ext>
              </a:extLst>
            </p:cNvPr>
            <p:cNvSpPr/>
            <p:nvPr/>
          </p:nvSpPr>
          <p:spPr>
            <a:xfrm>
              <a:off x="36" y="10305"/>
              <a:ext cx="3480866" cy="1008000"/>
            </a:xfrm>
            <a:prstGeom prst="rect">
              <a:avLst/>
            </a:prstGeom>
            <a:solidFill>
              <a:srgbClr val="C0504D">
                <a:hueOff val="0"/>
                <a:satOff val="0"/>
                <a:lumOff val="0"/>
                <a:alphaOff val="0"/>
              </a:srgbClr>
            </a:solidFill>
            <a:ln w="25400" cap="flat" cmpd="sng" algn="ctr">
              <a:solidFill>
                <a:srgbClr val="C0504D">
                  <a:hueOff val="0"/>
                  <a:satOff val="0"/>
                  <a:lumOff val="0"/>
                  <a:alphaOff val="0"/>
                </a:srgbClr>
              </a:solidFill>
              <a:prstDash val="solid"/>
            </a:ln>
            <a:effectLst>
              <a:outerShdw blurRad="40000" dist="20000" dir="5400000" rotWithShape="0">
                <a:srgbClr val="000000">
                  <a:alpha val="38000"/>
                </a:srgbClr>
              </a:outerShdw>
            </a:effectLst>
          </p:spPr>
        </p:sp>
        <p:sp>
          <p:nvSpPr>
            <p:cNvPr id="274446" name="文本框 18">
              <a:extLst>
                <a:ext uri="{FF2B5EF4-FFF2-40B4-BE49-F238E27FC236}">
                  <a16:creationId xmlns:a16="http://schemas.microsoft.com/office/drawing/2014/main" id="{150657A1-FA62-25FB-9976-1FBB8A534ACB}"/>
                </a:ext>
              </a:extLst>
            </p:cNvPr>
            <p:cNvSpPr txBox="1">
              <a:spLocks noChangeArrowheads="1"/>
            </p:cNvSpPr>
            <p:nvPr/>
          </p:nvSpPr>
          <p:spPr bwMode="auto">
            <a:xfrm>
              <a:off x="36" y="10305"/>
              <a:ext cx="3480866" cy="10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142240" tIns="81280" rIns="142240" bIns="81280" anchor="ctr"/>
            <a:lstStyle>
              <a:lvl1pPr defTabSz="889000">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defRPr>
              </a:lvl1pPr>
              <a:lvl2pPr marL="742950" indent="-285750" defTabSz="88900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宋体" panose="02010600030101010101" pitchFamily="2" charset="-122"/>
                </a:defRPr>
              </a:lvl2pPr>
              <a:lvl3pPr marL="1143000" indent="-228600" defTabSz="889000">
                <a:spcBef>
                  <a:spcPct val="20000"/>
                </a:spcBef>
                <a:buChar char="•"/>
                <a:defRPr kumimoji="1" sz="2000">
                  <a:solidFill>
                    <a:schemeClr val="tx1"/>
                  </a:solidFill>
                  <a:latin typeface="Comic Sans MS" panose="030F0902030302020204" pitchFamily="66" charset="0"/>
                  <a:ea typeface="宋体" panose="02010600030101010101" pitchFamily="2" charset="-122"/>
                </a:defRPr>
              </a:lvl3pPr>
              <a:lvl4pPr marL="1600200" indent="-228600" defTabSz="8890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defTabSz="8890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defTabSz="8890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defTabSz="8890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defTabSz="8890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defTabSz="8890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algn="ctr" defTabSz="889000" rtl="0" eaLnBrk="1" fontAlgn="base" latinLnBrk="0" hangingPunct="1">
                <a:lnSpc>
                  <a:spcPct val="90000"/>
                </a:lnSpc>
                <a:spcBef>
                  <a:spcPct val="0"/>
                </a:spcBef>
                <a:spcAft>
                  <a:spcPct val="35000"/>
                </a:spcAft>
                <a:buClrTx/>
                <a:buSzTx/>
                <a:buFontTx/>
                <a:buNone/>
                <a:tabLst/>
                <a:defRPr/>
              </a:pPr>
              <a:r>
                <a:rPr kumimoji="0" lang="zh-CN" altLang="en-US" sz="2000" b="1" i="0" u="none" strike="noStrike" kern="1200" cap="none" spc="0" normalizeH="0" baseline="0" noProof="0">
                  <a:ln>
                    <a:noFill/>
                  </a:ln>
                  <a:solidFill>
                    <a:srgbClr val="FFFFFF"/>
                  </a:solidFill>
                  <a:effectLst/>
                  <a:uLnTx/>
                  <a:uFillTx/>
                  <a:latin typeface="微软雅黑" panose="020B0503020204020204" pitchFamily="34" charset="-122"/>
                  <a:ea typeface="宋体" panose="02010600030101010101" pitchFamily="2" charset="-122"/>
                  <a:cs typeface="+mn-cs"/>
                </a:rPr>
                <a:t>内部网关协议 </a:t>
              </a:r>
              <a:r>
                <a:rPr kumimoji="0" lang="en-US" altLang="en-US" sz="2000" b="1" i="0" u="none" strike="noStrike" kern="1200" cap="none" spc="0" normalizeH="0" baseline="0" noProof="0">
                  <a:ln>
                    <a:noFill/>
                  </a:ln>
                  <a:solidFill>
                    <a:srgbClr val="FFFFFF"/>
                  </a:solidFill>
                  <a:effectLst/>
                  <a:uLnTx/>
                  <a:uFillTx/>
                  <a:latin typeface="微软雅黑" panose="020B0503020204020204" pitchFamily="34" charset="-122"/>
                  <a:ea typeface="宋体" panose="02010600030101010101" pitchFamily="2" charset="-122"/>
                  <a:cs typeface="+mn-cs"/>
                </a:rPr>
                <a:t>IGP </a:t>
              </a:r>
              <a:endParaRPr kumimoji="0" lang="zh-CN" altLang="en-US" sz="2000" b="1" i="0" u="none" strike="noStrike" kern="1200" cap="none" spc="0" normalizeH="0" baseline="0" noProof="0">
                <a:ln>
                  <a:noFill/>
                </a:ln>
                <a:solidFill>
                  <a:srgbClr val="FFFFFF"/>
                </a:solidFill>
                <a:effectLst/>
                <a:uLnTx/>
                <a:uFillTx/>
                <a:latin typeface="微软雅黑" panose="020B0503020204020204" pitchFamily="34" charset="-122"/>
                <a:ea typeface="宋体" panose="02010600030101010101" pitchFamily="2" charset="-122"/>
                <a:cs typeface="+mn-cs"/>
              </a:endParaRPr>
            </a:p>
          </p:txBody>
        </p:sp>
      </p:grpSp>
      <p:grpSp>
        <p:nvGrpSpPr>
          <p:cNvPr id="274436" name="组合 216136">
            <a:extLst>
              <a:ext uri="{FF2B5EF4-FFF2-40B4-BE49-F238E27FC236}">
                <a16:creationId xmlns:a16="http://schemas.microsoft.com/office/drawing/2014/main" id="{80097047-A154-7563-27F7-E7DBBDA3D594}"/>
              </a:ext>
            </a:extLst>
          </p:cNvPr>
          <p:cNvGrpSpPr>
            <a:grpSpLocks/>
          </p:cNvGrpSpPr>
          <p:nvPr/>
        </p:nvGrpSpPr>
        <p:grpSpPr bwMode="auto">
          <a:xfrm>
            <a:off x="684213" y="3043238"/>
            <a:ext cx="3770312" cy="2274887"/>
            <a:chOff x="36" y="1018305"/>
            <a:chExt cx="3480866" cy="1825425"/>
          </a:xfrm>
        </p:grpSpPr>
        <p:sp>
          <p:nvSpPr>
            <p:cNvPr id="274443" name="矩形 216137">
              <a:extLst>
                <a:ext uri="{FF2B5EF4-FFF2-40B4-BE49-F238E27FC236}">
                  <a16:creationId xmlns:a16="http://schemas.microsoft.com/office/drawing/2014/main" id="{30F93204-6886-6313-5191-55B2C139BDC0}"/>
                </a:ext>
              </a:extLst>
            </p:cNvPr>
            <p:cNvSpPr>
              <a:spLocks noChangeArrowheads="1"/>
            </p:cNvSpPr>
            <p:nvPr/>
          </p:nvSpPr>
          <p:spPr bwMode="auto">
            <a:xfrm>
              <a:off x="36" y="1018305"/>
              <a:ext cx="3480866" cy="1825425"/>
            </a:xfrm>
            <a:prstGeom prst="rect">
              <a:avLst/>
            </a:prstGeom>
            <a:solidFill>
              <a:srgbClr val="E8D0D0">
                <a:alpha val="90195"/>
              </a:srgbClr>
            </a:solidFill>
            <a:ln w="25400" algn="ctr">
              <a:solidFill>
                <a:srgbClr val="E8D0D0">
                  <a:alpha val="90195"/>
                </a:srgbClr>
              </a:solidFill>
              <a:miter lim="800000"/>
              <a:headEnd/>
              <a:tailEnd/>
            </a:ln>
          </p:spPr>
          <p:txBody>
            <a:bodyP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宋体" panose="02010600030101010101" pitchFamily="2" charset="-122"/>
                </a:defRPr>
              </a:lvl2pPr>
              <a:lvl3pPr marL="1143000" indent="-228600">
                <a:spcBef>
                  <a:spcPct val="20000"/>
                </a:spcBef>
                <a:buChar char="•"/>
                <a:defRPr kumimoji="1" sz="2000">
                  <a:solidFill>
                    <a:schemeClr val="tx1"/>
                  </a:solidFill>
                  <a:latin typeface="Comic Sans MS" panose="030F0902030302020204" pitchFamily="66"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mn-cs"/>
              </a:endParaRPr>
            </a:p>
          </p:txBody>
        </p:sp>
        <p:sp>
          <p:nvSpPr>
            <p:cNvPr id="274444" name="文本框 216138">
              <a:extLst>
                <a:ext uri="{FF2B5EF4-FFF2-40B4-BE49-F238E27FC236}">
                  <a16:creationId xmlns:a16="http://schemas.microsoft.com/office/drawing/2014/main" id="{9FE5D244-8DFE-A702-175B-CCC410B1BA8B}"/>
                </a:ext>
              </a:extLst>
            </p:cNvPr>
            <p:cNvSpPr txBox="1">
              <a:spLocks noChangeArrowheads="1"/>
            </p:cNvSpPr>
            <p:nvPr/>
          </p:nvSpPr>
          <p:spPr bwMode="auto">
            <a:xfrm>
              <a:off x="36" y="1018305"/>
              <a:ext cx="3480866" cy="1825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6012" tIns="96012" rIns="128016" bIns="144018"/>
            <a:lstStyle>
              <a:lvl1pPr marL="342900" indent="-342900" defTabSz="800100">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defRPr>
              </a:lvl1pPr>
              <a:lvl2pPr marL="171450" indent="-171450" defTabSz="80010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宋体" panose="02010600030101010101" pitchFamily="2" charset="-122"/>
                </a:defRPr>
              </a:lvl2pPr>
              <a:lvl3pPr marL="1143000" indent="-228600" defTabSz="800100">
                <a:spcBef>
                  <a:spcPct val="20000"/>
                </a:spcBef>
                <a:buChar char="•"/>
                <a:defRPr kumimoji="1" sz="2000">
                  <a:solidFill>
                    <a:schemeClr val="tx1"/>
                  </a:solidFill>
                  <a:latin typeface="Comic Sans MS" panose="030F0902030302020204" pitchFamily="66" charset="0"/>
                  <a:ea typeface="宋体" panose="02010600030101010101" pitchFamily="2" charset="-122"/>
                </a:defRPr>
              </a:lvl3pPr>
              <a:lvl4pPr marL="1600200" indent="-228600" defTabSz="8001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defTabSz="8001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defTabSz="8001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defTabSz="8001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defTabSz="8001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defTabSz="8001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171450" marR="0" lvl="1" indent="-171450" algn="l" defTabSz="800100" rtl="0" eaLnBrk="1" fontAlgn="base" latinLnBrk="0" hangingPunct="1">
                <a:lnSpc>
                  <a:spcPct val="120000"/>
                </a:lnSpc>
                <a:spcBef>
                  <a:spcPts val="600"/>
                </a:spcBef>
                <a:spcAft>
                  <a:spcPts val="500"/>
                </a:spcAft>
                <a:buClrTx/>
                <a:buSzTx/>
                <a:buFontTx/>
                <a:buChar char="•"/>
                <a:tabLst/>
                <a:defRPr/>
              </a:pPr>
              <a:r>
                <a:rPr kumimoji="0" lang="en-US" altLang="en-US" sz="2000" b="1" i="0" u="none" strike="noStrike" kern="1200" cap="none" spc="0" normalizeH="0" baseline="0" noProof="0">
                  <a:ln>
                    <a:noFill/>
                  </a:ln>
                  <a:solidFill>
                    <a:srgbClr val="000000"/>
                  </a:solidFill>
                  <a:effectLst/>
                  <a:uLnTx/>
                  <a:uFillTx/>
                  <a:latin typeface="Adelle Sans Devanagari" panose="02000503000000020004" pitchFamily="2" charset="-78"/>
                  <a:ea typeface="微软雅黑" panose="020B0503020204020204" pitchFamily="34" charset="-122"/>
                  <a:cs typeface="Adelle Sans Devanagari" panose="02000503000000020004" pitchFamily="2" charset="-78"/>
                </a:rPr>
                <a:t>Interior Gateway Protocol</a:t>
              </a:r>
              <a:endParaRPr kumimoji="0" lang="zh-CN" altLang="en-US" sz="2000" b="1" i="0" u="none" strike="noStrike" kern="1200" cap="none" spc="0" normalizeH="0" baseline="0" noProof="0">
                <a:ln>
                  <a:noFill/>
                </a:ln>
                <a:solidFill>
                  <a:srgbClr val="000000"/>
                </a:solidFill>
                <a:effectLst/>
                <a:uLnTx/>
                <a:uFillTx/>
                <a:latin typeface="Adelle Sans Devanagari" panose="02000503000000020004" pitchFamily="2" charset="-78"/>
                <a:ea typeface="微软雅黑" panose="020B0503020204020204" pitchFamily="34" charset="-122"/>
                <a:cs typeface="Adelle Sans Devanagari" panose="02000503000000020004" pitchFamily="2" charset="-78"/>
              </a:endParaRPr>
            </a:p>
            <a:p>
              <a:pPr marL="171450" marR="0" lvl="1" indent="-171450" algn="l" defTabSz="800100" rtl="0" eaLnBrk="1" fontAlgn="base" latinLnBrk="0" hangingPunct="1">
                <a:lnSpc>
                  <a:spcPct val="120000"/>
                </a:lnSpc>
                <a:spcBef>
                  <a:spcPts val="600"/>
                </a:spcBef>
                <a:spcAft>
                  <a:spcPts val="500"/>
                </a:spcAft>
                <a:buClrTx/>
                <a:buSzTx/>
                <a:buFontTx/>
                <a:buChar char="•"/>
                <a:tabLst/>
                <a:defRPr/>
              </a:pPr>
              <a:r>
                <a:rPr kumimoji="0" lang="zh-CN" altLang="en-US" sz="2000" b="1" i="0" u="none" strike="noStrike" kern="120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cs typeface="Adelle Sans Devanagari" panose="02000503000000020004" pitchFamily="2" charset="-78"/>
                </a:rPr>
                <a:t>在一个自治系统内部使用的路由选择协议</a:t>
              </a:r>
            </a:p>
            <a:p>
              <a:pPr marL="171450" marR="0" lvl="1" indent="-171450" algn="l" defTabSz="800100" rtl="0" eaLnBrk="1" fontAlgn="base" latinLnBrk="0" hangingPunct="1">
                <a:lnSpc>
                  <a:spcPct val="120000"/>
                </a:lnSpc>
                <a:spcBef>
                  <a:spcPts val="600"/>
                </a:spcBef>
                <a:spcAft>
                  <a:spcPts val="500"/>
                </a:spcAft>
                <a:buClrTx/>
                <a:buSzTx/>
                <a:buFontTx/>
                <a:buChar char="•"/>
                <a:tabLst/>
                <a:defRPr/>
              </a:pPr>
              <a:r>
                <a:rPr kumimoji="0" lang="zh-CN" altLang="en-US" sz="2000" b="1" i="0" u="none" strike="noStrike" kern="120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cs typeface="Adelle Sans Devanagari" panose="02000503000000020004" pitchFamily="2" charset="-78"/>
                </a:rPr>
                <a:t>常用：</a:t>
              </a:r>
              <a:r>
                <a:rPr kumimoji="0" lang="en-US" altLang="en-US" sz="2000" b="1" i="0" u="none" strike="noStrike" kern="120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cs typeface="Adelle Sans Devanagari" panose="02000503000000020004" pitchFamily="2" charset="-78"/>
                </a:rPr>
                <a:t>RIP</a:t>
              </a:r>
              <a:r>
                <a:rPr kumimoji="0" lang="zh-CN" altLang="en-US" sz="2000" b="1" i="0" u="none" strike="noStrike" kern="120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cs typeface="Adelle Sans Devanagari" panose="02000503000000020004" pitchFamily="2" charset="-78"/>
                </a:rPr>
                <a:t>，</a:t>
              </a:r>
              <a:r>
                <a:rPr kumimoji="0" lang="en-US" altLang="en-US" sz="2000" b="1" i="0" u="none" strike="noStrike" kern="120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cs typeface="Adelle Sans Devanagari" panose="02000503000000020004" pitchFamily="2" charset="-78"/>
                </a:rPr>
                <a:t>OSPF</a:t>
              </a:r>
              <a:endParaRPr kumimoji="0" lang="zh-CN" altLang="en-US" sz="2000" b="1" i="0" u="none" strike="noStrike" kern="120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cs typeface="Adelle Sans Devanagari" panose="02000503000000020004" pitchFamily="2" charset="-78"/>
              </a:endParaRPr>
            </a:p>
          </p:txBody>
        </p:sp>
      </p:grpSp>
      <p:grpSp>
        <p:nvGrpSpPr>
          <p:cNvPr id="274437" name="组合 216142">
            <a:extLst>
              <a:ext uri="{FF2B5EF4-FFF2-40B4-BE49-F238E27FC236}">
                <a16:creationId xmlns:a16="http://schemas.microsoft.com/office/drawing/2014/main" id="{D8953499-7B0D-D9E8-6D2E-16EFDC7585C4}"/>
              </a:ext>
            </a:extLst>
          </p:cNvPr>
          <p:cNvGrpSpPr>
            <a:grpSpLocks/>
          </p:cNvGrpSpPr>
          <p:nvPr/>
        </p:nvGrpSpPr>
        <p:grpSpPr bwMode="auto">
          <a:xfrm>
            <a:off x="5151438" y="2178050"/>
            <a:ext cx="2589212" cy="727075"/>
            <a:chOff x="3968224" y="10305"/>
            <a:chExt cx="3480866" cy="1008000"/>
          </a:xfrm>
        </p:grpSpPr>
        <p:sp>
          <p:nvSpPr>
            <p:cNvPr id="216144" name="矩形 216143">
              <a:extLst>
                <a:ext uri="{FF2B5EF4-FFF2-40B4-BE49-F238E27FC236}">
                  <a16:creationId xmlns:a16="http://schemas.microsoft.com/office/drawing/2014/main" id="{7B442837-12DE-9EE1-ECDC-223902E3CE29}"/>
                </a:ext>
              </a:extLst>
            </p:cNvPr>
            <p:cNvSpPr/>
            <p:nvPr/>
          </p:nvSpPr>
          <p:spPr>
            <a:xfrm>
              <a:off x="3968224" y="10305"/>
              <a:ext cx="3480866" cy="1008000"/>
            </a:xfrm>
            <a:prstGeom prst="rect">
              <a:avLst/>
            </a:prstGeom>
            <a:solidFill>
              <a:srgbClr val="C0504D">
                <a:hueOff val="4681519"/>
                <a:satOff val="-5839"/>
                <a:lumOff val="1373"/>
                <a:alphaOff val="0"/>
              </a:srgbClr>
            </a:solidFill>
            <a:ln w="25400" cap="flat" cmpd="sng" algn="ctr">
              <a:solidFill>
                <a:srgbClr val="C0504D">
                  <a:hueOff val="4681519"/>
                  <a:satOff val="-5839"/>
                  <a:lumOff val="1373"/>
                  <a:alphaOff val="0"/>
                </a:srgbClr>
              </a:solidFill>
              <a:prstDash val="solid"/>
            </a:ln>
            <a:effectLst>
              <a:outerShdw blurRad="40000" dist="20000" dir="5400000" rotWithShape="0">
                <a:srgbClr val="000000">
                  <a:alpha val="38000"/>
                </a:srgbClr>
              </a:outerShdw>
            </a:effectLst>
          </p:spPr>
        </p:sp>
        <p:sp>
          <p:nvSpPr>
            <p:cNvPr id="274442" name="文本框 216144">
              <a:extLst>
                <a:ext uri="{FF2B5EF4-FFF2-40B4-BE49-F238E27FC236}">
                  <a16:creationId xmlns:a16="http://schemas.microsoft.com/office/drawing/2014/main" id="{85DE89A6-9D47-27BA-915B-160344C87118}"/>
                </a:ext>
              </a:extLst>
            </p:cNvPr>
            <p:cNvSpPr txBox="1">
              <a:spLocks noChangeArrowheads="1"/>
            </p:cNvSpPr>
            <p:nvPr/>
          </p:nvSpPr>
          <p:spPr bwMode="auto">
            <a:xfrm>
              <a:off x="3968224" y="10305"/>
              <a:ext cx="3480866" cy="10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142240" tIns="81280" rIns="142240" bIns="81280" anchor="ctr"/>
            <a:lstStyle>
              <a:lvl1pPr defTabSz="889000">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defRPr>
              </a:lvl1pPr>
              <a:lvl2pPr marL="742950" indent="-285750" defTabSz="88900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宋体" panose="02010600030101010101" pitchFamily="2" charset="-122"/>
                </a:defRPr>
              </a:lvl2pPr>
              <a:lvl3pPr marL="1143000" indent="-228600" defTabSz="889000">
                <a:spcBef>
                  <a:spcPct val="20000"/>
                </a:spcBef>
                <a:buChar char="•"/>
                <a:defRPr kumimoji="1" sz="2000">
                  <a:solidFill>
                    <a:schemeClr val="tx1"/>
                  </a:solidFill>
                  <a:latin typeface="Comic Sans MS" panose="030F0902030302020204" pitchFamily="66" charset="0"/>
                  <a:ea typeface="宋体" panose="02010600030101010101" pitchFamily="2" charset="-122"/>
                </a:defRPr>
              </a:lvl3pPr>
              <a:lvl4pPr marL="1600200" indent="-228600" defTabSz="8890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defTabSz="8890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defTabSz="8890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defTabSz="8890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defTabSz="8890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defTabSz="8890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algn="ctr" defTabSz="889000" rtl="0" eaLnBrk="1" fontAlgn="base" latinLnBrk="0" hangingPunct="1">
                <a:lnSpc>
                  <a:spcPct val="90000"/>
                </a:lnSpc>
                <a:spcBef>
                  <a:spcPct val="0"/>
                </a:spcBef>
                <a:spcAft>
                  <a:spcPct val="35000"/>
                </a:spcAft>
                <a:buClrTx/>
                <a:buSzTx/>
                <a:buFontTx/>
                <a:buNone/>
                <a:tabLst/>
                <a:defRPr/>
              </a:pPr>
              <a:r>
                <a:rPr kumimoji="0" lang="zh-CN" altLang="en-US" sz="2000" b="1" i="0" u="none" strike="noStrike" kern="1200" cap="none" spc="0" normalizeH="0" baseline="0" noProof="0">
                  <a:ln>
                    <a:noFill/>
                  </a:ln>
                  <a:solidFill>
                    <a:srgbClr val="FFFFFF"/>
                  </a:solidFill>
                  <a:effectLst/>
                  <a:uLnTx/>
                  <a:uFillTx/>
                  <a:latin typeface="微软雅黑" panose="020B0503020204020204" pitchFamily="34" charset="-122"/>
                  <a:ea typeface="宋体" panose="02010600030101010101" pitchFamily="2" charset="-122"/>
                  <a:cs typeface="+mn-cs"/>
                </a:rPr>
                <a:t>外部网关协议 </a:t>
              </a:r>
              <a:r>
                <a:rPr kumimoji="0" lang="en-US" altLang="en-US" sz="2000" b="1" i="0" u="none" strike="noStrike" kern="1200" cap="none" spc="0" normalizeH="0" baseline="0" noProof="0">
                  <a:ln>
                    <a:noFill/>
                  </a:ln>
                  <a:solidFill>
                    <a:srgbClr val="FFFFFF"/>
                  </a:solidFill>
                  <a:effectLst/>
                  <a:uLnTx/>
                  <a:uFillTx/>
                  <a:latin typeface="微软雅黑" panose="020B0503020204020204" pitchFamily="34" charset="-122"/>
                  <a:ea typeface="宋体" panose="02010600030101010101" pitchFamily="2" charset="-122"/>
                  <a:cs typeface="+mn-cs"/>
                </a:rPr>
                <a:t>EGP </a:t>
              </a:r>
              <a:endParaRPr kumimoji="0" lang="zh-CN" altLang="en-US" sz="2000" b="1" i="0" u="none" strike="noStrike" kern="1200" cap="none" spc="0" normalizeH="0" baseline="0" noProof="0">
                <a:ln>
                  <a:noFill/>
                </a:ln>
                <a:solidFill>
                  <a:srgbClr val="FFFFFF"/>
                </a:solidFill>
                <a:effectLst/>
                <a:uLnTx/>
                <a:uFillTx/>
                <a:latin typeface="微软雅黑" panose="020B0503020204020204" pitchFamily="34" charset="-122"/>
                <a:ea typeface="宋体" panose="02010600030101010101" pitchFamily="2" charset="-122"/>
                <a:cs typeface="+mn-cs"/>
              </a:endParaRPr>
            </a:p>
          </p:txBody>
        </p:sp>
      </p:grpSp>
      <p:grpSp>
        <p:nvGrpSpPr>
          <p:cNvPr id="274438" name="组合 216148">
            <a:extLst>
              <a:ext uri="{FF2B5EF4-FFF2-40B4-BE49-F238E27FC236}">
                <a16:creationId xmlns:a16="http://schemas.microsoft.com/office/drawing/2014/main" id="{BA62D579-4542-67D2-AA4C-A50DAE5C04A8}"/>
              </a:ext>
            </a:extLst>
          </p:cNvPr>
          <p:cNvGrpSpPr>
            <a:grpSpLocks/>
          </p:cNvGrpSpPr>
          <p:nvPr/>
        </p:nvGrpSpPr>
        <p:grpSpPr bwMode="auto">
          <a:xfrm>
            <a:off x="4560888" y="3043238"/>
            <a:ext cx="3768725" cy="2274887"/>
            <a:chOff x="3968224" y="1018305"/>
            <a:chExt cx="3480866" cy="1825425"/>
          </a:xfrm>
        </p:grpSpPr>
        <p:sp>
          <p:nvSpPr>
            <p:cNvPr id="274439" name="矩形 216149">
              <a:extLst>
                <a:ext uri="{FF2B5EF4-FFF2-40B4-BE49-F238E27FC236}">
                  <a16:creationId xmlns:a16="http://schemas.microsoft.com/office/drawing/2014/main" id="{C4B38056-337C-1002-5C88-735B4048DE16}"/>
                </a:ext>
              </a:extLst>
            </p:cNvPr>
            <p:cNvSpPr>
              <a:spLocks noChangeArrowheads="1"/>
            </p:cNvSpPr>
            <p:nvPr/>
          </p:nvSpPr>
          <p:spPr bwMode="auto">
            <a:xfrm>
              <a:off x="3968224" y="1018305"/>
              <a:ext cx="3480866" cy="1825425"/>
            </a:xfrm>
            <a:prstGeom prst="rect">
              <a:avLst/>
            </a:prstGeom>
            <a:solidFill>
              <a:srgbClr val="DEE7D1">
                <a:alpha val="90195"/>
              </a:srgbClr>
            </a:solidFill>
            <a:ln w="25400" algn="ctr">
              <a:solidFill>
                <a:srgbClr val="DEE7D1">
                  <a:alpha val="90195"/>
                </a:srgbClr>
              </a:solidFill>
              <a:miter lim="800000"/>
              <a:headEnd/>
              <a:tailEnd/>
            </a:ln>
          </p:spPr>
          <p:txBody>
            <a:bodyP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宋体" panose="02010600030101010101" pitchFamily="2" charset="-122"/>
                </a:defRPr>
              </a:lvl2pPr>
              <a:lvl3pPr marL="1143000" indent="-228600">
                <a:spcBef>
                  <a:spcPct val="20000"/>
                </a:spcBef>
                <a:buChar char="•"/>
                <a:defRPr kumimoji="1" sz="2000">
                  <a:solidFill>
                    <a:schemeClr val="tx1"/>
                  </a:solidFill>
                  <a:latin typeface="Comic Sans MS" panose="030F0902030302020204" pitchFamily="66"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mn-cs"/>
              </a:endParaRPr>
            </a:p>
          </p:txBody>
        </p:sp>
        <p:sp>
          <p:nvSpPr>
            <p:cNvPr id="274440" name="文本框 216150">
              <a:extLst>
                <a:ext uri="{FF2B5EF4-FFF2-40B4-BE49-F238E27FC236}">
                  <a16:creationId xmlns:a16="http://schemas.microsoft.com/office/drawing/2014/main" id="{CC361C69-948E-25CF-2914-D4530A9158F4}"/>
                </a:ext>
              </a:extLst>
            </p:cNvPr>
            <p:cNvSpPr txBox="1">
              <a:spLocks noChangeArrowheads="1"/>
            </p:cNvSpPr>
            <p:nvPr/>
          </p:nvSpPr>
          <p:spPr bwMode="auto">
            <a:xfrm>
              <a:off x="3968224" y="1018305"/>
              <a:ext cx="3480866" cy="1825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6012" tIns="96012" rIns="128016" bIns="144018"/>
            <a:lstStyle>
              <a:lvl1pPr marL="342900" indent="-342900" defTabSz="800100">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defRPr>
              </a:lvl1pPr>
              <a:lvl2pPr marL="171450" indent="-171450" defTabSz="80010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宋体" panose="02010600030101010101" pitchFamily="2" charset="-122"/>
                </a:defRPr>
              </a:lvl2pPr>
              <a:lvl3pPr marL="1143000" indent="-228600" defTabSz="800100">
                <a:spcBef>
                  <a:spcPct val="20000"/>
                </a:spcBef>
                <a:buChar char="•"/>
                <a:defRPr kumimoji="1" sz="2000">
                  <a:solidFill>
                    <a:schemeClr val="tx1"/>
                  </a:solidFill>
                  <a:latin typeface="Comic Sans MS" panose="030F0902030302020204" pitchFamily="66" charset="0"/>
                  <a:ea typeface="宋体" panose="02010600030101010101" pitchFamily="2" charset="-122"/>
                </a:defRPr>
              </a:lvl3pPr>
              <a:lvl4pPr marL="1600200" indent="-228600" defTabSz="8001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defTabSz="8001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defTabSz="8001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defTabSz="8001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defTabSz="8001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defTabSz="8001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171450" marR="0" lvl="1" indent="-171450" algn="l" defTabSz="800100" rtl="0" eaLnBrk="1" fontAlgn="base" latinLnBrk="0" hangingPunct="1">
                <a:lnSpc>
                  <a:spcPct val="120000"/>
                </a:lnSpc>
                <a:spcBef>
                  <a:spcPts val="600"/>
                </a:spcBef>
                <a:spcAft>
                  <a:spcPts val="500"/>
                </a:spcAft>
                <a:buClrTx/>
                <a:buSzTx/>
                <a:buFontTx/>
                <a:buChar char="•"/>
                <a:tabLst/>
                <a:defRPr/>
              </a:pPr>
              <a:r>
                <a:rPr kumimoji="0" lang="en-US" altLang="en-US" sz="2000" b="1" i="0" u="none" strike="noStrike" kern="1200" cap="none" spc="0" normalizeH="0" baseline="0" noProof="0">
                  <a:ln>
                    <a:noFill/>
                  </a:ln>
                  <a:solidFill>
                    <a:srgbClr val="000000"/>
                  </a:solidFill>
                  <a:effectLst/>
                  <a:uLnTx/>
                  <a:uFillTx/>
                  <a:latin typeface="Adelle Sans Devanagari" panose="02000503000000020004" pitchFamily="2" charset="-78"/>
                  <a:ea typeface="微软雅黑" panose="020B0503020204020204" pitchFamily="34" charset="-122"/>
                  <a:cs typeface="Adelle Sans Devanagari" panose="02000503000000020004" pitchFamily="2" charset="-78"/>
                </a:rPr>
                <a:t>External Gateway Protocol</a:t>
              </a:r>
              <a:endParaRPr kumimoji="0" lang="zh-CN" altLang="en-US" sz="2000" b="1" i="0" u="none" strike="noStrike" kern="1200" cap="none" spc="0" normalizeH="0" baseline="0" noProof="0">
                <a:ln>
                  <a:noFill/>
                </a:ln>
                <a:solidFill>
                  <a:srgbClr val="000000"/>
                </a:solidFill>
                <a:effectLst/>
                <a:uLnTx/>
                <a:uFillTx/>
                <a:latin typeface="Adelle Sans Devanagari" panose="02000503000000020004" pitchFamily="2" charset="-78"/>
                <a:ea typeface="微软雅黑" panose="020B0503020204020204" pitchFamily="34" charset="-122"/>
                <a:cs typeface="Adelle Sans Devanagari" panose="02000503000000020004" pitchFamily="2" charset="-78"/>
              </a:endParaRPr>
            </a:p>
            <a:p>
              <a:pPr marL="171450" marR="0" lvl="1" indent="-171450" algn="l" defTabSz="800100" rtl="0" eaLnBrk="1" fontAlgn="base" latinLnBrk="0" hangingPunct="1">
                <a:lnSpc>
                  <a:spcPct val="120000"/>
                </a:lnSpc>
                <a:spcBef>
                  <a:spcPts val="600"/>
                </a:spcBef>
                <a:spcAft>
                  <a:spcPts val="500"/>
                </a:spcAft>
                <a:buClrTx/>
                <a:buSzTx/>
                <a:buFontTx/>
                <a:buChar char="•"/>
                <a:tabLst/>
                <a:defRPr/>
              </a:pPr>
              <a:r>
                <a:rPr kumimoji="0" lang="zh-CN" altLang="en-US" sz="2000" b="1" i="0" u="none" strike="noStrike" kern="120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cs typeface="Adelle Sans Devanagari" panose="02000503000000020004" pitchFamily="2" charset="-78"/>
                </a:rPr>
                <a:t>在不同自治系统之间进行路由选择时使用的协议</a:t>
              </a:r>
            </a:p>
            <a:p>
              <a:pPr marL="171450" marR="0" lvl="1" indent="-171450" algn="l" defTabSz="800100" rtl="0" eaLnBrk="1" fontAlgn="base" latinLnBrk="0" hangingPunct="1">
                <a:lnSpc>
                  <a:spcPct val="120000"/>
                </a:lnSpc>
                <a:spcBef>
                  <a:spcPts val="600"/>
                </a:spcBef>
                <a:spcAft>
                  <a:spcPts val="500"/>
                </a:spcAft>
                <a:buClrTx/>
                <a:buSzTx/>
                <a:buFontTx/>
                <a:buChar char="•"/>
                <a:tabLst/>
                <a:defRPr/>
              </a:pPr>
              <a:r>
                <a:rPr kumimoji="0" lang="zh-CN" altLang="en-US" sz="2000" b="1" i="0" u="none" strike="noStrike" kern="120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cs typeface="Adelle Sans Devanagari" panose="02000503000000020004" pitchFamily="2" charset="-78"/>
                </a:rPr>
                <a:t>使用最多：</a:t>
              </a:r>
              <a:r>
                <a:rPr kumimoji="0" lang="en-US" altLang="en-US" sz="2000" b="1" i="0" u="none" strike="noStrike" kern="120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cs typeface="Adelle Sans Devanagari" panose="02000503000000020004" pitchFamily="2" charset="-78"/>
                </a:rPr>
                <a:t>BGP-4</a:t>
              </a:r>
              <a:endParaRPr kumimoji="0" lang="zh-CN" altLang="en-US" sz="2000" b="1" i="0" u="none" strike="noStrike" kern="120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cs typeface="Adelle Sans Devanagari" panose="02000503000000020004" pitchFamily="2" charset="-78"/>
              </a:endParaRPr>
            </a:p>
          </p:txBody>
        </p:sp>
      </p:grpSp>
    </p:spTree>
  </p:cSld>
  <p:clrMapOvr>
    <a:masterClrMapping/>
  </p:clrMapOvr>
  <p:transition spd="slow"/>
</p:sld>
</file>

<file path=ppt/slides/slide1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76481" name="Rectangle 2">
            <a:extLst>
              <a:ext uri="{FF2B5EF4-FFF2-40B4-BE49-F238E27FC236}">
                <a16:creationId xmlns:a16="http://schemas.microsoft.com/office/drawing/2014/main" id="{C7E0E124-CFC7-ECB6-15B3-6873BEAFCCBC}"/>
              </a:ext>
            </a:extLst>
          </p:cNvPr>
          <p:cNvSpPr>
            <a:spLocks noGrp="1" noChangeArrowheads="1"/>
          </p:cNvSpPr>
          <p:nvPr>
            <p:ph type="title"/>
          </p:nvPr>
        </p:nvSpPr>
        <p:spPr>
          <a:xfrm>
            <a:off x="512763" y="0"/>
            <a:ext cx="8116887" cy="1462088"/>
          </a:xfrm>
        </p:spPr>
        <p:txBody>
          <a:bodyPr/>
          <a:lstStyle/>
          <a:p>
            <a:pPr eaLnBrk="1" hangingPunct="1"/>
            <a:r>
              <a:rPr lang="zh-CN" altLang="en-US" sz="3600" u="none">
                <a:latin typeface="华文楷体" panose="02010600040101010101" pitchFamily="2" charset="-122"/>
                <a:ea typeface="华文楷体" panose="02010600040101010101" pitchFamily="2" charset="-122"/>
              </a:rPr>
              <a:t>大类路由选择协议</a:t>
            </a:r>
          </a:p>
        </p:txBody>
      </p:sp>
      <p:pic>
        <p:nvPicPr>
          <p:cNvPr id="276482" name="Picture 95" descr="underline_base">
            <a:extLst>
              <a:ext uri="{FF2B5EF4-FFF2-40B4-BE49-F238E27FC236}">
                <a16:creationId xmlns:a16="http://schemas.microsoft.com/office/drawing/2014/main" id="{9D9E89F8-0534-59E2-2D26-1C6A75B11963}"/>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84200" y="1079500"/>
            <a:ext cx="5484813" cy="173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0" name="圆角矩形 59">
            <a:extLst>
              <a:ext uri="{FF2B5EF4-FFF2-40B4-BE49-F238E27FC236}">
                <a16:creationId xmlns:a16="http://schemas.microsoft.com/office/drawing/2014/main" id="{02E47583-0DEA-2CC1-9571-6CB714681150}"/>
              </a:ext>
            </a:extLst>
          </p:cNvPr>
          <p:cNvSpPr/>
          <p:nvPr/>
        </p:nvSpPr>
        <p:spPr>
          <a:xfrm>
            <a:off x="513556" y="2217644"/>
            <a:ext cx="8053712" cy="2483145"/>
          </a:xfrm>
          <a:prstGeom prst="roundRect">
            <a:avLst/>
          </a:prstGeom>
          <a:solidFill>
            <a:srgbClr val="C5E5FB"/>
          </a:solidFill>
          <a:ln w="25400" cap="flat" cmpd="sng" algn="ctr">
            <a:noFill/>
            <a:prstDash val="solid"/>
          </a:ln>
          <a:effectLst/>
          <a:scene3d>
            <a:camera prst="orthographicFront">
              <a:rot lat="0" lon="0" rev="0"/>
            </a:camera>
            <a:lightRig rig="contrasting" dir="t">
              <a:rot lat="0" lon="0" rev="7800000"/>
            </a:lightRig>
          </a:scene3d>
          <a:sp3d>
            <a:bevelT w="139700" h="139700"/>
          </a:sp3d>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dirty="0">
              <a:ln>
                <a:noFill/>
              </a:ln>
              <a:solidFill>
                <a:prstClr val="white"/>
              </a:solidFill>
              <a:effectLst/>
              <a:uLnTx/>
              <a:uFillTx/>
              <a:latin typeface="Calibri"/>
              <a:ea typeface="宋体" panose="02010600030101010101" pitchFamily="2" charset="-122"/>
              <a:cs typeface="+mn-cs"/>
            </a:endParaRPr>
          </a:p>
        </p:txBody>
      </p:sp>
      <p:sp>
        <p:nvSpPr>
          <p:cNvPr id="276486" name="AutoShape 5">
            <a:extLst>
              <a:ext uri="{FF2B5EF4-FFF2-40B4-BE49-F238E27FC236}">
                <a16:creationId xmlns:a16="http://schemas.microsoft.com/office/drawing/2014/main" id="{556C4B36-A7EB-CA02-7E6A-AA534B06634D}"/>
              </a:ext>
            </a:extLst>
          </p:cNvPr>
          <p:cNvSpPr>
            <a:spLocks noChangeArrowheads="1"/>
          </p:cNvSpPr>
          <p:nvPr/>
        </p:nvSpPr>
        <p:spPr bwMode="auto">
          <a:xfrm>
            <a:off x="2012950" y="1470025"/>
            <a:ext cx="4948238" cy="542925"/>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宋体" panose="02010600030101010101" pitchFamily="2" charset="-122"/>
              </a:defRPr>
            </a:lvl2pPr>
            <a:lvl3pPr marL="1143000" indent="-228600">
              <a:spcBef>
                <a:spcPct val="20000"/>
              </a:spcBef>
              <a:buChar char="•"/>
              <a:defRPr kumimoji="1" sz="2000">
                <a:solidFill>
                  <a:schemeClr val="tx1"/>
                </a:solidFill>
                <a:latin typeface="Comic Sans MS" panose="030F0902030302020204" pitchFamily="66"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alibri" panose="020F0502020204030204" pitchFamily="34" charset="0"/>
              <a:ea typeface="宋体" panose="02010600030101010101" pitchFamily="2" charset="-122"/>
              <a:cs typeface="+mn-cs"/>
            </a:endParaRPr>
          </a:p>
        </p:txBody>
      </p:sp>
      <p:sp>
        <p:nvSpPr>
          <p:cNvPr id="276487" name="矩形 61">
            <a:extLst>
              <a:ext uri="{FF2B5EF4-FFF2-40B4-BE49-F238E27FC236}">
                <a16:creationId xmlns:a16="http://schemas.microsoft.com/office/drawing/2014/main" id="{FAB9592B-5053-E12B-54B6-7AE52215376A}"/>
              </a:ext>
            </a:extLst>
          </p:cNvPr>
          <p:cNvSpPr>
            <a:spLocks noChangeArrowheads="1"/>
          </p:cNvSpPr>
          <p:nvPr/>
        </p:nvSpPr>
        <p:spPr bwMode="auto">
          <a:xfrm>
            <a:off x="2068513" y="1535113"/>
            <a:ext cx="4878387"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宋体" panose="02010600030101010101" pitchFamily="2" charset="-122"/>
              </a:defRPr>
            </a:lvl2pPr>
            <a:lvl3pPr marL="1143000" indent="-228600">
              <a:spcBef>
                <a:spcPct val="20000"/>
              </a:spcBef>
              <a:buChar char="•"/>
              <a:defRPr kumimoji="1" sz="2000">
                <a:solidFill>
                  <a:schemeClr val="tx1"/>
                </a:solidFill>
                <a:latin typeface="Comic Sans MS" panose="030F0902030302020204" pitchFamily="66"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2000" b="1" i="0" u="none" strike="noStrike" kern="1200" cap="none" spc="0" normalizeH="0" baseline="0" noProof="0">
                <a:ln>
                  <a:noFill/>
                </a:ln>
                <a:solidFill>
                  <a:srgbClr val="000000"/>
                </a:solidFill>
                <a:effectLst/>
                <a:uLnTx/>
                <a:uFillTx/>
                <a:latin typeface="微软雅黑" panose="020B0503020204020204" pitchFamily="34" charset="-122"/>
                <a:ea typeface="宋体" panose="02010600030101010101" pitchFamily="2" charset="-122"/>
                <a:cs typeface="+mn-cs"/>
              </a:rPr>
              <a:t>自治系统和内部网关协议、外部网关协议 </a:t>
            </a:r>
          </a:p>
        </p:txBody>
      </p:sp>
      <p:grpSp>
        <p:nvGrpSpPr>
          <p:cNvPr id="63" name="Group 136">
            <a:extLst>
              <a:ext uri="{FF2B5EF4-FFF2-40B4-BE49-F238E27FC236}">
                <a16:creationId xmlns:a16="http://schemas.microsoft.com/office/drawing/2014/main" id="{2BB1955F-5636-6867-FDAF-D229FB9CDB86}"/>
              </a:ext>
            </a:extLst>
          </p:cNvPr>
          <p:cNvGrpSpPr>
            <a:grpSpLocks/>
          </p:cNvGrpSpPr>
          <p:nvPr/>
        </p:nvGrpSpPr>
        <p:grpSpPr bwMode="auto">
          <a:xfrm>
            <a:off x="994556" y="2950830"/>
            <a:ext cx="2192014" cy="1263027"/>
            <a:chOff x="912" y="768"/>
            <a:chExt cx="2400" cy="1584"/>
          </a:xfrm>
          <a:solidFill>
            <a:srgbClr val="009900"/>
          </a:solidFill>
          <a:effectLst/>
        </p:grpSpPr>
        <p:sp>
          <p:nvSpPr>
            <p:cNvPr id="216064" name="Oval 137">
              <a:extLst>
                <a:ext uri="{FF2B5EF4-FFF2-40B4-BE49-F238E27FC236}">
                  <a16:creationId xmlns:a16="http://schemas.microsoft.com/office/drawing/2014/main" id="{F6C4052F-B717-63E9-CCD7-6BA80E3A8C08}"/>
                </a:ext>
              </a:extLst>
            </p:cNvPr>
            <p:cNvSpPr>
              <a:spLocks noChangeArrowheads="1"/>
            </p:cNvSpPr>
            <p:nvPr/>
          </p:nvSpPr>
          <p:spPr bwMode="auto">
            <a:xfrm>
              <a:off x="1751" y="799"/>
              <a:ext cx="1026" cy="628"/>
            </a:xfrm>
            <a:prstGeom prst="ellipse">
              <a:avLst/>
            </a:prstGeom>
            <a:grp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400" b="1" i="0" u="none" strike="noStrike" kern="1200" cap="none" spc="0" normalizeH="0" baseline="0" noProof="0">
                <a:ln>
                  <a:noFill/>
                </a:ln>
                <a:solidFill>
                  <a:srgbClr val="0000CC"/>
                </a:solidFill>
                <a:effectLst/>
                <a:uLnTx/>
                <a:uFillTx/>
                <a:latin typeface="微软雅黑" pitchFamily="34" charset="-122"/>
                <a:ea typeface="微软雅黑" pitchFamily="34" charset="-122"/>
                <a:cs typeface="+mn-cs"/>
              </a:endParaRPr>
            </a:p>
          </p:txBody>
        </p:sp>
        <p:sp>
          <p:nvSpPr>
            <p:cNvPr id="216065" name="Oval 138">
              <a:extLst>
                <a:ext uri="{FF2B5EF4-FFF2-40B4-BE49-F238E27FC236}">
                  <a16:creationId xmlns:a16="http://schemas.microsoft.com/office/drawing/2014/main" id="{868876E6-AFF0-F1CB-2543-9CB285D80534}"/>
                </a:ext>
              </a:extLst>
            </p:cNvPr>
            <p:cNvSpPr>
              <a:spLocks noChangeArrowheads="1"/>
            </p:cNvSpPr>
            <p:nvPr/>
          </p:nvSpPr>
          <p:spPr bwMode="auto">
            <a:xfrm>
              <a:off x="1172" y="972"/>
              <a:ext cx="781" cy="627"/>
            </a:xfrm>
            <a:prstGeom prst="ellipse">
              <a:avLst/>
            </a:prstGeom>
            <a:grp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400" b="1" i="0" u="none" strike="noStrike" kern="1200" cap="none" spc="0" normalizeH="0" baseline="0" noProof="0">
                <a:ln>
                  <a:noFill/>
                </a:ln>
                <a:solidFill>
                  <a:srgbClr val="0000CC"/>
                </a:solidFill>
                <a:effectLst/>
                <a:uLnTx/>
                <a:uFillTx/>
                <a:latin typeface="微软雅黑" pitchFamily="34" charset="-122"/>
                <a:ea typeface="微软雅黑" pitchFamily="34" charset="-122"/>
                <a:cs typeface="+mn-cs"/>
              </a:endParaRPr>
            </a:p>
          </p:txBody>
        </p:sp>
        <p:sp>
          <p:nvSpPr>
            <p:cNvPr id="216067" name="Oval 139">
              <a:extLst>
                <a:ext uri="{FF2B5EF4-FFF2-40B4-BE49-F238E27FC236}">
                  <a16:creationId xmlns:a16="http://schemas.microsoft.com/office/drawing/2014/main" id="{CA5A957D-6E36-2C9F-8169-1765E86CB304}"/>
                </a:ext>
              </a:extLst>
            </p:cNvPr>
            <p:cNvSpPr>
              <a:spLocks noChangeArrowheads="1"/>
            </p:cNvSpPr>
            <p:nvPr/>
          </p:nvSpPr>
          <p:spPr bwMode="auto">
            <a:xfrm>
              <a:off x="926" y="1364"/>
              <a:ext cx="521" cy="502"/>
            </a:xfrm>
            <a:prstGeom prst="ellipse">
              <a:avLst/>
            </a:prstGeom>
            <a:grp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400" b="1" i="0" u="none" strike="noStrike" kern="1200" cap="none" spc="0" normalizeH="0" baseline="0" noProof="0">
                <a:ln>
                  <a:noFill/>
                </a:ln>
                <a:solidFill>
                  <a:srgbClr val="0000CC"/>
                </a:solidFill>
                <a:effectLst/>
                <a:uLnTx/>
                <a:uFillTx/>
                <a:latin typeface="微软雅黑" pitchFamily="34" charset="-122"/>
                <a:ea typeface="微软雅黑" pitchFamily="34" charset="-122"/>
                <a:cs typeface="+mn-cs"/>
              </a:endParaRPr>
            </a:p>
          </p:txBody>
        </p:sp>
        <p:sp>
          <p:nvSpPr>
            <p:cNvPr id="216068" name="Oval 140">
              <a:extLst>
                <a:ext uri="{FF2B5EF4-FFF2-40B4-BE49-F238E27FC236}">
                  <a16:creationId xmlns:a16="http://schemas.microsoft.com/office/drawing/2014/main" id="{580C07B3-4A26-0BC7-DD77-A96C4E26354A}"/>
                </a:ext>
              </a:extLst>
            </p:cNvPr>
            <p:cNvSpPr>
              <a:spLocks noChangeArrowheads="1"/>
            </p:cNvSpPr>
            <p:nvPr/>
          </p:nvSpPr>
          <p:spPr bwMode="auto">
            <a:xfrm>
              <a:off x="1085" y="1599"/>
              <a:ext cx="796" cy="549"/>
            </a:xfrm>
            <a:prstGeom prst="ellipse">
              <a:avLst/>
            </a:prstGeom>
            <a:grp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400" b="1" i="0" u="none" strike="noStrike" kern="1200" cap="none" spc="0" normalizeH="0" baseline="0" noProof="0">
                <a:ln>
                  <a:noFill/>
                </a:ln>
                <a:solidFill>
                  <a:srgbClr val="0000CC"/>
                </a:solidFill>
                <a:effectLst/>
                <a:uLnTx/>
                <a:uFillTx/>
                <a:latin typeface="微软雅黑" pitchFamily="34" charset="-122"/>
                <a:ea typeface="微软雅黑" pitchFamily="34" charset="-122"/>
                <a:cs typeface="+mn-cs"/>
              </a:endParaRPr>
            </a:p>
          </p:txBody>
        </p:sp>
        <p:sp>
          <p:nvSpPr>
            <p:cNvPr id="216069" name="Oval 141">
              <a:extLst>
                <a:ext uri="{FF2B5EF4-FFF2-40B4-BE49-F238E27FC236}">
                  <a16:creationId xmlns:a16="http://schemas.microsoft.com/office/drawing/2014/main" id="{CF921D4E-EF36-9816-097E-BA525D7FE627}"/>
                </a:ext>
              </a:extLst>
            </p:cNvPr>
            <p:cNvSpPr>
              <a:spLocks noChangeArrowheads="1"/>
            </p:cNvSpPr>
            <p:nvPr/>
          </p:nvSpPr>
          <p:spPr bwMode="auto">
            <a:xfrm>
              <a:off x="1664" y="1693"/>
              <a:ext cx="1200" cy="659"/>
            </a:xfrm>
            <a:prstGeom prst="ellipse">
              <a:avLst/>
            </a:prstGeom>
            <a:grp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400" b="1" i="0" u="none" strike="noStrike" kern="1200" cap="none" spc="0" normalizeH="0" baseline="0" noProof="0">
                <a:ln>
                  <a:noFill/>
                </a:ln>
                <a:solidFill>
                  <a:srgbClr val="0000CC"/>
                </a:solidFill>
                <a:effectLst/>
                <a:uLnTx/>
                <a:uFillTx/>
                <a:latin typeface="微软雅黑" pitchFamily="34" charset="-122"/>
                <a:ea typeface="微软雅黑" pitchFamily="34" charset="-122"/>
                <a:cs typeface="+mn-cs"/>
              </a:endParaRPr>
            </a:p>
          </p:txBody>
        </p:sp>
        <p:sp>
          <p:nvSpPr>
            <p:cNvPr id="216070" name="Oval 142">
              <a:extLst>
                <a:ext uri="{FF2B5EF4-FFF2-40B4-BE49-F238E27FC236}">
                  <a16:creationId xmlns:a16="http://schemas.microsoft.com/office/drawing/2014/main" id="{9C6B8B09-E983-F274-5401-7E1FCDF55364}"/>
                </a:ext>
              </a:extLst>
            </p:cNvPr>
            <p:cNvSpPr>
              <a:spLocks noChangeArrowheads="1"/>
            </p:cNvSpPr>
            <p:nvPr/>
          </p:nvSpPr>
          <p:spPr bwMode="auto">
            <a:xfrm>
              <a:off x="2445" y="988"/>
              <a:ext cx="751" cy="486"/>
            </a:xfrm>
            <a:prstGeom prst="ellipse">
              <a:avLst/>
            </a:prstGeom>
            <a:grp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400" b="1" i="0" u="none" strike="noStrike" kern="1200" cap="none" spc="0" normalizeH="0" baseline="0" noProof="0">
                <a:ln>
                  <a:noFill/>
                </a:ln>
                <a:solidFill>
                  <a:srgbClr val="0000CC"/>
                </a:solidFill>
                <a:effectLst/>
                <a:uLnTx/>
                <a:uFillTx/>
                <a:latin typeface="微软雅黑" pitchFamily="34" charset="-122"/>
                <a:ea typeface="微软雅黑" pitchFamily="34" charset="-122"/>
                <a:cs typeface="+mn-cs"/>
              </a:endParaRPr>
            </a:p>
          </p:txBody>
        </p:sp>
        <p:sp>
          <p:nvSpPr>
            <p:cNvPr id="216071" name="Oval 143">
              <a:extLst>
                <a:ext uri="{FF2B5EF4-FFF2-40B4-BE49-F238E27FC236}">
                  <a16:creationId xmlns:a16="http://schemas.microsoft.com/office/drawing/2014/main" id="{8704BBBA-1C23-4F5F-0741-5235710B3FD7}"/>
                </a:ext>
              </a:extLst>
            </p:cNvPr>
            <p:cNvSpPr>
              <a:spLocks noChangeArrowheads="1"/>
            </p:cNvSpPr>
            <p:nvPr/>
          </p:nvSpPr>
          <p:spPr bwMode="auto">
            <a:xfrm>
              <a:off x="2560" y="1317"/>
              <a:ext cx="752" cy="486"/>
            </a:xfrm>
            <a:prstGeom prst="ellipse">
              <a:avLst/>
            </a:prstGeom>
            <a:grp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400" b="1" i="0" u="none" strike="noStrike" kern="1200" cap="none" spc="0" normalizeH="0" baseline="0" noProof="0">
                <a:ln>
                  <a:noFill/>
                </a:ln>
                <a:solidFill>
                  <a:srgbClr val="0000CC"/>
                </a:solidFill>
                <a:effectLst/>
                <a:uLnTx/>
                <a:uFillTx/>
                <a:latin typeface="微软雅黑" pitchFamily="34" charset="-122"/>
                <a:ea typeface="微软雅黑" pitchFamily="34" charset="-122"/>
                <a:cs typeface="+mn-cs"/>
              </a:endParaRPr>
            </a:p>
          </p:txBody>
        </p:sp>
        <p:sp>
          <p:nvSpPr>
            <p:cNvPr id="216072" name="Oval 144">
              <a:extLst>
                <a:ext uri="{FF2B5EF4-FFF2-40B4-BE49-F238E27FC236}">
                  <a16:creationId xmlns:a16="http://schemas.microsoft.com/office/drawing/2014/main" id="{0BCC3C85-28CC-B9B6-999A-3B5A6F7688FA}"/>
                </a:ext>
              </a:extLst>
            </p:cNvPr>
            <p:cNvSpPr>
              <a:spLocks noChangeArrowheads="1"/>
            </p:cNvSpPr>
            <p:nvPr/>
          </p:nvSpPr>
          <p:spPr bwMode="auto">
            <a:xfrm>
              <a:off x="2488" y="1427"/>
              <a:ext cx="752" cy="815"/>
            </a:xfrm>
            <a:prstGeom prst="ellipse">
              <a:avLst/>
            </a:prstGeom>
            <a:grp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400" b="1" i="0" u="none" strike="noStrike" kern="1200" cap="none" spc="0" normalizeH="0" baseline="0" noProof="0">
                <a:ln>
                  <a:noFill/>
                </a:ln>
                <a:solidFill>
                  <a:srgbClr val="0000CC"/>
                </a:solidFill>
                <a:effectLst/>
                <a:uLnTx/>
                <a:uFillTx/>
                <a:latin typeface="微软雅黑" pitchFamily="34" charset="-122"/>
                <a:ea typeface="微软雅黑" pitchFamily="34" charset="-122"/>
                <a:cs typeface="+mn-cs"/>
              </a:endParaRPr>
            </a:p>
          </p:txBody>
        </p:sp>
        <p:sp>
          <p:nvSpPr>
            <p:cNvPr id="216073" name="Oval 145">
              <a:extLst>
                <a:ext uri="{FF2B5EF4-FFF2-40B4-BE49-F238E27FC236}">
                  <a16:creationId xmlns:a16="http://schemas.microsoft.com/office/drawing/2014/main" id="{ECBDB4BF-2635-CE6F-8DD5-CA4A860A8F91}"/>
                </a:ext>
              </a:extLst>
            </p:cNvPr>
            <p:cNvSpPr>
              <a:spLocks noChangeArrowheads="1"/>
            </p:cNvSpPr>
            <p:nvPr/>
          </p:nvSpPr>
          <p:spPr bwMode="auto">
            <a:xfrm>
              <a:off x="1360" y="1176"/>
              <a:ext cx="1547" cy="815"/>
            </a:xfrm>
            <a:prstGeom prst="ellipse">
              <a:avLst/>
            </a:prstGeom>
            <a:grp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400" b="1" i="0" u="none" strike="noStrike" kern="1200" cap="none" spc="0" normalizeH="0" baseline="0" noProof="0">
                <a:ln>
                  <a:noFill/>
                </a:ln>
                <a:solidFill>
                  <a:srgbClr val="0000CC"/>
                </a:solidFill>
                <a:effectLst/>
                <a:uLnTx/>
                <a:uFillTx/>
                <a:latin typeface="微软雅黑" pitchFamily="34" charset="-122"/>
                <a:ea typeface="微软雅黑" pitchFamily="34" charset="-122"/>
                <a:cs typeface="+mn-cs"/>
              </a:endParaRPr>
            </a:p>
          </p:txBody>
        </p:sp>
        <p:grpSp>
          <p:nvGrpSpPr>
            <p:cNvPr id="216074" name="Group 146">
              <a:extLst>
                <a:ext uri="{FF2B5EF4-FFF2-40B4-BE49-F238E27FC236}">
                  <a16:creationId xmlns:a16="http://schemas.microsoft.com/office/drawing/2014/main" id="{CEE512FF-F998-C033-B79E-1FB51BEC7C72}"/>
                </a:ext>
              </a:extLst>
            </p:cNvPr>
            <p:cNvGrpSpPr>
              <a:grpSpLocks/>
            </p:cNvGrpSpPr>
            <p:nvPr/>
          </p:nvGrpSpPr>
          <p:grpSpPr bwMode="auto">
            <a:xfrm>
              <a:off x="912" y="768"/>
              <a:ext cx="2386" cy="1553"/>
              <a:chOff x="912" y="768"/>
              <a:chExt cx="2386" cy="1553"/>
            </a:xfrm>
            <a:grpFill/>
          </p:grpSpPr>
          <p:sp>
            <p:nvSpPr>
              <p:cNvPr id="216075" name="Oval 147">
                <a:extLst>
                  <a:ext uri="{FF2B5EF4-FFF2-40B4-BE49-F238E27FC236}">
                    <a16:creationId xmlns:a16="http://schemas.microsoft.com/office/drawing/2014/main" id="{393364EB-A147-6D6B-ACF3-F8893AD03971}"/>
                  </a:ext>
                </a:extLst>
              </p:cNvPr>
              <p:cNvSpPr>
                <a:spLocks noChangeArrowheads="1"/>
              </p:cNvSpPr>
              <p:nvPr/>
            </p:nvSpPr>
            <p:spPr bwMode="auto">
              <a:xfrm>
                <a:off x="1736" y="768"/>
                <a:ext cx="1027" cy="627"/>
              </a:xfrm>
              <a:prstGeom prst="ellipse">
                <a:avLst/>
              </a:prstGeom>
              <a:grp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400" b="1" i="0" u="none" strike="noStrike" kern="1200" cap="none" spc="0" normalizeH="0" baseline="0" noProof="0">
                  <a:ln>
                    <a:noFill/>
                  </a:ln>
                  <a:solidFill>
                    <a:srgbClr val="0000CC"/>
                  </a:solidFill>
                  <a:effectLst/>
                  <a:uLnTx/>
                  <a:uFillTx/>
                  <a:latin typeface="微软雅黑" pitchFamily="34" charset="-122"/>
                  <a:ea typeface="微软雅黑" pitchFamily="34" charset="-122"/>
                  <a:cs typeface="+mn-cs"/>
                </a:endParaRPr>
              </a:p>
            </p:txBody>
          </p:sp>
          <p:sp>
            <p:nvSpPr>
              <p:cNvPr id="216076" name="Oval 148">
                <a:extLst>
                  <a:ext uri="{FF2B5EF4-FFF2-40B4-BE49-F238E27FC236}">
                    <a16:creationId xmlns:a16="http://schemas.microsoft.com/office/drawing/2014/main" id="{55A59E90-8840-2C58-D1E2-C71D03CEFDC3}"/>
                  </a:ext>
                </a:extLst>
              </p:cNvPr>
              <p:cNvSpPr>
                <a:spLocks noChangeArrowheads="1"/>
              </p:cNvSpPr>
              <p:nvPr/>
            </p:nvSpPr>
            <p:spPr bwMode="auto">
              <a:xfrm>
                <a:off x="1158" y="941"/>
                <a:ext cx="781" cy="627"/>
              </a:xfrm>
              <a:prstGeom prst="ellipse">
                <a:avLst/>
              </a:prstGeom>
              <a:grp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400" b="1" i="0" u="none" strike="noStrike" kern="1200" cap="none" spc="0" normalizeH="0" baseline="0" noProof="0">
                  <a:ln>
                    <a:noFill/>
                  </a:ln>
                  <a:solidFill>
                    <a:srgbClr val="0000CC"/>
                  </a:solidFill>
                  <a:effectLst/>
                  <a:uLnTx/>
                  <a:uFillTx/>
                  <a:latin typeface="微软雅黑" pitchFamily="34" charset="-122"/>
                  <a:ea typeface="微软雅黑" pitchFamily="34" charset="-122"/>
                  <a:cs typeface="+mn-cs"/>
                </a:endParaRPr>
              </a:p>
            </p:txBody>
          </p:sp>
          <p:sp>
            <p:nvSpPr>
              <p:cNvPr id="216077" name="Oval 149">
                <a:extLst>
                  <a:ext uri="{FF2B5EF4-FFF2-40B4-BE49-F238E27FC236}">
                    <a16:creationId xmlns:a16="http://schemas.microsoft.com/office/drawing/2014/main" id="{5268B981-130D-9E5D-FB0C-44903569CA52}"/>
                  </a:ext>
                </a:extLst>
              </p:cNvPr>
              <p:cNvSpPr>
                <a:spLocks noChangeArrowheads="1"/>
              </p:cNvSpPr>
              <p:nvPr/>
            </p:nvSpPr>
            <p:spPr bwMode="auto">
              <a:xfrm>
                <a:off x="912" y="1333"/>
                <a:ext cx="520" cy="501"/>
              </a:xfrm>
              <a:prstGeom prst="ellipse">
                <a:avLst/>
              </a:prstGeom>
              <a:grp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400" b="1" i="0" u="none" strike="noStrike" kern="1200" cap="none" spc="0" normalizeH="0" baseline="0" noProof="0">
                  <a:ln>
                    <a:noFill/>
                  </a:ln>
                  <a:solidFill>
                    <a:srgbClr val="0000CC"/>
                  </a:solidFill>
                  <a:effectLst/>
                  <a:uLnTx/>
                  <a:uFillTx/>
                  <a:latin typeface="微软雅黑" pitchFamily="34" charset="-122"/>
                  <a:ea typeface="微软雅黑" pitchFamily="34" charset="-122"/>
                  <a:cs typeface="+mn-cs"/>
                </a:endParaRPr>
              </a:p>
            </p:txBody>
          </p:sp>
          <p:sp>
            <p:nvSpPr>
              <p:cNvPr id="216078" name="Oval 150">
                <a:extLst>
                  <a:ext uri="{FF2B5EF4-FFF2-40B4-BE49-F238E27FC236}">
                    <a16:creationId xmlns:a16="http://schemas.microsoft.com/office/drawing/2014/main" id="{FC678DC8-6C45-FAAC-692A-280CDA39964F}"/>
                  </a:ext>
                </a:extLst>
              </p:cNvPr>
              <p:cNvSpPr>
                <a:spLocks noChangeArrowheads="1"/>
              </p:cNvSpPr>
              <p:nvPr/>
            </p:nvSpPr>
            <p:spPr bwMode="auto">
              <a:xfrm>
                <a:off x="1071" y="1568"/>
                <a:ext cx="795" cy="549"/>
              </a:xfrm>
              <a:prstGeom prst="ellipse">
                <a:avLst/>
              </a:prstGeom>
              <a:grp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400" b="1" i="0" u="none" strike="noStrike" kern="1200" cap="none" spc="0" normalizeH="0" baseline="0" noProof="0">
                  <a:ln>
                    <a:noFill/>
                  </a:ln>
                  <a:solidFill>
                    <a:srgbClr val="0000CC"/>
                  </a:solidFill>
                  <a:effectLst/>
                  <a:uLnTx/>
                  <a:uFillTx/>
                  <a:latin typeface="微软雅黑" pitchFamily="34" charset="-122"/>
                  <a:ea typeface="微软雅黑" pitchFamily="34" charset="-122"/>
                  <a:cs typeface="+mn-cs"/>
                </a:endParaRPr>
              </a:p>
            </p:txBody>
          </p:sp>
          <p:sp>
            <p:nvSpPr>
              <p:cNvPr id="216079" name="Oval 151">
                <a:extLst>
                  <a:ext uri="{FF2B5EF4-FFF2-40B4-BE49-F238E27FC236}">
                    <a16:creationId xmlns:a16="http://schemas.microsoft.com/office/drawing/2014/main" id="{F2BF7B81-99C4-4A8E-6269-1CD0058C6951}"/>
                  </a:ext>
                </a:extLst>
              </p:cNvPr>
              <p:cNvSpPr>
                <a:spLocks noChangeArrowheads="1"/>
              </p:cNvSpPr>
              <p:nvPr/>
            </p:nvSpPr>
            <p:spPr bwMode="auto">
              <a:xfrm>
                <a:off x="1649" y="1662"/>
                <a:ext cx="1200" cy="659"/>
              </a:xfrm>
              <a:prstGeom prst="ellipse">
                <a:avLst/>
              </a:prstGeom>
              <a:grp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400" b="1" i="0" u="none" strike="noStrike" kern="1200" cap="none" spc="0" normalizeH="0" baseline="0" noProof="0">
                  <a:ln>
                    <a:noFill/>
                  </a:ln>
                  <a:solidFill>
                    <a:srgbClr val="0000CC"/>
                  </a:solidFill>
                  <a:effectLst/>
                  <a:uLnTx/>
                  <a:uFillTx/>
                  <a:latin typeface="微软雅黑" pitchFamily="34" charset="-122"/>
                  <a:ea typeface="微软雅黑" pitchFamily="34" charset="-122"/>
                  <a:cs typeface="+mn-cs"/>
                </a:endParaRPr>
              </a:p>
            </p:txBody>
          </p:sp>
          <p:sp>
            <p:nvSpPr>
              <p:cNvPr id="216080" name="Oval 152">
                <a:extLst>
                  <a:ext uri="{FF2B5EF4-FFF2-40B4-BE49-F238E27FC236}">
                    <a16:creationId xmlns:a16="http://schemas.microsoft.com/office/drawing/2014/main" id="{57D5F4A2-D1D4-8CE4-CF20-9E39A21BC0E2}"/>
                  </a:ext>
                </a:extLst>
              </p:cNvPr>
              <p:cNvSpPr>
                <a:spLocks noChangeArrowheads="1"/>
              </p:cNvSpPr>
              <p:nvPr/>
            </p:nvSpPr>
            <p:spPr bwMode="auto">
              <a:xfrm>
                <a:off x="2430" y="956"/>
                <a:ext cx="752" cy="486"/>
              </a:xfrm>
              <a:prstGeom prst="ellipse">
                <a:avLst/>
              </a:prstGeom>
              <a:grp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400" b="1" i="0" u="none" strike="noStrike" kern="1200" cap="none" spc="0" normalizeH="0" baseline="0" noProof="0">
                  <a:ln>
                    <a:noFill/>
                  </a:ln>
                  <a:solidFill>
                    <a:srgbClr val="0000CC"/>
                  </a:solidFill>
                  <a:effectLst/>
                  <a:uLnTx/>
                  <a:uFillTx/>
                  <a:latin typeface="微软雅黑" pitchFamily="34" charset="-122"/>
                  <a:ea typeface="微软雅黑" pitchFamily="34" charset="-122"/>
                  <a:cs typeface="+mn-cs"/>
                </a:endParaRPr>
              </a:p>
            </p:txBody>
          </p:sp>
          <p:sp>
            <p:nvSpPr>
              <p:cNvPr id="216081" name="Oval 153">
                <a:extLst>
                  <a:ext uri="{FF2B5EF4-FFF2-40B4-BE49-F238E27FC236}">
                    <a16:creationId xmlns:a16="http://schemas.microsoft.com/office/drawing/2014/main" id="{EE1100F7-C963-F9DD-D0FE-292356BA94F1}"/>
                  </a:ext>
                </a:extLst>
              </p:cNvPr>
              <p:cNvSpPr>
                <a:spLocks noChangeArrowheads="1"/>
              </p:cNvSpPr>
              <p:nvPr/>
            </p:nvSpPr>
            <p:spPr bwMode="auto">
              <a:xfrm>
                <a:off x="2546" y="1286"/>
                <a:ext cx="752" cy="486"/>
              </a:xfrm>
              <a:prstGeom prst="ellipse">
                <a:avLst/>
              </a:prstGeom>
              <a:grp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400" b="1" i="0" u="none" strike="noStrike" kern="1200" cap="none" spc="0" normalizeH="0" baseline="0" noProof="0">
                  <a:ln>
                    <a:noFill/>
                  </a:ln>
                  <a:solidFill>
                    <a:srgbClr val="0000CC"/>
                  </a:solidFill>
                  <a:effectLst/>
                  <a:uLnTx/>
                  <a:uFillTx/>
                  <a:latin typeface="微软雅黑" pitchFamily="34" charset="-122"/>
                  <a:ea typeface="微软雅黑" pitchFamily="34" charset="-122"/>
                  <a:cs typeface="+mn-cs"/>
                </a:endParaRPr>
              </a:p>
            </p:txBody>
          </p:sp>
          <p:sp>
            <p:nvSpPr>
              <p:cNvPr id="216082" name="Oval 154">
                <a:extLst>
                  <a:ext uri="{FF2B5EF4-FFF2-40B4-BE49-F238E27FC236}">
                    <a16:creationId xmlns:a16="http://schemas.microsoft.com/office/drawing/2014/main" id="{721AFC69-E0DD-3756-3A05-1358C71FBFFA}"/>
                  </a:ext>
                </a:extLst>
              </p:cNvPr>
              <p:cNvSpPr>
                <a:spLocks noChangeArrowheads="1"/>
              </p:cNvSpPr>
              <p:nvPr/>
            </p:nvSpPr>
            <p:spPr bwMode="auto">
              <a:xfrm>
                <a:off x="2473" y="1395"/>
                <a:ext cx="752" cy="816"/>
              </a:xfrm>
              <a:prstGeom prst="ellipse">
                <a:avLst/>
              </a:prstGeom>
              <a:grp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400" b="1" i="0" u="none" strike="noStrike" kern="1200" cap="none" spc="0" normalizeH="0" baseline="0" noProof="0">
                  <a:ln>
                    <a:noFill/>
                  </a:ln>
                  <a:solidFill>
                    <a:srgbClr val="0000CC"/>
                  </a:solidFill>
                  <a:effectLst/>
                  <a:uLnTx/>
                  <a:uFillTx/>
                  <a:latin typeface="微软雅黑" pitchFamily="34" charset="-122"/>
                  <a:ea typeface="微软雅黑" pitchFamily="34" charset="-122"/>
                  <a:cs typeface="+mn-cs"/>
                </a:endParaRPr>
              </a:p>
            </p:txBody>
          </p:sp>
          <p:sp>
            <p:nvSpPr>
              <p:cNvPr id="216083" name="Oval 155">
                <a:extLst>
                  <a:ext uri="{FF2B5EF4-FFF2-40B4-BE49-F238E27FC236}">
                    <a16:creationId xmlns:a16="http://schemas.microsoft.com/office/drawing/2014/main" id="{C5BD6DD7-E0E0-491C-486D-E71723DBE82F}"/>
                  </a:ext>
                </a:extLst>
              </p:cNvPr>
              <p:cNvSpPr>
                <a:spLocks noChangeArrowheads="1"/>
              </p:cNvSpPr>
              <p:nvPr/>
            </p:nvSpPr>
            <p:spPr bwMode="auto">
              <a:xfrm>
                <a:off x="1346" y="1144"/>
                <a:ext cx="1547" cy="816"/>
              </a:xfrm>
              <a:prstGeom prst="ellipse">
                <a:avLst/>
              </a:prstGeom>
              <a:grp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400" b="1" i="0" u="none" strike="noStrike" kern="1200" cap="none" spc="0" normalizeH="0" baseline="0" noProof="0">
                  <a:ln>
                    <a:noFill/>
                  </a:ln>
                  <a:solidFill>
                    <a:srgbClr val="0000CC"/>
                  </a:solidFill>
                  <a:effectLst/>
                  <a:uLnTx/>
                  <a:uFillTx/>
                  <a:latin typeface="微软雅黑" pitchFamily="34" charset="-122"/>
                  <a:ea typeface="微软雅黑" pitchFamily="34" charset="-122"/>
                  <a:cs typeface="+mn-cs"/>
                </a:endParaRPr>
              </a:p>
            </p:txBody>
          </p:sp>
        </p:grpSp>
      </p:grpSp>
      <p:grpSp>
        <p:nvGrpSpPr>
          <p:cNvPr id="216084" name="Group 156">
            <a:extLst>
              <a:ext uri="{FF2B5EF4-FFF2-40B4-BE49-F238E27FC236}">
                <a16:creationId xmlns:a16="http://schemas.microsoft.com/office/drawing/2014/main" id="{FC3D368E-A188-8324-1609-FBC3E0F49D3E}"/>
              </a:ext>
            </a:extLst>
          </p:cNvPr>
          <p:cNvGrpSpPr>
            <a:grpSpLocks/>
          </p:cNvGrpSpPr>
          <p:nvPr/>
        </p:nvGrpSpPr>
        <p:grpSpPr bwMode="auto">
          <a:xfrm>
            <a:off x="5549617" y="2856800"/>
            <a:ext cx="2404550" cy="1453410"/>
            <a:chOff x="912" y="768"/>
            <a:chExt cx="2400" cy="1584"/>
          </a:xfrm>
          <a:solidFill>
            <a:srgbClr val="009900"/>
          </a:solidFill>
          <a:effectLst/>
        </p:grpSpPr>
        <p:sp>
          <p:nvSpPr>
            <p:cNvPr id="216085" name="Oval 157">
              <a:extLst>
                <a:ext uri="{FF2B5EF4-FFF2-40B4-BE49-F238E27FC236}">
                  <a16:creationId xmlns:a16="http://schemas.microsoft.com/office/drawing/2014/main" id="{2F17B4C5-6C6F-7495-B9C5-12F87CAFDEBD}"/>
                </a:ext>
              </a:extLst>
            </p:cNvPr>
            <p:cNvSpPr>
              <a:spLocks noChangeArrowheads="1"/>
            </p:cNvSpPr>
            <p:nvPr/>
          </p:nvSpPr>
          <p:spPr bwMode="auto">
            <a:xfrm>
              <a:off x="1751" y="799"/>
              <a:ext cx="1026" cy="628"/>
            </a:xfrm>
            <a:prstGeom prst="ellipse">
              <a:avLst/>
            </a:prstGeom>
            <a:grp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400" b="1" i="0" u="none" strike="noStrike" kern="1200" cap="none" spc="0" normalizeH="0" baseline="0" noProof="0">
                <a:ln>
                  <a:noFill/>
                </a:ln>
                <a:solidFill>
                  <a:srgbClr val="0000CC"/>
                </a:solidFill>
                <a:effectLst/>
                <a:uLnTx/>
                <a:uFillTx/>
                <a:latin typeface="微软雅黑" pitchFamily="34" charset="-122"/>
                <a:ea typeface="微软雅黑" pitchFamily="34" charset="-122"/>
                <a:cs typeface="+mn-cs"/>
              </a:endParaRPr>
            </a:p>
          </p:txBody>
        </p:sp>
        <p:sp>
          <p:nvSpPr>
            <p:cNvPr id="216086" name="Oval 158">
              <a:extLst>
                <a:ext uri="{FF2B5EF4-FFF2-40B4-BE49-F238E27FC236}">
                  <a16:creationId xmlns:a16="http://schemas.microsoft.com/office/drawing/2014/main" id="{895D1119-9AE3-F9C4-ADDA-A57001E82312}"/>
                </a:ext>
              </a:extLst>
            </p:cNvPr>
            <p:cNvSpPr>
              <a:spLocks noChangeArrowheads="1"/>
            </p:cNvSpPr>
            <p:nvPr/>
          </p:nvSpPr>
          <p:spPr bwMode="auto">
            <a:xfrm>
              <a:off x="1172" y="972"/>
              <a:ext cx="781" cy="627"/>
            </a:xfrm>
            <a:prstGeom prst="ellipse">
              <a:avLst/>
            </a:prstGeom>
            <a:grp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400" b="1" i="0" u="none" strike="noStrike" kern="1200" cap="none" spc="0" normalizeH="0" baseline="0" noProof="0">
                <a:ln>
                  <a:noFill/>
                </a:ln>
                <a:solidFill>
                  <a:srgbClr val="0000CC"/>
                </a:solidFill>
                <a:effectLst/>
                <a:uLnTx/>
                <a:uFillTx/>
                <a:latin typeface="微软雅黑" pitchFamily="34" charset="-122"/>
                <a:ea typeface="微软雅黑" pitchFamily="34" charset="-122"/>
                <a:cs typeface="+mn-cs"/>
              </a:endParaRPr>
            </a:p>
          </p:txBody>
        </p:sp>
        <p:sp>
          <p:nvSpPr>
            <p:cNvPr id="216087" name="Oval 159">
              <a:extLst>
                <a:ext uri="{FF2B5EF4-FFF2-40B4-BE49-F238E27FC236}">
                  <a16:creationId xmlns:a16="http://schemas.microsoft.com/office/drawing/2014/main" id="{A5A079E7-DDD0-099B-EB7D-758D914DD794}"/>
                </a:ext>
              </a:extLst>
            </p:cNvPr>
            <p:cNvSpPr>
              <a:spLocks noChangeArrowheads="1"/>
            </p:cNvSpPr>
            <p:nvPr/>
          </p:nvSpPr>
          <p:spPr bwMode="auto">
            <a:xfrm>
              <a:off x="926" y="1364"/>
              <a:ext cx="521" cy="502"/>
            </a:xfrm>
            <a:prstGeom prst="ellipse">
              <a:avLst/>
            </a:prstGeom>
            <a:grp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400" b="1" i="0" u="none" strike="noStrike" kern="1200" cap="none" spc="0" normalizeH="0" baseline="0" noProof="0">
                <a:ln>
                  <a:noFill/>
                </a:ln>
                <a:solidFill>
                  <a:srgbClr val="0000CC"/>
                </a:solidFill>
                <a:effectLst/>
                <a:uLnTx/>
                <a:uFillTx/>
                <a:latin typeface="微软雅黑" pitchFamily="34" charset="-122"/>
                <a:ea typeface="微软雅黑" pitchFamily="34" charset="-122"/>
                <a:cs typeface="+mn-cs"/>
              </a:endParaRPr>
            </a:p>
          </p:txBody>
        </p:sp>
        <p:sp>
          <p:nvSpPr>
            <p:cNvPr id="216088" name="Oval 160">
              <a:extLst>
                <a:ext uri="{FF2B5EF4-FFF2-40B4-BE49-F238E27FC236}">
                  <a16:creationId xmlns:a16="http://schemas.microsoft.com/office/drawing/2014/main" id="{6BDD2D05-86F5-9681-AFDF-AD5236EB3F2D}"/>
                </a:ext>
              </a:extLst>
            </p:cNvPr>
            <p:cNvSpPr>
              <a:spLocks noChangeArrowheads="1"/>
            </p:cNvSpPr>
            <p:nvPr/>
          </p:nvSpPr>
          <p:spPr bwMode="auto">
            <a:xfrm>
              <a:off x="1085" y="1599"/>
              <a:ext cx="796" cy="549"/>
            </a:xfrm>
            <a:prstGeom prst="ellipse">
              <a:avLst/>
            </a:prstGeom>
            <a:grp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400" b="1" i="0" u="none" strike="noStrike" kern="1200" cap="none" spc="0" normalizeH="0" baseline="0" noProof="0">
                <a:ln>
                  <a:noFill/>
                </a:ln>
                <a:solidFill>
                  <a:srgbClr val="0000CC"/>
                </a:solidFill>
                <a:effectLst/>
                <a:uLnTx/>
                <a:uFillTx/>
                <a:latin typeface="微软雅黑" pitchFamily="34" charset="-122"/>
                <a:ea typeface="微软雅黑" pitchFamily="34" charset="-122"/>
                <a:cs typeface="+mn-cs"/>
              </a:endParaRPr>
            </a:p>
          </p:txBody>
        </p:sp>
        <p:sp>
          <p:nvSpPr>
            <p:cNvPr id="216089" name="Oval 161">
              <a:extLst>
                <a:ext uri="{FF2B5EF4-FFF2-40B4-BE49-F238E27FC236}">
                  <a16:creationId xmlns:a16="http://schemas.microsoft.com/office/drawing/2014/main" id="{9067B15E-CD4A-C750-9F55-71FD9898AD80}"/>
                </a:ext>
              </a:extLst>
            </p:cNvPr>
            <p:cNvSpPr>
              <a:spLocks noChangeArrowheads="1"/>
            </p:cNvSpPr>
            <p:nvPr/>
          </p:nvSpPr>
          <p:spPr bwMode="auto">
            <a:xfrm>
              <a:off x="1664" y="1693"/>
              <a:ext cx="1200" cy="659"/>
            </a:xfrm>
            <a:prstGeom prst="ellipse">
              <a:avLst/>
            </a:prstGeom>
            <a:grp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400" b="1" i="0" u="none" strike="noStrike" kern="1200" cap="none" spc="0" normalizeH="0" baseline="0" noProof="0">
                <a:ln>
                  <a:noFill/>
                </a:ln>
                <a:solidFill>
                  <a:srgbClr val="0000CC"/>
                </a:solidFill>
                <a:effectLst/>
                <a:uLnTx/>
                <a:uFillTx/>
                <a:latin typeface="微软雅黑" pitchFamily="34" charset="-122"/>
                <a:ea typeface="微软雅黑" pitchFamily="34" charset="-122"/>
                <a:cs typeface="+mn-cs"/>
              </a:endParaRPr>
            </a:p>
          </p:txBody>
        </p:sp>
        <p:sp>
          <p:nvSpPr>
            <p:cNvPr id="216090" name="Oval 162">
              <a:extLst>
                <a:ext uri="{FF2B5EF4-FFF2-40B4-BE49-F238E27FC236}">
                  <a16:creationId xmlns:a16="http://schemas.microsoft.com/office/drawing/2014/main" id="{8C73835E-564E-6B79-C067-D015D122D1E4}"/>
                </a:ext>
              </a:extLst>
            </p:cNvPr>
            <p:cNvSpPr>
              <a:spLocks noChangeArrowheads="1"/>
            </p:cNvSpPr>
            <p:nvPr/>
          </p:nvSpPr>
          <p:spPr bwMode="auto">
            <a:xfrm>
              <a:off x="2445" y="988"/>
              <a:ext cx="751" cy="486"/>
            </a:xfrm>
            <a:prstGeom prst="ellipse">
              <a:avLst/>
            </a:prstGeom>
            <a:grp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400" b="1" i="0" u="none" strike="noStrike" kern="1200" cap="none" spc="0" normalizeH="0" baseline="0" noProof="0">
                <a:ln>
                  <a:noFill/>
                </a:ln>
                <a:solidFill>
                  <a:srgbClr val="0000CC"/>
                </a:solidFill>
                <a:effectLst/>
                <a:uLnTx/>
                <a:uFillTx/>
                <a:latin typeface="微软雅黑" pitchFamily="34" charset="-122"/>
                <a:ea typeface="微软雅黑" pitchFamily="34" charset="-122"/>
                <a:cs typeface="+mn-cs"/>
              </a:endParaRPr>
            </a:p>
          </p:txBody>
        </p:sp>
        <p:sp>
          <p:nvSpPr>
            <p:cNvPr id="216091" name="Oval 163">
              <a:extLst>
                <a:ext uri="{FF2B5EF4-FFF2-40B4-BE49-F238E27FC236}">
                  <a16:creationId xmlns:a16="http://schemas.microsoft.com/office/drawing/2014/main" id="{78599E2E-DED4-F078-C8FB-482B85891CEE}"/>
                </a:ext>
              </a:extLst>
            </p:cNvPr>
            <p:cNvSpPr>
              <a:spLocks noChangeArrowheads="1"/>
            </p:cNvSpPr>
            <p:nvPr/>
          </p:nvSpPr>
          <p:spPr bwMode="auto">
            <a:xfrm>
              <a:off x="2560" y="1317"/>
              <a:ext cx="752" cy="486"/>
            </a:xfrm>
            <a:prstGeom prst="ellipse">
              <a:avLst/>
            </a:prstGeom>
            <a:grp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400" b="1" i="0" u="none" strike="noStrike" kern="1200" cap="none" spc="0" normalizeH="0" baseline="0" noProof="0">
                <a:ln>
                  <a:noFill/>
                </a:ln>
                <a:solidFill>
                  <a:srgbClr val="0000CC"/>
                </a:solidFill>
                <a:effectLst/>
                <a:uLnTx/>
                <a:uFillTx/>
                <a:latin typeface="微软雅黑" pitchFamily="34" charset="-122"/>
                <a:ea typeface="微软雅黑" pitchFamily="34" charset="-122"/>
                <a:cs typeface="+mn-cs"/>
              </a:endParaRPr>
            </a:p>
          </p:txBody>
        </p:sp>
        <p:sp>
          <p:nvSpPr>
            <p:cNvPr id="216092" name="Oval 164">
              <a:extLst>
                <a:ext uri="{FF2B5EF4-FFF2-40B4-BE49-F238E27FC236}">
                  <a16:creationId xmlns:a16="http://schemas.microsoft.com/office/drawing/2014/main" id="{D96E0372-A6F8-5B3D-D4E0-A088DCDF159D}"/>
                </a:ext>
              </a:extLst>
            </p:cNvPr>
            <p:cNvSpPr>
              <a:spLocks noChangeArrowheads="1"/>
            </p:cNvSpPr>
            <p:nvPr/>
          </p:nvSpPr>
          <p:spPr bwMode="auto">
            <a:xfrm>
              <a:off x="2488" y="1427"/>
              <a:ext cx="752" cy="815"/>
            </a:xfrm>
            <a:prstGeom prst="ellipse">
              <a:avLst/>
            </a:prstGeom>
            <a:grp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400" b="1" i="0" u="none" strike="noStrike" kern="1200" cap="none" spc="0" normalizeH="0" baseline="0" noProof="0">
                <a:ln>
                  <a:noFill/>
                </a:ln>
                <a:solidFill>
                  <a:srgbClr val="0000CC"/>
                </a:solidFill>
                <a:effectLst/>
                <a:uLnTx/>
                <a:uFillTx/>
                <a:latin typeface="微软雅黑" pitchFamily="34" charset="-122"/>
                <a:ea typeface="微软雅黑" pitchFamily="34" charset="-122"/>
                <a:cs typeface="+mn-cs"/>
              </a:endParaRPr>
            </a:p>
          </p:txBody>
        </p:sp>
        <p:sp>
          <p:nvSpPr>
            <p:cNvPr id="216093" name="Oval 165">
              <a:extLst>
                <a:ext uri="{FF2B5EF4-FFF2-40B4-BE49-F238E27FC236}">
                  <a16:creationId xmlns:a16="http://schemas.microsoft.com/office/drawing/2014/main" id="{6FAE61E9-A0F4-3574-39EC-27F9A53B22F7}"/>
                </a:ext>
              </a:extLst>
            </p:cNvPr>
            <p:cNvSpPr>
              <a:spLocks noChangeArrowheads="1"/>
            </p:cNvSpPr>
            <p:nvPr/>
          </p:nvSpPr>
          <p:spPr bwMode="auto">
            <a:xfrm>
              <a:off x="1360" y="1176"/>
              <a:ext cx="1547" cy="815"/>
            </a:xfrm>
            <a:prstGeom prst="ellipse">
              <a:avLst/>
            </a:prstGeom>
            <a:grp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400" b="1" i="0" u="none" strike="noStrike" kern="1200" cap="none" spc="0" normalizeH="0" baseline="0" noProof="0">
                <a:ln>
                  <a:noFill/>
                </a:ln>
                <a:solidFill>
                  <a:srgbClr val="0000CC"/>
                </a:solidFill>
                <a:effectLst/>
                <a:uLnTx/>
                <a:uFillTx/>
                <a:latin typeface="微软雅黑" pitchFamily="34" charset="-122"/>
                <a:ea typeface="微软雅黑" pitchFamily="34" charset="-122"/>
                <a:cs typeface="+mn-cs"/>
              </a:endParaRPr>
            </a:p>
          </p:txBody>
        </p:sp>
        <p:grpSp>
          <p:nvGrpSpPr>
            <p:cNvPr id="216094" name="Group 166">
              <a:extLst>
                <a:ext uri="{FF2B5EF4-FFF2-40B4-BE49-F238E27FC236}">
                  <a16:creationId xmlns:a16="http://schemas.microsoft.com/office/drawing/2014/main" id="{CEF902D9-5A50-49C6-79D5-D3847817A0CD}"/>
                </a:ext>
              </a:extLst>
            </p:cNvPr>
            <p:cNvGrpSpPr>
              <a:grpSpLocks/>
            </p:cNvGrpSpPr>
            <p:nvPr/>
          </p:nvGrpSpPr>
          <p:grpSpPr bwMode="auto">
            <a:xfrm>
              <a:off x="912" y="768"/>
              <a:ext cx="2386" cy="1553"/>
              <a:chOff x="912" y="768"/>
              <a:chExt cx="2386" cy="1553"/>
            </a:xfrm>
            <a:grpFill/>
          </p:grpSpPr>
          <p:sp>
            <p:nvSpPr>
              <p:cNvPr id="216095" name="Oval 167">
                <a:extLst>
                  <a:ext uri="{FF2B5EF4-FFF2-40B4-BE49-F238E27FC236}">
                    <a16:creationId xmlns:a16="http://schemas.microsoft.com/office/drawing/2014/main" id="{2B7830EB-A52B-F754-0462-71DC82AAB25E}"/>
                  </a:ext>
                </a:extLst>
              </p:cNvPr>
              <p:cNvSpPr>
                <a:spLocks noChangeArrowheads="1"/>
              </p:cNvSpPr>
              <p:nvPr/>
            </p:nvSpPr>
            <p:spPr bwMode="auto">
              <a:xfrm>
                <a:off x="1736" y="768"/>
                <a:ext cx="1027" cy="627"/>
              </a:xfrm>
              <a:prstGeom prst="ellipse">
                <a:avLst/>
              </a:prstGeom>
              <a:grp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400" b="1" i="0" u="none" strike="noStrike" kern="1200" cap="none" spc="0" normalizeH="0" baseline="0" noProof="0">
                  <a:ln>
                    <a:noFill/>
                  </a:ln>
                  <a:solidFill>
                    <a:srgbClr val="0000CC"/>
                  </a:solidFill>
                  <a:effectLst/>
                  <a:uLnTx/>
                  <a:uFillTx/>
                  <a:latin typeface="微软雅黑" pitchFamily="34" charset="-122"/>
                  <a:ea typeface="微软雅黑" pitchFamily="34" charset="-122"/>
                  <a:cs typeface="+mn-cs"/>
                </a:endParaRPr>
              </a:p>
            </p:txBody>
          </p:sp>
          <p:sp>
            <p:nvSpPr>
              <p:cNvPr id="216096" name="Oval 168">
                <a:extLst>
                  <a:ext uri="{FF2B5EF4-FFF2-40B4-BE49-F238E27FC236}">
                    <a16:creationId xmlns:a16="http://schemas.microsoft.com/office/drawing/2014/main" id="{F38D35BF-B52D-5F10-2218-18B3F4CF672A}"/>
                  </a:ext>
                </a:extLst>
              </p:cNvPr>
              <p:cNvSpPr>
                <a:spLocks noChangeArrowheads="1"/>
              </p:cNvSpPr>
              <p:nvPr/>
            </p:nvSpPr>
            <p:spPr bwMode="auto">
              <a:xfrm>
                <a:off x="1158" y="941"/>
                <a:ext cx="781" cy="627"/>
              </a:xfrm>
              <a:prstGeom prst="ellipse">
                <a:avLst/>
              </a:prstGeom>
              <a:grp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400" b="1" i="0" u="none" strike="noStrike" kern="1200" cap="none" spc="0" normalizeH="0" baseline="0" noProof="0">
                  <a:ln>
                    <a:noFill/>
                  </a:ln>
                  <a:solidFill>
                    <a:srgbClr val="0000CC"/>
                  </a:solidFill>
                  <a:effectLst/>
                  <a:uLnTx/>
                  <a:uFillTx/>
                  <a:latin typeface="微软雅黑" pitchFamily="34" charset="-122"/>
                  <a:ea typeface="微软雅黑" pitchFamily="34" charset="-122"/>
                  <a:cs typeface="+mn-cs"/>
                </a:endParaRPr>
              </a:p>
            </p:txBody>
          </p:sp>
          <p:sp>
            <p:nvSpPr>
              <p:cNvPr id="216097" name="Oval 169">
                <a:extLst>
                  <a:ext uri="{FF2B5EF4-FFF2-40B4-BE49-F238E27FC236}">
                    <a16:creationId xmlns:a16="http://schemas.microsoft.com/office/drawing/2014/main" id="{A00A4301-F71F-7323-A4CA-FBDC19D84864}"/>
                  </a:ext>
                </a:extLst>
              </p:cNvPr>
              <p:cNvSpPr>
                <a:spLocks noChangeArrowheads="1"/>
              </p:cNvSpPr>
              <p:nvPr/>
            </p:nvSpPr>
            <p:spPr bwMode="auto">
              <a:xfrm>
                <a:off x="912" y="1333"/>
                <a:ext cx="520" cy="501"/>
              </a:xfrm>
              <a:prstGeom prst="ellipse">
                <a:avLst/>
              </a:prstGeom>
              <a:grp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400" b="1" i="0" u="none" strike="noStrike" kern="1200" cap="none" spc="0" normalizeH="0" baseline="0" noProof="0">
                  <a:ln>
                    <a:noFill/>
                  </a:ln>
                  <a:solidFill>
                    <a:srgbClr val="0000CC"/>
                  </a:solidFill>
                  <a:effectLst/>
                  <a:uLnTx/>
                  <a:uFillTx/>
                  <a:latin typeface="微软雅黑" pitchFamily="34" charset="-122"/>
                  <a:ea typeface="微软雅黑" pitchFamily="34" charset="-122"/>
                  <a:cs typeface="+mn-cs"/>
                </a:endParaRPr>
              </a:p>
            </p:txBody>
          </p:sp>
          <p:sp>
            <p:nvSpPr>
              <p:cNvPr id="216098" name="Oval 170">
                <a:extLst>
                  <a:ext uri="{FF2B5EF4-FFF2-40B4-BE49-F238E27FC236}">
                    <a16:creationId xmlns:a16="http://schemas.microsoft.com/office/drawing/2014/main" id="{117CBF8F-8474-E003-03B8-2B856B8BE297}"/>
                  </a:ext>
                </a:extLst>
              </p:cNvPr>
              <p:cNvSpPr>
                <a:spLocks noChangeArrowheads="1"/>
              </p:cNvSpPr>
              <p:nvPr/>
            </p:nvSpPr>
            <p:spPr bwMode="auto">
              <a:xfrm>
                <a:off x="1071" y="1568"/>
                <a:ext cx="795" cy="549"/>
              </a:xfrm>
              <a:prstGeom prst="ellipse">
                <a:avLst/>
              </a:prstGeom>
              <a:grp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400" b="1" i="0" u="none" strike="noStrike" kern="1200" cap="none" spc="0" normalizeH="0" baseline="0" noProof="0">
                  <a:ln>
                    <a:noFill/>
                  </a:ln>
                  <a:solidFill>
                    <a:srgbClr val="0000CC"/>
                  </a:solidFill>
                  <a:effectLst/>
                  <a:uLnTx/>
                  <a:uFillTx/>
                  <a:latin typeface="微软雅黑" pitchFamily="34" charset="-122"/>
                  <a:ea typeface="微软雅黑" pitchFamily="34" charset="-122"/>
                  <a:cs typeface="+mn-cs"/>
                </a:endParaRPr>
              </a:p>
            </p:txBody>
          </p:sp>
          <p:sp>
            <p:nvSpPr>
              <p:cNvPr id="216099" name="Oval 171">
                <a:extLst>
                  <a:ext uri="{FF2B5EF4-FFF2-40B4-BE49-F238E27FC236}">
                    <a16:creationId xmlns:a16="http://schemas.microsoft.com/office/drawing/2014/main" id="{6DEFE387-5D78-8F3C-4160-43BEC18C7F1E}"/>
                  </a:ext>
                </a:extLst>
              </p:cNvPr>
              <p:cNvSpPr>
                <a:spLocks noChangeArrowheads="1"/>
              </p:cNvSpPr>
              <p:nvPr/>
            </p:nvSpPr>
            <p:spPr bwMode="auto">
              <a:xfrm>
                <a:off x="1649" y="1662"/>
                <a:ext cx="1200" cy="659"/>
              </a:xfrm>
              <a:prstGeom prst="ellipse">
                <a:avLst/>
              </a:prstGeom>
              <a:grp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400" b="1" i="0" u="none" strike="noStrike" kern="1200" cap="none" spc="0" normalizeH="0" baseline="0" noProof="0">
                  <a:ln>
                    <a:noFill/>
                  </a:ln>
                  <a:solidFill>
                    <a:srgbClr val="0000CC"/>
                  </a:solidFill>
                  <a:effectLst/>
                  <a:uLnTx/>
                  <a:uFillTx/>
                  <a:latin typeface="微软雅黑" pitchFamily="34" charset="-122"/>
                  <a:ea typeface="微软雅黑" pitchFamily="34" charset="-122"/>
                  <a:cs typeface="+mn-cs"/>
                </a:endParaRPr>
              </a:p>
            </p:txBody>
          </p:sp>
          <p:sp>
            <p:nvSpPr>
              <p:cNvPr id="216100" name="Oval 172">
                <a:extLst>
                  <a:ext uri="{FF2B5EF4-FFF2-40B4-BE49-F238E27FC236}">
                    <a16:creationId xmlns:a16="http://schemas.microsoft.com/office/drawing/2014/main" id="{5B86F349-DC3D-AA92-A88A-F5C10419A2E6}"/>
                  </a:ext>
                </a:extLst>
              </p:cNvPr>
              <p:cNvSpPr>
                <a:spLocks noChangeArrowheads="1"/>
              </p:cNvSpPr>
              <p:nvPr/>
            </p:nvSpPr>
            <p:spPr bwMode="auto">
              <a:xfrm>
                <a:off x="2430" y="956"/>
                <a:ext cx="752" cy="486"/>
              </a:xfrm>
              <a:prstGeom prst="ellipse">
                <a:avLst/>
              </a:prstGeom>
              <a:grp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400" b="1" i="0" u="none" strike="noStrike" kern="1200" cap="none" spc="0" normalizeH="0" baseline="0" noProof="0">
                  <a:ln>
                    <a:noFill/>
                  </a:ln>
                  <a:solidFill>
                    <a:srgbClr val="0000CC"/>
                  </a:solidFill>
                  <a:effectLst/>
                  <a:uLnTx/>
                  <a:uFillTx/>
                  <a:latin typeface="微软雅黑" pitchFamily="34" charset="-122"/>
                  <a:ea typeface="微软雅黑" pitchFamily="34" charset="-122"/>
                  <a:cs typeface="+mn-cs"/>
                </a:endParaRPr>
              </a:p>
            </p:txBody>
          </p:sp>
          <p:sp>
            <p:nvSpPr>
              <p:cNvPr id="216101" name="Oval 173">
                <a:extLst>
                  <a:ext uri="{FF2B5EF4-FFF2-40B4-BE49-F238E27FC236}">
                    <a16:creationId xmlns:a16="http://schemas.microsoft.com/office/drawing/2014/main" id="{90BDC59A-BB21-4028-762C-7DA2BD63A84C}"/>
                  </a:ext>
                </a:extLst>
              </p:cNvPr>
              <p:cNvSpPr>
                <a:spLocks noChangeArrowheads="1"/>
              </p:cNvSpPr>
              <p:nvPr/>
            </p:nvSpPr>
            <p:spPr bwMode="auto">
              <a:xfrm>
                <a:off x="2546" y="1286"/>
                <a:ext cx="752" cy="486"/>
              </a:xfrm>
              <a:prstGeom prst="ellipse">
                <a:avLst/>
              </a:prstGeom>
              <a:grp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400" b="1" i="0" u="none" strike="noStrike" kern="1200" cap="none" spc="0" normalizeH="0" baseline="0" noProof="0">
                  <a:ln>
                    <a:noFill/>
                  </a:ln>
                  <a:solidFill>
                    <a:srgbClr val="0000CC"/>
                  </a:solidFill>
                  <a:effectLst/>
                  <a:uLnTx/>
                  <a:uFillTx/>
                  <a:latin typeface="微软雅黑" pitchFamily="34" charset="-122"/>
                  <a:ea typeface="微软雅黑" pitchFamily="34" charset="-122"/>
                  <a:cs typeface="+mn-cs"/>
                </a:endParaRPr>
              </a:p>
            </p:txBody>
          </p:sp>
          <p:sp>
            <p:nvSpPr>
              <p:cNvPr id="216102" name="Oval 174">
                <a:extLst>
                  <a:ext uri="{FF2B5EF4-FFF2-40B4-BE49-F238E27FC236}">
                    <a16:creationId xmlns:a16="http://schemas.microsoft.com/office/drawing/2014/main" id="{D6376FA8-625B-36FA-7541-49E57989E261}"/>
                  </a:ext>
                </a:extLst>
              </p:cNvPr>
              <p:cNvSpPr>
                <a:spLocks noChangeArrowheads="1"/>
              </p:cNvSpPr>
              <p:nvPr/>
            </p:nvSpPr>
            <p:spPr bwMode="auto">
              <a:xfrm>
                <a:off x="2473" y="1395"/>
                <a:ext cx="752" cy="816"/>
              </a:xfrm>
              <a:prstGeom prst="ellipse">
                <a:avLst/>
              </a:prstGeom>
              <a:grp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400" b="1" i="0" u="none" strike="noStrike" kern="1200" cap="none" spc="0" normalizeH="0" baseline="0" noProof="0">
                  <a:ln>
                    <a:noFill/>
                  </a:ln>
                  <a:solidFill>
                    <a:srgbClr val="0000CC"/>
                  </a:solidFill>
                  <a:effectLst/>
                  <a:uLnTx/>
                  <a:uFillTx/>
                  <a:latin typeface="微软雅黑" pitchFamily="34" charset="-122"/>
                  <a:ea typeface="微软雅黑" pitchFamily="34" charset="-122"/>
                  <a:cs typeface="+mn-cs"/>
                </a:endParaRPr>
              </a:p>
            </p:txBody>
          </p:sp>
          <p:sp>
            <p:nvSpPr>
              <p:cNvPr id="216103" name="Oval 175">
                <a:extLst>
                  <a:ext uri="{FF2B5EF4-FFF2-40B4-BE49-F238E27FC236}">
                    <a16:creationId xmlns:a16="http://schemas.microsoft.com/office/drawing/2014/main" id="{519454D8-CF23-53A6-62BD-AFDF4C9C222B}"/>
                  </a:ext>
                </a:extLst>
              </p:cNvPr>
              <p:cNvSpPr>
                <a:spLocks noChangeArrowheads="1"/>
              </p:cNvSpPr>
              <p:nvPr/>
            </p:nvSpPr>
            <p:spPr bwMode="auto">
              <a:xfrm>
                <a:off x="1346" y="1144"/>
                <a:ext cx="1547" cy="816"/>
              </a:xfrm>
              <a:prstGeom prst="ellipse">
                <a:avLst/>
              </a:prstGeom>
              <a:grp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400" b="1" i="0" u="none" strike="noStrike" kern="1200" cap="none" spc="0" normalizeH="0" baseline="0" noProof="0">
                  <a:ln>
                    <a:noFill/>
                  </a:ln>
                  <a:solidFill>
                    <a:srgbClr val="0000CC"/>
                  </a:solidFill>
                  <a:effectLst/>
                  <a:uLnTx/>
                  <a:uFillTx/>
                  <a:latin typeface="微软雅黑" pitchFamily="34" charset="-122"/>
                  <a:ea typeface="微软雅黑" pitchFamily="34" charset="-122"/>
                  <a:cs typeface="+mn-cs"/>
                </a:endParaRPr>
              </a:p>
            </p:txBody>
          </p:sp>
        </p:grpSp>
      </p:grpSp>
      <p:sp>
        <p:nvSpPr>
          <p:cNvPr id="276490" name="Text Box 176">
            <a:extLst>
              <a:ext uri="{FF2B5EF4-FFF2-40B4-BE49-F238E27FC236}">
                <a16:creationId xmlns:a16="http://schemas.microsoft.com/office/drawing/2014/main" id="{53817C63-A9BC-43F5-33C6-718244E5FCCF}"/>
              </a:ext>
            </a:extLst>
          </p:cNvPr>
          <p:cNvSpPr txBox="1">
            <a:spLocks noChangeArrowheads="1"/>
          </p:cNvSpPr>
          <p:nvPr/>
        </p:nvSpPr>
        <p:spPr bwMode="auto">
          <a:xfrm>
            <a:off x="1341438" y="3355975"/>
            <a:ext cx="1493837" cy="52387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宋体" panose="02010600030101010101" pitchFamily="2" charset="-122"/>
              </a:defRPr>
            </a:lvl2pPr>
            <a:lvl3pPr marL="1143000" indent="-228600">
              <a:spcBef>
                <a:spcPct val="20000"/>
              </a:spcBef>
              <a:buChar char="•"/>
              <a:defRPr kumimoji="1" sz="2000">
                <a:solidFill>
                  <a:schemeClr val="tx1"/>
                </a:solidFill>
                <a:latin typeface="Comic Sans MS" panose="030F0902030302020204" pitchFamily="66"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400" b="1" i="0" u="none" strike="noStrike" kern="1200" cap="none" spc="0" normalizeH="0" baseline="0" noProof="0">
                <a:ln>
                  <a:noFill/>
                </a:ln>
                <a:solidFill>
                  <a:srgbClr val="FFFFFF"/>
                </a:solidFill>
                <a:effectLst/>
                <a:uLnTx/>
                <a:uFillTx/>
                <a:latin typeface="微软雅黑" panose="020B0503020204020204" pitchFamily="34" charset="-122"/>
                <a:ea typeface="宋体" panose="02010600030101010101" pitchFamily="2" charset="-122"/>
                <a:cs typeface="+mn-cs"/>
              </a:rPr>
              <a:t> </a:t>
            </a:r>
            <a:r>
              <a:rPr kumimoji="1" lang="zh-CN" altLang="en-US" sz="1400" b="1" i="0" u="none" strike="noStrike" kern="1200" cap="none" spc="0" normalizeH="0" baseline="0" noProof="0">
                <a:ln>
                  <a:noFill/>
                </a:ln>
                <a:solidFill>
                  <a:srgbClr val="FFFFFF"/>
                </a:solidFill>
                <a:effectLst/>
                <a:uLnTx/>
                <a:uFillTx/>
                <a:latin typeface="微软雅黑" panose="020B0503020204020204" pitchFamily="34" charset="-122"/>
                <a:ea typeface="宋体" panose="02010600030101010101" pitchFamily="2" charset="-122"/>
                <a:cs typeface="+mn-cs"/>
              </a:rPr>
              <a:t>用内部网关协议</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1" lang="zh-CN" altLang="en-US" sz="1400" b="1" i="0" u="none" strike="noStrike" kern="1200" cap="none" spc="0" normalizeH="0" baseline="0" noProof="0">
                <a:ln>
                  <a:noFill/>
                </a:ln>
                <a:solidFill>
                  <a:srgbClr val="FFFFFF"/>
                </a:solidFill>
                <a:effectLst/>
                <a:uLnTx/>
                <a:uFillTx/>
                <a:latin typeface="微软雅黑" panose="020B0503020204020204" pitchFamily="34" charset="-122"/>
                <a:ea typeface="宋体" panose="02010600030101010101" pitchFamily="2" charset="-122"/>
                <a:cs typeface="+mn-cs"/>
              </a:rPr>
              <a:t>（例如，</a:t>
            </a:r>
            <a:r>
              <a:rPr kumimoji="1" lang="en-US" altLang="zh-CN" sz="1400" b="1" i="0" u="none" strike="noStrike" kern="1200" cap="none" spc="0" normalizeH="0" baseline="0" noProof="0">
                <a:ln>
                  <a:noFill/>
                </a:ln>
                <a:solidFill>
                  <a:srgbClr val="FFFFFF"/>
                </a:solidFill>
                <a:effectLst/>
                <a:uLnTx/>
                <a:uFillTx/>
                <a:latin typeface="微软雅黑" panose="020B0503020204020204" pitchFamily="34" charset="-122"/>
                <a:ea typeface="宋体" panose="02010600030101010101" pitchFamily="2" charset="-122"/>
                <a:cs typeface="+mn-cs"/>
              </a:rPr>
              <a:t>RIP</a:t>
            </a:r>
            <a:r>
              <a:rPr kumimoji="1" lang="zh-CN" altLang="en-US" sz="1400" b="1" i="0" u="none" strike="noStrike" kern="1200" cap="none" spc="0" normalizeH="0" baseline="0" noProof="0">
                <a:ln>
                  <a:noFill/>
                </a:ln>
                <a:solidFill>
                  <a:srgbClr val="FFFFFF"/>
                </a:solidFill>
                <a:effectLst/>
                <a:uLnTx/>
                <a:uFillTx/>
                <a:latin typeface="微软雅黑" panose="020B0503020204020204" pitchFamily="34" charset="-122"/>
                <a:ea typeface="宋体" panose="02010600030101010101" pitchFamily="2" charset="-122"/>
                <a:cs typeface="+mn-cs"/>
              </a:rPr>
              <a:t>）</a:t>
            </a:r>
          </a:p>
        </p:txBody>
      </p:sp>
      <p:sp>
        <p:nvSpPr>
          <p:cNvPr id="276491" name="Text Box 177">
            <a:extLst>
              <a:ext uri="{FF2B5EF4-FFF2-40B4-BE49-F238E27FC236}">
                <a16:creationId xmlns:a16="http://schemas.microsoft.com/office/drawing/2014/main" id="{92AD917E-69D1-24FE-AF53-D113BACE0041}"/>
              </a:ext>
            </a:extLst>
          </p:cNvPr>
          <p:cNvSpPr txBox="1">
            <a:spLocks noChangeArrowheads="1"/>
          </p:cNvSpPr>
          <p:nvPr/>
        </p:nvSpPr>
        <p:spPr bwMode="auto">
          <a:xfrm>
            <a:off x="6261100" y="2557463"/>
            <a:ext cx="1079500" cy="30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宋体" panose="02010600030101010101" pitchFamily="2" charset="-122"/>
              </a:defRPr>
            </a:lvl2pPr>
            <a:lvl3pPr marL="1143000" indent="-228600">
              <a:spcBef>
                <a:spcPct val="20000"/>
              </a:spcBef>
              <a:buChar char="•"/>
              <a:defRPr kumimoji="1" sz="2000">
                <a:solidFill>
                  <a:schemeClr val="tx1"/>
                </a:solidFill>
                <a:latin typeface="Comic Sans MS" panose="030F0902030302020204" pitchFamily="66"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1400" b="1" i="0" u="none" strike="noStrike" kern="1200" cap="none" spc="0" normalizeH="0" baseline="0" noProof="0">
                <a:ln>
                  <a:noFill/>
                </a:ln>
                <a:solidFill>
                  <a:srgbClr val="CC00CC"/>
                </a:solidFill>
                <a:effectLst/>
                <a:uLnTx/>
                <a:uFillTx/>
                <a:latin typeface="微软雅黑" panose="020B0503020204020204" pitchFamily="34" charset="-122"/>
                <a:ea typeface="宋体" panose="02010600030101010101" pitchFamily="2" charset="-122"/>
                <a:cs typeface="+mn-cs"/>
              </a:rPr>
              <a:t>自治系统 </a:t>
            </a:r>
            <a:r>
              <a:rPr kumimoji="1" lang="en-US" altLang="zh-CN" sz="1400" b="1" i="0" u="none" strike="noStrike" kern="1200" cap="none" spc="0" normalizeH="0" baseline="0" noProof="0">
                <a:ln>
                  <a:noFill/>
                </a:ln>
                <a:solidFill>
                  <a:srgbClr val="CC00CC"/>
                </a:solidFill>
                <a:effectLst/>
                <a:uLnTx/>
                <a:uFillTx/>
                <a:latin typeface="微软雅黑" panose="020B0503020204020204" pitchFamily="34" charset="-122"/>
                <a:ea typeface="宋体" panose="02010600030101010101" pitchFamily="2" charset="-122"/>
                <a:cs typeface="+mn-cs"/>
              </a:rPr>
              <a:t>B</a:t>
            </a:r>
          </a:p>
        </p:txBody>
      </p:sp>
      <p:sp>
        <p:nvSpPr>
          <p:cNvPr id="276492" name="Text Box 178">
            <a:extLst>
              <a:ext uri="{FF2B5EF4-FFF2-40B4-BE49-F238E27FC236}">
                <a16:creationId xmlns:a16="http://schemas.microsoft.com/office/drawing/2014/main" id="{CA17F43C-FF9E-1858-51CF-0925CA8DD43B}"/>
              </a:ext>
            </a:extLst>
          </p:cNvPr>
          <p:cNvSpPr txBox="1">
            <a:spLocks noChangeArrowheads="1"/>
          </p:cNvSpPr>
          <p:nvPr/>
        </p:nvSpPr>
        <p:spPr bwMode="auto">
          <a:xfrm>
            <a:off x="1522413" y="2651125"/>
            <a:ext cx="1089025" cy="30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宋体" panose="02010600030101010101" pitchFamily="2" charset="-122"/>
              </a:defRPr>
            </a:lvl2pPr>
            <a:lvl3pPr marL="1143000" indent="-228600">
              <a:spcBef>
                <a:spcPct val="20000"/>
              </a:spcBef>
              <a:buChar char="•"/>
              <a:defRPr kumimoji="1" sz="2000">
                <a:solidFill>
                  <a:schemeClr val="tx1"/>
                </a:solidFill>
                <a:latin typeface="Comic Sans MS" panose="030F0902030302020204" pitchFamily="66"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1400" b="1" i="0" u="none" strike="noStrike" kern="1200" cap="none" spc="0" normalizeH="0" baseline="0" noProof="0">
                <a:ln>
                  <a:noFill/>
                </a:ln>
                <a:solidFill>
                  <a:srgbClr val="CC00CC"/>
                </a:solidFill>
                <a:effectLst/>
                <a:uLnTx/>
                <a:uFillTx/>
                <a:latin typeface="微软雅黑" panose="020B0503020204020204" pitchFamily="34" charset="-122"/>
                <a:ea typeface="宋体" panose="02010600030101010101" pitchFamily="2" charset="-122"/>
                <a:cs typeface="+mn-cs"/>
              </a:rPr>
              <a:t>自治系统 </a:t>
            </a:r>
            <a:r>
              <a:rPr kumimoji="1" lang="en-US" altLang="zh-CN" sz="1400" b="1" i="0" u="none" strike="noStrike" kern="1200" cap="none" spc="0" normalizeH="0" baseline="0" noProof="0">
                <a:ln>
                  <a:noFill/>
                </a:ln>
                <a:solidFill>
                  <a:srgbClr val="CC00CC"/>
                </a:solidFill>
                <a:effectLst/>
                <a:uLnTx/>
                <a:uFillTx/>
                <a:latin typeface="微软雅黑" panose="020B0503020204020204" pitchFamily="34" charset="-122"/>
                <a:ea typeface="宋体" panose="02010600030101010101" pitchFamily="2" charset="-122"/>
                <a:cs typeface="+mn-cs"/>
              </a:rPr>
              <a:t>A</a:t>
            </a:r>
          </a:p>
        </p:txBody>
      </p:sp>
      <p:pic>
        <p:nvPicPr>
          <p:cNvPr id="276493" name="Picture 179">
            <a:extLst>
              <a:ext uri="{FF2B5EF4-FFF2-40B4-BE49-F238E27FC236}">
                <a16:creationId xmlns:a16="http://schemas.microsoft.com/office/drawing/2014/main" id="{73CB27DC-CCB4-FDD2-539A-4211919DDEED}"/>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973388" y="3241675"/>
            <a:ext cx="523875" cy="3286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276494" name="Picture 180">
            <a:extLst>
              <a:ext uri="{FF2B5EF4-FFF2-40B4-BE49-F238E27FC236}">
                <a16:creationId xmlns:a16="http://schemas.microsoft.com/office/drawing/2014/main" id="{CBF95477-2629-D8B4-F6FB-3D6F35563F09}"/>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337175" y="3241675"/>
            <a:ext cx="522288" cy="330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276495" name="Text Box 181">
            <a:extLst>
              <a:ext uri="{FF2B5EF4-FFF2-40B4-BE49-F238E27FC236}">
                <a16:creationId xmlns:a16="http://schemas.microsoft.com/office/drawing/2014/main" id="{A399144C-A282-2875-1A27-F0C283160C2B}"/>
              </a:ext>
            </a:extLst>
          </p:cNvPr>
          <p:cNvSpPr txBox="1">
            <a:spLocks noChangeArrowheads="1"/>
          </p:cNvSpPr>
          <p:nvPr/>
        </p:nvSpPr>
        <p:spPr bwMode="auto">
          <a:xfrm>
            <a:off x="3702050" y="2932113"/>
            <a:ext cx="1439863" cy="461962"/>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宋体" panose="02010600030101010101" pitchFamily="2" charset="-122"/>
              </a:defRPr>
            </a:lvl2pPr>
            <a:lvl3pPr marL="1143000" indent="-228600">
              <a:spcBef>
                <a:spcPct val="20000"/>
              </a:spcBef>
              <a:buChar char="•"/>
              <a:defRPr kumimoji="1" sz="2000">
                <a:solidFill>
                  <a:schemeClr val="tx1"/>
                </a:solidFill>
                <a:latin typeface="Comic Sans MS" panose="030F0902030302020204" pitchFamily="66"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zh-CN" altLang="en-US" sz="1200" b="1" i="0" u="none" strike="noStrike" kern="1200" cap="none" spc="0" normalizeH="0" baseline="0" noProof="0">
                <a:ln>
                  <a:noFill/>
                </a:ln>
                <a:solidFill>
                  <a:srgbClr val="000000"/>
                </a:solidFill>
                <a:effectLst/>
                <a:uLnTx/>
                <a:uFillTx/>
                <a:latin typeface="微软雅黑" panose="020B0503020204020204" pitchFamily="34" charset="-122"/>
                <a:ea typeface="宋体" panose="02010600030101010101" pitchFamily="2" charset="-122"/>
                <a:cs typeface="+mn-cs"/>
              </a:rPr>
              <a:t>用外部网关协议</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1" lang="zh-CN" altLang="en-US" sz="1200" b="1" i="0" u="none" strike="noStrike" kern="1200" cap="none" spc="0" normalizeH="0" baseline="0" noProof="0">
                <a:ln>
                  <a:noFill/>
                </a:ln>
                <a:solidFill>
                  <a:srgbClr val="000000"/>
                </a:solidFill>
                <a:effectLst/>
                <a:uLnTx/>
                <a:uFillTx/>
                <a:latin typeface="微软雅黑" panose="020B0503020204020204" pitchFamily="34" charset="-122"/>
                <a:ea typeface="宋体" panose="02010600030101010101" pitchFamily="2" charset="-122"/>
                <a:cs typeface="+mn-cs"/>
              </a:rPr>
              <a:t>（例如，</a:t>
            </a:r>
            <a:r>
              <a:rPr kumimoji="1" lang="en-US" altLang="zh-CN" sz="1200" b="1" i="0" u="none" strike="noStrike" kern="1200" cap="none" spc="0" normalizeH="0" baseline="0" noProof="0">
                <a:ln>
                  <a:noFill/>
                </a:ln>
                <a:solidFill>
                  <a:srgbClr val="000000"/>
                </a:solidFill>
                <a:effectLst/>
                <a:uLnTx/>
                <a:uFillTx/>
                <a:latin typeface="微软雅黑" panose="020B0503020204020204" pitchFamily="34" charset="-122"/>
                <a:ea typeface="宋体" panose="02010600030101010101" pitchFamily="2" charset="-122"/>
                <a:cs typeface="+mn-cs"/>
              </a:rPr>
              <a:t>BGP-4</a:t>
            </a:r>
            <a:r>
              <a:rPr kumimoji="1" lang="zh-CN" altLang="en-US" sz="1200" b="1" i="0" u="none" strike="noStrike" kern="1200" cap="none" spc="0" normalizeH="0" baseline="0" noProof="0">
                <a:ln>
                  <a:noFill/>
                </a:ln>
                <a:solidFill>
                  <a:srgbClr val="000000"/>
                </a:solidFill>
                <a:effectLst/>
                <a:uLnTx/>
                <a:uFillTx/>
                <a:latin typeface="微软雅黑" panose="020B0503020204020204" pitchFamily="34" charset="-122"/>
                <a:ea typeface="宋体" panose="02010600030101010101" pitchFamily="2" charset="-122"/>
                <a:cs typeface="+mn-cs"/>
              </a:rPr>
              <a:t>）</a:t>
            </a:r>
          </a:p>
        </p:txBody>
      </p:sp>
      <p:sp>
        <p:nvSpPr>
          <p:cNvPr id="276496" name="Text Box 182">
            <a:extLst>
              <a:ext uri="{FF2B5EF4-FFF2-40B4-BE49-F238E27FC236}">
                <a16:creationId xmlns:a16="http://schemas.microsoft.com/office/drawing/2014/main" id="{B1C7A1F8-E8C5-35AB-F65D-B6B2D47C7244}"/>
              </a:ext>
            </a:extLst>
          </p:cNvPr>
          <p:cNvSpPr txBox="1">
            <a:spLocks noChangeArrowheads="1"/>
          </p:cNvSpPr>
          <p:nvPr/>
        </p:nvSpPr>
        <p:spPr bwMode="auto">
          <a:xfrm>
            <a:off x="3009900" y="2946400"/>
            <a:ext cx="382588" cy="30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宋体" panose="02010600030101010101" pitchFamily="2" charset="-122"/>
              </a:defRPr>
            </a:lvl2pPr>
            <a:lvl3pPr marL="1143000" indent="-228600">
              <a:spcBef>
                <a:spcPct val="20000"/>
              </a:spcBef>
              <a:buChar char="•"/>
              <a:defRPr kumimoji="1" sz="2000">
                <a:solidFill>
                  <a:schemeClr val="tx1"/>
                </a:solidFill>
                <a:latin typeface="Comic Sans MS" panose="030F0902030302020204" pitchFamily="66"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1400" b="1" i="0" u="none" strike="noStrike" kern="1200" cap="none" spc="0" normalizeH="0" baseline="0" noProof="0">
                <a:ln>
                  <a:noFill/>
                </a:ln>
                <a:solidFill>
                  <a:srgbClr val="0000CC"/>
                </a:solidFill>
                <a:effectLst/>
                <a:uLnTx/>
                <a:uFillTx/>
                <a:latin typeface="微软雅黑" panose="020B0503020204020204" pitchFamily="34" charset="-122"/>
                <a:ea typeface="宋体" panose="02010600030101010101" pitchFamily="2" charset="-122"/>
                <a:cs typeface="+mn-cs"/>
              </a:rPr>
              <a:t>R</a:t>
            </a:r>
            <a:r>
              <a:rPr kumimoji="1" lang="en-US" altLang="zh-CN" sz="1400" b="1" i="0" u="none" strike="noStrike" kern="1200" cap="none" spc="0" normalizeH="0" baseline="-25000" noProof="0">
                <a:ln>
                  <a:noFill/>
                </a:ln>
                <a:solidFill>
                  <a:srgbClr val="0000CC"/>
                </a:solidFill>
                <a:effectLst/>
                <a:uLnTx/>
                <a:uFillTx/>
                <a:latin typeface="微软雅黑" panose="020B0503020204020204" pitchFamily="34" charset="-122"/>
                <a:ea typeface="宋体" panose="02010600030101010101" pitchFamily="2" charset="-122"/>
                <a:cs typeface="+mn-cs"/>
              </a:rPr>
              <a:t>1</a:t>
            </a:r>
          </a:p>
        </p:txBody>
      </p:sp>
      <p:sp>
        <p:nvSpPr>
          <p:cNvPr id="276497" name="Text Box 183">
            <a:extLst>
              <a:ext uri="{FF2B5EF4-FFF2-40B4-BE49-F238E27FC236}">
                <a16:creationId xmlns:a16="http://schemas.microsoft.com/office/drawing/2014/main" id="{D038703B-07DC-81EB-1831-D0578CF8C496}"/>
              </a:ext>
            </a:extLst>
          </p:cNvPr>
          <p:cNvSpPr txBox="1">
            <a:spLocks noChangeArrowheads="1"/>
          </p:cNvSpPr>
          <p:nvPr/>
        </p:nvSpPr>
        <p:spPr bwMode="auto">
          <a:xfrm>
            <a:off x="5486400" y="2965450"/>
            <a:ext cx="384175" cy="30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宋体" panose="02010600030101010101" pitchFamily="2" charset="-122"/>
              </a:defRPr>
            </a:lvl2pPr>
            <a:lvl3pPr marL="1143000" indent="-228600">
              <a:spcBef>
                <a:spcPct val="20000"/>
              </a:spcBef>
              <a:buChar char="•"/>
              <a:defRPr kumimoji="1" sz="2000">
                <a:solidFill>
                  <a:schemeClr val="tx1"/>
                </a:solidFill>
                <a:latin typeface="Comic Sans MS" panose="030F0902030302020204" pitchFamily="66"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1400" b="1" i="0" u="none" strike="noStrike" kern="1200" cap="none" spc="0" normalizeH="0" baseline="0" noProof="0">
                <a:ln>
                  <a:noFill/>
                </a:ln>
                <a:solidFill>
                  <a:srgbClr val="0000CC"/>
                </a:solidFill>
                <a:effectLst/>
                <a:uLnTx/>
                <a:uFillTx/>
                <a:latin typeface="微软雅黑" panose="020B0503020204020204" pitchFamily="34" charset="-122"/>
                <a:ea typeface="宋体" panose="02010600030101010101" pitchFamily="2" charset="-122"/>
                <a:cs typeface="+mn-cs"/>
              </a:rPr>
              <a:t>R</a:t>
            </a:r>
            <a:r>
              <a:rPr kumimoji="1" lang="en-US" altLang="zh-CN" sz="1400" b="1" i="0" u="none" strike="noStrike" kern="1200" cap="none" spc="0" normalizeH="0" baseline="-25000" noProof="0">
                <a:ln>
                  <a:noFill/>
                </a:ln>
                <a:solidFill>
                  <a:srgbClr val="0000CC"/>
                </a:solidFill>
                <a:effectLst/>
                <a:uLnTx/>
                <a:uFillTx/>
                <a:latin typeface="微软雅黑" panose="020B0503020204020204" pitchFamily="34" charset="-122"/>
                <a:ea typeface="宋体" panose="02010600030101010101" pitchFamily="2" charset="-122"/>
                <a:cs typeface="+mn-cs"/>
              </a:rPr>
              <a:t>2</a:t>
            </a:r>
          </a:p>
        </p:txBody>
      </p:sp>
      <p:sp>
        <p:nvSpPr>
          <p:cNvPr id="276498" name="Text Box 184">
            <a:extLst>
              <a:ext uri="{FF2B5EF4-FFF2-40B4-BE49-F238E27FC236}">
                <a16:creationId xmlns:a16="http://schemas.microsoft.com/office/drawing/2014/main" id="{922A7E24-8428-5072-8D9B-0CC669847669}"/>
              </a:ext>
            </a:extLst>
          </p:cNvPr>
          <p:cNvSpPr txBox="1">
            <a:spLocks noChangeArrowheads="1"/>
          </p:cNvSpPr>
          <p:nvPr/>
        </p:nvSpPr>
        <p:spPr bwMode="auto">
          <a:xfrm>
            <a:off x="6080125" y="3346450"/>
            <a:ext cx="1557338" cy="52387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宋体" panose="02010600030101010101" pitchFamily="2" charset="-122"/>
              </a:defRPr>
            </a:lvl2pPr>
            <a:lvl3pPr marL="1143000" indent="-228600">
              <a:spcBef>
                <a:spcPct val="20000"/>
              </a:spcBef>
              <a:buChar char="•"/>
              <a:defRPr kumimoji="1" sz="2000">
                <a:solidFill>
                  <a:schemeClr val="tx1"/>
                </a:solidFill>
                <a:latin typeface="Comic Sans MS" panose="030F0902030302020204" pitchFamily="66"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400" b="1" i="0" u="none" strike="noStrike" kern="1200" cap="none" spc="0" normalizeH="0" baseline="0" noProof="0">
                <a:ln>
                  <a:noFill/>
                </a:ln>
                <a:solidFill>
                  <a:srgbClr val="FFFFFF"/>
                </a:solidFill>
                <a:effectLst/>
                <a:uLnTx/>
                <a:uFillTx/>
                <a:latin typeface="微软雅黑" panose="020B0503020204020204" pitchFamily="34" charset="-122"/>
                <a:ea typeface="宋体" panose="02010600030101010101" pitchFamily="2" charset="-122"/>
                <a:cs typeface="+mn-cs"/>
              </a:rPr>
              <a:t> </a:t>
            </a:r>
            <a:r>
              <a:rPr kumimoji="1" lang="zh-CN" altLang="en-US" sz="1400" b="1" i="0" u="none" strike="noStrike" kern="1200" cap="none" spc="0" normalizeH="0" baseline="0" noProof="0">
                <a:ln>
                  <a:noFill/>
                </a:ln>
                <a:solidFill>
                  <a:srgbClr val="FFFFFF"/>
                </a:solidFill>
                <a:effectLst/>
                <a:uLnTx/>
                <a:uFillTx/>
                <a:latin typeface="微软雅黑" panose="020B0503020204020204" pitchFamily="34" charset="-122"/>
                <a:ea typeface="宋体" panose="02010600030101010101" pitchFamily="2" charset="-122"/>
                <a:cs typeface="+mn-cs"/>
              </a:rPr>
              <a:t>用内部网关协议</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1" lang="zh-CN" altLang="en-US" sz="1400" b="1" i="0" u="none" strike="noStrike" kern="1200" cap="none" spc="0" normalizeH="0" baseline="0" noProof="0">
                <a:ln>
                  <a:noFill/>
                </a:ln>
                <a:solidFill>
                  <a:srgbClr val="FFFFFF"/>
                </a:solidFill>
                <a:effectLst/>
                <a:uLnTx/>
                <a:uFillTx/>
                <a:latin typeface="微软雅黑" panose="020B0503020204020204" pitchFamily="34" charset="-122"/>
                <a:ea typeface="宋体" panose="02010600030101010101" pitchFamily="2" charset="-122"/>
                <a:cs typeface="+mn-cs"/>
              </a:rPr>
              <a:t>（例如，</a:t>
            </a:r>
            <a:r>
              <a:rPr kumimoji="1" lang="en-US" altLang="zh-CN" sz="1400" b="1" i="0" u="none" strike="noStrike" kern="1200" cap="none" spc="0" normalizeH="0" baseline="0" noProof="0">
                <a:ln>
                  <a:noFill/>
                </a:ln>
                <a:solidFill>
                  <a:srgbClr val="FFFFFF"/>
                </a:solidFill>
                <a:effectLst/>
                <a:uLnTx/>
                <a:uFillTx/>
                <a:latin typeface="微软雅黑" panose="020B0503020204020204" pitchFamily="34" charset="-122"/>
                <a:ea typeface="宋体" panose="02010600030101010101" pitchFamily="2" charset="-122"/>
                <a:cs typeface="+mn-cs"/>
              </a:rPr>
              <a:t>OSPF</a:t>
            </a:r>
            <a:r>
              <a:rPr kumimoji="1" lang="zh-CN" altLang="en-US" sz="1400" b="1" i="0" u="none" strike="noStrike" kern="1200" cap="none" spc="0" normalizeH="0" baseline="0" noProof="0">
                <a:ln>
                  <a:noFill/>
                </a:ln>
                <a:solidFill>
                  <a:srgbClr val="FFFFFF"/>
                </a:solidFill>
                <a:effectLst/>
                <a:uLnTx/>
                <a:uFillTx/>
                <a:latin typeface="微软雅黑" panose="020B0503020204020204" pitchFamily="34" charset="-122"/>
                <a:ea typeface="宋体" panose="02010600030101010101" pitchFamily="2" charset="-122"/>
                <a:cs typeface="+mn-cs"/>
              </a:rPr>
              <a:t>）</a:t>
            </a:r>
          </a:p>
        </p:txBody>
      </p:sp>
      <p:sp>
        <p:nvSpPr>
          <p:cNvPr id="276499" name="Line 185">
            <a:extLst>
              <a:ext uri="{FF2B5EF4-FFF2-40B4-BE49-F238E27FC236}">
                <a16:creationId xmlns:a16="http://schemas.microsoft.com/office/drawing/2014/main" id="{E39687A1-BA62-0BD7-5A88-8F1D6F610DB2}"/>
              </a:ext>
            </a:extLst>
          </p:cNvPr>
          <p:cNvSpPr>
            <a:spLocks noChangeShapeType="1"/>
          </p:cNvSpPr>
          <p:nvPr/>
        </p:nvSpPr>
        <p:spPr bwMode="auto">
          <a:xfrm>
            <a:off x="3462338" y="3411538"/>
            <a:ext cx="1925637" cy="3175"/>
          </a:xfrm>
          <a:prstGeom prst="line">
            <a:avLst/>
          </a:prstGeom>
          <a:noFill/>
          <a:ln w="57150">
            <a:solidFill>
              <a:srgbClr val="0000FF"/>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mn-cs"/>
            </a:endParaRPr>
          </a:p>
        </p:txBody>
      </p:sp>
      <p:sp>
        <p:nvSpPr>
          <p:cNvPr id="216114" name="矩形 216113">
            <a:extLst>
              <a:ext uri="{FF2B5EF4-FFF2-40B4-BE49-F238E27FC236}">
                <a16:creationId xmlns:a16="http://schemas.microsoft.com/office/drawing/2014/main" id="{08345159-2302-1588-25EA-5E4AC38B7CA9}"/>
              </a:ext>
            </a:extLst>
          </p:cNvPr>
          <p:cNvSpPr/>
          <p:nvPr/>
        </p:nvSpPr>
        <p:spPr>
          <a:xfrm>
            <a:off x="847725" y="5232400"/>
            <a:ext cx="7448550" cy="755650"/>
          </a:xfrm>
          <a:prstGeom prst="rect">
            <a:avLst/>
          </a:prstGeom>
          <a:solidFill>
            <a:schemeClr val="bg2">
              <a:lumMod val="20000"/>
              <a:lumOff val="80000"/>
            </a:schemeClr>
          </a:solidFill>
          <a:ln>
            <a:solidFill>
              <a:srgbClr val="000099"/>
            </a:solidFill>
          </a:ln>
        </p:spPr>
        <p:txBody>
          <a:bodyPr>
            <a:spAutoFit/>
          </a:bodyPr>
          <a:lstStyle>
            <a:lvl1pPr>
              <a:defRPr>
                <a:solidFill>
                  <a:schemeClr val="tx1"/>
                </a:solidFill>
                <a:latin typeface="Comic Sans MS" panose="030F0902030302020204" pitchFamily="66" charset="0"/>
                <a:ea typeface="宋体" panose="02010600030101010101" pitchFamily="2" charset="-122"/>
              </a:defRPr>
            </a:lvl1pPr>
            <a:lvl2pPr marL="742950" indent="-285750">
              <a:defRPr>
                <a:solidFill>
                  <a:schemeClr val="tx1"/>
                </a:solidFill>
                <a:latin typeface="Comic Sans MS" panose="030F0902030302020204" pitchFamily="66" charset="0"/>
                <a:ea typeface="宋体" panose="02010600030101010101" pitchFamily="2" charset="-122"/>
              </a:defRPr>
            </a:lvl2pPr>
            <a:lvl3pPr marL="1143000" indent="-228600">
              <a:defRPr>
                <a:solidFill>
                  <a:schemeClr val="tx1"/>
                </a:solidFill>
                <a:latin typeface="Comic Sans MS" panose="030F0902030302020204" pitchFamily="66" charset="0"/>
                <a:ea typeface="宋体" panose="02010600030101010101" pitchFamily="2" charset="-122"/>
              </a:defRPr>
            </a:lvl3pPr>
            <a:lvl4pPr marL="1600200" indent="-228600">
              <a:defRPr>
                <a:solidFill>
                  <a:schemeClr val="tx1"/>
                </a:solidFill>
                <a:latin typeface="Comic Sans MS" panose="030F0902030302020204" pitchFamily="66" charset="0"/>
                <a:ea typeface="宋体" panose="02010600030101010101" pitchFamily="2" charset="-122"/>
              </a:defRPr>
            </a:lvl4pPr>
            <a:lvl5pPr marL="2057400" indent="-228600">
              <a:defRPr>
                <a:solidFill>
                  <a:schemeClr val="tx1"/>
                </a:solidFill>
                <a:latin typeface="Comic Sans MS" panose="030F0902030302020204" pitchFamily="66"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Comic Sans MS" panose="030F0902030302020204" pitchFamily="66"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Comic Sans MS" panose="030F0902030302020204" pitchFamily="66"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Comic Sans MS" panose="030F0902030302020204" pitchFamily="66"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Comic Sans MS" panose="030F0902030302020204" pitchFamily="66" charset="0"/>
                <a:ea typeface="宋体" panose="02010600030101010101" pitchFamily="2" charset="-122"/>
              </a:defRPr>
            </a:lvl9pPr>
          </a:lstStyle>
          <a:p>
            <a:pPr marL="0" marR="0" lvl="0" indent="0" algn="l" defTabSz="914400" rtl="0" eaLnBrk="1" fontAlgn="base" latinLnBrk="0" hangingPunct="1">
              <a:lnSpc>
                <a:spcPct val="120000"/>
              </a:lnSpc>
              <a:spcBef>
                <a:spcPct val="0"/>
              </a:spcBef>
              <a:spcAft>
                <a:spcPct val="0"/>
              </a:spcAft>
              <a:buClrTx/>
              <a:buSzTx/>
              <a:buFontTx/>
              <a:buNone/>
              <a:tabLst/>
              <a:defRPr/>
            </a:pPr>
            <a:r>
              <a:rPr kumimoji="0" lang="zh-CN" altLang="en-US" sz="1800" b="1" i="0" u="none" strike="noStrike" kern="1200" cap="none" spc="0" normalizeH="0" baseline="0" noProof="0">
                <a:ln>
                  <a:noFill/>
                </a:ln>
                <a:solidFill>
                  <a:srgbClr val="000000"/>
                </a:solidFill>
                <a:effectLst/>
                <a:uLnTx/>
                <a:uFillTx/>
                <a:latin typeface="微软雅黑" panose="020B0503020204020204" pitchFamily="34" charset="-122"/>
                <a:ea typeface="宋体" panose="02010600030101010101" pitchFamily="2" charset="-122"/>
                <a:cs typeface="+mn-cs"/>
              </a:rPr>
              <a:t>自治系统之间的路由选择也叫做</a:t>
            </a:r>
            <a:r>
              <a:rPr kumimoji="0" lang="zh-CN" altLang="en-US" sz="1800" b="1" i="0" u="none" strike="noStrike" kern="1200" cap="none" spc="0" normalizeH="0" baseline="0" noProof="0">
                <a:ln>
                  <a:noFill/>
                </a:ln>
                <a:solidFill>
                  <a:srgbClr val="C00000"/>
                </a:solidFill>
                <a:effectLst/>
                <a:uLnTx/>
                <a:uFillTx/>
                <a:latin typeface="微软雅黑" panose="020B0503020204020204" pitchFamily="34" charset="-122"/>
                <a:ea typeface="宋体" panose="02010600030101010101" pitchFamily="2" charset="-122"/>
                <a:cs typeface="+mn-cs"/>
              </a:rPr>
              <a:t>域间路由选择 </a:t>
            </a:r>
            <a:r>
              <a:rPr kumimoji="0" lang="en-US" altLang="zh-CN" sz="1800" b="1" i="0" u="none" strike="noStrike" kern="1200" cap="none" spc="0" normalizeH="0" baseline="0" noProof="0">
                <a:ln>
                  <a:noFill/>
                </a:ln>
                <a:solidFill>
                  <a:srgbClr val="000000"/>
                </a:solidFill>
                <a:effectLst/>
                <a:uLnTx/>
                <a:uFillTx/>
                <a:latin typeface="微软雅黑" panose="020B0503020204020204" pitchFamily="34" charset="-122"/>
                <a:ea typeface="宋体" panose="02010600030101010101" pitchFamily="2" charset="-122"/>
                <a:cs typeface="+mn-cs"/>
              </a:rPr>
              <a:t>(interdomain routing)</a:t>
            </a:r>
            <a:r>
              <a:rPr kumimoji="0" lang="zh-CN" altLang="en-US" sz="1800" b="1" i="0" u="none" strike="noStrike" kern="1200" cap="none" spc="0" normalizeH="0" baseline="0" noProof="0">
                <a:ln>
                  <a:noFill/>
                </a:ln>
                <a:solidFill>
                  <a:srgbClr val="000000"/>
                </a:solidFill>
                <a:effectLst/>
                <a:uLnTx/>
                <a:uFillTx/>
                <a:latin typeface="微软雅黑" panose="020B0503020204020204" pitchFamily="34" charset="-122"/>
                <a:ea typeface="宋体" panose="02010600030101010101" pitchFamily="2" charset="-122"/>
                <a:cs typeface="+mn-cs"/>
              </a:rPr>
              <a:t>。</a:t>
            </a:r>
            <a:endParaRPr kumimoji="0" lang="en-US" altLang="zh-CN" sz="1800" b="1" i="0" u="none" strike="noStrike" kern="1200" cap="none" spc="0" normalizeH="0" baseline="0" noProof="0">
              <a:ln>
                <a:noFill/>
              </a:ln>
              <a:solidFill>
                <a:srgbClr val="000000"/>
              </a:solidFill>
              <a:effectLst/>
              <a:uLnTx/>
              <a:uFillTx/>
              <a:latin typeface="微软雅黑" panose="020B0503020204020204" pitchFamily="34" charset="-122"/>
              <a:ea typeface="宋体" panose="02010600030101010101" pitchFamily="2" charset="-122"/>
              <a:cs typeface="+mn-cs"/>
            </a:endParaRPr>
          </a:p>
          <a:p>
            <a:pPr marL="0" marR="0" lvl="0" indent="0" algn="l" defTabSz="914400" rtl="0" eaLnBrk="1" fontAlgn="base" latinLnBrk="0" hangingPunct="1">
              <a:lnSpc>
                <a:spcPct val="120000"/>
              </a:lnSpc>
              <a:spcBef>
                <a:spcPct val="0"/>
              </a:spcBef>
              <a:spcAft>
                <a:spcPct val="0"/>
              </a:spcAft>
              <a:buClrTx/>
              <a:buSzTx/>
              <a:buFontTx/>
              <a:buNone/>
              <a:tabLst/>
              <a:defRPr/>
            </a:pPr>
            <a:r>
              <a:rPr kumimoji="0" lang="zh-CN" altLang="en-US" sz="1800" b="1" i="0" u="none" strike="noStrike" kern="1200" cap="none" spc="0" normalizeH="0" baseline="0" noProof="0">
                <a:ln>
                  <a:noFill/>
                </a:ln>
                <a:solidFill>
                  <a:srgbClr val="000000"/>
                </a:solidFill>
                <a:effectLst/>
                <a:uLnTx/>
                <a:uFillTx/>
                <a:latin typeface="微软雅黑" panose="020B0503020204020204" pitchFamily="34" charset="-122"/>
                <a:ea typeface="宋体" panose="02010600030101010101" pitchFamily="2" charset="-122"/>
                <a:cs typeface="+mn-cs"/>
              </a:rPr>
              <a:t>自治系统内部的路由选择叫做</a:t>
            </a:r>
            <a:r>
              <a:rPr kumimoji="0" lang="zh-CN" altLang="en-US" sz="1800" b="1" i="0" u="none" strike="noStrike" kern="1200" cap="none" spc="0" normalizeH="0" baseline="0" noProof="0">
                <a:ln>
                  <a:noFill/>
                </a:ln>
                <a:solidFill>
                  <a:srgbClr val="C00000"/>
                </a:solidFill>
                <a:effectLst/>
                <a:uLnTx/>
                <a:uFillTx/>
                <a:latin typeface="微软雅黑" panose="020B0503020204020204" pitchFamily="34" charset="-122"/>
                <a:ea typeface="宋体" panose="02010600030101010101" pitchFamily="2" charset="-122"/>
                <a:cs typeface="+mn-cs"/>
              </a:rPr>
              <a:t>域内路由选择 </a:t>
            </a:r>
            <a:r>
              <a:rPr kumimoji="0" lang="en-US" altLang="zh-CN" sz="1800" b="1" i="0" u="none" strike="noStrike" kern="1200" cap="none" spc="0" normalizeH="0" baseline="0" noProof="0">
                <a:ln>
                  <a:noFill/>
                </a:ln>
                <a:solidFill>
                  <a:srgbClr val="000000"/>
                </a:solidFill>
                <a:effectLst/>
                <a:uLnTx/>
                <a:uFillTx/>
                <a:latin typeface="微软雅黑" panose="020B0503020204020204" pitchFamily="34" charset="-122"/>
                <a:ea typeface="宋体" panose="02010600030101010101" pitchFamily="2" charset="-122"/>
                <a:cs typeface="+mn-cs"/>
              </a:rPr>
              <a:t>(intradomain routing) </a:t>
            </a:r>
            <a:r>
              <a:rPr kumimoji="0" lang="zh-CN" altLang="en-US" sz="1800" b="1" i="0" u="none" strike="noStrike" kern="1200" cap="none" spc="0" normalizeH="0" baseline="0" noProof="0">
                <a:ln>
                  <a:noFill/>
                </a:ln>
                <a:solidFill>
                  <a:srgbClr val="000000"/>
                </a:solidFill>
                <a:effectLst/>
                <a:uLnTx/>
                <a:uFillTx/>
                <a:latin typeface="微软雅黑" panose="020B0503020204020204" pitchFamily="34" charset="-122"/>
                <a:ea typeface="宋体" panose="02010600030101010101" pitchFamily="2" charset="-122"/>
                <a:cs typeface="+mn-cs"/>
              </a:rPr>
              <a:t>。</a:t>
            </a:r>
          </a:p>
        </p:txBody>
      </p:sp>
    </p:spTree>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21611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6114" grpId="0" animBg="1"/>
    </p:bldLst>
  </p:timing>
</p:sld>
</file>

<file path=ppt/slides/slide1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78529" name="Rectangle 2">
            <a:extLst>
              <a:ext uri="{FF2B5EF4-FFF2-40B4-BE49-F238E27FC236}">
                <a16:creationId xmlns:a16="http://schemas.microsoft.com/office/drawing/2014/main" id="{10256932-F3EB-9040-4A48-0E172D832270}"/>
              </a:ext>
            </a:extLst>
          </p:cNvPr>
          <p:cNvSpPr>
            <a:spLocks noGrp="1" noChangeArrowheads="1"/>
          </p:cNvSpPr>
          <p:nvPr>
            <p:ph type="title"/>
          </p:nvPr>
        </p:nvSpPr>
        <p:spPr>
          <a:xfrm>
            <a:off x="512763" y="0"/>
            <a:ext cx="8116887" cy="1462088"/>
          </a:xfrm>
        </p:spPr>
        <p:txBody>
          <a:bodyPr/>
          <a:lstStyle/>
          <a:p>
            <a:pPr eaLnBrk="1" hangingPunct="1"/>
            <a:r>
              <a:rPr lang="zh-CN" altLang="en-US" sz="3600" u="none">
                <a:latin typeface="华文楷体" panose="02010600040101010101" pitchFamily="2" charset="-122"/>
                <a:ea typeface="华文楷体" panose="02010600040101010101" pitchFamily="2" charset="-122"/>
              </a:rPr>
              <a:t>路由算法与协议</a:t>
            </a:r>
          </a:p>
        </p:txBody>
      </p:sp>
      <p:pic>
        <p:nvPicPr>
          <p:cNvPr id="278530" name="Picture 95" descr="underline_base">
            <a:extLst>
              <a:ext uri="{FF2B5EF4-FFF2-40B4-BE49-F238E27FC236}">
                <a16:creationId xmlns:a16="http://schemas.microsoft.com/office/drawing/2014/main" id="{BACA97FC-BBF3-2E18-0ACE-855E0252CACC}"/>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84200" y="1079500"/>
            <a:ext cx="5484813" cy="173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78531" name="组合 2">
            <a:extLst>
              <a:ext uri="{FF2B5EF4-FFF2-40B4-BE49-F238E27FC236}">
                <a16:creationId xmlns:a16="http://schemas.microsoft.com/office/drawing/2014/main" id="{8A6362ED-95BC-B65D-3B65-CB9657C84CC3}"/>
              </a:ext>
            </a:extLst>
          </p:cNvPr>
          <p:cNvGrpSpPr>
            <a:grpSpLocks/>
          </p:cNvGrpSpPr>
          <p:nvPr/>
        </p:nvGrpSpPr>
        <p:grpSpPr bwMode="auto">
          <a:xfrm>
            <a:off x="779463" y="1906588"/>
            <a:ext cx="7077075" cy="3551237"/>
            <a:chOff x="708049" y="931824"/>
            <a:chExt cx="7076741" cy="3550484"/>
          </a:xfrm>
        </p:grpSpPr>
        <p:sp>
          <p:nvSpPr>
            <p:cNvPr id="4" name="矩形 3">
              <a:extLst>
                <a:ext uri="{FF2B5EF4-FFF2-40B4-BE49-F238E27FC236}">
                  <a16:creationId xmlns:a16="http://schemas.microsoft.com/office/drawing/2014/main" id="{D1C09341-61BD-FD6C-1902-C212EEC3C59B}"/>
                </a:ext>
              </a:extLst>
            </p:cNvPr>
            <p:cNvSpPr/>
            <p:nvPr/>
          </p:nvSpPr>
          <p:spPr>
            <a:xfrm>
              <a:off x="3425721" y="931824"/>
              <a:ext cx="2539880" cy="528525"/>
            </a:xfrm>
            <a:prstGeom prst="rect">
              <a:avLst/>
            </a:prstGeom>
            <a:solidFill>
              <a:srgbClr val="009900"/>
            </a:solidFill>
            <a:ln w="19050">
              <a:noFill/>
            </a:ln>
            <a:effectLst>
              <a:outerShdw blurRad="50800" dist="254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lvl1pPr>
                <a:defRPr>
                  <a:solidFill>
                    <a:schemeClr val="tx1"/>
                  </a:solidFill>
                  <a:latin typeface="Comic Sans MS" panose="030F0902030302020204" pitchFamily="66" charset="0"/>
                  <a:ea typeface="宋体" panose="02010600030101010101" pitchFamily="2" charset="-122"/>
                </a:defRPr>
              </a:lvl1pPr>
              <a:lvl2pPr marL="742950" indent="-285750">
                <a:defRPr>
                  <a:solidFill>
                    <a:schemeClr val="tx1"/>
                  </a:solidFill>
                  <a:latin typeface="Comic Sans MS" panose="030F0902030302020204" pitchFamily="66" charset="0"/>
                  <a:ea typeface="宋体" panose="02010600030101010101" pitchFamily="2" charset="-122"/>
                </a:defRPr>
              </a:lvl2pPr>
              <a:lvl3pPr marL="1143000" indent="-228600">
                <a:defRPr>
                  <a:solidFill>
                    <a:schemeClr val="tx1"/>
                  </a:solidFill>
                  <a:latin typeface="Comic Sans MS" panose="030F0902030302020204" pitchFamily="66" charset="0"/>
                  <a:ea typeface="宋体" panose="02010600030101010101" pitchFamily="2" charset="-122"/>
                </a:defRPr>
              </a:lvl3pPr>
              <a:lvl4pPr marL="1600200" indent="-228600">
                <a:defRPr>
                  <a:solidFill>
                    <a:schemeClr val="tx1"/>
                  </a:solidFill>
                  <a:latin typeface="Comic Sans MS" panose="030F0902030302020204" pitchFamily="66" charset="0"/>
                  <a:ea typeface="宋体" panose="02010600030101010101" pitchFamily="2" charset="-122"/>
                </a:defRPr>
              </a:lvl4pPr>
              <a:lvl5pPr marL="2057400" indent="-228600">
                <a:defRPr>
                  <a:solidFill>
                    <a:schemeClr val="tx1"/>
                  </a:solidFill>
                  <a:latin typeface="Comic Sans MS" panose="030F0902030302020204" pitchFamily="66"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Comic Sans MS" panose="030F0902030302020204" pitchFamily="66"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Comic Sans MS" panose="030F0902030302020204" pitchFamily="66"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Comic Sans MS" panose="030F0902030302020204" pitchFamily="66"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Comic Sans MS" panose="030F0902030302020204" pitchFamily="66" charset="0"/>
                  <a:ea typeface="宋体" panose="02010600030101010101" pitchFamily="2" charset="-122"/>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zh-CN" altLang="en-US" sz="2000" b="1" i="0" u="none" strike="noStrike" kern="1200" cap="none" spc="0" normalizeH="0" baseline="0" noProof="0">
                  <a:ln>
                    <a:noFill/>
                  </a:ln>
                  <a:solidFill>
                    <a:srgbClr val="FFFFFF"/>
                  </a:solidFill>
                  <a:effectLst/>
                  <a:uLnTx/>
                  <a:uFillTx/>
                  <a:latin typeface="微软雅黑" panose="020B0503020204020204" pitchFamily="34" charset="-122"/>
                  <a:ea typeface="宋体" panose="02010600030101010101" pitchFamily="2" charset="-122"/>
                  <a:cs typeface="+mn-cs"/>
                </a:rPr>
                <a:t>互联网路由选择协议</a:t>
              </a:r>
            </a:p>
          </p:txBody>
        </p:sp>
        <p:sp>
          <p:nvSpPr>
            <p:cNvPr id="5" name="矩形 4">
              <a:extLst>
                <a:ext uri="{FF2B5EF4-FFF2-40B4-BE49-F238E27FC236}">
                  <a16:creationId xmlns:a16="http://schemas.microsoft.com/office/drawing/2014/main" id="{8C63581A-F7EA-F3EA-8165-69E036DF1F0D}"/>
                </a:ext>
              </a:extLst>
            </p:cNvPr>
            <p:cNvSpPr/>
            <p:nvPr/>
          </p:nvSpPr>
          <p:spPr>
            <a:xfrm>
              <a:off x="2155781" y="2136481"/>
              <a:ext cx="1803315" cy="528526"/>
            </a:xfrm>
            <a:prstGeom prst="rect">
              <a:avLst/>
            </a:prstGeom>
            <a:solidFill>
              <a:srgbClr val="0099CC"/>
            </a:solidFill>
            <a:ln w="19050">
              <a:noFill/>
            </a:ln>
            <a:effectLst>
              <a:outerShdw blurRad="50800" dist="254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lvl1pPr>
                <a:defRPr>
                  <a:solidFill>
                    <a:schemeClr val="tx1"/>
                  </a:solidFill>
                  <a:latin typeface="Comic Sans MS" panose="030F0902030302020204" pitchFamily="66" charset="0"/>
                  <a:ea typeface="宋体" panose="02010600030101010101" pitchFamily="2" charset="-122"/>
                </a:defRPr>
              </a:lvl1pPr>
              <a:lvl2pPr marL="742950" indent="-285750">
                <a:defRPr>
                  <a:solidFill>
                    <a:schemeClr val="tx1"/>
                  </a:solidFill>
                  <a:latin typeface="Comic Sans MS" panose="030F0902030302020204" pitchFamily="66" charset="0"/>
                  <a:ea typeface="宋体" panose="02010600030101010101" pitchFamily="2" charset="-122"/>
                </a:defRPr>
              </a:lvl2pPr>
              <a:lvl3pPr marL="1143000" indent="-228600">
                <a:defRPr>
                  <a:solidFill>
                    <a:schemeClr val="tx1"/>
                  </a:solidFill>
                  <a:latin typeface="Comic Sans MS" panose="030F0902030302020204" pitchFamily="66" charset="0"/>
                  <a:ea typeface="宋体" panose="02010600030101010101" pitchFamily="2" charset="-122"/>
                </a:defRPr>
              </a:lvl3pPr>
              <a:lvl4pPr marL="1600200" indent="-228600">
                <a:defRPr>
                  <a:solidFill>
                    <a:schemeClr val="tx1"/>
                  </a:solidFill>
                  <a:latin typeface="Comic Sans MS" panose="030F0902030302020204" pitchFamily="66" charset="0"/>
                  <a:ea typeface="宋体" panose="02010600030101010101" pitchFamily="2" charset="-122"/>
                </a:defRPr>
              </a:lvl4pPr>
              <a:lvl5pPr marL="2057400" indent="-228600">
                <a:defRPr>
                  <a:solidFill>
                    <a:schemeClr val="tx1"/>
                  </a:solidFill>
                  <a:latin typeface="Comic Sans MS" panose="030F0902030302020204" pitchFamily="66"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Comic Sans MS" panose="030F0902030302020204" pitchFamily="66"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Comic Sans MS" panose="030F0902030302020204" pitchFamily="66"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Comic Sans MS" panose="030F0902030302020204" pitchFamily="66"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Comic Sans MS" panose="030F0902030302020204" pitchFamily="66" charset="0"/>
                  <a:ea typeface="宋体" panose="02010600030101010101" pitchFamily="2" charset="-122"/>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zh-CN" altLang="en-US" sz="2000" b="1" i="0" u="none" strike="noStrike" kern="1200" cap="none" spc="0" normalizeH="0" baseline="0" noProof="0">
                  <a:ln>
                    <a:noFill/>
                  </a:ln>
                  <a:solidFill>
                    <a:srgbClr val="FFFFFF"/>
                  </a:solidFill>
                  <a:effectLst/>
                  <a:uLnTx/>
                  <a:uFillTx/>
                  <a:latin typeface="微软雅黑" panose="020B0503020204020204" pitchFamily="34" charset="-122"/>
                  <a:ea typeface="宋体" panose="02010600030101010101" pitchFamily="2" charset="-122"/>
                  <a:cs typeface="+mn-cs"/>
                </a:rPr>
                <a:t>域内路由选择</a:t>
              </a:r>
            </a:p>
          </p:txBody>
        </p:sp>
        <p:sp>
          <p:nvSpPr>
            <p:cNvPr id="6" name="矩形 5">
              <a:extLst>
                <a:ext uri="{FF2B5EF4-FFF2-40B4-BE49-F238E27FC236}">
                  <a16:creationId xmlns:a16="http://schemas.microsoft.com/office/drawing/2014/main" id="{0DA52CDA-E912-0AF6-6CBD-ECABD93221B9}"/>
                </a:ext>
              </a:extLst>
            </p:cNvPr>
            <p:cNvSpPr/>
            <p:nvPr/>
          </p:nvSpPr>
          <p:spPr>
            <a:xfrm>
              <a:off x="5570332" y="2136481"/>
              <a:ext cx="1801728" cy="528526"/>
            </a:xfrm>
            <a:prstGeom prst="rect">
              <a:avLst/>
            </a:prstGeom>
            <a:solidFill>
              <a:srgbClr val="0099CC"/>
            </a:solidFill>
            <a:ln w="19050">
              <a:noFill/>
            </a:ln>
            <a:effectLst>
              <a:outerShdw blurRad="50800" dist="254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lvl1pPr>
                <a:defRPr>
                  <a:solidFill>
                    <a:schemeClr val="tx1"/>
                  </a:solidFill>
                  <a:latin typeface="Comic Sans MS" panose="030F0902030302020204" pitchFamily="66" charset="0"/>
                  <a:ea typeface="宋体" panose="02010600030101010101" pitchFamily="2" charset="-122"/>
                </a:defRPr>
              </a:lvl1pPr>
              <a:lvl2pPr marL="742950" indent="-285750">
                <a:defRPr>
                  <a:solidFill>
                    <a:schemeClr val="tx1"/>
                  </a:solidFill>
                  <a:latin typeface="Comic Sans MS" panose="030F0902030302020204" pitchFamily="66" charset="0"/>
                  <a:ea typeface="宋体" panose="02010600030101010101" pitchFamily="2" charset="-122"/>
                </a:defRPr>
              </a:lvl2pPr>
              <a:lvl3pPr marL="1143000" indent="-228600">
                <a:defRPr>
                  <a:solidFill>
                    <a:schemeClr val="tx1"/>
                  </a:solidFill>
                  <a:latin typeface="Comic Sans MS" panose="030F0902030302020204" pitchFamily="66" charset="0"/>
                  <a:ea typeface="宋体" panose="02010600030101010101" pitchFamily="2" charset="-122"/>
                </a:defRPr>
              </a:lvl3pPr>
              <a:lvl4pPr marL="1600200" indent="-228600">
                <a:defRPr>
                  <a:solidFill>
                    <a:schemeClr val="tx1"/>
                  </a:solidFill>
                  <a:latin typeface="Comic Sans MS" panose="030F0902030302020204" pitchFamily="66" charset="0"/>
                  <a:ea typeface="宋体" panose="02010600030101010101" pitchFamily="2" charset="-122"/>
                </a:defRPr>
              </a:lvl4pPr>
              <a:lvl5pPr marL="2057400" indent="-228600">
                <a:defRPr>
                  <a:solidFill>
                    <a:schemeClr val="tx1"/>
                  </a:solidFill>
                  <a:latin typeface="Comic Sans MS" panose="030F0902030302020204" pitchFamily="66"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Comic Sans MS" panose="030F0902030302020204" pitchFamily="66"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Comic Sans MS" panose="030F0902030302020204" pitchFamily="66"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Comic Sans MS" panose="030F0902030302020204" pitchFamily="66"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Comic Sans MS" panose="030F0902030302020204" pitchFamily="66" charset="0"/>
                  <a:ea typeface="宋体" panose="02010600030101010101" pitchFamily="2" charset="-122"/>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zh-CN" altLang="en-US" sz="2000" b="1" i="0" u="none" strike="noStrike" kern="1200" cap="none" spc="0" normalizeH="0" baseline="0" noProof="0">
                  <a:ln>
                    <a:noFill/>
                  </a:ln>
                  <a:solidFill>
                    <a:srgbClr val="FFFFFF"/>
                  </a:solidFill>
                  <a:effectLst/>
                  <a:uLnTx/>
                  <a:uFillTx/>
                  <a:latin typeface="微软雅黑" panose="020B0503020204020204" pitchFamily="34" charset="-122"/>
                  <a:ea typeface="宋体" panose="02010600030101010101" pitchFamily="2" charset="-122"/>
                  <a:cs typeface="+mn-cs"/>
                </a:rPr>
                <a:t>域间路由选择</a:t>
              </a:r>
            </a:p>
          </p:txBody>
        </p:sp>
        <p:sp>
          <p:nvSpPr>
            <p:cNvPr id="7" name="矩形 6">
              <a:extLst>
                <a:ext uri="{FF2B5EF4-FFF2-40B4-BE49-F238E27FC236}">
                  <a16:creationId xmlns:a16="http://schemas.microsoft.com/office/drawing/2014/main" id="{11D0E443-480E-C531-73AB-B25D44F1B4FE}"/>
                </a:ext>
              </a:extLst>
            </p:cNvPr>
            <p:cNvSpPr/>
            <p:nvPr/>
          </p:nvSpPr>
          <p:spPr>
            <a:xfrm>
              <a:off x="708049" y="3109412"/>
              <a:ext cx="2208108" cy="868178"/>
            </a:xfrm>
            <a:prstGeom prst="rect">
              <a:avLst/>
            </a:prstGeom>
            <a:gradFill rotWithShape="0">
              <a:gsLst>
                <a:gs pos="0">
                  <a:srgbClr val="C0504D">
                    <a:hueOff val="0"/>
                    <a:satOff val="0"/>
                    <a:lumOff val="0"/>
                    <a:alphaOff val="0"/>
                    <a:shade val="51000"/>
                    <a:satMod val="130000"/>
                  </a:srgbClr>
                </a:gs>
                <a:gs pos="80000">
                  <a:srgbClr val="C0504D">
                    <a:hueOff val="0"/>
                    <a:satOff val="0"/>
                    <a:lumOff val="0"/>
                    <a:alphaOff val="0"/>
                    <a:shade val="93000"/>
                    <a:satMod val="130000"/>
                  </a:srgbClr>
                </a:gs>
                <a:gs pos="100000">
                  <a:srgbClr val="C0504D">
                    <a:hueOff val="0"/>
                    <a:satOff val="0"/>
                    <a:lumOff val="0"/>
                    <a:alphaOff val="0"/>
                    <a:shade val="94000"/>
                    <a:satMod val="135000"/>
                  </a:srgbClr>
                </a:gs>
              </a:gsLst>
              <a:lin ang="16200000" scaled="0"/>
            </a:gradFill>
            <a:ln>
              <a:noFill/>
            </a:ln>
            <a:effectLst>
              <a:outerShdw blurRad="40000" dist="23000" dir="5400000" rotWithShape="0">
                <a:srgbClr val="000000">
                  <a:alpha val="35000"/>
                </a:srgbClr>
              </a:outerShdw>
            </a:effectLst>
          </p:spPr>
          <p:style>
            <a:lnRef idx="0">
              <a:scrgbClr r="0" g="0" b="0"/>
            </a:lnRef>
            <a:fillRef idx="3">
              <a:scrgbClr r="0" g="0" b="0"/>
            </a:fillRef>
            <a:effectRef idx="2">
              <a:scrgbClr r="0" g="0" b="0"/>
            </a:effectRef>
            <a:fontRef idx="minor">
              <a:schemeClr val="lt1"/>
            </a:fontRef>
          </p:style>
          <p:txBody>
            <a:bodyPr anchor="ctr"/>
            <a:lstStyle>
              <a:lvl1pPr>
                <a:defRPr>
                  <a:solidFill>
                    <a:schemeClr val="tx1"/>
                  </a:solidFill>
                  <a:latin typeface="Comic Sans MS" panose="030F0902030302020204" pitchFamily="66" charset="0"/>
                  <a:ea typeface="宋体" panose="02010600030101010101" pitchFamily="2" charset="-122"/>
                </a:defRPr>
              </a:lvl1pPr>
              <a:lvl2pPr marL="742950" indent="-285750">
                <a:defRPr>
                  <a:solidFill>
                    <a:schemeClr val="tx1"/>
                  </a:solidFill>
                  <a:latin typeface="Comic Sans MS" panose="030F0902030302020204" pitchFamily="66" charset="0"/>
                  <a:ea typeface="宋体" panose="02010600030101010101" pitchFamily="2" charset="-122"/>
                </a:defRPr>
              </a:lvl2pPr>
              <a:lvl3pPr marL="1143000" indent="-228600">
                <a:defRPr>
                  <a:solidFill>
                    <a:schemeClr val="tx1"/>
                  </a:solidFill>
                  <a:latin typeface="Comic Sans MS" panose="030F0902030302020204" pitchFamily="66" charset="0"/>
                  <a:ea typeface="宋体" panose="02010600030101010101" pitchFamily="2" charset="-122"/>
                </a:defRPr>
              </a:lvl3pPr>
              <a:lvl4pPr marL="1600200" indent="-228600">
                <a:defRPr>
                  <a:solidFill>
                    <a:schemeClr val="tx1"/>
                  </a:solidFill>
                  <a:latin typeface="Comic Sans MS" panose="030F0902030302020204" pitchFamily="66" charset="0"/>
                  <a:ea typeface="宋体" panose="02010600030101010101" pitchFamily="2" charset="-122"/>
                </a:defRPr>
              </a:lvl4pPr>
              <a:lvl5pPr marL="2057400" indent="-228600">
                <a:defRPr>
                  <a:solidFill>
                    <a:schemeClr val="tx1"/>
                  </a:solidFill>
                  <a:latin typeface="Comic Sans MS" panose="030F0902030302020204" pitchFamily="66"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Comic Sans MS" panose="030F0902030302020204" pitchFamily="66"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Comic Sans MS" panose="030F0902030302020204" pitchFamily="66"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Comic Sans MS" panose="030F0902030302020204" pitchFamily="66"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Comic Sans MS" panose="030F0902030302020204" pitchFamily="66" charset="0"/>
                  <a:ea typeface="宋体" panose="02010600030101010101" pitchFamily="2" charset="-122"/>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zh-CN" altLang="en-US" sz="2000" b="1" i="0" u="none" strike="noStrike" kern="1200" cap="none" spc="0" normalizeH="0" baseline="0" noProof="0">
                  <a:ln>
                    <a:noFill/>
                  </a:ln>
                  <a:solidFill>
                    <a:srgbClr val="FFFFFF"/>
                  </a:solidFill>
                  <a:effectLst/>
                  <a:uLnTx/>
                  <a:uFillTx/>
                  <a:latin typeface="微软雅黑" panose="020B0503020204020204" pitchFamily="34" charset="-122"/>
                  <a:ea typeface="宋体" panose="02010600030101010101" pitchFamily="2" charset="-122"/>
                  <a:cs typeface="+mn-cs"/>
                </a:rPr>
                <a:t>距离向量</a:t>
              </a:r>
              <a:endParaRPr kumimoji="0" lang="en-US" altLang="zh-CN" sz="2000" b="1" i="0" u="none" strike="noStrike" kern="1200" cap="none" spc="0" normalizeH="0" baseline="0" noProof="0">
                <a:ln>
                  <a:noFill/>
                </a:ln>
                <a:solidFill>
                  <a:srgbClr val="FFFFFF"/>
                </a:solidFill>
                <a:effectLst/>
                <a:uLnTx/>
                <a:uFillTx/>
                <a:latin typeface="微软雅黑" panose="020B0503020204020204" pitchFamily="34" charset="-122"/>
                <a:ea typeface="宋体" panose="02010600030101010101" pitchFamily="2" charset="-122"/>
                <a:cs typeface="+mn-cs"/>
              </a:endParaRPr>
            </a:p>
            <a:p>
              <a:pPr marL="0" marR="0" lvl="0" indent="0" algn="ctr" defTabSz="914400" rtl="0" eaLnBrk="0" fontAlgn="base" latinLnBrk="0" hangingPunct="0">
                <a:lnSpc>
                  <a:spcPct val="100000"/>
                </a:lnSpc>
                <a:spcBef>
                  <a:spcPts val="600"/>
                </a:spcBef>
                <a:spcAft>
                  <a:spcPct val="0"/>
                </a:spcAft>
                <a:buClrTx/>
                <a:buSzTx/>
                <a:buFontTx/>
                <a:buNone/>
                <a:tabLst/>
                <a:defRPr/>
              </a:pPr>
              <a:r>
                <a:rPr kumimoji="0" lang="zh-CN" altLang="en-US" sz="1600" b="1" i="0" u="none" strike="noStrike" kern="1200" cap="none" spc="0" normalizeH="0" baseline="0" noProof="0">
                  <a:ln>
                    <a:noFill/>
                  </a:ln>
                  <a:solidFill>
                    <a:srgbClr val="FFFFFF"/>
                  </a:solidFill>
                  <a:effectLst/>
                  <a:uLnTx/>
                  <a:uFillTx/>
                  <a:latin typeface="Gill Sans MT" panose="020B0502020104020203" pitchFamily="34" charset="0"/>
                  <a:ea typeface="微软雅黑" panose="020B0503020204020204" pitchFamily="34" charset="-122"/>
                  <a:cs typeface="Adelle Sans Devanagari" panose="02000503000000020004" pitchFamily="2" charset="-78"/>
                </a:rPr>
                <a:t>（</a:t>
              </a:r>
              <a:r>
                <a:rPr kumimoji="0" lang="en-US" altLang="zh-CN" sz="1600" b="1" i="0" u="none" strike="noStrike" kern="1200" cap="none" spc="0" normalizeH="0" baseline="0" noProof="0">
                  <a:ln>
                    <a:noFill/>
                  </a:ln>
                  <a:solidFill>
                    <a:srgbClr val="FFFFFF"/>
                  </a:solidFill>
                  <a:effectLst/>
                  <a:uLnTx/>
                  <a:uFillTx/>
                  <a:latin typeface="Gill Sans MT" panose="020B0502020104020203" pitchFamily="34" charset="0"/>
                  <a:ea typeface="微软雅黑" panose="020B0503020204020204" pitchFamily="34" charset="-122"/>
                  <a:cs typeface="Adelle Sans Devanagari" panose="02000503000000020004" pitchFamily="2" charset="-78"/>
                </a:rPr>
                <a:t>Distance Vector</a:t>
              </a:r>
              <a:r>
                <a:rPr kumimoji="0" lang="zh-CN" altLang="en-US" sz="1600" b="1" i="0" u="none" strike="noStrike" kern="1200" cap="none" spc="0" normalizeH="0" baseline="0" noProof="0">
                  <a:ln>
                    <a:noFill/>
                  </a:ln>
                  <a:solidFill>
                    <a:srgbClr val="FFFFFF"/>
                  </a:solidFill>
                  <a:effectLst/>
                  <a:uLnTx/>
                  <a:uFillTx/>
                  <a:latin typeface="Gill Sans MT" panose="020B0502020104020203" pitchFamily="34" charset="0"/>
                  <a:ea typeface="微软雅黑" panose="020B0503020204020204" pitchFamily="34" charset="-122"/>
                  <a:cs typeface="Adelle Sans Devanagari" panose="02000503000000020004" pitchFamily="2" charset="-78"/>
                </a:rPr>
                <a:t>）</a:t>
              </a:r>
            </a:p>
          </p:txBody>
        </p:sp>
        <p:sp>
          <p:nvSpPr>
            <p:cNvPr id="8" name="矩形 7">
              <a:extLst>
                <a:ext uri="{FF2B5EF4-FFF2-40B4-BE49-F238E27FC236}">
                  <a16:creationId xmlns:a16="http://schemas.microsoft.com/office/drawing/2014/main" id="{CA8DDC2F-4AC5-22A8-46E5-2B289630C010}"/>
                </a:ext>
              </a:extLst>
            </p:cNvPr>
            <p:cNvSpPr/>
            <p:nvPr/>
          </p:nvSpPr>
          <p:spPr>
            <a:xfrm>
              <a:off x="3341587" y="3118935"/>
              <a:ext cx="1944596" cy="868178"/>
            </a:xfrm>
            <a:prstGeom prst="rect">
              <a:avLst/>
            </a:prstGeom>
            <a:gradFill rotWithShape="0">
              <a:gsLst>
                <a:gs pos="0">
                  <a:srgbClr val="C0504D">
                    <a:hueOff val="0"/>
                    <a:satOff val="0"/>
                    <a:lumOff val="0"/>
                    <a:alphaOff val="0"/>
                    <a:shade val="51000"/>
                    <a:satMod val="130000"/>
                  </a:srgbClr>
                </a:gs>
                <a:gs pos="80000">
                  <a:srgbClr val="C0504D">
                    <a:hueOff val="0"/>
                    <a:satOff val="0"/>
                    <a:lumOff val="0"/>
                    <a:alphaOff val="0"/>
                    <a:shade val="93000"/>
                    <a:satMod val="130000"/>
                  </a:srgbClr>
                </a:gs>
                <a:gs pos="100000">
                  <a:srgbClr val="C0504D">
                    <a:hueOff val="0"/>
                    <a:satOff val="0"/>
                    <a:lumOff val="0"/>
                    <a:alphaOff val="0"/>
                    <a:shade val="94000"/>
                    <a:satMod val="135000"/>
                  </a:srgbClr>
                </a:gs>
              </a:gsLst>
              <a:lin ang="16200000" scaled="0"/>
            </a:gradFill>
            <a:ln>
              <a:noFill/>
            </a:ln>
            <a:effectLst>
              <a:outerShdw blurRad="40000" dist="23000" dir="5400000" rotWithShape="0">
                <a:srgbClr val="000000">
                  <a:alpha val="35000"/>
                </a:srgbClr>
              </a:outerShdw>
            </a:effectLst>
          </p:spPr>
          <p:style>
            <a:lnRef idx="0">
              <a:scrgbClr r="0" g="0" b="0"/>
            </a:lnRef>
            <a:fillRef idx="3">
              <a:scrgbClr r="0" g="0" b="0"/>
            </a:fillRef>
            <a:effectRef idx="2">
              <a:scrgbClr r="0" g="0" b="0"/>
            </a:effectRef>
            <a:fontRef idx="minor">
              <a:schemeClr val="lt1"/>
            </a:fontRef>
          </p:style>
          <p:txBody>
            <a:bodyPr anchor="ctr"/>
            <a:lstStyle>
              <a:lvl1pPr>
                <a:defRPr>
                  <a:solidFill>
                    <a:schemeClr val="tx1"/>
                  </a:solidFill>
                  <a:latin typeface="Comic Sans MS" panose="030F0902030302020204" pitchFamily="66" charset="0"/>
                  <a:ea typeface="宋体" panose="02010600030101010101" pitchFamily="2" charset="-122"/>
                </a:defRPr>
              </a:lvl1pPr>
              <a:lvl2pPr marL="742950" indent="-285750">
                <a:defRPr>
                  <a:solidFill>
                    <a:schemeClr val="tx1"/>
                  </a:solidFill>
                  <a:latin typeface="Comic Sans MS" panose="030F0902030302020204" pitchFamily="66" charset="0"/>
                  <a:ea typeface="宋体" panose="02010600030101010101" pitchFamily="2" charset="-122"/>
                </a:defRPr>
              </a:lvl2pPr>
              <a:lvl3pPr marL="1143000" indent="-228600">
                <a:defRPr>
                  <a:solidFill>
                    <a:schemeClr val="tx1"/>
                  </a:solidFill>
                  <a:latin typeface="Comic Sans MS" panose="030F0902030302020204" pitchFamily="66" charset="0"/>
                  <a:ea typeface="宋体" panose="02010600030101010101" pitchFamily="2" charset="-122"/>
                </a:defRPr>
              </a:lvl3pPr>
              <a:lvl4pPr marL="1600200" indent="-228600">
                <a:defRPr>
                  <a:solidFill>
                    <a:schemeClr val="tx1"/>
                  </a:solidFill>
                  <a:latin typeface="Comic Sans MS" panose="030F0902030302020204" pitchFamily="66" charset="0"/>
                  <a:ea typeface="宋体" panose="02010600030101010101" pitchFamily="2" charset="-122"/>
                </a:defRPr>
              </a:lvl4pPr>
              <a:lvl5pPr marL="2057400" indent="-228600">
                <a:defRPr>
                  <a:solidFill>
                    <a:schemeClr val="tx1"/>
                  </a:solidFill>
                  <a:latin typeface="Comic Sans MS" panose="030F0902030302020204" pitchFamily="66"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Comic Sans MS" panose="030F0902030302020204" pitchFamily="66"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Comic Sans MS" panose="030F0902030302020204" pitchFamily="66"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Comic Sans MS" panose="030F0902030302020204" pitchFamily="66"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Comic Sans MS" panose="030F0902030302020204" pitchFamily="66" charset="0"/>
                  <a:ea typeface="宋体" panose="02010600030101010101" pitchFamily="2" charset="-122"/>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zh-CN" altLang="en-US" sz="2000" b="1" i="0" u="none" strike="noStrike" kern="1200" cap="none" spc="0" normalizeH="0" baseline="0" noProof="0">
                  <a:ln>
                    <a:noFill/>
                  </a:ln>
                  <a:solidFill>
                    <a:srgbClr val="FFFFFF"/>
                  </a:solidFill>
                  <a:effectLst/>
                  <a:uLnTx/>
                  <a:uFillTx/>
                  <a:latin typeface="微软雅黑" panose="020B0503020204020204" pitchFamily="34" charset="-122"/>
                  <a:ea typeface="宋体" panose="02010600030101010101" pitchFamily="2" charset="-122"/>
                  <a:cs typeface="+mn-cs"/>
                </a:rPr>
                <a:t>链路状态</a:t>
              </a:r>
              <a:endParaRPr kumimoji="0" lang="en-US" altLang="zh-CN" sz="2000" b="1" i="0" u="none" strike="noStrike" kern="1200" cap="none" spc="0" normalizeH="0" baseline="0" noProof="0">
                <a:ln>
                  <a:noFill/>
                </a:ln>
                <a:solidFill>
                  <a:srgbClr val="FFFFFF"/>
                </a:solidFill>
                <a:effectLst/>
                <a:uLnTx/>
                <a:uFillTx/>
                <a:latin typeface="微软雅黑" panose="020B0503020204020204" pitchFamily="34" charset="-122"/>
                <a:ea typeface="宋体" panose="02010600030101010101" pitchFamily="2" charset="-122"/>
                <a:cs typeface="+mn-cs"/>
              </a:endParaRPr>
            </a:p>
            <a:p>
              <a:pPr marL="0" marR="0" lvl="0" indent="0" algn="ctr" defTabSz="914400" rtl="0" eaLnBrk="0" fontAlgn="base" latinLnBrk="0" hangingPunct="0">
                <a:lnSpc>
                  <a:spcPct val="100000"/>
                </a:lnSpc>
                <a:spcBef>
                  <a:spcPts val="600"/>
                </a:spcBef>
                <a:spcAft>
                  <a:spcPct val="0"/>
                </a:spcAft>
                <a:buClrTx/>
                <a:buSzTx/>
                <a:buFontTx/>
                <a:buNone/>
                <a:tabLst/>
                <a:defRPr/>
              </a:pPr>
              <a:r>
                <a:rPr kumimoji="0" lang="zh-CN" altLang="en-US" sz="1600" b="1" i="0" u="none" strike="noStrike" kern="1200" cap="none" spc="0" normalizeH="0" baseline="0" noProof="0">
                  <a:ln>
                    <a:noFill/>
                  </a:ln>
                  <a:solidFill>
                    <a:srgbClr val="FFFFFF"/>
                  </a:solidFill>
                  <a:effectLst/>
                  <a:uLnTx/>
                  <a:uFillTx/>
                  <a:latin typeface="Gill Sans MT" panose="020B0502020104020203" pitchFamily="34" charset="0"/>
                  <a:ea typeface="微软雅黑" panose="020B0503020204020204" pitchFamily="34" charset="-122"/>
                  <a:cs typeface="Adelle Sans Devanagari" panose="02000503000000020004" pitchFamily="2" charset="-78"/>
                </a:rPr>
                <a:t>（</a:t>
              </a:r>
              <a:r>
                <a:rPr kumimoji="0" lang="en-US" altLang="zh-CN" sz="1600" b="1" i="0" u="none" strike="noStrike" kern="1200" cap="none" spc="0" normalizeH="0" baseline="0" noProof="0">
                  <a:ln>
                    <a:noFill/>
                  </a:ln>
                  <a:solidFill>
                    <a:srgbClr val="FFFFFF"/>
                  </a:solidFill>
                  <a:effectLst/>
                  <a:uLnTx/>
                  <a:uFillTx/>
                  <a:latin typeface="Gill Sans MT" panose="020B0502020104020203" pitchFamily="34" charset="0"/>
                  <a:ea typeface="微软雅黑" panose="020B0503020204020204" pitchFamily="34" charset="-122"/>
                  <a:cs typeface="Adelle Sans Devanagari" panose="02000503000000020004" pitchFamily="2" charset="-78"/>
                </a:rPr>
                <a:t>Link State</a:t>
              </a:r>
              <a:r>
                <a:rPr kumimoji="0" lang="zh-CN" altLang="en-US" sz="1600" b="1" i="0" u="none" strike="noStrike" kern="1200" cap="none" spc="0" normalizeH="0" baseline="0" noProof="0">
                  <a:ln>
                    <a:noFill/>
                  </a:ln>
                  <a:solidFill>
                    <a:srgbClr val="FFFFFF"/>
                  </a:solidFill>
                  <a:effectLst/>
                  <a:uLnTx/>
                  <a:uFillTx/>
                  <a:latin typeface="Gill Sans MT" panose="020B0502020104020203" pitchFamily="34" charset="0"/>
                  <a:ea typeface="微软雅黑" panose="020B0503020204020204" pitchFamily="34" charset="-122"/>
                  <a:cs typeface="Adelle Sans Devanagari" panose="02000503000000020004" pitchFamily="2" charset="-78"/>
                </a:rPr>
                <a:t>）</a:t>
              </a:r>
            </a:p>
          </p:txBody>
        </p:sp>
        <p:sp>
          <p:nvSpPr>
            <p:cNvPr id="9" name="矩形 8">
              <a:extLst>
                <a:ext uri="{FF2B5EF4-FFF2-40B4-BE49-F238E27FC236}">
                  <a16:creationId xmlns:a16="http://schemas.microsoft.com/office/drawing/2014/main" id="{39982629-FB50-7E44-2FFE-FB5651F53D2F}"/>
                </a:ext>
              </a:extLst>
            </p:cNvPr>
            <p:cNvSpPr/>
            <p:nvPr/>
          </p:nvSpPr>
          <p:spPr>
            <a:xfrm>
              <a:off x="5570332" y="3109412"/>
              <a:ext cx="2214458" cy="869766"/>
            </a:xfrm>
            <a:prstGeom prst="rect">
              <a:avLst/>
            </a:prstGeom>
            <a:solidFill>
              <a:schemeClr val="accent1">
                <a:lumMod val="50000"/>
              </a:schemeClr>
            </a:solidFill>
            <a:ln w="19050">
              <a:noFill/>
            </a:ln>
            <a:effectLst>
              <a:outerShdw blurRad="50800" dist="254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lvl1pPr>
                <a:defRPr>
                  <a:solidFill>
                    <a:schemeClr val="tx1"/>
                  </a:solidFill>
                  <a:latin typeface="Comic Sans MS" panose="030F0902030302020204" pitchFamily="66" charset="0"/>
                  <a:ea typeface="宋体" panose="02010600030101010101" pitchFamily="2" charset="-122"/>
                </a:defRPr>
              </a:lvl1pPr>
              <a:lvl2pPr marL="742950" indent="-285750">
                <a:defRPr>
                  <a:solidFill>
                    <a:schemeClr val="tx1"/>
                  </a:solidFill>
                  <a:latin typeface="Comic Sans MS" panose="030F0902030302020204" pitchFamily="66" charset="0"/>
                  <a:ea typeface="宋体" panose="02010600030101010101" pitchFamily="2" charset="-122"/>
                </a:defRPr>
              </a:lvl2pPr>
              <a:lvl3pPr marL="1143000" indent="-228600">
                <a:defRPr>
                  <a:solidFill>
                    <a:schemeClr val="tx1"/>
                  </a:solidFill>
                  <a:latin typeface="Comic Sans MS" panose="030F0902030302020204" pitchFamily="66" charset="0"/>
                  <a:ea typeface="宋体" panose="02010600030101010101" pitchFamily="2" charset="-122"/>
                </a:defRPr>
              </a:lvl3pPr>
              <a:lvl4pPr marL="1600200" indent="-228600">
                <a:defRPr>
                  <a:solidFill>
                    <a:schemeClr val="tx1"/>
                  </a:solidFill>
                  <a:latin typeface="Comic Sans MS" panose="030F0902030302020204" pitchFamily="66" charset="0"/>
                  <a:ea typeface="宋体" panose="02010600030101010101" pitchFamily="2" charset="-122"/>
                </a:defRPr>
              </a:lvl4pPr>
              <a:lvl5pPr marL="2057400" indent="-228600">
                <a:defRPr>
                  <a:solidFill>
                    <a:schemeClr val="tx1"/>
                  </a:solidFill>
                  <a:latin typeface="Comic Sans MS" panose="030F0902030302020204" pitchFamily="66"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Comic Sans MS" panose="030F0902030302020204" pitchFamily="66"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Comic Sans MS" panose="030F0902030302020204" pitchFamily="66"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Comic Sans MS" panose="030F0902030302020204" pitchFamily="66"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Comic Sans MS" panose="030F0902030302020204" pitchFamily="66" charset="0"/>
                  <a:ea typeface="宋体" panose="02010600030101010101" pitchFamily="2" charset="-122"/>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zh-CN" altLang="en-US" sz="2000" b="1" i="0" u="none" strike="noStrike" kern="1200" cap="none" spc="0" normalizeH="0" baseline="0" noProof="0">
                  <a:ln>
                    <a:noFill/>
                  </a:ln>
                  <a:solidFill>
                    <a:srgbClr val="FFFFFF"/>
                  </a:solidFill>
                  <a:effectLst/>
                  <a:uLnTx/>
                  <a:uFillTx/>
                  <a:latin typeface="微软雅黑" panose="020B0503020204020204" pitchFamily="34" charset="-122"/>
                  <a:ea typeface="宋体" panose="02010600030101010101" pitchFamily="2" charset="-122"/>
                  <a:cs typeface="+mn-cs"/>
                </a:rPr>
                <a:t>路径向量</a:t>
              </a:r>
              <a:endParaRPr kumimoji="0" lang="en-US" altLang="zh-CN" sz="2000" b="1" i="0" u="none" strike="noStrike" kern="1200" cap="none" spc="0" normalizeH="0" baseline="0" noProof="0">
                <a:ln>
                  <a:noFill/>
                </a:ln>
                <a:solidFill>
                  <a:srgbClr val="FFFFFF"/>
                </a:solidFill>
                <a:effectLst/>
                <a:uLnTx/>
                <a:uFillTx/>
                <a:latin typeface="微软雅黑" panose="020B0503020204020204" pitchFamily="34" charset="-122"/>
                <a:ea typeface="宋体" panose="02010600030101010101" pitchFamily="2" charset="-122"/>
                <a:cs typeface="+mn-cs"/>
              </a:endParaRPr>
            </a:p>
            <a:p>
              <a:pPr marL="0" marR="0" lvl="0" indent="0" algn="ctr" defTabSz="914400" rtl="0" eaLnBrk="0" fontAlgn="base" latinLnBrk="0" hangingPunct="0">
                <a:lnSpc>
                  <a:spcPct val="100000"/>
                </a:lnSpc>
                <a:spcBef>
                  <a:spcPts val="600"/>
                </a:spcBef>
                <a:spcAft>
                  <a:spcPct val="0"/>
                </a:spcAft>
                <a:buClrTx/>
                <a:buSzTx/>
                <a:buFontTx/>
                <a:buNone/>
                <a:tabLst/>
                <a:defRPr/>
              </a:pPr>
              <a:r>
                <a:rPr kumimoji="0" lang="zh-CN" altLang="en-US" sz="1600" b="1" i="0" u="none" strike="noStrike" kern="1200" cap="none" spc="0" normalizeH="0" baseline="0" noProof="0">
                  <a:ln>
                    <a:noFill/>
                  </a:ln>
                  <a:solidFill>
                    <a:srgbClr val="FFFFFF"/>
                  </a:solidFill>
                  <a:effectLst/>
                  <a:uLnTx/>
                  <a:uFillTx/>
                  <a:latin typeface="Gill Sans MT" panose="020B0502020104020203" pitchFamily="34" charset="0"/>
                  <a:ea typeface="微软雅黑" panose="020B0503020204020204" pitchFamily="34" charset="-122"/>
                  <a:cs typeface="Adelle Sans Devanagari" panose="02000503000000020004" pitchFamily="2" charset="-78"/>
                </a:rPr>
                <a:t>（</a:t>
              </a:r>
              <a:r>
                <a:rPr kumimoji="0" lang="en-US" altLang="zh-CN" sz="1600" b="1" i="0" u="none" strike="noStrike" kern="1200" cap="none" spc="0" normalizeH="0" baseline="0" noProof="0">
                  <a:ln>
                    <a:noFill/>
                  </a:ln>
                  <a:solidFill>
                    <a:srgbClr val="FFFFFF"/>
                  </a:solidFill>
                  <a:effectLst/>
                  <a:uLnTx/>
                  <a:uFillTx/>
                  <a:latin typeface="Gill Sans MT" panose="020B0502020104020203" pitchFamily="34" charset="0"/>
                  <a:ea typeface="微软雅黑" panose="020B0503020204020204" pitchFamily="34" charset="-122"/>
                  <a:cs typeface="Adelle Sans Devanagari" panose="02000503000000020004" pitchFamily="2" charset="-78"/>
                </a:rPr>
                <a:t>Path Vector</a:t>
              </a:r>
              <a:r>
                <a:rPr kumimoji="0" lang="zh-CN" altLang="en-US" sz="1600" b="1" i="0" u="none" strike="noStrike" kern="1200" cap="none" spc="0" normalizeH="0" baseline="0" noProof="0">
                  <a:ln>
                    <a:noFill/>
                  </a:ln>
                  <a:solidFill>
                    <a:srgbClr val="FFFFFF"/>
                  </a:solidFill>
                  <a:effectLst/>
                  <a:uLnTx/>
                  <a:uFillTx/>
                  <a:latin typeface="Gill Sans MT" panose="020B0502020104020203" pitchFamily="34" charset="0"/>
                  <a:ea typeface="微软雅黑" panose="020B0503020204020204" pitchFamily="34" charset="-122"/>
                  <a:cs typeface="Adelle Sans Devanagari" panose="02000503000000020004" pitchFamily="2" charset="-78"/>
                </a:rPr>
                <a:t>）</a:t>
              </a:r>
            </a:p>
          </p:txBody>
        </p:sp>
        <p:cxnSp>
          <p:nvCxnSpPr>
            <p:cNvPr id="10" name="直接连接符 14">
              <a:extLst>
                <a:ext uri="{FF2B5EF4-FFF2-40B4-BE49-F238E27FC236}">
                  <a16:creationId xmlns:a16="http://schemas.microsoft.com/office/drawing/2014/main" id="{0733A73C-4017-06EC-8C37-C339ADC455BC}"/>
                </a:ext>
              </a:extLst>
            </p:cNvPr>
            <p:cNvCxnSpPr>
              <a:cxnSpLocks/>
              <a:endCxn id="5" idx="0"/>
            </p:cNvCxnSpPr>
            <p:nvPr/>
          </p:nvCxnSpPr>
          <p:spPr>
            <a:xfrm flipH="1">
              <a:off x="3057438" y="1460349"/>
              <a:ext cx="1042938" cy="676132"/>
            </a:xfrm>
            <a:prstGeom prst="line">
              <a:avLst/>
            </a:prstGeom>
            <a:ln w="28575">
              <a:solidFill>
                <a:srgbClr val="7030A0"/>
              </a:solidFill>
            </a:ln>
          </p:spPr>
          <p:style>
            <a:lnRef idx="1">
              <a:schemeClr val="accent1"/>
            </a:lnRef>
            <a:fillRef idx="0">
              <a:schemeClr val="accent1"/>
            </a:fillRef>
            <a:effectRef idx="0">
              <a:schemeClr val="accent1"/>
            </a:effectRef>
            <a:fontRef idx="minor">
              <a:schemeClr val="tx1"/>
            </a:fontRef>
          </p:style>
        </p:cxnSp>
        <p:cxnSp>
          <p:nvCxnSpPr>
            <p:cNvPr id="11" name="直接连接符 16">
              <a:extLst>
                <a:ext uri="{FF2B5EF4-FFF2-40B4-BE49-F238E27FC236}">
                  <a16:creationId xmlns:a16="http://schemas.microsoft.com/office/drawing/2014/main" id="{CC7EB940-225D-A0CC-1CCC-A5A5A770B45D}"/>
                </a:ext>
              </a:extLst>
            </p:cNvPr>
            <p:cNvCxnSpPr>
              <a:cxnSpLocks/>
              <a:endCxn id="6" idx="0"/>
            </p:cNvCxnSpPr>
            <p:nvPr/>
          </p:nvCxnSpPr>
          <p:spPr>
            <a:xfrm>
              <a:off x="5429051" y="1460349"/>
              <a:ext cx="1041351" cy="676132"/>
            </a:xfrm>
            <a:prstGeom prst="line">
              <a:avLst/>
            </a:prstGeom>
            <a:ln w="28575">
              <a:solidFill>
                <a:srgbClr val="7030A0"/>
              </a:solidFill>
            </a:ln>
          </p:spPr>
          <p:style>
            <a:lnRef idx="1">
              <a:schemeClr val="accent1"/>
            </a:lnRef>
            <a:fillRef idx="0">
              <a:schemeClr val="accent1"/>
            </a:fillRef>
            <a:effectRef idx="0">
              <a:schemeClr val="accent1"/>
            </a:effectRef>
            <a:fontRef idx="minor">
              <a:schemeClr val="tx1"/>
            </a:fontRef>
          </p:style>
        </p:cxnSp>
        <p:cxnSp>
          <p:nvCxnSpPr>
            <p:cNvPr id="12" name="直接连接符 18">
              <a:extLst>
                <a:ext uri="{FF2B5EF4-FFF2-40B4-BE49-F238E27FC236}">
                  <a16:creationId xmlns:a16="http://schemas.microsoft.com/office/drawing/2014/main" id="{1C8B473B-6994-5C7D-1FE0-521FB33D14E6}"/>
                </a:ext>
              </a:extLst>
            </p:cNvPr>
            <p:cNvCxnSpPr>
              <a:cxnSpLocks/>
              <a:stCxn id="5" idx="2"/>
              <a:endCxn id="7" idx="0"/>
            </p:cNvCxnSpPr>
            <p:nvPr/>
          </p:nvCxnSpPr>
          <p:spPr>
            <a:xfrm flipH="1">
              <a:off x="1812897" y="2665006"/>
              <a:ext cx="1244541" cy="444406"/>
            </a:xfrm>
            <a:prstGeom prst="line">
              <a:avLst/>
            </a:prstGeom>
            <a:ln w="28575">
              <a:solidFill>
                <a:srgbClr val="7030A0"/>
              </a:solidFill>
            </a:ln>
          </p:spPr>
          <p:style>
            <a:lnRef idx="1">
              <a:schemeClr val="accent1"/>
            </a:lnRef>
            <a:fillRef idx="0">
              <a:schemeClr val="accent1"/>
            </a:fillRef>
            <a:effectRef idx="0">
              <a:schemeClr val="accent1"/>
            </a:effectRef>
            <a:fontRef idx="minor">
              <a:schemeClr val="tx1"/>
            </a:fontRef>
          </p:style>
        </p:cxnSp>
        <p:cxnSp>
          <p:nvCxnSpPr>
            <p:cNvPr id="13" name="直接连接符 21">
              <a:extLst>
                <a:ext uri="{FF2B5EF4-FFF2-40B4-BE49-F238E27FC236}">
                  <a16:creationId xmlns:a16="http://schemas.microsoft.com/office/drawing/2014/main" id="{5EAEDEF7-8D24-76CE-C18B-EEF908D69EEC}"/>
                </a:ext>
              </a:extLst>
            </p:cNvPr>
            <p:cNvCxnSpPr>
              <a:cxnSpLocks/>
              <a:stCxn id="5" idx="2"/>
              <a:endCxn id="8" idx="0"/>
            </p:cNvCxnSpPr>
            <p:nvPr/>
          </p:nvCxnSpPr>
          <p:spPr>
            <a:xfrm>
              <a:off x="3057438" y="2665006"/>
              <a:ext cx="1255653" cy="453929"/>
            </a:xfrm>
            <a:prstGeom prst="line">
              <a:avLst/>
            </a:prstGeom>
            <a:ln w="28575">
              <a:solidFill>
                <a:srgbClr val="7030A0"/>
              </a:solidFill>
            </a:ln>
          </p:spPr>
          <p:style>
            <a:lnRef idx="1">
              <a:schemeClr val="accent1"/>
            </a:lnRef>
            <a:fillRef idx="0">
              <a:schemeClr val="accent1"/>
            </a:fillRef>
            <a:effectRef idx="0">
              <a:schemeClr val="accent1"/>
            </a:effectRef>
            <a:fontRef idx="minor">
              <a:schemeClr val="tx1"/>
            </a:fontRef>
          </p:style>
        </p:cxnSp>
        <p:cxnSp>
          <p:nvCxnSpPr>
            <p:cNvPr id="14" name="直接连接符 24">
              <a:extLst>
                <a:ext uri="{FF2B5EF4-FFF2-40B4-BE49-F238E27FC236}">
                  <a16:creationId xmlns:a16="http://schemas.microsoft.com/office/drawing/2014/main" id="{E01F90AA-0AF9-3B37-5949-92DD6832B9C3}"/>
                </a:ext>
              </a:extLst>
            </p:cNvPr>
            <p:cNvCxnSpPr>
              <a:cxnSpLocks/>
              <a:stCxn id="6" idx="2"/>
              <a:endCxn id="9" idx="0"/>
            </p:cNvCxnSpPr>
            <p:nvPr/>
          </p:nvCxnSpPr>
          <p:spPr>
            <a:xfrm>
              <a:off x="6470402" y="2665006"/>
              <a:ext cx="206365" cy="444406"/>
            </a:xfrm>
            <a:prstGeom prst="line">
              <a:avLst/>
            </a:prstGeom>
            <a:ln w="28575">
              <a:solidFill>
                <a:srgbClr val="7030A0"/>
              </a:solidFill>
            </a:ln>
          </p:spPr>
          <p:style>
            <a:lnRef idx="1">
              <a:schemeClr val="accent1"/>
            </a:lnRef>
            <a:fillRef idx="0">
              <a:schemeClr val="accent1"/>
            </a:fillRef>
            <a:effectRef idx="0">
              <a:schemeClr val="accent1"/>
            </a:effectRef>
            <a:fontRef idx="minor">
              <a:schemeClr val="tx1"/>
            </a:fontRef>
          </p:style>
        </p:cxnSp>
        <p:sp>
          <p:nvSpPr>
            <p:cNvPr id="278543" name="矩形 14">
              <a:extLst>
                <a:ext uri="{FF2B5EF4-FFF2-40B4-BE49-F238E27FC236}">
                  <a16:creationId xmlns:a16="http://schemas.microsoft.com/office/drawing/2014/main" id="{6FA3494E-5AE8-63D9-7334-7BFE3167593F}"/>
                </a:ext>
              </a:extLst>
            </p:cNvPr>
            <p:cNvSpPr>
              <a:spLocks noChangeArrowheads="1"/>
            </p:cNvSpPr>
            <p:nvPr/>
          </p:nvSpPr>
          <p:spPr bwMode="auto">
            <a:xfrm>
              <a:off x="1502630" y="4082198"/>
              <a:ext cx="61908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宋体" panose="02010600030101010101" pitchFamily="2" charset="-122"/>
                </a:defRPr>
              </a:lvl2pPr>
              <a:lvl3pPr marL="1143000" indent="-228600">
                <a:spcBef>
                  <a:spcPct val="20000"/>
                </a:spcBef>
                <a:buChar char="•"/>
                <a:defRPr kumimoji="1" sz="2000">
                  <a:solidFill>
                    <a:schemeClr val="tx1"/>
                  </a:solidFill>
                  <a:latin typeface="Comic Sans MS" panose="030F0902030302020204" pitchFamily="66"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zh-CN" sz="2000" b="1" i="0" u="none" strike="noStrike" kern="1200" cap="none" spc="0" normalizeH="0" baseline="0" noProof="0">
                  <a:ln>
                    <a:noFill/>
                  </a:ln>
                  <a:solidFill>
                    <a:srgbClr val="000000"/>
                  </a:solidFill>
                  <a:effectLst/>
                  <a:uLnTx/>
                  <a:uFillTx/>
                  <a:latin typeface="微软雅黑" panose="020B0503020204020204" pitchFamily="34" charset="-122"/>
                  <a:ea typeface="宋体" panose="02010600030101010101" pitchFamily="2" charset="-122"/>
                  <a:cs typeface="+mn-cs"/>
                </a:rPr>
                <a:t>RIP</a:t>
              </a:r>
              <a:endParaRPr kumimoji="0" lang="zh-CN" altLang="en-US" sz="2000" b="1" i="0" u="none" strike="noStrike" kern="1200" cap="none" spc="0" normalizeH="0" baseline="0" noProof="0">
                <a:ln>
                  <a:noFill/>
                </a:ln>
                <a:solidFill>
                  <a:srgbClr val="000000"/>
                </a:solidFill>
                <a:effectLst/>
                <a:uLnTx/>
                <a:uFillTx/>
                <a:latin typeface="微软雅黑" panose="020B0503020204020204" pitchFamily="34" charset="-122"/>
                <a:ea typeface="宋体" panose="02010600030101010101" pitchFamily="2" charset="-122"/>
                <a:cs typeface="+mn-cs"/>
              </a:endParaRPr>
            </a:p>
          </p:txBody>
        </p:sp>
        <p:sp>
          <p:nvSpPr>
            <p:cNvPr id="278544" name="矩形 15">
              <a:extLst>
                <a:ext uri="{FF2B5EF4-FFF2-40B4-BE49-F238E27FC236}">
                  <a16:creationId xmlns:a16="http://schemas.microsoft.com/office/drawing/2014/main" id="{158E805A-2FFF-FE33-5575-7B5062616483}"/>
                </a:ext>
              </a:extLst>
            </p:cNvPr>
            <p:cNvSpPr>
              <a:spLocks noChangeArrowheads="1"/>
            </p:cNvSpPr>
            <p:nvPr/>
          </p:nvSpPr>
          <p:spPr bwMode="auto">
            <a:xfrm>
              <a:off x="3760799" y="4082198"/>
              <a:ext cx="85953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宋体" panose="02010600030101010101" pitchFamily="2" charset="-122"/>
                </a:defRPr>
              </a:lvl2pPr>
              <a:lvl3pPr marL="1143000" indent="-228600">
                <a:spcBef>
                  <a:spcPct val="20000"/>
                </a:spcBef>
                <a:buChar char="•"/>
                <a:defRPr kumimoji="1" sz="2000">
                  <a:solidFill>
                    <a:schemeClr val="tx1"/>
                  </a:solidFill>
                  <a:latin typeface="Comic Sans MS" panose="030F0902030302020204" pitchFamily="66"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zh-CN" sz="2000" b="1" i="0" u="none" strike="noStrike" kern="1200" cap="none" spc="0" normalizeH="0" baseline="0" noProof="0">
                  <a:ln>
                    <a:noFill/>
                  </a:ln>
                  <a:solidFill>
                    <a:srgbClr val="000000"/>
                  </a:solidFill>
                  <a:effectLst/>
                  <a:uLnTx/>
                  <a:uFillTx/>
                  <a:latin typeface="微软雅黑" panose="020B0503020204020204" pitchFamily="34" charset="-122"/>
                  <a:ea typeface="宋体" panose="02010600030101010101" pitchFamily="2" charset="-122"/>
                  <a:cs typeface="+mn-cs"/>
                </a:rPr>
                <a:t>OSPF</a:t>
              </a:r>
              <a:endParaRPr kumimoji="0" lang="zh-CN" altLang="en-US" sz="20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mn-cs"/>
              </a:endParaRPr>
            </a:p>
          </p:txBody>
        </p:sp>
        <p:sp>
          <p:nvSpPr>
            <p:cNvPr id="278545" name="矩形 16">
              <a:extLst>
                <a:ext uri="{FF2B5EF4-FFF2-40B4-BE49-F238E27FC236}">
                  <a16:creationId xmlns:a16="http://schemas.microsoft.com/office/drawing/2014/main" id="{CE97E0E3-C529-6B36-F432-A9F1E010FFAD}"/>
                </a:ext>
              </a:extLst>
            </p:cNvPr>
            <p:cNvSpPr>
              <a:spLocks noChangeArrowheads="1"/>
            </p:cNvSpPr>
            <p:nvPr/>
          </p:nvSpPr>
          <p:spPr bwMode="auto">
            <a:xfrm>
              <a:off x="6259419" y="4082198"/>
              <a:ext cx="99418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宋体" panose="02010600030101010101" pitchFamily="2" charset="-122"/>
                </a:defRPr>
              </a:lvl2pPr>
              <a:lvl3pPr marL="1143000" indent="-228600">
                <a:spcBef>
                  <a:spcPct val="20000"/>
                </a:spcBef>
                <a:buChar char="•"/>
                <a:defRPr kumimoji="1" sz="2000">
                  <a:solidFill>
                    <a:schemeClr val="tx1"/>
                  </a:solidFill>
                  <a:latin typeface="Comic Sans MS" panose="030F0902030302020204" pitchFamily="66"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zh-CN" sz="2000" b="1" i="0" u="none" strike="noStrike" kern="1200" cap="none" spc="0" normalizeH="0" baseline="0" noProof="0">
                  <a:ln>
                    <a:noFill/>
                  </a:ln>
                  <a:solidFill>
                    <a:srgbClr val="000000"/>
                  </a:solidFill>
                  <a:effectLst/>
                  <a:uLnTx/>
                  <a:uFillTx/>
                  <a:latin typeface="微软雅黑" panose="020B0503020204020204" pitchFamily="34" charset="-122"/>
                  <a:ea typeface="宋体" panose="02010600030101010101" pitchFamily="2" charset="-122"/>
                  <a:cs typeface="+mn-cs"/>
                </a:rPr>
                <a:t>BGP-4</a:t>
              </a:r>
              <a:endParaRPr kumimoji="0" lang="zh-CN" altLang="en-US" sz="20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mn-cs"/>
              </a:endParaRPr>
            </a:p>
          </p:txBody>
        </p:sp>
      </p:grpSp>
    </p:spTree>
  </p:cSld>
  <p:clrMapOvr>
    <a:masterClrMapping/>
  </p:clrMapOvr>
  <p:transition spd="slow"/>
</p:sld>
</file>

<file path=ppt/slides/slide2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80577" name="Rectangle 2">
            <a:extLst>
              <a:ext uri="{FF2B5EF4-FFF2-40B4-BE49-F238E27FC236}">
                <a16:creationId xmlns:a16="http://schemas.microsoft.com/office/drawing/2014/main" id="{08161B09-2B62-6DFF-B2A7-FC794F30E833}"/>
              </a:ext>
            </a:extLst>
          </p:cNvPr>
          <p:cNvSpPr>
            <a:spLocks noGrp="1" noChangeArrowheads="1"/>
          </p:cNvSpPr>
          <p:nvPr>
            <p:ph type="title"/>
          </p:nvPr>
        </p:nvSpPr>
        <p:spPr>
          <a:xfrm>
            <a:off x="512763" y="0"/>
            <a:ext cx="8116887" cy="1462088"/>
          </a:xfrm>
        </p:spPr>
        <p:txBody>
          <a:bodyPr/>
          <a:lstStyle/>
          <a:p>
            <a:pPr eaLnBrk="1" hangingPunct="1"/>
            <a:r>
              <a:rPr lang="zh-CN" altLang="en-US" sz="3600" u="none">
                <a:latin typeface="华文楷体" panose="02010600040101010101" pitchFamily="2" charset="-122"/>
                <a:ea typeface="华文楷体" panose="02010600040101010101" pitchFamily="2" charset="-122"/>
              </a:rPr>
              <a:t>关于网络、路由的应用</a:t>
            </a:r>
          </a:p>
        </p:txBody>
      </p:sp>
      <p:pic>
        <p:nvPicPr>
          <p:cNvPr id="280578" name="Picture 95" descr="underline_base">
            <a:extLst>
              <a:ext uri="{FF2B5EF4-FFF2-40B4-BE49-F238E27FC236}">
                <a16:creationId xmlns:a16="http://schemas.microsoft.com/office/drawing/2014/main" id="{35516EA1-3E4B-7899-0EE2-39AD082BA91D}"/>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84200" y="1079500"/>
            <a:ext cx="5484813" cy="173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0579" name="文本框 17">
            <a:extLst>
              <a:ext uri="{FF2B5EF4-FFF2-40B4-BE49-F238E27FC236}">
                <a16:creationId xmlns:a16="http://schemas.microsoft.com/office/drawing/2014/main" id="{0C972693-2035-1724-5796-050037B4A186}"/>
              </a:ext>
            </a:extLst>
          </p:cNvPr>
          <p:cNvSpPr txBox="1">
            <a:spLocks noChangeArrowheads="1"/>
          </p:cNvSpPr>
          <p:nvPr/>
        </p:nvSpPr>
        <p:spPr bwMode="auto">
          <a:xfrm>
            <a:off x="584200" y="1504950"/>
            <a:ext cx="8204200" cy="701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342900">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defRPr>
            </a:lvl1pPr>
            <a:lvl2pPr marL="742950" indent="-285750" defTabSz="34290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宋体" panose="02010600030101010101" pitchFamily="2" charset="-122"/>
              </a:defRPr>
            </a:lvl2pPr>
            <a:lvl3pPr marL="1143000" indent="-228600" defTabSz="342900">
              <a:spcBef>
                <a:spcPct val="20000"/>
              </a:spcBef>
              <a:buChar char="•"/>
              <a:defRPr kumimoji="1" sz="2000">
                <a:solidFill>
                  <a:schemeClr val="tx1"/>
                </a:solidFill>
                <a:latin typeface="Comic Sans MS" panose="030F0902030302020204" pitchFamily="66" charset="0"/>
                <a:ea typeface="宋体" panose="02010600030101010101" pitchFamily="2" charset="-122"/>
              </a:defRPr>
            </a:lvl3pPr>
            <a:lvl4pPr marL="1600200" indent="-228600" defTabSz="3429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defTabSz="3429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defTabSz="3429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defTabSz="3429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defTabSz="3429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defTabSz="3429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algn="l" defTabSz="342900" rtl="0" eaLnBrk="1" fontAlgn="base" latinLnBrk="0" hangingPunct="1">
              <a:lnSpc>
                <a:spcPts val="2475"/>
              </a:lnSpc>
              <a:spcBef>
                <a:spcPct val="0"/>
              </a:spcBef>
              <a:spcAft>
                <a:spcPct val="0"/>
              </a:spcAft>
              <a:buClrTx/>
              <a:buSzTx/>
              <a:buFontTx/>
              <a:buNone/>
              <a:tabLst/>
              <a:defRPr/>
            </a:pPr>
            <a:r>
              <a:rPr kumimoji="0" lang="en-US" altLang="zh-CN" sz="1600" b="0" i="0" u="none" strike="noStrike" kern="1200" cap="none" spc="0" normalizeH="0" baseline="0" noProof="0">
                <a:ln>
                  <a:noFill/>
                </a:ln>
                <a:solidFill>
                  <a:srgbClr val="000000"/>
                </a:solidFill>
                <a:effectLst/>
                <a:uLnTx/>
                <a:uFillTx/>
                <a:latin typeface="微软雅黑" panose="020B0503020204020204" pitchFamily="34" charset="-122"/>
                <a:ea typeface="宋体" panose="02010600030101010101" pitchFamily="2" charset="-122"/>
                <a:cs typeface="+mn-cs"/>
              </a:rPr>
              <a:t>lncRNA</a:t>
            </a:r>
            <a:r>
              <a:rPr kumimoji="0" lang="zh-CN" altLang="en-US" sz="1600" b="0" i="0" u="none" strike="noStrike" kern="1200" cap="none" spc="0" normalizeH="0" baseline="0" noProof="0">
                <a:ln>
                  <a:noFill/>
                </a:ln>
                <a:solidFill>
                  <a:srgbClr val="000000"/>
                </a:solidFill>
                <a:effectLst/>
                <a:uLnTx/>
                <a:uFillTx/>
                <a:latin typeface="微软雅黑" panose="020B0503020204020204" pitchFamily="34" charset="-122"/>
                <a:ea typeface="宋体" panose="02010600030101010101" pitchFamily="2" charset="-122"/>
                <a:cs typeface="+mn-cs"/>
              </a:rPr>
              <a:t>（</a:t>
            </a:r>
            <a:r>
              <a:rPr kumimoji="0" lang="en-US" altLang="zh-CN" sz="1600" b="0" i="0" u="none" strike="noStrike" kern="1200" cap="none" spc="0" normalizeH="0" baseline="0" noProof="0">
                <a:ln>
                  <a:noFill/>
                </a:ln>
                <a:solidFill>
                  <a:srgbClr val="000000"/>
                </a:solidFill>
                <a:effectLst/>
                <a:uLnTx/>
                <a:uFillTx/>
                <a:latin typeface="微软雅黑" panose="020B0503020204020204" pitchFamily="34" charset="-122"/>
                <a:ea typeface="宋体" panose="02010600030101010101" pitchFamily="2" charset="-122"/>
                <a:cs typeface="+mn-cs"/>
              </a:rPr>
              <a:t>Long non-coding RNAs</a:t>
            </a:r>
            <a:r>
              <a:rPr kumimoji="0" lang="zh-CN" altLang="en-US" sz="1600" b="0" i="0" u="none" strike="noStrike" kern="1200" cap="none" spc="0" normalizeH="0" baseline="0" noProof="0">
                <a:ln>
                  <a:noFill/>
                </a:ln>
                <a:solidFill>
                  <a:srgbClr val="000000"/>
                </a:solidFill>
                <a:effectLst/>
                <a:uLnTx/>
                <a:uFillTx/>
                <a:latin typeface="微软雅黑" panose="020B0503020204020204" pitchFamily="34" charset="-122"/>
                <a:ea typeface="宋体" panose="02010600030101010101" pitchFamily="2" charset="-122"/>
                <a:cs typeface="+mn-cs"/>
              </a:rPr>
              <a:t>，长链非编码</a:t>
            </a:r>
            <a:r>
              <a:rPr kumimoji="0" lang="en-US" altLang="zh-CN" sz="1600" b="0" i="0" u="none" strike="noStrike" kern="1200" cap="none" spc="0" normalizeH="0" baseline="0" noProof="0">
                <a:ln>
                  <a:noFill/>
                </a:ln>
                <a:solidFill>
                  <a:srgbClr val="000000"/>
                </a:solidFill>
                <a:effectLst/>
                <a:uLnTx/>
                <a:uFillTx/>
                <a:latin typeface="微软雅黑" panose="020B0503020204020204" pitchFamily="34" charset="-122"/>
                <a:ea typeface="宋体" panose="02010600030101010101" pitchFamily="2" charset="-122"/>
                <a:cs typeface="+mn-cs"/>
              </a:rPr>
              <a:t>RNA</a:t>
            </a:r>
            <a:r>
              <a:rPr kumimoji="0" lang="zh-CN" altLang="en-US" sz="1600" b="0" i="0" u="none" strike="noStrike" kern="1200" cap="none" spc="0" normalizeH="0" baseline="0" noProof="0">
                <a:ln>
                  <a:noFill/>
                </a:ln>
                <a:solidFill>
                  <a:srgbClr val="000000"/>
                </a:solidFill>
                <a:effectLst/>
                <a:uLnTx/>
                <a:uFillTx/>
                <a:latin typeface="微软雅黑" panose="020B0503020204020204" pitchFamily="34" charset="-122"/>
                <a:ea typeface="宋体" panose="02010600030101010101" pitchFamily="2" charset="-122"/>
                <a:cs typeface="+mn-cs"/>
              </a:rPr>
              <a:t>）是生物体内一类重要的非编码</a:t>
            </a:r>
            <a:r>
              <a:rPr kumimoji="0" lang="en-US" altLang="zh-CN" sz="1600" b="0" i="0" u="none" strike="noStrike" kern="1200" cap="none" spc="0" normalizeH="0" baseline="0" noProof="0">
                <a:ln>
                  <a:noFill/>
                </a:ln>
                <a:solidFill>
                  <a:srgbClr val="000000"/>
                </a:solidFill>
                <a:effectLst/>
                <a:uLnTx/>
                <a:uFillTx/>
                <a:latin typeface="微软雅黑" panose="020B0503020204020204" pitchFamily="34" charset="-122"/>
                <a:ea typeface="宋体" panose="02010600030101010101" pitchFamily="2" charset="-122"/>
                <a:cs typeface="+mn-cs"/>
              </a:rPr>
              <a:t>RNA</a:t>
            </a:r>
            <a:r>
              <a:rPr kumimoji="0" lang="zh-CN" altLang="en-US" sz="1600" b="0" i="0" u="none" strike="noStrike" kern="1200" cap="none" spc="0" normalizeH="0" baseline="0" noProof="0">
                <a:ln>
                  <a:noFill/>
                </a:ln>
                <a:solidFill>
                  <a:srgbClr val="000000"/>
                </a:solidFill>
                <a:effectLst/>
                <a:uLnTx/>
                <a:uFillTx/>
                <a:latin typeface="微软雅黑" panose="020B0503020204020204" pitchFamily="34" charset="-122"/>
                <a:ea typeface="宋体" panose="02010600030101010101" pitchFamily="2" charset="-122"/>
                <a:cs typeface="+mn-cs"/>
              </a:rPr>
              <a:t>，其长度超过</a:t>
            </a:r>
            <a:r>
              <a:rPr kumimoji="0" lang="en-US" altLang="zh-CN" sz="1600" b="0" i="0" u="none" strike="noStrike" kern="1200" cap="none" spc="0" normalizeH="0" baseline="0" noProof="0">
                <a:ln>
                  <a:noFill/>
                </a:ln>
                <a:solidFill>
                  <a:srgbClr val="000000"/>
                </a:solidFill>
                <a:effectLst/>
                <a:uLnTx/>
                <a:uFillTx/>
                <a:latin typeface="微软雅黑" panose="020B0503020204020204" pitchFamily="34" charset="-122"/>
                <a:ea typeface="宋体" panose="02010600030101010101" pitchFamily="2" charset="-122"/>
                <a:cs typeface="+mn-cs"/>
              </a:rPr>
              <a:t>200</a:t>
            </a:r>
            <a:r>
              <a:rPr kumimoji="0" lang="zh-CN" altLang="en-US" sz="1600" b="0" i="0" u="none" strike="noStrike" kern="1200" cap="none" spc="0" normalizeH="0" baseline="0" noProof="0">
                <a:ln>
                  <a:noFill/>
                </a:ln>
                <a:solidFill>
                  <a:srgbClr val="000000"/>
                </a:solidFill>
                <a:effectLst/>
                <a:uLnTx/>
                <a:uFillTx/>
                <a:latin typeface="微软雅黑" panose="020B0503020204020204" pitchFamily="34" charset="-122"/>
                <a:ea typeface="宋体" panose="02010600030101010101" pitchFamily="2" charset="-122"/>
                <a:cs typeface="+mn-cs"/>
              </a:rPr>
              <a:t>个核苷酸，在生命活动中起到重要调控作用。</a:t>
            </a:r>
            <a:endParaRPr kumimoji="0" lang="en-US" altLang="zh-CN" sz="1600" b="0" i="0" u="none" strike="noStrike" kern="1200" cap="none" spc="0" normalizeH="0" baseline="0" noProof="0">
              <a:ln>
                <a:noFill/>
              </a:ln>
              <a:solidFill>
                <a:srgbClr val="000000"/>
              </a:solidFill>
              <a:effectLst/>
              <a:uLnTx/>
              <a:uFillTx/>
              <a:latin typeface="微软雅黑" panose="020B0503020204020204" pitchFamily="34" charset="-122"/>
              <a:ea typeface="宋体" panose="02010600030101010101" pitchFamily="2" charset="-122"/>
              <a:cs typeface="+mn-cs"/>
            </a:endParaRPr>
          </a:p>
        </p:txBody>
      </p:sp>
      <p:pic>
        <p:nvPicPr>
          <p:cNvPr id="280580" name="图片 18">
            <a:extLst>
              <a:ext uri="{FF2B5EF4-FFF2-40B4-BE49-F238E27FC236}">
                <a16:creationId xmlns:a16="http://schemas.microsoft.com/office/drawing/2014/main" id="{A8235E98-40B1-88D9-EBAA-DF678A672A5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490788" y="2490788"/>
            <a:ext cx="4162425" cy="26050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80581" name="组合 19">
            <a:extLst>
              <a:ext uri="{FF2B5EF4-FFF2-40B4-BE49-F238E27FC236}">
                <a16:creationId xmlns:a16="http://schemas.microsoft.com/office/drawing/2014/main" id="{CF30145D-4498-7FF4-1933-FA098BFFD4FD}"/>
              </a:ext>
            </a:extLst>
          </p:cNvPr>
          <p:cNvGrpSpPr>
            <a:grpSpLocks/>
          </p:cNvGrpSpPr>
          <p:nvPr/>
        </p:nvGrpSpPr>
        <p:grpSpPr bwMode="auto">
          <a:xfrm>
            <a:off x="6338888" y="506413"/>
            <a:ext cx="2022475" cy="573087"/>
            <a:chOff x="36" y="10305"/>
            <a:chExt cx="3480866" cy="1008000"/>
          </a:xfrm>
        </p:grpSpPr>
        <p:sp>
          <p:nvSpPr>
            <p:cNvPr id="21" name="矩形 20">
              <a:extLst>
                <a:ext uri="{FF2B5EF4-FFF2-40B4-BE49-F238E27FC236}">
                  <a16:creationId xmlns:a16="http://schemas.microsoft.com/office/drawing/2014/main" id="{54E81146-61C6-59C0-4B80-1D1EBE52EC9E}"/>
                </a:ext>
              </a:extLst>
            </p:cNvPr>
            <p:cNvSpPr/>
            <p:nvPr/>
          </p:nvSpPr>
          <p:spPr>
            <a:xfrm>
              <a:off x="36" y="10305"/>
              <a:ext cx="3480866" cy="1008000"/>
            </a:xfrm>
            <a:prstGeom prst="rect">
              <a:avLst/>
            </a:prstGeom>
            <a:solidFill>
              <a:srgbClr val="C0504D">
                <a:hueOff val="0"/>
                <a:satOff val="0"/>
                <a:lumOff val="0"/>
                <a:alphaOff val="0"/>
              </a:srgbClr>
            </a:solidFill>
            <a:ln w="25400" cap="flat" cmpd="sng" algn="ctr">
              <a:solidFill>
                <a:srgbClr val="C0504D">
                  <a:hueOff val="0"/>
                  <a:satOff val="0"/>
                  <a:lumOff val="0"/>
                  <a:alphaOff val="0"/>
                </a:srgbClr>
              </a:solidFill>
              <a:prstDash val="solid"/>
            </a:ln>
            <a:effectLst>
              <a:outerShdw blurRad="40000" dist="20000" dir="5400000" rotWithShape="0">
                <a:srgbClr val="000000">
                  <a:alpha val="38000"/>
                </a:srgbClr>
              </a:outerShdw>
            </a:effectLst>
          </p:spPr>
        </p:sp>
        <p:sp>
          <p:nvSpPr>
            <p:cNvPr id="280587" name="文本框 21">
              <a:extLst>
                <a:ext uri="{FF2B5EF4-FFF2-40B4-BE49-F238E27FC236}">
                  <a16:creationId xmlns:a16="http://schemas.microsoft.com/office/drawing/2014/main" id="{7ECB9145-08A6-096E-9C5D-48561402A949}"/>
                </a:ext>
              </a:extLst>
            </p:cNvPr>
            <p:cNvSpPr txBox="1">
              <a:spLocks noChangeArrowheads="1"/>
            </p:cNvSpPr>
            <p:nvPr/>
          </p:nvSpPr>
          <p:spPr bwMode="auto">
            <a:xfrm>
              <a:off x="36" y="10305"/>
              <a:ext cx="3480866" cy="10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142240" tIns="81280" rIns="142240" bIns="81280" anchor="ctr"/>
            <a:lstStyle>
              <a:lvl1pPr defTabSz="889000">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defRPr>
              </a:lvl1pPr>
              <a:lvl2pPr marL="742950" indent="-285750" defTabSz="88900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宋体" panose="02010600030101010101" pitchFamily="2" charset="-122"/>
                </a:defRPr>
              </a:lvl2pPr>
              <a:lvl3pPr marL="1143000" indent="-228600" defTabSz="889000">
                <a:spcBef>
                  <a:spcPct val="20000"/>
                </a:spcBef>
                <a:buChar char="•"/>
                <a:defRPr kumimoji="1" sz="2000">
                  <a:solidFill>
                    <a:schemeClr val="tx1"/>
                  </a:solidFill>
                  <a:latin typeface="Comic Sans MS" panose="030F0902030302020204" pitchFamily="66" charset="0"/>
                  <a:ea typeface="宋体" panose="02010600030101010101" pitchFamily="2" charset="-122"/>
                </a:defRPr>
              </a:lvl3pPr>
              <a:lvl4pPr marL="1600200" indent="-228600" defTabSz="8890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defTabSz="8890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defTabSz="8890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defTabSz="8890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defTabSz="8890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defTabSz="8890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algn="ctr" defTabSz="889000" rtl="0" eaLnBrk="1" fontAlgn="base" latinLnBrk="0" hangingPunct="1">
                <a:lnSpc>
                  <a:spcPct val="90000"/>
                </a:lnSpc>
                <a:spcBef>
                  <a:spcPct val="0"/>
                </a:spcBef>
                <a:spcAft>
                  <a:spcPct val="35000"/>
                </a:spcAft>
                <a:buClrTx/>
                <a:buSzTx/>
                <a:buFontTx/>
                <a:buNone/>
                <a:tabLst/>
                <a:defRPr/>
              </a:pPr>
              <a:r>
                <a:rPr kumimoji="0" lang="zh-CN" altLang="en-US" sz="2000" b="1" i="0" u="none" strike="noStrike" kern="1200" cap="none" spc="0" normalizeH="0" baseline="0" noProof="0">
                  <a:ln>
                    <a:noFill/>
                  </a:ln>
                  <a:solidFill>
                    <a:srgbClr val="FFFFFF"/>
                  </a:solidFill>
                  <a:effectLst/>
                  <a:uLnTx/>
                  <a:uFillTx/>
                  <a:latin typeface="微软雅黑" panose="020B0503020204020204" pitchFamily="34" charset="-122"/>
                  <a:ea typeface="宋体" panose="02010600030101010101" pitchFamily="2" charset="-122"/>
                  <a:cs typeface="+mn-cs"/>
                </a:rPr>
                <a:t>生物信息学</a:t>
              </a:r>
            </a:p>
          </p:txBody>
        </p:sp>
      </p:grpSp>
      <p:sp>
        <p:nvSpPr>
          <p:cNvPr id="280582" name="文本框 23">
            <a:extLst>
              <a:ext uri="{FF2B5EF4-FFF2-40B4-BE49-F238E27FC236}">
                <a16:creationId xmlns:a16="http://schemas.microsoft.com/office/drawing/2014/main" id="{889B8414-ABBF-151D-6BDA-3B36F31CFA1B}"/>
              </a:ext>
            </a:extLst>
          </p:cNvPr>
          <p:cNvSpPr txBox="1">
            <a:spLocks noChangeArrowheads="1"/>
          </p:cNvSpPr>
          <p:nvPr/>
        </p:nvSpPr>
        <p:spPr bwMode="auto">
          <a:xfrm>
            <a:off x="866775" y="5427663"/>
            <a:ext cx="7410450" cy="1022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342900">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defRPr>
            </a:lvl1pPr>
            <a:lvl2pPr marL="742950" indent="-285750" defTabSz="34290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宋体" panose="02010600030101010101" pitchFamily="2" charset="-122"/>
              </a:defRPr>
            </a:lvl2pPr>
            <a:lvl3pPr marL="1143000" indent="-228600" defTabSz="342900">
              <a:spcBef>
                <a:spcPct val="20000"/>
              </a:spcBef>
              <a:buChar char="•"/>
              <a:defRPr kumimoji="1" sz="2000">
                <a:solidFill>
                  <a:schemeClr val="tx1"/>
                </a:solidFill>
                <a:latin typeface="Comic Sans MS" panose="030F0902030302020204" pitchFamily="66" charset="0"/>
                <a:ea typeface="宋体" panose="02010600030101010101" pitchFamily="2" charset="-122"/>
              </a:defRPr>
            </a:lvl3pPr>
            <a:lvl4pPr marL="1600200" indent="-228600" defTabSz="3429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defTabSz="3429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defTabSz="3429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defTabSz="3429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defTabSz="3429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defTabSz="3429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algn="l" defTabSz="342900" rtl="0" eaLnBrk="1" fontAlgn="base" latinLnBrk="0" hangingPunct="1">
              <a:lnSpc>
                <a:spcPts val="2475"/>
              </a:lnSpc>
              <a:spcBef>
                <a:spcPct val="0"/>
              </a:spcBef>
              <a:spcAft>
                <a:spcPct val="0"/>
              </a:spcAft>
              <a:buClrTx/>
              <a:buSzTx/>
              <a:buFontTx/>
              <a:buNone/>
              <a:tabLst/>
              <a:defRPr/>
            </a:pPr>
            <a:r>
              <a:rPr kumimoji="0" lang="zh-CN" altLang="en-US" sz="1600" b="0" i="0" u="none" strike="noStrike" kern="1200" cap="none" spc="0" normalizeH="0" baseline="0" noProof="0">
                <a:ln>
                  <a:noFill/>
                </a:ln>
                <a:solidFill>
                  <a:srgbClr val="000000"/>
                </a:solidFill>
                <a:effectLst/>
                <a:uLnTx/>
                <a:uFillTx/>
                <a:latin typeface="微软雅黑" panose="020B0503020204020204" pitchFamily="34" charset="-122"/>
                <a:ea typeface="宋体" panose="02010600030101010101" pitchFamily="2" charset="-122"/>
                <a:cs typeface="+mn-cs"/>
              </a:rPr>
              <a:t>有证据表明：</a:t>
            </a:r>
            <a:r>
              <a:rPr kumimoji="0" lang="en-US" altLang="zh-CN" sz="1600" b="0" i="0" u="none" strike="noStrike" kern="1200" cap="none" spc="0" normalizeH="0" baseline="0" noProof="0">
                <a:ln>
                  <a:noFill/>
                </a:ln>
                <a:solidFill>
                  <a:srgbClr val="000000"/>
                </a:solidFill>
                <a:effectLst/>
                <a:uLnTx/>
                <a:uFillTx/>
                <a:latin typeface="微软雅黑" panose="020B0503020204020204" pitchFamily="34" charset="-122"/>
                <a:ea typeface="宋体" panose="02010600030101010101" pitchFamily="2" charset="-122"/>
                <a:cs typeface="+mn-cs"/>
              </a:rPr>
              <a:t>lncRNA</a:t>
            </a:r>
            <a:r>
              <a:rPr kumimoji="0" lang="zh-CN" altLang="en-US" sz="1600" b="0" i="0" u="none" strike="noStrike" kern="1200" cap="none" spc="0" normalizeH="0" baseline="0" noProof="0">
                <a:ln>
                  <a:noFill/>
                </a:ln>
                <a:solidFill>
                  <a:srgbClr val="000000"/>
                </a:solidFill>
                <a:effectLst/>
                <a:uLnTx/>
                <a:uFillTx/>
                <a:latin typeface="微软雅黑" panose="020B0503020204020204" pitchFamily="34" charset="-122"/>
                <a:ea typeface="宋体" panose="02010600030101010101" pitchFamily="2" charset="-122"/>
                <a:cs typeface="+mn-cs"/>
              </a:rPr>
              <a:t>的失调、突变等异常情况与疾病的发生发展存在关联影响。</a:t>
            </a:r>
            <a:endParaRPr kumimoji="0" lang="en-US" altLang="zh-CN" sz="1600" b="0" i="0" u="none" strike="noStrike" kern="1200" cap="none" spc="0" normalizeH="0" baseline="0" noProof="0">
              <a:ln>
                <a:noFill/>
              </a:ln>
              <a:solidFill>
                <a:srgbClr val="000000"/>
              </a:solidFill>
              <a:effectLst/>
              <a:uLnTx/>
              <a:uFillTx/>
              <a:latin typeface="微软雅黑" panose="020B0503020204020204" pitchFamily="34" charset="-122"/>
              <a:ea typeface="宋体" panose="02010600030101010101" pitchFamily="2" charset="-122"/>
              <a:cs typeface="+mn-cs"/>
            </a:endParaRPr>
          </a:p>
          <a:p>
            <a:pPr marL="0" marR="0" lvl="0" indent="0" algn="l" defTabSz="342900" rtl="0" eaLnBrk="1" fontAlgn="base" latinLnBrk="0" hangingPunct="1">
              <a:lnSpc>
                <a:spcPts val="2475"/>
              </a:lnSpc>
              <a:spcBef>
                <a:spcPct val="0"/>
              </a:spcBef>
              <a:spcAft>
                <a:spcPct val="0"/>
              </a:spcAft>
              <a:buClrTx/>
              <a:buSzTx/>
              <a:buFontTx/>
              <a:buNone/>
              <a:tabLst/>
              <a:defRPr/>
            </a:pPr>
            <a:r>
              <a:rPr kumimoji="0" lang="zh-CN" altLang="en-US" sz="1600" b="0" i="0" u="none" strike="noStrike" kern="1200" cap="none" spc="0" normalizeH="0" baseline="0" noProof="0">
                <a:ln>
                  <a:noFill/>
                </a:ln>
                <a:solidFill>
                  <a:srgbClr val="000000"/>
                </a:solidFill>
                <a:effectLst/>
                <a:uLnTx/>
                <a:uFillTx/>
                <a:latin typeface="微软雅黑" panose="020B0503020204020204" pitchFamily="34" charset="-122"/>
                <a:ea typeface="宋体" panose="02010600030101010101" pitchFamily="2" charset="-122"/>
                <a:cs typeface="+mn-cs"/>
              </a:rPr>
              <a:t>研究</a:t>
            </a:r>
            <a:r>
              <a:rPr kumimoji="0" lang="en-US" altLang="zh-CN" sz="1600" b="0" i="0" u="none" strike="noStrike" kern="1200" cap="none" spc="0" normalizeH="0" baseline="0" noProof="0">
                <a:ln>
                  <a:noFill/>
                </a:ln>
                <a:solidFill>
                  <a:srgbClr val="000000"/>
                </a:solidFill>
                <a:effectLst/>
                <a:uLnTx/>
                <a:uFillTx/>
                <a:latin typeface="微软雅黑" panose="020B0503020204020204" pitchFamily="34" charset="-122"/>
                <a:ea typeface="宋体" panose="02010600030101010101" pitchFamily="2" charset="-122"/>
                <a:cs typeface="+mn-cs"/>
              </a:rPr>
              <a:t>lncRNA-</a:t>
            </a:r>
            <a:r>
              <a:rPr kumimoji="0" lang="zh-CN" altLang="en-US" sz="1600" b="0" i="0" u="none" strike="noStrike" kern="1200" cap="none" spc="0" normalizeH="0" baseline="0" noProof="0">
                <a:ln>
                  <a:noFill/>
                </a:ln>
                <a:solidFill>
                  <a:srgbClr val="000000"/>
                </a:solidFill>
                <a:effectLst/>
                <a:uLnTx/>
                <a:uFillTx/>
                <a:latin typeface="微软雅黑" panose="020B0503020204020204" pitchFamily="34" charset="-122"/>
                <a:ea typeface="宋体" panose="02010600030101010101" pitchFamily="2" charset="-122"/>
                <a:cs typeface="+mn-cs"/>
              </a:rPr>
              <a:t>疾病关联，有助于阐明病理机制。</a:t>
            </a:r>
            <a:endParaRPr kumimoji="0" lang="en-US" altLang="zh-CN" sz="1600" b="0" i="0" u="none" strike="noStrike" kern="1200" cap="none" spc="0" normalizeH="0" baseline="0" noProof="0">
              <a:ln>
                <a:noFill/>
              </a:ln>
              <a:solidFill>
                <a:srgbClr val="000000"/>
              </a:solidFill>
              <a:effectLst/>
              <a:uLnTx/>
              <a:uFillTx/>
              <a:latin typeface="微软雅黑" panose="020B0503020204020204" pitchFamily="34" charset="-122"/>
              <a:ea typeface="宋体" panose="02010600030101010101" pitchFamily="2" charset="-122"/>
              <a:cs typeface="+mn-cs"/>
            </a:endParaRPr>
          </a:p>
          <a:p>
            <a:pPr marL="0" marR="0" lvl="0" indent="0" algn="l" defTabSz="342900" rtl="0" eaLnBrk="1" fontAlgn="base" latinLnBrk="0" hangingPunct="1">
              <a:lnSpc>
                <a:spcPts val="2475"/>
              </a:lnSpc>
              <a:spcBef>
                <a:spcPct val="0"/>
              </a:spcBef>
              <a:spcAft>
                <a:spcPct val="0"/>
              </a:spcAft>
              <a:buClrTx/>
              <a:buSzTx/>
              <a:buFontTx/>
              <a:buNone/>
              <a:tabLst/>
              <a:defRPr/>
            </a:pPr>
            <a:r>
              <a:rPr kumimoji="0" lang="zh-CN" altLang="en-US" sz="1600" b="0" i="0" u="none" strike="noStrike" kern="1200" cap="none" spc="0" normalizeH="0" baseline="0" noProof="0">
                <a:ln>
                  <a:noFill/>
                </a:ln>
                <a:solidFill>
                  <a:srgbClr val="000000"/>
                </a:solidFill>
                <a:effectLst/>
                <a:uLnTx/>
                <a:uFillTx/>
                <a:latin typeface="微软雅黑" panose="020B0503020204020204" pitchFamily="34" charset="-122"/>
                <a:ea typeface="宋体" panose="02010600030101010101" pitchFamily="2" charset="-122"/>
                <a:cs typeface="+mn-cs"/>
              </a:rPr>
              <a:t>对于未知的</a:t>
            </a:r>
            <a:r>
              <a:rPr kumimoji="0" lang="en-US" altLang="zh-CN" sz="1600" b="0" i="0" u="none" strike="noStrike" kern="1200" cap="none" spc="0" normalizeH="0" baseline="0" noProof="0">
                <a:ln>
                  <a:noFill/>
                </a:ln>
                <a:solidFill>
                  <a:srgbClr val="000000"/>
                </a:solidFill>
                <a:effectLst/>
                <a:uLnTx/>
                <a:uFillTx/>
                <a:latin typeface="微软雅黑" panose="020B0503020204020204" pitchFamily="34" charset="-122"/>
                <a:ea typeface="宋体" panose="02010600030101010101" pitchFamily="2" charset="-122"/>
                <a:cs typeface="+mn-cs"/>
              </a:rPr>
              <a:t>lncRNA-</a:t>
            </a:r>
            <a:r>
              <a:rPr kumimoji="0" lang="zh-CN" altLang="en-US" sz="1600" b="0" i="0" u="none" strike="noStrike" kern="1200" cap="none" spc="0" normalizeH="0" baseline="0" noProof="0">
                <a:ln>
                  <a:noFill/>
                </a:ln>
                <a:solidFill>
                  <a:srgbClr val="000000"/>
                </a:solidFill>
                <a:effectLst/>
                <a:uLnTx/>
                <a:uFillTx/>
                <a:latin typeface="微软雅黑" panose="020B0503020204020204" pitchFamily="34" charset="-122"/>
                <a:ea typeface="宋体" panose="02010600030101010101" pitchFamily="2" charset="-122"/>
                <a:cs typeface="+mn-cs"/>
              </a:rPr>
              <a:t>疾病关联，使用计算方法预测，为生物医学研究提供</a:t>
            </a:r>
            <a:r>
              <a:rPr kumimoji="0" lang="en-US" altLang="zh-CN" sz="1600" b="0" i="0" u="none" strike="noStrike" kern="1200" cap="none" spc="0" normalizeH="0" baseline="0" noProof="0">
                <a:ln>
                  <a:noFill/>
                </a:ln>
                <a:solidFill>
                  <a:srgbClr val="000000"/>
                </a:solidFill>
                <a:effectLst/>
                <a:uLnTx/>
                <a:uFillTx/>
                <a:latin typeface="微软雅黑" panose="020B0503020204020204" pitchFamily="34" charset="-122"/>
                <a:ea typeface="宋体" panose="02010600030101010101" pitchFamily="2" charset="-122"/>
                <a:cs typeface="+mn-cs"/>
              </a:rPr>
              <a:t>|</a:t>
            </a:r>
            <a:r>
              <a:rPr kumimoji="0" lang="zh-CN" altLang="en-US" sz="1600" b="0" i="0" u="none" strike="noStrike" kern="1200" cap="none" spc="0" normalizeH="0" baseline="0" noProof="0">
                <a:ln>
                  <a:noFill/>
                </a:ln>
                <a:solidFill>
                  <a:srgbClr val="000000"/>
                </a:solidFill>
                <a:effectLst/>
                <a:uLnTx/>
                <a:uFillTx/>
                <a:latin typeface="微软雅黑" panose="020B0503020204020204" pitchFamily="34" charset="-122"/>
                <a:ea typeface="宋体" panose="02010600030101010101" pitchFamily="2" charset="-122"/>
                <a:cs typeface="+mn-cs"/>
              </a:rPr>
              <a:t>指导。</a:t>
            </a:r>
          </a:p>
        </p:txBody>
      </p:sp>
      <p:sp>
        <p:nvSpPr>
          <p:cNvPr id="26" name="任意多边形: 形状 39">
            <a:extLst>
              <a:ext uri="{FF2B5EF4-FFF2-40B4-BE49-F238E27FC236}">
                <a16:creationId xmlns:a16="http://schemas.microsoft.com/office/drawing/2014/main" id="{FF8651CE-C4EB-C63E-1B83-6E3581163B5A}"/>
              </a:ext>
            </a:extLst>
          </p:cNvPr>
          <p:cNvSpPr/>
          <p:nvPr/>
        </p:nvSpPr>
        <p:spPr>
          <a:xfrm>
            <a:off x="3519565" y="3782228"/>
            <a:ext cx="1516074" cy="161470"/>
          </a:xfrm>
          <a:custGeom>
            <a:avLst/>
            <a:gdLst>
              <a:gd name="connsiteX0" fmla="*/ 0 w 2574524"/>
              <a:gd name="connsiteY0" fmla="*/ 81835 h 286021"/>
              <a:gd name="connsiteX1" fmla="*/ 1340528 w 2574524"/>
              <a:gd name="connsiteY1" fmla="*/ 10814 h 286021"/>
              <a:gd name="connsiteX2" fmla="*/ 2574524 w 2574524"/>
              <a:gd name="connsiteY2" fmla="*/ 286021 h 286021"/>
            </a:gdLst>
            <a:ahLst/>
            <a:cxnLst>
              <a:cxn ang="0">
                <a:pos x="connsiteX0" y="connsiteY0"/>
              </a:cxn>
              <a:cxn ang="0">
                <a:pos x="connsiteX1" y="connsiteY1"/>
              </a:cxn>
              <a:cxn ang="0">
                <a:pos x="connsiteX2" y="connsiteY2"/>
              </a:cxn>
            </a:cxnLst>
            <a:rect l="l" t="t" r="r" b="b"/>
            <a:pathLst>
              <a:path w="2574524" h="286021">
                <a:moveTo>
                  <a:pt x="0" y="81835"/>
                </a:moveTo>
                <a:cubicBezTo>
                  <a:pt x="455720" y="29309"/>
                  <a:pt x="911441" y="-23217"/>
                  <a:pt x="1340528" y="10814"/>
                </a:cubicBezTo>
                <a:cubicBezTo>
                  <a:pt x="1769615" y="44845"/>
                  <a:pt x="2365899" y="237194"/>
                  <a:pt x="2574524" y="286021"/>
                </a:cubicBezTo>
              </a:path>
            </a:pathLst>
          </a:custGeom>
          <a:noFill/>
          <a:ln w="28575" cap="flat" cmpd="sng" algn="ctr">
            <a:solidFill>
              <a:srgbClr val="28475C"/>
            </a:solidFill>
            <a:prstDash val="sysDash"/>
            <a:miter lim="800000"/>
          </a:ln>
          <a:effectLst>
            <a:glow rad="63500">
              <a:srgbClr val="ED7D31">
                <a:satMod val="175000"/>
                <a:alpha val="40000"/>
              </a:srgbClr>
            </a:glow>
          </a:effectLst>
        </p:spPr>
        <p:txBody>
          <a:bodyPr anchor="ctr"/>
          <a:lstStyle>
            <a:lvl1pPr defTabSz="457200">
              <a:defRPr>
                <a:solidFill>
                  <a:schemeClr val="tx1"/>
                </a:solidFill>
                <a:latin typeface="Comic Sans MS" panose="030F0902030302020204" pitchFamily="66" charset="0"/>
                <a:ea typeface="宋体" panose="02010600030101010101" pitchFamily="2" charset="-122"/>
              </a:defRPr>
            </a:lvl1pPr>
            <a:lvl2pPr marL="742950" indent="-285750" defTabSz="457200">
              <a:defRPr>
                <a:solidFill>
                  <a:schemeClr val="tx1"/>
                </a:solidFill>
                <a:latin typeface="Comic Sans MS" panose="030F0902030302020204" pitchFamily="66" charset="0"/>
                <a:ea typeface="宋体" panose="02010600030101010101" pitchFamily="2" charset="-122"/>
              </a:defRPr>
            </a:lvl2pPr>
            <a:lvl3pPr marL="1143000" indent="-228600" defTabSz="457200">
              <a:defRPr>
                <a:solidFill>
                  <a:schemeClr val="tx1"/>
                </a:solidFill>
                <a:latin typeface="Comic Sans MS" panose="030F0902030302020204" pitchFamily="66" charset="0"/>
                <a:ea typeface="宋体" panose="02010600030101010101" pitchFamily="2" charset="-122"/>
              </a:defRPr>
            </a:lvl3pPr>
            <a:lvl4pPr marL="1600200" indent="-228600" defTabSz="457200">
              <a:defRPr>
                <a:solidFill>
                  <a:schemeClr val="tx1"/>
                </a:solidFill>
                <a:latin typeface="Comic Sans MS" panose="030F0902030302020204" pitchFamily="66" charset="0"/>
                <a:ea typeface="宋体" panose="02010600030101010101" pitchFamily="2" charset="-122"/>
              </a:defRPr>
            </a:lvl4pPr>
            <a:lvl5pPr marL="2057400" indent="-228600" defTabSz="457200">
              <a:defRPr>
                <a:solidFill>
                  <a:schemeClr val="tx1"/>
                </a:solidFill>
                <a:latin typeface="Comic Sans MS" panose="030F0902030302020204" pitchFamily="66" charset="0"/>
                <a:ea typeface="宋体" panose="02010600030101010101" pitchFamily="2" charset="-122"/>
              </a:defRPr>
            </a:lvl5pPr>
            <a:lvl6pPr marL="2514600" indent="-228600" defTabSz="457200" eaLnBrk="0" fontAlgn="base" hangingPunct="0">
              <a:spcBef>
                <a:spcPct val="0"/>
              </a:spcBef>
              <a:spcAft>
                <a:spcPct val="0"/>
              </a:spcAft>
              <a:defRPr>
                <a:solidFill>
                  <a:schemeClr val="tx1"/>
                </a:solidFill>
                <a:latin typeface="Comic Sans MS" panose="030F0902030302020204" pitchFamily="66" charset="0"/>
                <a:ea typeface="宋体" panose="02010600030101010101" pitchFamily="2" charset="-122"/>
              </a:defRPr>
            </a:lvl6pPr>
            <a:lvl7pPr marL="2971800" indent="-228600" defTabSz="457200" eaLnBrk="0" fontAlgn="base" hangingPunct="0">
              <a:spcBef>
                <a:spcPct val="0"/>
              </a:spcBef>
              <a:spcAft>
                <a:spcPct val="0"/>
              </a:spcAft>
              <a:defRPr>
                <a:solidFill>
                  <a:schemeClr val="tx1"/>
                </a:solidFill>
                <a:latin typeface="Comic Sans MS" panose="030F0902030302020204" pitchFamily="66" charset="0"/>
                <a:ea typeface="宋体" panose="02010600030101010101" pitchFamily="2" charset="-122"/>
              </a:defRPr>
            </a:lvl7pPr>
            <a:lvl8pPr marL="3429000" indent="-228600" defTabSz="457200" eaLnBrk="0" fontAlgn="base" hangingPunct="0">
              <a:spcBef>
                <a:spcPct val="0"/>
              </a:spcBef>
              <a:spcAft>
                <a:spcPct val="0"/>
              </a:spcAft>
              <a:defRPr>
                <a:solidFill>
                  <a:schemeClr val="tx1"/>
                </a:solidFill>
                <a:latin typeface="Comic Sans MS" panose="030F0902030302020204" pitchFamily="66" charset="0"/>
                <a:ea typeface="宋体" panose="02010600030101010101" pitchFamily="2" charset="-122"/>
              </a:defRPr>
            </a:lvl8pPr>
            <a:lvl9pPr marL="3886200" indent="-228600" defTabSz="457200" eaLnBrk="0" fontAlgn="base" hangingPunct="0">
              <a:spcBef>
                <a:spcPct val="0"/>
              </a:spcBef>
              <a:spcAft>
                <a:spcPct val="0"/>
              </a:spcAft>
              <a:defRPr>
                <a:solidFill>
                  <a:schemeClr val="tx1"/>
                </a:solidFill>
                <a:latin typeface="Comic Sans MS" panose="030F0902030302020204" pitchFamily="66" charset="0"/>
                <a:ea typeface="宋体" panose="02010600030101010101" pitchFamily="2" charset="-122"/>
              </a:defRPr>
            </a:lvl9pPr>
          </a:lstStyle>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zh-CN" altLang="en-US" sz="6300" b="0" i="0" u="none" strike="noStrike" kern="1200" cap="none" spc="0" normalizeH="0" baseline="0" noProof="0">
              <a:ln>
                <a:noFill/>
              </a:ln>
              <a:solidFill>
                <a:srgbClr val="000000"/>
              </a:solidFill>
              <a:effectLst/>
              <a:uLnTx/>
              <a:uFillTx/>
              <a:latin typeface="Calibri" panose="020F0502020204030204" pitchFamily="34" charset="0"/>
              <a:ea typeface="宋体" panose="02010600030101010101" pitchFamily="2" charset="-122"/>
              <a:cs typeface="+mn-cs"/>
            </a:endParaRPr>
          </a:p>
        </p:txBody>
      </p:sp>
    </p:spTree>
  </p:cSld>
  <p:clrMapOvr>
    <a:masterClrMapping/>
  </p:clrMapOvr>
  <p:transition spd="slow"/>
</p:sld>
</file>

<file path=ppt/slides/slide2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pSp>
        <p:nvGrpSpPr>
          <p:cNvPr id="282625" name="组合 9">
            <a:extLst>
              <a:ext uri="{FF2B5EF4-FFF2-40B4-BE49-F238E27FC236}">
                <a16:creationId xmlns:a16="http://schemas.microsoft.com/office/drawing/2014/main" id="{91879575-8F04-F909-426B-5EDC7B020BE1}"/>
              </a:ext>
            </a:extLst>
          </p:cNvPr>
          <p:cNvGrpSpPr>
            <a:grpSpLocks/>
          </p:cNvGrpSpPr>
          <p:nvPr/>
        </p:nvGrpSpPr>
        <p:grpSpPr bwMode="auto">
          <a:xfrm>
            <a:off x="628650" y="1689100"/>
            <a:ext cx="3157538" cy="920750"/>
            <a:chOff x="4662293" y="1870486"/>
            <a:chExt cx="6842813" cy="1227442"/>
          </a:xfrm>
        </p:grpSpPr>
        <p:sp>
          <p:nvSpPr>
            <p:cNvPr id="7" name="圆角矩形 6">
              <a:extLst>
                <a:ext uri="{FF2B5EF4-FFF2-40B4-BE49-F238E27FC236}">
                  <a16:creationId xmlns:a16="http://schemas.microsoft.com/office/drawing/2014/main" id="{E10BE3F0-00D1-FFA2-4412-106CC668BC43}"/>
                </a:ext>
              </a:extLst>
            </p:cNvPr>
            <p:cNvSpPr/>
            <p:nvPr/>
          </p:nvSpPr>
          <p:spPr>
            <a:xfrm>
              <a:off x="4662293" y="1870486"/>
              <a:ext cx="6842813" cy="1227442"/>
            </a:xfrm>
            <a:prstGeom prst="roundRect">
              <a:avLst>
                <a:gd name="adj" fmla="val 10000"/>
              </a:avLst>
            </a:prstGeom>
            <a:solidFill>
              <a:srgbClr val="C0504D"/>
            </a:solidFill>
          </p:spPr>
          <p:style>
            <a:lnRef idx="0">
              <a:schemeClr val="lt1">
                <a:hueOff val="0"/>
                <a:satOff val="0"/>
                <a:lumOff val="0"/>
                <a:alphaOff val="0"/>
              </a:schemeClr>
            </a:lnRef>
            <a:fillRef idx="3">
              <a:schemeClr val="accent1">
                <a:hueOff val="0"/>
                <a:satOff val="0"/>
                <a:lumOff val="0"/>
                <a:alphaOff val="0"/>
              </a:schemeClr>
            </a:fillRef>
            <a:effectRef idx="2">
              <a:schemeClr val="accent1">
                <a:hueOff val="0"/>
                <a:satOff val="0"/>
                <a:lumOff val="0"/>
                <a:alphaOff val="0"/>
              </a:schemeClr>
            </a:effectRef>
            <a:fontRef idx="minor">
              <a:schemeClr val="lt1"/>
            </a:fontRef>
          </p:style>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FFFFFF"/>
                </a:solidFill>
                <a:effectLst/>
                <a:uLnTx/>
                <a:uFillTx/>
                <a:latin typeface="Comic Sans MS"/>
                <a:ea typeface="+mn-ea"/>
                <a:cs typeface="+mn-cs"/>
              </a:endParaRPr>
            </a:p>
          </p:txBody>
        </p:sp>
        <p:sp>
          <p:nvSpPr>
            <p:cNvPr id="9" name="圆角矩形 4">
              <a:extLst>
                <a:ext uri="{FF2B5EF4-FFF2-40B4-BE49-F238E27FC236}">
                  <a16:creationId xmlns:a16="http://schemas.microsoft.com/office/drawing/2014/main" id="{68309490-94B3-1BA5-3D5A-8F5BA70BAC9C}"/>
                </a:ext>
              </a:extLst>
            </p:cNvPr>
            <p:cNvSpPr/>
            <p:nvPr/>
          </p:nvSpPr>
          <p:spPr>
            <a:xfrm>
              <a:off x="4817109" y="1982649"/>
              <a:ext cx="6464375" cy="990419"/>
            </a:xfrm>
            <a:prstGeom prst="rect">
              <a:avLst/>
            </a:prstGeom>
            <a:noFill/>
          </p:spPr>
          <p:style>
            <a:lnRef idx="0">
              <a:scrgbClr r="0" g="0" b="0"/>
            </a:lnRef>
            <a:fillRef idx="0">
              <a:scrgbClr r="0" g="0" b="0"/>
            </a:fillRef>
            <a:effectRef idx="0">
              <a:scrgbClr r="0" g="0" b="0"/>
            </a:effectRef>
            <a:fontRef idx="minor">
              <a:schemeClr val="lt1"/>
            </a:fontRef>
          </p:style>
          <p:txBody>
            <a:bodyPr lIns="76200" tIns="76200" rIns="76200" bIns="76200" spcCol="1270" anchor="ctr"/>
            <a:lstStyle/>
            <a:p>
              <a:pPr marL="0" marR="0" lvl="0" indent="0" algn="l" defTabSz="888705" rtl="0" eaLnBrk="0" fontAlgn="base" latinLnBrk="0" hangingPunct="0">
                <a:lnSpc>
                  <a:spcPct val="130000"/>
                </a:lnSpc>
                <a:spcBef>
                  <a:spcPct val="0"/>
                </a:spcBef>
                <a:spcAft>
                  <a:spcPct val="35000"/>
                </a:spcAft>
                <a:buClrTx/>
                <a:buSzTx/>
                <a:buFontTx/>
                <a:buNone/>
                <a:tabLst/>
                <a:defRPr/>
              </a:pPr>
              <a:r>
                <a:rPr kumimoji="0" lang="zh-CN" altLang="en-US" sz="1800" b="0" i="0" u="none" strike="noStrike" kern="1200" cap="none" spc="0" normalizeH="0" baseline="0" noProof="0" dirty="0">
                  <a:ln>
                    <a:noFill/>
                  </a:ln>
                  <a:solidFill>
                    <a:srgbClr val="FFFFFF"/>
                  </a:solidFill>
                  <a:effectLst/>
                  <a:uLnTx/>
                  <a:uFillTx/>
                  <a:latin typeface="Kaiti SC" panose="02010600040101010101" pitchFamily="2" charset="-122"/>
                  <a:ea typeface="Kaiti SC" panose="02010600040101010101" pitchFamily="2" charset="-122"/>
                  <a:cs typeface="微软雅黑"/>
                </a:rPr>
                <a:t>什么是社交网络？</a:t>
              </a:r>
              <a:endParaRPr kumimoji="0" lang="en-US" altLang="zh-CN" sz="1800" b="0" i="0" u="none" strike="noStrike" kern="1200" cap="none" spc="0" normalizeH="0" baseline="0" noProof="0" dirty="0">
                <a:ln>
                  <a:noFill/>
                </a:ln>
                <a:solidFill>
                  <a:srgbClr val="FFFFFF"/>
                </a:solidFill>
                <a:effectLst/>
                <a:uLnTx/>
                <a:uFillTx/>
                <a:latin typeface="Kaiti SC" panose="02010600040101010101" pitchFamily="2" charset="-122"/>
                <a:ea typeface="Kaiti SC" panose="02010600040101010101" pitchFamily="2" charset="-122"/>
                <a:cs typeface="微软雅黑"/>
              </a:endParaRPr>
            </a:p>
            <a:p>
              <a:pPr marL="0" marR="0" lvl="0" indent="0" algn="l" defTabSz="888705" rtl="0" eaLnBrk="0" fontAlgn="base" latinLnBrk="0" hangingPunct="0">
                <a:lnSpc>
                  <a:spcPct val="130000"/>
                </a:lnSpc>
                <a:spcBef>
                  <a:spcPct val="0"/>
                </a:spcBef>
                <a:spcAft>
                  <a:spcPct val="35000"/>
                </a:spcAft>
                <a:buClrTx/>
                <a:buSzTx/>
                <a:buFontTx/>
                <a:buNone/>
                <a:tabLst/>
                <a:defRPr/>
              </a:pPr>
              <a:r>
                <a:rPr kumimoji="0" lang="zh-CN" altLang="en-US" sz="1800" b="0" i="0" u="none" strike="noStrike" kern="1200" cap="none" spc="0" normalizeH="0" baseline="0" noProof="0" dirty="0">
                  <a:ln>
                    <a:noFill/>
                  </a:ln>
                  <a:solidFill>
                    <a:srgbClr val="FFFFFF"/>
                  </a:solidFill>
                  <a:effectLst/>
                  <a:uLnTx/>
                  <a:uFillTx/>
                  <a:latin typeface="Kaiti SC" panose="02010600040101010101" pitchFamily="2" charset="-122"/>
                  <a:ea typeface="Kaiti SC" panose="02010600040101010101" pitchFamily="2" charset="-122"/>
                  <a:cs typeface="微软雅黑"/>
                </a:rPr>
                <a:t>列举你所了解的“社交网络”</a:t>
              </a:r>
            </a:p>
          </p:txBody>
        </p:sp>
      </p:grpSp>
      <p:sp>
        <p:nvSpPr>
          <p:cNvPr id="12" name="文本框 11">
            <a:extLst>
              <a:ext uri="{FF2B5EF4-FFF2-40B4-BE49-F238E27FC236}">
                <a16:creationId xmlns:a16="http://schemas.microsoft.com/office/drawing/2014/main" id="{B778D164-64B7-A4CE-97E1-C1F3405B9086}"/>
              </a:ext>
            </a:extLst>
          </p:cNvPr>
          <p:cNvSpPr txBox="1"/>
          <p:nvPr/>
        </p:nvSpPr>
        <p:spPr>
          <a:xfrm>
            <a:off x="4038600" y="1792288"/>
            <a:ext cx="4740275" cy="647700"/>
          </a:xfrm>
          <a:prstGeom prst="rect">
            <a:avLst/>
          </a:prstGeom>
          <a:noFill/>
        </p:spPr>
        <p:txBody>
          <a:bodyPr>
            <a:spAutoFit/>
          </a:bodyPr>
          <a:lstStyle>
            <a:defPPr>
              <a:defRPr lang="en-US"/>
            </a:defPPr>
            <a:lvl1pPr indent="14288">
              <a:lnSpc>
                <a:spcPts val="2940"/>
              </a:lnSpc>
              <a:spcAft>
                <a:spcPts val="600"/>
              </a:spcAft>
              <a:defRPr sz="2200" b="1" kern="100">
                <a:solidFill>
                  <a:srgbClr val="C00000"/>
                </a:solidFill>
                <a:effectLst/>
                <a:latin typeface="Bodoni 72 Book" pitchFamily="2" charset="0"/>
                <a:ea typeface="Heiti SC Medium" pitchFamily="2" charset="-128"/>
              </a:defRPr>
            </a:lvl1pPr>
          </a:lstStyle>
          <a:p>
            <a:pPr marL="0" marR="0" lvl="0" indent="10716" algn="l" defTabSz="342900" rtl="0" eaLnBrk="1" fontAlgn="auto" latinLnBrk="0" hangingPunct="1">
              <a:lnSpc>
                <a:spcPts val="2205"/>
              </a:lnSpc>
              <a:spcBef>
                <a:spcPts val="0"/>
              </a:spcBef>
              <a:spcAft>
                <a:spcPts val="450"/>
              </a:spcAft>
              <a:buClrTx/>
              <a:buSzTx/>
              <a:buFontTx/>
              <a:buNone/>
              <a:tabLst/>
              <a:defRPr/>
            </a:pPr>
            <a:r>
              <a:rPr kumimoji="0" lang="zh-CN" altLang="en-US" sz="1800" b="1" i="0" u="none" strike="noStrike" kern="100" cap="none" spc="0" normalizeH="0" baseline="0" noProof="0" dirty="0">
                <a:ln>
                  <a:noFill/>
                </a:ln>
                <a:solidFill>
                  <a:srgbClr val="28455F"/>
                </a:solidFill>
                <a:effectLst/>
                <a:uLnTx/>
                <a:uFillTx/>
                <a:latin typeface="Bodoni 72 Book" pitchFamily="2" charset="0"/>
                <a:ea typeface="Heiti SC Medium" pitchFamily="2" charset="-128"/>
                <a:cs typeface="+mn-cs"/>
              </a:rPr>
              <a:t>基于互联网的人与人之间相互联系、信息沟通和互动娱乐的运作平台。</a:t>
            </a:r>
            <a:endParaRPr kumimoji="0" lang="en-US" altLang="zh-CN" sz="1800" b="1" i="0" u="none" strike="noStrike" kern="0" cap="none" spc="0" normalizeH="0" baseline="0" noProof="0" dirty="0">
              <a:ln>
                <a:noFill/>
              </a:ln>
              <a:solidFill>
                <a:srgbClr val="C00000"/>
              </a:solidFill>
              <a:effectLst/>
              <a:uLnTx/>
              <a:uFillTx/>
              <a:latin typeface="Kaiti SC" panose="02010600040101010101" pitchFamily="2" charset="-122"/>
              <a:ea typeface="Kaiti SC" panose="02010600040101010101" pitchFamily="2" charset="-122"/>
              <a:cs typeface="+mn-cs"/>
            </a:endParaRPr>
          </a:p>
        </p:txBody>
      </p:sp>
      <p:pic>
        <p:nvPicPr>
          <p:cNvPr id="1026" name="Picture 2">
            <a:extLst>
              <a:ext uri="{FF2B5EF4-FFF2-40B4-BE49-F238E27FC236}">
                <a16:creationId xmlns:a16="http://schemas.microsoft.com/office/drawing/2014/main" id="{853D8012-293B-BC2A-EA4B-5B4DF164C6C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11213" y="3287713"/>
            <a:ext cx="830262" cy="831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28" name="Picture 4">
            <a:extLst>
              <a:ext uri="{FF2B5EF4-FFF2-40B4-BE49-F238E27FC236}">
                <a16:creationId xmlns:a16="http://schemas.microsoft.com/office/drawing/2014/main" id="{6CB52AF5-5942-2B20-2CDB-EE4F346956C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l="22935" t="17206" r="25441" b="12987"/>
          <a:stretch>
            <a:fillRect/>
          </a:stretch>
        </p:blipFill>
        <p:spPr bwMode="auto">
          <a:xfrm>
            <a:off x="1803400" y="3235325"/>
            <a:ext cx="941388" cy="795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32" name="Picture 8">
            <a:extLst>
              <a:ext uri="{FF2B5EF4-FFF2-40B4-BE49-F238E27FC236}">
                <a16:creationId xmlns:a16="http://schemas.microsoft.com/office/drawing/2014/main" id="{B1B9C1A9-FB14-9A3A-42FB-8E29006B4CF5}"/>
              </a:ext>
            </a:extLst>
          </p:cNvPr>
          <p:cNvPicPr>
            <a:picLocks noChangeAspect="1" noChangeArrowheads="1"/>
          </p:cNvPicPr>
          <p:nvPr/>
        </p:nvPicPr>
        <p:blipFill>
          <a:blip r:embed="rId5">
            <a:extLst>
              <a:ext uri="{28A0092B-C50C-407E-A947-70E740481C1C}">
                <a14:useLocalDpi xmlns:a14="http://schemas.microsoft.com/office/drawing/2010/main" val="0"/>
              </a:ext>
            </a:extLst>
          </a:blip>
          <a:srcRect l="32130" t="4041" r="30511" b="44511"/>
          <a:stretch>
            <a:fillRect/>
          </a:stretch>
        </p:blipFill>
        <p:spPr bwMode="auto">
          <a:xfrm>
            <a:off x="2901950" y="3103563"/>
            <a:ext cx="979488" cy="830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34" name="Picture 10">
            <a:extLst>
              <a:ext uri="{FF2B5EF4-FFF2-40B4-BE49-F238E27FC236}">
                <a16:creationId xmlns:a16="http://schemas.microsoft.com/office/drawing/2014/main" id="{7E0E171D-B501-E986-448B-D58F21B44BAD}"/>
              </a:ext>
            </a:extLst>
          </p:cNvPr>
          <p:cNvPicPr>
            <a:picLocks noChangeAspect="1" noChangeArrowheads="1"/>
          </p:cNvPicPr>
          <p:nvPr/>
        </p:nvPicPr>
        <p:blipFill>
          <a:blip r:embed="rId6">
            <a:extLst>
              <a:ext uri="{28A0092B-C50C-407E-A947-70E740481C1C}">
                <a14:useLocalDpi xmlns:a14="http://schemas.microsoft.com/office/drawing/2010/main" val="0"/>
              </a:ext>
            </a:extLst>
          </a:blip>
          <a:srcRect l="6860" t="27740" r="7854" b="25661"/>
          <a:stretch>
            <a:fillRect/>
          </a:stretch>
        </p:blipFill>
        <p:spPr bwMode="auto">
          <a:xfrm>
            <a:off x="3254375" y="4156075"/>
            <a:ext cx="1944688" cy="665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36" name="Picture 12">
            <a:extLst>
              <a:ext uri="{FF2B5EF4-FFF2-40B4-BE49-F238E27FC236}">
                <a16:creationId xmlns:a16="http://schemas.microsoft.com/office/drawing/2014/main" id="{CA9FF573-A4E0-197E-9F57-6110960D66D4}"/>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106738" y="5168900"/>
            <a:ext cx="1296987" cy="796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38" name="Picture 14">
            <a:extLst>
              <a:ext uri="{FF2B5EF4-FFF2-40B4-BE49-F238E27FC236}">
                <a16:creationId xmlns:a16="http://schemas.microsoft.com/office/drawing/2014/main" id="{CD9EFBD2-9F99-F575-4860-DCABC02EC984}"/>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77825" y="4373563"/>
            <a:ext cx="998538" cy="665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40" name="Picture 16">
            <a:extLst>
              <a:ext uri="{FF2B5EF4-FFF2-40B4-BE49-F238E27FC236}">
                <a16:creationId xmlns:a16="http://schemas.microsoft.com/office/drawing/2014/main" id="{C0ECB025-76F0-A8B3-9625-564304A977E6}"/>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512888" y="4443413"/>
            <a:ext cx="1457325" cy="968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3" name="组合 12">
            <a:extLst>
              <a:ext uri="{FF2B5EF4-FFF2-40B4-BE49-F238E27FC236}">
                <a16:creationId xmlns:a16="http://schemas.microsoft.com/office/drawing/2014/main" id="{F28D1F7D-F40E-0845-2306-C6C371F64011}"/>
              </a:ext>
            </a:extLst>
          </p:cNvPr>
          <p:cNvGrpSpPr/>
          <p:nvPr/>
        </p:nvGrpSpPr>
        <p:grpSpPr>
          <a:xfrm>
            <a:off x="5760871" y="2908908"/>
            <a:ext cx="2657856" cy="379420"/>
            <a:chOff x="4662293" y="1870486"/>
            <a:chExt cx="6842813" cy="1227442"/>
          </a:xfrm>
          <a:solidFill>
            <a:schemeClr val="accent1">
              <a:lumMod val="50000"/>
            </a:schemeClr>
          </a:solidFill>
        </p:grpSpPr>
        <p:sp>
          <p:nvSpPr>
            <p:cNvPr id="14" name="圆角矩形 13">
              <a:extLst>
                <a:ext uri="{FF2B5EF4-FFF2-40B4-BE49-F238E27FC236}">
                  <a16:creationId xmlns:a16="http://schemas.microsoft.com/office/drawing/2014/main" id="{7E0AF1CE-AC5B-46F3-741A-35B1B0497A9C}"/>
                </a:ext>
              </a:extLst>
            </p:cNvPr>
            <p:cNvSpPr/>
            <p:nvPr/>
          </p:nvSpPr>
          <p:spPr>
            <a:xfrm>
              <a:off x="4662293" y="1870486"/>
              <a:ext cx="6842813" cy="1227442"/>
            </a:xfrm>
            <a:prstGeom prst="roundRect">
              <a:avLst>
                <a:gd name="adj" fmla="val 10000"/>
              </a:avLst>
            </a:prstGeom>
            <a:grpFill/>
          </p:spPr>
          <p:style>
            <a:lnRef idx="0">
              <a:schemeClr val="lt1">
                <a:hueOff val="0"/>
                <a:satOff val="0"/>
                <a:lumOff val="0"/>
                <a:alphaOff val="0"/>
              </a:schemeClr>
            </a:lnRef>
            <a:fillRef idx="3">
              <a:schemeClr val="accent1">
                <a:hueOff val="0"/>
                <a:satOff val="0"/>
                <a:lumOff val="0"/>
                <a:alphaOff val="0"/>
              </a:schemeClr>
            </a:fillRef>
            <a:effectRef idx="2">
              <a:schemeClr val="accent1">
                <a:hueOff val="0"/>
                <a:satOff val="0"/>
                <a:lumOff val="0"/>
                <a:alphaOff val="0"/>
              </a:schemeClr>
            </a:effectRef>
            <a:fontRef idx="minor">
              <a:schemeClr val="lt1"/>
            </a:fontRef>
          </p:style>
        </p:sp>
        <p:sp>
          <p:nvSpPr>
            <p:cNvPr id="15" name="圆角矩形 4">
              <a:extLst>
                <a:ext uri="{FF2B5EF4-FFF2-40B4-BE49-F238E27FC236}">
                  <a16:creationId xmlns:a16="http://schemas.microsoft.com/office/drawing/2014/main" id="{257003F6-85DE-5F57-D1A9-7E8CE9374189}"/>
                </a:ext>
              </a:extLst>
            </p:cNvPr>
            <p:cNvSpPr/>
            <p:nvPr/>
          </p:nvSpPr>
          <p:spPr>
            <a:xfrm>
              <a:off x="4816929" y="1982040"/>
              <a:ext cx="6466114" cy="990600"/>
            </a:xfrm>
            <a:prstGeom prst="rect">
              <a:avLst/>
            </a:prstGeom>
            <a:grpFill/>
          </p:spPr>
          <p:style>
            <a:lnRef idx="0">
              <a:scrgbClr r="0" g="0" b="0"/>
            </a:lnRef>
            <a:fillRef idx="0">
              <a:scrgbClr r="0" g="0" b="0"/>
            </a:fillRef>
            <a:effectRef idx="0">
              <a:scrgbClr r="0" g="0" b="0"/>
            </a:effectRef>
            <a:fontRef idx="minor">
              <a:schemeClr val="lt1"/>
            </a:fontRef>
          </p:style>
          <p:txBody>
            <a:bodyPr lIns="76200" tIns="76200" rIns="76200" bIns="76200" spcCol="1270" anchor="ctr"/>
            <a:lstStyle/>
            <a:p>
              <a:pPr marL="0" marR="0" lvl="0" indent="0" algn="ctr" defTabSz="888705" rtl="0" eaLnBrk="0" fontAlgn="base" latinLnBrk="0" hangingPunct="0">
                <a:lnSpc>
                  <a:spcPct val="130000"/>
                </a:lnSpc>
                <a:spcBef>
                  <a:spcPct val="0"/>
                </a:spcBef>
                <a:spcAft>
                  <a:spcPct val="35000"/>
                </a:spcAft>
                <a:buClrTx/>
                <a:buSzTx/>
                <a:buFontTx/>
                <a:buNone/>
                <a:tabLst/>
                <a:defRPr/>
              </a:pPr>
              <a:r>
                <a:rPr kumimoji="0" lang="zh-CN" altLang="en-US" sz="1800" b="0" i="0" u="none" strike="noStrike" kern="1200" cap="none" spc="0" normalizeH="0" baseline="0" noProof="0" dirty="0">
                  <a:ln>
                    <a:noFill/>
                  </a:ln>
                  <a:solidFill>
                    <a:srgbClr val="FFFFFF"/>
                  </a:solidFill>
                  <a:effectLst/>
                  <a:uLnTx/>
                  <a:uFillTx/>
                  <a:latin typeface="Kaiti SC" panose="02010600040101010101" pitchFamily="2" charset="-122"/>
                  <a:ea typeface="Kaiti SC" panose="02010600040101010101" pitchFamily="2" charset="-122"/>
                  <a:cs typeface="微软雅黑"/>
                </a:rPr>
                <a:t>用户之间的信息传递</a:t>
              </a:r>
            </a:p>
          </p:txBody>
        </p:sp>
      </p:grpSp>
      <p:grpSp>
        <p:nvGrpSpPr>
          <p:cNvPr id="16" name="组合 15">
            <a:extLst>
              <a:ext uri="{FF2B5EF4-FFF2-40B4-BE49-F238E27FC236}">
                <a16:creationId xmlns:a16="http://schemas.microsoft.com/office/drawing/2014/main" id="{777E7BA2-8F68-0BA9-EFB8-A9E346505152}"/>
              </a:ext>
            </a:extLst>
          </p:cNvPr>
          <p:cNvGrpSpPr/>
          <p:nvPr/>
        </p:nvGrpSpPr>
        <p:grpSpPr>
          <a:xfrm>
            <a:off x="6473936" y="3372137"/>
            <a:ext cx="1944791" cy="379420"/>
            <a:chOff x="4662293" y="1870486"/>
            <a:chExt cx="6842813" cy="1227442"/>
          </a:xfrm>
          <a:solidFill>
            <a:schemeClr val="accent1">
              <a:lumMod val="50000"/>
            </a:schemeClr>
          </a:solidFill>
        </p:grpSpPr>
        <p:sp>
          <p:nvSpPr>
            <p:cNvPr id="18" name="圆角矩形 17">
              <a:extLst>
                <a:ext uri="{FF2B5EF4-FFF2-40B4-BE49-F238E27FC236}">
                  <a16:creationId xmlns:a16="http://schemas.microsoft.com/office/drawing/2014/main" id="{D5178570-6CD2-BEAA-8978-7B2D8DB4F6C7}"/>
                </a:ext>
              </a:extLst>
            </p:cNvPr>
            <p:cNvSpPr/>
            <p:nvPr/>
          </p:nvSpPr>
          <p:spPr>
            <a:xfrm>
              <a:off x="4662293" y="1870486"/>
              <a:ext cx="6842813" cy="1227442"/>
            </a:xfrm>
            <a:prstGeom prst="roundRect">
              <a:avLst>
                <a:gd name="adj" fmla="val 10000"/>
              </a:avLst>
            </a:prstGeom>
            <a:grpFill/>
          </p:spPr>
          <p:style>
            <a:lnRef idx="0">
              <a:schemeClr val="lt1">
                <a:hueOff val="0"/>
                <a:satOff val="0"/>
                <a:lumOff val="0"/>
                <a:alphaOff val="0"/>
              </a:schemeClr>
            </a:lnRef>
            <a:fillRef idx="3">
              <a:schemeClr val="accent1">
                <a:hueOff val="0"/>
                <a:satOff val="0"/>
                <a:lumOff val="0"/>
                <a:alphaOff val="0"/>
              </a:schemeClr>
            </a:fillRef>
            <a:effectRef idx="2">
              <a:schemeClr val="accent1">
                <a:hueOff val="0"/>
                <a:satOff val="0"/>
                <a:lumOff val="0"/>
                <a:alphaOff val="0"/>
              </a:schemeClr>
            </a:effectRef>
            <a:fontRef idx="minor">
              <a:schemeClr val="lt1"/>
            </a:fontRef>
          </p:style>
        </p:sp>
        <p:sp>
          <p:nvSpPr>
            <p:cNvPr id="19" name="圆角矩形 4">
              <a:extLst>
                <a:ext uri="{FF2B5EF4-FFF2-40B4-BE49-F238E27FC236}">
                  <a16:creationId xmlns:a16="http://schemas.microsoft.com/office/drawing/2014/main" id="{0F25BB5F-E733-C59E-A93A-E36676D6B486}"/>
                </a:ext>
              </a:extLst>
            </p:cNvPr>
            <p:cNvSpPr/>
            <p:nvPr/>
          </p:nvSpPr>
          <p:spPr>
            <a:xfrm>
              <a:off x="4816929" y="1982040"/>
              <a:ext cx="6466114" cy="990600"/>
            </a:xfrm>
            <a:prstGeom prst="rect">
              <a:avLst/>
            </a:prstGeom>
            <a:grpFill/>
          </p:spPr>
          <p:style>
            <a:lnRef idx="0">
              <a:scrgbClr r="0" g="0" b="0"/>
            </a:lnRef>
            <a:fillRef idx="0">
              <a:scrgbClr r="0" g="0" b="0"/>
            </a:fillRef>
            <a:effectRef idx="0">
              <a:scrgbClr r="0" g="0" b="0"/>
            </a:effectRef>
            <a:fontRef idx="minor">
              <a:schemeClr val="lt1"/>
            </a:fontRef>
          </p:style>
          <p:txBody>
            <a:bodyPr lIns="76200" tIns="76200" rIns="76200" bIns="76200" spcCol="1270" anchor="ctr"/>
            <a:lstStyle/>
            <a:p>
              <a:pPr marL="0" marR="0" lvl="0" indent="0" algn="ctr" defTabSz="888705" rtl="0" eaLnBrk="0" fontAlgn="base" latinLnBrk="0" hangingPunct="0">
                <a:lnSpc>
                  <a:spcPct val="130000"/>
                </a:lnSpc>
                <a:spcBef>
                  <a:spcPct val="0"/>
                </a:spcBef>
                <a:spcAft>
                  <a:spcPct val="35000"/>
                </a:spcAft>
                <a:buClrTx/>
                <a:buSzTx/>
                <a:buFontTx/>
                <a:buNone/>
                <a:tabLst/>
                <a:defRPr/>
              </a:pPr>
              <a:r>
                <a:rPr kumimoji="0" lang="zh-CN" altLang="en-US" sz="1800" b="0" i="0" u="none" strike="noStrike" kern="1200" cap="none" spc="0" normalizeH="0" baseline="0" noProof="0" dirty="0">
                  <a:ln>
                    <a:noFill/>
                  </a:ln>
                  <a:solidFill>
                    <a:srgbClr val="FFFFFF"/>
                  </a:solidFill>
                  <a:effectLst/>
                  <a:uLnTx/>
                  <a:uFillTx/>
                  <a:latin typeface="Kaiti SC" panose="02010600040101010101" pitchFamily="2" charset="-122"/>
                  <a:ea typeface="Kaiti SC" panose="02010600040101010101" pitchFamily="2" charset="-122"/>
                  <a:cs typeface="微软雅黑"/>
                </a:rPr>
                <a:t>发布自己的状态</a:t>
              </a:r>
            </a:p>
          </p:txBody>
        </p:sp>
      </p:grpSp>
      <p:grpSp>
        <p:nvGrpSpPr>
          <p:cNvPr id="20" name="组合 19">
            <a:extLst>
              <a:ext uri="{FF2B5EF4-FFF2-40B4-BE49-F238E27FC236}">
                <a16:creationId xmlns:a16="http://schemas.microsoft.com/office/drawing/2014/main" id="{4F66DFD6-A7BB-BD9B-2238-8204D4118171}"/>
              </a:ext>
            </a:extLst>
          </p:cNvPr>
          <p:cNvGrpSpPr/>
          <p:nvPr/>
        </p:nvGrpSpPr>
        <p:grpSpPr>
          <a:xfrm>
            <a:off x="5760871" y="3839206"/>
            <a:ext cx="2341908" cy="379420"/>
            <a:chOff x="4662293" y="1870486"/>
            <a:chExt cx="6842813" cy="1227442"/>
          </a:xfrm>
          <a:solidFill>
            <a:schemeClr val="accent1">
              <a:lumMod val="50000"/>
            </a:schemeClr>
          </a:solidFill>
        </p:grpSpPr>
        <p:sp>
          <p:nvSpPr>
            <p:cNvPr id="21" name="圆角矩形 20">
              <a:extLst>
                <a:ext uri="{FF2B5EF4-FFF2-40B4-BE49-F238E27FC236}">
                  <a16:creationId xmlns:a16="http://schemas.microsoft.com/office/drawing/2014/main" id="{F824531B-1E0D-8580-B500-DB6E7541074E}"/>
                </a:ext>
              </a:extLst>
            </p:cNvPr>
            <p:cNvSpPr/>
            <p:nvPr/>
          </p:nvSpPr>
          <p:spPr>
            <a:xfrm>
              <a:off x="4662293" y="1870486"/>
              <a:ext cx="6842813" cy="1227442"/>
            </a:xfrm>
            <a:prstGeom prst="roundRect">
              <a:avLst>
                <a:gd name="adj" fmla="val 10000"/>
              </a:avLst>
            </a:prstGeom>
            <a:grpFill/>
          </p:spPr>
          <p:style>
            <a:lnRef idx="0">
              <a:schemeClr val="lt1">
                <a:hueOff val="0"/>
                <a:satOff val="0"/>
                <a:lumOff val="0"/>
                <a:alphaOff val="0"/>
              </a:schemeClr>
            </a:lnRef>
            <a:fillRef idx="3">
              <a:schemeClr val="accent1">
                <a:hueOff val="0"/>
                <a:satOff val="0"/>
                <a:lumOff val="0"/>
                <a:alphaOff val="0"/>
              </a:schemeClr>
            </a:fillRef>
            <a:effectRef idx="2">
              <a:schemeClr val="accent1">
                <a:hueOff val="0"/>
                <a:satOff val="0"/>
                <a:lumOff val="0"/>
                <a:alphaOff val="0"/>
              </a:schemeClr>
            </a:effectRef>
            <a:fontRef idx="minor">
              <a:schemeClr val="lt1"/>
            </a:fontRef>
          </p:style>
        </p:sp>
        <p:sp>
          <p:nvSpPr>
            <p:cNvPr id="22" name="圆角矩形 4">
              <a:extLst>
                <a:ext uri="{FF2B5EF4-FFF2-40B4-BE49-F238E27FC236}">
                  <a16:creationId xmlns:a16="http://schemas.microsoft.com/office/drawing/2014/main" id="{22A2F03D-41A9-415B-861D-86826597A180}"/>
                </a:ext>
              </a:extLst>
            </p:cNvPr>
            <p:cNvSpPr/>
            <p:nvPr/>
          </p:nvSpPr>
          <p:spPr>
            <a:xfrm>
              <a:off x="4816929" y="1982040"/>
              <a:ext cx="6466114" cy="990600"/>
            </a:xfrm>
            <a:prstGeom prst="rect">
              <a:avLst/>
            </a:prstGeom>
            <a:grpFill/>
          </p:spPr>
          <p:style>
            <a:lnRef idx="0">
              <a:scrgbClr r="0" g="0" b="0"/>
            </a:lnRef>
            <a:fillRef idx="0">
              <a:scrgbClr r="0" g="0" b="0"/>
            </a:fillRef>
            <a:effectRef idx="0">
              <a:scrgbClr r="0" g="0" b="0"/>
            </a:effectRef>
            <a:fontRef idx="minor">
              <a:schemeClr val="lt1"/>
            </a:fontRef>
          </p:style>
          <p:txBody>
            <a:bodyPr lIns="76200" tIns="76200" rIns="76200" bIns="76200" spcCol="1270" anchor="ctr"/>
            <a:lstStyle/>
            <a:p>
              <a:pPr marL="0" marR="0" lvl="0" indent="0" algn="ctr" defTabSz="888705" rtl="0" eaLnBrk="0" fontAlgn="base" latinLnBrk="0" hangingPunct="0">
                <a:lnSpc>
                  <a:spcPct val="130000"/>
                </a:lnSpc>
                <a:spcBef>
                  <a:spcPct val="0"/>
                </a:spcBef>
                <a:spcAft>
                  <a:spcPct val="35000"/>
                </a:spcAft>
                <a:buClrTx/>
                <a:buSzTx/>
                <a:buFontTx/>
                <a:buNone/>
                <a:tabLst/>
                <a:defRPr/>
              </a:pPr>
              <a:r>
                <a:rPr kumimoji="0" lang="zh-CN" altLang="en-US" sz="1800" b="0" i="0" u="none" strike="noStrike" kern="1200" cap="none" spc="0" normalizeH="0" baseline="0" noProof="0" dirty="0">
                  <a:ln>
                    <a:noFill/>
                  </a:ln>
                  <a:solidFill>
                    <a:srgbClr val="FFFFFF"/>
                  </a:solidFill>
                  <a:effectLst/>
                  <a:uLnTx/>
                  <a:uFillTx/>
                  <a:latin typeface="Kaiti SC" panose="02010600040101010101" pitchFamily="2" charset="-122"/>
                  <a:ea typeface="Kaiti SC" panose="02010600040101010101" pitchFamily="2" charset="-122"/>
                  <a:cs typeface="微软雅黑"/>
                </a:rPr>
                <a:t>上传图片视频音乐等</a:t>
              </a:r>
            </a:p>
          </p:txBody>
        </p:sp>
      </p:grpSp>
      <p:grpSp>
        <p:nvGrpSpPr>
          <p:cNvPr id="23" name="组合 22">
            <a:extLst>
              <a:ext uri="{FF2B5EF4-FFF2-40B4-BE49-F238E27FC236}">
                <a16:creationId xmlns:a16="http://schemas.microsoft.com/office/drawing/2014/main" id="{B5524A49-AF53-43B3-CCA3-72E64F2515DE}"/>
              </a:ext>
            </a:extLst>
          </p:cNvPr>
          <p:cNvGrpSpPr/>
          <p:nvPr/>
        </p:nvGrpSpPr>
        <p:grpSpPr>
          <a:xfrm>
            <a:off x="6313269" y="4314479"/>
            <a:ext cx="2105458" cy="379420"/>
            <a:chOff x="4662293" y="1870486"/>
            <a:chExt cx="6842813" cy="1227442"/>
          </a:xfrm>
          <a:solidFill>
            <a:schemeClr val="accent1">
              <a:lumMod val="50000"/>
            </a:schemeClr>
          </a:solidFill>
        </p:grpSpPr>
        <p:sp>
          <p:nvSpPr>
            <p:cNvPr id="24" name="圆角矩形 23">
              <a:extLst>
                <a:ext uri="{FF2B5EF4-FFF2-40B4-BE49-F238E27FC236}">
                  <a16:creationId xmlns:a16="http://schemas.microsoft.com/office/drawing/2014/main" id="{89F189D6-EB2A-565F-2EAF-9C1D792FF278}"/>
                </a:ext>
              </a:extLst>
            </p:cNvPr>
            <p:cNvSpPr/>
            <p:nvPr/>
          </p:nvSpPr>
          <p:spPr>
            <a:xfrm>
              <a:off x="4662293" y="1870486"/>
              <a:ext cx="6842813" cy="1227442"/>
            </a:xfrm>
            <a:prstGeom prst="roundRect">
              <a:avLst>
                <a:gd name="adj" fmla="val 10000"/>
              </a:avLst>
            </a:prstGeom>
            <a:grpFill/>
          </p:spPr>
          <p:style>
            <a:lnRef idx="0">
              <a:schemeClr val="lt1">
                <a:hueOff val="0"/>
                <a:satOff val="0"/>
                <a:lumOff val="0"/>
                <a:alphaOff val="0"/>
              </a:schemeClr>
            </a:lnRef>
            <a:fillRef idx="3">
              <a:schemeClr val="accent1">
                <a:hueOff val="0"/>
                <a:satOff val="0"/>
                <a:lumOff val="0"/>
                <a:alphaOff val="0"/>
              </a:schemeClr>
            </a:fillRef>
            <a:effectRef idx="2">
              <a:schemeClr val="accent1">
                <a:hueOff val="0"/>
                <a:satOff val="0"/>
                <a:lumOff val="0"/>
                <a:alphaOff val="0"/>
              </a:schemeClr>
            </a:effectRef>
            <a:fontRef idx="minor">
              <a:schemeClr val="lt1"/>
            </a:fontRef>
          </p:style>
        </p:sp>
        <p:sp>
          <p:nvSpPr>
            <p:cNvPr id="25" name="圆角矩形 4">
              <a:extLst>
                <a:ext uri="{FF2B5EF4-FFF2-40B4-BE49-F238E27FC236}">
                  <a16:creationId xmlns:a16="http://schemas.microsoft.com/office/drawing/2014/main" id="{B332BC98-A396-E89B-D1F4-499BE4D956E6}"/>
                </a:ext>
              </a:extLst>
            </p:cNvPr>
            <p:cNvSpPr/>
            <p:nvPr/>
          </p:nvSpPr>
          <p:spPr>
            <a:xfrm>
              <a:off x="4816929" y="1982040"/>
              <a:ext cx="6466114" cy="990600"/>
            </a:xfrm>
            <a:prstGeom prst="rect">
              <a:avLst/>
            </a:prstGeom>
            <a:grpFill/>
          </p:spPr>
          <p:style>
            <a:lnRef idx="0">
              <a:scrgbClr r="0" g="0" b="0"/>
            </a:lnRef>
            <a:fillRef idx="0">
              <a:scrgbClr r="0" g="0" b="0"/>
            </a:fillRef>
            <a:effectRef idx="0">
              <a:scrgbClr r="0" g="0" b="0"/>
            </a:effectRef>
            <a:fontRef idx="minor">
              <a:schemeClr val="lt1"/>
            </a:fontRef>
          </p:style>
          <p:txBody>
            <a:bodyPr lIns="76200" tIns="76200" rIns="76200" bIns="76200" spcCol="1270" anchor="ctr"/>
            <a:lstStyle/>
            <a:p>
              <a:pPr marL="0" marR="0" lvl="0" indent="0" algn="ctr" defTabSz="888705" rtl="0" eaLnBrk="0" fontAlgn="base" latinLnBrk="0" hangingPunct="0">
                <a:lnSpc>
                  <a:spcPct val="130000"/>
                </a:lnSpc>
                <a:spcBef>
                  <a:spcPct val="0"/>
                </a:spcBef>
                <a:spcAft>
                  <a:spcPct val="35000"/>
                </a:spcAft>
                <a:buClrTx/>
                <a:buSzTx/>
                <a:buFontTx/>
                <a:buNone/>
                <a:tabLst/>
                <a:defRPr/>
              </a:pPr>
              <a:r>
                <a:rPr kumimoji="0" lang="zh-CN" altLang="en-US" sz="1800" b="0" i="0" u="none" strike="noStrike" kern="1200" cap="none" spc="0" normalizeH="0" baseline="0" noProof="0" dirty="0">
                  <a:ln>
                    <a:noFill/>
                  </a:ln>
                  <a:solidFill>
                    <a:srgbClr val="FFFFFF"/>
                  </a:solidFill>
                  <a:effectLst/>
                  <a:uLnTx/>
                  <a:uFillTx/>
                  <a:latin typeface="Kaiti SC" panose="02010600040101010101" pitchFamily="2" charset="-122"/>
                  <a:ea typeface="Kaiti SC" panose="02010600040101010101" pitchFamily="2" charset="-122"/>
                  <a:cs typeface="微软雅黑"/>
                </a:rPr>
                <a:t>参与某件事的讨论</a:t>
              </a:r>
            </a:p>
          </p:txBody>
        </p:sp>
      </p:grpSp>
      <p:grpSp>
        <p:nvGrpSpPr>
          <p:cNvPr id="26" name="组合 25">
            <a:extLst>
              <a:ext uri="{FF2B5EF4-FFF2-40B4-BE49-F238E27FC236}">
                <a16:creationId xmlns:a16="http://schemas.microsoft.com/office/drawing/2014/main" id="{BE9A26A1-052D-ADCA-DCC7-87B4D02FC946}"/>
              </a:ext>
            </a:extLst>
          </p:cNvPr>
          <p:cNvGrpSpPr/>
          <p:nvPr/>
        </p:nvGrpSpPr>
        <p:grpSpPr>
          <a:xfrm>
            <a:off x="5747776" y="4790523"/>
            <a:ext cx="2657856" cy="379420"/>
            <a:chOff x="4662293" y="1870486"/>
            <a:chExt cx="6842813" cy="1227442"/>
          </a:xfrm>
          <a:solidFill>
            <a:schemeClr val="accent1">
              <a:lumMod val="50000"/>
            </a:schemeClr>
          </a:solidFill>
        </p:grpSpPr>
        <p:sp>
          <p:nvSpPr>
            <p:cNvPr id="27" name="圆角矩形 26">
              <a:extLst>
                <a:ext uri="{FF2B5EF4-FFF2-40B4-BE49-F238E27FC236}">
                  <a16:creationId xmlns:a16="http://schemas.microsoft.com/office/drawing/2014/main" id="{B6926458-FA46-5ED5-1CDC-64764DA44559}"/>
                </a:ext>
              </a:extLst>
            </p:cNvPr>
            <p:cNvSpPr/>
            <p:nvPr/>
          </p:nvSpPr>
          <p:spPr>
            <a:xfrm>
              <a:off x="4662293" y="1870486"/>
              <a:ext cx="6842813" cy="1227442"/>
            </a:xfrm>
            <a:prstGeom prst="roundRect">
              <a:avLst>
                <a:gd name="adj" fmla="val 10000"/>
              </a:avLst>
            </a:prstGeom>
            <a:grpFill/>
          </p:spPr>
          <p:style>
            <a:lnRef idx="0">
              <a:schemeClr val="lt1">
                <a:hueOff val="0"/>
                <a:satOff val="0"/>
                <a:lumOff val="0"/>
                <a:alphaOff val="0"/>
              </a:schemeClr>
            </a:lnRef>
            <a:fillRef idx="3">
              <a:schemeClr val="accent1">
                <a:hueOff val="0"/>
                <a:satOff val="0"/>
                <a:lumOff val="0"/>
                <a:alphaOff val="0"/>
              </a:schemeClr>
            </a:fillRef>
            <a:effectRef idx="2">
              <a:schemeClr val="accent1">
                <a:hueOff val="0"/>
                <a:satOff val="0"/>
                <a:lumOff val="0"/>
                <a:alphaOff val="0"/>
              </a:schemeClr>
            </a:effectRef>
            <a:fontRef idx="minor">
              <a:schemeClr val="lt1"/>
            </a:fontRef>
          </p:style>
        </p:sp>
        <p:sp>
          <p:nvSpPr>
            <p:cNvPr id="28" name="圆角矩形 4">
              <a:extLst>
                <a:ext uri="{FF2B5EF4-FFF2-40B4-BE49-F238E27FC236}">
                  <a16:creationId xmlns:a16="http://schemas.microsoft.com/office/drawing/2014/main" id="{2339EB69-5C70-9DEB-0D92-0977A6DBF18C}"/>
                </a:ext>
              </a:extLst>
            </p:cNvPr>
            <p:cNvSpPr/>
            <p:nvPr/>
          </p:nvSpPr>
          <p:spPr>
            <a:xfrm>
              <a:off x="4816929" y="1982040"/>
              <a:ext cx="6466114" cy="990600"/>
            </a:xfrm>
            <a:prstGeom prst="rect">
              <a:avLst/>
            </a:prstGeom>
            <a:grpFill/>
          </p:spPr>
          <p:style>
            <a:lnRef idx="0">
              <a:scrgbClr r="0" g="0" b="0"/>
            </a:lnRef>
            <a:fillRef idx="0">
              <a:scrgbClr r="0" g="0" b="0"/>
            </a:fillRef>
            <a:effectRef idx="0">
              <a:scrgbClr r="0" g="0" b="0"/>
            </a:effectRef>
            <a:fontRef idx="minor">
              <a:schemeClr val="lt1"/>
            </a:fontRef>
          </p:style>
          <p:txBody>
            <a:bodyPr lIns="76200" tIns="76200" rIns="76200" bIns="76200" spcCol="1270" anchor="ctr"/>
            <a:lstStyle/>
            <a:p>
              <a:pPr marL="0" marR="0" lvl="0" indent="0" algn="ctr" defTabSz="888705" rtl="0" eaLnBrk="0" fontAlgn="base" latinLnBrk="0" hangingPunct="0">
                <a:lnSpc>
                  <a:spcPct val="130000"/>
                </a:lnSpc>
                <a:spcBef>
                  <a:spcPct val="0"/>
                </a:spcBef>
                <a:spcAft>
                  <a:spcPct val="35000"/>
                </a:spcAft>
                <a:buClrTx/>
                <a:buSzTx/>
                <a:buFontTx/>
                <a:buNone/>
                <a:tabLst/>
                <a:defRPr/>
              </a:pPr>
              <a:r>
                <a:rPr kumimoji="0" lang="zh-CN" altLang="en-US" sz="1800" b="0" i="0" u="none" strike="noStrike" kern="1200" cap="none" spc="0" normalizeH="0" baseline="0" noProof="0" dirty="0">
                  <a:ln>
                    <a:noFill/>
                  </a:ln>
                  <a:solidFill>
                    <a:srgbClr val="FFFFFF"/>
                  </a:solidFill>
                  <a:effectLst/>
                  <a:uLnTx/>
                  <a:uFillTx/>
                  <a:latin typeface="Kaiti SC" panose="02010600040101010101" pitchFamily="2" charset="-122"/>
                  <a:ea typeface="Kaiti SC" panose="02010600040101010101" pitchFamily="2" charset="-122"/>
                  <a:cs typeface="微软雅黑"/>
                </a:rPr>
                <a:t>记录看过的图书电影等</a:t>
              </a:r>
            </a:p>
          </p:txBody>
        </p:sp>
      </p:grpSp>
      <p:grpSp>
        <p:nvGrpSpPr>
          <p:cNvPr id="32" name="组合 31">
            <a:extLst>
              <a:ext uri="{FF2B5EF4-FFF2-40B4-BE49-F238E27FC236}">
                <a16:creationId xmlns:a16="http://schemas.microsoft.com/office/drawing/2014/main" id="{0A4E5AC7-705B-80D0-9789-70A18AC1A380}"/>
              </a:ext>
            </a:extLst>
          </p:cNvPr>
          <p:cNvGrpSpPr/>
          <p:nvPr/>
        </p:nvGrpSpPr>
        <p:grpSpPr>
          <a:xfrm>
            <a:off x="5381010" y="5270485"/>
            <a:ext cx="3037717" cy="379420"/>
            <a:chOff x="3684318" y="1870486"/>
            <a:chExt cx="7820788" cy="1227442"/>
          </a:xfrm>
          <a:solidFill>
            <a:schemeClr val="accent1">
              <a:lumMod val="50000"/>
            </a:schemeClr>
          </a:solidFill>
        </p:grpSpPr>
        <p:sp>
          <p:nvSpPr>
            <p:cNvPr id="33" name="圆角矩形 32">
              <a:extLst>
                <a:ext uri="{FF2B5EF4-FFF2-40B4-BE49-F238E27FC236}">
                  <a16:creationId xmlns:a16="http://schemas.microsoft.com/office/drawing/2014/main" id="{DB6F8428-AA29-1AFF-0C2E-4F6E840B2F6F}"/>
                </a:ext>
              </a:extLst>
            </p:cNvPr>
            <p:cNvSpPr/>
            <p:nvPr/>
          </p:nvSpPr>
          <p:spPr>
            <a:xfrm>
              <a:off x="3684318" y="1870486"/>
              <a:ext cx="7820788" cy="1227442"/>
            </a:xfrm>
            <a:prstGeom prst="roundRect">
              <a:avLst>
                <a:gd name="adj" fmla="val 10000"/>
              </a:avLst>
            </a:prstGeom>
            <a:grpFill/>
          </p:spPr>
          <p:style>
            <a:lnRef idx="0">
              <a:schemeClr val="lt1">
                <a:hueOff val="0"/>
                <a:satOff val="0"/>
                <a:lumOff val="0"/>
                <a:alphaOff val="0"/>
              </a:schemeClr>
            </a:lnRef>
            <a:fillRef idx="3">
              <a:schemeClr val="accent1">
                <a:hueOff val="0"/>
                <a:satOff val="0"/>
                <a:lumOff val="0"/>
                <a:alphaOff val="0"/>
              </a:schemeClr>
            </a:fillRef>
            <a:effectRef idx="2">
              <a:schemeClr val="accent1">
                <a:hueOff val="0"/>
                <a:satOff val="0"/>
                <a:lumOff val="0"/>
                <a:alphaOff val="0"/>
              </a:schemeClr>
            </a:effectRef>
            <a:fontRef idx="minor">
              <a:schemeClr val="lt1"/>
            </a:fontRef>
          </p:style>
        </p:sp>
        <p:sp>
          <p:nvSpPr>
            <p:cNvPr id="34" name="圆角矩形 4">
              <a:extLst>
                <a:ext uri="{FF2B5EF4-FFF2-40B4-BE49-F238E27FC236}">
                  <a16:creationId xmlns:a16="http://schemas.microsoft.com/office/drawing/2014/main" id="{33E93A97-95A2-9B16-0FA2-392B36313712}"/>
                </a:ext>
              </a:extLst>
            </p:cNvPr>
            <p:cNvSpPr/>
            <p:nvPr/>
          </p:nvSpPr>
          <p:spPr>
            <a:xfrm>
              <a:off x="3684318" y="1982039"/>
              <a:ext cx="7598724" cy="990600"/>
            </a:xfrm>
            <a:prstGeom prst="rect">
              <a:avLst/>
            </a:prstGeom>
            <a:grpFill/>
          </p:spPr>
          <p:style>
            <a:lnRef idx="0">
              <a:scrgbClr r="0" g="0" b="0"/>
            </a:lnRef>
            <a:fillRef idx="0">
              <a:scrgbClr r="0" g="0" b="0"/>
            </a:fillRef>
            <a:effectRef idx="0">
              <a:scrgbClr r="0" g="0" b="0"/>
            </a:effectRef>
            <a:fontRef idx="minor">
              <a:schemeClr val="lt1"/>
            </a:fontRef>
          </p:style>
          <p:txBody>
            <a:bodyPr lIns="76200" tIns="76200" rIns="76200" bIns="76200" spcCol="1270" anchor="ctr"/>
            <a:lstStyle/>
            <a:p>
              <a:pPr marL="0" marR="0" lvl="0" indent="0" algn="ctr" defTabSz="888705" rtl="0" eaLnBrk="0" fontAlgn="base" latinLnBrk="0" hangingPunct="0">
                <a:lnSpc>
                  <a:spcPct val="130000"/>
                </a:lnSpc>
                <a:spcBef>
                  <a:spcPct val="0"/>
                </a:spcBef>
                <a:spcAft>
                  <a:spcPct val="35000"/>
                </a:spcAft>
                <a:buClrTx/>
                <a:buSzTx/>
                <a:buFontTx/>
                <a:buNone/>
                <a:tabLst/>
                <a:defRPr/>
              </a:pPr>
              <a:r>
                <a:rPr kumimoji="0" lang="zh-CN" altLang="en-US" sz="1800" b="0" i="0" u="none" strike="noStrike" kern="1200" cap="none" spc="0" normalizeH="0" baseline="0" noProof="0" dirty="0">
                  <a:ln>
                    <a:noFill/>
                  </a:ln>
                  <a:solidFill>
                    <a:srgbClr val="FFFFFF"/>
                  </a:solidFill>
                  <a:effectLst/>
                  <a:uLnTx/>
                  <a:uFillTx/>
                  <a:latin typeface="Kaiti SC" panose="02010600040101010101" pitchFamily="2" charset="-122"/>
                  <a:ea typeface="Kaiti SC" panose="02010600040101010101" pitchFamily="2" charset="-122"/>
                  <a:cs typeface="微软雅黑"/>
                </a:rPr>
                <a:t>对音乐电影进行评分评论等</a:t>
              </a:r>
            </a:p>
          </p:txBody>
        </p:sp>
      </p:grpSp>
      <p:grpSp>
        <p:nvGrpSpPr>
          <p:cNvPr id="35" name="组合 34">
            <a:extLst>
              <a:ext uri="{FF2B5EF4-FFF2-40B4-BE49-F238E27FC236}">
                <a16:creationId xmlns:a16="http://schemas.microsoft.com/office/drawing/2014/main" id="{5E1C461B-85BF-BFD4-51C6-637AAB68CDC4}"/>
              </a:ext>
            </a:extLst>
          </p:cNvPr>
          <p:cNvGrpSpPr/>
          <p:nvPr/>
        </p:nvGrpSpPr>
        <p:grpSpPr>
          <a:xfrm>
            <a:off x="2828050" y="3296583"/>
            <a:ext cx="3158048" cy="1325635"/>
            <a:chOff x="4662293" y="1870486"/>
            <a:chExt cx="6842813" cy="1227442"/>
          </a:xfrm>
          <a:solidFill>
            <a:schemeClr val="accent5">
              <a:lumMod val="20000"/>
              <a:lumOff val="80000"/>
            </a:schemeClr>
          </a:solidFill>
        </p:grpSpPr>
        <p:sp>
          <p:nvSpPr>
            <p:cNvPr id="36" name="圆角矩形 35">
              <a:extLst>
                <a:ext uri="{FF2B5EF4-FFF2-40B4-BE49-F238E27FC236}">
                  <a16:creationId xmlns:a16="http://schemas.microsoft.com/office/drawing/2014/main" id="{936E2CE1-C46F-258B-0736-A5BB3F3A4791}"/>
                </a:ext>
              </a:extLst>
            </p:cNvPr>
            <p:cNvSpPr/>
            <p:nvPr/>
          </p:nvSpPr>
          <p:spPr>
            <a:xfrm>
              <a:off x="4662293" y="1870486"/>
              <a:ext cx="6842813" cy="1227442"/>
            </a:xfrm>
            <a:prstGeom prst="roundRect">
              <a:avLst>
                <a:gd name="adj" fmla="val 10000"/>
              </a:avLst>
            </a:prstGeom>
            <a:grpFill/>
          </p:spPr>
          <p:style>
            <a:lnRef idx="0">
              <a:schemeClr val="lt1">
                <a:hueOff val="0"/>
                <a:satOff val="0"/>
                <a:lumOff val="0"/>
                <a:alphaOff val="0"/>
              </a:schemeClr>
            </a:lnRef>
            <a:fillRef idx="3">
              <a:schemeClr val="accent1">
                <a:hueOff val="0"/>
                <a:satOff val="0"/>
                <a:lumOff val="0"/>
                <a:alphaOff val="0"/>
              </a:schemeClr>
            </a:fillRef>
            <a:effectRef idx="2">
              <a:schemeClr val="accent1">
                <a:hueOff val="0"/>
                <a:satOff val="0"/>
                <a:lumOff val="0"/>
                <a:alphaOff val="0"/>
              </a:schemeClr>
            </a:effectRef>
            <a:fontRef idx="minor">
              <a:schemeClr val="lt1"/>
            </a:fontRef>
          </p:style>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FFFFFF"/>
                </a:solidFill>
                <a:effectLst/>
                <a:uLnTx/>
                <a:uFillTx/>
                <a:latin typeface="Comic Sans MS"/>
                <a:ea typeface="+mn-ea"/>
                <a:cs typeface="+mn-cs"/>
              </a:endParaRPr>
            </a:p>
          </p:txBody>
        </p:sp>
        <p:sp>
          <p:nvSpPr>
            <p:cNvPr id="37" name="圆角矩形 4">
              <a:extLst>
                <a:ext uri="{FF2B5EF4-FFF2-40B4-BE49-F238E27FC236}">
                  <a16:creationId xmlns:a16="http://schemas.microsoft.com/office/drawing/2014/main" id="{D8F00FE2-055A-A176-1F18-FDDC01612826}"/>
                </a:ext>
              </a:extLst>
            </p:cNvPr>
            <p:cNvSpPr/>
            <p:nvPr/>
          </p:nvSpPr>
          <p:spPr>
            <a:xfrm>
              <a:off x="4816929" y="1982040"/>
              <a:ext cx="6466114" cy="990600"/>
            </a:xfrm>
            <a:prstGeom prst="rect">
              <a:avLst/>
            </a:prstGeom>
            <a:grpFill/>
          </p:spPr>
          <p:style>
            <a:lnRef idx="0">
              <a:scrgbClr r="0" g="0" b="0"/>
            </a:lnRef>
            <a:fillRef idx="0">
              <a:scrgbClr r="0" g="0" b="0"/>
            </a:fillRef>
            <a:effectRef idx="0">
              <a:scrgbClr r="0" g="0" b="0"/>
            </a:effectRef>
            <a:fontRef idx="minor">
              <a:schemeClr val="lt1"/>
            </a:fontRef>
          </p:style>
          <p:txBody>
            <a:bodyPr lIns="76200" tIns="76200" rIns="76200" bIns="76200" spcCol="1270" anchor="ctr"/>
            <a:lstStyle/>
            <a:p>
              <a:pPr marL="0" marR="0" lvl="0" indent="0" algn="l" defTabSz="888705" rtl="0" eaLnBrk="0" fontAlgn="base" latinLnBrk="0" hangingPunct="0">
                <a:lnSpc>
                  <a:spcPct val="130000"/>
                </a:lnSpc>
                <a:spcBef>
                  <a:spcPct val="0"/>
                </a:spcBef>
                <a:spcAft>
                  <a:spcPct val="35000"/>
                </a:spcAft>
                <a:buClrTx/>
                <a:buSzTx/>
                <a:buFontTx/>
                <a:buNone/>
                <a:tabLst/>
                <a:defRPr/>
              </a:pPr>
              <a:r>
                <a:rPr kumimoji="0" lang="zh-CN" altLang="en-US" sz="1800" b="1" i="0" u="none" strike="noStrike" kern="1200" cap="none" spc="0" normalizeH="0" baseline="0" noProof="0" dirty="0">
                  <a:ln>
                    <a:noFill/>
                  </a:ln>
                  <a:solidFill>
                    <a:srgbClr val="002060"/>
                  </a:solidFill>
                  <a:effectLst/>
                  <a:uLnTx/>
                  <a:uFillTx/>
                  <a:latin typeface="Kaiti SC" panose="02010600040101010101" pitchFamily="2" charset="-122"/>
                  <a:ea typeface="Kaiti SC" panose="02010600040101010101" pitchFamily="2" charset="-122"/>
                  <a:cs typeface="微软雅黑"/>
                </a:rPr>
                <a:t>基于社交网站提供的服务，建立起的虚拟化网络，即为“社交网络”。</a:t>
              </a:r>
            </a:p>
          </p:txBody>
        </p:sp>
      </p:grpSp>
      <p:sp>
        <p:nvSpPr>
          <p:cNvPr id="282641" name="Rectangle 2">
            <a:extLst>
              <a:ext uri="{FF2B5EF4-FFF2-40B4-BE49-F238E27FC236}">
                <a16:creationId xmlns:a16="http://schemas.microsoft.com/office/drawing/2014/main" id="{42C1034C-EFB7-F5DC-E921-D28DEDB54314}"/>
              </a:ext>
            </a:extLst>
          </p:cNvPr>
          <p:cNvSpPr>
            <a:spLocks noGrp="1" noChangeArrowheads="1"/>
          </p:cNvSpPr>
          <p:nvPr>
            <p:ph type="title"/>
          </p:nvPr>
        </p:nvSpPr>
        <p:spPr>
          <a:xfrm>
            <a:off x="512763" y="0"/>
            <a:ext cx="8116887" cy="1462088"/>
          </a:xfrm>
        </p:spPr>
        <p:txBody>
          <a:bodyPr/>
          <a:lstStyle/>
          <a:p>
            <a:pPr eaLnBrk="1" hangingPunct="1"/>
            <a:r>
              <a:rPr lang="zh-CN" altLang="en-US" sz="3600" u="none">
                <a:latin typeface="华文楷体" panose="02010600040101010101" pitchFamily="2" charset="-122"/>
                <a:ea typeface="华文楷体" panose="02010600040101010101" pitchFamily="2" charset="-122"/>
              </a:rPr>
              <a:t>关于网络、路由的应用</a:t>
            </a:r>
          </a:p>
        </p:txBody>
      </p:sp>
      <p:pic>
        <p:nvPicPr>
          <p:cNvPr id="282642" name="Picture 95" descr="underline_base">
            <a:extLst>
              <a:ext uri="{FF2B5EF4-FFF2-40B4-BE49-F238E27FC236}">
                <a16:creationId xmlns:a16="http://schemas.microsoft.com/office/drawing/2014/main" id="{390CC6F3-A680-7D77-D7D5-737021CBB45D}"/>
              </a:ext>
            </a:extLst>
          </p:cNvPr>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4200" y="1079500"/>
            <a:ext cx="5484813" cy="173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82643" name="组合 29">
            <a:extLst>
              <a:ext uri="{FF2B5EF4-FFF2-40B4-BE49-F238E27FC236}">
                <a16:creationId xmlns:a16="http://schemas.microsoft.com/office/drawing/2014/main" id="{6826BC48-E753-33D1-F9B0-80888C481976}"/>
              </a:ext>
            </a:extLst>
          </p:cNvPr>
          <p:cNvGrpSpPr>
            <a:grpSpLocks/>
          </p:cNvGrpSpPr>
          <p:nvPr/>
        </p:nvGrpSpPr>
        <p:grpSpPr bwMode="auto">
          <a:xfrm>
            <a:off x="6338888" y="506413"/>
            <a:ext cx="2022475" cy="573087"/>
            <a:chOff x="36" y="10305"/>
            <a:chExt cx="3480866" cy="1008000"/>
          </a:xfrm>
        </p:grpSpPr>
        <p:sp>
          <p:nvSpPr>
            <p:cNvPr id="31" name="矩形 30">
              <a:extLst>
                <a:ext uri="{FF2B5EF4-FFF2-40B4-BE49-F238E27FC236}">
                  <a16:creationId xmlns:a16="http://schemas.microsoft.com/office/drawing/2014/main" id="{18414BA0-B5FC-82E4-0E46-6B743C43FDDA}"/>
                </a:ext>
              </a:extLst>
            </p:cNvPr>
            <p:cNvSpPr/>
            <p:nvPr/>
          </p:nvSpPr>
          <p:spPr>
            <a:xfrm>
              <a:off x="36" y="10305"/>
              <a:ext cx="3480866" cy="1008000"/>
            </a:xfrm>
            <a:prstGeom prst="rect">
              <a:avLst/>
            </a:prstGeom>
            <a:solidFill>
              <a:srgbClr val="C0504D">
                <a:hueOff val="0"/>
                <a:satOff val="0"/>
                <a:lumOff val="0"/>
                <a:alphaOff val="0"/>
              </a:srgbClr>
            </a:solidFill>
            <a:ln w="25400" cap="flat" cmpd="sng" algn="ctr">
              <a:solidFill>
                <a:srgbClr val="C0504D">
                  <a:hueOff val="0"/>
                  <a:satOff val="0"/>
                  <a:lumOff val="0"/>
                  <a:alphaOff val="0"/>
                </a:srgbClr>
              </a:solidFill>
              <a:prstDash val="solid"/>
            </a:ln>
            <a:effectLst>
              <a:outerShdw blurRad="40000" dist="20000" dir="5400000" rotWithShape="0">
                <a:srgbClr val="000000">
                  <a:alpha val="38000"/>
                </a:srgbClr>
              </a:outerShdw>
            </a:effectLst>
          </p:spPr>
        </p:sp>
        <p:sp>
          <p:nvSpPr>
            <p:cNvPr id="282645" name="文本框 37">
              <a:extLst>
                <a:ext uri="{FF2B5EF4-FFF2-40B4-BE49-F238E27FC236}">
                  <a16:creationId xmlns:a16="http://schemas.microsoft.com/office/drawing/2014/main" id="{60030D8F-02DA-96A7-FD4F-DEF52011EB4E}"/>
                </a:ext>
              </a:extLst>
            </p:cNvPr>
            <p:cNvSpPr txBox="1">
              <a:spLocks noChangeArrowheads="1"/>
            </p:cNvSpPr>
            <p:nvPr/>
          </p:nvSpPr>
          <p:spPr bwMode="auto">
            <a:xfrm>
              <a:off x="36" y="10305"/>
              <a:ext cx="3480866" cy="10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142240" tIns="81280" rIns="142240" bIns="81280" anchor="ctr"/>
            <a:lstStyle>
              <a:lvl1pPr defTabSz="889000">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defRPr>
              </a:lvl1pPr>
              <a:lvl2pPr marL="742950" indent="-285750" defTabSz="88900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宋体" panose="02010600030101010101" pitchFamily="2" charset="-122"/>
                </a:defRPr>
              </a:lvl2pPr>
              <a:lvl3pPr marL="1143000" indent="-228600" defTabSz="889000">
                <a:spcBef>
                  <a:spcPct val="20000"/>
                </a:spcBef>
                <a:buChar char="•"/>
                <a:defRPr kumimoji="1" sz="2000">
                  <a:solidFill>
                    <a:schemeClr val="tx1"/>
                  </a:solidFill>
                  <a:latin typeface="Comic Sans MS" panose="030F0902030302020204" pitchFamily="66" charset="0"/>
                  <a:ea typeface="宋体" panose="02010600030101010101" pitchFamily="2" charset="-122"/>
                </a:defRPr>
              </a:lvl3pPr>
              <a:lvl4pPr marL="1600200" indent="-228600" defTabSz="8890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defTabSz="8890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defTabSz="8890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defTabSz="8890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defTabSz="8890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defTabSz="8890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algn="ctr" defTabSz="889000" rtl="0" eaLnBrk="1" fontAlgn="base" latinLnBrk="0" hangingPunct="1">
                <a:lnSpc>
                  <a:spcPct val="90000"/>
                </a:lnSpc>
                <a:spcBef>
                  <a:spcPct val="0"/>
                </a:spcBef>
                <a:spcAft>
                  <a:spcPct val="35000"/>
                </a:spcAft>
                <a:buClrTx/>
                <a:buSzTx/>
                <a:buFontTx/>
                <a:buNone/>
                <a:tabLst/>
                <a:defRPr/>
              </a:pPr>
              <a:r>
                <a:rPr kumimoji="0" lang="zh-CN" altLang="en-US" sz="2000" b="1" i="0" u="none" strike="noStrike" kern="1200" cap="none" spc="0" normalizeH="0" baseline="0" noProof="0">
                  <a:ln>
                    <a:noFill/>
                  </a:ln>
                  <a:solidFill>
                    <a:srgbClr val="FFFFFF"/>
                  </a:solidFill>
                  <a:effectLst/>
                  <a:uLnTx/>
                  <a:uFillTx/>
                  <a:latin typeface="微软雅黑" panose="020B0503020204020204" pitchFamily="34" charset="-122"/>
                  <a:ea typeface="宋体" panose="02010600030101010101" pitchFamily="2" charset="-122"/>
                  <a:cs typeface="+mn-cs"/>
                </a:rPr>
                <a:t>社交网络</a:t>
              </a:r>
            </a:p>
          </p:txBody>
        </p:sp>
      </p:grpSp>
    </p:spTree>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9" presetClass="entr" presetSubtype="0" fill="hold"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dissolve">
                                      <p:cBhvr>
                                        <p:cTn id="7" dur="1000"/>
                                        <p:tgtEl>
                                          <p:spTgt spid="12"/>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9" presetClass="entr" presetSubtype="0" fill="hold" nodeType="clickEffect">
                                  <p:stCondLst>
                                    <p:cond delay="0"/>
                                  </p:stCondLst>
                                  <p:childTnLst>
                                    <p:set>
                                      <p:cBhvr>
                                        <p:cTn id="11" dur="1" fill="hold">
                                          <p:stCondLst>
                                            <p:cond delay="0"/>
                                          </p:stCondLst>
                                        </p:cTn>
                                        <p:tgtEl>
                                          <p:spTgt spid="1026"/>
                                        </p:tgtEl>
                                        <p:attrNameLst>
                                          <p:attrName>style.visibility</p:attrName>
                                        </p:attrNameLst>
                                      </p:cBhvr>
                                      <p:to>
                                        <p:strVal val="visible"/>
                                      </p:to>
                                    </p:set>
                                    <p:animEffect transition="in" filter="dissolve">
                                      <p:cBhvr>
                                        <p:cTn id="12" dur="1000"/>
                                        <p:tgtEl>
                                          <p:spTgt spid="1026"/>
                                        </p:tgtEl>
                                      </p:cBhvr>
                                    </p:animEffect>
                                  </p:childTnLst>
                                </p:cTn>
                              </p:par>
                            </p:childTnLst>
                          </p:cTn>
                        </p:par>
                        <p:par>
                          <p:cTn id="13" fill="hold" nodeType="afterGroup">
                            <p:stCondLst>
                              <p:cond delay="1000"/>
                            </p:stCondLst>
                            <p:childTnLst>
                              <p:par>
                                <p:cTn id="14" presetID="9" presetClass="entr" presetSubtype="0" fill="hold" nodeType="afterEffect">
                                  <p:stCondLst>
                                    <p:cond delay="0"/>
                                  </p:stCondLst>
                                  <p:childTnLst>
                                    <p:set>
                                      <p:cBhvr>
                                        <p:cTn id="15" dur="1" fill="hold">
                                          <p:stCondLst>
                                            <p:cond delay="0"/>
                                          </p:stCondLst>
                                        </p:cTn>
                                        <p:tgtEl>
                                          <p:spTgt spid="1028"/>
                                        </p:tgtEl>
                                        <p:attrNameLst>
                                          <p:attrName>style.visibility</p:attrName>
                                        </p:attrNameLst>
                                      </p:cBhvr>
                                      <p:to>
                                        <p:strVal val="visible"/>
                                      </p:to>
                                    </p:set>
                                    <p:animEffect transition="in" filter="dissolve">
                                      <p:cBhvr>
                                        <p:cTn id="16" dur="1000"/>
                                        <p:tgtEl>
                                          <p:spTgt spid="1028"/>
                                        </p:tgtEl>
                                      </p:cBhvr>
                                    </p:animEffect>
                                  </p:childTnLst>
                                </p:cTn>
                              </p:par>
                            </p:childTnLst>
                          </p:cTn>
                        </p:par>
                        <p:par>
                          <p:cTn id="17" fill="hold" nodeType="afterGroup">
                            <p:stCondLst>
                              <p:cond delay="2000"/>
                            </p:stCondLst>
                            <p:childTnLst>
                              <p:par>
                                <p:cTn id="18" presetID="9" presetClass="entr" presetSubtype="0" fill="hold" nodeType="afterEffect">
                                  <p:stCondLst>
                                    <p:cond delay="0"/>
                                  </p:stCondLst>
                                  <p:childTnLst>
                                    <p:set>
                                      <p:cBhvr>
                                        <p:cTn id="19" dur="1" fill="hold">
                                          <p:stCondLst>
                                            <p:cond delay="0"/>
                                          </p:stCondLst>
                                        </p:cTn>
                                        <p:tgtEl>
                                          <p:spTgt spid="1032"/>
                                        </p:tgtEl>
                                        <p:attrNameLst>
                                          <p:attrName>style.visibility</p:attrName>
                                        </p:attrNameLst>
                                      </p:cBhvr>
                                      <p:to>
                                        <p:strVal val="visible"/>
                                      </p:to>
                                    </p:set>
                                    <p:animEffect transition="in" filter="dissolve">
                                      <p:cBhvr>
                                        <p:cTn id="20" dur="1000"/>
                                        <p:tgtEl>
                                          <p:spTgt spid="1032"/>
                                        </p:tgtEl>
                                      </p:cBhvr>
                                    </p:animEffect>
                                  </p:childTnLst>
                                </p:cTn>
                              </p:par>
                            </p:childTnLst>
                          </p:cTn>
                        </p:par>
                        <p:par>
                          <p:cTn id="21" fill="hold" nodeType="afterGroup">
                            <p:stCondLst>
                              <p:cond delay="3000"/>
                            </p:stCondLst>
                            <p:childTnLst>
                              <p:par>
                                <p:cTn id="22" presetID="9" presetClass="entr" presetSubtype="0" fill="hold" nodeType="afterEffect">
                                  <p:stCondLst>
                                    <p:cond delay="0"/>
                                  </p:stCondLst>
                                  <p:childTnLst>
                                    <p:set>
                                      <p:cBhvr>
                                        <p:cTn id="23" dur="1" fill="hold">
                                          <p:stCondLst>
                                            <p:cond delay="0"/>
                                          </p:stCondLst>
                                        </p:cTn>
                                        <p:tgtEl>
                                          <p:spTgt spid="1034"/>
                                        </p:tgtEl>
                                        <p:attrNameLst>
                                          <p:attrName>style.visibility</p:attrName>
                                        </p:attrNameLst>
                                      </p:cBhvr>
                                      <p:to>
                                        <p:strVal val="visible"/>
                                      </p:to>
                                    </p:set>
                                    <p:animEffect transition="in" filter="dissolve">
                                      <p:cBhvr>
                                        <p:cTn id="24" dur="1000"/>
                                        <p:tgtEl>
                                          <p:spTgt spid="1034"/>
                                        </p:tgtEl>
                                      </p:cBhvr>
                                    </p:animEffect>
                                  </p:childTnLst>
                                </p:cTn>
                              </p:par>
                            </p:childTnLst>
                          </p:cTn>
                        </p:par>
                        <p:par>
                          <p:cTn id="25" fill="hold" nodeType="afterGroup">
                            <p:stCondLst>
                              <p:cond delay="4000"/>
                            </p:stCondLst>
                            <p:childTnLst>
                              <p:par>
                                <p:cTn id="26" presetID="9" presetClass="entr" presetSubtype="0" fill="hold" nodeType="afterEffect">
                                  <p:stCondLst>
                                    <p:cond delay="0"/>
                                  </p:stCondLst>
                                  <p:childTnLst>
                                    <p:set>
                                      <p:cBhvr>
                                        <p:cTn id="27" dur="1" fill="hold">
                                          <p:stCondLst>
                                            <p:cond delay="0"/>
                                          </p:stCondLst>
                                        </p:cTn>
                                        <p:tgtEl>
                                          <p:spTgt spid="1036"/>
                                        </p:tgtEl>
                                        <p:attrNameLst>
                                          <p:attrName>style.visibility</p:attrName>
                                        </p:attrNameLst>
                                      </p:cBhvr>
                                      <p:to>
                                        <p:strVal val="visible"/>
                                      </p:to>
                                    </p:set>
                                    <p:animEffect transition="in" filter="dissolve">
                                      <p:cBhvr>
                                        <p:cTn id="28" dur="1000"/>
                                        <p:tgtEl>
                                          <p:spTgt spid="1036"/>
                                        </p:tgtEl>
                                      </p:cBhvr>
                                    </p:animEffect>
                                  </p:childTnLst>
                                </p:cTn>
                              </p:par>
                            </p:childTnLst>
                          </p:cTn>
                        </p:par>
                        <p:par>
                          <p:cTn id="29" fill="hold" nodeType="afterGroup">
                            <p:stCondLst>
                              <p:cond delay="5000"/>
                            </p:stCondLst>
                            <p:childTnLst>
                              <p:par>
                                <p:cTn id="30" presetID="9" presetClass="entr" presetSubtype="0" fill="hold" nodeType="afterEffect">
                                  <p:stCondLst>
                                    <p:cond delay="0"/>
                                  </p:stCondLst>
                                  <p:childTnLst>
                                    <p:set>
                                      <p:cBhvr>
                                        <p:cTn id="31" dur="1" fill="hold">
                                          <p:stCondLst>
                                            <p:cond delay="0"/>
                                          </p:stCondLst>
                                        </p:cTn>
                                        <p:tgtEl>
                                          <p:spTgt spid="1038"/>
                                        </p:tgtEl>
                                        <p:attrNameLst>
                                          <p:attrName>style.visibility</p:attrName>
                                        </p:attrNameLst>
                                      </p:cBhvr>
                                      <p:to>
                                        <p:strVal val="visible"/>
                                      </p:to>
                                    </p:set>
                                    <p:animEffect transition="in" filter="dissolve">
                                      <p:cBhvr>
                                        <p:cTn id="32" dur="1000"/>
                                        <p:tgtEl>
                                          <p:spTgt spid="1038"/>
                                        </p:tgtEl>
                                      </p:cBhvr>
                                    </p:animEffect>
                                  </p:childTnLst>
                                </p:cTn>
                              </p:par>
                            </p:childTnLst>
                          </p:cTn>
                        </p:par>
                        <p:par>
                          <p:cTn id="33" fill="hold" nodeType="afterGroup">
                            <p:stCondLst>
                              <p:cond delay="6000"/>
                            </p:stCondLst>
                            <p:childTnLst>
                              <p:par>
                                <p:cTn id="34" presetID="9" presetClass="entr" presetSubtype="0" fill="hold" nodeType="afterEffect">
                                  <p:stCondLst>
                                    <p:cond delay="0"/>
                                  </p:stCondLst>
                                  <p:childTnLst>
                                    <p:set>
                                      <p:cBhvr>
                                        <p:cTn id="35" dur="1" fill="hold">
                                          <p:stCondLst>
                                            <p:cond delay="0"/>
                                          </p:stCondLst>
                                        </p:cTn>
                                        <p:tgtEl>
                                          <p:spTgt spid="1040"/>
                                        </p:tgtEl>
                                        <p:attrNameLst>
                                          <p:attrName>style.visibility</p:attrName>
                                        </p:attrNameLst>
                                      </p:cBhvr>
                                      <p:to>
                                        <p:strVal val="visible"/>
                                      </p:to>
                                    </p:set>
                                    <p:animEffect transition="in" filter="dissolve">
                                      <p:cBhvr>
                                        <p:cTn id="36" dur="1000"/>
                                        <p:tgtEl>
                                          <p:spTgt spid="1040"/>
                                        </p:tgtEl>
                                      </p:cBhvr>
                                    </p:animEffect>
                                  </p:childTnLst>
                                </p:cTn>
                              </p:par>
                            </p:childTnLst>
                          </p:cTn>
                        </p:par>
                      </p:childTnLst>
                    </p:cTn>
                  </p:par>
                  <p:par>
                    <p:cTn id="37" fill="hold" nodeType="clickPar">
                      <p:stCondLst>
                        <p:cond delay="indefinite"/>
                      </p:stCondLst>
                      <p:childTnLst>
                        <p:par>
                          <p:cTn id="38" fill="hold" nodeType="withGroup">
                            <p:stCondLst>
                              <p:cond delay="0"/>
                            </p:stCondLst>
                            <p:childTnLst>
                              <p:par>
                                <p:cTn id="39" presetID="9" presetClass="entr" presetSubtype="0" fill="hold" nodeType="clickEffect">
                                  <p:stCondLst>
                                    <p:cond delay="0"/>
                                  </p:stCondLst>
                                  <p:childTnLst>
                                    <p:set>
                                      <p:cBhvr>
                                        <p:cTn id="40" dur="1" fill="hold">
                                          <p:stCondLst>
                                            <p:cond delay="0"/>
                                          </p:stCondLst>
                                        </p:cTn>
                                        <p:tgtEl>
                                          <p:spTgt spid="13"/>
                                        </p:tgtEl>
                                        <p:attrNameLst>
                                          <p:attrName>style.visibility</p:attrName>
                                        </p:attrNameLst>
                                      </p:cBhvr>
                                      <p:to>
                                        <p:strVal val="visible"/>
                                      </p:to>
                                    </p:set>
                                    <p:animEffect transition="in" filter="dissolve">
                                      <p:cBhvr>
                                        <p:cTn id="41" dur="1000"/>
                                        <p:tgtEl>
                                          <p:spTgt spid="13"/>
                                        </p:tgtEl>
                                      </p:cBhvr>
                                    </p:animEffect>
                                  </p:childTnLst>
                                </p:cTn>
                              </p:par>
                            </p:childTnLst>
                          </p:cTn>
                        </p:par>
                      </p:childTnLst>
                    </p:cTn>
                  </p:par>
                  <p:par>
                    <p:cTn id="42" fill="hold" nodeType="clickPar">
                      <p:stCondLst>
                        <p:cond delay="indefinite"/>
                      </p:stCondLst>
                      <p:childTnLst>
                        <p:par>
                          <p:cTn id="43" fill="hold" nodeType="withGroup">
                            <p:stCondLst>
                              <p:cond delay="0"/>
                            </p:stCondLst>
                            <p:childTnLst>
                              <p:par>
                                <p:cTn id="44" presetID="9" presetClass="entr" presetSubtype="0" fill="hold" nodeType="clickEffect">
                                  <p:stCondLst>
                                    <p:cond delay="0"/>
                                  </p:stCondLst>
                                  <p:childTnLst>
                                    <p:set>
                                      <p:cBhvr>
                                        <p:cTn id="45" dur="1" fill="hold">
                                          <p:stCondLst>
                                            <p:cond delay="0"/>
                                          </p:stCondLst>
                                        </p:cTn>
                                        <p:tgtEl>
                                          <p:spTgt spid="16"/>
                                        </p:tgtEl>
                                        <p:attrNameLst>
                                          <p:attrName>style.visibility</p:attrName>
                                        </p:attrNameLst>
                                      </p:cBhvr>
                                      <p:to>
                                        <p:strVal val="visible"/>
                                      </p:to>
                                    </p:set>
                                    <p:animEffect transition="in" filter="dissolve">
                                      <p:cBhvr>
                                        <p:cTn id="46" dur="1000"/>
                                        <p:tgtEl>
                                          <p:spTgt spid="16"/>
                                        </p:tgtEl>
                                      </p:cBhvr>
                                    </p:animEffect>
                                  </p:childTnLst>
                                </p:cTn>
                              </p:par>
                            </p:childTnLst>
                          </p:cTn>
                        </p:par>
                      </p:childTnLst>
                    </p:cTn>
                  </p:par>
                  <p:par>
                    <p:cTn id="47" fill="hold" nodeType="clickPar">
                      <p:stCondLst>
                        <p:cond delay="indefinite"/>
                      </p:stCondLst>
                      <p:childTnLst>
                        <p:par>
                          <p:cTn id="48" fill="hold" nodeType="withGroup">
                            <p:stCondLst>
                              <p:cond delay="0"/>
                            </p:stCondLst>
                            <p:childTnLst>
                              <p:par>
                                <p:cTn id="49" presetID="9" presetClass="entr" presetSubtype="0" fill="hold" nodeType="clickEffect">
                                  <p:stCondLst>
                                    <p:cond delay="0"/>
                                  </p:stCondLst>
                                  <p:childTnLst>
                                    <p:set>
                                      <p:cBhvr>
                                        <p:cTn id="50" dur="1" fill="hold">
                                          <p:stCondLst>
                                            <p:cond delay="0"/>
                                          </p:stCondLst>
                                        </p:cTn>
                                        <p:tgtEl>
                                          <p:spTgt spid="20"/>
                                        </p:tgtEl>
                                        <p:attrNameLst>
                                          <p:attrName>style.visibility</p:attrName>
                                        </p:attrNameLst>
                                      </p:cBhvr>
                                      <p:to>
                                        <p:strVal val="visible"/>
                                      </p:to>
                                    </p:set>
                                    <p:animEffect transition="in" filter="dissolve">
                                      <p:cBhvr>
                                        <p:cTn id="51" dur="1000"/>
                                        <p:tgtEl>
                                          <p:spTgt spid="20"/>
                                        </p:tgtEl>
                                      </p:cBhvr>
                                    </p:animEffect>
                                  </p:childTnLst>
                                </p:cTn>
                              </p:par>
                            </p:childTnLst>
                          </p:cTn>
                        </p:par>
                      </p:childTnLst>
                    </p:cTn>
                  </p:par>
                  <p:par>
                    <p:cTn id="52" fill="hold" nodeType="clickPar">
                      <p:stCondLst>
                        <p:cond delay="indefinite"/>
                      </p:stCondLst>
                      <p:childTnLst>
                        <p:par>
                          <p:cTn id="53" fill="hold" nodeType="withGroup">
                            <p:stCondLst>
                              <p:cond delay="0"/>
                            </p:stCondLst>
                            <p:childTnLst>
                              <p:par>
                                <p:cTn id="54" presetID="9" presetClass="entr" presetSubtype="0" fill="hold" nodeType="clickEffect">
                                  <p:stCondLst>
                                    <p:cond delay="0"/>
                                  </p:stCondLst>
                                  <p:childTnLst>
                                    <p:set>
                                      <p:cBhvr>
                                        <p:cTn id="55" dur="1" fill="hold">
                                          <p:stCondLst>
                                            <p:cond delay="0"/>
                                          </p:stCondLst>
                                        </p:cTn>
                                        <p:tgtEl>
                                          <p:spTgt spid="23"/>
                                        </p:tgtEl>
                                        <p:attrNameLst>
                                          <p:attrName>style.visibility</p:attrName>
                                        </p:attrNameLst>
                                      </p:cBhvr>
                                      <p:to>
                                        <p:strVal val="visible"/>
                                      </p:to>
                                    </p:set>
                                    <p:animEffect transition="in" filter="dissolve">
                                      <p:cBhvr>
                                        <p:cTn id="56" dur="1000"/>
                                        <p:tgtEl>
                                          <p:spTgt spid="23"/>
                                        </p:tgtEl>
                                      </p:cBhvr>
                                    </p:animEffect>
                                  </p:childTnLst>
                                </p:cTn>
                              </p:par>
                            </p:childTnLst>
                          </p:cTn>
                        </p:par>
                      </p:childTnLst>
                    </p:cTn>
                  </p:par>
                  <p:par>
                    <p:cTn id="57" fill="hold" nodeType="clickPar">
                      <p:stCondLst>
                        <p:cond delay="indefinite"/>
                      </p:stCondLst>
                      <p:childTnLst>
                        <p:par>
                          <p:cTn id="58" fill="hold" nodeType="withGroup">
                            <p:stCondLst>
                              <p:cond delay="0"/>
                            </p:stCondLst>
                            <p:childTnLst>
                              <p:par>
                                <p:cTn id="59" presetID="9" presetClass="entr" presetSubtype="0" fill="hold" nodeType="clickEffect">
                                  <p:stCondLst>
                                    <p:cond delay="0"/>
                                  </p:stCondLst>
                                  <p:childTnLst>
                                    <p:set>
                                      <p:cBhvr>
                                        <p:cTn id="60" dur="1" fill="hold">
                                          <p:stCondLst>
                                            <p:cond delay="0"/>
                                          </p:stCondLst>
                                        </p:cTn>
                                        <p:tgtEl>
                                          <p:spTgt spid="26"/>
                                        </p:tgtEl>
                                        <p:attrNameLst>
                                          <p:attrName>style.visibility</p:attrName>
                                        </p:attrNameLst>
                                      </p:cBhvr>
                                      <p:to>
                                        <p:strVal val="visible"/>
                                      </p:to>
                                    </p:set>
                                    <p:animEffect transition="in" filter="dissolve">
                                      <p:cBhvr>
                                        <p:cTn id="61" dur="1000"/>
                                        <p:tgtEl>
                                          <p:spTgt spid="26"/>
                                        </p:tgtEl>
                                      </p:cBhvr>
                                    </p:animEffect>
                                  </p:childTnLst>
                                </p:cTn>
                              </p:par>
                            </p:childTnLst>
                          </p:cTn>
                        </p:par>
                      </p:childTnLst>
                    </p:cTn>
                  </p:par>
                  <p:par>
                    <p:cTn id="62" fill="hold" nodeType="clickPar">
                      <p:stCondLst>
                        <p:cond delay="indefinite"/>
                      </p:stCondLst>
                      <p:childTnLst>
                        <p:par>
                          <p:cTn id="63" fill="hold" nodeType="withGroup">
                            <p:stCondLst>
                              <p:cond delay="0"/>
                            </p:stCondLst>
                            <p:childTnLst>
                              <p:par>
                                <p:cTn id="64" presetID="9" presetClass="entr" presetSubtype="0" fill="hold" nodeType="clickEffect">
                                  <p:stCondLst>
                                    <p:cond delay="0"/>
                                  </p:stCondLst>
                                  <p:childTnLst>
                                    <p:set>
                                      <p:cBhvr>
                                        <p:cTn id="65" dur="1" fill="hold">
                                          <p:stCondLst>
                                            <p:cond delay="0"/>
                                          </p:stCondLst>
                                        </p:cTn>
                                        <p:tgtEl>
                                          <p:spTgt spid="32"/>
                                        </p:tgtEl>
                                        <p:attrNameLst>
                                          <p:attrName>style.visibility</p:attrName>
                                        </p:attrNameLst>
                                      </p:cBhvr>
                                      <p:to>
                                        <p:strVal val="visible"/>
                                      </p:to>
                                    </p:set>
                                    <p:animEffect transition="in" filter="dissolve">
                                      <p:cBhvr>
                                        <p:cTn id="66" dur="1000"/>
                                        <p:tgtEl>
                                          <p:spTgt spid="32"/>
                                        </p:tgtEl>
                                      </p:cBhvr>
                                    </p:animEffect>
                                  </p:childTnLst>
                                </p:cTn>
                              </p:par>
                            </p:childTnLst>
                          </p:cTn>
                        </p:par>
                      </p:childTnLst>
                    </p:cTn>
                  </p:par>
                  <p:par>
                    <p:cTn id="67" fill="hold" nodeType="clickPar">
                      <p:stCondLst>
                        <p:cond delay="indefinite"/>
                      </p:stCondLst>
                      <p:childTnLst>
                        <p:par>
                          <p:cTn id="68" fill="hold" nodeType="withGroup">
                            <p:stCondLst>
                              <p:cond delay="0"/>
                            </p:stCondLst>
                            <p:childTnLst>
                              <p:par>
                                <p:cTn id="69" presetID="9" presetClass="entr" presetSubtype="0" fill="hold" nodeType="clickEffect">
                                  <p:stCondLst>
                                    <p:cond delay="0"/>
                                  </p:stCondLst>
                                  <p:childTnLst>
                                    <p:set>
                                      <p:cBhvr>
                                        <p:cTn id="70" dur="1" fill="hold">
                                          <p:stCondLst>
                                            <p:cond delay="0"/>
                                          </p:stCondLst>
                                        </p:cTn>
                                        <p:tgtEl>
                                          <p:spTgt spid="35"/>
                                        </p:tgtEl>
                                        <p:attrNameLst>
                                          <p:attrName>style.visibility</p:attrName>
                                        </p:attrNameLst>
                                      </p:cBhvr>
                                      <p:to>
                                        <p:strVal val="visible"/>
                                      </p:to>
                                    </p:set>
                                    <p:animEffect transition="in" filter="dissolve">
                                      <p:cBhvr>
                                        <p:cTn id="71" dur="100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Lst>
  </p:timing>
</p:sld>
</file>

<file path=ppt/slides/slide2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pSp>
        <p:nvGrpSpPr>
          <p:cNvPr id="284673" name="组合 9">
            <a:extLst>
              <a:ext uri="{FF2B5EF4-FFF2-40B4-BE49-F238E27FC236}">
                <a16:creationId xmlns:a16="http://schemas.microsoft.com/office/drawing/2014/main" id="{768D52A3-A35B-1602-97D8-F7D56496F800}"/>
              </a:ext>
            </a:extLst>
          </p:cNvPr>
          <p:cNvGrpSpPr>
            <a:grpSpLocks/>
          </p:cNvGrpSpPr>
          <p:nvPr/>
        </p:nvGrpSpPr>
        <p:grpSpPr bwMode="auto">
          <a:xfrm>
            <a:off x="711200" y="1981200"/>
            <a:ext cx="2878138" cy="735013"/>
            <a:chOff x="4662293" y="1870486"/>
            <a:chExt cx="6842813" cy="1227442"/>
          </a:xfrm>
        </p:grpSpPr>
        <p:sp>
          <p:nvSpPr>
            <p:cNvPr id="7" name="圆角矩形 6">
              <a:extLst>
                <a:ext uri="{FF2B5EF4-FFF2-40B4-BE49-F238E27FC236}">
                  <a16:creationId xmlns:a16="http://schemas.microsoft.com/office/drawing/2014/main" id="{AC15ABE5-8952-B4E1-0A0E-F7592C158B54}"/>
                </a:ext>
              </a:extLst>
            </p:cNvPr>
            <p:cNvSpPr/>
            <p:nvPr/>
          </p:nvSpPr>
          <p:spPr>
            <a:xfrm>
              <a:off x="4662293" y="1870486"/>
              <a:ext cx="6842813" cy="1227442"/>
            </a:xfrm>
            <a:prstGeom prst="roundRect">
              <a:avLst>
                <a:gd name="adj" fmla="val 10000"/>
              </a:avLst>
            </a:prstGeom>
            <a:solidFill>
              <a:srgbClr val="C0504D"/>
            </a:solidFill>
          </p:spPr>
          <p:style>
            <a:lnRef idx="0">
              <a:schemeClr val="lt1">
                <a:hueOff val="0"/>
                <a:satOff val="0"/>
                <a:lumOff val="0"/>
                <a:alphaOff val="0"/>
              </a:schemeClr>
            </a:lnRef>
            <a:fillRef idx="3">
              <a:schemeClr val="accent1">
                <a:hueOff val="0"/>
                <a:satOff val="0"/>
                <a:lumOff val="0"/>
                <a:alphaOff val="0"/>
              </a:schemeClr>
            </a:fillRef>
            <a:effectRef idx="2">
              <a:schemeClr val="accent1">
                <a:hueOff val="0"/>
                <a:satOff val="0"/>
                <a:lumOff val="0"/>
                <a:alphaOff val="0"/>
              </a:schemeClr>
            </a:effectRef>
            <a:fontRef idx="minor">
              <a:schemeClr val="lt1"/>
            </a:fontRef>
          </p:style>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zh-CN" altLang="en-US" sz="2000" b="0" i="0" u="none" strike="noStrike" kern="1200" cap="none" spc="0" normalizeH="0" baseline="0" noProof="0">
                <a:ln>
                  <a:noFill/>
                </a:ln>
                <a:solidFill>
                  <a:srgbClr val="FFFFFF"/>
                </a:solidFill>
                <a:effectLst/>
                <a:uLnTx/>
                <a:uFillTx/>
                <a:latin typeface="Comic Sans MS"/>
                <a:ea typeface="+mn-ea"/>
                <a:cs typeface="+mn-cs"/>
              </a:endParaRPr>
            </a:p>
          </p:txBody>
        </p:sp>
        <p:sp>
          <p:nvSpPr>
            <p:cNvPr id="9" name="圆角矩形 4">
              <a:extLst>
                <a:ext uri="{FF2B5EF4-FFF2-40B4-BE49-F238E27FC236}">
                  <a16:creationId xmlns:a16="http://schemas.microsoft.com/office/drawing/2014/main" id="{BB485AC3-9F71-C1AD-5BD6-14ACD881DE02}"/>
                </a:ext>
              </a:extLst>
            </p:cNvPr>
            <p:cNvSpPr/>
            <p:nvPr/>
          </p:nvSpPr>
          <p:spPr>
            <a:xfrm>
              <a:off x="4817041" y="1981831"/>
              <a:ext cx="6465380" cy="991497"/>
            </a:xfrm>
            <a:prstGeom prst="rect">
              <a:avLst/>
            </a:prstGeom>
            <a:noFill/>
          </p:spPr>
          <p:style>
            <a:lnRef idx="0">
              <a:scrgbClr r="0" g="0" b="0"/>
            </a:lnRef>
            <a:fillRef idx="0">
              <a:scrgbClr r="0" g="0" b="0"/>
            </a:fillRef>
            <a:effectRef idx="0">
              <a:scrgbClr r="0" g="0" b="0"/>
            </a:effectRef>
            <a:fontRef idx="minor">
              <a:schemeClr val="lt1"/>
            </a:fontRef>
          </p:style>
          <p:txBody>
            <a:bodyPr lIns="76200" tIns="76200" rIns="76200" bIns="76200" spcCol="1270" anchor="ctr"/>
            <a:lstStyle/>
            <a:p>
              <a:pPr marL="0" marR="0" lvl="0" indent="0" algn="ctr" defTabSz="888705" rtl="0" eaLnBrk="0" fontAlgn="base" latinLnBrk="0" hangingPunct="0">
                <a:lnSpc>
                  <a:spcPct val="130000"/>
                </a:lnSpc>
                <a:spcBef>
                  <a:spcPct val="0"/>
                </a:spcBef>
                <a:spcAft>
                  <a:spcPct val="35000"/>
                </a:spcAft>
                <a:buClrTx/>
                <a:buSzTx/>
                <a:buFontTx/>
                <a:buNone/>
                <a:tabLst/>
                <a:defRPr/>
              </a:pPr>
              <a:r>
                <a:rPr kumimoji="0" lang="zh-CN" altLang="en-US" sz="2000" b="0" i="0" u="none" strike="noStrike" kern="1200" cap="none" spc="0" normalizeH="0" baseline="0" noProof="0" dirty="0">
                  <a:ln>
                    <a:noFill/>
                  </a:ln>
                  <a:solidFill>
                    <a:srgbClr val="FFFFFF"/>
                  </a:solidFill>
                  <a:effectLst/>
                  <a:uLnTx/>
                  <a:uFillTx/>
                  <a:latin typeface="Kaiti SC" panose="02010600040101010101" pitchFamily="2" charset="-122"/>
                  <a:ea typeface="Kaiti SC" panose="02010600040101010101" pitchFamily="2" charset="-122"/>
                  <a:cs typeface="微软雅黑"/>
                </a:rPr>
                <a:t>如何表示“社交网络”？</a:t>
              </a:r>
            </a:p>
          </p:txBody>
        </p:sp>
      </p:grpSp>
      <p:sp>
        <p:nvSpPr>
          <p:cNvPr id="284674" name="文本框 11">
            <a:extLst>
              <a:ext uri="{FF2B5EF4-FFF2-40B4-BE49-F238E27FC236}">
                <a16:creationId xmlns:a16="http://schemas.microsoft.com/office/drawing/2014/main" id="{5A34CA8C-7FDE-45D5-9948-77AF508B83A7}"/>
              </a:ext>
            </a:extLst>
          </p:cNvPr>
          <p:cNvSpPr txBox="1">
            <a:spLocks noChangeArrowheads="1"/>
          </p:cNvSpPr>
          <p:nvPr/>
        </p:nvSpPr>
        <p:spPr bwMode="auto">
          <a:xfrm>
            <a:off x="3989388" y="1936750"/>
            <a:ext cx="5175250" cy="374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indent="9525" defTabSz="342900">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defRPr>
            </a:lvl1pPr>
            <a:lvl2pPr marL="742950" indent="-285750" defTabSz="34290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宋体" panose="02010600030101010101" pitchFamily="2" charset="-122"/>
              </a:defRPr>
            </a:lvl2pPr>
            <a:lvl3pPr marL="1143000" indent="-228600" defTabSz="342900">
              <a:spcBef>
                <a:spcPct val="20000"/>
              </a:spcBef>
              <a:buChar char="•"/>
              <a:defRPr kumimoji="1" sz="2000">
                <a:solidFill>
                  <a:schemeClr val="tx1"/>
                </a:solidFill>
                <a:latin typeface="Comic Sans MS" panose="030F0902030302020204" pitchFamily="66" charset="0"/>
                <a:ea typeface="宋体" panose="02010600030101010101" pitchFamily="2" charset="-122"/>
              </a:defRPr>
            </a:lvl3pPr>
            <a:lvl4pPr marL="1600200" indent="-228600" defTabSz="3429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defTabSz="3429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defTabSz="3429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defTabSz="3429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defTabSz="3429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defTabSz="3429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9525" algn="l" defTabSz="342900" rtl="0" eaLnBrk="1" fontAlgn="base" latinLnBrk="0" hangingPunct="1">
              <a:lnSpc>
                <a:spcPts val="2200"/>
              </a:lnSpc>
              <a:spcBef>
                <a:spcPct val="0"/>
              </a:spcBef>
              <a:spcAft>
                <a:spcPts val="450"/>
              </a:spcAft>
              <a:buClrTx/>
              <a:buSzTx/>
              <a:buFontTx/>
              <a:buNone/>
              <a:tabLst/>
              <a:defRPr/>
            </a:pPr>
            <a:r>
              <a:rPr kumimoji="0" lang="zh-CN" altLang="en-US" sz="2000" b="1" i="0" u="none" strike="noStrike" kern="1200" cap="none" spc="0" normalizeH="0" baseline="0" noProof="0">
                <a:ln>
                  <a:noFill/>
                </a:ln>
                <a:solidFill>
                  <a:srgbClr val="28455F"/>
                </a:solidFill>
                <a:effectLst/>
                <a:uLnTx/>
                <a:uFillTx/>
                <a:latin typeface="Bodoni 72 Book" pitchFamily="2" charset="0"/>
                <a:ea typeface="Heiti SC Medium" pitchFamily="2" charset="-128"/>
                <a:cs typeface="+mn-cs"/>
              </a:rPr>
              <a:t>节点可以表示什么？</a:t>
            </a:r>
            <a:endParaRPr kumimoji="0" lang="en-US" altLang="zh-CN" sz="2000" b="1" i="0" u="none" strike="noStrike" kern="1200" cap="none" spc="0" normalizeH="0" baseline="0" noProof="0">
              <a:ln>
                <a:noFill/>
              </a:ln>
              <a:solidFill>
                <a:srgbClr val="28455F"/>
              </a:solidFill>
              <a:effectLst/>
              <a:uLnTx/>
              <a:uFillTx/>
              <a:latin typeface="Bodoni 72 Book" pitchFamily="2" charset="0"/>
              <a:ea typeface="Heiti SC Medium" pitchFamily="2" charset="-128"/>
              <a:cs typeface="+mn-cs"/>
            </a:endParaRPr>
          </a:p>
        </p:txBody>
      </p:sp>
      <p:sp>
        <p:nvSpPr>
          <p:cNvPr id="284675" name="文本框 13">
            <a:extLst>
              <a:ext uri="{FF2B5EF4-FFF2-40B4-BE49-F238E27FC236}">
                <a16:creationId xmlns:a16="http://schemas.microsoft.com/office/drawing/2014/main" id="{34972522-92A2-6777-FA39-6E354B5B11EF}"/>
              </a:ext>
            </a:extLst>
          </p:cNvPr>
          <p:cNvSpPr txBox="1">
            <a:spLocks noChangeArrowheads="1"/>
          </p:cNvSpPr>
          <p:nvPr/>
        </p:nvSpPr>
        <p:spPr bwMode="auto">
          <a:xfrm>
            <a:off x="3989388" y="2425700"/>
            <a:ext cx="4568825" cy="434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indent="14288">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宋体" panose="02010600030101010101" pitchFamily="2" charset="-122"/>
              </a:defRPr>
            </a:lvl2pPr>
            <a:lvl3pPr marL="1143000" indent="-228600">
              <a:spcBef>
                <a:spcPct val="20000"/>
              </a:spcBef>
              <a:buChar char="•"/>
              <a:defRPr kumimoji="1" sz="2000">
                <a:solidFill>
                  <a:schemeClr val="tx1"/>
                </a:solidFill>
                <a:latin typeface="Comic Sans MS" panose="030F0902030302020204" pitchFamily="66" charset="0"/>
                <a:ea typeface="宋体" panose="02010600030101010101" pitchFamily="2" charset="-122"/>
              </a:defRPr>
            </a:lvl3pPr>
            <a:lvl4pPr marL="16002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14288" algn="l" defTabSz="914400" rtl="0" eaLnBrk="0" fontAlgn="base" latinLnBrk="0" hangingPunct="0">
              <a:lnSpc>
                <a:spcPts val="2938"/>
              </a:lnSpc>
              <a:spcBef>
                <a:spcPct val="0"/>
              </a:spcBef>
              <a:spcAft>
                <a:spcPts val="600"/>
              </a:spcAft>
              <a:buClrTx/>
              <a:buSzTx/>
              <a:buFontTx/>
              <a:buNone/>
              <a:tabLst/>
              <a:defRPr/>
            </a:pPr>
            <a:r>
              <a:rPr kumimoji="0" lang="zh-CN" altLang="en-US" sz="2000" b="1" i="0" u="none" strike="noStrike" kern="1200" cap="none" spc="0" normalizeH="0" baseline="0" noProof="0">
                <a:ln>
                  <a:noFill/>
                </a:ln>
                <a:solidFill>
                  <a:srgbClr val="28455F"/>
                </a:solidFill>
                <a:effectLst/>
                <a:uLnTx/>
                <a:uFillTx/>
                <a:latin typeface="Bodoni 72 Book" pitchFamily="2" charset="0"/>
                <a:ea typeface="Heiti SC Medium" pitchFamily="2" charset="-128"/>
                <a:cs typeface="+mn-cs"/>
              </a:rPr>
              <a:t>节点间的连接，可以表示什么？</a:t>
            </a:r>
            <a:endParaRPr kumimoji="0" lang="en-US" altLang="zh-CN" sz="2000" b="1" i="0" u="none" strike="noStrike" kern="1200" cap="none" spc="0" normalizeH="0" baseline="0" noProof="0">
              <a:ln>
                <a:noFill/>
              </a:ln>
              <a:solidFill>
                <a:srgbClr val="28455F"/>
              </a:solidFill>
              <a:effectLst/>
              <a:uLnTx/>
              <a:uFillTx/>
              <a:latin typeface="Bodoni 72 Book" pitchFamily="2" charset="0"/>
              <a:ea typeface="Heiti SC Medium" pitchFamily="2" charset="-128"/>
              <a:cs typeface="+mn-cs"/>
            </a:endParaRPr>
          </a:p>
        </p:txBody>
      </p:sp>
      <p:grpSp>
        <p:nvGrpSpPr>
          <p:cNvPr id="15" name="组合 14">
            <a:extLst>
              <a:ext uri="{FF2B5EF4-FFF2-40B4-BE49-F238E27FC236}">
                <a16:creationId xmlns:a16="http://schemas.microsoft.com/office/drawing/2014/main" id="{B1EBB627-5FA0-3726-2C15-659ECFE2EF70}"/>
              </a:ext>
            </a:extLst>
          </p:cNvPr>
          <p:cNvGrpSpPr/>
          <p:nvPr/>
        </p:nvGrpSpPr>
        <p:grpSpPr>
          <a:xfrm>
            <a:off x="1203316" y="3182929"/>
            <a:ext cx="2657856" cy="735724"/>
            <a:chOff x="4662293" y="1870486"/>
            <a:chExt cx="6842813" cy="1227442"/>
          </a:xfrm>
          <a:solidFill>
            <a:schemeClr val="accent1">
              <a:lumMod val="50000"/>
            </a:schemeClr>
          </a:solidFill>
        </p:grpSpPr>
        <p:sp>
          <p:nvSpPr>
            <p:cNvPr id="16" name="圆角矩形 15">
              <a:extLst>
                <a:ext uri="{FF2B5EF4-FFF2-40B4-BE49-F238E27FC236}">
                  <a16:creationId xmlns:a16="http://schemas.microsoft.com/office/drawing/2014/main" id="{7CCCFEB8-4B42-6FA6-80A2-1152BADCA96A}"/>
                </a:ext>
              </a:extLst>
            </p:cNvPr>
            <p:cNvSpPr/>
            <p:nvPr/>
          </p:nvSpPr>
          <p:spPr>
            <a:xfrm>
              <a:off x="4662293" y="1870486"/>
              <a:ext cx="6842813" cy="1227442"/>
            </a:xfrm>
            <a:prstGeom prst="roundRect">
              <a:avLst>
                <a:gd name="adj" fmla="val 10000"/>
              </a:avLst>
            </a:prstGeom>
            <a:grpFill/>
          </p:spPr>
          <p:style>
            <a:lnRef idx="0">
              <a:schemeClr val="lt1">
                <a:hueOff val="0"/>
                <a:satOff val="0"/>
                <a:lumOff val="0"/>
                <a:alphaOff val="0"/>
              </a:schemeClr>
            </a:lnRef>
            <a:fillRef idx="3">
              <a:schemeClr val="accent1">
                <a:hueOff val="0"/>
                <a:satOff val="0"/>
                <a:lumOff val="0"/>
                <a:alphaOff val="0"/>
              </a:schemeClr>
            </a:fillRef>
            <a:effectRef idx="2">
              <a:schemeClr val="accent1">
                <a:hueOff val="0"/>
                <a:satOff val="0"/>
                <a:lumOff val="0"/>
                <a:alphaOff val="0"/>
              </a:schemeClr>
            </a:effectRef>
            <a:fontRef idx="minor">
              <a:schemeClr val="lt1"/>
            </a:fontRef>
          </p:style>
        </p:sp>
        <p:sp>
          <p:nvSpPr>
            <p:cNvPr id="17" name="圆角矩形 4">
              <a:extLst>
                <a:ext uri="{FF2B5EF4-FFF2-40B4-BE49-F238E27FC236}">
                  <a16:creationId xmlns:a16="http://schemas.microsoft.com/office/drawing/2014/main" id="{03D3F167-256C-AC93-2C12-76E3C0F7D433}"/>
                </a:ext>
              </a:extLst>
            </p:cNvPr>
            <p:cNvSpPr/>
            <p:nvPr/>
          </p:nvSpPr>
          <p:spPr>
            <a:xfrm>
              <a:off x="4816929" y="1982040"/>
              <a:ext cx="6466114" cy="990600"/>
            </a:xfrm>
            <a:prstGeom prst="rect">
              <a:avLst/>
            </a:prstGeom>
            <a:grpFill/>
          </p:spPr>
          <p:style>
            <a:lnRef idx="0">
              <a:scrgbClr r="0" g="0" b="0"/>
            </a:lnRef>
            <a:fillRef idx="0">
              <a:scrgbClr r="0" g="0" b="0"/>
            </a:fillRef>
            <a:effectRef idx="0">
              <a:scrgbClr r="0" g="0" b="0"/>
            </a:effectRef>
            <a:fontRef idx="minor">
              <a:schemeClr val="lt1"/>
            </a:fontRef>
          </p:style>
          <p:txBody>
            <a:bodyPr lIns="76200" tIns="76200" rIns="76200" bIns="76200" spcCol="1270" anchor="ctr"/>
            <a:lstStyle/>
            <a:p>
              <a:pPr marL="0" marR="0" lvl="0" indent="0" algn="ctr" defTabSz="888705" rtl="0" eaLnBrk="0" fontAlgn="base" latinLnBrk="0" hangingPunct="0">
                <a:lnSpc>
                  <a:spcPct val="130000"/>
                </a:lnSpc>
                <a:spcBef>
                  <a:spcPct val="0"/>
                </a:spcBef>
                <a:spcAft>
                  <a:spcPct val="35000"/>
                </a:spcAft>
                <a:buClrTx/>
                <a:buSzTx/>
                <a:buFontTx/>
                <a:buNone/>
                <a:tabLst/>
                <a:defRPr/>
              </a:pPr>
              <a:r>
                <a:rPr kumimoji="0" lang="zh-CN" altLang="en-US" sz="2000" b="0" i="0" u="none" strike="noStrike" kern="1200" cap="none" spc="0" normalizeH="0" baseline="0" noProof="0" dirty="0">
                  <a:ln>
                    <a:noFill/>
                  </a:ln>
                  <a:solidFill>
                    <a:srgbClr val="FFFFFF"/>
                  </a:solidFill>
                  <a:effectLst/>
                  <a:uLnTx/>
                  <a:uFillTx/>
                  <a:latin typeface="Kaiti SC" panose="02010600040101010101" pitchFamily="2" charset="-122"/>
                  <a:ea typeface="Kaiti SC" panose="02010600040101010101" pitchFamily="2" charset="-122"/>
                  <a:cs typeface="微软雅黑"/>
                </a:rPr>
                <a:t>朋友关系、亲属关系</a:t>
              </a:r>
            </a:p>
          </p:txBody>
        </p:sp>
      </p:grpSp>
      <p:grpSp>
        <p:nvGrpSpPr>
          <p:cNvPr id="18" name="组合 17">
            <a:extLst>
              <a:ext uri="{FF2B5EF4-FFF2-40B4-BE49-F238E27FC236}">
                <a16:creationId xmlns:a16="http://schemas.microsoft.com/office/drawing/2014/main" id="{EA4C2F5E-202A-7B01-A917-EFA897790B2B}"/>
              </a:ext>
            </a:extLst>
          </p:cNvPr>
          <p:cNvGrpSpPr/>
          <p:nvPr/>
        </p:nvGrpSpPr>
        <p:grpSpPr>
          <a:xfrm>
            <a:off x="2193850" y="4074540"/>
            <a:ext cx="2341907" cy="735724"/>
            <a:chOff x="4662293" y="1870486"/>
            <a:chExt cx="6842813" cy="1227442"/>
          </a:xfrm>
          <a:solidFill>
            <a:schemeClr val="accent1">
              <a:lumMod val="50000"/>
            </a:schemeClr>
          </a:solidFill>
        </p:grpSpPr>
        <p:sp>
          <p:nvSpPr>
            <p:cNvPr id="19" name="圆角矩形 18">
              <a:extLst>
                <a:ext uri="{FF2B5EF4-FFF2-40B4-BE49-F238E27FC236}">
                  <a16:creationId xmlns:a16="http://schemas.microsoft.com/office/drawing/2014/main" id="{FE93E76B-F4EF-AE1F-884F-F2DDED0E930E}"/>
                </a:ext>
              </a:extLst>
            </p:cNvPr>
            <p:cNvSpPr/>
            <p:nvPr/>
          </p:nvSpPr>
          <p:spPr>
            <a:xfrm>
              <a:off x="4662293" y="1870486"/>
              <a:ext cx="6842813" cy="1227442"/>
            </a:xfrm>
            <a:prstGeom prst="roundRect">
              <a:avLst>
                <a:gd name="adj" fmla="val 10000"/>
              </a:avLst>
            </a:prstGeom>
            <a:grpFill/>
          </p:spPr>
          <p:style>
            <a:lnRef idx="0">
              <a:schemeClr val="lt1">
                <a:hueOff val="0"/>
                <a:satOff val="0"/>
                <a:lumOff val="0"/>
                <a:alphaOff val="0"/>
              </a:schemeClr>
            </a:lnRef>
            <a:fillRef idx="3">
              <a:schemeClr val="accent1">
                <a:hueOff val="0"/>
                <a:satOff val="0"/>
                <a:lumOff val="0"/>
                <a:alphaOff val="0"/>
              </a:schemeClr>
            </a:fillRef>
            <a:effectRef idx="2">
              <a:schemeClr val="accent1">
                <a:hueOff val="0"/>
                <a:satOff val="0"/>
                <a:lumOff val="0"/>
                <a:alphaOff val="0"/>
              </a:schemeClr>
            </a:effectRef>
            <a:fontRef idx="minor">
              <a:schemeClr val="lt1"/>
            </a:fontRef>
          </p:style>
        </p:sp>
        <p:sp>
          <p:nvSpPr>
            <p:cNvPr id="20" name="圆角矩形 4">
              <a:extLst>
                <a:ext uri="{FF2B5EF4-FFF2-40B4-BE49-F238E27FC236}">
                  <a16:creationId xmlns:a16="http://schemas.microsoft.com/office/drawing/2014/main" id="{F78B124C-3F0E-DDA0-B8B9-3ABCBADBBCE8}"/>
                </a:ext>
              </a:extLst>
            </p:cNvPr>
            <p:cNvSpPr/>
            <p:nvPr/>
          </p:nvSpPr>
          <p:spPr>
            <a:xfrm>
              <a:off x="4816929" y="1982040"/>
              <a:ext cx="6466114" cy="990600"/>
            </a:xfrm>
            <a:prstGeom prst="rect">
              <a:avLst/>
            </a:prstGeom>
            <a:grpFill/>
          </p:spPr>
          <p:style>
            <a:lnRef idx="0">
              <a:scrgbClr r="0" g="0" b="0"/>
            </a:lnRef>
            <a:fillRef idx="0">
              <a:scrgbClr r="0" g="0" b="0"/>
            </a:fillRef>
            <a:effectRef idx="0">
              <a:scrgbClr r="0" g="0" b="0"/>
            </a:effectRef>
            <a:fontRef idx="minor">
              <a:schemeClr val="lt1"/>
            </a:fontRef>
          </p:style>
          <p:txBody>
            <a:bodyPr lIns="76200" tIns="76200" rIns="76200" bIns="76200" spcCol="1270" anchor="ctr"/>
            <a:lstStyle/>
            <a:p>
              <a:pPr marL="0" marR="0" lvl="0" indent="0" algn="ctr" defTabSz="888705" rtl="0" eaLnBrk="0" fontAlgn="base" latinLnBrk="0" hangingPunct="0">
                <a:lnSpc>
                  <a:spcPct val="130000"/>
                </a:lnSpc>
                <a:spcBef>
                  <a:spcPct val="0"/>
                </a:spcBef>
                <a:spcAft>
                  <a:spcPct val="35000"/>
                </a:spcAft>
                <a:buClrTx/>
                <a:buSzTx/>
                <a:buFontTx/>
                <a:buNone/>
                <a:tabLst/>
                <a:defRPr/>
              </a:pPr>
              <a:r>
                <a:rPr kumimoji="0" lang="zh-CN" altLang="en-US" sz="2000" b="0" i="0" u="none" strike="noStrike" kern="1200" cap="none" spc="0" normalizeH="0" baseline="0" noProof="0" dirty="0">
                  <a:ln>
                    <a:noFill/>
                  </a:ln>
                  <a:solidFill>
                    <a:srgbClr val="FFFFFF"/>
                  </a:solidFill>
                  <a:effectLst/>
                  <a:uLnTx/>
                  <a:uFillTx/>
                  <a:latin typeface="Kaiti SC" panose="02010600040101010101" pitchFamily="2" charset="-122"/>
                  <a:ea typeface="Kaiti SC" panose="02010600040101010101" pitchFamily="2" charset="-122"/>
                  <a:cs typeface="微软雅黑"/>
                </a:rPr>
                <a:t> 关注或转发关系</a:t>
              </a:r>
            </a:p>
          </p:txBody>
        </p:sp>
      </p:grpSp>
      <p:grpSp>
        <p:nvGrpSpPr>
          <p:cNvPr id="21" name="组合 20">
            <a:extLst>
              <a:ext uri="{FF2B5EF4-FFF2-40B4-BE49-F238E27FC236}">
                <a16:creationId xmlns:a16="http://schemas.microsoft.com/office/drawing/2014/main" id="{8D3A4F1A-4AC7-235D-E87F-8DD6134FCBA6}"/>
              </a:ext>
            </a:extLst>
          </p:cNvPr>
          <p:cNvGrpSpPr/>
          <p:nvPr/>
        </p:nvGrpSpPr>
        <p:grpSpPr>
          <a:xfrm>
            <a:off x="5405895" y="3604456"/>
            <a:ext cx="2341908" cy="735724"/>
            <a:chOff x="4662293" y="1870486"/>
            <a:chExt cx="6842813" cy="1227442"/>
          </a:xfrm>
          <a:solidFill>
            <a:schemeClr val="accent1">
              <a:lumMod val="50000"/>
            </a:schemeClr>
          </a:solidFill>
        </p:grpSpPr>
        <p:sp>
          <p:nvSpPr>
            <p:cNvPr id="22" name="圆角矩形 21">
              <a:extLst>
                <a:ext uri="{FF2B5EF4-FFF2-40B4-BE49-F238E27FC236}">
                  <a16:creationId xmlns:a16="http://schemas.microsoft.com/office/drawing/2014/main" id="{6539F87B-385C-500A-FF2E-3209F84AB7FE}"/>
                </a:ext>
              </a:extLst>
            </p:cNvPr>
            <p:cNvSpPr/>
            <p:nvPr/>
          </p:nvSpPr>
          <p:spPr>
            <a:xfrm>
              <a:off x="4662293" y="1870486"/>
              <a:ext cx="6842813" cy="1227442"/>
            </a:xfrm>
            <a:prstGeom prst="roundRect">
              <a:avLst>
                <a:gd name="adj" fmla="val 10000"/>
              </a:avLst>
            </a:prstGeom>
            <a:grpFill/>
          </p:spPr>
          <p:style>
            <a:lnRef idx="0">
              <a:schemeClr val="lt1">
                <a:hueOff val="0"/>
                <a:satOff val="0"/>
                <a:lumOff val="0"/>
                <a:alphaOff val="0"/>
              </a:schemeClr>
            </a:lnRef>
            <a:fillRef idx="3">
              <a:schemeClr val="accent1">
                <a:hueOff val="0"/>
                <a:satOff val="0"/>
                <a:lumOff val="0"/>
                <a:alphaOff val="0"/>
              </a:schemeClr>
            </a:fillRef>
            <a:effectRef idx="2">
              <a:schemeClr val="accent1">
                <a:hueOff val="0"/>
                <a:satOff val="0"/>
                <a:lumOff val="0"/>
                <a:alphaOff val="0"/>
              </a:schemeClr>
            </a:effectRef>
            <a:fontRef idx="minor">
              <a:schemeClr val="lt1"/>
            </a:fontRef>
          </p:style>
        </p:sp>
        <p:sp>
          <p:nvSpPr>
            <p:cNvPr id="23" name="圆角矩形 4">
              <a:extLst>
                <a:ext uri="{FF2B5EF4-FFF2-40B4-BE49-F238E27FC236}">
                  <a16:creationId xmlns:a16="http://schemas.microsoft.com/office/drawing/2014/main" id="{209E0F1C-6AD2-7507-F025-4D46BF8C0BE3}"/>
                </a:ext>
              </a:extLst>
            </p:cNvPr>
            <p:cNvSpPr/>
            <p:nvPr/>
          </p:nvSpPr>
          <p:spPr>
            <a:xfrm>
              <a:off x="4816929" y="1982040"/>
              <a:ext cx="6466114" cy="990600"/>
            </a:xfrm>
            <a:prstGeom prst="rect">
              <a:avLst/>
            </a:prstGeom>
            <a:grpFill/>
          </p:spPr>
          <p:style>
            <a:lnRef idx="0">
              <a:scrgbClr r="0" g="0" b="0"/>
            </a:lnRef>
            <a:fillRef idx="0">
              <a:scrgbClr r="0" g="0" b="0"/>
            </a:fillRef>
            <a:effectRef idx="0">
              <a:scrgbClr r="0" g="0" b="0"/>
            </a:effectRef>
            <a:fontRef idx="minor">
              <a:schemeClr val="lt1"/>
            </a:fontRef>
          </p:style>
          <p:txBody>
            <a:bodyPr lIns="76200" tIns="76200" rIns="76200" bIns="76200" spcCol="1270" anchor="ctr"/>
            <a:lstStyle/>
            <a:p>
              <a:pPr marL="0" marR="0" lvl="0" indent="0" algn="ctr" defTabSz="888705" rtl="0" eaLnBrk="0" fontAlgn="base" latinLnBrk="0" hangingPunct="0">
                <a:lnSpc>
                  <a:spcPct val="130000"/>
                </a:lnSpc>
                <a:spcBef>
                  <a:spcPct val="0"/>
                </a:spcBef>
                <a:spcAft>
                  <a:spcPct val="35000"/>
                </a:spcAft>
                <a:buClrTx/>
                <a:buSzTx/>
                <a:buFontTx/>
                <a:buNone/>
                <a:tabLst/>
                <a:defRPr/>
              </a:pPr>
              <a:r>
                <a:rPr kumimoji="0" lang="zh-CN" altLang="en-US" sz="2000" b="0" i="0" u="none" strike="noStrike" kern="1200" cap="none" spc="0" normalizeH="0" baseline="0" noProof="0" dirty="0">
                  <a:ln>
                    <a:noFill/>
                  </a:ln>
                  <a:solidFill>
                    <a:srgbClr val="FFFFFF"/>
                  </a:solidFill>
                  <a:effectLst/>
                  <a:uLnTx/>
                  <a:uFillTx/>
                  <a:latin typeface="Kaiti SC" panose="02010600040101010101" pitchFamily="2" charset="-122"/>
                  <a:ea typeface="Kaiti SC" panose="02010600040101010101" pitchFamily="2" charset="-122"/>
                  <a:cs typeface="微软雅黑"/>
                </a:rPr>
                <a:t>支持或反对关系</a:t>
              </a:r>
            </a:p>
          </p:txBody>
        </p:sp>
      </p:grpSp>
      <p:grpSp>
        <p:nvGrpSpPr>
          <p:cNvPr id="24" name="组合 23">
            <a:extLst>
              <a:ext uri="{FF2B5EF4-FFF2-40B4-BE49-F238E27FC236}">
                <a16:creationId xmlns:a16="http://schemas.microsoft.com/office/drawing/2014/main" id="{AAB3BC4F-BFD5-59BF-A475-C011AA74748B}"/>
              </a:ext>
            </a:extLst>
          </p:cNvPr>
          <p:cNvGrpSpPr/>
          <p:nvPr/>
        </p:nvGrpSpPr>
        <p:grpSpPr>
          <a:xfrm>
            <a:off x="4995969" y="4762295"/>
            <a:ext cx="3040447" cy="735724"/>
            <a:chOff x="4662293" y="1870486"/>
            <a:chExt cx="6842813" cy="1227442"/>
          </a:xfrm>
          <a:solidFill>
            <a:schemeClr val="accent1">
              <a:lumMod val="50000"/>
            </a:schemeClr>
          </a:solidFill>
        </p:grpSpPr>
        <p:sp>
          <p:nvSpPr>
            <p:cNvPr id="25" name="圆角矩形 24">
              <a:extLst>
                <a:ext uri="{FF2B5EF4-FFF2-40B4-BE49-F238E27FC236}">
                  <a16:creationId xmlns:a16="http://schemas.microsoft.com/office/drawing/2014/main" id="{8606A792-5D4C-2D88-DFC8-71D114088959}"/>
                </a:ext>
              </a:extLst>
            </p:cNvPr>
            <p:cNvSpPr/>
            <p:nvPr/>
          </p:nvSpPr>
          <p:spPr>
            <a:xfrm>
              <a:off x="4662293" y="1870486"/>
              <a:ext cx="6842813" cy="1227442"/>
            </a:xfrm>
            <a:prstGeom prst="roundRect">
              <a:avLst>
                <a:gd name="adj" fmla="val 10000"/>
              </a:avLst>
            </a:prstGeom>
            <a:grpFill/>
          </p:spPr>
          <p:style>
            <a:lnRef idx="0">
              <a:schemeClr val="lt1">
                <a:hueOff val="0"/>
                <a:satOff val="0"/>
                <a:lumOff val="0"/>
                <a:alphaOff val="0"/>
              </a:schemeClr>
            </a:lnRef>
            <a:fillRef idx="3">
              <a:schemeClr val="accent1">
                <a:hueOff val="0"/>
                <a:satOff val="0"/>
                <a:lumOff val="0"/>
                <a:alphaOff val="0"/>
              </a:schemeClr>
            </a:fillRef>
            <a:effectRef idx="2">
              <a:schemeClr val="accent1">
                <a:hueOff val="0"/>
                <a:satOff val="0"/>
                <a:lumOff val="0"/>
                <a:alphaOff val="0"/>
              </a:schemeClr>
            </a:effectRef>
            <a:fontRef idx="minor">
              <a:schemeClr val="lt1"/>
            </a:fontRef>
          </p:style>
        </p:sp>
        <p:sp>
          <p:nvSpPr>
            <p:cNvPr id="26" name="圆角矩形 4">
              <a:extLst>
                <a:ext uri="{FF2B5EF4-FFF2-40B4-BE49-F238E27FC236}">
                  <a16:creationId xmlns:a16="http://schemas.microsoft.com/office/drawing/2014/main" id="{FDD1747A-2113-9BF0-99AB-27E46355B5CA}"/>
                </a:ext>
              </a:extLst>
            </p:cNvPr>
            <p:cNvSpPr/>
            <p:nvPr/>
          </p:nvSpPr>
          <p:spPr>
            <a:xfrm>
              <a:off x="4816929" y="1982040"/>
              <a:ext cx="6466114" cy="990600"/>
            </a:xfrm>
            <a:prstGeom prst="rect">
              <a:avLst/>
            </a:prstGeom>
            <a:grpFill/>
          </p:spPr>
          <p:style>
            <a:lnRef idx="0">
              <a:scrgbClr r="0" g="0" b="0"/>
            </a:lnRef>
            <a:fillRef idx="0">
              <a:scrgbClr r="0" g="0" b="0"/>
            </a:fillRef>
            <a:effectRef idx="0">
              <a:scrgbClr r="0" g="0" b="0"/>
            </a:effectRef>
            <a:fontRef idx="minor">
              <a:schemeClr val="lt1"/>
            </a:fontRef>
          </p:style>
          <p:txBody>
            <a:bodyPr lIns="76200" tIns="76200" rIns="76200" bIns="76200" spcCol="1270" anchor="ctr"/>
            <a:lstStyle/>
            <a:p>
              <a:pPr marL="0" marR="0" lvl="0" indent="0" algn="ctr" defTabSz="888705" rtl="0" eaLnBrk="0" fontAlgn="base" latinLnBrk="0" hangingPunct="0">
                <a:lnSpc>
                  <a:spcPct val="130000"/>
                </a:lnSpc>
                <a:spcBef>
                  <a:spcPct val="0"/>
                </a:spcBef>
                <a:spcAft>
                  <a:spcPct val="35000"/>
                </a:spcAft>
                <a:buClrTx/>
                <a:buSzTx/>
                <a:buFontTx/>
                <a:buNone/>
                <a:tabLst/>
                <a:defRPr/>
              </a:pPr>
              <a:r>
                <a:rPr kumimoji="0" lang="zh-CN" altLang="en-US" sz="2000" b="0" i="0" u="none" strike="noStrike" kern="1200" cap="none" spc="0" normalizeH="0" baseline="0" noProof="0" dirty="0">
                  <a:ln>
                    <a:noFill/>
                  </a:ln>
                  <a:solidFill>
                    <a:srgbClr val="FFFFFF"/>
                  </a:solidFill>
                  <a:effectLst/>
                  <a:uLnTx/>
                  <a:uFillTx/>
                  <a:latin typeface="Kaiti SC" panose="02010600040101010101" pitchFamily="2" charset="-122"/>
                  <a:ea typeface="Kaiti SC" panose="02010600040101010101" pitchFamily="2" charset="-122"/>
                  <a:cs typeface="微软雅黑"/>
                </a:rPr>
                <a:t>拥有共同的兴趣爱好等</a:t>
              </a:r>
            </a:p>
          </p:txBody>
        </p:sp>
      </p:grpSp>
      <p:sp>
        <p:nvSpPr>
          <p:cNvPr id="284680" name="Rectangle 2">
            <a:extLst>
              <a:ext uri="{FF2B5EF4-FFF2-40B4-BE49-F238E27FC236}">
                <a16:creationId xmlns:a16="http://schemas.microsoft.com/office/drawing/2014/main" id="{6A549138-CEEC-E268-8675-B1E1C4389BF3}"/>
              </a:ext>
            </a:extLst>
          </p:cNvPr>
          <p:cNvSpPr>
            <a:spLocks noGrp="1" noChangeArrowheads="1"/>
          </p:cNvSpPr>
          <p:nvPr>
            <p:ph type="title"/>
          </p:nvPr>
        </p:nvSpPr>
        <p:spPr>
          <a:xfrm>
            <a:off x="512763" y="0"/>
            <a:ext cx="8116887" cy="1462088"/>
          </a:xfrm>
        </p:spPr>
        <p:txBody>
          <a:bodyPr/>
          <a:lstStyle/>
          <a:p>
            <a:pPr eaLnBrk="1" hangingPunct="1"/>
            <a:r>
              <a:rPr lang="zh-CN" altLang="en-US" sz="3600" u="none">
                <a:latin typeface="华文楷体" panose="02010600040101010101" pitchFamily="2" charset="-122"/>
                <a:ea typeface="华文楷体" panose="02010600040101010101" pitchFamily="2" charset="-122"/>
              </a:rPr>
              <a:t>关于网络、路由的应用</a:t>
            </a:r>
          </a:p>
        </p:txBody>
      </p:sp>
      <p:pic>
        <p:nvPicPr>
          <p:cNvPr id="284681" name="Picture 95" descr="underline_base">
            <a:extLst>
              <a:ext uri="{FF2B5EF4-FFF2-40B4-BE49-F238E27FC236}">
                <a16:creationId xmlns:a16="http://schemas.microsoft.com/office/drawing/2014/main" id="{EEA3086E-52C4-D4CD-743C-C18555BA3408}"/>
              </a:ext>
            </a:extLst>
          </p:cNvPr>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84200" y="1079500"/>
            <a:ext cx="5484813" cy="173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84682" name="组合 5">
            <a:extLst>
              <a:ext uri="{FF2B5EF4-FFF2-40B4-BE49-F238E27FC236}">
                <a16:creationId xmlns:a16="http://schemas.microsoft.com/office/drawing/2014/main" id="{F97A9CDC-3B4D-CC49-A51D-71BA1D739A86}"/>
              </a:ext>
            </a:extLst>
          </p:cNvPr>
          <p:cNvGrpSpPr>
            <a:grpSpLocks/>
          </p:cNvGrpSpPr>
          <p:nvPr/>
        </p:nvGrpSpPr>
        <p:grpSpPr bwMode="auto">
          <a:xfrm>
            <a:off x="6338888" y="506413"/>
            <a:ext cx="2022475" cy="573087"/>
            <a:chOff x="36" y="10305"/>
            <a:chExt cx="3480866" cy="1008000"/>
          </a:xfrm>
        </p:grpSpPr>
        <p:sp>
          <p:nvSpPr>
            <p:cNvPr id="8" name="矩形 7">
              <a:extLst>
                <a:ext uri="{FF2B5EF4-FFF2-40B4-BE49-F238E27FC236}">
                  <a16:creationId xmlns:a16="http://schemas.microsoft.com/office/drawing/2014/main" id="{9EC14594-B833-49FC-9595-BAF86AC3A52B}"/>
                </a:ext>
              </a:extLst>
            </p:cNvPr>
            <p:cNvSpPr/>
            <p:nvPr/>
          </p:nvSpPr>
          <p:spPr>
            <a:xfrm>
              <a:off x="36" y="10305"/>
              <a:ext cx="3480866" cy="1008000"/>
            </a:xfrm>
            <a:prstGeom prst="rect">
              <a:avLst/>
            </a:prstGeom>
            <a:solidFill>
              <a:srgbClr val="C0504D">
                <a:hueOff val="0"/>
                <a:satOff val="0"/>
                <a:lumOff val="0"/>
                <a:alphaOff val="0"/>
              </a:srgbClr>
            </a:solidFill>
            <a:ln w="25400" cap="flat" cmpd="sng" algn="ctr">
              <a:solidFill>
                <a:srgbClr val="C0504D">
                  <a:hueOff val="0"/>
                  <a:satOff val="0"/>
                  <a:lumOff val="0"/>
                  <a:alphaOff val="0"/>
                </a:srgbClr>
              </a:solidFill>
              <a:prstDash val="solid"/>
            </a:ln>
            <a:effectLst>
              <a:outerShdw blurRad="40000" dist="20000" dir="5400000" rotWithShape="0">
                <a:srgbClr val="000000">
                  <a:alpha val="38000"/>
                </a:srgbClr>
              </a:outerShdw>
            </a:effectLst>
          </p:spPr>
        </p:sp>
        <p:sp>
          <p:nvSpPr>
            <p:cNvPr id="284684" name="文本框 10">
              <a:extLst>
                <a:ext uri="{FF2B5EF4-FFF2-40B4-BE49-F238E27FC236}">
                  <a16:creationId xmlns:a16="http://schemas.microsoft.com/office/drawing/2014/main" id="{257CC5FE-6A49-E907-0519-46B38A1C1E6B}"/>
                </a:ext>
              </a:extLst>
            </p:cNvPr>
            <p:cNvSpPr txBox="1">
              <a:spLocks noChangeArrowheads="1"/>
            </p:cNvSpPr>
            <p:nvPr/>
          </p:nvSpPr>
          <p:spPr bwMode="auto">
            <a:xfrm>
              <a:off x="36" y="10305"/>
              <a:ext cx="3480866" cy="10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142240" tIns="81280" rIns="142240" bIns="81280" anchor="ctr"/>
            <a:lstStyle>
              <a:lvl1pPr defTabSz="889000">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defRPr>
              </a:lvl1pPr>
              <a:lvl2pPr marL="742950" indent="-285750" defTabSz="88900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宋体" panose="02010600030101010101" pitchFamily="2" charset="-122"/>
                </a:defRPr>
              </a:lvl2pPr>
              <a:lvl3pPr marL="1143000" indent="-228600" defTabSz="889000">
                <a:spcBef>
                  <a:spcPct val="20000"/>
                </a:spcBef>
                <a:buChar char="•"/>
                <a:defRPr kumimoji="1" sz="2000">
                  <a:solidFill>
                    <a:schemeClr val="tx1"/>
                  </a:solidFill>
                  <a:latin typeface="Comic Sans MS" panose="030F0902030302020204" pitchFamily="66" charset="0"/>
                  <a:ea typeface="宋体" panose="02010600030101010101" pitchFamily="2" charset="-122"/>
                </a:defRPr>
              </a:lvl3pPr>
              <a:lvl4pPr marL="1600200" indent="-228600" defTabSz="889000">
                <a:spcBef>
                  <a:spcPct val="20000"/>
                </a:spcBef>
                <a:buChar char="–"/>
                <a:defRPr kumimoji="1" sz="2000">
                  <a:solidFill>
                    <a:schemeClr val="tx1"/>
                  </a:solidFill>
                  <a:latin typeface="Times New Roman" panose="02020603050405020304" pitchFamily="18" charset="0"/>
                  <a:ea typeface="宋体" panose="02010600030101010101" pitchFamily="2" charset="-122"/>
                </a:defRPr>
              </a:lvl4pPr>
              <a:lvl5pPr marL="2057400" indent="-228600" defTabSz="889000">
                <a:spcBef>
                  <a:spcPct val="20000"/>
                </a:spcBef>
                <a:buChar char="»"/>
                <a:defRPr kumimoji="1" sz="2000">
                  <a:solidFill>
                    <a:schemeClr val="tx1"/>
                  </a:solidFill>
                  <a:latin typeface="Times New Roman" panose="02020603050405020304" pitchFamily="18" charset="0"/>
                  <a:ea typeface="宋体" panose="02010600030101010101" pitchFamily="2" charset="-122"/>
                </a:defRPr>
              </a:lvl5pPr>
              <a:lvl6pPr marL="2514600" indent="-228600" defTabSz="8890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6pPr>
              <a:lvl7pPr marL="2971800" indent="-228600" defTabSz="8890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7pPr>
              <a:lvl8pPr marL="3429000" indent="-228600" defTabSz="8890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8pPr>
              <a:lvl9pPr marL="3886200" indent="-228600" defTabSz="889000" eaLnBrk="0" fontAlgn="base" hangingPunct="0">
                <a:spcBef>
                  <a:spcPct val="20000"/>
                </a:spcBef>
                <a:spcAft>
                  <a:spcPct val="0"/>
                </a:spcAft>
                <a:buChar char="»"/>
                <a:defRPr kumimoji="1" sz="2000">
                  <a:solidFill>
                    <a:schemeClr val="tx1"/>
                  </a:solidFill>
                  <a:latin typeface="Times New Roman" panose="02020603050405020304" pitchFamily="18" charset="0"/>
                  <a:ea typeface="宋体" panose="02010600030101010101" pitchFamily="2" charset="-122"/>
                </a:defRPr>
              </a:lvl9pPr>
            </a:lstStyle>
            <a:p>
              <a:pPr marL="0" marR="0" lvl="0" indent="0" algn="ctr" defTabSz="889000" rtl="0" eaLnBrk="1" fontAlgn="base" latinLnBrk="0" hangingPunct="1">
                <a:lnSpc>
                  <a:spcPct val="90000"/>
                </a:lnSpc>
                <a:spcBef>
                  <a:spcPct val="0"/>
                </a:spcBef>
                <a:spcAft>
                  <a:spcPct val="35000"/>
                </a:spcAft>
                <a:buClrTx/>
                <a:buSzTx/>
                <a:buFontTx/>
                <a:buNone/>
                <a:tabLst/>
                <a:defRPr/>
              </a:pPr>
              <a:r>
                <a:rPr kumimoji="0" lang="zh-CN" altLang="en-US" sz="2000" b="1" i="0" u="none" strike="noStrike" kern="1200" cap="none" spc="0" normalizeH="0" baseline="0" noProof="0">
                  <a:ln>
                    <a:noFill/>
                  </a:ln>
                  <a:solidFill>
                    <a:srgbClr val="FFFFFF"/>
                  </a:solidFill>
                  <a:effectLst/>
                  <a:uLnTx/>
                  <a:uFillTx/>
                  <a:latin typeface="微软雅黑" panose="020B0503020204020204" pitchFamily="34" charset="-122"/>
                  <a:ea typeface="宋体" panose="02010600030101010101" pitchFamily="2" charset="-122"/>
                  <a:cs typeface="+mn-cs"/>
                </a:rPr>
                <a:t>社交网络</a:t>
              </a:r>
            </a:p>
          </p:txBody>
        </p:sp>
      </p:grpSp>
    </p:spTree>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9" presetClass="entr" presetSubtype="0" fill="hold" nodeType="click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dissolve">
                                      <p:cBhvr>
                                        <p:cTn id="7" dur="1000"/>
                                        <p:tgtEl>
                                          <p:spTgt spid="15"/>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9" presetClass="entr" presetSubtype="0" fill="hold" nodeType="clickEffect">
                                  <p:stCondLst>
                                    <p:cond delay="0"/>
                                  </p:stCondLst>
                                  <p:childTnLst>
                                    <p:set>
                                      <p:cBhvr>
                                        <p:cTn id="11" dur="1" fill="hold">
                                          <p:stCondLst>
                                            <p:cond delay="0"/>
                                          </p:stCondLst>
                                        </p:cTn>
                                        <p:tgtEl>
                                          <p:spTgt spid="18"/>
                                        </p:tgtEl>
                                        <p:attrNameLst>
                                          <p:attrName>style.visibility</p:attrName>
                                        </p:attrNameLst>
                                      </p:cBhvr>
                                      <p:to>
                                        <p:strVal val="visible"/>
                                      </p:to>
                                    </p:set>
                                    <p:animEffect transition="in" filter="dissolve">
                                      <p:cBhvr>
                                        <p:cTn id="12" dur="1000"/>
                                        <p:tgtEl>
                                          <p:spTgt spid="18"/>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9" presetClass="entr" presetSubtype="0" fill="hold" nodeType="clickEffect">
                                  <p:stCondLst>
                                    <p:cond delay="0"/>
                                  </p:stCondLst>
                                  <p:childTnLst>
                                    <p:set>
                                      <p:cBhvr>
                                        <p:cTn id="16" dur="1" fill="hold">
                                          <p:stCondLst>
                                            <p:cond delay="0"/>
                                          </p:stCondLst>
                                        </p:cTn>
                                        <p:tgtEl>
                                          <p:spTgt spid="21"/>
                                        </p:tgtEl>
                                        <p:attrNameLst>
                                          <p:attrName>style.visibility</p:attrName>
                                        </p:attrNameLst>
                                      </p:cBhvr>
                                      <p:to>
                                        <p:strVal val="visible"/>
                                      </p:to>
                                    </p:set>
                                    <p:animEffect transition="in" filter="dissolve">
                                      <p:cBhvr>
                                        <p:cTn id="17" dur="1000"/>
                                        <p:tgtEl>
                                          <p:spTgt spid="21"/>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9" presetClass="entr" presetSubtype="0" fill="hold" nodeType="clickEffect">
                                  <p:stCondLst>
                                    <p:cond delay="0"/>
                                  </p:stCondLst>
                                  <p:childTnLst>
                                    <p:set>
                                      <p:cBhvr>
                                        <p:cTn id="21" dur="1" fill="hold">
                                          <p:stCondLst>
                                            <p:cond delay="0"/>
                                          </p:stCondLst>
                                        </p:cTn>
                                        <p:tgtEl>
                                          <p:spTgt spid="24"/>
                                        </p:tgtEl>
                                        <p:attrNameLst>
                                          <p:attrName>style.visibility</p:attrName>
                                        </p:attrNameLst>
                                      </p:cBhvr>
                                      <p:to>
                                        <p:strVal val="visible"/>
                                      </p:to>
                                    </p:set>
                                    <p:animEffect transition="in" filter="dissolve">
                                      <p:cBhvr>
                                        <p:cTn id="22" dur="10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内容占位符 2">
            <a:extLst>
              <a:ext uri="{FF2B5EF4-FFF2-40B4-BE49-F238E27FC236}">
                <a16:creationId xmlns:a16="http://schemas.microsoft.com/office/drawing/2014/main" id="{301C6371-B718-D215-A534-6AEB9E4710CC}"/>
              </a:ext>
            </a:extLst>
          </p:cNvPr>
          <p:cNvSpPr>
            <a:spLocks noGrp="1"/>
          </p:cNvSpPr>
          <p:nvPr>
            <p:ph idx="1"/>
          </p:nvPr>
        </p:nvSpPr>
        <p:spPr>
          <a:xfrm>
            <a:off x="436563" y="2224088"/>
            <a:ext cx="8270875" cy="1196975"/>
          </a:xfrm>
        </p:spPr>
        <p:txBody>
          <a:bodyPr rtlCol="0">
            <a:noAutofit/>
          </a:bodyPr>
          <a:lstStyle/>
          <a:p>
            <a:pPr marL="229500" indent="-229500" eaLnBrk="1" fontAlgn="auto" hangingPunct="1">
              <a:buFont typeface="Wingdings 2" panose="05020102010507070707" pitchFamily="18" charset="2"/>
              <a:buChar char=""/>
              <a:defRPr/>
            </a:pPr>
            <a:r>
              <a:rPr lang="zh-CN" altLang="en-US" sz="2100" dirty="0"/>
              <a:t>问题：</a:t>
            </a:r>
            <a:endParaRPr lang="en-US" altLang="zh-CN" sz="2100" dirty="0"/>
          </a:p>
          <a:p>
            <a:pPr marL="0" indent="0" eaLnBrk="1" fontAlgn="auto" hangingPunct="1">
              <a:spcBef>
                <a:spcPts val="0"/>
              </a:spcBef>
              <a:buFont typeface="Wingdings 2" panose="05020102010507070707" pitchFamily="18" charset="2"/>
              <a:buNone/>
              <a:defRPr/>
            </a:pPr>
            <a:r>
              <a:rPr lang="zh-CN" altLang="en-US" sz="2100" dirty="0"/>
              <a:t>      任意给出旅行的起点和终点，给出一个行程建议，使得在某些指标上“最短”</a:t>
            </a:r>
            <a:r>
              <a:rPr lang="en-US" altLang="zh-CN" sz="2100" dirty="0"/>
              <a:t>?</a:t>
            </a:r>
            <a:endParaRPr kumimoji="1" lang="zh-CN" altLang="en-US" sz="2100" dirty="0"/>
          </a:p>
        </p:txBody>
      </p:sp>
      <p:cxnSp>
        <p:nvCxnSpPr>
          <p:cNvPr id="4" name="直线连接符 3">
            <a:extLst>
              <a:ext uri="{FF2B5EF4-FFF2-40B4-BE49-F238E27FC236}">
                <a16:creationId xmlns:a16="http://schemas.microsoft.com/office/drawing/2014/main" id="{4EA9C810-9C45-55FD-B06F-DAB3CFB9E255}"/>
              </a:ext>
            </a:extLst>
          </p:cNvPr>
          <p:cNvCxnSpPr/>
          <p:nvPr/>
        </p:nvCxnSpPr>
        <p:spPr>
          <a:xfrm>
            <a:off x="436563" y="5624513"/>
            <a:ext cx="4319587" cy="0"/>
          </a:xfrm>
          <a:prstGeom prst="line">
            <a:avLst/>
          </a:prstGeom>
        </p:spPr>
        <p:style>
          <a:lnRef idx="1">
            <a:schemeClr val="accent1"/>
          </a:lnRef>
          <a:fillRef idx="0">
            <a:schemeClr val="accent1"/>
          </a:fillRef>
          <a:effectRef idx="0">
            <a:schemeClr val="accent1"/>
          </a:effectRef>
          <a:fontRef idx="minor">
            <a:schemeClr val="tx1"/>
          </a:fontRef>
        </p:style>
      </p:cxnSp>
      <p:sp>
        <p:nvSpPr>
          <p:cNvPr id="5" name="矩形 4">
            <a:extLst>
              <a:ext uri="{FF2B5EF4-FFF2-40B4-BE49-F238E27FC236}">
                <a16:creationId xmlns:a16="http://schemas.microsoft.com/office/drawing/2014/main" id="{58A116BA-D998-E091-46D5-70B34DDD173F}"/>
              </a:ext>
            </a:extLst>
          </p:cNvPr>
          <p:cNvSpPr/>
          <p:nvPr/>
        </p:nvSpPr>
        <p:spPr>
          <a:xfrm>
            <a:off x="385763" y="5661025"/>
            <a:ext cx="7286625" cy="301625"/>
          </a:xfrm>
          <a:prstGeom prst="rect">
            <a:avLst/>
          </a:prstGeom>
        </p:spPr>
        <p:txBody>
          <a:bodyPr>
            <a:spAutoFit/>
          </a:bodyPr>
          <a:lstStyle/>
          <a:p>
            <a:pPr marL="0" marR="0" lvl="0" indent="0" algn="l" defTabSz="342900" rtl="0" eaLnBrk="1" fontAlgn="auto" latinLnBrk="0" hangingPunct="1">
              <a:lnSpc>
                <a:spcPct val="100000"/>
              </a:lnSpc>
              <a:spcBef>
                <a:spcPts val="0"/>
              </a:spcBef>
              <a:spcAft>
                <a:spcPts val="0"/>
              </a:spcAft>
              <a:buClrTx/>
              <a:buSzTx/>
              <a:buFontTx/>
              <a:buNone/>
              <a:tabLst/>
              <a:defRPr/>
            </a:pPr>
            <a:r>
              <a:rPr kumimoji="0" lang="zh-CN" altLang="en-US" sz="1350" b="0" i="0" u="none" strike="noStrike" kern="1200" cap="none" spc="0" normalizeH="0" baseline="0" noProof="0" dirty="0">
                <a:ln>
                  <a:noFill/>
                </a:ln>
                <a:solidFill>
                  <a:prstClr val="black">
                    <a:lumMod val="75000"/>
                    <a:lumOff val="25000"/>
                  </a:prstClr>
                </a:solidFill>
                <a:effectLst/>
                <a:uLnTx/>
                <a:uFillTx/>
                <a:latin typeface="Libian SC" panose="02010600040101010101" pitchFamily="2" charset="-122"/>
                <a:ea typeface="Libian SC" panose="02010600040101010101" pitchFamily="2" charset="-122"/>
                <a:cs typeface="+mn-cs"/>
              </a:rPr>
              <a:t>*杜小勇，数据思维应成为计算思维 不可或缺的组成部分，</a:t>
            </a:r>
            <a:r>
              <a:rPr kumimoji="0" lang="en-US" altLang="zh-CN" sz="1350" b="0" i="0" u="none" strike="noStrike" kern="1200" cap="none" spc="0" normalizeH="0" baseline="0" noProof="0" dirty="0">
                <a:ln>
                  <a:noFill/>
                </a:ln>
                <a:solidFill>
                  <a:prstClr val="black">
                    <a:lumMod val="75000"/>
                    <a:lumOff val="25000"/>
                  </a:prstClr>
                </a:solidFill>
                <a:effectLst/>
                <a:uLnTx/>
                <a:uFillTx/>
                <a:latin typeface="Libian SC" panose="02010600040101010101" pitchFamily="2" charset="-122"/>
                <a:ea typeface="Libian SC" panose="02010600040101010101" pitchFamily="2" charset="-122"/>
                <a:cs typeface="+mn-cs"/>
              </a:rPr>
              <a:t>CCCF</a:t>
            </a:r>
            <a:r>
              <a:rPr kumimoji="0" lang="zh-CN" altLang="en-US" sz="1350" b="0" i="0" u="none" strike="noStrike" kern="1200" cap="none" spc="0" normalizeH="0" baseline="0" noProof="0" dirty="0">
                <a:ln>
                  <a:noFill/>
                </a:ln>
                <a:solidFill>
                  <a:prstClr val="black">
                    <a:lumMod val="75000"/>
                    <a:lumOff val="25000"/>
                  </a:prstClr>
                </a:solidFill>
                <a:effectLst/>
                <a:uLnTx/>
                <a:uFillTx/>
                <a:latin typeface="Libian SC" panose="02010600040101010101" pitchFamily="2" charset="-122"/>
                <a:ea typeface="Libian SC" panose="02010600040101010101" pitchFamily="2" charset="-122"/>
                <a:cs typeface="+mn-cs"/>
              </a:rPr>
              <a:t>，</a:t>
            </a:r>
            <a:r>
              <a:rPr kumimoji="0" lang="en-US" altLang="zh-CN" sz="1350" b="0" i="0" u="none" strike="noStrike" kern="1200" cap="none" spc="0" normalizeH="0" baseline="0" noProof="0" dirty="0">
                <a:ln>
                  <a:noFill/>
                </a:ln>
                <a:solidFill>
                  <a:prstClr val="black">
                    <a:lumMod val="75000"/>
                    <a:lumOff val="25000"/>
                  </a:prstClr>
                </a:solidFill>
                <a:effectLst/>
                <a:uLnTx/>
                <a:uFillTx/>
                <a:latin typeface="Libian SC" panose="02010600040101010101" pitchFamily="2" charset="-122"/>
                <a:ea typeface="Libian SC" panose="02010600040101010101" pitchFamily="2" charset="-122"/>
                <a:cs typeface="+mn-cs"/>
              </a:rPr>
              <a:t>15(9)</a:t>
            </a:r>
            <a:r>
              <a:rPr kumimoji="0" lang="zh-CN" altLang="en-US" sz="1350" b="0" i="0" u="none" strike="noStrike" kern="1200" cap="none" spc="0" normalizeH="0" baseline="0" noProof="0" dirty="0">
                <a:ln>
                  <a:noFill/>
                </a:ln>
                <a:solidFill>
                  <a:prstClr val="black">
                    <a:lumMod val="75000"/>
                    <a:lumOff val="25000"/>
                  </a:prstClr>
                </a:solidFill>
                <a:effectLst/>
                <a:uLnTx/>
                <a:uFillTx/>
                <a:latin typeface="Libian SC" panose="02010600040101010101" pitchFamily="2" charset="-122"/>
                <a:ea typeface="Libian SC" panose="02010600040101010101" pitchFamily="2" charset="-122"/>
                <a:cs typeface="+mn-cs"/>
              </a:rPr>
              <a:t>，</a:t>
            </a:r>
            <a:r>
              <a:rPr kumimoji="0" lang="en-US" altLang="zh-CN" sz="1350" b="0" i="0" u="none" strike="noStrike" kern="1200" cap="none" spc="0" normalizeH="0" baseline="0" noProof="0" dirty="0">
                <a:ln>
                  <a:noFill/>
                </a:ln>
                <a:solidFill>
                  <a:prstClr val="black">
                    <a:lumMod val="75000"/>
                    <a:lumOff val="25000"/>
                  </a:prstClr>
                </a:solidFill>
                <a:effectLst/>
                <a:uLnTx/>
                <a:uFillTx/>
                <a:latin typeface="Libian SC" panose="02010600040101010101" pitchFamily="2" charset="-122"/>
                <a:ea typeface="Libian SC" panose="02010600040101010101" pitchFamily="2" charset="-122"/>
                <a:cs typeface="+mn-cs"/>
              </a:rPr>
              <a:t>pp.51-52</a:t>
            </a:r>
            <a:r>
              <a:rPr kumimoji="0" lang="zh-CN" altLang="en-US" sz="1350" b="0" i="0" u="none" strike="noStrike" kern="1200" cap="none" spc="0" normalizeH="0" baseline="0" noProof="0" dirty="0">
                <a:ln>
                  <a:noFill/>
                </a:ln>
                <a:solidFill>
                  <a:prstClr val="black">
                    <a:lumMod val="75000"/>
                    <a:lumOff val="25000"/>
                  </a:prstClr>
                </a:solidFill>
                <a:effectLst/>
                <a:uLnTx/>
                <a:uFillTx/>
                <a:latin typeface="Libian SC" panose="02010600040101010101" pitchFamily="2" charset="-122"/>
                <a:ea typeface="Libian SC" panose="02010600040101010101" pitchFamily="2" charset="-122"/>
                <a:cs typeface="+mn-cs"/>
              </a:rPr>
              <a:t>，</a:t>
            </a:r>
            <a:r>
              <a:rPr kumimoji="0" lang="en-US" altLang="zh-CN" sz="1350" b="0" i="0" u="none" strike="noStrike" kern="1200" cap="none" spc="0" normalizeH="0" baseline="0" noProof="0" dirty="0">
                <a:ln>
                  <a:noFill/>
                </a:ln>
                <a:solidFill>
                  <a:prstClr val="black">
                    <a:lumMod val="75000"/>
                    <a:lumOff val="25000"/>
                  </a:prstClr>
                </a:solidFill>
                <a:effectLst/>
                <a:uLnTx/>
                <a:uFillTx/>
                <a:latin typeface="Libian SC" panose="02010600040101010101" pitchFamily="2" charset="-122"/>
                <a:ea typeface="Libian SC" panose="02010600040101010101" pitchFamily="2" charset="-122"/>
                <a:cs typeface="+mn-cs"/>
              </a:rPr>
              <a:t>2019</a:t>
            </a:r>
            <a:endParaRPr kumimoji="0" lang="zh-CN" altLang="en-US" sz="1350" b="0" i="0" u="none" strike="noStrike" kern="1200" cap="none" spc="0" normalizeH="0" baseline="0" noProof="0" dirty="0">
              <a:ln>
                <a:noFill/>
              </a:ln>
              <a:solidFill>
                <a:prstClr val="black">
                  <a:lumMod val="75000"/>
                  <a:lumOff val="25000"/>
                </a:prstClr>
              </a:solidFill>
              <a:effectLst/>
              <a:uLnTx/>
              <a:uFillTx/>
              <a:latin typeface="Libian SC" panose="02010600040101010101" pitchFamily="2" charset="-122"/>
              <a:ea typeface="Libian SC" panose="02010600040101010101" pitchFamily="2" charset="-122"/>
              <a:cs typeface="+mn-cs"/>
            </a:endParaRPr>
          </a:p>
        </p:txBody>
      </p:sp>
      <p:sp>
        <p:nvSpPr>
          <p:cNvPr id="6" name="矩形 5">
            <a:extLst>
              <a:ext uri="{FF2B5EF4-FFF2-40B4-BE49-F238E27FC236}">
                <a16:creationId xmlns:a16="http://schemas.microsoft.com/office/drawing/2014/main" id="{02F9483E-3811-8C4C-9AAB-878B55BDA493}"/>
              </a:ext>
            </a:extLst>
          </p:cNvPr>
          <p:cNvSpPr/>
          <p:nvPr/>
        </p:nvSpPr>
        <p:spPr>
          <a:xfrm>
            <a:off x="527325" y="847483"/>
            <a:ext cx="2762140" cy="530915"/>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wrap="square" lIns="68580" tIns="34290" rIns="68580" bIns="34290">
            <a:spAutoFit/>
          </a:bodyPr>
          <a:lstStyle/>
          <a:p>
            <a:pPr marL="0" marR="0" lvl="0" indent="0" algn="ctr" defTabSz="342900" rtl="0" eaLnBrk="1" fontAlgn="auto" latinLnBrk="0" hangingPunct="1">
              <a:lnSpc>
                <a:spcPct val="100000"/>
              </a:lnSpc>
              <a:spcBef>
                <a:spcPts val="0"/>
              </a:spcBef>
              <a:spcAft>
                <a:spcPts val="0"/>
              </a:spcAft>
              <a:buClrTx/>
              <a:buSzPct val="60000"/>
              <a:buFontTx/>
              <a:buNone/>
              <a:tabLst/>
              <a:defRPr/>
            </a:pPr>
            <a:r>
              <a:rPr kumimoji="0" lang="zh-CN" altLang="en-US" sz="3000" b="1" i="0" u="none" strike="noStrike" kern="1200" cap="none" spc="0" normalizeH="0" baseline="0" noProof="0" dirty="0">
                <a:ln w="6600">
                  <a:solidFill>
                    <a:srgbClr val="903163"/>
                  </a:solidFill>
                  <a:prstDash val="solid"/>
                </a:ln>
                <a:solidFill>
                  <a:srgbClr val="FFFFFF"/>
                </a:solidFill>
                <a:effectLst>
                  <a:outerShdw dist="38100" dir="2700000" algn="tl" rotWithShape="0">
                    <a:srgbClr val="903163"/>
                  </a:outerShdw>
                </a:effectLst>
                <a:uLnTx/>
                <a:uFillTx/>
                <a:latin typeface="Libian SC" panose="02010600040101010101" pitchFamily="2" charset="-122"/>
                <a:ea typeface="Libian SC" panose="02010600040101010101" pitchFamily="2" charset="-122"/>
                <a:cs typeface="+mn-cs"/>
              </a:rPr>
              <a:t>航空联程设计*</a:t>
            </a:r>
            <a:endParaRPr kumimoji="0" lang="zh-CN" altLang="en-US" sz="2700" b="1" i="0" u="none" strike="noStrike" kern="1200" cap="none" spc="0" normalizeH="0" baseline="0" noProof="0" dirty="0">
              <a:ln w="6600">
                <a:solidFill>
                  <a:srgbClr val="903163"/>
                </a:solidFill>
                <a:prstDash val="solid"/>
              </a:ln>
              <a:solidFill>
                <a:srgbClr val="FFFFFF"/>
              </a:solidFill>
              <a:effectLst>
                <a:outerShdw dist="38100" dir="2700000" algn="tl" rotWithShape="0">
                  <a:srgbClr val="903163"/>
                </a:outerShdw>
              </a:effectLst>
              <a:uLnTx/>
              <a:uFillTx/>
              <a:latin typeface="Libian SC" panose="02010600040101010101" pitchFamily="2" charset="-122"/>
              <a:ea typeface="Libian SC" panose="02010600040101010101" pitchFamily="2" charset="-122"/>
              <a:cs typeface="+mn-cs"/>
            </a:endParaRPr>
          </a:p>
        </p:txBody>
      </p:sp>
      <p:sp>
        <p:nvSpPr>
          <p:cNvPr id="7" name="内容占位符 2">
            <a:extLst>
              <a:ext uri="{FF2B5EF4-FFF2-40B4-BE49-F238E27FC236}">
                <a16:creationId xmlns:a16="http://schemas.microsoft.com/office/drawing/2014/main" id="{4A55D17A-4B79-F87D-92D2-9383DEF937B8}"/>
              </a:ext>
            </a:extLst>
          </p:cNvPr>
          <p:cNvSpPr txBox="1">
            <a:spLocks/>
          </p:cNvSpPr>
          <p:nvPr/>
        </p:nvSpPr>
        <p:spPr>
          <a:xfrm>
            <a:off x="436563" y="3675063"/>
            <a:ext cx="8270875" cy="1584325"/>
          </a:xfrm>
          <a:prstGeom prst="rect">
            <a:avLst/>
          </a:prstGeom>
        </p:spPr>
        <p:txBody>
          <a:bodyPr lIns="68580" tIns="34290" rIns="68580" bIns="34290" anchor="ctr"/>
          <a:lstStyle>
            <a:lvl1pPr marL="306000" indent="-306000" algn="l" defTabSz="457200" rtl="0" eaLnBrk="1" latinLnBrk="0" hangingPunct="1">
              <a:spcBef>
                <a:spcPct val="20000"/>
              </a:spcBef>
              <a:spcAft>
                <a:spcPts val="600"/>
              </a:spcAft>
              <a:buClr>
                <a:schemeClr val="accent2"/>
              </a:buClr>
              <a:buSzPct val="92000"/>
              <a:buFont typeface="Wingdings 2" panose="05020102010507070707" pitchFamily="18" charset="2"/>
              <a:buChar char=""/>
              <a:defRPr sz="1800" kern="1200">
                <a:solidFill>
                  <a:schemeClr val="tx2"/>
                </a:solidFill>
                <a:latin typeface="+mn-lt"/>
                <a:ea typeface="+mn-ea"/>
                <a:cs typeface="+mn-cs"/>
              </a:defRPr>
            </a:lvl1pPr>
            <a:lvl2pPr marL="630000" indent="-306000" algn="l" defTabSz="457200" rtl="0" eaLnBrk="1" latinLnBrk="0" hangingPunct="1">
              <a:spcBef>
                <a:spcPct val="20000"/>
              </a:spcBef>
              <a:spcAft>
                <a:spcPts val="600"/>
              </a:spcAft>
              <a:buClr>
                <a:schemeClr val="accent2"/>
              </a:buClr>
              <a:buSzPct val="92000"/>
              <a:buFont typeface="Wingdings 2" panose="05020102010507070707" pitchFamily="18" charset="2"/>
              <a:buChar char=""/>
              <a:defRPr sz="1600" kern="1200">
                <a:solidFill>
                  <a:schemeClr val="tx2"/>
                </a:solidFill>
                <a:latin typeface="+mn-lt"/>
                <a:ea typeface="+mn-ea"/>
                <a:cs typeface="+mn-cs"/>
              </a:defRPr>
            </a:lvl2pPr>
            <a:lvl3pPr marL="900000" indent="-270000" algn="l" defTabSz="457200" rtl="0" eaLnBrk="1" latinLnBrk="0" hangingPunct="1">
              <a:spcBef>
                <a:spcPct val="20000"/>
              </a:spcBef>
              <a:spcAft>
                <a:spcPts val="600"/>
              </a:spcAft>
              <a:buClr>
                <a:schemeClr val="accent2"/>
              </a:buClr>
              <a:buSzPct val="92000"/>
              <a:buFont typeface="Wingdings 2" panose="05020102010507070707" pitchFamily="18" charset="2"/>
              <a:buChar char=""/>
              <a:defRPr sz="1400" kern="1200">
                <a:solidFill>
                  <a:schemeClr val="tx2"/>
                </a:solidFill>
                <a:latin typeface="+mn-lt"/>
                <a:ea typeface="+mn-ea"/>
                <a:cs typeface="+mn-cs"/>
              </a:defRPr>
            </a:lvl3pPr>
            <a:lvl4pPr marL="1242000" indent="-234000" algn="l" defTabSz="457200" rtl="0" eaLnBrk="1" latinLnBrk="0" hangingPunct="1">
              <a:spcBef>
                <a:spcPct val="20000"/>
              </a:spcBef>
              <a:spcAft>
                <a:spcPts val="600"/>
              </a:spcAft>
              <a:buClr>
                <a:schemeClr val="accent2"/>
              </a:buClr>
              <a:buSzPct val="92000"/>
              <a:buFont typeface="Wingdings 2" panose="05020102010507070707" pitchFamily="18" charset="2"/>
              <a:buChar char=""/>
              <a:defRPr sz="1200" kern="1200">
                <a:solidFill>
                  <a:schemeClr val="tx2"/>
                </a:solidFill>
                <a:latin typeface="+mn-lt"/>
                <a:ea typeface="+mn-ea"/>
                <a:cs typeface="+mn-cs"/>
              </a:defRPr>
            </a:lvl4pPr>
            <a:lvl5pPr marL="1602000" indent="-234000" algn="l" defTabSz="457200" rtl="0" eaLnBrk="1" latinLnBrk="0" hangingPunct="1">
              <a:spcBef>
                <a:spcPct val="20000"/>
              </a:spcBef>
              <a:spcAft>
                <a:spcPts val="600"/>
              </a:spcAft>
              <a:buClr>
                <a:schemeClr val="accent2"/>
              </a:buClr>
              <a:buSzPct val="92000"/>
              <a:buFont typeface="Wingdings 2" panose="05020102010507070707" pitchFamily="18" charset="2"/>
              <a:buChar char=""/>
              <a:defRPr sz="1200" kern="1200">
                <a:solidFill>
                  <a:schemeClr val="tx2"/>
                </a:solidFill>
                <a:latin typeface="+mn-lt"/>
                <a:ea typeface="+mn-ea"/>
                <a:cs typeface="+mn-cs"/>
              </a:defRPr>
            </a:lvl5pPr>
            <a:lvl6pPr marL="1900000" indent="-228600" algn="l" defTabSz="457200" rtl="0" eaLnBrk="1" latinLnBrk="0" hangingPunct="1">
              <a:spcBef>
                <a:spcPct val="20000"/>
              </a:spcBef>
              <a:spcAft>
                <a:spcPts val="600"/>
              </a:spcAft>
              <a:buClr>
                <a:schemeClr val="accent2"/>
              </a:buClr>
              <a:buSzPct val="92000"/>
              <a:buFont typeface="Wingdings 2" panose="05020102010507070707" pitchFamily="18" charset="2"/>
              <a:buChar char=""/>
              <a:defRPr sz="1200" kern="1200">
                <a:solidFill>
                  <a:schemeClr val="tx2"/>
                </a:solidFill>
                <a:latin typeface="+mn-lt"/>
                <a:ea typeface="+mn-ea"/>
                <a:cs typeface="+mn-cs"/>
              </a:defRPr>
            </a:lvl6pPr>
            <a:lvl7pPr marL="2200000" indent="-228600" algn="l" defTabSz="457200" rtl="0" eaLnBrk="1" latinLnBrk="0" hangingPunct="1">
              <a:spcBef>
                <a:spcPct val="20000"/>
              </a:spcBef>
              <a:spcAft>
                <a:spcPts val="600"/>
              </a:spcAft>
              <a:buClr>
                <a:schemeClr val="accent2"/>
              </a:buClr>
              <a:buSzPct val="92000"/>
              <a:buFont typeface="Wingdings 2" panose="05020102010507070707" pitchFamily="18" charset="2"/>
              <a:buChar char=""/>
              <a:defRPr sz="1200" kern="1200">
                <a:solidFill>
                  <a:schemeClr val="tx2"/>
                </a:solidFill>
                <a:latin typeface="+mn-lt"/>
                <a:ea typeface="+mn-ea"/>
                <a:cs typeface="+mn-cs"/>
              </a:defRPr>
            </a:lvl7pPr>
            <a:lvl8pPr marL="2500000" indent="-228600" algn="l" defTabSz="457200" rtl="0" eaLnBrk="1" latinLnBrk="0" hangingPunct="1">
              <a:spcBef>
                <a:spcPct val="20000"/>
              </a:spcBef>
              <a:spcAft>
                <a:spcPts val="600"/>
              </a:spcAft>
              <a:buClr>
                <a:schemeClr val="accent2"/>
              </a:buClr>
              <a:buSzPct val="92000"/>
              <a:buFont typeface="Wingdings 2" panose="05020102010507070707" pitchFamily="18" charset="2"/>
              <a:buChar char=""/>
              <a:defRPr sz="1200" kern="1200">
                <a:solidFill>
                  <a:schemeClr val="tx2"/>
                </a:solidFill>
                <a:latin typeface="+mn-lt"/>
                <a:ea typeface="+mn-ea"/>
                <a:cs typeface="+mn-cs"/>
              </a:defRPr>
            </a:lvl8pPr>
            <a:lvl9pPr marL="2800000" indent="-228600" algn="l" defTabSz="457200" rtl="0" eaLnBrk="1" latinLnBrk="0" hangingPunct="1">
              <a:spcBef>
                <a:spcPct val="20000"/>
              </a:spcBef>
              <a:spcAft>
                <a:spcPts val="600"/>
              </a:spcAft>
              <a:buClr>
                <a:schemeClr val="accent2"/>
              </a:buClr>
              <a:buSzPct val="92000"/>
              <a:buFont typeface="Wingdings 2" panose="05020102010507070707" pitchFamily="18" charset="2"/>
              <a:buChar char=""/>
              <a:defRPr sz="1200" kern="1200">
                <a:solidFill>
                  <a:schemeClr val="tx2"/>
                </a:solidFill>
                <a:latin typeface="+mn-lt"/>
                <a:ea typeface="+mn-ea"/>
                <a:cs typeface="+mn-cs"/>
              </a:defRPr>
            </a:lvl9pPr>
          </a:lstStyle>
          <a:p>
            <a:pPr marL="229500" marR="0" lvl="0" indent="-229500" algn="l" defTabSz="342900" rtl="0" eaLnBrk="1" fontAlgn="auto" latinLnBrk="0" hangingPunct="1">
              <a:lnSpc>
                <a:spcPct val="100000"/>
              </a:lnSpc>
              <a:spcBef>
                <a:spcPct val="20000"/>
              </a:spcBef>
              <a:spcAft>
                <a:spcPts val="450"/>
              </a:spcAft>
              <a:buClr>
                <a:srgbClr val="903163"/>
              </a:buClr>
              <a:buSzPct val="92000"/>
              <a:buFont typeface="Wingdings 2" panose="05020102010507070707" pitchFamily="18" charset="2"/>
              <a:buChar char=""/>
              <a:tabLst/>
              <a:defRPr/>
            </a:pPr>
            <a:r>
              <a:rPr kumimoji="0" lang="zh-CN" altLang="en-US" sz="2100" b="0" i="0" u="none" strike="noStrike" kern="1200" cap="none" spc="0" normalizeH="0" baseline="0" noProof="0" dirty="0">
                <a:ln>
                  <a:noFill/>
                </a:ln>
                <a:solidFill>
                  <a:srgbClr val="3D3D3D"/>
                </a:solidFill>
                <a:effectLst/>
                <a:uLnTx/>
                <a:uFillTx/>
                <a:latin typeface="Gill Sans MT" panose="020B0502020104020203"/>
                <a:ea typeface="华文中宋" panose="02010600040101010101" pitchFamily="2" charset="-122"/>
                <a:cs typeface="+mn-cs"/>
              </a:rPr>
              <a:t>方案：</a:t>
            </a:r>
            <a:endParaRPr kumimoji="0" lang="en-US" altLang="zh-CN" sz="2100" b="0" i="0" u="none" strike="noStrike" kern="1200" cap="none" spc="0" normalizeH="0" baseline="0" noProof="0" dirty="0">
              <a:ln>
                <a:noFill/>
              </a:ln>
              <a:solidFill>
                <a:srgbClr val="3D3D3D"/>
              </a:solidFill>
              <a:effectLst/>
              <a:uLnTx/>
              <a:uFillTx/>
              <a:latin typeface="Gill Sans MT" panose="020B0502020104020203"/>
              <a:ea typeface="华文中宋" panose="02010600040101010101" pitchFamily="2" charset="-122"/>
              <a:cs typeface="+mn-cs"/>
            </a:endParaRPr>
          </a:p>
          <a:p>
            <a:pPr marL="0" marR="0" lvl="0" indent="0" algn="l" defTabSz="342900" rtl="0" eaLnBrk="1" fontAlgn="auto" latinLnBrk="0" hangingPunct="1">
              <a:lnSpc>
                <a:spcPct val="100000"/>
              </a:lnSpc>
              <a:spcBef>
                <a:spcPts val="0"/>
              </a:spcBef>
              <a:spcAft>
                <a:spcPts val="450"/>
              </a:spcAft>
              <a:buClr>
                <a:srgbClr val="903163"/>
              </a:buClr>
              <a:buSzPct val="92000"/>
              <a:buFont typeface="Wingdings 2" panose="05020102010507070707" pitchFamily="18" charset="2"/>
              <a:buNone/>
              <a:tabLst/>
              <a:defRPr/>
            </a:pPr>
            <a:r>
              <a:rPr kumimoji="0" lang="zh-CN" altLang="en-US" sz="2100" b="0" i="0" u="none" strike="noStrike" kern="1200" cap="none" spc="0" normalizeH="0" baseline="0" noProof="0" dirty="0">
                <a:ln>
                  <a:noFill/>
                </a:ln>
                <a:solidFill>
                  <a:srgbClr val="3D3D3D"/>
                </a:solidFill>
                <a:effectLst/>
                <a:uLnTx/>
                <a:uFillTx/>
                <a:latin typeface="Gill Sans MT" panose="020B0502020104020203"/>
                <a:ea typeface="华文中宋" panose="02010600040101010101" pitchFamily="2" charset="-122"/>
                <a:cs typeface="+mn-cs"/>
              </a:rPr>
              <a:t>      典型的图的“</a:t>
            </a:r>
            <a:r>
              <a:rPr kumimoji="0" lang="zh-CN" altLang="en-US" sz="2100" b="1" i="0" u="none" strike="noStrike" kern="1200" cap="none" spc="0" normalizeH="0" baseline="0" noProof="0" dirty="0">
                <a:ln>
                  <a:noFill/>
                </a:ln>
                <a:solidFill>
                  <a:srgbClr val="941100"/>
                </a:solidFill>
                <a:effectLst/>
                <a:uLnTx/>
                <a:uFillTx/>
                <a:latin typeface="Gill Sans MT" panose="020B0502020104020203"/>
                <a:ea typeface="华文中宋" panose="02010600040101010101" pitchFamily="2" charset="-122"/>
                <a:cs typeface="+mn-cs"/>
              </a:rPr>
              <a:t>最短路径问题</a:t>
            </a:r>
            <a:r>
              <a:rPr kumimoji="0" lang="zh-CN" altLang="en-US" sz="2100" b="0" i="0" u="none" strike="noStrike" kern="1200" cap="none" spc="0" normalizeH="0" baseline="0" noProof="0" dirty="0">
                <a:ln>
                  <a:noFill/>
                </a:ln>
                <a:solidFill>
                  <a:srgbClr val="3D3D3D"/>
                </a:solidFill>
                <a:effectLst/>
                <a:uLnTx/>
                <a:uFillTx/>
                <a:latin typeface="Gill Sans MT" panose="020B0502020104020203"/>
                <a:ea typeface="华文中宋" panose="02010600040101010101" pitchFamily="2" charset="-122"/>
                <a:cs typeface="+mn-cs"/>
              </a:rPr>
              <a:t>”，图的顶点就是机场，两个顶点之间的边对应两个机场之间的距离。</a:t>
            </a:r>
            <a:endParaRPr kumimoji="0" lang="en-US" altLang="zh-CN" sz="2100" b="0" i="0" u="none" strike="noStrike" kern="1200" cap="none" spc="0" normalizeH="0" baseline="0" noProof="0" dirty="0">
              <a:ln>
                <a:noFill/>
              </a:ln>
              <a:solidFill>
                <a:srgbClr val="3D3D3D"/>
              </a:solidFill>
              <a:effectLst/>
              <a:uLnTx/>
              <a:uFillTx/>
              <a:latin typeface="Gill Sans MT" panose="020B0502020104020203"/>
              <a:ea typeface="华文中宋" panose="02010600040101010101" pitchFamily="2" charset="-122"/>
              <a:cs typeface="+mn-cs"/>
            </a:endParaRPr>
          </a:p>
          <a:p>
            <a:pPr marL="0" marR="0" lvl="0" indent="0" algn="l" defTabSz="342900" rtl="0" eaLnBrk="1" fontAlgn="auto" latinLnBrk="0" hangingPunct="1">
              <a:lnSpc>
                <a:spcPct val="100000"/>
              </a:lnSpc>
              <a:spcBef>
                <a:spcPts val="0"/>
              </a:spcBef>
              <a:spcAft>
                <a:spcPts val="450"/>
              </a:spcAft>
              <a:buClr>
                <a:srgbClr val="903163"/>
              </a:buClr>
              <a:buSzPct val="92000"/>
              <a:buFont typeface="Wingdings 2" panose="05020102010507070707" pitchFamily="18" charset="2"/>
              <a:buNone/>
              <a:tabLst/>
              <a:defRPr/>
            </a:pPr>
            <a:r>
              <a:rPr kumimoji="0" lang="zh-CN" altLang="en-US" sz="2100" b="0" i="0" u="none" strike="noStrike" kern="1200" cap="none" spc="0" normalizeH="0" baseline="0" noProof="0" dirty="0">
                <a:ln>
                  <a:noFill/>
                </a:ln>
                <a:solidFill>
                  <a:srgbClr val="3D3D3D"/>
                </a:solidFill>
                <a:effectLst/>
                <a:uLnTx/>
                <a:uFillTx/>
                <a:latin typeface="Gill Sans MT" panose="020B0502020104020203"/>
                <a:ea typeface="华文中宋" panose="02010600040101010101" pitchFamily="2" charset="-122"/>
                <a:cs typeface="+mn-cs"/>
              </a:rPr>
              <a:t>      可以用</a:t>
            </a:r>
            <a:r>
              <a:rPr kumimoji="0" lang="en" altLang="zh-CN" sz="2100" b="1" i="0" u="none" strike="noStrike" kern="1200" cap="none" spc="0" normalizeH="0" baseline="0" noProof="0" dirty="0">
                <a:ln>
                  <a:noFill/>
                </a:ln>
                <a:solidFill>
                  <a:srgbClr val="941100"/>
                </a:solidFill>
                <a:effectLst/>
                <a:uLnTx/>
                <a:uFillTx/>
                <a:latin typeface="Gill Sans MT" panose="020B0502020104020203"/>
                <a:ea typeface="华文中宋" panose="02010600040101010101" pitchFamily="2" charset="-122"/>
                <a:cs typeface="+mn-cs"/>
              </a:rPr>
              <a:t>Dijkstra </a:t>
            </a:r>
            <a:r>
              <a:rPr kumimoji="0" lang="zh-CN" altLang="en-US" sz="2100" b="1" i="0" u="none" strike="noStrike" kern="1200" cap="none" spc="0" normalizeH="0" baseline="0" noProof="0" dirty="0">
                <a:ln>
                  <a:noFill/>
                </a:ln>
                <a:solidFill>
                  <a:srgbClr val="941100"/>
                </a:solidFill>
                <a:effectLst/>
                <a:uLnTx/>
                <a:uFillTx/>
                <a:latin typeface="Gill Sans MT" panose="020B0502020104020203"/>
                <a:ea typeface="华文中宋" panose="02010600040101010101" pitchFamily="2" charset="-122"/>
                <a:cs typeface="+mn-cs"/>
              </a:rPr>
              <a:t>算法</a:t>
            </a:r>
            <a:r>
              <a:rPr kumimoji="0" lang="zh-CN" altLang="en-US" sz="2100" b="0" i="0" u="none" strike="noStrike" kern="1200" cap="none" spc="0" normalizeH="0" baseline="0" noProof="0" dirty="0">
                <a:ln>
                  <a:noFill/>
                </a:ln>
                <a:solidFill>
                  <a:srgbClr val="3D3D3D"/>
                </a:solidFill>
                <a:effectLst/>
                <a:uLnTx/>
                <a:uFillTx/>
                <a:latin typeface="Gill Sans MT" panose="020B0502020104020203"/>
                <a:ea typeface="华文中宋" panose="02010600040101010101" pitchFamily="2" charset="-122"/>
                <a:cs typeface="+mn-cs"/>
              </a:rPr>
              <a:t>或者</a:t>
            </a:r>
            <a:r>
              <a:rPr kumimoji="0" lang="zh-CN" altLang="en-US" sz="2100" b="1" i="0" u="none" strike="noStrike" kern="1200" cap="none" spc="0" normalizeH="0" baseline="0" noProof="0" dirty="0">
                <a:ln>
                  <a:noFill/>
                </a:ln>
                <a:solidFill>
                  <a:srgbClr val="941100"/>
                </a:solidFill>
                <a:effectLst/>
                <a:uLnTx/>
                <a:uFillTx/>
                <a:latin typeface="Gill Sans MT" panose="020B0502020104020203"/>
                <a:ea typeface="华文中宋" panose="02010600040101010101" pitchFamily="2" charset="-122"/>
                <a:cs typeface="+mn-cs"/>
              </a:rPr>
              <a:t>动态规划算法</a:t>
            </a:r>
            <a:r>
              <a:rPr kumimoji="0" lang="zh-CN" altLang="en-US" sz="2100" b="0" i="0" u="none" strike="noStrike" kern="1200" cap="none" spc="0" normalizeH="0" baseline="0" noProof="0" dirty="0">
                <a:ln>
                  <a:noFill/>
                </a:ln>
                <a:solidFill>
                  <a:srgbClr val="3D3D3D"/>
                </a:solidFill>
                <a:effectLst/>
                <a:uLnTx/>
                <a:uFillTx/>
                <a:latin typeface="Gill Sans MT" panose="020B0502020104020203"/>
                <a:ea typeface="华文中宋" panose="02010600040101010101" pitchFamily="2" charset="-122"/>
                <a:cs typeface="+mn-cs"/>
              </a:rPr>
              <a:t>来求解，算法复杂度为 </a:t>
            </a:r>
            <a:r>
              <a:rPr kumimoji="0" lang="en" altLang="zh-CN" sz="2100" b="0" i="0" u="none" strike="noStrike" kern="1200" cap="none" spc="0" normalizeH="0" baseline="0" noProof="0" dirty="0">
                <a:ln>
                  <a:noFill/>
                </a:ln>
                <a:solidFill>
                  <a:srgbClr val="3D3D3D"/>
                </a:solidFill>
                <a:effectLst/>
                <a:uLnTx/>
                <a:uFillTx/>
                <a:latin typeface="Gill Sans MT" panose="020B0502020104020203"/>
                <a:ea typeface="华文中宋" panose="02010600040101010101" pitchFamily="2" charset="-122"/>
                <a:cs typeface="+mn-cs"/>
              </a:rPr>
              <a:t>O(n3)</a:t>
            </a:r>
            <a:r>
              <a:rPr kumimoji="0" lang="zh-CN" altLang="en" sz="2100" b="0" i="0" u="none" strike="noStrike" kern="1200" cap="none" spc="0" normalizeH="0" baseline="0" noProof="0" dirty="0">
                <a:ln>
                  <a:noFill/>
                </a:ln>
                <a:solidFill>
                  <a:srgbClr val="3D3D3D"/>
                </a:solidFill>
                <a:effectLst/>
                <a:uLnTx/>
                <a:uFillTx/>
                <a:latin typeface="Gill Sans MT" panose="020B0502020104020203"/>
                <a:ea typeface="华文中宋" panose="02010600040101010101" pitchFamily="2" charset="-122"/>
                <a:cs typeface="+mn-cs"/>
              </a:rPr>
              <a:t>，</a:t>
            </a:r>
            <a:r>
              <a:rPr kumimoji="0" lang="zh-CN" altLang="en-US" sz="2100" b="0" i="0" u="none" strike="noStrike" kern="1200" cap="none" spc="0" normalizeH="0" baseline="0" noProof="0" dirty="0">
                <a:ln>
                  <a:noFill/>
                </a:ln>
                <a:solidFill>
                  <a:srgbClr val="3D3D3D"/>
                </a:solidFill>
                <a:effectLst/>
                <a:uLnTx/>
                <a:uFillTx/>
                <a:latin typeface="Gill Sans MT" panose="020B0502020104020203"/>
                <a:ea typeface="华文中宋" panose="02010600040101010101" pitchFamily="2" charset="-122"/>
                <a:cs typeface="+mn-cs"/>
              </a:rPr>
              <a:t>其中 </a:t>
            </a:r>
            <a:r>
              <a:rPr kumimoji="0" lang="en" altLang="zh-CN" sz="2100" b="0" i="0" u="none" strike="noStrike" kern="1200" cap="none" spc="0" normalizeH="0" baseline="0" noProof="0" dirty="0">
                <a:ln>
                  <a:noFill/>
                </a:ln>
                <a:solidFill>
                  <a:srgbClr val="3D3D3D"/>
                </a:solidFill>
                <a:effectLst/>
                <a:uLnTx/>
                <a:uFillTx/>
                <a:latin typeface="Gill Sans MT" panose="020B0502020104020203"/>
                <a:ea typeface="华文中宋" panose="02010600040101010101" pitchFamily="2" charset="-122"/>
                <a:cs typeface="+mn-cs"/>
              </a:rPr>
              <a:t>n </a:t>
            </a:r>
            <a:r>
              <a:rPr kumimoji="0" lang="zh-CN" altLang="en-US" sz="2100" b="0" i="0" u="none" strike="noStrike" kern="1200" cap="none" spc="0" normalizeH="0" baseline="0" noProof="0" dirty="0">
                <a:ln>
                  <a:noFill/>
                </a:ln>
                <a:solidFill>
                  <a:srgbClr val="3D3D3D"/>
                </a:solidFill>
                <a:effectLst/>
                <a:uLnTx/>
                <a:uFillTx/>
                <a:latin typeface="Gill Sans MT" panose="020B0502020104020203"/>
                <a:ea typeface="华文中宋" panose="02010600040101010101" pitchFamily="2" charset="-122"/>
                <a:cs typeface="+mn-cs"/>
              </a:rPr>
              <a:t>为图的顶点数。</a:t>
            </a:r>
            <a:endParaRPr kumimoji="1" lang="zh-CN" altLang="en-US" sz="2100" b="0" i="0" u="none" strike="noStrike" kern="1200" cap="none" spc="0" normalizeH="0" baseline="0" noProof="0" dirty="0">
              <a:ln>
                <a:noFill/>
              </a:ln>
              <a:solidFill>
                <a:srgbClr val="3D3D3D"/>
              </a:solidFill>
              <a:effectLst/>
              <a:uLnTx/>
              <a:uFillTx/>
              <a:latin typeface="Gill Sans MT" panose="020B0502020104020203"/>
              <a:ea typeface="华文中宋" panose="02010600040101010101" pitchFamily="2" charset="-122"/>
              <a:cs typeface="+mn-cs"/>
            </a:endParaRPr>
          </a:p>
        </p:txBody>
      </p:sp>
      <p:sp>
        <p:nvSpPr>
          <p:cNvPr id="8" name="矩形 7">
            <a:extLst>
              <a:ext uri="{FF2B5EF4-FFF2-40B4-BE49-F238E27FC236}">
                <a16:creationId xmlns:a16="http://schemas.microsoft.com/office/drawing/2014/main" id="{ADFACFA9-7EAE-72D4-6118-C42765676690}"/>
              </a:ext>
            </a:extLst>
          </p:cNvPr>
          <p:cNvSpPr/>
          <p:nvPr/>
        </p:nvSpPr>
        <p:spPr>
          <a:xfrm>
            <a:off x="7459663" y="3186113"/>
            <a:ext cx="657225" cy="693737"/>
          </a:xfrm>
          <a:prstGeom prst="rect">
            <a:avLst/>
          </a:prstGeom>
          <a:noFill/>
        </p:spPr>
        <p:txBody>
          <a:bodyPr wrap="none" lIns="68580" tIns="34290" rIns="68580" bIns="34290">
            <a:spAutoFit/>
          </a:bodyPr>
          <a:lstStyle/>
          <a:p>
            <a:pPr marL="0" marR="0" lvl="0" indent="0" algn="ctr" defTabSz="342900" rtl="0" eaLnBrk="1" fontAlgn="auto" latinLnBrk="0" hangingPunct="1">
              <a:lnSpc>
                <a:spcPct val="100000"/>
              </a:lnSpc>
              <a:spcBef>
                <a:spcPts val="0"/>
              </a:spcBef>
              <a:spcAft>
                <a:spcPts val="0"/>
              </a:spcAft>
              <a:buClrTx/>
              <a:buSzTx/>
              <a:buFontTx/>
              <a:buNone/>
              <a:tabLst/>
              <a:defRPr/>
            </a:pPr>
            <a:r>
              <a:rPr kumimoji="0" lang="zh-CN" altLang="en-US" sz="4050" b="0" i="0" u="none" strike="noStrike" kern="1200" cap="none" spc="0" normalizeH="0" baseline="0" noProof="0" dirty="0">
                <a:ln w="0"/>
                <a:solidFill>
                  <a:srgbClr val="4D1434"/>
                </a:solidFill>
                <a:effectLst>
                  <a:outerShdw blurRad="38100" dist="25400" dir="5400000" algn="ctr" rotWithShape="0">
                    <a:srgbClr val="6E747A">
                      <a:alpha val="43000"/>
                    </a:srgbClr>
                  </a:outerShdw>
                </a:effectLst>
                <a:uLnTx/>
                <a:uFillTx/>
                <a:latin typeface="Gill Sans MT" panose="020B0502020104020203"/>
                <a:ea typeface="华文中宋" panose="02010600040101010101" pitchFamily="2" charset="-122"/>
                <a:cs typeface="+mn-cs"/>
              </a:rPr>
              <a:t>？</a:t>
            </a:r>
          </a:p>
        </p:txBody>
      </p:sp>
    </p:spTree>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9"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dissolve">
                                      <p:cBhvr>
                                        <p:cTn id="7" dur="1000"/>
                                        <p:tgtEl>
                                          <p:spTgt spid="3">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3">
                                            <p:txEl>
                                              <p:pRg st="1" end="1"/>
                                            </p:txEl>
                                          </p:spTgt>
                                        </p:tgtEl>
                                        <p:attrNameLst>
                                          <p:attrName>style.visibility</p:attrName>
                                        </p:attrNameLst>
                                      </p:cBhvr>
                                      <p:to>
                                        <p:strVal val="visible"/>
                                      </p:to>
                                    </p:set>
                                    <p:animEffect transition="in" filter="dissolve">
                                      <p:cBhvr>
                                        <p:cTn id="10" dur="1000"/>
                                        <p:tgtEl>
                                          <p:spTgt spid="3">
                                            <p:txEl>
                                              <p:pRg st="1" end="1"/>
                                            </p:txEl>
                                          </p:spTgt>
                                        </p:tgtEl>
                                      </p:cBhvr>
                                    </p:animEffect>
                                  </p:childTnLst>
                                </p:cTn>
                              </p:par>
                            </p:childTnLst>
                          </p:cTn>
                        </p:par>
                      </p:childTnLst>
                    </p:cTn>
                  </p:par>
                  <p:par>
                    <p:cTn id="11" fill="hold" nodeType="clickPar">
                      <p:stCondLst>
                        <p:cond delay="indefinite"/>
                      </p:stCondLst>
                      <p:childTnLst>
                        <p:par>
                          <p:cTn id="12" fill="hold" nodeType="withGroup">
                            <p:stCondLst>
                              <p:cond delay="0"/>
                            </p:stCondLst>
                            <p:childTnLst>
                              <p:par>
                                <p:cTn id="13" presetID="9" presetClass="entr" presetSubtype="0" fill="hold" nodeType="clickEffect">
                                  <p:stCondLst>
                                    <p:cond delay="0"/>
                                  </p:stCondLst>
                                  <p:childTnLst>
                                    <p:set>
                                      <p:cBhvr>
                                        <p:cTn id="14" dur="1" fill="hold">
                                          <p:stCondLst>
                                            <p:cond delay="0"/>
                                          </p:stCondLst>
                                        </p:cTn>
                                        <p:tgtEl>
                                          <p:spTgt spid="7">
                                            <p:txEl>
                                              <p:pRg st="0" end="0"/>
                                            </p:txEl>
                                          </p:spTgt>
                                        </p:tgtEl>
                                        <p:attrNameLst>
                                          <p:attrName>style.visibility</p:attrName>
                                        </p:attrNameLst>
                                      </p:cBhvr>
                                      <p:to>
                                        <p:strVal val="visible"/>
                                      </p:to>
                                    </p:set>
                                    <p:animEffect transition="in" filter="dissolve">
                                      <p:cBhvr>
                                        <p:cTn id="15" dur="1000"/>
                                        <p:tgtEl>
                                          <p:spTgt spid="7">
                                            <p:txEl>
                                              <p:pRg st="0" end="0"/>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7">
                                            <p:txEl>
                                              <p:pRg st="1" end="1"/>
                                            </p:txEl>
                                          </p:spTgt>
                                        </p:tgtEl>
                                        <p:attrNameLst>
                                          <p:attrName>style.visibility</p:attrName>
                                        </p:attrNameLst>
                                      </p:cBhvr>
                                      <p:to>
                                        <p:strVal val="visible"/>
                                      </p:to>
                                    </p:set>
                                    <p:animEffect transition="in" filter="dissolve">
                                      <p:cBhvr>
                                        <p:cTn id="18" dur="1000"/>
                                        <p:tgtEl>
                                          <p:spTgt spid="7">
                                            <p:txEl>
                                              <p:pRg st="1" end="1"/>
                                            </p:txEl>
                                          </p:spTgt>
                                        </p:tgtEl>
                                      </p:cBhvr>
                                    </p:animEffect>
                                  </p:childTnLst>
                                </p:cTn>
                              </p:par>
                            </p:childTnLst>
                          </p:cTn>
                        </p:par>
                      </p:childTnLst>
                    </p:cTn>
                  </p:par>
                  <p:par>
                    <p:cTn id="19" fill="hold" nodeType="clickPar">
                      <p:stCondLst>
                        <p:cond delay="indefinite"/>
                      </p:stCondLst>
                      <p:childTnLst>
                        <p:par>
                          <p:cTn id="20" fill="hold" nodeType="withGroup">
                            <p:stCondLst>
                              <p:cond delay="0"/>
                            </p:stCondLst>
                            <p:childTnLst>
                              <p:par>
                                <p:cTn id="21" presetID="9" presetClass="entr" presetSubtype="0" fill="hold" nodeType="clickEffect">
                                  <p:stCondLst>
                                    <p:cond delay="0"/>
                                  </p:stCondLst>
                                  <p:childTnLst>
                                    <p:set>
                                      <p:cBhvr>
                                        <p:cTn id="22" dur="1" fill="hold">
                                          <p:stCondLst>
                                            <p:cond delay="0"/>
                                          </p:stCondLst>
                                        </p:cTn>
                                        <p:tgtEl>
                                          <p:spTgt spid="7">
                                            <p:txEl>
                                              <p:pRg st="2" end="2"/>
                                            </p:txEl>
                                          </p:spTgt>
                                        </p:tgtEl>
                                        <p:attrNameLst>
                                          <p:attrName>style.visibility</p:attrName>
                                        </p:attrNameLst>
                                      </p:cBhvr>
                                      <p:to>
                                        <p:strVal val="visible"/>
                                      </p:to>
                                    </p:set>
                                    <p:animEffect transition="in" filter="dissolve">
                                      <p:cBhvr>
                                        <p:cTn id="23" dur="1000"/>
                                        <p:tgtEl>
                                          <p:spTgt spid="7">
                                            <p:txEl>
                                              <p:pRg st="2" end="2"/>
                                            </p:txEl>
                                          </p:spTgt>
                                        </p:tgtEl>
                                      </p:cBhvr>
                                    </p:animEffect>
                                  </p:childTnLst>
                                </p:cTn>
                              </p:par>
                            </p:childTnLst>
                          </p:cTn>
                        </p:par>
                      </p:childTnLst>
                    </p:cTn>
                  </p:par>
                  <p:par>
                    <p:cTn id="24" fill="hold" nodeType="clickPar">
                      <p:stCondLst>
                        <p:cond delay="indefinite"/>
                      </p:stCondLst>
                      <p:childTnLst>
                        <p:par>
                          <p:cTn id="25" fill="hold" nodeType="withGroup">
                            <p:stCondLst>
                              <p:cond delay="0"/>
                            </p:stCondLst>
                            <p:childTnLst>
                              <p:par>
                                <p:cTn id="26" presetID="9" presetClass="entr" presetSubtype="0" fill="hold" nodeType="clickEffect">
                                  <p:stCondLst>
                                    <p:cond delay="0"/>
                                  </p:stCondLst>
                                  <p:childTnLst>
                                    <p:set>
                                      <p:cBhvr>
                                        <p:cTn id="27" dur="1" fill="hold">
                                          <p:stCondLst>
                                            <p:cond delay="0"/>
                                          </p:stCondLst>
                                        </p:cTn>
                                        <p:tgtEl>
                                          <p:spTgt spid="8"/>
                                        </p:tgtEl>
                                        <p:attrNameLst>
                                          <p:attrName>style.visibility</p:attrName>
                                        </p:attrNameLst>
                                      </p:cBhvr>
                                      <p:to>
                                        <p:strVal val="visible"/>
                                      </p:to>
                                    </p:set>
                                    <p:animEffect transition="in" filter="dissolve">
                                      <p:cBhvr>
                                        <p:cTn id="28" dur="10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uiExpand="1" build="p"/>
      <p:bldP spid="8" grpId="0"/>
    </p:bldLst>
  </p:timing>
</p:sld>
</file>

<file path=ppt/slides/slide2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内容占位符 2">
            <a:extLst>
              <a:ext uri="{FF2B5EF4-FFF2-40B4-BE49-F238E27FC236}">
                <a16:creationId xmlns:a16="http://schemas.microsoft.com/office/drawing/2014/main" id="{6B2AA9FF-EAF2-53AE-7171-8A88CFF3E636}"/>
              </a:ext>
            </a:extLst>
          </p:cNvPr>
          <p:cNvSpPr>
            <a:spLocks noGrp="1"/>
          </p:cNvSpPr>
          <p:nvPr>
            <p:ph idx="1"/>
          </p:nvPr>
        </p:nvSpPr>
        <p:spPr>
          <a:xfrm>
            <a:off x="436563" y="2357438"/>
            <a:ext cx="8396287" cy="2422525"/>
          </a:xfrm>
        </p:spPr>
        <p:txBody>
          <a:bodyPr rtlCol="0">
            <a:noAutofit/>
          </a:bodyPr>
          <a:lstStyle/>
          <a:p>
            <a:pPr marL="229500" indent="-229500" eaLnBrk="1" fontAlgn="auto" hangingPunct="1">
              <a:buFont typeface="Wingdings 2" panose="05020102010507070707" pitchFamily="18" charset="2"/>
              <a:buChar char=""/>
              <a:defRPr/>
            </a:pPr>
            <a:r>
              <a:rPr lang="zh-CN" altLang="en-US" sz="2100" dirty="0"/>
              <a:t>记录物理世界中人们旅行的选择，构建旅客、机场以及旅客航程关系的数据模型</a:t>
            </a:r>
            <a:endParaRPr lang="en-US" altLang="zh-CN" sz="2100" dirty="0"/>
          </a:p>
          <a:p>
            <a:pPr marL="0" indent="0" eaLnBrk="1" fontAlgn="auto" hangingPunct="1">
              <a:spcBef>
                <a:spcPts val="0"/>
              </a:spcBef>
              <a:spcAft>
                <a:spcPts val="900"/>
              </a:spcAft>
              <a:buFont typeface="Wingdings 2" panose="05020102010507070707" pitchFamily="18" charset="2"/>
              <a:buNone/>
              <a:defRPr/>
            </a:pPr>
            <a:r>
              <a:rPr lang="en-US" altLang="zh-CN" sz="2100" dirty="0"/>
              <a:t>——</a:t>
            </a:r>
            <a:r>
              <a:rPr lang="zh-CN" altLang="en-US" sz="2100" dirty="0"/>
              <a:t>形成</a:t>
            </a:r>
            <a:r>
              <a:rPr lang="zh-CN" altLang="en-US" sz="2100" b="1" dirty="0">
                <a:solidFill>
                  <a:srgbClr val="941100"/>
                </a:solidFill>
              </a:rPr>
              <a:t>旅行大数据</a:t>
            </a:r>
            <a:endParaRPr lang="en-US" altLang="zh-CN" sz="2100" b="1" dirty="0">
              <a:solidFill>
                <a:srgbClr val="941100"/>
              </a:solidFill>
            </a:endParaRPr>
          </a:p>
          <a:p>
            <a:pPr marL="229500" indent="-229500" eaLnBrk="1" fontAlgn="auto" hangingPunct="1">
              <a:spcAft>
                <a:spcPts val="900"/>
              </a:spcAft>
              <a:buFont typeface="Wingdings 2" panose="05020102010507070707" pitchFamily="18" charset="2"/>
              <a:buChar char=""/>
              <a:defRPr/>
            </a:pPr>
            <a:r>
              <a:rPr lang="zh-CN" altLang="en-US" sz="2100" dirty="0"/>
              <a:t>根据旅行大数据，先</a:t>
            </a:r>
            <a:r>
              <a:rPr lang="zh-CN" altLang="en-US" sz="2100" b="1" dirty="0">
                <a:solidFill>
                  <a:srgbClr val="941100"/>
                </a:solidFill>
              </a:rPr>
              <a:t>搜索</a:t>
            </a:r>
            <a:r>
              <a:rPr lang="zh-CN" altLang="en-US" sz="2100" dirty="0"/>
              <a:t>出全部的从起点到终点的旅行</a:t>
            </a:r>
            <a:r>
              <a:rPr lang="zh-CN" altLang="en-US" sz="2100" b="1" dirty="0">
                <a:solidFill>
                  <a:srgbClr val="941100"/>
                </a:solidFill>
              </a:rPr>
              <a:t>历史记录</a:t>
            </a:r>
            <a:endParaRPr lang="en-US" altLang="zh-CN" sz="2100" b="1" dirty="0">
              <a:solidFill>
                <a:srgbClr val="941100"/>
              </a:solidFill>
            </a:endParaRPr>
          </a:p>
          <a:p>
            <a:pPr marL="229500" indent="-229500" eaLnBrk="1" fontAlgn="auto" hangingPunct="1">
              <a:buFont typeface="Wingdings 2" panose="05020102010507070707" pitchFamily="18" charset="2"/>
              <a:buChar char=""/>
              <a:defRPr/>
            </a:pPr>
            <a:r>
              <a:rPr lang="zh-CN" altLang="en-US" sz="2100" dirty="0"/>
              <a:t>用简单的</a:t>
            </a:r>
            <a:r>
              <a:rPr lang="zh-CN" altLang="en-US" sz="2100" b="1" dirty="0">
                <a:solidFill>
                  <a:srgbClr val="941100"/>
                </a:solidFill>
              </a:rPr>
              <a:t>统计方法</a:t>
            </a:r>
            <a:r>
              <a:rPr lang="zh-CN" altLang="en-US" sz="2100" dirty="0"/>
              <a:t>，对最受欢迎的路线进行</a:t>
            </a:r>
            <a:r>
              <a:rPr lang="zh-CN" altLang="en-US" sz="2100" b="1" dirty="0">
                <a:solidFill>
                  <a:srgbClr val="941100"/>
                </a:solidFill>
              </a:rPr>
              <a:t>排序</a:t>
            </a:r>
          </a:p>
        </p:txBody>
      </p:sp>
      <p:cxnSp>
        <p:nvCxnSpPr>
          <p:cNvPr id="4" name="直线连接符 3">
            <a:extLst>
              <a:ext uri="{FF2B5EF4-FFF2-40B4-BE49-F238E27FC236}">
                <a16:creationId xmlns:a16="http://schemas.microsoft.com/office/drawing/2014/main" id="{C97A6CAD-8C43-3A8E-F058-474BB3AFA16D}"/>
              </a:ext>
            </a:extLst>
          </p:cNvPr>
          <p:cNvCxnSpPr/>
          <p:nvPr/>
        </p:nvCxnSpPr>
        <p:spPr>
          <a:xfrm>
            <a:off x="436563" y="5624513"/>
            <a:ext cx="4319587" cy="0"/>
          </a:xfrm>
          <a:prstGeom prst="line">
            <a:avLst/>
          </a:prstGeom>
        </p:spPr>
        <p:style>
          <a:lnRef idx="1">
            <a:schemeClr val="accent1"/>
          </a:lnRef>
          <a:fillRef idx="0">
            <a:schemeClr val="accent1"/>
          </a:fillRef>
          <a:effectRef idx="0">
            <a:schemeClr val="accent1"/>
          </a:effectRef>
          <a:fontRef idx="minor">
            <a:schemeClr val="tx1"/>
          </a:fontRef>
        </p:style>
      </p:cxnSp>
      <p:sp>
        <p:nvSpPr>
          <p:cNvPr id="5" name="矩形 4">
            <a:extLst>
              <a:ext uri="{FF2B5EF4-FFF2-40B4-BE49-F238E27FC236}">
                <a16:creationId xmlns:a16="http://schemas.microsoft.com/office/drawing/2014/main" id="{2187EF28-AC4E-94B2-C568-4FD2338566D8}"/>
              </a:ext>
            </a:extLst>
          </p:cNvPr>
          <p:cNvSpPr/>
          <p:nvPr/>
        </p:nvSpPr>
        <p:spPr>
          <a:xfrm>
            <a:off x="385763" y="5661025"/>
            <a:ext cx="7286625" cy="301625"/>
          </a:xfrm>
          <a:prstGeom prst="rect">
            <a:avLst/>
          </a:prstGeom>
        </p:spPr>
        <p:txBody>
          <a:bodyPr>
            <a:spAutoFit/>
          </a:bodyPr>
          <a:lstStyle/>
          <a:p>
            <a:pPr marL="0" marR="0" lvl="0" indent="0" algn="l" defTabSz="342900" rtl="0" eaLnBrk="1" fontAlgn="auto" latinLnBrk="0" hangingPunct="1">
              <a:lnSpc>
                <a:spcPct val="100000"/>
              </a:lnSpc>
              <a:spcBef>
                <a:spcPts val="0"/>
              </a:spcBef>
              <a:spcAft>
                <a:spcPts val="0"/>
              </a:spcAft>
              <a:buClrTx/>
              <a:buSzTx/>
              <a:buFontTx/>
              <a:buNone/>
              <a:tabLst/>
              <a:defRPr/>
            </a:pPr>
            <a:r>
              <a:rPr kumimoji="0" lang="zh-CN" altLang="en-US" sz="1350" b="0" i="0" u="none" strike="noStrike" kern="1200" cap="none" spc="0" normalizeH="0" baseline="0" noProof="0" dirty="0">
                <a:ln>
                  <a:noFill/>
                </a:ln>
                <a:solidFill>
                  <a:prstClr val="black">
                    <a:lumMod val="75000"/>
                    <a:lumOff val="25000"/>
                  </a:prstClr>
                </a:solidFill>
                <a:effectLst/>
                <a:uLnTx/>
                <a:uFillTx/>
                <a:latin typeface="Libian SC" panose="02010600040101010101" pitchFamily="2" charset="-122"/>
                <a:ea typeface="Libian SC" panose="02010600040101010101" pitchFamily="2" charset="-122"/>
                <a:cs typeface="+mn-cs"/>
              </a:rPr>
              <a:t>*杜小勇，数据思维应成为计算思维 不可或缺的组成部分，</a:t>
            </a:r>
            <a:r>
              <a:rPr kumimoji="0" lang="en-US" altLang="zh-CN" sz="1350" b="0" i="0" u="none" strike="noStrike" kern="1200" cap="none" spc="0" normalizeH="0" baseline="0" noProof="0" dirty="0">
                <a:ln>
                  <a:noFill/>
                </a:ln>
                <a:solidFill>
                  <a:prstClr val="black">
                    <a:lumMod val="75000"/>
                    <a:lumOff val="25000"/>
                  </a:prstClr>
                </a:solidFill>
                <a:effectLst/>
                <a:uLnTx/>
                <a:uFillTx/>
                <a:latin typeface="Libian SC" panose="02010600040101010101" pitchFamily="2" charset="-122"/>
                <a:ea typeface="Libian SC" panose="02010600040101010101" pitchFamily="2" charset="-122"/>
                <a:cs typeface="+mn-cs"/>
              </a:rPr>
              <a:t>CCCF</a:t>
            </a:r>
            <a:r>
              <a:rPr kumimoji="0" lang="zh-CN" altLang="en-US" sz="1350" b="0" i="0" u="none" strike="noStrike" kern="1200" cap="none" spc="0" normalizeH="0" baseline="0" noProof="0" dirty="0">
                <a:ln>
                  <a:noFill/>
                </a:ln>
                <a:solidFill>
                  <a:prstClr val="black">
                    <a:lumMod val="75000"/>
                    <a:lumOff val="25000"/>
                  </a:prstClr>
                </a:solidFill>
                <a:effectLst/>
                <a:uLnTx/>
                <a:uFillTx/>
                <a:latin typeface="Libian SC" panose="02010600040101010101" pitchFamily="2" charset="-122"/>
                <a:ea typeface="Libian SC" panose="02010600040101010101" pitchFamily="2" charset="-122"/>
                <a:cs typeface="+mn-cs"/>
              </a:rPr>
              <a:t>，</a:t>
            </a:r>
            <a:r>
              <a:rPr kumimoji="0" lang="en-US" altLang="zh-CN" sz="1350" b="0" i="0" u="none" strike="noStrike" kern="1200" cap="none" spc="0" normalizeH="0" baseline="0" noProof="0" dirty="0">
                <a:ln>
                  <a:noFill/>
                </a:ln>
                <a:solidFill>
                  <a:prstClr val="black">
                    <a:lumMod val="75000"/>
                    <a:lumOff val="25000"/>
                  </a:prstClr>
                </a:solidFill>
                <a:effectLst/>
                <a:uLnTx/>
                <a:uFillTx/>
                <a:latin typeface="Libian SC" panose="02010600040101010101" pitchFamily="2" charset="-122"/>
                <a:ea typeface="Libian SC" panose="02010600040101010101" pitchFamily="2" charset="-122"/>
                <a:cs typeface="+mn-cs"/>
              </a:rPr>
              <a:t>15(9)</a:t>
            </a:r>
            <a:r>
              <a:rPr kumimoji="0" lang="zh-CN" altLang="en-US" sz="1350" b="0" i="0" u="none" strike="noStrike" kern="1200" cap="none" spc="0" normalizeH="0" baseline="0" noProof="0" dirty="0">
                <a:ln>
                  <a:noFill/>
                </a:ln>
                <a:solidFill>
                  <a:prstClr val="black">
                    <a:lumMod val="75000"/>
                    <a:lumOff val="25000"/>
                  </a:prstClr>
                </a:solidFill>
                <a:effectLst/>
                <a:uLnTx/>
                <a:uFillTx/>
                <a:latin typeface="Libian SC" panose="02010600040101010101" pitchFamily="2" charset="-122"/>
                <a:ea typeface="Libian SC" panose="02010600040101010101" pitchFamily="2" charset="-122"/>
                <a:cs typeface="+mn-cs"/>
              </a:rPr>
              <a:t>，</a:t>
            </a:r>
            <a:r>
              <a:rPr kumimoji="0" lang="en-US" altLang="zh-CN" sz="1350" b="0" i="0" u="none" strike="noStrike" kern="1200" cap="none" spc="0" normalizeH="0" baseline="0" noProof="0" dirty="0">
                <a:ln>
                  <a:noFill/>
                </a:ln>
                <a:solidFill>
                  <a:prstClr val="black">
                    <a:lumMod val="75000"/>
                    <a:lumOff val="25000"/>
                  </a:prstClr>
                </a:solidFill>
                <a:effectLst/>
                <a:uLnTx/>
                <a:uFillTx/>
                <a:latin typeface="Libian SC" panose="02010600040101010101" pitchFamily="2" charset="-122"/>
                <a:ea typeface="Libian SC" panose="02010600040101010101" pitchFamily="2" charset="-122"/>
                <a:cs typeface="+mn-cs"/>
              </a:rPr>
              <a:t>pp.51-52</a:t>
            </a:r>
            <a:r>
              <a:rPr kumimoji="0" lang="zh-CN" altLang="en-US" sz="1350" b="0" i="0" u="none" strike="noStrike" kern="1200" cap="none" spc="0" normalizeH="0" baseline="0" noProof="0" dirty="0">
                <a:ln>
                  <a:noFill/>
                </a:ln>
                <a:solidFill>
                  <a:prstClr val="black">
                    <a:lumMod val="75000"/>
                    <a:lumOff val="25000"/>
                  </a:prstClr>
                </a:solidFill>
                <a:effectLst/>
                <a:uLnTx/>
                <a:uFillTx/>
                <a:latin typeface="Libian SC" panose="02010600040101010101" pitchFamily="2" charset="-122"/>
                <a:ea typeface="Libian SC" panose="02010600040101010101" pitchFamily="2" charset="-122"/>
                <a:cs typeface="+mn-cs"/>
              </a:rPr>
              <a:t>，</a:t>
            </a:r>
            <a:r>
              <a:rPr kumimoji="0" lang="en-US" altLang="zh-CN" sz="1350" b="0" i="0" u="none" strike="noStrike" kern="1200" cap="none" spc="0" normalizeH="0" baseline="0" noProof="0" dirty="0">
                <a:ln>
                  <a:noFill/>
                </a:ln>
                <a:solidFill>
                  <a:prstClr val="black">
                    <a:lumMod val="75000"/>
                    <a:lumOff val="25000"/>
                  </a:prstClr>
                </a:solidFill>
                <a:effectLst/>
                <a:uLnTx/>
                <a:uFillTx/>
                <a:latin typeface="Libian SC" panose="02010600040101010101" pitchFamily="2" charset="-122"/>
                <a:ea typeface="Libian SC" panose="02010600040101010101" pitchFamily="2" charset="-122"/>
                <a:cs typeface="+mn-cs"/>
              </a:rPr>
              <a:t>2019</a:t>
            </a:r>
            <a:endParaRPr kumimoji="0" lang="zh-CN" altLang="en-US" sz="1350" b="0" i="0" u="none" strike="noStrike" kern="1200" cap="none" spc="0" normalizeH="0" baseline="0" noProof="0" dirty="0">
              <a:ln>
                <a:noFill/>
              </a:ln>
              <a:solidFill>
                <a:prstClr val="black">
                  <a:lumMod val="75000"/>
                  <a:lumOff val="25000"/>
                </a:prstClr>
              </a:solidFill>
              <a:effectLst/>
              <a:uLnTx/>
              <a:uFillTx/>
              <a:latin typeface="Libian SC" panose="02010600040101010101" pitchFamily="2" charset="-122"/>
              <a:ea typeface="Libian SC" panose="02010600040101010101" pitchFamily="2" charset="-122"/>
              <a:cs typeface="+mn-cs"/>
            </a:endParaRPr>
          </a:p>
        </p:txBody>
      </p:sp>
      <p:sp>
        <p:nvSpPr>
          <p:cNvPr id="7" name="矩形 6">
            <a:extLst>
              <a:ext uri="{FF2B5EF4-FFF2-40B4-BE49-F238E27FC236}">
                <a16:creationId xmlns:a16="http://schemas.microsoft.com/office/drawing/2014/main" id="{78E33CAC-E670-1FEC-6940-1AFCADA67582}"/>
              </a:ext>
            </a:extLst>
          </p:cNvPr>
          <p:cNvSpPr/>
          <p:nvPr/>
        </p:nvSpPr>
        <p:spPr>
          <a:xfrm>
            <a:off x="6799263" y="996950"/>
            <a:ext cx="1677987" cy="531813"/>
          </a:xfrm>
          <a:prstGeom prst="rect">
            <a:avLst/>
          </a:prstGeom>
          <a:noFill/>
        </p:spPr>
        <p:txBody>
          <a:bodyPr wrap="none" lIns="68580" tIns="34290" rIns="68580" bIns="34290">
            <a:spAutoFit/>
          </a:bodyPr>
          <a:lstStyle/>
          <a:p>
            <a:pPr marL="0" marR="0" lvl="0" indent="0" algn="l" defTabSz="342900" rtl="0" eaLnBrk="1" fontAlgn="auto" latinLnBrk="0" hangingPunct="1">
              <a:lnSpc>
                <a:spcPct val="100000"/>
              </a:lnSpc>
              <a:spcBef>
                <a:spcPts val="0"/>
              </a:spcBef>
              <a:spcAft>
                <a:spcPts val="0"/>
              </a:spcAft>
              <a:buClrTx/>
              <a:buSzTx/>
              <a:buFontTx/>
              <a:buNone/>
              <a:tabLst/>
              <a:defRPr/>
            </a:pPr>
            <a:r>
              <a:rPr kumimoji="0" lang="zh-CN" altLang="en-US" sz="3000" b="0" i="0" u="none" strike="noStrike" kern="1200" cap="none" spc="0" normalizeH="0" baseline="0" noProof="0" dirty="0">
                <a:ln w="0"/>
                <a:solidFill>
                  <a:srgbClr val="EBEBEB"/>
                </a:solidFill>
                <a:effectLst>
                  <a:outerShdw blurRad="38100" dist="25400" dir="5400000" algn="ctr" rotWithShape="0">
                    <a:srgbClr val="6E747A">
                      <a:alpha val="43000"/>
                    </a:srgbClr>
                  </a:outerShdw>
                </a:effectLst>
                <a:uLnTx/>
                <a:uFillTx/>
                <a:latin typeface="Weibei SC" panose="03000800000000000000" pitchFamily="66" charset="-128"/>
                <a:ea typeface="Weibei SC" panose="03000800000000000000" pitchFamily="66" charset="-128"/>
                <a:cs typeface="+mn-cs"/>
              </a:rPr>
              <a:t>数据思维</a:t>
            </a:r>
          </a:p>
        </p:txBody>
      </p:sp>
      <p:sp>
        <p:nvSpPr>
          <p:cNvPr id="8" name="矩形 7">
            <a:extLst>
              <a:ext uri="{FF2B5EF4-FFF2-40B4-BE49-F238E27FC236}">
                <a16:creationId xmlns:a16="http://schemas.microsoft.com/office/drawing/2014/main" id="{CB6EA412-FA28-266D-FB88-28DEE253ED06}"/>
              </a:ext>
            </a:extLst>
          </p:cNvPr>
          <p:cNvSpPr/>
          <p:nvPr/>
        </p:nvSpPr>
        <p:spPr>
          <a:xfrm>
            <a:off x="3479800" y="4549775"/>
            <a:ext cx="5213350" cy="714375"/>
          </a:xfrm>
          <a:prstGeom prst="rect">
            <a:avLst/>
          </a:prstGeom>
          <a:noFill/>
        </p:spPr>
        <p:txBody>
          <a:bodyPr wrap="none" lIns="68580" tIns="34290" rIns="68580" bIns="34290">
            <a:spAutoFit/>
          </a:bodyPr>
          <a:lstStyle/>
          <a:p>
            <a:pPr marL="0" marR="0" lvl="0" indent="0" algn="ctr" defTabSz="342900" rtl="0" eaLnBrk="1" fontAlgn="auto" latinLnBrk="0" hangingPunct="1">
              <a:lnSpc>
                <a:spcPct val="100000"/>
              </a:lnSpc>
              <a:spcBef>
                <a:spcPts val="0"/>
              </a:spcBef>
              <a:spcAft>
                <a:spcPts val="0"/>
              </a:spcAft>
              <a:buClrTx/>
              <a:buSzTx/>
              <a:buFontTx/>
              <a:buNone/>
              <a:tabLst/>
              <a:defRPr/>
            </a:pPr>
            <a:endParaRPr kumimoji="0" lang="en-US" altLang="zh-CN" sz="2100" b="0" i="0" u="none" strike="noStrike" kern="1200" cap="none" spc="0" normalizeH="0" baseline="0" noProof="0" dirty="0">
              <a:ln w="0"/>
              <a:solidFill>
                <a:srgbClr val="4D1434"/>
              </a:solidFill>
              <a:effectLst>
                <a:outerShdw blurRad="38100" dist="25400" dir="5400000" algn="ctr" rotWithShape="0">
                  <a:srgbClr val="6E747A">
                    <a:alpha val="43000"/>
                  </a:srgbClr>
                </a:outerShdw>
              </a:effectLst>
              <a:uLnTx/>
              <a:uFillTx/>
              <a:latin typeface="Weibei SC" panose="03000800000000000000" pitchFamily="66" charset="-128"/>
              <a:ea typeface="Weibei SC" panose="03000800000000000000" pitchFamily="66" charset="-128"/>
              <a:cs typeface="+mn-cs"/>
            </a:endParaRPr>
          </a:p>
          <a:p>
            <a:pPr marL="0" marR="0" lvl="0" indent="0" algn="ctr" defTabSz="342900" rtl="0" eaLnBrk="1" fontAlgn="auto" latinLnBrk="0" hangingPunct="1">
              <a:lnSpc>
                <a:spcPct val="100000"/>
              </a:lnSpc>
              <a:spcBef>
                <a:spcPts val="0"/>
              </a:spcBef>
              <a:spcAft>
                <a:spcPts val="0"/>
              </a:spcAft>
              <a:buClrTx/>
              <a:buSzTx/>
              <a:buFontTx/>
              <a:buNone/>
              <a:tabLst/>
              <a:defRPr/>
            </a:pPr>
            <a:r>
              <a:rPr kumimoji="0" lang="zh-CN" altLang="en-US" sz="2100" b="0" i="0" u="none" strike="noStrike" kern="1200" cap="none" spc="0" normalizeH="0" baseline="0" noProof="0" dirty="0">
                <a:ln w="0"/>
                <a:solidFill>
                  <a:srgbClr val="4D1434"/>
                </a:solidFill>
                <a:effectLst>
                  <a:outerShdw blurRad="38100" dist="25400" dir="5400000" algn="ctr" rotWithShape="0">
                    <a:srgbClr val="6E747A">
                      <a:alpha val="43000"/>
                    </a:srgbClr>
                  </a:outerShdw>
                </a:effectLst>
                <a:uLnTx/>
                <a:uFillTx/>
                <a:latin typeface="Weibei SC" panose="03000800000000000000" pitchFamily="66" charset="-128"/>
                <a:ea typeface="Weibei SC" panose="03000800000000000000" pitchFamily="66" charset="-128"/>
                <a:cs typeface="+mn-cs"/>
              </a:rPr>
              <a:t>使用过去旅客的经验选择，形成“推荐结果”</a:t>
            </a:r>
          </a:p>
        </p:txBody>
      </p:sp>
      <p:sp>
        <p:nvSpPr>
          <p:cNvPr id="9" name="矩形 8">
            <a:extLst>
              <a:ext uri="{FF2B5EF4-FFF2-40B4-BE49-F238E27FC236}">
                <a16:creationId xmlns:a16="http://schemas.microsoft.com/office/drawing/2014/main" id="{0EB28925-EB18-FD23-2624-211561448497}"/>
              </a:ext>
            </a:extLst>
          </p:cNvPr>
          <p:cNvSpPr/>
          <p:nvPr/>
        </p:nvSpPr>
        <p:spPr>
          <a:xfrm>
            <a:off x="655638" y="4443413"/>
            <a:ext cx="7821612" cy="1039812"/>
          </a:xfrm>
          <a:prstGeom prst="rect">
            <a:avLst/>
          </a:prstGeom>
          <a:noFill/>
        </p:spPr>
        <p:txBody>
          <a:bodyPr wrap="none" lIns="68580" tIns="34290" rIns="68580" bIns="34290">
            <a:spAutoFit/>
          </a:bodyPr>
          <a:lstStyle/>
          <a:p>
            <a:pPr marL="0" marR="0" lvl="0" indent="0" algn="l" defTabSz="342900" rtl="0" eaLnBrk="1" fontAlgn="auto" latinLnBrk="0" hangingPunct="1">
              <a:lnSpc>
                <a:spcPct val="100000"/>
              </a:lnSpc>
              <a:spcBef>
                <a:spcPts val="0"/>
              </a:spcBef>
              <a:spcAft>
                <a:spcPts val="0"/>
              </a:spcAft>
              <a:buClrTx/>
              <a:buSzTx/>
              <a:buFontTx/>
              <a:buNone/>
              <a:tabLst/>
              <a:defRPr/>
            </a:pPr>
            <a:endParaRPr kumimoji="0" lang="en-US" altLang="zh-CN" sz="2100" b="0" i="0" u="none" strike="noStrike" kern="1200" cap="none" spc="0" normalizeH="0" baseline="0" noProof="0" dirty="0">
              <a:ln w="0"/>
              <a:solidFill>
                <a:srgbClr val="4D1434"/>
              </a:solidFill>
              <a:effectLst>
                <a:outerShdw blurRad="38100" dist="25400" dir="5400000" algn="ctr" rotWithShape="0">
                  <a:srgbClr val="6E747A">
                    <a:alpha val="43000"/>
                  </a:srgbClr>
                </a:outerShdw>
              </a:effectLst>
              <a:uLnTx/>
              <a:uFillTx/>
              <a:latin typeface="Weibei SC" panose="03000800000000000000" pitchFamily="66" charset="-128"/>
              <a:ea typeface="Weibei SC" panose="03000800000000000000" pitchFamily="66" charset="-128"/>
              <a:cs typeface="+mn-cs"/>
            </a:endParaRPr>
          </a:p>
          <a:p>
            <a:pPr marL="0" marR="0" lvl="0" indent="0" algn="l" defTabSz="342900" rtl="0" eaLnBrk="1" fontAlgn="auto" latinLnBrk="0" hangingPunct="1">
              <a:lnSpc>
                <a:spcPct val="100000"/>
              </a:lnSpc>
              <a:spcBef>
                <a:spcPts val="0"/>
              </a:spcBef>
              <a:spcAft>
                <a:spcPts val="0"/>
              </a:spcAft>
              <a:buClrTx/>
              <a:buSzTx/>
              <a:buFontTx/>
              <a:buNone/>
              <a:tabLst/>
              <a:defRPr/>
            </a:pPr>
            <a:r>
              <a:rPr kumimoji="0" lang="zh-CN" altLang="en-US" sz="2100" b="0" i="0" u="none" strike="noStrike" kern="1200" cap="none" spc="0" normalizeH="0" baseline="0" noProof="0" dirty="0">
                <a:ln w="0"/>
                <a:solidFill>
                  <a:srgbClr val="4D1434"/>
                </a:solidFill>
                <a:effectLst>
                  <a:outerShdw blurRad="38100" dist="25400" dir="5400000" algn="ctr" rotWithShape="0">
                    <a:srgbClr val="6E747A">
                      <a:alpha val="43000"/>
                    </a:srgbClr>
                  </a:outerShdw>
                </a:effectLst>
                <a:uLnTx/>
                <a:uFillTx/>
                <a:latin typeface="Weibei SC" panose="03000800000000000000" pitchFamily="66" charset="-128"/>
                <a:ea typeface="Weibei SC" panose="03000800000000000000" pitchFamily="66" charset="-128"/>
                <a:cs typeface="+mn-cs"/>
              </a:rPr>
              <a:t>优点</a:t>
            </a:r>
            <a:r>
              <a:rPr kumimoji="0" lang="en-US" altLang="zh-CN" sz="2100" b="0" i="0" u="none" strike="noStrike" kern="1200" cap="none" spc="0" normalizeH="0" baseline="0" noProof="0" dirty="0">
                <a:ln w="0"/>
                <a:solidFill>
                  <a:srgbClr val="4D1434"/>
                </a:solidFill>
                <a:effectLst>
                  <a:outerShdw blurRad="38100" dist="25400" dir="5400000" algn="ctr" rotWithShape="0">
                    <a:srgbClr val="6E747A">
                      <a:alpha val="43000"/>
                    </a:srgbClr>
                  </a:outerShdw>
                </a:effectLst>
                <a:uLnTx/>
                <a:uFillTx/>
                <a:latin typeface="Weibei SC" panose="03000800000000000000" pitchFamily="66" charset="-128"/>
                <a:ea typeface="Weibei SC" panose="03000800000000000000" pitchFamily="66" charset="-128"/>
                <a:cs typeface="+mn-cs"/>
              </a:rPr>
              <a:t>1</a:t>
            </a:r>
            <a:r>
              <a:rPr kumimoji="0" lang="zh-CN" altLang="en-US" sz="2100" b="0" i="0" u="none" strike="noStrike" kern="1200" cap="none" spc="0" normalizeH="0" baseline="0" noProof="0" dirty="0">
                <a:ln w="0"/>
                <a:solidFill>
                  <a:srgbClr val="4D1434"/>
                </a:solidFill>
                <a:effectLst>
                  <a:outerShdw blurRad="38100" dist="25400" dir="5400000" algn="ctr" rotWithShape="0">
                    <a:srgbClr val="6E747A">
                      <a:alpha val="43000"/>
                    </a:srgbClr>
                  </a:outerShdw>
                </a:effectLst>
                <a:uLnTx/>
                <a:uFillTx/>
                <a:latin typeface="Weibei SC" panose="03000800000000000000" pitchFamily="66" charset="-128"/>
                <a:ea typeface="Weibei SC" panose="03000800000000000000" pitchFamily="66" charset="-128"/>
                <a:cs typeface="+mn-cs"/>
              </a:rPr>
              <a:t>：计算简单</a:t>
            </a:r>
            <a:endParaRPr kumimoji="0" lang="en-US" altLang="zh-CN" sz="2100" b="0" i="0" u="none" strike="noStrike" kern="1200" cap="none" spc="0" normalizeH="0" baseline="0" noProof="0" dirty="0">
              <a:ln w="0"/>
              <a:solidFill>
                <a:srgbClr val="4D1434"/>
              </a:solidFill>
              <a:effectLst>
                <a:outerShdw blurRad="38100" dist="25400" dir="5400000" algn="ctr" rotWithShape="0">
                  <a:srgbClr val="6E747A">
                    <a:alpha val="43000"/>
                  </a:srgbClr>
                </a:outerShdw>
              </a:effectLst>
              <a:uLnTx/>
              <a:uFillTx/>
              <a:latin typeface="Weibei SC" panose="03000800000000000000" pitchFamily="66" charset="-128"/>
              <a:ea typeface="Weibei SC" panose="03000800000000000000" pitchFamily="66" charset="-128"/>
              <a:cs typeface="+mn-cs"/>
            </a:endParaRPr>
          </a:p>
          <a:p>
            <a:pPr marL="0" marR="0" lvl="0" indent="0" algn="l" defTabSz="342900" rtl="0" eaLnBrk="1" fontAlgn="auto" latinLnBrk="0" hangingPunct="1">
              <a:lnSpc>
                <a:spcPct val="100000"/>
              </a:lnSpc>
              <a:spcBef>
                <a:spcPts val="0"/>
              </a:spcBef>
              <a:spcAft>
                <a:spcPts val="0"/>
              </a:spcAft>
              <a:buClrTx/>
              <a:buSzTx/>
              <a:buFontTx/>
              <a:buNone/>
              <a:tabLst/>
              <a:defRPr/>
            </a:pPr>
            <a:r>
              <a:rPr kumimoji="0" lang="zh-CN" altLang="en-US" sz="2100" b="0" i="0" u="none" strike="noStrike" kern="1200" cap="none" spc="0" normalizeH="0" baseline="0" noProof="0" dirty="0">
                <a:ln w="0"/>
                <a:solidFill>
                  <a:srgbClr val="4D1434"/>
                </a:solidFill>
                <a:effectLst>
                  <a:outerShdw blurRad="38100" dist="25400" dir="5400000" algn="ctr" rotWithShape="0">
                    <a:srgbClr val="6E747A">
                      <a:alpha val="43000"/>
                    </a:srgbClr>
                  </a:outerShdw>
                </a:effectLst>
                <a:uLnTx/>
                <a:uFillTx/>
                <a:latin typeface="Weibei SC" panose="03000800000000000000" pitchFamily="66" charset="-128"/>
                <a:ea typeface="Weibei SC" panose="03000800000000000000" pitchFamily="66" charset="-128"/>
                <a:cs typeface="+mn-cs"/>
              </a:rPr>
              <a:t>优点</a:t>
            </a:r>
            <a:r>
              <a:rPr kumimoji="0" lang="en-US" altLang="zh-CN" sz="2100" b="0" i="0" u="none" strike="noStrike" kern="1200" cap="none" spc="0" normalizeH="0" baseline="0" noProof="0" dirty="0">
                <a:ln w="0"/>
                <a:solidFill>
                  <a:srgbClr val="4D1434"/>
                </a:solidFill>
                <a:effectLst>
                  <a:outerShdw blurRad="38100" dist="25400" dir="5400000" algn="ctr" rotWithShape="0">
                    <a:srgbClr val="6E747A">
                      <a:alpha val="43000"/>
                    </a:srgbClr>
                  </a:outerShdw>
                </a:effectLst>
                <a:uLnTx/>
                <a:uFillTx/>
                <a:latin typeface="Weibei SC" panose="03000800000000000000" pitchFamily="66" charset="-128"/>
                <a:ea typeface="Weibei SC" panose="03000800000000000000" pitchFamily="66" charset="-128"/>
                <a:cs typeface="+mn-cs"/>
              </a:rPr>
              <a:t>2</a:t>
            </a:r>
            <a:r>
              <a:rPr kumimoji="0" lang="zh-CN" altLang="en-US" sz="2100" b="0" i="0" u="none" strike="noStrike" kern="1200" cap="none" spc="0" normalizeH="0" baseline="0" noProof="0" dirty="0">
                <a:ln w="0"/>
                <a:solidFill>
                  <a:srgbClr val="4D1434"/>
                </a:solidFill>
                <a:effectLst>
                  <a:outerShdw blurRad="38100" dist="25400" dir="5400000" algn="ctr" rotWithShape="0">
                    <a:srgbClr val="6E747A">
                      <a:alpha val="43000"/>
                    </a:srgbClr>
                  </a:outerShdw>
                </a:effectLst>
                <a:uLnTx/>
                <a:uFillTx/>
                <a:latin typeface="Weibei SC" panose="03000800000000000000" pitchFamily="66" charset="-128"/>
                <a:ea typeface="Weibei SC" panose="03000800000000000000" pitchFamily="66" charset="-128"/>
                <a:cs typeface="+mn-cs"/>
              </a:rPr>
              <a:t>：利用更复杂的数据挖掘和机器学习方法，发现和探索规律</a:t>
            </a:r>
          </a:p>
        </p:txBody>
      </p:sp>
      <p:sp>
        <p:nvSpPr>
          <p:cNvPr id="2" name="矩形 1">
            <a:extLst>
              <a:ext uri="{FF2B5EF4-FFF2-40B4-BE49-F238E27FC236}">
                <a16:creationId xmlns:a16="http://schemas.microsoft.com/office/drawing/2014/main" id="{F85F672C-3592-4CA8-4821-71D610852576}"/>
              </a:ext>
            </a:extLst>
          </p:cNvPr>
          <p:cNvSpPr/>
          <p:nvPr/>
        </p:nvSpPr>
        <p:spPr>
          <a:xfrm>
            <a:off x="527324" y="847483"/>
            <a:ext cx="2750265" cy="530915"/>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wrap="square" lIns="68580" tIns="34290" rIns="68580" bIns="34290">
            <a:spAutoFit/>
          </a:bodyPr>
          <a:lstStyle/>
          <a:p>
            <a:pPr marL="0" marR="0" lvl="0" indent="0" algn="ctr" defTabSz="342900" rtl="0" eaLnBrk="1" fontAlgn="auto" latinLnBrk="0" hangingPunct="1">
              <a:lnSpc>
                <a:spcPct val="100000"/>
              </a:lnSpc>
              <a:spcBef>
                <a:spcPts val="0"/>
              </a:spcBef>
              <a:spcAft>
                <a:spcPts val="0"/>
              </a:spcAft>
              <a:buClrTx/>
              <a:buSzPct val="60000"/>
              <a:buFontTx/>
              <a:buNone/>
              <a:tabLst/>
              <a:defRPr/>
            </a:pPr>
            <a:r>
              <a:rPr kumimoji="0" lang="zh-CN" altLang="en-US" sz="3000" b="1" i="0" u="none" strike="noStrike" kern="1200" cap="none" spc="0" normalizeH="0" baseline="0" noProof="0" dirty="0">
                <a:ln w="6600">
                  <a:solidFill>
                    <a:srgbClr val="903163"/>
                  </a:solidFill>
                  <a:prstDash val="solid"/>
                </a:ln>
                <a:solidFill>
                  <a:srgbClr val="FFFFFF"/>
                </a:solidFill>
                <a:effectLst>
                  <a:outerShdw dist="38100" dir="2700000" algn="tl" rotWithShape="0">
                    <a:srgbClr val="903163"/>
                  </a:outerShdw>
                </a:effectLst>
                <a:uLnTx/>
                <a:uFillTx/>
                <a:latin typeface="Libian SC" panose="02010600040101010101" pitchFamily="2" charset="-122"/>
                <a:ea typeface="Libian SC" panose="02010600040101010101" pitchFamily="2" charset="-122"/>
                <a:cs typeface="+mn-cs"/>
              </a:rPr>
              <a:t>航空联程设计*</a:t>
            </a:r>
            <a:endParaRPr kumimoji="0" lang="zh-CN" altLang="en-US" sz="2700" b="1" i="0" u="none" strike="noStrike" kern="1200" cap="none" spc="0" normalizeH="0" baseline="0" noProof="0" dirty="0">
              <a:ln w="6600">
                <a:solidFill>
                  <a:srgbClr val="903163"/>
                </a:solidFill>
                <a:prstDash val="solid"/>
              </a:ln>
              <a:solidFill>
                <a:srgbClr val="FFFFFF"/>
              </a:solidFill>
              <a:effectLst>
                <a:outerShdw dist="38100" dir="2700000" algn="tl" rotWithShape="0">
                  <a:srgbClr val="903163"/>
                </a:outerShdw>
              </a:effectLst>
              <a:uLnTx/>
              <a:uFillTx/>
              <a:latin typeface="Libian SC" panose="02010600040101010101" pitchFamily="2" charset="-122"/>
              <a:ea typeface="Libian SC" panose="02010600040101010101" pitchFamily="2" charset="-122"/>
              <a:cs typeface="+mn-cs"/>
            </a:endParaRPr>
          </a:p>
        </p:txBody>
      </p:sp>
    </p:spTree>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9"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dissolve">
                                      <p:cBhvr>
                                        <p:cTn id="7" dur="1000"/>
                                        <p:tgtEl>
                                          <p:spTgt spid="7"/>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9" presetClass="entr" presetSubtype="0" fill="hold" nodeType="clickEffect">
                                  <p:stCondLst>
                                    <p:cond delay="0"/>
                                  </p:stCondLst>
                                  <p:childTnLst>
                                    <p:set>
                                      <p:cBhvr>
                                        <p:cTn id="11" dur="1" fill="hold">
                                          <p:stCondLst>
                                            <p:cond delay="0"/>
                                          </p:stCondLst>
                                        </p:cTn>
                                        <p:tgtEl>
                                          <p:spTgt spid="3">
                                            <p:txEl>
                                              <p:pRg st="0" end="0"/>
                                            </p:txEl>
                                          </p:spTgt>
                                        </p:tgtEl>
                                        <p:attrNameLst>
                                          <p:attrName>style.visibility</p:attrName>
                                        </p:attrNameLst>
                                      </p:cBhvr>
                                      <p:to>
                                        <p:strVal val="visible"/>
                                      </p:to>
                                    </p:set>
                                    <p:animEffect transition="in" filter="dissolve">
                                      <p:cBhvr>
                                        <p:cTn id="12" dur="1000"/>
                                        <p:tgtEl>
                                          <p:spTgt spid="3">
                                            <p:txEl>
                                              <p:pRg st="0" end="0"/>
                                            </p:txEl>
                                          </p:spTgt>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9" presetClass="entr" presetSubtype="0" fill="hold" nodeType="clickEffect">
                                  <p:stCondLst>
                                    <p:cond delay="0"/>
                                  </p:stCondLst>
                                  <p:childTnLst>
                                    <p:set>
                                      <p:cBhvr>
                                        <p:cTn id="16" dur="1" fill="hold">
                                          <p:stCondLst>
                                            <p:cond delay="0"/>
                                          </p:stCondLst>
                                        </p:cTn>
                                        <p:tgtEl>
                                          <p:spTgt spid="3">
                                            <p:txEl>
                                              <p:pRg st="1" end="1"/>
                                            </p:txEl>
                                          </p:spTgt>
                                        </p:tgtEl>
                                        <p:attrNameLst>
                                          <p:attrName>style.visibility</p:attrName>
                                        </p:attrNameLst>
                                      </p:cBhvr>
                                      <p:to>
                                        <p:strVal val="visible"/>
                                      </p:to>
                                    </p:set>
                                    <p:animEffect transition="in" filter="dissolve">
                                      <p:cBhvr>
                                        <p:cTn id="17" dur="1000"/>
                                        <p:tgtEl>
                                          <p:spTgt spid="3">
                                            <p:txEl>
                                              <p:pRg st="1" end="1"/>
                                            </p:txEl>
                                          </p:spTgt>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9" presetClass="entr" presetSubtype="0" fill="hold" nodeType="clickEffect">
                                  <p:stCondLst>
                                    <p:cond delay="0"/>
                                  </p:stCondLst>
                                  <p:childTnLst>
                                    <p:set>
                                      <p:cBhvr>
                                        <p:cTn id="21" dur="1" fill="hold">
                                          <p:stCondLst>
                                            <p:cond delay="0"/>
                                          </p:stCondLst>
                                        </p:cTn>
                                        <p:tgtEl>
                                          <p:spTgt spid="3">
                                            <p:txEl>
                                              <p:pRg st="2" end="2"/>
                                            </p:txEl>
                                          </p:spTgt>
                                        </p:tgtEl>
                                        <p:attrNameLst>
                                          <p:attrName>style.visibility</p:attrName>
                                        </p:attrNameLst>
                                      </p:cBhvr>
                                      <p:to>
                                        <p:strVal val="visible"/>
                                      </p:to>
                                    </p:set>
                                    <p:animEffect transition="in" filter="dissolve">
                                      <p:cBhvr>
                                        <p:cTn id="22" dur="1000"/>
                                        <p:tgtEl>
                                          <p:spTgt spid="3">
                                            <p:txEl>
                                              <p:pRg st="2" end="2"/>
                                            </p:txEl>
                                          </p:spTgt>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9" presetClass="entr" presetSubtype="0" fill="hold" nodeType="clickEffect">
                                  <p:stCondLst>
                                    <p:cond delay="0"/>
                                  </p:stCondLst>
                                  <p:childTnLst>
                                    <p:set>
                                      <p:cBhvr>
                                        <p:cTn id="26" dur="1" fill="hold">
                                          <p:stCondLst>
                                            <p:cond delay="0"/>
                                          </p:stCondLst>
                                        </p:cTn>
                                        <p:tgtEl>
                                          <p:spTgt spid="3">
                                            <p:txEl>
                                              <p:pRg st="3" end="3"/>
                                            </p:txEl>
                                          </p:spTgt>
                                        </p:tgtEl>
                                        <p:attrNameLst>
                                          <p:attrName>style.visibility</p:attrName>
                                        </p:attrNameLst>
                                      </p:cBhvr>
                                      <p:to>
                                        <p:strVal val="visible"/>
                                      </p:to>
                                    </p:set>
                                    <p:animEffect transition="in" filter="dissolve">
                                      <p:cBhvr>
                                        <p:cTn id="27" dur="1000"/>
                                        <p:tgtEl>
                                          <p:spTgt spid="3">
                                            <p:txEl>
                                              <p:pRg st="3" end="3"/>
                                            </p:txEl>
                                          </p:spTgt>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9" presetClass="entr" presetSubtype="0" fill="hold" nodeType="clickEffect">
                                  <p:stCondLst>
                                    <p:cond delay="0"/>
                                  </p:stCondLst>
                                  <p:childTnLst>
                                    <p:set>
                                      <p:cBhvr>
                                        <p:cTn id="31" dur="1" fill="hold">
                                          <p:stCondLst>
                                            <p:cond delay="0"/>
                                          </p:stCondLst>
                                        </p:cTn>
                                        <p:tgtEl>
                                          <p:spTgt spid="8"/>
                                        </p:tgtEl>
                                        <p:attrNameLst>
                                          <p:attrName>style.visibility</p:attrName>
                                        </p:attrNameLst>
                                      </p:cBhvr>
                                      <p:to>
                                        <p:strVal val="visible"/>
                                      </p:to>
                                    </p:set>
                                    <p:animEffect transition="in" filter="dissolve">
                                      <p:cBhvr>
                                        <p:cTn id="32" dur="1000"/>
                                        <p:tgtEl>
                                          <p:spTgt spid="8"/>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9" presetClass="exit" presetSubtype="0" fill="hold" nodeType="clickEffect">
                                  <p:stCondLst>
                                    <p:cond delay="0"/>
                                  </p:stCondLst>
                                  <p:childTnLst>
                                    <p:animEffect transition="out" filter="dissolve">
                                      <p:cBhvr>
                                        <p:cTn id="36" dur="1000"/>
                                        <p:tgtEl>
                                          <p:spTgt spid="8"/>
                                        </p:tgtEl>
                                      </p:cBhvr>
                                    </p:animEffect>
                                    <p:set>
                                      <p:cBhvr>
                                        <p:cTn id="37" dur="1" fill="hold">
                                          <p:stCondLst>
                                            <p:cond delay="999"/>
                                          </p:stCondLst>
                                        </p:cTn>
                                        <p:tgtEl>
                                          <p:spTgt spid="8"/>
                                        </p:tgtEl>
                                        <p:attrNameLst>
                                          <p:attrName>style.visibility</p:attrName>
                                        </p:attrNameLst>
                                      </p:cBhvr>
                                      <p:to>
                                        <p:strVal val="hidden"/>
                                      </p:to>
                                    </p:set>
                                  </p:childTnLst>
                                </p:cTn>
                              </p:par>
                            </p:childTnLst>
                          </p:cTn>
                        </p:par>
                        <p:par>
                          <p:cTn id="38" fill="hold" nodeType="afterGroup">
                            <p:stCondLst>
                              <p:cond delay="1000"/>
                            </p:stCondLst>
                            <p:childTnLst>
                              <p:par>
                                <p:cTn id="39" presetID="9" presetClass="entr" presetSubtype="0" fill="hold" nodeType="afterEffect">
                                  <p:stCondLst>
                                    <p:cond delay="0"/>
                                  </p:stCondLst>
                                  <p:childTnLst>
                                    <p:set>
                                      <p:cBhvr>
                                        <p:cTn id="40" dur="1" fill="hold">
                                          <p:stCondLst>
                                            <p:cond delay="0"/>
                                          </p:stCondLst>
                                        </p:cTn>
                                        <p:tgtEl>
                                          <p:spTgt spid="9"/>
                                        </p:tgtEl>
                                        <p:attrNameLst>
                                          <p:attrName>style.visibility</p:attrName>
                                        </p:attrNameLst>
                                      </p:cBhvr>
                                      <p:to>
                                        <p:strVal val="visible"/>
                                      </p:to>
                                    </p:set>
                                    <p:animEffect transition="in" filter="dissolve">
                                      <p:cBhvr>
                                        <p:cTn id="41" dur="10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P spid="7" grpId="0"/>
      <p:bldP spid="8" grpId="0"/>
      <p:bldP spid="8" grpId="1"/>
      <p:bldP spid="9" grpId="0"/>
    </p:bldLst>
  </p:timing>
</p:sld>
</file>

<file path=ppt/slides/slide2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cxnSp>
        <p:nvCxnSpPr>
          <p:cNvPr id="4" name="直线连接符 3">
            <a:extLst>
              <a:ext uri="{FF2B5EF4-FFF2-40B4-BE49-F238E27FC236}">
                <a16:creationId xmlns:a16="http://schemas.microsoft.com/office/drawing/2014/main" id="{5EBFBCCE-18CC-EDD5-4947-84641F1D7997}"/>
              </a:ext>
            </a:extLst>
          </p:cNvPr>
          <p:cNvCxnSpPr/>
          <p:nvPr/>
        </p:nvCxnSpPr>
        <p:spPr>
          <a:xfrm>
            <a:off x="436563" y="5624513"/>
            <a:ext cx="4319587" cy="0"/>
          </a:xfrm>
          <a:prstGeom prst="line">
            <a:avLst/>
          </a:prstGeom>
        </p:spPr>
        <p:style>
          <a:lnRef idx="1">
            <a:schemeClr val="accent1"/>
          </a:lnRef>
          <a:fillRef idx="0">
            <a:schemeClr val="accent1"/>
          </a:fillRef>
          <a:effectRef idx="0">
            <a:schemeClr val="accent1"/>
          </a:effectRef>
          <a:fontRef idx="minor">
            <a:schemeClr val="tx1"/>
          </a:fontRef>
        </p:style>
      </p:cxnSp>
      <p:sp>
        <p:nvSpPr>
          <p:cNvPr id="5" name="矩形 4">
            <a:extLst>
              <a:ext uri="{FF2B5EF4-FFF2-40B4-BE49-F238E27FC236}">
                <a16:creationId xmlns:a16="http://schemas.microsoft.com/office/drawing/2014/main" id="{F55D05DF-AE0F-1CF1-BA2F-290DBB333F8E}"/>
              </a:ext>
            </a:extLst>
          </p:cNvPr>
          <p:cNvSpPr/>
          <p:nvPr/>
        </p:nvSpPr>
        <p:spPr>
          <a:xfrm>
            <a:off x="385763" y="5661025"/>
            <a:ext cx="7286625" cy="301625"/>
          </a:xfrm>
          <a:prstGeom prst="rect">
            <a:avLst/>
          </a:prstGeom>
        </p:spPr>
        <p:txBody>
          <a:bodyPr>
            <a:spAutoFit/>
          </a:bodyPr>
          <a:lstStyle/>
          <a:p>
            <a:pPr marL="0" marR="0" lvl="0" indent="0" algn="l" defTabSz="342900" rtl="0" eaLnBrk="1" fontAlgn="auto" latinLnBrk="0" hangingPunct="1">
              <a:lnSpc>
                <a:spcPct val="100000"/>
              </a:lnSpc>
              <a:spcBef>
                <a:spcPts val="0"/>
              </a:spcBef>
              <a:spcAft>
                <a:spcPts val="0"/>
              </a:spcAft>
              <a:buClrTx/>
              <a:buSzTx/>
              <a:buFontTx/>
              <a:buNone/>
              <a:tabLst/>
              <a:defRPr/>
            </a:pPr>
            <a:r>
              <a:rPr kumimoji="0" lang="zh-CN" altLang="en-US" sz="1350" b="0" i="0" u="none" strike="noStrike" kern="1200" cap="none" spc="0" normalizeH="0" baseline="0" noProof="0" dirty="0">
                <a:ln>
                  <a:noFill/>
                </a:ln>
                <a:solidFill>
                  <a:prstClr val="black">
                    <a:lumMod val="75000"/>
                    <a:lumOff val="25000"/>
                  </a:prstClr>
                </a:solidFill>
                <a:effectLst/>
                <a:uLnTx/>
                <a:uFillTx/>
                <a:latin typeface="Libian SC" panose="02010600040101010101" pitchFamily="2" charset="-122"/>
                <a:ea typeface="Libian SC" panose="02010600040101010101" pitchFamily="2" charset="-122"/>
                <a:cs typeface="+mn-cs"/>
              </a:rPr>
              <a:t>*杜小勇，数据思维应成为计算思维 不可或缺的组成部分，</a:t>
            </a:r>
            <a:r>
              <a:rPr kumimoji="0" lang="en-US" altLang="zh-CN" sz="1350" b="0" i="0" u="none" strike="noStrike" kern="1200" cap="none" spc="0" normalizeH="0" baseline="0" noProof="0" dirty="0">
                <a:ln>
                  <a:noFill/>
                </a:ln>
                <a:solidFill>
                  <a:prstClr val="black">
                    <a:lumMod val="75000"/>
                    <a:lumOff val="25000"/>
                  </a:prstClr>
                </a:solidFill>
                <a:effectLst/>
                <a:uLnTx/>
                <a:uFillTx/>
                <a:latin typeface="Libian SC" panose="02010600040101010101" pitchFamily="2" charset="-122"/>
                <a:ea typeface="Libian SC" panose="02010600040101010101" pitchFamily="2" charset="-122"/>
                <a:cs typeface="+mn-cs"/>
              </a:rPr>
              <a:t>CCCF</a:t>
            </a:r>
            <a:r>
              <a:rPr kumimoji="0" lang="zh-CN" altLang="en-US" sz="1350" b="0" i="0" u="none" strike="noStrike" kern="1200" cap="none" spc="0" normalizeH="0" baseline="0" noProof="0" dirty="0">
                <a:ln>
                  <a:noFill/>
                </a:ln>
                <a:solidFill>
                  <a:prstClr val="black">
                    <a:lumMod val="75000"/>
                    <a:lumOff val="25000"/>
                  </a:prstClr>
                </a:solidFill>
                <a:effectLst/>
                <a:uLnTx/>
                <a:uFillTx/>
                <a:latin typeface="Libian SC" panose="02010600040101010101" pitchFamily="2" charset="-122"/>
                <a:ea typeface="Libian SC" panose="02010600040101010101" pitchFamily="2" charset="-122"/>
                <a:cs typeface="+mn-cs"/>
              </a:rPr>
              <a:t>，</a:t>
            </a:r>
            <a:r>
              <a:rPr kumimoji="0" lang="en-US" altLang="zh-CN" sz="1350" b="0" i="0" u="none" strike="noStrike" kern="1200" cap="none" spc="0" normalizeH="0" baseline="0" noProof="0" dirty="0">
                <a:ln>
                  <a:noFill/>
                </a:ln>
                <a:solidFill>
                  <a:prstClr val="black">
                    <a:lumMod val="75000"/>
                    <a:lumOff val="25000"/>
                  </a:prstClr>
                </a:solidFill>
                <a:effectLst/>
                <a:uLnTx/>
                <a:uFillTx/>
                <a:latin typeface="Libian SC" panose="02010600040101010101" pitchFamily="2" charset="-122"/>
                <a:ea typeface="Libian SC" panose="02010600040101010101" pitchFamily="2" charset="-122"/>
                <a:cs typeface="+mn-cs"/>
              </a:rPr>
              <a:t>15(9)</a:t>
            </a:r>
            <a:r>
              <a:rPr kumimoji="0" lang="zh-CN" altLang="en-US" sz="1350" b="0" i="0" u="none" strike="noStrike" kern="1200" cap="none" spc="0" normalizeH="0" baseline="0" noProof="0" dirty="0">
                <a:ln>
                  <a:noFill/>
                </a:ln>
                <a:solidFill>
                  <a:prstClr val="black">
                    <a:lumMod val="75000"/>
                    <a:lumOff val="25000"/>
                  </a:prstClr>
                </a:solidFill>
                <a:effectLst/>
                <a:uLnTx/>
                <a:uFillTx/>
                <a:latin typeface="Libian SC" panose="02010600040101010101" pitchFamily="2" charset="-122"/>
                <a:ea typeface="Libian SC" panose="02010600040101010101" pitchFamily="2" charset="-122"/>
                <a:cs typeface="+mn-cs"/>
              </a:rPr>
              <a:t>，</a:t>
            </a:r>
            <a:r>
              <a:rPr kumimoji="0" lang="en-US" altLang="zh-CN" sz="1350" b="0" i="0" u="none" strike="noStrike" kern="1200" cap="none" spc="0" normalizeH="0" baseline="0" noProof="0" dirty="0">
                <a:ln>
                  <a:noFill/>
                </a:ln>
                <a:solidFill>
                  <a:prstClr val="black">
                    <a:lumMod val="75000"/>
                    <a:lumOff val="25000"/>
                  </a:prstClr>
                </a:solidFill>
                <a:effectLst/>
                <a:uLnTx/>
                <a:uFillTx/>
                <a:latin typeface="Libian SC" panose="02010600040101010101" pitchFamily="2" charset="-122"/>
                <a:ea typeface="Libian SC" panose="02010600040101010101" pitchFamily="2" charset="-122"/>
                <a:cs typeface="+mn-cs"/>
              </a:rPr>
              <a:t>pp.51-52</a:t>
            </a:r>
            <a:r>
              <a:rPr kumimoji="0" lang="zh-CN" altLang="en-US" sz="1350" b="0" i="0" u="none" strike="noStrike" kern="1200" cap="none" spc="0" normalizeH="0" baseline="0" noProof="0" dirty="0">
                <a:ln>
                  <a:noFill/>
                </a:ln>
                <a:solidFill>
                  <a:prstClr val="black">
                    <a:lumMod val="75000"/>
                    <a:lumOff val="25000"/>
                  </a:prstClr>
                </a:solidFill>
                <a:effectLst/>
                <a:uLnTx/>
                <a:uFillTx/>
                <a:latin typeface="Libian SC" panose="02010600040101010101" pitchFamily="2" charset="-122"/>
                <a:ea typeface="Libian SC" panose="02010600040101010101" pitchFamily="2" charset="-122"/>
                <a:cs typeface="+mn-cs"/>
              </a:rPr>
              <a:t>，</a:t>
            </a:r>
            <a:r>
              <a:rPr kumimoji="0" lang="en-US" altLang="zh-CN" sz="1350" b="0" i="0" u="none" strike="noStrike" kern="1200" cap="none" spc="0" normalizeH="0" baseline="0" noProof="0" dirty="0">
                <a:ln>
                  <a:noFill/>
                </a:ln>
                <a:solidFill>
                  <a:prstClr val="black">
                    <a:lumMod val="75000"/>
                    <a:lumOff val="25000"/>
                  </a:prstClr>
                </a:solidFill>
                <a:effectLst/>
                <a:uLnTx/>
                <a:uFillTx/>
                <a:latin typeface="Libian SC" panose="02010600040101010101" pitchFamily="2" charset="-122"/>
                <a:ea typeface="Libian SC" panose="02010600040101010101" pitchFamily="2" charset="-122"/>
                <a:cs typeface="+mn-cs"/>
              </a:rPr>
              <a:t>2019</a:t>
            </a:r>
            <a:endParaRPr kumimoji="0" lang="zh-CN" altLang="en-US" sz="1350" b="0" i="0" u="none" strike="noStrike" kern="1200" cap="none" spc="0" normalizeH="0" baseline="0" noProof="0" dirty="0">
              <a:ln>
                <a:noFill/>
              </a:ln>
              <a:solidFill>
                <a:prstClr val="black">
                  <a:lumMod val="75000"/>
                  <a:lumOff val="25000"/>
                </a:prstClr>
              </a:solidFill>
              <a:effectLst/>
              <a:uLnTx/>
              <a:uFillTx/>
              <a:latin typeface="Libian SC" panose="02010600040101010101" pitchFamily="2" charset="-122"/>
              <a:ea typeface="Libian SC" panose="02010600040101010101" pitchFamily="2" charset="-122"/>
              <a:cs typeface="+mn-cs"/>
            </a:endParaRPr>
          </a:p>
        </p:txBody>
      </p:sp>
      <p:sp>
        <p:nvSpPr>
          <p:cNvPr id="6" name="矩形 5">
            <a:extLst>
              <a:ext uri="{FF2B5EF4-FFF2-40B4-BE49-F238E27FC236}">
                <a16:creationId xmlns:a16="http://schemas.microsoft.com/office/drawing/2014/main" id="{4980C67B-2549-C15B-5170-F9B0FFBF63E9}"/>
              </a:ext>
            </a:extLst>
          </p:cNvPr>
          <p:cNvSpPr/>
          <p:nvPr/>
        </p:nvSpPr>
        <p:spPr>
          <a:xfrm>
            <a:off x="1713823" y="2660089"/>
            <a:ext cx="2853605" cy="484748"/>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68580" tIns="34290" rIns="68580" bIns="34290">
            <a:spAutoFit/>
          </a:bodyPr>
          <a:lstStyle/>
          <a:p>
            <a:pPr marL="0" marR="0" lvl="0" indent="0" algn="ctr" defTabSz="342900" rtl="0" eaLnBrk="1" fontAlgn="auto" latinLnBrk="0" hangingPunct="1">
              <a:lnSpc>
                <a:spcPct val="100000"/>
              </a:lnSpc>
              <a:spcBef>
                <a:spcPts val="0"/>
              </a:spcBef>
              <a:spcAft>
                <a:spcPts val="0"/>
              </a:spcAft>
              <a:buClrTx/>
              <a:buSzPct val="60000"/>
              <a:buFontTx/>
              <a:buNone/>
              <a:tabLst/>
              <a:defRPr/>
            </a:pPr>
            <a:r>
              <a:rPr kumimoji="0" lang="zh-CN" altLang="en-US" sz="2700" b="1" i="0" u="none" strike="noStrike" kern="1200" cap="none" spc="0" normalizeH="0" baseline="0" noProof="0" dirty="0">
                <a:ln w="6600">
                  <a:solidFill>
                    <a:srgbClr val="903163"/>
                  </a:solidFill>
                  <a:prstDash val="solid"/>
                </a:ln>
                <a:solidFill>
                  <a:srgbClr val="FFFFFF"/>
                </a:solidFill>
                <a:effectLst>
                  <a:outerShdw dist="38100" dir="2700000" algn="tl" rotWithShape="0">
                    <a:srgbClr val="903163"/>
                  </a:outerShdw>
                </a:effectLst>
                <a:uLnTx/>
                <a:uFillTx/>
                <a:latin typeface="Libian SC" panose="02010600040101010101" pitchFamily="2" charset="-122"/>
                <a:ea typeface="Libian SC" panose="02010600040101010101" pitchFamily="2" charset="-122"/>
                <a:cs typeface="+mn-cs"/>
              </a:rPr>
              <a:t>数据采集与汇聚</a:t>
            </a:r>
            <a:endParaRPr kumimoji="0" lang="zh-CN" altLang="en-US" sz="2400" b="1" i="0" u="none" strike="noStrike" kern="1200" cap="none" spc="0" normalizeH="0" baseline="0" noProof="0" dirty="0">
              <a:ln w="6600">
                <a:solidFill>
                  <a:srgbClr val="903163"/>
                </a:solidFill>
                <a:prstDash val="solid"/>
              </a:ln>
              <a:solidFill>
                <a:srgbClr val="FFFFFF"/>
              </a:solidFill>
              <a:effectLst>
                <a:outerShdw dist="38100" dir="2700000" algn="tl" rotWithShape="0">
                  <a:srgbClr val="903163"/>
                </a:outerShdw>
              </a:effectLst>
              <a:uLnTx/>
              <a:uFillTx/>
              <a:latin typeface="Libian SC" panose="02010600040101010101" pitchFamily="2" charset="-122"/>
              <a:ea typeface="Libian SC" panose="02010600040101010101" pitchFamily="2" charset="-122"/>
              <a:cs typeface="+mn-cs"/>
            </a:endParaRPr>
          </a:p>
        </p:txBody>
      </p:sp>
      <p:sp>
        <p:nvSpPr>
          <p:cNvPr id="12" name="矩形 11">
            <a:extLst>
              <a:ext uri="{FF2B5EF4-FFF2-40B4-BE49-F238E27FC236}">
                <a16:creationId xmlns:a16="http://schemas.microsoft.com/office/drawing/2014/main" id="{E82FEF79-FE46-3966-0E2E-1C9ADF39747E}"/>
              </a:ext>
            </a:extLst>
          </p:cNvPr>
          <p:cNvSpPr/>
          <p:nvPr/>
        </p:nvSpPr>
        <p:spPr>
          <a:xfrm>
            <a:off x="1713823" y="3342420"/>
            <a:ext cx="2853605" cy="438582"/>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68580" tIns="34290" rIns="68580" bIns="34290">
            <a:spAutoFit/>
          </a:bodyPr>
          <a:lstStyle/>
          <a:p>
            <a:pPr marL="0" marR="0" lvl="0" indent="0" algn="ctr" defTabSz="342900" rtl="0" eaLnBrk="1" fontAlgn="auto" latinLnBrk="0" hangingPunct="1">
              <a:lnSpc>
                <a:spcPct val="100000"/>
              </a:lnSpc>
              <a:spcBef>
                <a:spcPts val="0"/>
              </a:spcBef>
              <a:spcAft>
                <a:spcPts val="0"/>
              </a:spcAft>
              <a:buClrTx/>
              <a:buSzPct val="60000"/>
              <a:buFontTx/>
              <a:buNone/>
              <a:tabLst/>
              <a:defRPr/>
            </a:pPr>
            <a:r>
              <a:rPr kumimoji="0" lang="zh-CN" altLang="en-US" sz="2400" b="1" i="0" u="none" strike="noStrike" kern="1200" cap="none" spc="0" normalizeH="0" baseline="0" noProof="0" dirty="0">
                <a:ln w="6600">
                  <a:solidFill>
                    <a:srgbClr val="903163"/>
                  </a:solidFill>
                  <a:prstDash val="solid"/>
                </a:ln>
                <a:solidFill>
                  <a:srgbClr val="FFFFFF"/>
                </a:solidFill>
                <a:effectLst>
                  <a:outerShdw dist="38100" dir="2700000" algn="tl" rotWithShape="0">
                    <a:srgbClr val="903163"/>
                  </a:outerShdw>
                </a:effectLst>
                <a:uLnTx/>
                <a:uFillTx/>
                <a:latin typeface="Libian SC" panose="02010600040101010101" pitchFamily="2" charset="-122"/>
                <a:ea typeface="Libian SC" panose="02010600040101010101" pitchFamily="2" charset="-122"/>
                <a:cs typeface="+mn-cs"/>
              </a:rPr>
              <a:t>建模组织与管理</a:t>
            </a:r>
          </a:p>
        </p:txBody>
      </p:sp>
      <p:sp>
        <p:nvSpPr>
          <p:cNvPr id="13" name="矩形 12">
            <a:extLst>
              <a:ext uri="{FF2B5EF4-FFF2-40B4-BE49-F238E27FC236}">
                <a16:creationId xmlns:a16="http://schemas.microsoft.com/office/drawing/2014/main" id="{64CD0988-51D5-05BB-3793-CE4621B47406}"/>
              </a:ext>
            </a:extLst>
          </p:cNvPr>
          <p:cNvSpPr/>
          <p:nvPr/>
        </p:nvSpPr>
        <p:spPr>
          <a:xfrm>
            <a:off x="1713823" y="3978583"/>
            <a:ext cx="2853605" cy="438582"/>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68580" tIns="34290" rIns="68580" bIns="34290">
            <a:spAutoFit/>
          </a:bodyPr>
          <a:lstStyle/>
          <a:p>
            <a:pPr marL="0" marR="0" lvl="0" indent="0" algn="ctr" defTabSz="342900" rtl="0" eaLnBrk="1" fontAlgn="auto" latinLnBrk="0" hangingPunct="1">
              <a:lnSpc>
                <a:spcPct val="100000"/>
              </a:lnSpc>
              <a:spcBef>
                <a:spcPts val="0"/>
              </a:spcBef>
              <a:spcAft>
                <a:spcPts val="0"/>
              </a:spcAft>
              <a:buClrTx/>
              <a:buSzPct val="60000"/>
              <a:buFontTx/>
              <a:buNone/>
              <a:tabLst/>
              <a:defRPr/>
            </a:pPr>
            <a:r>
              <a:rPr kumimoji="0" lang="zh-CN" altLang="en-US" sz="2400" b="1" i="0" u="none" strike="noStrike" kern="1200" cap="none" spc="0" normalizeH="0" baseline="0" noProof="0" dirty="0">
                <a:ln w="6600">
                  <a:solidFill>
                    <a:srgbClr val="903163"/>
                  </a:solidFill>
                  <a:prstDash val="solid"/>
                </a:ln>
                <a:solidFill>
                  <a:srgbClr val="FFFFFF"/>
                </a:solidFill>
                <a:effectLst>
                  <a:outerShdw dist="38100" dir="2700000" algn="tl" rotWithShape="0">
                    <a:srgbClr val="903163"/>
                  </a:outerShdw>
                </a:effectLst>
                <a:uLnTx/>
                <a:uFillTx/>
                <a:latin typeface="Libian SC" panose="02010600040101010101" pitchFamily="2" charset="-122"/>
                <a:ea typeface="Libian SC" panose="02010600040101010101" pitchFamily="2" charset="-122"/>
                <a:cs typeface="+mn-cs"/>
              </a:rPr>
              <a:t>数据分析与挖掘</a:t>
            </a:r>
          </a:p>
        </p:txBody>
      </p:sp>
      <p:sp>
        <p:nvSpPr>
          <p:cNvPr id="14" name="矩形 13">
            <a:extLst>
              <a:ext uri="{FF2B5EF4-FFF2-40B4-BE49-F238E27FC236}">
                <a16:creationId xmlns:a16="http://schemas.microsoft.com/office/drawing/2014/main" id="{414D459A-F154-F8A8-E740-3DD1CC748167}"/>
              </a:ext>
            </a:extLst>
          </p:cNvPr>
          <p:cNvSpPr/>
          <p:nvPr/>
        </p:nvSpPr>
        <p:spPr>
          <a:xfrm>
            <a:off x="1713823" y="4618521"/>
            <a:ext cx="2853605" cy="438582"/>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68580" tIns="34290" rIns="68580" bIns="34290">
            <a:spAutoFit/>
          </a:bodyPr>
          <a:lstStyle/>
          <a:p>
            <a:pPr marL="0" marR="0" lvl="0" indent="0" algn="ctr" defTabSz="342900" rtl="0" eaLnBrk="1" fontAlgn="auto" latinLnBrk="0" hangingPunct="1">
              <a:lnSpc>
                <a:spcPct val="100000"/>
              </a:lnSpc>
              <a:spcBef>
                <a:spcPts val="0"/>
              </a:spcBef>
              <a:spcAft>
                <a:spcPts val="0"/>
              </a:spcAft>
              <a:buClrTx/>
              <a:buSzPct val="60000"/>
              <a:buFontTx/>
              <a:buNone/>
              <a:tabLst/>
              <a:defRPr/>
            </a:pPr>
            <a:r>
              <a:rPr kumimoji="0" lang="zh-CN" altLang="en-US" sz="2400" b="1" i="0" u="none" strike="noStrike" kern="1200" cap="none" spc="0" normalizeH="0" baseline="0" noProof="0" dirty="0">
                <a:ln w="6600">
                  <a:solidFill>
                    <a:srgbClr val="903163"/>
                  </a:solidFill>
                  <a:prstDash val="solid"/>
                </a:ln>
                <a:solidFill>
                  <a:srgbClr val="FFFFFF"/>
                </a:solidFill>
                <a:effectLst>
                  <a:outerShdw dist="38100" dir="2700000" algn="tl" rotWithShape="0">
                    <a:srgbClr val="903163"/>
                  </a:outerShdw>
                </a:effectLst>
                <a:uLnTx/>
                <a:uFillTx/>
                <a:latin typeface="Libian SC" panose="02010600040101010101" pitchFamily="2" charset="-122"/>
                <a:ea typeface="Libian SC" panose="02010600040101010101" pitchFamily="2" charset="-122"/>
                <a:cs typeface="+mn-cs"/>
              </a:rPr>
              <a:t>可视化与可视分析</a:t>
            </a:r>
          </a:p>
        </p:txBody>
      </p:sp>
      <p:sp>
        <p:nvSpPr>
          <p:cNvPr id="15" name="矩形 14">
            <a:extLst>
              <a:ext uri="{FF2B5EF4-FFF2-40B4-BE49-F238E27FC236}">
                <a16:creationId xmlns:a16="http://schemas.microsoft.com/office/drawing/2014/main" id="{B261E3A5-37E5-0481-A516-379EA3086243}"/>
              </a:ext>
            </a:extLst>
          </p:cNvPr>
          <p:cNvSpPr/>
          <p:nvPr/>
        </p:nvSpPr>
        <p:spPr>
          <a:xfrm>
            <a:off x="5362575" y="895350"/>
            <a:ext cx="3482975" cy="531813"/>
          </a:xfrm>
          <a:prstGeom prst="rect">
            <a:avLst/>
          </a:prstGeom>
          <a:noFill/>
        </p:spPr>
        <p:txBody>
          <a:bodyPr lIns="68580" tIns="34290" rIns="68580" bIns="34290">
            <a:spAutoFit/>
          </a:bodyPr>
          <a:lstStyle/>
          <a:p>
            <a:pPr marL="0" marR="0" lvl="0" indent="0" algn="l" defTabSz="342900" rtl="0" eaLnBrk="1" fontAlgn="auto" latinLnBrk="0" hangingPunct="1">
              <a:lnSpc>
                <a:spcPct val="100000"/>
              </a:lnSpc>
              <a:spcBef>
                <a:spcPts val="0"/>
              </a:spcBef>
              <a:spcAft>
                <a:spcPts val="0"/>
              </a:spcAft>
              <a:buClrTx/>
              <a:buSzTx/>
              <a:buFontTx/>
              <a:buNone/>
              <a:tabLst/>
              <a:defRPr/>
            </a:pPr>
            <a:r>
              <a:rPr kumimoji="0" lang="zh-CN" altLang="en-US" sz="3000" b="0" i="0" u="none" strike="noStrike" kern="1200" cap="none" spc="0" normalizeH="0" baseline="0" noProof="0" dirty="0">
                <a:ln w="0"/>
                <a:solidFill>
                  <a:srgbClr val="EBEBEB"/>
                </a:solidFill>
                <a:effectLst>
                  <a:outerShdw blurRad="38100" dist="25400" dir="5400000" algn="ctr" rotWithShape="0">
                    <a:srgbClr val="6E747A">
                      <a:alpha val="43000"/>
                    </a:srgbClr>
                  </a:outerShdw>
                </a:effectLst>
                <a:uLnTx/>
                <a:uFillTx/>
                <a:latin typeface="Weibei SC" panose="03000800000000000000" pitchFamily="66" charset="-128"/>
                <a:ea typeface="Weibei SC" panose="03000800000000000000" pitchFamily="66" charset="-128"/>
                <a:cs typeface="+mn-cs"/>
              </a:rPr>
              <a:t>数据思维的要点</a:t>
            </a:r>
          </a:p>
        </p:txBody>
      </p:sp>
      <p:sp>
        <p:nvSpPr>
          <p:cNvPr id="2" name="矩形 1">
            <a:extLst>
              <a:ext uri="{FF2B5EF4-FFF2-40B4-BE49-F238E27FC236}">
                <a16:creationId xmlns:a16="http://schemas.microsoft.com/office/drawing/2014/main" id="{7C08D039-4E79-6121-7866-D9675EA5FD40}"/>
              </a:ext>
            </a:extLst>
          </p:cNvPr>
          <p:cNvSpPr/>
          <p:nvPr/>
        </p:nvSpPr>
        <p:spPr>
          <a:xfrm>
            <a:off x="527324" y="847483"/>
            <a:ext cx="2853605" cy="530915"/>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wrap="square" lIns="68580" tIns="34290" rIns="68580" bIns="34290">
            <a:spAutoFit/>
          </a:bodyPr>
          <a:lstStyle/>
          <a:p>
            <a:pPr marL="0" marR="0" lvl="0" indent="0" algn="ctr" defTabSz="342900" rtl="0" eaLnBrk="1" fontAlgn="auto" latinLnBrk="0" hangingPunct="1">
              <a:lnSpc>
                <a:spcPct val="100000"/>
              </a:lnSpc>
              <a:spcBef>
                <a:spcPts val="0"/>
              </a:spcBef>
              <a:spcAft>
                <a:spcPts val="0"/>
              </a:spcAft>
              <a:buClrTx/>
              <a:buSzPct val="60000"/>
              <a:buFontTx/>
              <a:buNone/>
              <a:tabLst/>
              <a:defRPr/>
            </a:pPr>
            <a:r>
              <a:rPr kumimoji="0" lang="zh-CN" altLang="en-US" sz="3000" b="1" i="0" u="none" strike="noStrike" kern="1200" cap="none" spc="0" normalizeH="0" baseline="0" noProof="0" dirty="0">
                <a:ln w="6600">
                  <a:solidFill>
                    <a:srgbClr val="903163"/>
                  </a:solidFill>
                  <a:prstDash val="solid"/>
                </a:ln>
                <a:solidFill>
                  <a:srgbClr val="FFFFFF"/>
                </a:solidFill>
                <a:effectLst>
                  <a:outerShdw dist="38100" dir="2700000" algn="tl" rotWithShape="0">
                    <a:srgbClr val="903163"/>
                  </a:outerShdw>
                </a:effectLst>
                <a:uLnTx/>
                <a:uFillTx/>
                <a:latin typeface="Libian SC" panose="02010600040101010101" pitchFamily="2" charset="-122"/>
                <a:ea typeface="Libian SC" panose="02010600040101010101" pitchFamily="2" charset="-122"/>
                <a:cs typeface="+mn-cs"/>
              </a:rPr>
              <a:t>航空联程设计*</a:t>
            </a:r>
            <a:endParaRPr kumimoji="0" lang="zh-CN" altLang="en-US" sz="2700" b="1" i="0" u="none" strike="noStrike" kern="1200" cap="none" spc="0" normalizeH="0" baseline="0" noProof="0" dirty="0">
              <a:ln w="6600">
                <a:solidFill>
                  <a:srgbClr val="903163"/>
                </a:solidFill>
                <a:prstDash val="solid"/>
              </a:ln>
              <a:solidFill>
                <a:srgbClr val="FFFFFF"/>
              </a:solidFill>
              <a:effectLst>
                <a:outerShdw dist="38100" dir="2700000" algn="tl" rotWithShape="0">
                  <a:srgbClr val="903163"/>
                </a:outerShdw>
              </a:effectLst>
              <a:uLnTx/>
              <a:uFillTx/>
              <a:latin typeface="Libian SC" panose="02010600040101010101" pitchFamily="2" charset="-122"/>
              <a:ea typeface="Libian SC" panose="02010600040101010101" pitchFamily="2" charset="-122"/>
              <a:cs typeface="+mn-cs"/>
            </a:endParaRPr>
          </a:p>
        </p:txBody>
      </p:sp>
    </p:spTree>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6" presetClass="emph" presetSubtype="0" fill="hold" nodeType="clickEffect">
                                  <p:stCondLst>
                                    <p:cond delay="0"/>
                                  </p:stCondLst>
                                  <p:childTnLst>
                                    <p:animScale>
                                      <p:cBhvr>
                                        <p:cTn id="6" dur="2000" fill="hold"/>
                                        <p:tgtEl>
                                          <p:spTgt spid="14"/>
                                        </p:tgtEl>
                                      </p:cBhvr>
                                      <p:by x="150000" y="15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88769" name="矩形 1">
            <a:extLst>
              <a:ext uri="{FF2B5EF4-FFF2-40B4-BE49-F238E27FC236}">
                <a16:creationId xmlns:a16="http://schemas.microsoft.com/office/drawing/2014/main" id="{D85D174A-2754-A8F9-8B7F-D53358AEA5B2}"/>
              </a:ext>
            </a:extLst>
          </p:cNvPr>
          <p:cNvSpPr>
            <a:spLocks noChangeArrowheads="1"/>
          </p:cNvSpPr>
          <p:nvPr/>
        </p:nvSpPr>
        <p:spPr bwMode="auto">
          <a:xfrm>
            <a:off x="334963" y="5905500"/>
            <a:ext cx="7580312"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912813">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defTabSz="912813">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defTabSz="912813">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defTabSz="912813">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defTabSz="912813">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defTabSz="912813"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defTabSz="912813"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defTabSz="912813"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defTabSz="912813"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marL="0" marR="0" lvl="0" indent="0" algn="l" defTabSz="912813" rtl="0" eaLnBrk="1" fontAlgn="base" latinLnBrk="0" hangingPunct="1">
              <a:lnSpc>
                <a:spcPct val="100000"/>
              </a:lnSpc>
              <a:spcBef>
                <a:spcPct val="0"/>
              </a:spcBef>
              <a:spcAft>
                <a:spcPct val="0"/>
              </a:spcAft>
              <a:buClrTx/>
              <a:buSzTx/>
              <a:buFontTx/>
              <a:buNone/>
              <a:tabLst/>
              <a:defRPr/>
            </a:pPr>
            <a:r>
              <a:rPr kumimoji="0" lang="zh-CN" altLang="en-US" sz="1400" b="0" i="0" u="none" strike="noStrike" kern="1200" cap="none" spc="0" normalizeH="0" baseline="0" noProof="0">
                <a:ln>
                  <a:noFill/>
                </a:ln>
                <a:solidFill>
                  <a:srgbClr val="000000"/>
                </a:solidFill>
                <a:effectLst/>
                <a:uLnTx/>
                <a:uFillTx/>
                <a:latin typeface="华文楷体" panose="02010600040101010101" pitchFamily="2" charset="-122"/>
                <a:ea typeface="华文楷体" panose="02010600040101010101" pitchFamily="2" charset="-122"/>
                <a:cs typeface="+mn-cs"/>
              </a:rPr>
              <a:t>论文分享：屈华民，大数据时代的可视化与协同创新，中国美术学院学报，</a:t>
            </a:r>
            <a:r>
              <a:rPr kumimoji="0" lang="en-US" altLang="zh-CN" sz="1400" b="0" i="0" u="none" strike="noStrike" kern="1200" cap="none" spc="0" normalizeH="0" baseline="0" noProof="0">
                <a:ln>
                  <a:noFill/>
                </a:ln>
                <a:solidFill>
                  <a:srgbClr val="000000"/>
                </a:solidFill>
                <a:effectLst/>
                <a:uLnTx/>
                <a:uFillTx/>
                <a:latin typeface="华文楷体" panose="02010600040101010101" pitchFamily="2" charset="-122"/>
                <a:ea typeface="华文楷体" panose="02010600040101010101" pitchFamily="2" charset="-122"/>
                <a:cs typeface="+mn-cs"/>
              </a:rPr>
              <a:t>2013</a:t>
            </a:r>
            <a:r>
              <a:rPr kumimoji="0" lang="zh-CN" altLang="en-US" sz="1400" b="0" i="0" u="none" strike="noStrike" kern="1200" cap="none" spc="0" normalizeH="0" baseline="0" noProof="0">
                <a:ln>
                  <a:noFill/>
                </a:ln>
                <a:solidFill>
                  <a:srgbClr val="000000"/>
                </a:solidFill>
                <a:effectLst/>
                <a:uLnTx/>
                <a:uFillTx/>
                <a:latin typeface="华文楷体" panose="02010600040101010101" pitchFamily="2" charset="-122"/>
                <a:ea typeface="华文楷体" panose="02010600040101010101" pitchFamily="2" charset="-122"/>
                <a:cs typeface="+mn-cs"/>
              </a:rPr>
              <a:t>，</a:t>
            </a:r>
            <a:r>
              <a:rPr kumimoji="0" lang="en-US" altLang="zh-CN" sz="1400" b="0" i="0" u="none" strike="noStrike" kern="1200" cap="none" spc="0" normalizeH="0" baseline="0" noProof="0">
                <a:ln>
                  <a:noFill/>
                </a:ln>
                <a:solidFill>
                  <a:srgbClr val="000000"/>
                </a:solidFill>
                <a:effectLst/>
                <a:uLnTx/>
                <a:uFillTx/>
                <a:latin typeface="华文楷体" panose="02010600040101010101" pitchFamily="2" charset="-122"/>
                <a:ea typeface="华文楷体" panose="02010600040101010101" pitchFamily="2" charset="-122"/>
                <a:cs typeface="+mn-cs"/>
              </a:rPr>
              <a:t>pp.21-27</a:t>
            </a:r>
            <a:endParaRPr kumimoji="0" lang="zh-CN" altLang="en-US" sz="1400" b="0" i="0" u="none" strike="noStrike" kern="1200" cap="none" spc="0" normalizeH="0" baseline="0" noProof="0">
              <a:ln>
                <a:noFill/>
              </a:ln>
              <a:solidFill>
                <a:srgbClr val="000000"/>
              </a:solidFill>
              <a:effectLst/>
              <a:uLnTx/>
              <a:uFillTx/>
              <a:latin typeface="华文楷体" panose="02010600040101010101" pitchFamily="2" charset="-122"/>
              <a:ea typeface="华文楷体" panose="02010600040101010101" pitchFamily="2" charset="-122"/>
              <a:cs typeface="+mn-cs"/>
            </a:endParaRPr>
          </a:p>
        </p:txBody>
      </p:sp>
      <p:pic>
        <p:nvPicPr>
          <p:cNvPr id="288770" name="图片 4">
            <a:extLst>
              <a:ext uri="{FF2B5EF4-FFF2-40B4-BE49-F238E27FC236}">
                <a16:creationId xmlns:a16="http://schemas.microsoft.com/office/drawing/2014/main" id="{15BC6425-E3EC-075E-D941-38F4C8FCEDC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816475" y="404813"/>
            <a:ext cx="3406775" cy="2468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矩形 5">
            <a:extLst>
              <a:ext uri="{FF2B5EF4-FFF2-40B4-BE49-F238E27FC236}">
                <a16:creationId xmlns:a16="http://schemas.microsoft.com/office/drawing/2014/main" id="{27B7B503-FCD7-FB16-BFB8-8F5DF384A209}"/>
              </a:ext>
            </a:extLst>
          </p:cNvPr>
          <p:cNvSpPr>
            <a:spLocks noChangeArrowheads="1"/>
          </p:cNvSpPr>
          <p:nvPr/>
        </p:nvSpPr>
        <p:spPr bwMode="auto">
          <a:xfrm>
            <a:off x="747713" y="2563813"/>
            <a:ext cx="7937500" cy="2654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912813">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defTabSz="912813">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defTabSz="912813">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defTabSz="912813">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defTabSz="912813">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defTabSz="912813"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defTabSz="912813"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defTabSz="912813"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defTabSz="912813"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marL="0" marR="0" lvl="0" indent="0" algn="l" defTabSz="912813" rtl="0" eaLnBrk="1" fontAlgn="base" latinLnBrk="0" hangingPunct="1">
              <a:lnSpc>
                <a:spcPts val="3000"/>
              </a:lnSpc>
              <a:spcBef>
                <a:spcPts val="600"/>
              </a:spcBef>
              <a:spcAft>
                <a:spcPct val="0"/>
              </a:spcAft>
              <a:buClrTx/>
              <a:buSzPct val="70000"/>
              <a:buFontTx/>
              <a:buNone/>
              <a:tabLst/>
              <a:defRPr/>
            </a:pPr>
            <a:r>
              <a:rPr kumimoji="0" lang="zh-CN" altLang="en-US" sz="2000" b="1" i="0" u="none" strike="noStrike" kern="1200" cap="none" spc="0" normalizeH="0" baseline="0" noProof="0">
                <a:ln>
                  <a:noFill/>
                </a:ln>
                <a:solidFill>
                  <a:srgbClr val="10253F"/>
                </a:solidFill>
                <a:effectLst/>
                <a:uLnTx/>
                <a:uFillTx/>
                <a:latin typeface="华文楷体" panose="02010600040101010101" pitchFamily="2" charset="-122"/>
                <a:ea typeface="华文楷体" panose="02010600040101010101" pitchFamily="2" charset="-122"/>
                <a:cs typeface="+mn-cs"/>
              </a:rPr>
              <a:t>数据：出租车</a:t>
            </a:r>
            <a:r>
              <a:rPr kumimoji="0" lang="en-US" altLang="zh-CN" sz="2000" b="1" i="0" u="none" strike="noStrike" kern="1200" cap="none" spc="0" normalizeH="0" baseline="0" noProof="0">
                <a:ln>
                  <a:noFill/>
                </a:ln>
                <a:solidFill>
                  <a:srgbClr val="10253F"/>
                </a:solidFill>
                <a:effectLst/>
                <a:uLnTx/>
                <a:uFillTx/>
                <a:latin typeface="华文楷体" panose="02010600040101010101" pitchFamily="2" charset="-122"/>
                <a:ea typeface="华文楷体" panose="02010600040101010101" pitchFamily="2" charset="-122"/>
                <a:cs typeface="+mn-cs"/>
              </a:rPr>
              <a:t>/GPS</a:t>
            </a:r>
            <a:endParaRPr kumimoji="0" lang="en-US" altLang="zh-CN" sz="2000" b="1" i="0" u="none" strike="noStrike" kern="1200" cap="none" spc="0" normalizeH="0" baseline="0" noProof="0">
              <a:ln>
                <a:noFill/>
              </a:ln>
              <a:solidFill>
                <a:srgbClr val="10253F"/>
              </a:solidFill>
              <a:effectLst/>
              <a:uLnTx/>
              <a:uFillTx/>
              <a:latin typeface="华文楷体" panose="02010600040101010101" pitchFamily="2" charset="-122"/>
              <a:ea typeface="华文楷体" panose="02010600040101010101" pitchFamily="2" charset="-122"/>
              <a:cs typeface="+mn-cs"/>
              <a:sym typeface="Wingdings" pitchFamily="2" charset="2"/>
            </a:endParaRPr>
          </a:p>
          <a:p>
            <a:pPr marL="0" marR="0" lvl="0" indent="0" algn="l" defTabSz="912813" rtl="0" eaLnBrk="1" fontAlgn="base" latinLnBrk="0" hangingPunct="1">
              <a:lnSpc>
                <a:spcPts val="3000"/>
              </a:lnSpc>
              <a:spcBef>
                <a:spcPts val="600"/>
              </a:spcBef>
              <a:spcAft>
                <a:spcPct val="0"/>
              </a:spcAft>
              <a:buClrTx/>
              <a:buSzPct val="70000"/>
              <a:buFontTx/>
              <a:buNone/>
              <a:tabLst/>
              <a:defRPr/>
            </a:pPr>
            <a:r>
              <a:rPr kumimoji="0" lang="zh-CN" altLang="en-US" sz="2000" b="1" i="0" u="none" strike="noStrike" kern="1200" cap="none" spc="0" normalizeH="0" baseline="0" noProof="0">
                <a:ln>
                  <a:noFill/>
                </a:ln>
                <a:solidFill>
                  <a:srgbClr val="800000"/>
                </a:solidFill>
                <a:effectLst/>
                <a:uLnTx/>
                <a:uFillTx/>
                <a:latin typeface="华文楷体" panose="02010600040101010101" pitchFamily="2" charset="-122"/>
                <a:ea typeface="华文楷体" panose="02010600040101010101" pitchFamily="2" charset="-122"/>
                <a:cs typeface="+mn-cs"/>
                <a:sym typeface="Wingdings" pitchFamily="2" charset="2"/>
              </a:rPr>
              <a:t>问题：如何推荐路径</a:t>
            </a:r>
            <a:endParaRPr kumimoji="0" lang="en-US" altLang="zh-CN" sz="2000" b="1" i="0" u="none" strike="noStrike" kern="1200" cap="none" spc="0" normalizeH="0" baseline="0" noProof="0">
              <a:ln>
                <a:noFill/>
              </a:ln>
              <a:solidFill>
                <a:srgbClr val="800000"/>
              </a:solidFill>
              <a:effectLst/>
              <a:uLnTx/>
              <a:uFillTx/>
              <a:latin typeface="华文楷体" panose="02010600040101010101" pitchFamily="2" charset="-122"/>
              <a:ea typeface="华文楷体" panose="02010600040101010101" pitchFamily="2" charset="-122"/>
              <a:cs typeface="+mn-cs"/>
              <a:sym typeface="Wingdings" pitchFamily="2" charset="2"/>
            </a:endParaRPr>
          </a:p>
          <a:p>
            <a:pPr marL="0" marR="0" lvl="0" indent="0" algn="l" defTabSz="912813" rtl="0" eaLnBrk="1" fontAlgn="base" latinLnBrk="0" hangingPunct="1">
              <a:lnSpc>
                <a:spcPts val="3000"/>
              </a:lnSpc>
              <a:spcBef>
                <a:spcPts val="600"/>
              </a:spcBef>
              <a:spcAft>
                <a:spcPct val="0"/>
              </a:spcAft>
              <a:buClrTx/>
              <a:buSzPct val="70000"/>
              <a:buFontTx/>
              <a:buNone/>
              <a:tabLst/>
              <a:defRPr/>
            </a:pPr>
            <a:r>
              <a:rPr kumimoji="0" lang="zh-CN" altLang="en-US" sz="2000" b="1" i="0" u="none" strike="noStrike" kern="1200" cap="none" spc="0" normalizeH="0" baseline="0" noProof="0">
                <a:ln>
                  <a:noFill/>
                </a:ln>
                <a:solidFill>
                  <a:srgbClr val="10253F"/>
                </a:solidFill>
                <a:effectLst/>
                <a:uLnTx/>
                <a:uFillTx/>
                <a:latin typeface="华文楷体" panose="02010600040101010101" pitchFamily="2" charset="-122"/>
                <a:ea typeface="华文楷体" panose="02010600040101010101" pitchFamily="2" charset="-122"/>
                <a:cs typeface="+mn-cs"/>
                <a:sym typeface="Wingdings" pitchFamily="2" charset="2"/>
              </a:rPr>
              <a:t>思路：根据</a:t>
            </a:r>
            <a:r>
              <a:rPr kumimoji="0" lang="zh-CN" altLang="en-US" sz="2000" b="1" i="0" u="sng" strike="noStrike" kern="1200" cap="none" spc="0" normalizeH="0" baseline="0" noProof="0">
                <a:ln>
                  <a:noFill/>
                </a:ln>
                <a:solidFill>
                  <a:srgbClr val="10253F"/>
                </a:solidFill>
                <a:effectLst/>
                <a:uLnTx/>
                <a:uFillTx/>
                <a:latin typeface="华文楷体" panose="02010600040101010101" pitchFamily="2" charset="-122"/>
                <a:ea typeface="华文楷体" panose="02010600040101010101" pitchFamily="2" charset="-122"/>
                <a:cs typeface="+mn-cs"/>
                <a:sym typeface="Wingdings" pitchFamily="2" charset="2"/>
              </a:rPr>
              <a:t>历史数据</a:t>
            </a:r>
            <a:r>
              <a:rPr kumimoji="0" lang="zh-CN" altLang="en-US" sz="2000" b="1" i="0" u="none" strike="noStrike" kern="1200" cap="none" spc="0" normalizeH="0" baseline="0" noProof="0">
                <a:ln>
                  <a:noFill/>
                </a:ln>
                <a:solidFill>
                  <a:srgbClr val="10253F"/>
                </a:solidFill>
                <a:effectLst/>
                <a:uLnTx/>
                <a:uFillTx/>
                <a:latin typeface="华文楷体" panose="02010600040101010101" pitchFamily="2" charset="-122"/>
                <a:ea typeface="华文楷体" panose="02010600040101010101" pitchFamily="2" charset="-122"/>
                <a:cs typeface="+mn-cs"/>
                <a:sym typeface="Wingdings" pitchFamily="2" charset="2"/>
              </a:rPr>
              <a:t>，从</a:t>
            </a:r>
            <a:r>
              <a:rPr kumimoji="0" lang="zh-CN" altLang="en-US" sz="2000" b="1" i="0" u="sng" strike="noStrike" kern="1200" cap="none" spc="0" normalizeH="0" baseline="0" noProof="0">
                <a:ln>
                  <a:noFill/>
                </a:ln>
                <a:solidFill>
                  <a:srgbClr val="10253F"/>
                </a:solidFill>
                <a:effectLst/>
                <a:uLnTx/>
                <a:uFillTx/>
                <a:latin typeface="华文楷体" panose="02010600040101010101" pitchFamily="2" charset="-122"/>
                <a:ea typeface="华文楷体" panose="02010600040101010101" pitchFamily="2" charset="-122"/>
                <a:cs typeface="+mn-cs"/>
                <a:sym typeface="Wingdings" pitchFamily="2" charset="2"/>
              </a:rPr>
              <a:t>出租车司机</a:t>
            </a:r>
            <a:r>
              <a:rPr kumimoji="0" lang="zh-CN" altLang="en-US" sz="2000" b="1" i="0" u="none" strike="noStrike" kern="1200" cap="none" spc="0" normalizeH="0" baseline="0" noProof="0">
                <a:ln>
                  <a:noFill/>
                </a:ln>
                <a:solidFill>
                  <a:srgbClr val="10253F"/>
                </a:solidFill>
                <a:effectLst/>
                <a:uLnTx/>
                <a:uFillTx/>
                <a:latin typeface="华文楷体" panose="02010600040101010101" pitchFamily="2" charset="-122"/>
                <a:ea typeface="华文楷体" panose="02010600040101010101" pitchFamily="2" charset="-122"/>
                <a:cs typeface="+mn-cs"/>
                <a:sym typeface="Wingdings" pitchFamily="2" charset="2"/>
              </a:rPr>
              <a:t> 在某个时间段从</a:t>
            </a:r>
            <a:r>
              <a:rPr kumimoji="0" lang="en-US" altLang="zh-CN" sz="2000" b="1" i="0" u="none" strike="noStrike" kern="1200" cap="none" spc="0" normalizeH="0" baseline="0" noProof="0">
                <a:ln>
                  <a:noFill/>
                </a:ln>
                <a:solidFill>
                  <a:srgbClr val="10253F"/>
                </a:solidFill>
                <a:effectLst/>
                <a:uLnTx/>
                <a:uFillTx/>
                <a:latin typeface="华文楷体" panose="02010600040101010101" pitchFamily="2" charset="-122"/>
                <a:ea typeface="华文楷体" panose="02010600040101010101" pitchFamily="2" charset="-122"/>
                <a:cs typeface="+mn-cs"/>
                <a:sym typeface="Wingdings" pitchFamily="2" charset="2"/>
              </a:rPr>
              <a:t>A</a:t>
            </a:r>
            <a:r>
              <a:rPr kumimoji="0" lang="zh-CN" altLang="en-US" sz="2000" b="1" i="0" u="none" strike="noStrike" kern="1200" cap="none" spc="0" normalizeH="0" baseline="0" noProof="0">
                <a:ln>
                  <a:noFill/>
                </a:ln>
                <a:solidFill>
                  <a:srgbClr val="10253F"/>
                </a:solidFill>
                <a:effectLst/>
                <a:uLnTx/>
                <a:uFillTx/>
                <a:latin typeface="华文楷体" panose="02010600040101010101" pitchFamily="2" charset="-122"/>
                <a:ea typeface="华文楷体" panose="02010600040101010101" pitchFamily="2" charset="-122"/>
                <a:cs typeface="+mn-cs"/>
                <a:sym typeface="Wingdings" pitchFamily="2" charset="2"/>
              </a:rPr>
              <a:t>地到</a:t>
            </a:r>
            <a:r>
              <a:rPr kumimoji="0" lang="en-US" altLang="zh-CN" sz="2000" b="1" i="0" u="none" strike="noStrike" kern="1200" cap="none" spc="0" normalizeH="0" baseline="0" noProof="0">
                <a:ln>
                  <a:noFill/>
                </a:ln>
                <a:solidFill>
                  <a:srgbClr val="10253F"/>
                </a:solidFill>
                <a:effectLst/>
                <a:uLnTx/>
                <a:uFillTx/>
                <a:latin typeface="华文楷体" panose="02010600040101010101" pitchFamily="2" charset="-122"/>
                <a:ea typeface="华文楷体" panose="02010600040101010101" pitchFamily="2" charset="-122"/>
                <a:cs typeface="+mn-cs"/>
                <a:sym typeface="Wingdings" pitchFamily="2" charset="2"/>
              </a:rPr>
              <a:t>B</a:t>
            </a:r>
            <a:r>
              <a:rPr kumimoji="0" lang="zh-CN" altLang="en-US" sz="2000" b="1" i="0" u="none" strike="noStrike" kern="1200" cap="none" spc="0" normalizeH="0" baseline="0" noProof="0">
                <a:ln>
                  <a:noFill/>
                </a:ln>
                <a:solidFill>
                  <a:srgbClr val="10253F"/>
                </a:solidFill>
                <a:effectLst/>
                <a:uLnTx/>
                <a:uFillTx/>
                <a:latin typeface="华文楷体" panose="02010600040101010101" pitchFamily="2" charset="-122"/>
                <a:ea typeface="华文楷体" panose="02010600040101010101" pitchFamily="2" charset="-122"/>
                <a:cs typeface="+mn-cs"/>
                <a:sym typeface="Wingdings" pitchFamily="2" charset="2"/>
              </a:rPr>
              <a:t>地所走的路径中选取一个</a:t>
            </a:r>
            <a:r>
              <a:rPr kumimoji="0" lang="zh-CN" altLang="en-US" sz="2000" b="1" i="0" u="sng" strike="noStrike" kern="1200" cap="none" spc="0" normalizeH="0" baseline="0" noProof="0">
                <a:ln>
                  <a:noFill/>
                </a:ln>
                <a:solidFill>
                  <a:srgbClr val="10253F"/>
                </a:solidFill>
                <a:effectLst/>
                <a:uLnTx/>
                <a:uFillTx/>
                <a:latin typeface="华文楷体" panose="02010600040101010101" pitchFamily="2" charset="-122"/>
                <a:ea typeface="华文楷体" panose="02010600040101010101" pitchFamily="2" charset="-122"/>
                <a:cs typeface="+mn-cs"/>
                <a:sym typeface="Wingdings" pitchFamily="2" charset="2"/>
              </a:rPr>
              <a:t>用时最短的路径</a:t>
            </a:r>
            <a:r>
              <a:rPr kumimoji="0" lang="zh-CN" altLang="en-US" sz="2000" b="1" i="0" u="none" strike="noStrike" kern="1200" cap="none" spc="0" normalizeH="0" baseline="0" noProof="0">
                <a:ln>
                  <a:noFill/>
                </a:ln>
                <a:solidFill>
                  <a:srgbClr val="10253F"/>
                </a:solidFill>
                <a:effectLst/>
                <a:uLnTx/>
                <a:uFillTx/>
                <a:latin typeface="华文楷体" panose="02010600040101010101" pitchFamily="2" charset="-122"/>
                <a:ea typeface="华文楷体" panose="02010600040101010101" pitchFamily="2" charset="-122"/>
                <a:cs typeface="+mn-cs"/>
                <a:sym typeface="Wingdings" pitchFamily="2" charset="2"/>
              </a:rPr>
              <a:t> </a:t>
            </a:r>
          </a:p>
          <a:p>
            <a:pPr marL="0" marR="0" lvl="0" indent="0" algn="l" defTabSz="912813" rtl="0" eaLnBrk="1" fontAlgn="base" latinLnBrk="0" hangingPunct="1">
              <a:lnSpc>
                <a:spcPts val="3000"/>
              </a:lnSpc>
              <a:spcBef>
                <a:spcPts val="600"/>
              </a:spcBef>
              <a:spcAft>
                <a:spcPct val="0"/>
              </a:spcAft>
              <a:buClrTx/>
              <a:buSzPct val="70000"/>
              <a:buFontTx/>
              <a:buNone/>
              <a:tabLst/>
              <a:defRPr/>
            </a:pPr>
            <a:r>
              <a:rPr kumimoji="0" lang="zh-CN" altLang="en-US" sz="2000" b="1" i="0" u="none" strike="noStrike" kern="1200" cap="none" spc="0" normalizeH="0" baseline="0" noProof="0">
                <a:ln>
                  <a:noFill/>
                </a:ln>
                <a:solidFill>
                  <a:srgbClr val="800000"/>
                </a:solidFill>
                <a:effectLst/>
                <a:uLnTx/>
                <a:uFillTx/>
                <a:latin typeface="华文楷体" panose="02010600040101010101" pitchFamily="2" charset="-122"/>
                <a:ea typeface="华文楷体" panose="02010600040101010101" pitchFamily="2" charset="-122"/>
                <a:cs typeface="+mn-cs"/>
              </a:rPr>
              <a:t>方案：每个时间段，选择某个路径的车辆的数目，以及平均速度</a:t>
            </a:r>
            <a:endParaRPr kumimoji="0" lang="en-US" altLang="zh-CN" sz="2000" b="1" i="0" u="none" strike="noStrike" kern="1200" cap="none" spc="0" normalizeH="0" baseline="0" noProof="0">
              <a:ln>
                <a:noFill/>
              </a:ln>
              <a:solidFill>
                <a:srgbClr val="800000"/>
              </a:solidFill>
              <a:effectLst/>
              <a:uLnTx/>
              <a:uFillTx/>
              <a:latin typeface="华文楷体" panose="02010600040101010101" pitchFamily="2" charset="-122"/>
              <a:ea typeface="华文楷体" panose="02010600040101010101" pitchFamily="2" charset="-122"/>
              <a:cs typeface="+mn-cs"/>
            </a:endParaRPr>
          </a:p>
          <a:p>
            <a:pPr marL="0" marR="0" lvl="0" indent="0" algn="l" defTabSz="912813" rtl="0" eaLnBrk="1" fontAlgn="base" latinLnBrk="0" hangingPunct="1">
              <a:lnSpc>
                <a:spcPts val="3000"/>
              </a:lnSpc>
              <a:spcBef>
                <a:spcPts val="600"/>
              </a:spcBef>
              <a:spcAft>
                <a:spcPct val="0"/>
              </a:spcAft>
              <a:buClrTx/>
              <a:buSzPct val="70000"/>
              <a:buFontTx/>
              <a:buNone/>
              <a:tabLst/>
              <a:defRPr/>
            </a:pPr>
            <a:r>
              <a:rPr kumimoji="0" lang="zh-CN" altLang="en-US" sz="2000" b="1" i="0" u="none" strike="noStrike" kern="1200" cap="none" spc="0" normalizeH="0" baseline="0" noProof="0">
                <a:ln>
                  <a:noFill/>
                </a:ln>
                <a:solidFill>
                  <a:srgbClr val="10253F"/>
                </a:solidFill>
                <a:effectLst/>
                <a:uLnTx/>
                <a:uFillTx/>
                <a:latin typeface="华文楷体" panose="02010600040101010101" pitchFamily="2" charset="-122"/>
                <a:ea typeface="华文楷体" panose="02010600040101010101" pitchFamily="2" charset="-122"/>
                <a:cs typeface="+mn-cs"/>
              </a:rPr>
              <a:t>结果：用户直观判断哪个路径在什么时间段比较好</a:t>
            </a:r>
          </a:p>
        </p:txBody>
      </p:sp>
      <p:cxnSp>
        <p:nvCxnSpPr>
          <p:cNvPr id="288772" name="直线连接符 6">
            <a:extLst>
              <a:ext uri="{FF2B5EF4-FFF2-40B4-BE49-F238E27FC236}">
                <a16:creationId xmlns:a16="http://schemas.microsoft.com/office/drawing/2014/main" id="{8A6196AD-A311-1619-5539-B41E02CC71BC}"/>
              </a:ext>
            </a:extLst>
          </p:cNvPr>
          <p:cNvCxnSpPr>
            <a:cxnSpLocks noChangeShapeType="1"/>
          </p:cNvCxnSpPr>
          <p:nvPr/>
        </p:nvCxnSpPr>
        <p:spPr bwMode="auto">
          <a:xfrm>
            <a:off x="436563" y="5856288"/>
            <a:ext cx="4319587" cy="0"/>
          </a:xfrm>
          <a:prstGeom prst="line">
            <a:avLst/>
          </a:prstGeom>
          <a:noFill/>
          <a:ln w="12700" cap="rnd" algn="ctr">
            <a:solidFill>
              <a:srgbClr val="45122F"/>
            </a:solidFill>
            <a:round/>
            <a:headEnd/>
            <a:tailEnd/>
          </a:ln>
          <a:extLst>
            <a:ext uri="{909E8E84-426E-40DD-AFC4-6F175D3DCCD1}">
              <a14:hiddenFill xmlns:a14="http://schemas.microsoft.com/office/drawing/2010/main">
                <a:noFill/>
              </a14:hiddenFill>
            </a:ext>
          </a:extLst>
        </p:spPr>
      </p:cxnSp>
    </p:spTree>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nodeType="clickEffect">
                                  <p:stCondLst>
                                    <p:cond delay="0"/>
                                  </p:stCondLst>
                                  <p:childTnLst>
                                    <p:set>
                                      <p:cBhvr>
                                        <p:cTn id="6" dur="1" fill="hold">
                                          <p:stCondLst>
                                            <p:cond delay="0"/>
                                          </p:stCondLst>
                                        </p:cTn>
                                        <p:tgtEl>
                                          <p:spTgt spid="6">
                                            <p:txEl>
                                              <p:pRg st="0" end="0"/>
                                            </p:txEl>
                                          </p:spTgt>
                                        </p:tgtEl>
                                        <p:attrNameLst>
                                          <p:attrName>style.visibility</p:attrName>
                                        </p:attrNameLst>
                                      </p:cBhvr>
                                      <p:to>
                                        <p:strVal val="visible"/>
                                      </p:to>
                                    </p:set>
                                    <p:animEffect transition="in" filter="wipe(left)">
                                      <p:cBhvr>
                                        <p:cTn id="7" dur="500"/>
                                        <p:tgtEl>
                                          <p:spTgt spid="6">
                                            <p:txEl>
                                              <p:pRg st="0" end="0"/>
                                            </p:txEl>
                                          </p:spTgt>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8" fill="hold" nodeType="clickEffect">
                                  <p:stCondLst>
                                    <p:cond delay="0"/>
                                  </p:stCondLst>
                                  <p:childTnLst>
                                    <p:set>
                                      <p:cBhvr>
                                        <p:cTn id="11" dur="1" fill="hold">
                                          <p:stCondLst>
                                            <p:cond delay="0"/>
                                          </p:stCondLst>
                                        </p:cTn>
                                        <p:tgtEl>
                                          <p:spTgt spid="6">
                                            <p:txEl>
                                              <p:pRg st="1" end="1"/>
                                            </p:txEl>
                                          </p:spTgt>
                                        </p:tgtEl>
                                        <p:attrNameLst>
                                          <p:attrName>style.visibility</p:attrName>
                                        </p:attrNameLst>
                                      </p:cBhvr>
                                      <p:to>
                                        <p:strVal val="visible"/>
                                      </p:to>
                                    </p:set>
                                    <p:animEffect transition="in" filter="wipe(left)">
                                      <p:cBhvr>
                                        <p:cTn id="12" dur="500"/>
                                        <p:tgtEl>
                                          <p:spTgt spid="6">
                                            <p:txEl>
                                              <p:pRg st="1" end="1"/>
                                            </p:txEl>
                                          </p:spTgt>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8" fill="hold" nodeType="clickEffect">
                                  <p:stCondLst>
                                    <p:cond delay="0"/>
                                  </p:stCondLst>
                                  <p:childTnLst>
                                    <p:set>
                                      <p:cBhvr>
                                        <p:cTn id="16" dur="1" fill="hold">
                                          <p:stCondLst>
                                            <p:cond delay="0"/>
                                          </p:stCondLst>
                                        </p:cTn>
                                        <p:tgtEl>
                                          <p:spTgt spid="6">
                                            <p:txEl>
                                              <p:pRg st="2" end="2"/>
                                            </p:txEl>
                                          </p:spTgt>
                                        </p:tgtEl>
                                        <p:attrNameLst>
                                          <p:attrName>style.visibility</p:attrName>
                                        </p:attrNameLst>
                                      </p:cBhvr>
                                      <p:to>
                                        <p:strVal val="visible"/>
                                      </p:to>
                                    </p:set>
                                    <p:animEffect transition="in" filter="wipe(left)">
                                      <p:cBhvr>
                                        <p:cTn id="17" dur="500"/>
                                        <p:tgtEl>
                                          <p:spTgt spid="6">
                                            <p:txEl>
                                              <p:pRg st="2" end="2"/>
                                            </p:txEl>
                                          </p:spTgt>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8" fill="hold" nodeType="clickEffect">
                                  <p:stCondLst>
                                    <p:cond delay="0"/>
                                  </p:stCondLst>
                                  <p:childTnLst>
                                    <p:set>
                                      <p:cBhvr>
                                        <p:cTn id="21" dur="1" fill="hold">
                                          <p:stCondLst>
                                            <p:cond delay="0"/>
                                          </p:stCondLst>
                                        </p:cTn>
                                        <p:tgtEl>
                                          <p:spTgt spid="6">
                                            <p:txEl>
                                              <p:pRg st="3" end="3"/>
                                            </p:txEl>
                                          </p:spTgt>
                                        </p:tgtEl>
                                        <p:attrNameLst>
                                          <p:attrName>style.visibility</p:attrName>
                                        </p:attrNameLst>
                                      </p:cBhvr>
                                      <p:to>
                                        <p:strVal val="visible"/>
                                      </p:to>
                                    </p:set>
                                    <p:animEffect transition="in" filter="wipe(left)">
                                      <p:cBhvr>
                                        <p:cTn id="22" dur="500"/>
                                        <p:tgtEl>
                                          <p:spTgt spid="6">
                                            <p:txEl>
                                              <p:pRg st="3" end="3"/>
                                            </p:txEl>
                                          </p:spTgt>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2" presetClass="entr" presetSubtype="8" fill="hold" nodeType="clickEffect">
                                  <p:stCondLst>
                                    <p:cond delay="0"/>
                                  </p:stCondLst>
                                  <p:childTnLst>
                                    <p:set>
                                      <p:cBhvr>
                                        <p:cTn id="26" dur="1" fill="hold">
                                          <p:stCondLst>
                                            <p:cond delay="0"/>
                                          </p:stCondLst>
                                        </p:cTn>
                                        <p:tgtEl>
                                          <p:spTgt spid="6">
                                            <p:txEl>
                                              <p:pRg st="4" end="4"/>
                                            </p:txEl>
                                          </p:spTgt>
                                        </p:tgtEl>
                                        <p:attrNameLst>
                                          <p:attrName>style.visibility</p:attrName>
                                        </p:attrNameLst>
                                      </p:cBhvr>
                                      <p:to>
                                        <p:strVal val="visible"/>
                                      </p:to>
                                    </p:set>
                                    <p:animEffect transition="in" filter="wipe(left)">
                                      <p:cBhvr>
                                        <p:cTn id="27" dur="500"/>
                                        <p:tgtEl>
                                          <p:spTgt spid="6">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pic>
        <p:nvPicPr>
          <p:cNvPr id="290817" name="图片 6">
            <a:extLst>
              <a:ext uri="{FF2B5EF4-FFF2-40B4-BE49-F238E27FC236}">
                <a16:creationId xmlns:a16="http://schemas.microsoft.com/office/drawing/2014/main" id="{FD961969-CDB4-0443-641D-CB3909C2E2F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800225" y="603250"/>
            <a:ext cx="7099300" cy="5143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6" name="组 15">
            <a:extLst>
              <a:ext uri="{FF2B5EF4-FFF2-40B4-BE49-F238E27FC236}">
                <a16:creationId xmlns:a16="http://schemas.microsoft.com/office/drawing/2014/main" id="{FD5246F6-430A-EB8C-0D25-9D8C51A95AFB}"/>
              </a:ext>
            </a:extLst>
          </p:cNvPr>
          <p:cNvGrpSpPr>
            <a:grpSpLocks/>
          </p:cNvGrpSpPr>
          <p:nvPr/>
        </p:nvGrpSpPr>
        <p:grpSpPr bwMode="auto">
          <a:xfrm>
            <a:off x="149225" y="2020888"/>
            <a:ext cx="2281238" cy="1033462"/>
            <a:chOff x="393828" y="1417252"/>
            <a:chExt cx="2280643" cy="1033101"/>
          </a:xfrm>
        </p:grpSpPr>
        <p:sp>
          <p:nvSpPr>
            <p:cNvPr id="9" name="矩形 8">
              <a:extLst>
                <a:ext uri="{FF2B5EF4-FFF2-40B4-BE49-F238E27FC236}">
                  <a16:creationId xmlns:a16="http://schemas.microsoft.com/office/drawing/2014/main" id="{04FE55F7-39A3-5391-FC0F-E792F0BE3BD3}"/>
                </a:ext>
              </a:extLst>
            </p:cNvPr>
            <p:cNvSpPr/>
            <p:nvPr/>
          </p:nvSpPr>
          <p:spPr>
            <a:xfrm>
              <a:off x="393828" y="1417252"/>
              <a:ext cx="1533583" cy="374781"/>
            </a:xfrm>
            <a:prstGeom prst="rect">
              <a:avLst/>
            </a:prstGeom>
            <a:solidFill>
              <a:schemeClr val="accent6">
                <a:lumMod val="40000"/>
                <a:lumOff val="60000"/>
              </a:schemeClr>
            </a:solidFill>
          </p:spPr>
          <p:style>
            <a:lnRef idx="0">
              <a:schemeClr val="accent6"/>
            </a:lnRef>
            <a:fillRef idx="3">
              <a:schemeClr val="accent6"/>
            </a:fillRef>
            <a:effectRef idx="3">
              <a:schemeClr val="accent6"/>
            </a:effectRef>
            <a:fontRef idx="minor">
              <a:schemeClr val="lt1"/>
            </a:fontRef>
          </p:style>
          <p:txBody>
            <a:bodyPr lIns="81596" tIns="40798" rIns="81596" bIns="40798">
              <a:spAutoFit/>
            </a:bodyPr>
            <a:lstStyle/>
            <a:p>
              <a:pPr marL="0" marR="0" lvl="0" indent="0" algn="ctr" defTabSz="913815" rtl="0" eaLnBrk="1" fontAlgn="auto" latinLnBrk="0" hangingPunct="1">
                <a:lnSpc>
                  <a:spcPct val="100000"/>
                </a:lnSpc>
                <a:spcBef>
                  <a:spcPts val="0"/>
                </a:spcBef>
                <a:spcAft>
                  <a:spcPts val="0"/>
                </a:spcAft>
                <a:buClrTx/>
                <a:buSzTx/>
                <a:buFontTx/>
                <a:buNone/>
                <a:tabLst/>
                <a:defRPr/>
              </a:pPr>
              <a:r>
                <a:rPr kumimoji="0" lang="zh-CN" altLang="en-US" sz="1900" b="0" i="0" u="none" strike="noStrike" kern="1200" cap="none" spc="0" normalizeH="0" baseline="0" noProof="0" dirty="0">
                  <a:ln>
                    <a:noFill/>
                  </a:ln>
                  <a:solidFill>
                    <a:prstClr val="black"/>
                  </a:solidFill>
                  <a:effectLst/>
                  <a:uLnTx/>
                  <a:uFillTx/>
                  <a:latin typeface="华文新魏"/>
                  <a:ea typeface="华文新魏"/>
                  <a:cs typeface="华文新魏"/>
                </a:rPr>
                <a:t>时间的表示</a:t>
              </a:r>
            </a:p>
          </p:txBody>
        </p:sp>
        <p:cxnSp>
          <p:nvCxnSpPr>
            <p:cNvPr id="13" name="肘形连接符 12">
              <a:extLst>
                <a:ext uri="{FF2B5EF4-FFF2-40B4-BE49-F238E27FC236}">
                  <a16:creationId xmlns:a16="http://schemas.microsoft.com/office/drawing/2014/main" id="{5DEEF630-84C9-E6F8-B85F-A1C34F0E3638}"/>
                </a:ext>
              </a:extLst>
            </p:cNvPr>
            <p:cNvCxnSpPr>
              <a:stCxn id="0" idx="3"/>
            </p:cNvCxnSpPr>
            <p:nvPr/>
          </p:nvCxnSpPr>
          <p:spPr>
            <a:xfrm>
              <a:off x="1926953" y="1604512"/>
              <a:ext cx="747518" cy="845841"/>
            </a:xfrm>
            <a:prstGeom prst="bentConnector2">
              <a:avLst/>
            </a:prstGeom>
            <a:ln>
              <a:tailEnd type="arrow"/>
            </a:ln>
          </p:spPr>
          <p:style>
            <a:lnRef idx="3">
              <a:schemeClr val="accent2"/>
            </a:lnRef>
            <a:fillRef idx="0">
              <a:schemeClr val="accent2"/>
            </a:fillRef>
            <a:effectRef idx="2">
              <a:schemeClr val="accent2"/>
            </a:effectRef>
            <a:fontRef idx="minor">
              <a:schemeClr val="tx1"/>
            </a:fontRef>
          </p:style>
        </p:cxnSp>
      </p:grpSp>
      <p:grpSp>
        <p:nvGrpSpPr>
          <p:cNvPr id="23" name="组 22">
            <a:extLst>
              <a:ext uri="{FF2B5EF4-FFF2-40B4-BE49-F238E27FC236}">
                <a16:creationId xmlns:a16="http://schemas.microsoft.com/office/drawing/2014/main" id="{FC216984-DB5B-F7B8-74CC-E0AA9D8EE18C}"/>
              </a:ext>
            </a:extLst>
          </p:cNvPr>
          <p:cNvGrpSpPr>
            <a:grpSpLocks/>
          </p:cNvGrpSpPr>
          <p:nvPr/>
        </p:nvGrpSpPr>
        <p:grpSpPr bwMode="auto">
          <a:xfrm>
            <a:off x="136525" y="1081088"/>
            <a:ext cx="3921125" cy="1795462"/>
            <a:chOff x="381875" y="478118"/>
            <a:chExt cx="3921184" cy="1795021"/>
          </a:xfrm>
        </p:grpSpPr>
        <p:sp>
          <p:nvSpPr>
            <p:cNvPr id="10" name="矩形 9">
              <a:extLst>
                <a:ext uri="{FF2B5EF4-FFF2-40B4-BE49-F238E27FC236}">
                  <a16:creationId xmlns:a16="http://schemas.microsoft.com/office/drawing/2014/main" id="{87567516-34BF-3F0F-B754-5996EC0C9A1D}"/>
                </a:ext>
              </a:extLst>
            </p:cNvPr>
            <p:cNvSpPr/>
            <p:nvPr/>
          </p:nvSpPr>
          <p:spPr>
            <a:xfrm>
              <a:off x="381875" y="1898358"/>
              <a:ext cx="1533583" cy="374781"/>
            </a:xfrm>
            <a:prstGeom prst="rect">
              <a:avLst/>
            </a:prstGeom>
            <a:solidFill>
              <a:schemeClr val="accent6">
                <a:lumMod val="40000"/>
                <a:lumOff val="60000"/>
              </a:schemeClr>
            </a:solidFill>
          </p:spPr>
          <p:style>
            <a:lnRef idx="0">
              <a:schemeClr val="accent6"/>
            </a:lnRef>
            <a:fillRef idx="3">
              <a:schemeClr val="accent6"/>
            </a:fillRef>
            <a:effectRef idx="3">
              <a:schemeClr val="accent6"/>
            </a:effectRef>
            <a:fontRef idx="minor">
              <a:schemeClr val="lt1"/>
            </a:fontRef>
          </p:style>
          <p:txBody>
            <a:bodyPr lIns="81596" tIns="40798" rIns="81596" bIns="40798">
              <a:spAutoFit/>
            </a:bodyPr>
            <a:lstStyle/>
            <a:p>
              <a:pPr marL="0" marR="0" lvl="0" indent="0" algn="ctr" defTabSz="913815" rtl="0" eaLnBrk="1" fontAlgn="auto" latinLnBrk="0" hangingPunct="1">
                <a:lnSpc>
                  <a:spcPct val="100000"/>
                </a:lnSpc>
                <a:spcBef>
                  <a:spcPts val="0"/>
                </a:spcBef>
                <a:spcAft>
                  <a:spcPts val="0"/>
                </a:spcAft>
                <a:buClrTx/>
                <a:buSzTx/>
                <a:buFontTx/>
                <a:buNone/>
                <a:tabLst/>
                <a:defRPr/>
              </a:pPr>
              <a:r>
                <a:rPr kumimoji="0" lang="zh-CN" altLang="en-US" sz="1900" b="0" i="0" u="none" strike="noStrike" kern="1200" cap="none" spc="0" normalizeH="0" baseline="0" noProof="0" dirty="0">
                  <a:ln>
                    <a:noFill/>
                  </a:ln>
                  <a:solidFill>
                    <a:prstClr val="black"/>
                  </a:solidFill>
                  <a:effectLst/>
                  <a:uLnTx/>
                  <a:uFillTx/>
                  <a:latin typeface="华文新魏"/>
                  <a:ea typeface="华文新魏"/>
                  <a:cs typeface="华文新魏"/>
                </a:rPr>
                <a:t>车辆的多少    </a:t>
              </a:r>
            </a:p>
          </p:txBody>
        </p:sp>
        <p:cxnSp>
          <p:nvCxnSpPr>
            <p:cNvPr id="17" name="肘形连接符 16">
              <a:extLst>
                <a:ext uri="{FF2B5EF4-FFF2-40B4-BE49-F238E27FC236}">
                  <a16:creationId xmlns:a16="http://schemas.microsoft.com/office/drawing/2014/main" id="{66087891-97F6-F317-5193-1DF6F3F8532A}"/>
                </a:ext>
              </a:extLst>
            </p:cNvPr>
            <p:cNvCxnSpPr/>
            <p:nvPr/>
          </p:nvCxnSpPr>
          <p:spPr>
            <a:xfrm flipV="1">
              <a:off x="1929711" y="478118"/>
              <a:ext cx="2373348" cy="1607742"/>
            </a:xfrm>
            <a:prstGeom prst="bentConnector3">
              <a:avLst>
                <a:gd name="adj1" fmla="val 50000"/>
              </a:avLst>
            </a:prstGeom>
            <a:ln>
              <a:tailEnd type="arrow"/>
            </a:ln>
          </p:spPr>
          <p:style>
            <a:lnRef idx="3">
              <a:schemeClr val="accent5"/>
            </a:lnRef>
            <a:fillRef idx="0">
              <a:schemeClr val="accent5"/>
            </a:fillRef>
            <a:effectRef idx="2">
              <a:schemeClr val="accent5"/>
            </a:effectRef>
            <a:fontRef idx="minor">
              <a:schemeClr val="tx1"/>
            </a:fontRef>
          </p:style>
        </p:cxnSp>
      </p:grpSp>
      <p:grpSp>
        <p:nvGrpSpPr>
          <p:cNvPr id="26" name="组 25">
            <a:extLst>
              <a:ext uri="{FF2B5EF4-FFF2-40B4-BE49-F238E27FC236}">
                <a16:creationId xmlns:a16="http://schemas.microsoft.com/office/drawing/2014/main" id="{83026993-4E7A-F282-2012-185DFE991266}"/>
              </a:ext>
            </a:extLst>
          </p:cNvPr>
          <p:cNvGrpSpPr>
            <a:grpSpLocks/>
          </p:cNvGrpSpPr>
          <p:nvPr/>
        </p:nvGrpSpPr>
        <p:grpSpPr bwMode="auto">
          <a:xfrm>
            <a:off x="139700" y="1111250"/>
            <a:ext cx="3859213" cy="2246313"/>
            <a:chOff x="384863" y="508000"/>
            <a:chExt cx="3858431" cy="2246245"/>
          </a:xfrm>
        </p:grpSpPr>
        <p:sp>
          <p:nvSpPr>
            <p:cNvPr id="11" name="矩形 10">
              <a:extLst>
                <a:ext uri="{FF2B5EF4-FFF2-40B4-BE49-F238E27FC236}">
                  <a16:creationId xmlns:a16="http://schemas.microsoft.com/office/drawing/2014/main" id="{85521CAC-FFE8-3E88-4C8B-B4E467F4B29A}"/>
                </a:ext>
              </a:extLst>
            </p:cNvPr>
            <p:cNvSpPr/>
            <p:nvPr/>
          </p:nvSpPr>
          <p:spPr>
            <a:xfrm>
              <a:off x="384863" y="2379464"/>
              <a:ext cx="1533583" cy="374781"/>
            </a:xfrm>
            <a:prstGeom prst="rect">
              <a:avLst/>
            </a:prstGeom>
            <a:solidFill>
              <a:schemeClr val="accent6">
                <a:lumMod val="40000"/>
                <a:lumOff val="60000"/>
              </a:schemeClr>
            </a:solidFill>
          </p:spPr>
          <p:style>
            <a:lnRef idx="0">
              <a:schemeClr val="accent6"/>
            </a:lnRef>
            <a:fillRef idx="3">
              <a:schemeClr val="accent6"/>
            </a:fillRef>
            <a:effectRef idx="3">
              <a:schemeClr val="accent6"/>
            </a:effectRef>
            <a:fontRef idx="minor">
              <a:schemeClr val="lt1"/>
            </a:fontRef>
          </p:style>
          <p:txBody>
            <a:bodyPr lIns="81596" tIns="40798" rIns="81596" bIns="40798">
              <a:spAutoFit/>
            </a:bodyPr>
            <a:lstStyle/>
            <a:p>
              <a:pPr marL="0" marR="0" lvl="0" indent="0" algn="ctr" defTabSz="913815" rtl="0" eaLnBrk="1" fontAlgn="auto" latinLnBrk="0" hangingPunct="1">
                <a:lnSpc>
                  <a:spcPct val="100000"/>
                </a:lnSpc>
                <a:spcBef>
                  <a:spcPts val="0"/>
                </a:spcBef>
                <a:spcAft>
                  <a:spcPts val="0"/>
                </a:spcAft>
                <a:buClrTx/>
                <a:buSzTx/>
                <a:buFontTx/>
                <a:buNone/>
                <a:tabLst/>
                <a:defRPr/>
              </a:pPr>
              <a:r>
                <a:rPr kumimoji="0" lang="zh-CN" altLang="en-US" sz="1900" b="0" i="0" u="none" strike="noStrike" kern="1200" cap="none" spc="0" normalizeH="0" baseline="0" noProof="0" dirty="0">
                  <a:ln>
                    <a:noFill/>
                  </a:ln>
                  <a:solidFill>
                    <a:prstClr val="black"/>
                  </a:solidFill>
                  <a:effectLst/>
                  <a:uLnTx/>
                  <a:uFillTx/>
                  <a:latin typeface="华文新魏"/>
                  <a:ea typeface="华文新魏"/>
                  <a:cs typeface="华文新魏"/>
                </a:rPr>
                <a:t>速度的表示</a:t>
              </a:r>
            </a:p>
          </p:txBody>
        </p:sp>
        <p:cxnSp>
          <p:nvCxnSpPr>
            <p:cNvPr id="24" name="肘形连接符 23">
              <a:extLst>
                <a:ext uri="{FF2B5EF4-FFF2-40B4-BE49-F238E27FC236}">
                  <a16:creationId xmlns:a16="http://schemas.microsoft.com/office/drawing/2014/main" id="{AF75166C-4196-04FB-0779-35066DF2EAFB}"/>
                </a:ext>
              </a:extLst>
            </p:cNvPr>
            <p:cNvCxnSpPr/>
            <p:nvPr/>
          </p:nvCxnSpPr>
          <p:spPr>
            <a:xfrm flipV="1">
              <a:off x="1933949" y="508000"/>
              <a:ext cx="2309345" cy="2073212"/>
            </a:xfrm>
            <a:prstGeom prst="bentConnector3">
              <a:avLst>
                <a:gd name="adj1" fmla="val 50000"/>
              </a:avLst>
            </a:prstGeom>
            <a:ln>
              <a:tailEnd type="arrow"/>
            </a:ln>
          </p:spPr>
          <p:style>
            <a:lnRef idx="3">
              <a:schemeClr val="accent6"/>
            </a:lnRef>
            <a:fillRef idx="0">
              <a:schemeClr val="accent6"/>
            </a:fillRef>
            <a:effectRef idx="2">
              <a:schemeClr val="accent6"/>
            </a:effectRef>
            <a:fontRef idx="minor">
              <a:schemeClr val="tx1"/>
            </a:fontRef>
          </p:style>
        </p:cxnSp>
      </p:grpSp>
      <p:grpSp>
        <p:nvGrpSpPr>
          <p:cNvPr id="29" name="组 28">
            <a:extLst>
              <a:ext uri="{FF2B5EF4-FFF2-40B4-BE49-F238E27FC236}">
                <a16:creationId xmlns:a16="http://schemas.microsoft.com/office/drawing/2014/main" id="{50E4CE8B-020C-9C5A-5D5C-08127E95194B}"/>
              </a:ext>
            </a:extLst>
          </p:cNvPr>
          <p:cNvGrpSpPr>
            <a:grpSpLocks/>
          </p:cNvGrpSpPr>
          <p:nvPr/>
        </p:nvGrpSpPr>
        <p:grpSpPr bwMode="auto">
          <a:xfrm>
            <a:off x="142875" y="2979738"/>
            <a:ext cx="3870325" cy="858837"/>
            <a:chOff x="387851" y="2375647"/>
            <a:chExt cx="3870384" cy="859704"/>
          </a:xfrm>
        </p:grpSpPr>
        <p:sp>
          <p:nvSpPr>
            <p:cNvPr id="12" name="矩形 11">
              <a:extLst>
                <a:ext uri="{FF2B5EF4-FFF2-40B4-BE49-F238E27FC236}">
                  <a16:creationId xmlns:a16="http://schemas.microsoft.com/office/drawing/2014/main" id="{C67F0FB3-072C-BCB8-42F4-FB8B4B353C3E}"/>
                </a:ext>
              </a:extLst>
            </p:cNvPr>
            <p:cNvSpPr/>
            <p:nvPr/>
          </p:nvSpPr>
          <p:spPr>
            <a:xfrm>
              <a:off x="387851" y="2860570"/>
              <a:ext cx="1533583" cy="374781"/>
            </a:xfrm>
            <a:prstGeom prst="rect">
              <a:avLst/>
            </a:prstGeom>
            <a:solidFill>
              <a:schemeClr val="accent6">
                <a:lumMod val="40000"/>
                <a:lumOff val="60000"/>
              </a:schemeClr>
            </a:solidFill>
          </p:spPr>
          <p:style>
            <a:lnRef idx="0">
              <a:schemeClr val="accent6"/>
            </a:lnRef>
            <a:fillRef idx="3">
              <a:schemeClr val="accent6"/>
            </a:fillRef>
            <a:effectRef idx="3">
              <a:schemeClr val="accent6"/>
            </a:effectRef>
            <a:fontRef idx="minor">
              <a:schemeClr val="lt1"/>
            </a:fontRef>
          </p:style>
          <p:txBody>
            <a:bodyPr lIns="81596" tIns="40798" rIns="81596" bIns="40798">
              <a:spAutoFit/>
            </a:bodyPr>
            <a:lstStyle/>
            <a:p>
              <a:pPr marL="0" marR="0" lvl="0" indent="0" algn="ctr" defTabSz="913815" rtl="0" eaLnBrk="1" fontAlgn="auto" latinLnBrk="0" hangingPunct="1">
                <a:lnSpc>
                  <a:spcPct val="100000"/>
                </a:lnSpc>
                <a:spcBef>
                  <a:spcPts val="0"/>
                </a:spcBef>
                <a:spcAft>
                  <a:spcPts val="0"/>
                </a:spcAft>
                <a:buClrTx/>
                <a:buSzTx/>
                <a:buFontTx/>
                <a:buNone/>
                <a:tabLst/>
                <a:defRPr/>
              </a:pPr>
              <a:r>
                <a:rPr kumimoji="0" lang="zh-CN" altLang="en-US" sz="1900" b="0" i="0" u="none" strike="noStrike" kern="1200" cap="none" spc="0" normalizeH="0" baseline="0" noProof="0" dirty="0">
                  <a:ln>
                    <a:noFill/>
                  </a:ln>
                  <a:solidFill>
                    <a:prstClr val="black"/>
                  </a:solidFill>
                  <a:effectLst/>
                  <a:uLnTx/>
                  <a:uFillTx/>
                  <a:latin typeface="华文新魏"/>
                  <a:ea typeface="华文新魏"/>
                  <a:cs typeface="华文新魏"/>
                </a:rPr>
                <a:t>路径的表示  </a:t>
              </a:r>
            </a:p>
          </p:txBody>
        </p:sp>
        <p:cxnSp>
          <p:nvCxnSpPr>
            <p:cNvPr id="27" name="肘形连接符 26">
              <a:extLst>
                <a:ext uri="{FF2B5EF4-FFF2-40B4-BE49-F238E27FC236}">
                  <a16:creationId xmlns:a16="http://schemas.microsoft.com/office/drawing/2014/main" id="{A62F1283-2623-D943-A7CB-FC428AC86669}"/>
                </a:ext>
              </a:extLst>
            </p:cNvPr>
            <p:cNvCxnSpPr/>
            <p:nvPr/>
          </p:nvCxnSpPr>
          <p:spPr>
            <a:xfrm flipV="1">
              <a:off x="1915049" y="2375647"/>
              <a:ext cx="2343186" cy="665833"/>
            </a:xfrm>
            <a:prstGeom prst="bentConnector3">
              <a:avLst>
                <a:gd name="adj1" fmla="val 50000"/>
              </a:avLst>
            </a:prstGeom>
            <a:ln>
              <a:tailEnd type="arrow"/>
            </a:ln>
          </p:spPr>
          <p:style>
            <a:lnRef idx="3">
              <a:schemeClr val="accent4"/>
            </a:lnRef>
            <a:fillRef idx="0">
              <a:schemeClr val="accent4"/>
            </a:fillRef>
            <a:effectRef idx="2">
              <a:schemeClr val="accent4"/>
            </a:effectRef>
            <a:fontRef idx="minor">
              <a:schemeClr val="tx1"/>
            </a:fontRef>
          </p:style>
        </p:cxnSp>
      </p:grpSp>
      <p:grpSp>
        <p:nvGrpSpPr>
          <p:cNvPr id="30" name="组 29">
            <a:extLst>
              <a:ext uri="{FF2B5EF4-FFF2-40B4-BE49-F238E27FC236}">
                <a16:creationId xmlns:a16="http://schemas.microsoft.com/office/drawing/2014/main" id="{1D8F11FD-046E-EB07-D694-02618330D5B7}"/>
              </a:ext>
            </a:extLst>
          </p:cNvPr>
          <p:cNvGrpSpPr>
            <a:grpSpLocks/>
          </p:cNvGrpSpPr>
          <p:nvPr/>
        </p:nvGrpSpPr>
        <p:grpSpPr bwMode="auto">
          <a:xfrm>
            <a:off x="146050" y="4416425"/>
            <a:ext cx="6380163" cy="515938"/>
            <a:chOff x="387851" y="2719294"/>
            <a:chExt cx="6380502" cy="516058"/>
          </a:xfrm>
        </p:grpSpPr>
        <p:sp>
          <p:nvSpPr>
            <p:cNvPr id="31" name="矩形 30">
              <a:extLst>
                <a:ext uri="{FF2B5EF4-FFF2-40B4-BE49-F238E27FC236}">
                  <a16:creationId xmlns:a16="http://schemas.microsoft.com/office/drawing/2014/main" id="{63F5B91F-3B17-101C-92DC-549A7DA07AB3}"/>
                </a:ext>
              </a:extLst>
            </p:cNvPr>
            <p:cNvSpPr/>
            <p:nvPr/>
          </p:nvSpPr>
          <p:spPr>
            <a:xfrm>
              <a:off x="387851" y="2860570"/>
              <a:ext cx="1533583" cy="374782"/>
            </a:xfrm>
            <a:prstGeom prst="rect">
              <a:avLst/>
            </a:prstGeom>
            <a:solidFill>
              <a:schemeClr val="accent6">
                <a:lumMod val="40000"/>
                <a:lumOff val="60000"/>
              </a:schemeClr>
            </a:solidFill>
          </p:spPr>
          <p:style>
            <a:lnRef idx="0">
              <a:schemeClr val="accent6"/>
            </a:lnRef>
            <a:fillRef idx="3">
              <a:schemeClr val="accent6"/>
            </a:fillRef>
            <a:effectRef idx="3">
              <a:schemeClr val="accent6"/>
            </a:effectRef>
            <a:fontRef idx="minor">
              <a:schemeClr val="lt1"/>
            </a:fontRef>
          </p:style>
          <p:txBody>
            <a:bodyPr lIns="81596" tIns="40798" rIns="81596" bIns="40798">
              <a:spAutoFit/>
            </a:bodyPr>
            <a:lstStyle/>
            <a:p>
              <a:pPr marL="0" marR="0" lvl="0" indent="0" algn="ctr" defTabSz="913815" rtl="0" eaLnBrk="1" fontAlgn="auto" latinLnBrk="0" hangingPunct="1">
                <a:lnSpc>
                  <a:spcPct val="100000"/>
                </a:lnSpc>
                <a:spcBef>
                  <a:spcPts val="0"/>
                </a:spcBef>
                <a:spcAft>
                  <a:spcPts val="0"/>
                </a:spcAft>
                <a:buClrTx/>
                <a:buSzTx/>
                <a:buFontTx/>
                <a:buNone/>
                <a:tabLst/>
                <a:defRPr/>
              </a:pPr>
              <a:r>
                <a:rPr kumimoji="0" lang="zh-CN" altLang="en-US" sz="1900" b="0" i="0" u="none" strike="noStrike" kern="1200" cap="none" spc="0" normalizeH="0" baseline="0" noProof="0" dirty="0">
                  <a:ln>
                    <a:noFill/>
                  </a:ln>
                  <a:solidFill>
                    <a:prstClr val="black"/>
                  </a:solidFill>
                  <a:effectLst/>
                  <a:uLnTx/>
                  <a:uFillTx/>
                  <a:latin typeface="华文新魏"/>
                  <a:ea typeface="华文新魏"/>
                  <a:cs typeface="华文新魏"/>
                </a:rPr>
                <a:t>表示什么？</a:t>
              </a:r>
            </a:p>
          </p:txBody>
        </p:sp>
        <p:cxnSp>
          <p:nvCxnSpPr>
            <p:cNvPr id="32" name="肘形连接符 31">
              <a:extLst>
                <a:ext uri="{FF2B5EF4-FFF2-40B4-BE49-F238E27FC236}">
                  <a16:creationId xmlns:a16="http://schemas.microsoft.com/office/drawing/2014/main" id="{F95376D7-BE8D-9FCD-7177-FB823602C273}"/>
                </a:ext>
              </a:extLst>
            </p:cNvPr>
            <p:cNvCxnSpPr/>
            <p:nvPr/>
          </p:nvCxnSpPr>
          <p:spPr>
            <a:xfrm flipV="1">
              <a:off x="1924633" y="2719294"/>
              <a:ext cx="4843720" cy="325514"/>
            </a:xfrm>
            <a:prstGeom prst="bentConnector3">
              <a:avLst>
                <a:gd name="adj1" fmla="val 50000"/>
              </a:avLst>
            </a:prstGeom>
            <a:ln>
              <a:tailEnd type="arrow"/>
            </a:ln>
          </p:spPr>
          <p:style>
            <a:lnRef idx="3">
              <a:schemeClr val="accent2"/>
            </a:lnRef>
            <a:fillRef idx="0">
              <a:schemeClr val="accent2"/>
            </a:fillRef>
            <a:effectRef idx="2">
              <a:schemeClr val="accent2"/>
            </a:effectRef>
            <a:fontRef idx="minor">
              <a:schemeClr val="tx1"/>
            </a:fontRef>
          </p:style>
        </p:cxnSp>
      </p:grpSp>
      <p:sp>
        <p:nvSpPr>
          <p:cNvPr id="290823" name="矩形 1">
            <a:extLst>
              <a:ext uri="{FF2B5EF4-FFF2-40B4-BE49-F238E27FC236}">
                <a16:creationId xmlns:a16="http://schemas.microsoft.com/office/drawing/2014/main" id="{823BFA2B-360D-6099-15C1-51ED10C5F986}"/>
              </a:ext>
            </a:extLst>
          </p:cNvPr>
          <p:cNvSpPr>
            <a:spLocks noChangeArrowheads="1"/>
          </p:cNvSpPr>
          <p:nvPr/>
        </p:nvSpPr>
        <p:spPr bwMode="auto">
          <a:xfrm>
            <a:off x="280988" y="6302375"/>
            <a:ext cx="7580312"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912813">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defTabSz="912813">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defTabSz="912813">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defTabSz="912813">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defTabSz="912813">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defTabSz="912813"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defTabSz="912813"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defTabSz="912813"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defTabSz="912813"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marL="0" marR="0" lvl="0" indent="0" algn="l" defTabSz="912813" rtl="0" eaLnBrk="1" fontAlgn="base" latinLnBrk="0" hangingPunct="1">
              <a:lnSpc>
                <a:spcPct val="100000"/>
              </a:lnSpc>
              <a:spcBef>
                <a:spcPct val="0"/>
              </a:spcBef>
              <a:spcAft>
                <a:spcPct val="0"/>
              </a:spcAft>
              <a:buClrTx/>
              <a:buSzTx/>
              <a:buFontTx/>
              <a:buNone/>
              <a:tabLst/>
              <a:defRPr/>
            </a:pPr>
            <a:r>
              <a:rPr kumimoji="0" lang="zh-CN" altLang="en-US" sz="1400" b="0" i="0" u="none" strike="noStrike" kern="1200" cap="none" spc="0" normalizeH="0" baseline="0" noProof="0">
                <a:ln>
                  <a:noFill/>
                </a:ln>
                <a:solidFill>
                  <a:srgbClr val="000000"/>
                </a:solidFill>
                <a:effectLst/>
                <a:uLnTx/>
                <a:uFillTx/>
                <a:latin typeface="华文楷体" panose="02010600040101010101" pitchFamily="2" charset="-122"/>
                <a:ea typeface="华文楷体" panose="02010600040101010101" pitchFamily="2" charset="-122"/>
                <a:cs typeface="+mn-cs"/>
              </a:rPr>
              <a:t>论文分享：屈华民，大数据时代的可视化与协同创新，中国美术学院学报，</a:t>
            </a:r>
            <a:r>
              <a:rPr kumimoji="0" lang="en-US" altLang="zh-CN" sz="1400" b="0" i="0" u="none" strike="noStrike" kern="1200" cap="none" spc="0" normalizeH="0" baseline="0" noProof="0">
                <a:ln>
                  <a:noFill/>
                </a:ln>
                <a:solidFill>
                  <a:srgbClr val="000000"/>
                </a:solidFill>
                <a:effectLst/>
                <a:uLnTx/>
                <a:uFillTx/>
                <a:latin typeface="华文楷体" panose="02010600040101010101" pitchFamily="2" charset="-122"/>
                <a:ea typeface="华文楷体" panose="02010600040101010101" pitchFamily="2" charset="-122"/>
                <a:cs typeface="+mn-cs"/>
              </a:rPr>
              <a:t>2013</a:t>
            </a:r>
            <a:r>
              <a:rPr kumimoji="0" lang="zh-CN" altLang="en-US" sz="1400" b="0" i="0" u="none" strike="noStrike" kern="1200" cap="none" spc="0" normalizeH="0" baseline="0" noProof="0">
                <a:ln>
                  <a:noFill/>
                </a:ln>
                <a:solidFill>
                  <a:srgbClr val="000000"/>
                </a:solidFill>
                <a:effectLst/>
                <a:uLnTx/>
                <a:uFillTx/>
                <a:latin typeface="华文楷体" panose="02010600040101010101" pitchFamily="2" charset="-122"/>
                <a:ea typeface="华文楷体" panose="02010600040101010101" pitchFamily="2" charset="-122"/>
                <a:cs typeface="+mn-cs"/>
              </a:rPr>
              <a:t>，</a:t>
            </a:r>
            <a:r>
              <a:rPr kumimoji="0" lang="en-US" altLang="zh-CN" sz="1400" b="0" i="0" u="none" strike="noStrike" kern="1200" cap="none" spc="0" normalizeH="0" baseline="0" noProof="0">
                <a:ln>
                  <a:noFill/>
                </a:ln>
                <a:solidFill>
                  <a:srgbClr val="000000"/>
                </a:solidFill>
                <a:effectLst/>
                <a:uLnTx/>
                <a:uFillTx/>
                <a:latin typeface="华文楷体" panose="02010600040101010101" pitchFamily="2" charset="-122"/>
                <a:ea typeface="华文楷体" panose="02010600040101010101" pitchFamily="2" charset="-122"/>
                <a:cs typeface="+mn-cs"/>
              </a:rPr>
              <a:t>pp.21-27</a:t>
            </a:r>
            <a:endParaRPr kumimoji="0" lang="zh-CN" altLang="en-US" sz="1400" b="0" i="0" u="none" strike="noStrike" kern="1200" cap="none" spc="0" normalizeH="0" baseline="0" noProof="0">
              <a:ln>
                <a:noFill/>
              </a:ln>
              <a:solidFill>
                <a:srgbClr val="000000"/>
              </a:solidFill>
              <a:effectLst/>
              <a:uLnTx/>
              <a:uFillTx/>
              <a:latin typeface="华文楷体" panose="02010600040101010101" pitchFamily="2" charset="-122"/>
              <a:ea typeface="华文楷体" panose="02010600040101010101" pitchFamily="2" charset="-122"/>
              <a:cs typeface="+mn-cs"/>
            </a:endParaRPr>
          </a:p>
        </p:txBody>
      </p:sp>
      <p:cxnSp>
        <p:nvCxnSpPr>
          <p:cNvPr id="290824" name="直线连接符 2">
            <a:extLst>
              <a:ext uri="{FF2B5EF4-FFF2-40B4-BE49-F238E27FC236}">
                <a16:creationId xmlns:a16="http://schemas.microsoft.com/office/drawing/2014/main" id="{A262979B-FF09-4E1A-2395-154BAC79264F}"/>
              </a:ext>
            </a:extLst>
          </p:cNvPr>
          <p:cNvCxnSpPr>
            <a:cxnSpLocks noChangeShapeType="1"/>
          </p:cNvCxnSpPr>
          <p:nvPr/>
        </p:nvCxnSpPr>
        <p:spPr bwMode="auto">
          <a:xfrm>
            <a:off x="382588" y="6254750"/>
            <a:ext cx="4319587" cy="0"/>
          </a:xfrm>
          <a:prstGeom prst="line">
            <a:avLst/>
          </a:prstGeom>
          <a:noFill/>
          <a:ln w="12700" cap="rnd" algn="ctr">
            <a:solidFill>
              <a:srgbClr val="45122F"/>
            </a:solidFill>
            <a:round/>
            <a:headEnd/>
            <a:tailEnd/>
          </a:ln>
          <a:extLst>
            <a:ext uri="{909E8E84-426E-40DD-AFC4-6F175D3DCCD1}">
              <a14:hiddenFill xmlns:a14="http://schemas.microsoft.com/office/drawing/2010/main">
                <a:noFill/>
              </a14:hiddenFill>
            </a:ext>
          </a:extLst>
        </p:spPr>
      </p:cxnSp>
    </p:spTree>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nodeType="click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wipe(left)">
                                      <p:cBhvr>
                                        <p:cTn id="7" dur="500"/>
                                        <p:tgtEl>
                                          <p:spTgt spid="16"/>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xit" presetSubtype="8" fill="hold" nodeType="clickEffect">
                                  <p:stCondLst>
                                    <p:cond delay="0"/>
                                  </p:stCondLst>
                                  <p:childTnLst>
                                    <p:animEffect transition="out" filter="wipe(left)">
                                      <p:cBhvr>
                                        <p:cTn id="11" dur="500"/>
                                        <p:tgtEl>
                                          <p:spTgt spid="16"/>
                                        </p:tgtEl>
                                      </p:cBhvr>
                                    </p:animEffect>
                                    <p:set>
                                      <p:cBhvr>
                                        <p:cTn id="12" dur="1" fill="hold">
                                          <p:stCondLst>
                                            <p:cond delay="499"/>
                                          </p:stCondLst>
                                        </p:cTn>
                                        <p:tgtEl>
                                          <p:spTgt spid="16"/>
                                        </p:tgtEl>
                                        <p:attrNameLst>
                                          <p:attrName>style.visibility</p:attrName>
                                        </p:attrNameLst>
                                      </p:cBhvr>
                                      <p:to>
                                        <p:strVal val="hidden"/>
                                      </p:to>
                                    </p:set>
                                  </p:childTnLst>
                                </p:cTn>
                              </p:par>
                            </p:childTnLst>
                          </p:cTn>
                        </p:par>
                        <p:par>
                          <p:cTn id="13" fill="hold" nodeType="afterGroup">
                            <p:stCondLst>
                              <p:cond delay="500"/>
                            </p:stCondLst>
                            <p:childTnLst>
                              <p:par>
                                <p:cTn id="14" presetID="22" presetClass="entr" presetSubtype="8" fill="hold" nodeType="afterEffect">
                                  <p:stCondLst>
                                    <p:cond delay="0"/>
                                  </p:stCondLst>
                                  <p:childTnLst>
                                    <p:set>
                                      <p:cBhvr>
                                        <p:cTn id="15" dur="1" fill="hold">
                                          <p:stCondLst>
                                            <p:cond delay="0"/>
                                          </p:stCondLst>
                                        </p:cTn>
                                        <p:tgtEl>
                                          <p:spTgt spid="23"/>
                                        </p:tgtEl>
                                        <p:attrNameLst>
                                          <p:attrName>style.visibility</p:attrName>
                                        </p:attrNameLst>
                                      </p:cBhvr>
                                      <p:to>
                                        <p:strVal val="visible"/>
                                      </p:to>
                                    </p:set>
                                    <p:animEffect transition="in" filter="wipe(left)">
                                      <p:cBhvr>
                                        <p:cTn id="16" dur="500"/>
                                        <p:tgtEl>
                                          <p:spTgt spid="23"/>
                                        </p:tgtEl>
                                      </p:cBhvr>
                                    </p:animEffect>
                                  </p:childTnLst>
                                </p:cTn>
                              </p:par>
                            </p:childTnLst>
                          </p:cTn>
                        </p:par>
                      </p:childTnLst>
                    </p:cTn>
                  </p:par>
                  <p:par>
                    <p:cTn id="17" fill="hold" nodeType="clickPar">
                      <p:stCondLst>
                        <p:cond delay="indefinite"/>
                      </p:stCondLst>
                      <p:childTnLst>
                        <p:par>
                          <p:cTn id="18" fill="hold" nodeType="withGroup">
                            <p:stCondLst>
                              <p:cond delay="0"/>
                            </p:stCondLst>
                            <p:childTnLst>
                              <p:par>
                                <p:cTn id="19" presetID="22" presetClass="exit" presetSubtype="8" fill="hold" nodeType="clickEffect">
                                  <p:stCondLst>
                                    <p:cond delay="0"/>
                                  </p:stCondLst>
                                  <p:childTnLst>
                                    <p:animEffect transition="out" filter="wipe(left)">
                                      <p:cBhvr>
                                        <p:cTn id="20" dur="500"/>
                                        <p:tgtEl>
                                          <p:spTgt spid="23"/>
                                        </p:tgtEl>
                                      </p:cBhvr>
                                    </p:animEffect>
                                    <p:set>
                                      <p:cBhvr>
                                        <p:cTn id="21" dur="1" fill="hold">
                                          <p:stCondLst>
                                            <p:cond delay="499"/>
                                          </p:stCondLst>
                                        </p:cTn>
                                        <p:tgtEl>
                                          <p:spTgt spid="23"/>
                                        </p:tgtEl>
                                        <p:attrNameLst>
                                          <p:attrName>style.visibility</p:attrName>
                                        </p:attrNameLst>
                                      </p:cBhvr>
                                      <p:to>
                                        <p:strVal val="hidden"/>
                                      </p:to>
                                    </p:set>
                                  </p:childTnLst>
                                </p:cTn>
                              </p:par>
                            </p:childTnLst>
                          </p:cTn>
                        </p:par>
                        <p:par>
                          <p:cTn id="22" fill="hold" nodeType="afterGroup">
                            <p:stCondLst>
                              <p:cond delay="500"/>
                            </p:stCondLst>
                            <p:childTnLst>
                              <p:par>
                                <p:cTn id="23" presetID="22" presetClass="entr" presetSubtype="8" fill="hold" nodeType="afterEffect">
                                  <p:stCondLst>
                                    <p:cond delay="0"/>
                                  </p:stCondLst>
                                  <p:childTnLst>
                                    <p:set>
                                      <p:cBhvr>
                                        <p:cTn id="24" dur="1" fill="hold">
                                          <p:stCondLst>
                                            <p:cond delay="0"/>
                                          </p:stCondLst>
                                        </p:cTn>
                                        <p:tgtEl>
                                          <p:spTgt spid="26"/>
                                        </p:tgtEl>
                                        <p:attrNameLst>
                                          <p:attrName>style.visibility</p:attrName>
                                        </p:attrNameLst>
                                      </p:cBhvr>
                                      <p:to>
                                        <p:strVal val="visible"/>
                                      </p:to>
                                    </p:set>
                                    <p:animEffect transition="in" filter="wipe(left)">
                                      <p:cBhvr>
                                        <p:cTn id="25" dur="500"/>
                                        <p:tgtEl>
                                          <p:spTgt spid="26"/>
                                        </p:tgtEl>
                                      </p:cBhvr>
                                    </p:animEffect>
                                  </p:childTnLst>
                                </p:cTn>
                              </p:par>
                            </p:childTnLst>
                          </p:cTn>
                        </p:par>
                      </p:childTnLst>
                    </p:cTn>
                  </p:par>
                  <p:par>
                    <p:cTn id="26" fill="hold" nodeType="clickPar">
                      <p:stCondLst>
                        <p:cond delay="indefinite"/>
                      </p:stCondLst>
                      <p:childTnLst>
                        <p:par>
                          <p:cTn id="27" fill="hold" nodeType="withGroup">
                            <p:stCondLst>
                              <p:cond delay="0"/>
                            </p:stCondLst>
                            <p:childTnLst>
                              <p:par>
                                <p:cTn id="28" presetID="22" presetClass="exit" presetSubtype="8" fill="hold" nodeType="clickEffect">
                                  <p:stCondLst>
                                    <p:cond delay="0"/>
                                  </p:stCondLst>
                                  <p:childTnLst>
                                    <p:animEffect transition="out" filter="wipe(left)">
                                      <p:cBhvr>
                                        <p:cTn id="29" dur="500"/>
                                        <p:tgtEl>
                                          <p:spTgt spid="26"/>
                                        </p:tgtEl>
                                      </p:cBhvr>
                                    </p:animEffect>
                                    <p:set>
                                      <p:cBhvr>
                                        <p:cTn id="30" dur="1" fill="hold">
                                          <p:stCondLst>
                                            <p:cond delay="499"/>
                                          </p:stCondLst>
                                        </p:cTn>
                                        <p:tgtEl>
                                          <p:spTgt spid="26"/>
                                        </p:tgtEl>
                                        <p:attrNameLst>
                                          <p:attrName>style.visibility</p:attrName>
                                        </p:attrNameLst>
                                      </p:cBhvr>
                                      <p:to>
                                        <p:strVal val="hidden"/>
                                      </p:to>
                                    </p:set>
                                  </p:childTnLst>
                                </p:cTn>
                              </p:par>
                            </p:childTnLst>
                          </p:cTn>
                        </p:par>
                        <p:par>
                          <p:cTn id="31" fill="hold" nodeType="afterGroup">
                            <p:stCondLst>
                              <p:cond delay="500"/>
                            </p:stCondLst>
                            <p:childTnLst>
                              <p:par>
                                <p:cTn id="32" presetID="22" presetClass="entr" presetSubtype="8" fill="hold" nodeType="afterEffect">
                                  <p:stCondLst>
                                    <p:cond delay="0"/>
                                  </p:stCondLst>
                                  <p:childTnLst>
                                    <p:set>
                                      <p:cBhvr>
                                        <p:cTn id="33" dur="1" fill="hold">
                                          <p:stCondLst>
                                            <p:cond delay="0"/>
                                          </p:stCondLst>
                                        </p:cTn>
                                        <p:tgtEl>
                                          <p:spTgt spid="29"/>
                                        </p:tgtEl>
                                        <p:attrNameLst>
                                          <p:attrName>style.visibility</p:attrName>
                                        </p:attrNameLst>
                                      </p:cBhvr>
                                      <p:to>
                                        <p:strVal val="visible"/>
                                      </p:to>
                                    </p:set>
                                    <p:animEffect transition="in" filter="wipe(left)">
                                      <p:cBhvr>
                                        <p:cTn id="34" dur="500"/>
                                        <p:tgtEl>
                                          <p:spTgt spid="29"/>
                                        </p:tgtEl>
                                      </p:cBhvr>
                                    </p:animEffect>
                                  </p:childTnLst>
                                </p:cTn>
                              </p:par>
                            </p:childTnLst>
                          </p:cTn>
                        </p:par>
                      </p:childTnLst>
                    </p:cTn>
                  </p:par>
                  <p:par>
                    <p:cTn id="35" fill="hold" nodeType="clickPar">
                      <p:stCondLst>
                        <p:cond delay="indefinite"/>
                      </p:stCondLst>
                      <p:childTnLst>
                        <p:par>
                          <p:cTn id="36" fill="hold" nodeType="withGroup">
                            <p:stCondLst>
                              <p:cond delay="0"/>
                            </p:stCondLst>
                            <p:childTnLst>
                              <p:par>
                                <p:cTn id="37" presetID="22" presetClass="exit" presetSubtype="8" fill="hold" nodeType="clickEffect">
                                  <p:stCondLst>
                                    <p:cond delay="0"/>
                                  </p:stCondLst>
                                  <p:childTnLst>
                                    <p:animEffect transition="out" filter="wipe(left)">
                                      <p:cBhvr>
                                        <p:cTn id="38" dur="500"/>
                                        <p:tgtEl>
                                          <p:spTgt spid="29"/>
                                        </p:tgtEl>
                                      </p:cBhvr>
                                    </p:animEffect>
                                    <p:set>
                                      <p:cBhvr>
                                        <p:cTn id="39" dur="1" fill="hold">
                                          <p:stCondLst>
                                            <p:cond delay="499"/>
                                          </p:stCondLst>
                                        </p:cTn>
                                        <p:tgtEl>
                                          <p:spTgt spid="29"/>
                                        </p:tgtEl>
                                        <p:attrNameLst>
                                          <p:attrName>style.visibility</p:attrName>
                                        </p:attrNameLst>
                                      </p:cBhvr>
                                      <p:to>
                                        <p:strVal val="hidden"/>
                                      </p:to>
                                    </p:set>
                                  </p:childTnLst>
                                </p:cTn>
                              </p:par>
                            </p:childTnLst>
                          </p:cTn>
                        </p:par>
                        <p:par>
                          <p:cTn id="40" fill="hold" nodeType="afterGroup">
                            <p:stCondLst>
                              <p:cond delay="500"/>
                            </p:stCondLst>
                            <p:childTnLst>
                              <p:par>
                                <p:cTn id="41" presetID="22" presetClass="entr" presetSubtype="8" fill="hold" nodeType="afterEffect">
                                  <p:stCondLst>
                                    <p:cond delay="0"/>
                                  </p:stCondLst>
                                  <p:childTnLst>
                                    <p:set>
                                      <p:cBhvr>
                                        <p:cTn id="42" dur="1" fill="hold">
                                          <p:stCondLst>
                                            <p:cond delay="0"/>
                                          </p:stCondLst>
                                        </p:cTn>
                                        <p:tgtEl>
                                          <p:spTgt spid="30"/>
                                        </p:tgtEl>
                                        <p:attrNameLst>
                                          <p:attrName>style.visibility</p:attrName>
                                        </p:attrNameLst>
                                      </p:cBhvr>
                                      <p:to>
                                        <p:strVal val="visible"/>
                                      </p:to>
                                    </p:set>
                                    <p:animEffect transition="in" filter="wipe(left)">
                                      <p:cBhvr>
                                        <p:cTn id="43" dur="5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92865" name="文本框 5">
            <a:extLst>
              <a:ext uri="{FF2B5EF4-FFF2-40B4-BE49-F238E27FC236}">
                <a16:creationId xmlns:a16="http://schemas.microsoft.com/office/drawing/2014/main" id="{A39048B5-CAB4-E1EA-0ADF-E2206BC95E30}"/>
              </a:ext>
            </a:extLst>
          </p:cNvPr>
          <p:cNvSpPr txBox="1">
            <a:spLocks noChangeArrowheads="1"/>
          </p:cNvSpPr>
          <p:nvPr/>
        </p:nvSpPr>
        <p:spPr bwMode="auto">
          <a:xfrm>
            <a:off x="519113" y="5503863"/>
            <a:ext cx="8624887" cy="1016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Comic Sans MS" panose="030F0902030302020204" pitchFamily="66" charset="0"/>
                <a:ea typeface="宋体" panose="02010600030101010101" pitchFamily="2" charset="-122"/>
              </a:defRPr>
            </a:lvl1pPr>
            <a:lvl2pPr marL="742950" indent="-285750">
              <a:defRPr>
                <a:solidFill>
                  <a:schemeClr val="tx1"/>
                </a:solidFill>
                <a:latin typeface="Comic Sans MS" panose="030F0902030302020204" pitchFamily="66" charset="0"/>
                <a:ea typeface="宋体" panose="02010600030101010101" pitchFamily="2" charset="-122"/>
              </a:defRPr>
            </a:lvl2pPr>
            <a:lvl3pPr marL="1143000" indent="-228600">
              <a:defRPr>
                <a:solidFill>
                  <a:schemeClr val="tx1"/>
                </a:solidFill>
                <a:latin typeface="Comic Sans MS" panose="030F0902030302020204" pitchFamily="66" charset="0"/>
                <a:ea typeface="宋体" panose="02010600030101010101" pitchFamily="2" charset="-122"/>
              </a:defRPr>
            </a:lvl3pPr>
            <a:lvl4pPr marL="1600200" indent="-228600">
              <a:defRPr>
                <a:solidFill>
                  <a:schemeClr val="tx1"/>
                </a:solidFill>
                <a:latin typeface="Comic Sans MS" panose="030F0902030302020204" pitchFamily="66" charset="0"/>
                <a:ea typeface="宋体" panose="02010600030101010101" pitchFamily="2" charset="-122"/>
              </a:defRPr>
            </a:lvl4pPr>
            <a:lvl5pPr marL="2057400" indent="-228600">
              <a:defRPr>
                <a:solidFill>
                  <a:schemeClr val="tx1"/>
                </a:solidFill>
                <a:latin typeface="Comic Sans MS" panose="030F0902030302020204" pitchFamily="66"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Comic Sans MS" panose="030F0902030302020204" pitchFamily="66"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Comic Sans MS" panose="030F0902030302020204" pitchFamily="66"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Comic Sans MS" panose="030F0902030302020204" pitchFamily="66"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Comic Sans MS" panose="030F0902030302020204" pitchFamily="66" charset="0"/>
                <a:ea typeface="宋体" panose="02010600030101010101" pitchFamily="2" charset="-122"/>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zh-CN" altLang="en-US" sz="2000" b="0" i="0" u="none" strike="noStrike" kern="1200" cap="none" spc="0" normalizeH="0" baseline="0" noProof="0">
                <a:ln>
                  <a:noFill/>
                </a:ln>
                <a:solidFill>
                  <a:prstClr val="black"/>
                </a:solidFill>
                <a:effectLst/>
                <a:uLnTx/>
                <a:uFillTx/>
                <a:latin typeface="微软雅黑" panose="020B0503020204020204" pitchFamily="34" charset="-122"/>
                <a:ea typeface="宋体" panose="02010600030101010101" pitchFamily="2" charset="-122"/>
                <a:cs typeface="+mn-cs"/>
              </a:rPr>
              <a:t>Senseable City实验室与法国国家高速铁路公司(SNCF)合作。</a:t>
            </a:r>
            <a:endParaRPr kumimoji="0" lang="en-US" altLang="zh-CN" sz="2000" b="0" i="0" u="none" strike="noStrike" kern="1200" cap="none" spc="0" normalizeH="0" baseline="0" noProof="0">
              <a:ln>
                <a:noFill/>
              </a:ln>
              <a:solidFill>
                <a:prstClr val="black"/>
              </a:solidFill>
              <a:effectLst/>
              <a:uLnTx/>
              <a:uFillTx/>
              <a:latin typeface="微软雅黑" panose="020B0503020204020204" pitchFamily="34" charset="-122"/>
              <a:ea typeface="宋体" panose="02010600030101010101" pitchFamily="2" charset="-122"/>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zh-CN" altLang="en-US" sz="2000" b="0" i="0" u="none" strike="noStrike" kern="1200" cap="none" spc="0" normalizeH="0" baseline="0" noProof="0">
                <a:ln>
                  <a:noFill/>
                </a:ln>
                <a:solidFill>
                  <a:prstClr val="black"/>
                </a:solidFill>
                <a:effectLst/>
                <a:uLnTx/>
                <a:uFillTx/>
                <a:latin typeface="微软雅黑" panose="020B0503020204020204" pitchFamily="34" charset="-122"/>
                <a:ea typeface="宋体" panose="02010600030101010101" pitchFamily="2" charset="-122"/>
                <a:cs typeface="+mn-cs"/>
              </a:rPr>
              <a:t>研究人们如何使用该国的高速铁路系统到达法国不同地区。</a:t>
            </a:r>
            <a:endParaRPr kumimoji="0" lang="en-US" altLang="zh-CN" sz="2000" b="0" i="0" u="none" strike="noStrike" kern="1200" cap="none" spc="0" normalizeH="0" baseline="0" noProof="0">
              <a:ln>
                <a:noFill/>
              </a:ln>
              <a:solidFill>
                <a:prstClr val="black"/>
              </a:solidFill>
              <a:effectLst/>
              <a:uLnTx/>
              <a:uFillTx/>
              <a:latin typeface="微软雅黑" panose="020B0503020204020204" pitchFamily="34" charset="-122"/>
              <a:ea typeface="宋体" panose="02010600030101010101" pitchFamily="2" charset="-122"/>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zh-CN" altLang="en-US" sz="2000" b="0" i="0" u="none" strike="noStrike" kern="1200" cap="none" spc="0" normalizeH="0" baseline="0" noProof="0">
                <a:ln>
                  <a:noFill/>
                </a:ln>
                <a:solidFill>
                  <a:prstClr val="black"/>
                </a:solidFill>
                <a:effectLst/>
                <a:uLnTx/>
                <a:uFillTx/>
                <a:latin typeface="微软雅黑" panose="020B0503020204020204" pitchFamily="34" charset="-122"/>
                <a:ea typeface="宋体" panose="02010600030101010101" pitchFamily="2" charset="-122"/>
                <a:cs typeface="+mn-cs"/>
              </a:rPr>
              <a:t>两个可视化应用程序为法国铁路运输提供了新的视角。</a:t>
            </a:r>
          </a:p>
        </p:txBody>
      </p:sp>
      <p:pic>
        <p:nvPicPr>
          <p:cNvPr id="8" name="trains_in_time.mp4">
            <a:hlinkClick r:id="" action="ppaction://media"/>
            <a:extLst>
              <a:ext uri="{FF2B5EF4-FFF2-40B4-BE49-F238E27FC236}">
                <a16:creationId xmlns:a16="http://schemas.microsoft.com/office/drawing/2014/main" id="{356AE448-1677-659C-B450-6700A81D0A26}"/>
              </a:ext>
            </a:extLst>
          </p:cNvPr>
          <p:cNvPicPr>
            <a:picLocks noChangeAspect="1" noChangeArrowheads="1"/>
          </p:cNvPicPr>
          <p:nvPr>
            <a:videoFile r:link="rId2"/>
            <p:extLst>
              <p:ext uri="{DAA4B4D4-6D71-4841-9C94-3DE7FCFB9230}">
                <p14:media xmlns:p14="http://schemas.microsoft.com/office/powerpoint/2010/main" r:link="rId1"/>
              </p:ext>
            </p:extLst>
          </p:nvPr>
        </p:nvPicPr>
        <p:blipFill>
          <a:blip r:embed="rId5">
            <a:extLst>
              <a:ext uri="{28A0092B-C50C-407E-A947-70E740481C1C}">
                <a14:useLocalDpi xmlns:a14="http://schemas.microsoft.com/office/drawing/2010/main" val="0"/>
              </a:ext>
            </a:extLst>
          </a:blip>
          <a:srcRect/>
          <a:stretch>
            <a:fillRect/>
          </a:stretch>
        </p:blipFill>
        <p:spPr bwMode="auto">
          <a:xfrm>
            <a:off x="3175" y="3175"/>
            <a:ext cx="9144000" cy="5143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mediacall" presetSubtype="0" fill="hold" nodeType="clickEffect">
                                  <p:stCondLst>
                                    <p:cond delay="0"/>
                                  </p:stCondLst>
                                  <p:childTnLst>
                                    <p:cmd type="call" cmd="playFrom(0.0)">
                                      <p:cBhvr>
                                        <p:cTn id="6" dur="210023" fill="hold"/>
                                        <p:tgtEl>
                                          <p:spTgt spid="8"/>
                                        </p:tgtEl>
                                      </p:cBhvr>
                                    </p:cmd>
                                  </p:childTnLst>
                                </p:cTn>
                              </p:par>
                            </p:childTnLst>
                          </p:cTn>
                        </p:par>
                      </p:childTnLst>
                    </p:cTn>
                  </p:par>
                </p:childTnLst>
              </p:cTn>
              <p:prevCondLst>
                <p:cond evt="onPrev" delay="0">
                  <p:tgtEl>
                    <p:sldTgt/>
                  </p:tgtEl>
                </p:cond>
              </p:prevCondLst>
              <p:nextCondLst>
                <p:cond evt="onNext" delay="0">
                  <p:tgtEl>
                    <p:sldTgt/>
                  </p:tgtEl>
                </p:cond>
              </p:nextCondLst>
            </p:seq>
            <p:video>
              <p:cMediaNode vol="80000">
                <p:cTn id="7" fill="hold" display="0">
                  <p:stCondLst>
                    <p:cond delay="indefinite"/>
                  </p:stCondLst>
                </p:cTn>
                <p:tgtEl>
                  <p:spTgt spid="8"/>
                </p:tgtEl>
              </p:cMediaNode>
            </p:video>
            <p:seq concurrent="1" nextAc="seek">
              <p:cTn id="8" restart="whenNotActive" fill="hold" evtFilter="cancelBubble" nodeType="interactiveSeq">
                <p:stCondLst>
                  <p:cond evt="onClick" delay="0">
                    <p:tgtEl>
                      <p:spTgt spid="8"/>
                    </p:tgtEl>
                  </p:cond>
                </p:stCondLst>
                <p:endSync evt="end" delay="0">
                  <p:rtn val="all"/>
                </p:endSync>
                <p:childTnLst>
                  <p:par>
                    <p:cTn id="9" fill="hold" nodeType="clickPar">
                      <p:stCondLst>
                        <p:cond delay="0"/>
                      </p:stCondLst>
                      <p:childTnLst>
                        <p:par>
                          <p:cTn id="10" fill="hold" nodeType="withGroup">
                            <p:stCondLst>
                              <p:cond delay="0"/>
                            </p:stCondLst>
                            <p:childTnLst>
                              <p:par>
                                <p:cTn id="11" presetID="2" presetClass="mediacall" presetSubtype="0" fill="hold" nodeType="clickEffect">
                                  <p:stCondLst>
                                    <p:cond delay="0"/>
                                  </p:stCondLst>
                                  <p:childTnLst>
                                    <p:cmd type="call" cmd="togglePause">
                                      <p:cBhvr>
                                        <p:cTn id="12" dur="1" fill="hold"/>
                                        <p:tgtEl>
                                          <p:spTgt spid="8"/>
                                        </p:tgtEl>
                                      </p:cBhvr>
                                    </p:cmd>
                                  </p:childTnLst>
                                </p:cTn>
                              </p:par>
                            </p:childTnLst>
                          </p:cTn>
                        </p:par>
                      </p:childTnLst>
                    </p:cTn>
                  </p:par>
                </p:childTnLst>
              </p:cTn>
              <p:nextCondLst>
                <p:cond evt="onClick" delay="0">
                  <p:tgtEl>
                    <p:spTgt spid="8"/>
                  </p:tgtEl>
                </p:cond>
              </p:nextCondLst>
            </p:seq>
          </p:childTnLst>
        </p:cTn>
      </p:par>
    </p:tnLst>
  </p:timing>
</p:sld>
</file>

<file path=ppt/slides/slide2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94913" name="文本框 5">
            <a:extLst>
              <a:ext uri="{FF2B5EF4-FFF2-40B4-BE49-F238E27FC236}">
                <a16:creationId xmlns:a16="http://schemas.microsoft.com/office/drawing/2014/main" id="{D354A1ED-A669-031D-7C1F-1181F7B749C4}"/>
              </a:ext>
            </a:extLst>
          </p:cNvPr>
          <p:cNvSpPr txBox="1">
            <a:spLocks noChangeArrowheads="1"/>
          </p:cNvSpPr>
          <p:nvPr/>
        </p:nvSpPr>
        <p:spPr bwMode="auto">
          <a:xfrm>
            <a:off x="519113" y="5503863"/>
            <a:ext cx="8624887" cy="1016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Comic Sans MS" panose="030F0902030302020204" pitchFamily="66" charset="0"/>
                <a:ea typeface="宋体" panose="02010600030101010101" pitchFamily="2" charset="-122"/>
              </a:defRPr>
            </a:lvl1pPr>
            <a:lvl2pPr marL="742950" indent="-285750">
              <a:defRPr>
                <a:solidFill>
                  <a:schemeClr val="tx1"/>
                </a:solidFill>
                <a:latin typeface="Comic Sans MS" panose="030F0902030302020204" pitchFamily="66" charset="0"/>
                <a:ea typeface="宋体" panose="02010600030101010101" pitchFamily="2" charset="-122"/>
              </a:defRPr>
            </a:lvl2pPr>
            <a:lvl3pPr marL="1143000" indent="-228600">
              <a:defRPr>
                <a:solidFill>
                  <a:schemeClr val="tx1"/>
                </a:solidFill>
                <a:latin typeface="Comic Sans MS" panose="030F0902030302020204" pitchFamily="66" charset="0"/>
                <a:ea typeface="宋体" panose="02010600030101010101" pitchFamily="2" charset="-122"/>
              </a:defRPr>
            </a:lvl3pPr>
            <a:lvl4pPr marL="1600200" indent="-228600">
              <a:defRPr>
                <a:solidFill>
                  <a:schemeClr val="tx1"/>
                </a:solidFill>
                <a:latin typeface="Comic Sans MS" panose="030F0902030302020204" pitchFamily="66" charset="0"/>
                <a:ea typeface="宋体" panose="02010600030101010101" pitchFamily="2" charset="-122"/>
              </a:defRPr>
            </a:lvl4pPr>
            <a:lvl5pPr marL="2057400" indent="-228600">
              <a:defRPr>
                <a:solidFill>
                  <a:schemeClr val="tx1"/>
                </a:solidFill>
                <a:latin typeface="Comic Sans MS" panose="030F0902030302020204" pitchFamily="66"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Comic Sans MS" panose="030F0902030302020204" pitchFamily="66"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Comic Sans MS" panose="030F0902030302020204" pitchFamily="66"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Comic Sans MS" panose="030F0902030302020204" pitchFamily="66"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Comic Sans MS" panose="030F0902030302020204" pitchFamily="66" charset="0"/>
                <a:ea typeface="宋体" panose="02010600030101010101" pitchFamily="2" charset="-122"/>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zh-CN" altLang="en-US" sz="2000" b="0" i="0" u="none" strike="noStrike" kern="1200" cap="none" spc="0" normalizeH="0" baseline="0" noProof="0">
                <a:ln>
                  <a:noFill/>
                </a:ln>
                <a:solidFill>
                  <a:prstClr val="black"/>
                </a:solidFill>
                <a:effectLst/>
                <a:uLnTx/>
                <a:uFillTx/>
                <a:latin typeface="微软雅黑" panose="020B0503020204020204" pitchFamily="34" charset="-122"/>
                <a:ea typeface="宋体" panose="02010600030101010101" pitchFamily="2" charset="-122"/>
                <a:cs typeface="+mn-cs"/>
              </a:rPr>
              <a:t>Senseable City实验室与法国国家高速铁路公司(SNCF)合作。</a:t>
            </a:r>
            <a:endParaRPr kumimoji="0" lang="en-US" altLang="zh-CN" sz="2000" b="0" i="0" u="none" strike="noStrike" kern="1200" cap="none" spc="0" normalizeH="0" baseline="0" noProof="0">
              <a:ln>
                <a:noFill/>
              </a:ln>
              <a:solidFill>
                <a:prstClr val="black"/>
              </a:solidFill>
              <a:effectLst/>
              <a:uLnTx/>
              <a:uFillTx/>
              <a:latin typeface="微软雅黑" panose="020B0503020204020204" pitchFamily="34" charset="-122"/>
              <a:ea typeface="宋体" panose="02010600030101010101" pitchFamily="2" charset="-122"/>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zh-CN" altLang="en-US" sz="2000" b="0" i="0" u="none" strike="noStrike" kern="1200" cap="none" spc="0" normalizeH="0" baseline="0" noProof="0">
                <a:ln>
                  <a:noFill/>
                </a:ln>
                <a:solidFill>
                  <a:prstClr val="black"/>
                </a:solidFill>
                <a:effectLst/>
                <a:uLnTx/>
                <a:uFillTx/>
                <a:latin typeface="微软雅黑" panose="020B0503020204020204" pitchFamily="34" charset="-122"/>
                <a:ea typeface="宋体" panose="02010600030101010101" pitchFamily="2" charset="-122"/>
                <a:cs typeface="+mn-cs"/>
              </a:rPr>
              <a:t>研究人们如何使用该国的高速铁路系统到达法国不同地区。</a:t>
            </a:r>
            <a:endParaRPr kumimoji="0" lang="en-US" altLang="zh-CN" sz="2000" b="0" i="0" u="none" strike="noStrike" kern="1200" cap="none" spc="0" normalizeH="0" baseline="0" noProof="0">
              <a:ln>
                <a:noFill/>
              </a:ln>
              <a:solidFill>
                <a:prstClr val="black"/>
              </a:solidFill>
              <a:effectLst/>
              <a:uLnTx/>
              <a:uFillTx/>
              <a:latin typeface="微软雅黑" panose="020B0503020204020204" pitchFamily="34" charset="-122"/>
              <a:ea typeface="宋体" panose="02010600030101010101" pitchFamily="2" charset="-122"/>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zh-CN" altLang="en-US" sz="2000" b="0" i="0" u="none" strike="noStrike" kern="1200" cap="none" spc="0" normalizeH="0" baseline="0" noProof="0">
                <a:ln>
                  <a:noFill/>
                </a:ln>
                <a:solidFill>
                  <a:prstClr val="black"/>
                </a:solidFill>
                <a:effectLst/>
                <a:uLnTx/>
                <a:uFillTx/>
                <a:latin typeface="微软雅黑" panose="020B0503020204020204" pitchFamily="34" charset="-122"/>
                <a:ea typeface="宋体" panose="02010600030101010101" pitchFamily="2" charset="-122"/>
                <a:cs typeface="+mn-cs"/>
              </a:rPr>
              <a:t>两个可视化应用程序为法国铁路运输提供了新的视角。</a:t>
            </a:r>
          </a:p>
        </p:txBody>
      </p:sp>
      <p:pic>
        <p:nvPicPr>
          <p:cNvPr id="2" name="isochronic_france.mp4">
            <a:hlinkClick r:id="" action="ppaction://media"/>
            <a:extLst>
              <a:ext uri="{FF2B5EF4-FFF2-40B4-BE49-F238E27FC236}">
                <a16:creationId xmlns:a16="http://schemas.microsoft.com/office/drawing/2014/main" id="{3E5A1510-C559-2CB2-CCA9-044ECA175087}"/>
              </a:ext>
            </a:extLst>
          </p:cNvPr>
          <p:cNvPicPr>
            <a:picLocks noChangeAspect="1" noChangeArrowheads="1"/>
          </p:cNvPicPr>
          <p:nvPr>
            <a:videoFile r:link="rId2"/>
            <p:extLst>
              <p:ext uri="{DAA4B4D4-6D71-4841-9C94-3DE7FCFB9230}">
                <p14:media xmlns:p14="http://schemas.microsoft.com/office/powerpoint/2010/main" r:link="rId1"/>
              </p:ext>
            </p:extLst>
          </p:nvPr>
        </p:nvPicPr>
        <p:blipFill>
          <a:blip r:embed="rId5">
            <a:extLst>
              <a:ext uri="{28A0092B-C50C-407E-A947-70E740481C1C}">
                <a14:useLocalDpi xmlns:a14="http://schemas.microsoft.com/office/drawing/2010/main" val="0"/>
              </a:ext>
            </a:extLst>
          </a:blip>
          <a:srcRect/>
          <a:stretch>
            <a:fillRect/>
          </a:stretch>
        </p:blipFill>
        <p:spPr bwMode="auto">
          <a:xfrm>
            <a:off x="3175" y="4763"/>
            <a:ext cx="9144000" cy="5143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mediacall" presetSubtype="0" fill="hold" nodeType="clickEffect">
                                  <p:stCondLst>
                                    <p:cond delay="0"/>
                                  </p:stCondLst>
                                  <p:childTnLst>
                                    <p:cmd type="call" cmd="playFrom(0.0)">
                                      <p:cBhvr>
                                        <p:cTn id="6" dur="81013" fill="hold"/>
                                        <p:tgtEl>
                                          <p:spTgt spid="2"/>
                                        </p:tgtEl>
                                      </p:cBhvr>
                                    </p:cmd>
                                  </p:childTnLst>
                                </p:cTn>
                              </p:par>
                            </p:childTnLst>
                          </p:cTn>
                        </p:par>
                      </p:childTnLst>
                    </p:cTn>
                  </p:par>
                </p:childTnLst>
              </p:cTn>
              <p:prevCondLst>
                <p:cond evt="onPrev" delay="0">
                  <p:tgtEl>
                    <p:sldTgt/>
                  </p:tgtEl>
                </p:cond>
              </p:prevCondLst>
              <p:nextCondLst>
                <p:cond evt="onNext" delay="0">
                  <p:tgtEl>
                    <p:sldTgt/>
                  </p:tgtEl>
                </p:cond>
              </p:nextCondLst>
            </p:seq>
            <p:video>
              <p:cMediaNode vol="80000">
                <p:cTn id="7" fill="hold" display="0">
                  <p:stCondLst>
                    <p:cond delay="indefinite"/>
                  </p:stCondLst>
                </p:cTn>
                <p:tgtEl>
                  <p:spTgt spid="2"/>
                </p:tgtEl>
              </p:cMediaNode>
            </p:video>
            <p:seq concurrent="1" nextAc="seek">
              <p:cTn id="8" restart="whenNotActive" fill="hold" evtFilter="cancelBubble" nodeType="interactiveSeq">
                <p:stCondLst>
                  <p:cond evt="onClick" delay="0">
                    <p:tgtEl>
                      <p:spTgt spid="2"/>
                    </p:tgtEl>
                  </p:cond>
                </p:stCondLst>
                <p:endSync evt="end" delay="0">
                  <p:rtn val="all"/>
                </p:endSync>
                <p:childTnLst>
                  <p:par>
                    <p:cTn id="9" fill="hold" nodeType="clickPar">
                      <p:stCondLst>
                        <p:cond delay="0"/>
                      </p:stCondLst>
                      <p:childTnLst>
                        <p:par>
                          <p:cTn id="10" fill="hold" nodeType="withGroup">
                            <p:stCondLst>
                              <p:cond delay="0"/>
                            </p:stCondLst>
                            <p:childTnLst>
                              <p:par>
                                <p:cTn id="11" presetID="2" presetClass="mediacall" presetSubtype="0" fill="hold" nodeType="clickEffect">
                                  <p:stCondLst>
                                    <p:cond delay="0"/>
                                  </p:stCondLst>
                                  <p:childTnLst>
                                    <p:cmd type="call" cmd="togglePause">
                                      <p:cBhvr>
                                        <p:cTn id="12" dur="1" fill="hold"/>
                                        <p:tgtEl>
                                          <p:spTgt spid="2"/>
                                        </p:tgtEl>
                                      </p:cBhvr>
                                    </p:cmd>
                                  </p:childTnLst>
                                </p:cTn>
                              </p:par>
                            </p:childTnLst>
                          </p:cTn>
                        </p:par>
                      </p:childTnLst>
                    </p:cTn>
                  </p:par>
                </p:childTnLst>
              </p:cTn>
              <p:nextCondLst>
                <p:cond evt="onClick" delay="0">
                  <p:tgtEl>
                    <p:spTgt spid="2"/>
                  </p:tgtEl>
                </p:cond>
              </p:nextCondLst>
            </p:seq>
          </p:childTnLst>
        </p:cTn>
      </p:par>
    </p:tn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3011" name="Picture 2"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01663" y="1025525"/>
            <a:ext cx="4113212" cy="1730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3012" name="Rectangle 3"/>
          <p:cNvSpPr>
            <a:spLocks noGrp="1" noChangeArrowheads="1"/>
          </p:cNvSpPr>
          <p:nvPr>
            <p:ph type="body" sz="half" idx="1"/>
          </p:nvPr>
        </p:nvSpPr>
        <p:spPr/>
        <p:txBody>
          <a:bodyPr/>
          <a:lstStyle/>
          <a:p>
            <a:pPr>
              <a:lnSpc>
                <a:spcPct val="100000"/>
              </a:lnSpc>
              <a:buFont typeface="Wingdings" charset="0"/>
              <a:buNone/>
            </a:pPr>
            <a:r>
              <a:rPr lang="en-US" sz="2400" dirty="0">
                <a:latin typeface="Gill Sans MT" charset="0"/>
              </a:rPr>
              <a:t>5.1 introduction</a:t>
            </a:r>
          </a:p>
          <a:p>
            <a:pPr>
              <a:lnSpc>
                <a:spcPct val="100000"/>
              </a:lnSpc>
              <a:buFont typeface="Wingdings" charset="0"/>
              <a:buNone/>
            </a:pPr>
            <a:r>
              <a:rPr lang="en-US" sz="2400" dirty="0">
                <a:solidFill>
                  <a:srgbClr val="CC0000"/>
                </a:solidFill>
                <a:latin typeface="Gill Sans MT" charset="0"/>
              </a:rPr>
              <a:t>5.2 routing protocols</a:t>
            </a:r>
          </a:p>
          <a:p>
            <a:pPr>
              <a:lnSpc>
                <a:spcPts val="2580"/>
              </a:lnSpc>
            </a:pPr>
            <a:r>
              <a:rPr lang="en-US" sz="2400" dirty="0">
                <a:solidFill>
                  <a:srgbClr val="CC0000"/>
                </a:solidFill>
                <a:latin typeface="Gill Sans MT" charset="0"/>
              </a:rPr>
              <a:t>link state</a:t>
            </a:r>
          </a:p>
          <a:p>
            <a:pPr>
              <a:lnSpc>
                <a:spcPts val="2580"/>
              </a:lnSpc>
            </a:pPr>
            <a:r>
              <a:rPr lang="en-US" sz="2400" dirty="0">
                <a:latin typeface="Gill Sans MT" charset="0"/>
              </a:rPr>
              <a:t>distance vector</a:t>
            </a:r>
          </a:p>
          <a:p>
            <a:pPr marL="461963" indent="-461963">
              <a:lnSpc>
                <a:spcPct val="100000"/>
              </a:lnSpc>
              <a:buNone/>
            </a:pPr>
            <a:r>
              <a:rPr lang="en-US" sz="2400" dirty="0"/>
              <a:t>5.3 intra-AS routing in the Internet: OSPF</a:t>
            </a:r>
          </a:p>
          <a:p>
            <a:pPr marL="461963" indent="-461963">
              <a:lnSpc>
                <a:spcPct val="100000"/>
              </a:lnSpc>
              <a:buNone/>
            </a:pPr>
            <a:r>
              <a:rPr lang="en-US" sz="2400" dirty="0"/>
              <a:t>5.4 routing among the ISPs: BGP</a:t>
            </a:r>
            <a:endParaRPr lang="en-US" sz="2400" dirty="0">
              <a:latin typeface="Gill Sans MT" charset="0"/>
            </a:endParaRPr>
          </a:p>
        </p:txBody>
      </p:sp>
      <p:sp>
        <p:nvSpPr>
          <p:cNvPr id="43013" name="Rectangle 4"/>
          <p:cNvSpPr>
            <a:spLocks noGrp="1" noChangeArrowheads="1"/>
          </p:cNvSpPr>
          <p:nvPr>
            <p:ph type="body" sz="half" idx="2"/>
          </p:nvPr>
        </p:nvSpPr>
        <p:spPr/>
        <p:txBody>
          <a:bodyPr/>
          <a:lstStyle/>
          <a:p>
            <a:pPr marL="461963" indent="-461963">
              <a:lnSpc>
                <a:spcPct val="100000"/>
              </a:lnSpc>
              <a:buFont typeface="Wingdings" charset="0"/>
              <a:buNone/>
            </a:pPr>
            <a:r>
              <a:rPr lang="en-US" sz="2400" dirty="0">
                <a:latin typeface="Gill Sans MT" charset="0"/>
              </a:rPr>
              <a:t>5.5 The SDN control plane</a:t>
            </a:r>
          </a:p>
          <a:p>
            <a:pPr marL="461963" indent="-461963">
              <a:lnSpc>
                <a:spcPct val="100000"/>
              </a:lnSpc>
              <a:buNone/>
            </a:pPr>
            <a:r>
              <a:rPr lang="en-US" sz="2400" dirty="0"/>
              <a:t>5.6 ICMP: The Internet Control Message Protocol </a:t>
            </a:r>
          </a:p>
          <a:p>
            <a:pPr marL="461963" indent="-461963">
              <a:lnSpc>
                <a:spcPct val="100000"/>
              </a:lnSpc>
              <a:buNone/>
            </a:pPr>
            <a:r>
              <a:rPr lang="en-US" sz="2400" dirty="0"/>
              <a:t>5.7 Network management and SNMP</a:t>
            </a:r>
            <a:endParaRPr lang="en-US" sz="2400" dirty="0">
              <a:latin typeface="Gill Sans MT" charset="0"/>
            </a:endParaRPr>
          </a:p>
        </p:txBody>
      </p:sp>
      <p:sp>
        <p:nvSpPr>
          <p:cNvPr id="43014" name="Rectangle 2"/>
          <p:cNvSpPr>
            <a:spLocks noChangeArrowheads="1"/>
          </p:cNvSpPr>
          <p:nvPr/>
        </p:nvSpPr>
        <p:spPr bwMode="auto">
          <a:xfrm>
            <a:off x="533400" y="228600"/>
            <a:ext cx="7772400" cy="1143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nchor="ctr"/>
          <a:lstStyle/>
          <a:p>
            <a:r>
              <a:rPr lang="en-US" sz="4400" dirty="0">
                <a:solidFill>
                  <a:srgbClr val="000099"/>
                </a:solidFill>
                <a:latin typeface="Gill Sans MT" charset="0"/>
              </a:rPr>
              <a:t>Chapter 5: outline</a:t>
            </a:r>
          </a:p>
        </p:txBody>
      </p:sp>
      <p:sp>
        <p:nvSpPr>
          <p:cNvPr id="10" name="Slide Number Placeholder 5"/>
          <p:cNvSpPr>
            <a:spLocks noGrp="1"/>
          </p:cNvSpPr>
          <p:nvPr>
            <p:ph type="sldNum" sz="quarter" idx="12"/>
          </p:nvPr>
        </p:nvSpPr>
        <p:spPr>
          <a:xfrm>
            <a:off x="8456154" y="6475895"/>
            <a:ext cx="548655" cy="272319"/>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200" dirty="0">
                <a:latin typeface="Tahoma" charset="0"/>
              </a:rPr>
              <a:t>5-</a:t>
            </a:r>
            <a:fld id="{8E8C6E93-DF5B-BC4B-80F9-500DED1EEDCC}" type="slidenum">
              <a:rPr lang="en-US" sz="1200">
                <a:latin typeface="Tahoma" charset="0"/>
              </a:rPr>
              <a:pPr/>
              <a:t>30</a:t>
            </a:fld>
            <a:endParaRPr lang="en-US" sz="1200" dirty="0">
              <a:latin typeface="Tahoma" charset="0"/>
            </a:endParaRPr>
          </a:p>
        </p:txBody>
      </p:sp>
      <p:sp>
        <p:nvSpPr>
          <p:cNvPr id="11" name="Footer Placeholder 2"/>
          <p:cNvSpPr>
            <a:spLocks noGrp="1"/>
          </p:cNvSpPr>
          <p:nvPr>
            <p:ph type="ftr" sz="quarter" idx="11"/>
          </p:nvPr>
        </p:nvSpPr>
        <p:spPr>
          <a:xfrm>
            <a:off x="6375496" y="6475081"/>
            <a:ext cx="2177473" cy="241541"/>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200" dirty="0">
                <a:solidFill>
                  <a:srgbClr val="000000"/>
                </a:solidFill>
                <a:latin typeface="Tahoma" charset="0"/>
                <a:cs typeface="Arial" charset="0"/>
              </a:rPr>
              <a:t>Network Layer: Control Plane</a:t>
            </a:r>
          </a:p>
        </p:txBody>
      </p:sp>
    </p:spTree>
    <p:extLst>
      <p:ext uri="{BB962C8B-B14F-4D97-AF65-F5344CB8AC3E}">
        <p14:creationId xmlns:p14="http://schemas.microsoft.com/office/powerpoint/2010/main" val="3495845506"/>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4931" name="Picture 6" descr="underline_base"/>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68325" y="1014413"/>
            <a:ext cx="6856413" cy="1730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24932" name="Rectangle 2"/>
          <p:cNvSpPr>
            <a:spLocks noGrp="1" noChangeArrowheads="1"/>
          </p:cNvSpPr>
          <p:nvPr>
            <p:ph type="title"/>
          </p:nvPr>
        </p:nvSpPr>
        <p:spPr/>
        <p:txBody>
          <a:bodyPr/>
          <a:lstStyle/>
          <a:p>
            <a:r>
              <a:rPr lang="en-US" sz="4000" dirty="0">
                <a:latin typeface="Gill Sans MT" charset="0"/>
              </a:rPr>
              <a:t>A link-state routing algorithm</a:t>
            </a:r>
            <a:endParaRPr lang="en-US" dirty="0">
              <a:latin typeface="Gill Sans MT" charset="0"/>
            </a:endParaRPr>
          </a:p>
        </p:txBody>
      </p:sp>
      <p:sp>
        <p:nvSpPr>
          <p:cNvPr id="124933" name="Rectangle 3"/>
          <p:cNvSpPr>
            <a:spLocks noGrp="1" noChangeArrowheads="1"/>
          </p:cNvSpPr>
          <p:nvPr>
            <p:ph type="body" sz="half" idx="1"/>
          </p:nvPr>
        </p:nvSpPr>
        <p:spPr>
          <a:xfrm>
            <a:off x="544513" y="1555750"/>
            <a:ext cx="3810000" cy="4903788"/>
          </a:xfrm>
        </p:spPr>
        <p:txBody>
          <a:bodyPr/>
          <a:lstStyle/>
          <a:p>
            <a:pPr>
              <a:buFont typeface="Wingdings" charset="0"/>
              <a:buNone/>
            </a:pPr>
            <a:r>
              <a:rPr lang="en-US" i="1" dirty="0">
                <a:solidFill>
                  <a:srgbClr val="CC0000"/>
                </a:solidFill>
                <a:latin typeface="Gill Sans MT" charset="0"/>
              </a:rPr>
              <a:t>Dijkstra</a:t>
            </a:r>
            <a:r>
              <a:rPr lang="ja-JP" altLang="en-US" i="1">
                <a:solidFill>
                  <a:srgbClr val="CC0000"/>
                </a:solidFill>
                <a:latin typeface="Gill Sans MT" charset="0"/>
              </a:rPr>
              <a:t>’</a:t>
            </a:r>
            <a:r>
              <a:rPr lang="en-US" altLang="ja-JP" i="1" dirty="0">
                <a:solidFill>
                  <a:srgbClr val="CC0000"/>
                </a:solidFill>
                <a:latin typeface="Gill Sans MT" charset="0"/>
              </a:rPr>
              <a:t>s algorithm</a:t>
            </a:r>
          </a:p>
          <a:p>
            <a:r>
              <a:rPr lang="en-US" sz="2400" dirty="0">
                <a:latin typeface="Gill Sans MT" charset="0"/>
              </a:rPr>
              <a:t>net topology, link costs known to all nodes</a:t>
            </a:r>
          </a:p>
          <a:p>
            <a:pPr lvl="1"/>
            <a:r>
              <a:rPr lang="en-US" sz="2000" dirty="0">
                <a:latin typeface="Gill Sans MT" charset="0"/>
              </a:rPr>
              <a:t>accomplished via </a:t>
            </a:r>
            <a:r>
              <a:rPr lang="ja-JP" altLang="en-US" sz="2000">
                <a:latin typeface="Gill Sans MT" charset="0"/>
              </a:rPr>
              <a:t>“</a:t>
            </a:r>
            <a:r>
              <a:rPr lang="en-US" altLang="ja-JP" sz="2000" dirty="0">
                <a:latin typeface="Gill Sans MT" charset="0"/>
              </a:rPr>
              <a:t>link state broadcast</a:t>
            </a:r>
            <a:r>
              <a:rPr lang="ja-JP" altLang="en-US" sz="2000">
                <a:latin typeface="Gill Sans MT" charset="0"/>
              </a:rPr>
              <a:t>”</a:t>
            </a:r>
            <a:r>
              <a:rPr lang="en-US" altLang="ja-JP" sz="2000" dirty="0">
                <a:latin typeface="Gill Sans MT" charset="0"/>
              </a:rPr>
              <a:t> </a:t>
            </a:r>
          </a:p>
          <a:p>
            <a:pPr lvl="1"/>
            <a:r>
              <a:rPr lang="en-US" sz="2000" dirty="0">
                <a:latin typeface="Gill Sans MT" charset="0"/>
              </a:rPr>
              <a:t>all nodes have same info</a:t>
            </a:r>
          </a:p>
          <a:p>
            <a:r>
              <a:rPr lang="en-US" sz="2400" dirty="0">
                <a:latin typeface="Gill Sans MT" charset="0"/>
              </a:rPr>
              <a:t>computes least cost paths from one node (</a:t>
            </a:r>
            <a:r>
              <a:rPr lang="ja-JP" altLang="en-US" sz="2400">
                <a:latin typeface="Gill Sans MT" charset="0"/>
              </a:rPr>
              <a:t>‘</a:t>
            </a:r>
            <a:r>
              <a:rPr lang="en-US" altLang="ja-JP" sz="2400" dirty="0">
                <a:latin typeface="Gill Sans MT" charset="0"/>
              </a:rPr>
              <a:t>source</a:t>
            </a:r>
            <a:r>
              <a:rPr lang="ja-JP" altLang="en-US" sz="2400">
                <a:latin typeface="Gill Sans MT" charset="0"/>
              </a:rPr>
              <a:t>”</a:t>
            </a:r>
            <a:r>
              <a:rPr lang="en-US" altLang="ja-JP" sz="2400" dirty="0">
                <a:latin typeface="Gill Sans MT" charset="0"/>
              </a:rPr>
              <a:t>) to all other nodes</a:t>
            </a:r>
          </a:p>
          <a:p>
            <a:pPr lvl="1"/>
            <a:r>
              <a:rPr lang="en-US" sz="2000" dirty="0">
                <a:latin typeface="Gill Sans MT" charset="0"/>
              </a:rPr>
              <a:t>gives </a:t>
            </a:r>
            <a:r>
              <a:rPr lang="en-US" sz="2000" i="1" dirty="0">
                <a:solidFill>
                  <a:srgbClr val="000099"/>
                </a:solidFill>
                <a:latin typeface="Gill Sans MT" charset="0"/>
              </a:rPr>
              <a:t>forwarding table</a:t>
            </a:r>
            <a:r>
              <a:rPr lang="en-US" sz="2000" dirty="0">
                <a:latin typeface="Gill Sans MT" charset="0"/>
              </a:rPr>
              <a:t> for that node</a:t>
            </a:r>
          </a:p>
          <a:p>
            <a:r>
              <a:rPr lang="en-US" sz="2400" dirty="0">
                <a:latin typeface="Gill Sans MT" charset="0"/>
              </a:rPr>
              <a:t>iterative: after k iterations, know least cost path to k </a:t>
            </a:r>
            <a:r>
              <a:rPr lang="en-US" sz="2400" dirty="0" err="1">
                <a:latin typeface="Gill Sans MT" charset="0"/>
              </a:rPr>
              <a:t>dest</a:t>
            </a:r>
            <a:r>
              <a:rPr lang="en-US" sz="2400" dirty="0">
                <a:latin typeface="Gill Sans MT" charset="0"/>
              </a:rPr>
              <a:t>.</a:t>
            </a:r>
            <a:r>
              <a:rPr lang="ja-JP" altLang="en-US" sz="2400">
                <a:latin typeface="Gill Sans MT" charset="0"/>
              </a:rPr>
              <a:t>’</a:t>
            </a:r>
            <a:r>
              <a:rPr lang="en-US" altLang="ja-JP" sz="2400" dirty="0">
                <a:latin typeface="Gill Sans MT" charset="0"/>
              </a:rPr>
              <a:t>s</a:t>
            </a:r>
            <a:endParaRPr lang="en-US" sz="2400" dirty="0">
              <a:latin typeface="Gill Sans MT" charset="0"/>
            </a:endParaRPr>
          </a:p>
        </p:txBody>
      </p:sp>
      <p:sp>
        <p:nvSpPr>
          <p:cNvPr id="8" name="Slide Number Placeholder 5"/>
          <p:cNvSpPr>
            <a:spLocks noGrp="1"/>
          </p:cNvSpPr>
          <p:nvPr>
            <p:ph type="sldNum" sz="quarter" idx="12"/>
          </p:nvPr>
        </p:nvSpPr>
        <p:spPr>
          <a:xfrm>
            <a:off x="8456154" y="6475895"/>
            <a:ext cx="548655" cy="272319"/>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200" dirty="0">
                <a:latin typeface="Tahoma" charset="0"/>
              </a:rPr>
              <a:t>5-</a:t>
            </a:r>
            <a:fld id="{8E8C6E93-DF5B-BC4B-80F9-500DED1EEDCC}" type="slidenum">
              <a:rPr lang="en-US" sz="1200">
                <a:latin typeface="Tahoma" charset="0"/>
              </a:rPr>
              <a:pPr/>
              <a:t>31</a:t>
            </a:fld>
            <a:endParaRPr lang="en-US" sz="1200" dirty="0">
              <a:latin typeface="Tahoma" charset="0"/>
            </a:endParaRPr>
          </a:p>
        </p:txBody>
      </p:sp>
      <p:sp>
        <p:nvSpPr>
          <p:cNvPr id="9" name="Footer Placeholder 2"/>
          <p:cNvSpPr>
            <a:spLocks noGrp="1"/>
          </p:cNvSpPr>
          <p:nvPr>
            <p:ph type="ftr" sz="quarter" idx="11"/>
          </p:nvPr>
        </p:nvSpPr>
        <p:spPr>
          <a:xfrm>
            <a:off x="6375496" y="6475081"/>
            <a:ext cx="2177473" cy="241541"/>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200" dirty="0">
                <a:solidFill>
                  <a:srgbClr val="000000"/>
                </a:solidFill>
                <a:latin typeface="Tahoma" charset="0"/>
                <a:cs typeface="Arial" charset="0"/>
              </a:rPr>
              <a:t>Network Layer: Control Plane</a:t>
            </a:r>
          </a:p>
        </p:txBody>
      </p:sp>
      <p:sp>
        <p:nvSpPr>
          <p:cNvPr id="3" name="文本框 2">
            <a:extLst>
              <a:ext uri="{FF2B5EF4-FFF2-40B4-BE49-F238E27FC236}">
                <a16:creationId xmlns:a16="http://schemas.microsoft.com/office/drawing/2014/main" id="{FC9FB2DD-FCDA-8C13-E1CC-30C8FB35D962}"/>
              </a:ext>
            </a:extLst>
          </p:cNvPr>
          <p:cNvSpPr txBox="1"/>
          <p:nvPr/>
        </p:nvSpPr>
        <p:spPr>
          <a:xfrm>
            <a:off x="1021279" y="109786"/>
            <a:ext cx="7434875" cy="369332"/>
          </a:xfrm>
          <a:prstGeom prst="rect">
            <a:avLst/>
          </a:prstGeom>
          <a:solidFill>
            <a:schemeClr val="bg1"/>
          </a:solidFill>
          <a:effectLst>
            <a:outerShdw blurRad="50800" dist="38100" dir="2700000" algn="tl" rotWithShape="0">
              <a:prstClr val="black">
                <a:alpha val="40000"/>
              </a:prstClr>
            </a:outerShdw>
          </a:effectLst>
        </p:spPr>
        <p:txBody>
          <a:bodyPr wrap="square">
            <a:spAutoFit/>
          </a:bodyPr>
          <a:lstStyle/>
          <a:p>
            <a:pPr algn="l"/>
            <a:r>
              <a:rPr lang="zh-CN" altLang="en-US" b="0" i="0" dirty="0">
                <a:solidFill>
                  <a:schemeClr val="accent1">
                    <a:lumMod val="50000"/>
                  </a:schemeClr>
                </a:solidFill>
                <a:effectLst/>
                <a:latin typeface="PingFang SC" panose="020B0400000000000000" pitchFamily="34" charset="-122"/>
                <a:ea typeface="PingFang SC" panose="020B0400000000000000" pitchFamily="34" charset="-122"/>
              </a:rPr>
              <a:t>本科经典算法</a:t>
            </a:r>
            <a:r>
              <a:rPr lang="en" altLang="zh-CN" b="0" i="0" dirty="0">
                <a:solidFill>
                  <a:schemeClr val="accent1">
                    <a:lumMod val="50000"/>
                  </a:schemeClr>
                </a:solidFill>
                <a:effectLst/>
                <a:latin typeface="PingFang SC" panose="020B0400000000000000" pitchFamily="34" charset="-122"/>
                <a:ea typeface="PingFang SC" panose="020B0400000000000000" pitchFamily="34" charset="-122"/>
              </a:rPr>
              <a:t>Dijkstra</a:t>
            </a:r>
            <a:r>
              <a:rPr lang="zh-CN" altLang="en" b="0" i="0" dirty="0">
                <a:solidFill>
                  <a:schemeClr val="accent1">
                    <a:lumMod val="50000"/>
                  </a:schemeClr>
                </a:solidFill>
                <a:effectLst/>
                <a:latin typeface="PingFang SC" panose="020B0400000000000000" pitchFamily="34" charset="-122"/>
                <a:ea typeface="PingFang SC" panose="020B0400000000000000" pitchFamily="34" charset="-122"/>
              </a:rPr>
              <a:t>，</a:t>
            </a:r>
            <a:r>
              <a:rPr lang="zh-CN" altLang="en-US" b="0" i="0" dirty="0">
                <a:solidFill>
                  <a:schemeClr val="accent1">
                    <a:lumMod val="50000"/>
                  </a:schemeClr>
                </a:solidFill>
                <a:effectLst/>
                <a:latin typeface="PingFang SC" panose="020B0400000000000000" pitchFamily="34" charset="-122"/>
                <a:ea typeface="PingFang SC" panose="020B0400000000000000" pitchFamily="34" charset="-122"/>
              </a:rPr>
              <a:t>被证明是普遍最优了：最坏情况性能也最优！</a:t>
            </a:r>
          </a:p>
        </p:txBody>
      </p:sp>
      <p:grpSp>
        <p:nvGrpSpPr>
          <p:cNvPr id="124945" name="组合 124944">
            <a:extLst>
              <a:ext uri="{FF2B5EF4-FFF2-40B4-BE49-F238E27FC236}">
                <a16:creationId xmlns:a16="http://schemas.microsoft.com/office/drawing/2014/main" id="{AF8E100E-DC7B-1DED-BC28-9B34F23F8345}"/>
              </a:ext>
            </a:extLst>
          </p:cNvPr>
          <p:cNvGrpSpPr/>
          <p:nvPr/>
        </p:nvGrpSpPr>
        <p:grpSpPr>
          <a:xfrm>
            <a:off x="4670236" y="2149007"/>
            <a:ext cx="4217987" cy="3364357"/>
            <a:chOff x="4738716" y="2157413"/>
            <a:chExt cx="4217987" cy="3364357"/>
          </a:xfrm>
        </p:grpSpPr>
        <p:grpSp>
          <p:nvGrpSpPr>
            <p:cNvPr id="6" name="Group 3">
              <a:extLst>
                <a:ext uri="{FF2B5EF4-FFF2-40B4-BE49-F238E27FC236}">
                  <a16:creationId xmlns:a16="http://schemas.microsoft.com/office/drawing/2014/main" id="{3388540D-8296-A559-939E-0EBB5F5CA385}"/>
                </a:ext>
              </a:extLst>
            </p:cNvPr>
            <p:cNvGrpSpPr>
              <a:grpSpLocks/>
            </p:cNvGrpSpPr>
            <p:nvPr/>
          </p:nvGrpSpPr>
          <p:grpSpPr bwMode="auto">
            <a:xfrm>
              <a:off x="6007011" y="3857471"/>
              <a:ext cx="458036" cy="397823"/>
              <a:chOff x="1613" y="2011"/>
              <a:chExt cx="316" cy="267"/>
            </a:xfrm>
          </p:grpSpPr>
          <p:sp>
            <p:nvSpPr>
              <p:cNvPr id="124938" name="Oval 4">
                <a:extLst>
                  <a:ext uri="{FF2B5EF4-FFF2-40B4-BE49-F238E27FC236}">
                    <a16:creationId xmlns:a16="http://schemas.microsoft.com/office/drawing/2014/main" id="{96A63120-4C14-77BB-AB4F-28080E3725EC}"/>
                  </a:ext>
                </a:extLst>
              </p:cNvPr>
              <p:cNvSpPr>
                <a:spLocks noChangeArrowheads="1"/>
              </p:cNvSpPr>
              <p:nvPr/>
            </p:nvSpPr>
            <p:spPr bwMode="auto">
              <a:xfrm>
                <a:off x="1616" y="2138"/>
                <a:ext cx="311" cy="81"/>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24939" name="Line 5">
                <a:extLst>
                  <a:ext uri="{FF2B5EF4-FFF2-40B4-BE49-F238E27FC236}">
                    <a16:creationId xmlns:a16="http://schemas.microsoft.com/office/drawing/2014/main" id="{B3E40EE1-F693-4149-DF03-4631552F5A19}"/>
                  </a:ext>
                </a:extLst>
              </p:cNvPr>
              <p:cNvSpPr>
                <a:spLocks noChangeShapeType="1"/>
              </p:cNvSpPr>
              <p:nvPr/>
            </p:nvSpPr>
            <p:spPr bwMode="auto">
              <a:xfrm>
                <a:off x="1616" y="2129"/>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24940" name="Line 6">
                <a:extLst>
                  <a:ext uri="{FF2B5EF4-FFF2-40B4-BE49-F238E27FC236}">
                    <a16:creationId xmlns:a16="http://schemas.microsoft.com/office/drawing/2014/main" id="{A45258A1-8589-E9CC-3275-52B1DA7690C6}"/>
                  </a:ext>
                </a:extLst>
              </p:cNvPr>
              <p:cNvSpPr>
                <a:spLocks noChangeShapeType="1"/>
              </p:cNvSpPr>
              <p:nvPr/>
            </p:nvSpPr>
            <p:spPr bwMode="auto">
              <a:xfrm>
                <a:off x="1929" y="2129"/>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24941" name="Rectangle 7">
                <a:extLst>
                  <a:ext uri="{FF2B5EF4-FFF2-40B4-BE49-F238E27FC236}">
                    <a16:creationId xmlns:a16="http://schemas.microsoft.com/office/drawing/2014/main" id="{7F803633-DB27-A6A4-7E8C-5A5919E37595}"/>
                  </a:ext>
                </a:extLst>
              </p:cNvPr>
              <p:cNvSpPr>
                <a:spLocks noChangeArrowheads="1"/>
              </p:cNvSpPr>
              <p:nvPr/>
            </p:nvSpPr>
            <p:spPr bwMode="auto">
              <a:xfrm>
                <a:off x="1616" y="2129"/>
                <a:ext cx="308" cy="49"/>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sz="2400"/>
              </a:p>
            </p:txBody>
          </p:sp>
          <p:sp>
            <p:nvSpPr>
              <p:cNvPr id="124942" name="Oval 8">
                <a:extLst>
                  <a:ext uri="{FF2B5EF4-FFF2-40B4-BE49-F238E27FC236}">
                    <a16:creationId xmlns:a16="http://schemas.microsoft.com/office/drawing/2014/main" id="{538CE79D-EAB5-66FE-CE25-C6005558C228}"/>
                  </a:ext>
                </a:extLst>
              </p:cNvPr>
              <p:cNvSpPr>
                <a:spLocks noChangeArrowheads="1"/>
              </p:cNvSpPr>
              <p:nvPr/>
            </p:nvSpPr>
            <p:spPr bwMode="auto">
              <a:xfrm>
                <a:off x="1613" y="2072"/>
                <a:ext cx="311" cy="95"/>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24943" name="Rectangle 9">
                <a:extLst>
                  <a:ext uri="{FF2B5EF4-FFF2-40B4-BE49-F238E27FC236}">
                    <a16:creationId xmlns:a16="http://schemas.microsoft.com/office/drawing/2014/main" id="{A5A08713-E395-CAA8-B6FB-15951E70DDAE}"/>
                  </a:ext>
                </a:extLst>
              </p:cNvPr>
              <p:cNvSpPr>
                <a:spLocks noChangeArrowheads="1"/>
              </p:cNvSpPr>
              <p:nvPr/>
            </p:nvSpPr>
            <p:spPr bwMode="auto">
              <a:xfrm>
                <a:off x="1686" y="2100"/>
                <a:ext cx="140" cy="105"/>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p>
            </p:txBody>
          </p:sp>
          <p:sp>
            <p:nvSpPr>
              <p:cNvPr id="124944" name="Text Box 10">
                <a:extLst>
                  <a:ext uri="{FF2B5EF4-FFF2-40B4-BE49-F238E27FC236}">
                    <a16:creationId xmlns:a16="http://schemas.microsoft.com/office/drawing/2014/main" id="{07032BC7-D82E-E482-CD92-BC4085A79CE4}"/>
                  </a:ext>
                </a:extLst>
              </p:cNvPr>
              <p:cNvSpPr txBox="1">
                <a:spLocks noChangeArrowheads="1"/>
              </p:cNvSpPr>
              <p:nvPr/>
            </p:nvSpPr>
            <p:spPr bwMode="auto">
              <a:xfrm>
                <a:off x="1633" y="2011"/>
                <a:ext cx="254" cy="26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2000"/>
                  <a:t>w</a:t>
                </a:r>
                <a:endParaRPr lang="en-US"/>
              </a:p>
            </p:txBody>
          </p:sp>
        </p:grpSp>
        <p:sp>
          <p:nvSpPr>
            <p:cNvPr id="7" name="Text Box 11">
              <a:extLst>
                <a:ext uri="{FF2B5EF4-FFF2-40B4-BE49-F238E27FC236}">
                  <a16:creationId xmlns:a16="http://schemas.microsoft.com/office/drawing/2014/main" id="{E809CBED-1C41-5943-892F-9EF003BAFB05}"/>
                </a:ext>
              </a:extLst>
            </p:cNvPr>
            <p:cNvSpPr txBox="1">
              <a:spLocks noChangeArrowheads="1"/>
            </p:cNvSpPr>
            <p:nvPr/>
          </p:nvSpPr>
          <p:spPr bwMode="auto">
            <a:xfrm>
              <a:off x="5477951" y="3800852"/>
              <a:ext cx="311638" cy="36653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t>3</a:t>
              </a:r>
              <a:endParaRPr lang="en-US"/>
            </a:p>
          </p:txBody>
        </p:sp>
        <p:sp>
          <p:nvSpPr>
            <p:cNvPr id="10" name="Text Box 12">
              <a:extLst>
                <a:ext uri="{FF2B5EF4-FFF2-40B4-BE49-F238E27FC236}">
                  <a16:creationId xmlns:a16="http://schemas.microsoft.com/office/drawing/2014/main" id="{D628DDA5-2B66-FD3C-CF69-FE74F4570511}"/>
                </a:ext>
              </a:extLst>
            </p:cNvPr>
            <p:cNvSpPr txBox="1">
              <a:spLocks noChangeArrowheads="1"/>
            </p:cNvSpPr>
            <p:nvPr/>
          </p:nvSpPr>
          <p:spPr bwMode="auto">
            <a:xfrm>
              <a:off x="6209938" y="3084176"/>
              <a:ext cx="311638" cy="36653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t>4</a:t>
              </a:r>
              <a:endParaRPr lang="en-US"/>
            </a:p>
          </p:txBody>
        </p:sp>
        <p:grpSp>
          <p:nvGrpSpPr>
            <p:cNvPr id="11" name="Group 13">
              <a:extLst>
                <a:ext uri="{FF2B5EF4-FFF2-40B4-BE49-F238E27FC236}">
                  <a16:creationId xmlns:a16="http://schemas.microsoft.com/office/drawing/2014/main" id="{40B56DE7-D234-A20C-2478-244125E61F84}"/>
                </a:ext>
              </a:extLst>
            </p:cNvPr>
            <p:cNvGrpSpPr>
              <a:grpSpLocks/>
            </p:cNvGrpSpPr>
            <p:nvPr/>
          </p:nvGrpSpPr>
          <p:grpSpPr bwMode="auto">
            <a:xfrm>
              <a:off x="6020056" y="5125437"/>
              <a:ext cx="458036" cy="396333"/>
              <a:chOff x="1613" y="2011"/>
              <a:chExt cx="316" cy="266"/>
            </a:xfrm>
          </p:grpSpPr>
          <p:sp>
            <p:nvSpPr>
              <p:cNvPr id="63" name="Oval 14">
                <a:extLst>
                  <a:ext uri="{FF2B5EF4-FFF2-40B4-BE49-F238E27FC236}">
                    <a16:creationId xmlns:a16="http://schemas.microsoft.com/office/drawing/2014/main" id="{92D6662D-D605-5922-0419-A18A44DD9B47}"/>
                  </a:ext>
                </a:extLst>
              </p:cNvPr>
              <p:cNvSpPr>
                <a:spLocks noChangeArrowheads="1"/>
              </p:cNvSpPr>
              <p:nvPr/>
            </p:nvSpPr>
            <p:spPr bwMode="auto">
              <a:xfrm>
                <a:off x="1616" y="2138"/>
                <a:ext cx="313" cy="81"/>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24928" name="Line 15">
                <a:extLst>
                  <a:ext uri="{FF2B5EF4-FFF2-40B4-BE49-F238E27FC236}">
                    <a16:creationId xmlns:a16="http://schemas.microsoft.com/office/drawing/2014/main" id="{3A47707D-6724-AC83-FC8A-5537E6A52FFB}"/>
                  </a:ext>
                </a:extLst>
              </p:cNvPr>
              <p:cNvSpPr>
                <a:spLocks noChangeShapeType="1"/>
              </p:cNvSpPr>
              <p:nvPr/>
            </p:nvSpPr>
            <p:spPr bwMode="auto">
              <a:xfrm>
                <a:off x="1616" y="2131"/>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24929" name="Line 16">
                <a:extLst>
                  <a:ext uri="{FF2B5EF4-FFF2-40B4-BE49-F238E27FC236}">
                    <a16:creationId xmlns:a16="http://schemas.microsoft.com/office/drawing/2014/main" id="{063EE055-1A9C-24AB-2EBC-14014CEA29A4}"/>
                  </a:ext>
                </a:extLst>
              </p:cNvPr>
              <p:cNvSpPr>
                <a:spLocks noChangeShapeType="1"/>
              </p:cNvSpPr>
              <p:nvPr/>
            </p:nvSpPr>
            <p:spPr bwMode="auto">
              <a:xfrm>
                <a:off x="1929" y="2131"/>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24930" name="Rectangle 17">
                <a:extLst>
                  <a:ext uri="{FF2B5EF4-FFF2-40B4-BE49-F238E27FC236}">
                    <a16:creationId xmlns:a16="http://schemas.microsoft.com/office/drawing/2014/main" id="{8F8BD704-1BBF-9B03-5724-D7E49DB8EA08}"/>
                  </a:ext>
                </a:extLst>
              </p:cNvPr>
              <p:cNvSpPr>
                <a:spLocks noChangeArrowheads="1"/>
              </p:cNvSpPr>
              <p:nvPr/>
            </p:nvSpPr>
            <p:spPr bwMode="auto">
              <a:xfrm>
                <a:off x="1616" y="2131"/>
                <a:ext cx="310" cy="49"/>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sz="2400"/>
              </a:p>
            </p:txBody>
          </p:sp>
          <p:sp>
            <p:nvSpPr>
              <p:cNvPr id="124935" name="Oval 18">
                <a:extLst>
                  <a:ext uri="{FF2B5EF4-FFF2-40B4-BE49-F238E27FC236}">
                    <a16:creationId xmlns:a16="http://schemas.microsoft.com/office/drawing/2014/main" id="{6E8D1830-15C6-F855-CF09-C1AD7A044594}"/>
                  </a:ext>
                </a:extLst>
              </p:cNvPr>
              <p:cNvSpPr>
                <a:spLocks noChangeArrowheads="1"/>
              </p:cNvSpPr>
              <p:nvPr/>
            </p:nvSpPr>
            <p:spPr bwMode="auto">
              <a:xfrm>
                <a:off x="1613" y="2072"/>
                <a:ext cx="313" cy="95"/>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24936" name="Rectangle 19">
                <a:extLst>
                  <a:ext uri="{FF2B5EF4-FFF2-40B4-BE49-F238E27FC236}">
                    <a16:creationId xmlns:a16="http://schemas.microsoft.com/office/drawing/2014/main" id="{237A432C-2F1A-BC07-85FC-ED5E0889F26D}"/>
                  </a:ext>
                </a:extLst>
              </p:cNvPr>
              <p:cNvSpPr>
                <a:spLocks noChangeArrowheads="1"/>
              </p:cNvSpPr>
              <p:nvPr/>
            </p:nvSpPr>
            <p:spPr bwMode="auto">
              <a:xfrm>
                <a:off x="1687" y="2100"/>
                <a:ext cx="141" cy="105"/>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p>
            </p:txBody>
          </p:sp>
          <p:sp>
            <p:nvSpPr>
              <p:cNvPr id="124937" name="Text Box 20">
                <a:extLst>
                  <a:ext uri="{FF2B5EF4-FFF2-40B4-BE49-F238E27FC236}">
                    <a16:creationId xmlns:a16="http://schemas.microsoft.com/office/drawing/2014/main" id="{15F76C70-6A20-71E6-AEB9-F1AD7D7C8283}"/>
                  </a:ext>
                </a:extLst>
              </p:cNvPr>
              <p:cNvSpPr txBox="1">
                <a:spLocks noChangeArrowheads="1"/>
              </p:cNvSpPr>
              <p:nvPr/>
            </p:nvSpPr>
            <p:spPr bwMode="auto">
              <a:xfrm>
                <a:off x="1652" y="2011"/>
                <a:ext cx="215" cy="26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2000"/>
                  <a:t>v</a:t>
                </a:r>
                <a:endParaRPr lang="en-US"/>
              </a:p>
            </p:txBody>
          </p:sp>
        </p:grpSp>
        <p:grpSp>
          <p:nvGrpSpPr>
            <p:cNvPr id="12" name="Group 21">
              <a:extLst>
                <a:ext uri="{FF2B5EF4-FFF2-40B4-BE49-F238E27FC236}">
                  <a16:creationId xmlns:a16="http://schemas.microsoft.com/office/drawing/2014/main" id="{30FD18AA-2819-484B-1554-3FDC33CBA5A9}"/>
                </a:ext>
              </a:extLst>
            </p:cNvPr>
            <p:cNvGrpSpPr>
              <a:grpSpLocks/>
            </p:cNvGrpSpPr>
            <p:nvPr/>
          </p:nvGrpSpPr>
          <p:grpSpPr bwMode="auto">
            <a:xfrm>
              <a:off x="6014258" y="2157413"/>
              <a:ext cx="458036" cy="396333"/>
              <a:chOff x="1613" y="2011"/>
              <a:chExt cx="316" cy="266"/>
            </a:xfrm>
          </p:grpSpPr>
          <p:sp>
            <p:nvSpPr>
              <p:cNvPr id="56" name="Oval 22">
                <a:extLst>
                  <a:ext uri="{FF2B5EF4-FFF2-40B4-BE49-F238E27FC236}">
                    <a16:creationId xmlns:a16="http://schemas.microsoft.com/office/drawing/2014/main" id="{7176A014-5BC9-B7C7-F87E-E068C46152A3}"/>
                  </a:ext>
                </a:extLst>
              </p:cNvPr>
              <p:cNvSpPr>
                <a:spLocks noChangeArrowheads="1"/>
              </p:cNvSpPr>
              <p:nvPr/>
            </p:nvSpPr>
            <p:spPr bwMode="auto">
              <a:xfrm>
                <a:off x="1616" y="2138"/>
                <a:ext cx="313" cy="81"/>
              </a:xfrm>
              <a:prstGeom prst="ellipse">
                <a:avLst/>
              </a:prstGeom>
              <a:solidFill>
                <a:schemeClr val="hlink"/>
              </a:solidFill>
              <a:ln w="12700">
                <a:solidFill>
                  <a:schemeClr val="tx1"/>
                </a:solidFill>
                <a:round/>
                <a:headEnd/>
                <a:tailEnd/>
              </a:ln>
            </p:spPr>
            <p:txBody>
              <a:bodyPr wrap="none" anchor="ctr"/>
              <a:lstStyle/>
              <a:p>
                <a:endParaRPr lang="en-US"/>
              </a:p>
            </p:txBody>
          </p:sp>
          <p:sp>
            <p:nvSpPr>
              <p:cNvPr id="57" name="Line 23">
                <a:extLst>
                  <a:ext uri="{FF2B5EF4-FFF2-40B4-BE49-F238E27FC236}">
                    <a16:creationId xmlns:a16="http://schemas.microsoft.com/office/drawing/2014/main" id="{CBE7FC49-099F-AF8E-4326-8FFC5156DDC7}"/>
                  </a:ext>
                </a:extLst>
              </p:cNvPr>
              <p:cNvSpPr>
                <a:spLocks noChangeShapeType="1"/>
              </p:cNvSpPr>
              <p:nvPr/>
            </p:nvSpPr>
            <p:spPr bwMode="auto">
              <a:xfrm>
                <a:off x="1616" y="2131"/>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58" name="Line 24">
                <a:extLst>
                  <a:ext uri="{FF2B5EF4-FFF2-40B4-BE49-F238E27FC236}">
                    <a16:creationId xmlns:a16="http://schemas.microsoft.com/office/drawing/2014/main" id="{01B2C860-0DB2-283C-7773-0ED6CED68736}"/>
                  </a:ext>
                </a:extLst>
              </p:cNvPr>
              <p:cNvSpPr>
                <a:spLocks noChangeShapeType="1"/>
              </p:cNvSpPr>
              <p:nvPr/>
            </p:nvSpPr>
            <p:spPr bwMode="auto">
              <a:xfrm>
                <a:off x="1929" y="2131"/>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59" name="Rectangle 25">
                <a:extLst>
                  <a:ext uri="{FF2B5EF4-FFF2-40B4-BE49-F238E27FC236}">
                    <a16:creationId xmlns:a16="http://schemas.microsoft.com/office/drawing/2014/main" id="{803D1546-39D9-0075-CCAA-CA3AF8D465F5}"/>
                  </a:ext>
                </a:extLst>
              </p:cNvPr>
              <p:cNvSpPr>
                <a:spLocks noChangeArrowheads="1"/>
              </p:cNvSpPr>
              <p:nvPr/>
            </p:nvSpPr>
            <p:spPr bwMode="auto">
              <a:xfrm>
                <a:off x="1616" y="2131"/>
                <a:ext cx="310" cy="49"/>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sz="2400"/>
              </a:p>
            </p:txBody>
          </p:sp>
          <p:sp>
            <p:nvSpPr>
              <p:cNvPr id="60" name="Oval 26">
                <a:extLst>
                  <a:ext uri="{FF2B5EF4-FFF2-40B4-BE49-F238E27FC236}">
                    <a16:creationId xmlns:a16="http://schemas.microsoft.com/office/drawing/2014/main" id="{0416C9FE-4781-B214-F199-0B554D044BCB}"/>
                  </a:ext>
                </a:extLst>
              </p:cNvPr>
              <p:cNvSpPr>
                <a:spLocks noChangeArrowheads="1"/>
              </p:cNvSpPr>
              <p:nvPr/>
            </p:nvSpPr>
            <p:spPr bwMode="auto">
              <a:xfrm>
                <a:off x="1611" y="2072"/>
                <a:ext cx="313" cy="97"/>
              </a:xfrm>
              <a:prstGeom prst="ellipse">
                <a:avLst/>
              </a:prstGeom>
              <a:solidFill>
                <a:schemeClr val="hlink"/>
              </a:solidFill>
              <a:ln w="12700">
                <a:solidFill>
                  <a:schemeClr val="tx1"/>
                </a:solidFill>
                <a:round/>
                <a:headEnd/>
                <a:tailEnd/>
              </a:ln>
            </p:spPr>
            <p:txBody>
              <a:bodyPr wrap="none" anchor="ctr"/>
              <a:lstStyle/>
              <a:p>
                <a:endParaRPr lang="en-US"/>
              </a:p>
            </p:txBody>
          </p:sp>
          <p:sp>
            <p:nvSpPr>
              <p:cNvPr id="61" name="Rectangle 27">
                <a:extLst>
                  <a:ext uri="{FF2B5EF4-FFF2-40B4-BE49-F238E27FC236}">
                    <a16:creationId xmlns:a16="http://schemas.microsoft.com/office/drawing/2014/main" id="{57636527-DD70-393F-1321-CB409F41E9D1}"/>
                  </a:ext>
                </a:extLst>
              </p:cNvPr>
              <p:cNvSpPr>
                <a:spLocks noChangeArrowheads="1"/>
              </p:cNvSpPr>
              <p:nvPr/>
            </p:nvSpPr>
            <p:spPr bwMode="auto">
              <a:xfrm>
                <a:off x="1687" y="2100"/>
                <a:ext cx="141" cy="103"/>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p>
            </p:txBody>
          </p:sp>
          <p:sp>
            <p:nvSpPr>
              <p:cNvPr id="62" name="Text Box 28">
                <a:extLst>
                  <a:ext uri="{FF2B5EF4-FFF2-40B4-BE49-F238E27FC236}">
                    <a16:creationId xmlns:a16="http://schemas.microsoft.com/office/drawing/2014/main" id="{E6F9BA23-03E4-B1C4-EDC4-623D973FFC8D}"/>
                  </a:ext>
                </a:extLst>
              </p:cNvPr>
              <p:cNvSpPr txBox="1">
                <a:spLocks noChangeArrowheads="1"/>
              </p:cNvSpPr>
              <p:nvPr/>
            </p:nvSpPr>
            <p:spPr bwMode="auto">
              <a:xfrm>
                <a:off x="1652" y="2011"/>
                <a:ext cx="215" cy="2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2000"/>
                  <a:t>x</a:t>
                </a:r>
                <a:endParaRPr lang="en-US"/>
              </a:p>
            </p:txBody>
          </p:sp>
        </p:grpSp>
        <p:sp>
          <p:nvSpPr>
            <p:cNvPr id="49" name="Oval 30">
              <a:extLst>
                <a:ext uri="{FF2B5EF4-FFF2-40B4-BE49-F238E27FC236}">
                  <a16:creationId xmlns:a16="http://schemas.microsoft.com/office/drawing/2014/main" id="{6CBF9741-4818-23D1-948C-B399EA0FDF3B}"/>
                </a:ext>
              </a:extLst>
            </p:cNvPr>
            <p:cNvSpPr>
              <a:spLocks noChangeArrowheads="1"/>
            </p:cNvSpPr>
            <p:nvPr/>
          </p:nvSpPr>
          <p:spPr bwMode="auto">
            <a:xfrm>
              <a:off x="4743064" y="4092887"/>
              <a:ext cx="453688" cy="122178"/>
            </a:xfrm>
            <a:prstGeom prst="ellipse">
              <a:avLst/>
            </a:prstGeom>
            <a:solidFill>
              <a:schemeClr val="accent1"/>
            </a:solidFill>
            <a:ln w="12700">
              <a:solidFill>
                <a:schemeClr val="accent1"/>
              </a:solidFill>
              <a:round/>
              <a:headEnd/>
              <a:tailEnd/>
            </a:ln>
          </p:spPr>
          <p:txBody>
            <a:bodyPr wrap="none" anchor="ctr"/>
            <a:lstStyle/>
            <a:p>
              <a:endParaRPr lang="en-US"/>
            </a:p>
          </p:txBody>
        </p:sp>
        <p:sp>
          <p:nvSpPr>
            <p:cNvPr id="50" name="Line 31">
              <a:extLst>
                <a:ext uri="{FF2B5EF4-FFF2-40B4-BE49-F238E27FC236}">
                  <a16:creationId xmlns:a16="http://schemas.microsoft.com/office/drawing/2014/main" id="{94A97286-30B0-24AD-A218-AB4348807A7D}"/>
                </a:ext>
              </a:extLst>
            </p:cNvPr>
            <p:cNvSpPr>
              <a:spLocks noChangeShapeType="1"/>
            </p:cNvSpPr>
            <p:nvPr/>
          </p:nvSpPr>
          <p:spPr bwMode="auto">
            <a:xfrm>
              <a:off x="4743064" y="4082457"/>
              <a:ext cx="0" cy="74499"/>
            </a:xfrm>
            <a:prstGeom prst="line">
              <a:avLst/>
            </a:prstGeom>
            <a:noFill/>
            <a:ln w="12700">
              <a:solidFill>
                <a:schemeClr val="accent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51" name="Line 32">
              <a:extLst>
                <a:ext uri="{FF2B5EF4-FFF2-40B4-BE49-F238E27FC236}">
                  <a16:creationId xmlns:a16="http://schemas.microsoft.com/office/drawing/2014/main" id="{8F46D6A6-EB05-3CCF-FA16-3233AD59FE5D}"/>
                </a:ext>
              </a:extLst>
            </p:cNvPr>
            <p:cNvSpPr>
              <a:spLocks noChangeShapeType="1"/>
            </p:cNvSpPr>
            <p:nvPr/>
          </p:nvSpPr>
          <p:spPr bwMode="auto">
            <a:xfrm>
              <a:off x="5199651" y="4082457"/>
              <a:ext cx="0" cy="74499"/>
            </a:xfrm>
            <a:prstGeom prst="line">
              <a:avLst/>
            </a:prstGeom>
            <a:noFill/>
            <a:ln w="12700">
              <a:solidFill>
                <a:schemeClr val="accent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52" name="Rectangle 33">
              <a:extLst>
                <a:ext uri="{FF2B5EF4-FFF2-40B4-BE49-F238E27FC236}">
                  <a16:creationId xmlns:a16="http://schemas.microsoft.com/office/drawing/2014/main" id="{445365F0-FCD7-F3FA-2700-D40D091E939F}"/>
                </a:ext>
              </a:extLst>
            </p:cNvPr>
            <p:cNvSpPr>
              <a:spLocks noChangeArrowheads="1"/>
            </p:cNvSpPr>
            <p:nvPr/>
          </p:nvSpPr>
          <p:spPr bwMode="auto">
            <a:xfrm>
              <a:off x="4743064" y="4082457"/>
              <a:ext cx="449339" cy="73009"/>
            </a:xfrm>
            <a:prstGeom prst="rect">
              <a:avLst/>
            </a:prstGeom>
            <a:solidFill>
              <a:schemeClr val="accent1"/>
            </a:solidFill>
            <a:ln>
              <a:solidFill>
                <a:schemeClr val="accent1"/>
              </a:solid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sz="2400"/>
            </a:p>
          </p:txBody>
        </p:sp>
        <p:sp>
          <p:nvSpPr>
            <p:cNvPr id="53" name="Oval 34">
              <a:extLst>
                <a:ext uri="{FF2B5EF4-FFF2-40B4-BE49-F238E27FC236}">
                  <a16:creationId xmlns:a16="http://schemas.microsoft.com/office/drawing/2014/main" id="{799E29E0-8A93-D344-1C33-F8B7364FD21D}"/>
                </a:ext>
              </a:extLst>
            </p:cNvPr>
            <p:cNvSpPr>
              <a:spLocks noChangeArrowheads="1"/>
            </p:cNvSpPr>
            <p:nvPr/>
          </p:nvSpPr>
          <p:spPr bwMode="auto">
            <a:xfrm>
              <a:off x="4738716" y="3970709"/>
              <a:ext cx="453688" cy="144527"/>
            </a:xfrm>
            <a:prstGeom prst="ellipse">
              <a:avLst/>
            </a:prstGeom>
            <a:solidFill>
              <a:schemeClr val="accent1"/>
            </a:solidFill>
            <a:ln w="12700">
              <a:solidFill>
                <a:schemeClr val="accent1"/>
              </a:solidFill>
              <a:round/>
              <a:headEnd/>
              <a:tailEnd/>
            </a:ln>
          </p:spPr>
          <p:txBody>
            <a:bodyPr wrap="none" anchor="ctr"/>
            <a:lstStyle/>
            <a:p>
              <a:endParaRPr lang="en-US"/>
            </a:p>
          </p:txBody>
        </p:sp>
        <p:sp>
          <p:nvSpPr>
            <p:cNvPr id="54" name="Rectangle 35">
              <a:extLst>
                <a:ext uri="{FF2B5EF4-FFF2-40B4-BE49-F238E27FC236}">
                  <a16:creationId xmlns:a16="http://schemas.microsoft.com/office/drawing/2014/main" id="{25FA9C02-EE53-F4DE-71F8-070038E1CC43}"/>
                </a:ext>
              </a:extLst>
            </p:cNvPr>
            <p:cNvSpPr>
              <a:spLocks noChangeArrowheads="1"/>
            </p:cNvSpPr>
            <p:nvPr/>
          </p:nvSpPr>
          <p:spPr bwMode="auto">
            <a:xfrm>
              <a:off x="4845978" y="4039248"/>
              <a:ext cx="204377" cy="153467"/>
            </a:xfrm>
            <a:prstGeom prst="rect">
              <a:avLst/>
            </a:prstGeom>
            <a:solidFill>
              <a:schemeClr val="accent1"/>
            </a:solidFill>
            <a:ln>
              <a:solidFill>
                <a:schemeClr val="accent1"/>
              </a:solid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p>
          </p:txBody>
        </p:sp>
        <p:sp>
          <p:nvSpPr>
            <p:cNvPr id="55" name="Text Box 36">
              <a:extLst>
                <a:ext uri="{FF2B5EF4-FFF2-40B4-BE49-F238E27FC236}">
                  <a16:creationId xmlns:a16="http://schemas.microsoft.com/office/drawing/2014/main" id="{4C9CF9ED-39C9-9ECF-820C-E8767E625E36}"/>
                </a:ext>
              </a:extLst>
            </p:cNvPr>
            <p:cNvSpPr txBox="1">
              <a:spLocks noChangeArrowheads="1"/>
            </p:cNvSpPr>
            <p:nvPr/>
          </p:nvSpPr>
          <p:spPr bwMode="auto">
            <a:xfrm>
              <a:off x="4813199" y="3867215"/>
              <a:ext cx="301490" cy="400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2000" dirty="0"/>
                <a:t>u</a:t>
              </a:r>
              <a:endParaRPr lang="en-US" dirty="0"/>
            </a:p>
          </p:txBody>
        </p:sp>
        <p:sp>
          <p:nvSpPr>
            <p:cNvPr id="14" name="Line 37">
              <a:extLst>
                <a:ext uri="{FF2B5EF4-FFF2-40B4-BE49-F238E27FC236}">
                  <a16:creationId xmlns:a16="http://schemas.microsoft.com/office/drawing/2014/main" id="{795817FB-C218-642F-0B94-F5AC1019337A}"/>
                </a:ext>
              </a:extLst>
            </p:cNvPr>
            <p:cNvSpPr>
              <a:spLocks noChangeShapeType="1"/>
            </p:cNvSpPr>
            <p:nvPr/>
          </p:nvSpPr>
          <p:spPr bwMode="auto">
            <a:xfrm>
              <a:off x="5206898" y="4094377"/>
              <a:ext cx="916071" cy="0"/>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5" name="Line 38">
              <a:extLst>
                <a:ext uri="{FF2B5EF4-FFF2-40B4-BE49-F238E27FC236}">
                  <a16:creationId xmlns:a16="http://schemas.microsoft.com/office/drawing/2014/main" id="{6C707B42-CDC4-BC79-BB6F-218856F2F6E9}"/>
                </a:ext>
              </a:extLst>
            </p:cNvPr>
            <p:cNvSpPr>
              <a:spLocks noChangeShapeType="1"/>
            </p:cNvSpPr>
            <p:nvPr/>
          </p:nvSpPr>
          <p:spPr bwMode="auto">
            <a:xfrm>
              <a:off x="6224433" y="2494147"/>
              <a:ext cx="0" cy="1433353"/>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6" name="Line 39">
              <a:extLst>
                <a:ext uri="{FF2B5EF4-FFF2-40B4-BE49-F238E27FC236}">
                  <a16:creationId xmlns:a16="http://schemas.microsoft.com/office/drawing/2014/main" id="{5CA3E90E-DA16-B154-AE7D-CB7058F3BB8A}"/>
                </a:ext>
              </a:extLst>
            </p:cNvPr>
            <p:cNvSpPr>
              <a:spLocks noChangeShapeType="1"/>
            </p:cNvSpPr>
            <p:nvPr/>
          </p:nvSpPr>
          <p:spPr bwMode="auto">
            <a:xfrm flipH="1">
              <a:off x="5027163" y="2403258"/>
              <a:ext cx="976950" cy="1609170"/>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7" name="Text Box 40">
              <a:extLst>
                <a:ext uri="{FF2B5EF4-FFF2-40B4-BE49-F238E27FC236}">
                  <a16:creationId xmlns:a16="http://schemas.microsoft.com/office/drawing/2014/main" id="{5014E5BD-AEB0-8F15-209D-96AA707722DB}"/>
                </a:ext>
              </a:extLst>
            </p:cNvPr>
            <p:cNvSpPr txBox="1">
              <a:spLocks noChangeArrowheads="1"/>
            </p:cNvSpPr>
            <p:nvPr/>
          </p:nvSpPr>
          <p:spPr bwMode="auto">
            <a:xfrm>
              <a:off x="5256180" y="2920279"/>
              <a:ext cx="311638" cy="36504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t>5</a:t>
              </a:r>
              <a:endParaRPr lang="en-US"/>
            </a:p>
          </p:txBody>
        </p:sp>
        <p:sp>
          <p:nvSpPr>
            <p:cNvPr id="18" name="Line 41">
              <a:extLst>
                <a:ext uri="{FF2B5EF4-FFF2-40B4-BE49-F238E27FC236}">
                  <a16:creationId xmlns:a16="http://schemas.microsoft.com/office/drawing/2014/main" id="{0CEA50D7-E2E4-C20F-CA64-555694AB69BC}"/>
                </a:ext>
              </a:extLst>
            </p:cNvPr>
            <p:cNvSpPr>
              <a:spLocks noChangeShapeType="1"/>
            </p:cNvSpPr>
            <p:nvPr/>
          </p:nvSpPr>
          <p:spPr bwMode="auto">
            <a:xfrm>
              <a:off x="6234579" y="4168875"/>
              <a:ext cx="13045" cy="1057880"/>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9" name="Text Box 42">
              <a:extLst>
                <a:ext uri="{FF2B5EF4-FFF2-40B4-BE49-F238E27FC236}">
                  <a16:creationId xmlns:a16="http://schemas.microsoft.com/office/drawing/2014/main" id="{5C45FCCD-D738-CC70-BCA4-A240A31F3CD3}"/>
                </a:ext>
              </a:extLst>
            </p:cNvPr>
            <p:cNvSpPr txBox="1">
              <a:spLocks noChangeArrowheads="1"/>
            </p:cNvSpPr>
            <p:nvPr/>
          </p:nvSpPr>
          <p:spPr bwMode="auto">
            <a:xfrm>
              <a:off x="6244726" y="4468360"/>
              <a:ext cx="311638" cy="36653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t>3</a:t>
              </a:r>
              <a:endParaRPr lang="en-US"/>
            </a:p>
          </p:txBody>
        </p:sp>
        <p:sp>
          <p:nvSpPr>
            <p:cNvPr id="20" name="Freeform 43">
              <a:extLst>
                <a:ext uri="{FF2B5EF4-FFF2-40B4-BE49-F238E27FC236}">
                  <a16:creationId xmlns:a16="http://schemas.microsoft.com/office/drawing/2014/main" id="{FD19D069-90DB-0B0B-9B1A-B41EF55040C6}"/>
                </a:ext>
              </a:extLst>
            </p:cNvPr>
            <p:cNvSpPr>
              <a:spLocks/>
            </p:cNvSpPr>
            <p:nvPr/>
          </p:nvSpPr>
          <p:spPr bwMode="auto">
            <a:xfrm>
              <a:off x="5008319" y="4200165"/>
              <a:ext cx="1246553" cy="1190488"/>
            </a:xfrm>
            <a:custGeom>
              <a:avLst/>
              <a:gdLst>
                <a:gd name="T0" fmla="*/ 0 w 857"/>
                <a:gd name="T1" fmla="*/ 0 h 1152"/>
                <a:gd name="T2" fmla="*/ 562 w 857"/>
                <a:gd name="T3" fmla="*/ 1152 h 1152"/>
                <a:gd name="T4" fmla="*/ 857 w 857"/>
                <a:gd name="T5" fmla="*/ 772 h 1152"/>
                <a:gd name="T6" fmla="*/ 0 60000 65536"/>
                <a:gd name="T7" fmla="*/ 0 60000 65536"/>
                <a:gd name="T8" fmla="*/ 0 60000 65536"/>
                <a:gd name="T9" fmla="*/ 0 w 857"/>
                <a:gd name="T10" fmla="*/ 0 h 1152"/>
                <a:gd name="T11" fmla="*/ 857 w 857"/>
                <a:gd name="T12" fmla="*/ 1152 h 1152"/>
                <a:gd name="connsiteX0" fmla="*/ 0 w 10000"/>
                <a:gd name="connsiteY0" fmla="*/ 0 h 6928"/>
                <a:gd name="connsiteX1" fmla="*/ 3770 w 10000"/>
                <a:gd name="connsiteY1" fmla="*/ 6300 h 6928"/>
                <a:gd name="connsiteX2" fmla="*/ 10000 w 10000"/>
                <a:gd name="connsiteY2" fmla="*/ 6701 h 6928"/>
                <a:gd name="connsiteX0" fmla="*/ 0 w 10000"/>
                <a:gd name="connsiteY0" fmla="*/ 0 h 9871"/>
                <a:gd name="connsiteX1" fmla="*/ 1802 w 10000"/>
                <a:gd name="connsiteY1" fmla="*/ 7634 h 9871"/>
                <a:gd name="connsiteX2" fmla="*/ 10000 w 10000"/>
                <a:gd name="connsiteY2" fmla="*/ 9672 h 9871"/>
                <a:gd name="connsiteX0" fmla="*/ 0 w 10000"/>
                <a:gd name="connsiteY0" fmla="*/ 0 h 10136"/>
                <a:gd name="connsiteX1" fmla="*/ 1802 w 10000"/>
                <a:gd name="connsiteY1" fmla="*/ 7734 h 10136"/>
                <a:gd name="connsiteX2" fmla="*/ 10000 w 10000"/>
                <a:gd name="connsiteY2" fmla="*/ 9798 h 10136"/>
                <a:gd name="connsiteX0" fmla="*/ 0 w 10000"/>
                <a:gd name="connsiteY0" fmla="*/ 0 h 10136"/>
                <a:gd name="connsiteX1" fmla="*/ 1802 w 10000"/>
                <a:gd name="connsiteY1" fmla="*/ 7734 h 10136"/>
                <a:gd name="connsiteX2" fmla="*/ 10000 w 10000"/>
                <a:gd name="connsiteY2" fmla="*/ 9798 h 10136"/>
                <a:gd name="connsiteX0" fmla="*/ 32 w 10032"/>
                <a:gd name="connsiteY0" fmla="*/ 0 h 10136"/>
                <a:gd name="connsiteX1" fmla="*/ 1834 w 10032"/>
                <a:gd name="connsiteY1" fmla="*/ 7734 h 10136"/>
                <a:gd name="connsiteX2" fmla="*/ 10032 w 10032"/>
                <a:gd name="connsiteY2" fmla="*/ 9798 h 10136"/>
              </a:gdLst>
              <a:ahLst/>
              <a:cxnLst>
                <a:cxn ang="0">
                  <a:pos x="connsiteX0" y="connsiteY0"/>
                </a:cxn>
                <a:cxn ang="0">
                  <a:pos x="connsiteX1" y="connsiteY1"/>
                </a:cxn>
                <a:cxn ang="0">
                  <a:pos x="connsiteX2" y="connsiteY2"/>
                </a:cxn>
              </a:cxnLst>
              <a:rect l="l" t="t" r="r" b="b"/>
              <a:pathLst>
                <a:path w="10032" h="10136">
                  <a:moveTo>
                    <a:pt x="32" y="0"/>
                  </a:moveTo>
                  <a:cubicBezTo>
                    <a:pt x="62" y="4573"/>
                    <a:pt x="-465" y="5047"/>
                    <a:pt x="1834" y="7734"/>
                  </a:cubicBezTo>
                  <a:cubicBezTo>
                    <a:pt x="4132" y="9414"/>
                    <a:pt x="9320" y="10802"/>
                    <a:pt x="10032" y="9798"/>
                  </a:cubicBezTo>
                </a:path>
              </a:pathLst>
            </a:custGeom>
            <a:noFill/>
            <a:ln w="9525">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a:lstStyle/>
            <a:p>
              <a:endParaRPr lang="en-US"/>
            </a:p>
          </p:txBody>
        </p:sp>
        <p:sp>
          <p:nvSpPr>
            <p:cNvPr id="21" name="Text Box 44">
              <a:extLst>
                <a:ext uri="{FF2B5EF4-FFF2-40B4-BE49-F238E27FC236}">
                  <a16:creationId xmlns:a16="http://schemas.microsoft.com/office/drawing/2014/main" id="{06D77E22-520A-0327-551C-E1019A6C1146}"/>
                </a:ext>
              </a:extLst>
            </p:cNvPr>
            <p:cNvSpPr txBox="1">
              <a:spLocks noChangeArrowheads="1"/>
            </p:cNvSpPr>
            <p:nvPr/>
          </p:nvSpPr>
          <p:spPr bwMode="auto">
            <a:xfrm>
              <a:off x="5250382" y="4729105"/>
              <a:ext cx="313088" cy="36653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t>7</a:t>
              </a:r>
              <a:endParaRPr lang="en-US"/>
            </a:p>
          </p:txBody>
        </p:sp>
        <p:sp>
          <p:nvSpPr>
            <p:cNvPr id="22" name="Line 45">
              <a:extLst>
                <a:ext uri="{FF2B5EF4-FFF2-40B4-BE49-F238E27FC236}">
                  <a16:creationId xmlns:a16="http://schemas.microsoft.com/office/drawing/2014/main" id="{B986F186-61C5-82EC-D26B-18E804FCC327}"/>
                </a:ext>
              </a:extLst>
            </p:cNvPr>
            <p:cNvSpPr>
              <a:spLocks noChangeShapeType="1"/>
            </p:cNvSpPr>
            <p:nvPr/>
          </p:nvSpPr>
          <p:spPr bwMode="auto">
            <a:xfrm flipH="1">
              <a:off x="6238928" y="4097357"/>
              <a:ext cx="1446581" cy="1226247"/>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23" name="Text Box 46">
              <a:extLst>
                <a:ext uri="{FF2B5EF4-FFF2-40B4-BE49-F238E27FC236}">
                  <a16:creationId xmlns:a16="http://schemas.microsoft.com/office/drawing/2014/main" id="{C1E8F920-F7D6-34D9-6A2D-97F78C8E73F8}"/>
                </a:ext>
              </a:extLst>
            </p:cNvPr>
            <p:cNvSpPr txBox="1">
              <a:spLocks noChangeArrowheads="1"/>
            </p:cNvSpPr>
            <p:nvPr/>
          </p:nvSpPr>
          <p:spPr bwMode="auto">
            <a:xfrm>
              <a:off x="6885396" y="4709735"/>
              <a:ext cx="313088" cy="36653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t>4</a:t>
              </a:r>
              <a:endParaRPr lang="en-US"/>
            </a:p>
          </p:txBody>
        </p:sp>
        <p:sp>
          <p:nvSpPr>
            <p:cNvPr id="24" name="Freeform 47">
              <a:extLst>
                <a:ext uri="{FF2B5EF4-FFF2-40B4-BE49-F238E27FC236}">
                  <a16:creationId xmlns:a16="http://schemas.microsoft.com/office/drawing/2014/main" id="{605CF5B9-63F4-622E-1273-57530C49B503}"/>
                </a:ext>
              </a:extLst>
            </p:cNvPr>
            <p:cNvSpPr>
              <a:spLocks/>
            </p:cNvSpPr>
            <p:nvPr/>
          </p:nvSpPr>
          <p:spPr bwMode="auto">
            <a:xfrm>
              <a:off x="6278064" y="3781483"/>
              <a:ext cx="1436435" cy="721146"/>
            </a:xfrm>
            <a:custGeom>
              <a:avLst/>
              <a:gdLst>
                <a:gd name="T0" fmla="*/ 0 w 991"/>
                <a:gd name="T1" fmla="*/ 168 h 484"/>
                <a:gd name="T2" fmla="*/ 204 w 991"/>
                <a:gd name="T3" fmla="*/ 484 h 484"/>
                <a:gd name="T4" fmla="*/ 302 w 991"/>
                <a:gd name="T5" fmla="*/ 7 h 484"/>
                <a:gd name="T6" fmla="*/ 379 w 991"/>
                <a:gd name="T7" fmla="*/ 442 h 484"/>
                <a:gd name="T8" fmla="*/ 534 w 991"/>
                <a:gd name="T9" fmla="*/ 21 h 484"/>
                <a:gd name="T10" fmla="*/ 611 w 991"/>
                <a:gd name="T11" fmla="*/ 351 h 484"/>
                <a:gd name="T12" fmla="*/ 660 w 991"/>
                <a:gd name="T13" fmla="*/ 77 h 484"/>
                <a:gd name="T14" fmla="*/ 991 w 991"/>
                <a:gd name="T15" fmla="*/ 218 h 484"/>
                <a:gd name="T16" fmla="*/ 0 60000 65536"/>
                <a:gd name="T17" fmla="*/ 0 60000 65536"/>
                <a:gd name="T18" fmla="*/ 0 60000 65536"/>
                <a:gd name="T19" fmla="*/ 0 60000 65536"/>
                <a:gd name="T20" fmla="*/ 0 60000 65536"/>
                <a:gd name="T21" fmla="*/ 0 60000 65536"/>
                <a:gd name="T22" fmla="*/ 0 60000 65536"/>
                <a:gd name="T23" fmla="*/ 0 60000 65536"/>
                <a:gd name="T24" fmla="*/ 0 w 991"/>
                <a:gd name="T25" fmla="*/ 0 h 484"/>
                <a:gd name="T26" fmla="*/ 991 w 991"/>
                <a:gd name="T27" fmla="*/ 484 h 48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91" h="484">
                  <a:moveTo>
                    <a:pt x="0" y="168"/>
                  </a:moveTo>
                  <a:cubicBezTo>
                    <a:pt x="0" y="168"/>
                    <a:pt x="145" y="484"/>
                    <a:pt x="204" y="484"/>
                  </a:cubicBezTo>
                  <a:cubicBezTo>
                    <a:pt x="263" y="484"/>
                    <a:pt x="253" y="6"/>
                    <a:pt x="302" y="7"/>
                  </a:cubicBezTo>
                  <a:cubicBezTo>
                    <a:pt x="331" y="0"/>
                    <a:pt x="313" y="444"/>
                    <a:pt x="379" y="442"/>
                  </a:cubicBezTo>
                  <a:cubicBezTo>
                    <a:pt x="418" y="444"/>
                    <a:pt x="475" y="24"/>
                    <a:pt x="534" y="21"/>
                  </a:cubicBezTo>
                  <a:cubicBezTo>
                    <a:pt x="573" y="6"/>
                    <a:pt x="575" y="360"/>
                    <a:pt x="611" y="351"/>
                  </a:cubicBezTo>
                  <a:cubicBezTo>
                    <a:pt x="647" y="342"/>
                    <a:pt x="577" y="80"/>
                    <a:pt x="660" y="77"/>
                  </a:cubicBezTo>
                  <a:cubicBezTo>
                    <a:pt x="743" y="74"/>
                    <a:pt x="922" y="189"/>
                    <a:pt x="991" y="218"/>
                  </a:cubicBezTo>
                </a:path>
              </a:pathLst>
            </a:custGeom>
            <a:noFill/>
            <a:ln w="9525">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a:lstStyle/>
            <a:p>
              <a:endParaRPr lang="en-US"/>
            </a:p>
          </p:txBody>
        </p:sp>
        <p:grpSp>
          <p:nvGrpSpPr>
            <p:cNvPr id="25" name="Group 48">
              <a:extLst>
                <a:ext uri="{FF2B5EF4-FFF2-40B4-BE49-F238E27FC236}">
                  <a16:creationId xmlns:a16="http://schemas.microsoft.com/office/drawing/2014/main" id="{539F7BCE-DCA1-5C58-64F1-92AC018A2F67}"/>
                </a:ext>
              </a:extLst>
            </p:cNvPr>
            <p:cNvGrpSpPr>
              <a:grpSpLocks/>
            </p:cNvGrpSpPr>
            <p:nvPr/>
          </p:nvGrpSpPr>
          <p:grpSpPr bwMode="auto">
            <a:xfrm>
              <a:off x="7517369" y="3893230"/>
              <a:ext cx="458036" cy="396333"/>
              <a:chOff x="1613" y="2011"/>
              <a:chExt cx="316" cy="266"/>
            </a:xfrm>
          </p:grpSpPr>
          <p:sp>
            <p:nvSpPr>
              <p:cNvPr id="42" name="Oval 49">
                <a:extLst>
                  <a:ext uri="{FF2B5EF4-FFF2-40B4-BE49-F238E27FC236}">
                    <a16:creationId xmlns:a16="http://schemas.microsoft.com/office/drawing/2014/main" id="{0D03F107-6CE5-CC3E-9F3A-00EA3E60F446}"/>
                  </a:ext>
                </a:extLst>
              </p:cNvPr>
              <p:cNvSpPr>
                <a:spLocks noChangeArrowheads="1"/>
              </p:cNvSpPr>
              <p:nvPr/>
            </p:nvSpPr>
            <p:spPr bwMode="auto">
              <a:xfrm>
                <a:off x="1616" y="2136"/>
                <a:ext cx="313" cy="82"/>
              </a:xfrm>
              <a:prstGeom prst="ellipse">
                <a:avLst/>
              </a:prstGeom>
              <a:solidFill>
                <a:schemeClr val="hlink"/>
              </a:solidFill>
              <a:ln w="12700">
                <a:solidFill>
                  <a:schemeClr val="tx1"/>
                </a:solidFill>
                <a:round/>
                <a:headEnd/>
                <a:tailEnd/>
              </a:ln>
            </p:spPr>
            <p:txBody>
              <a:bodyPr wrap="none" anchor="ctr"/>
              <a:lstStyle/>
              <a:p>
                <a:endParaRPr lang="en-US"/>
              </a:p>
            </p:txBody>
          </p:sp>
          <p:sp>
            <p:nvSpPr>
              <p:cNvPr id="43" name="Line 50">
                <a:extLst>
                  <a:ext uri="{FF2B5EF4-FFF2-40B4-BE49-F238E27FC236}">
                    <a16:creationId xmlns:a16="http://schemas.microsoft.com/office/drawing/2014/main" id="{EB8D8D73-3535-E064-FFAE-AE2E74AD553A}"/>
                  </a:ext>
                </a:extLst>
              </p:cNvPr>
              <p:cNvSpPr>
                <a:spLocks noChangeShapeType="1"/>
              </p:cNvSpPr>
              <p:nvPr/>
            </p:nvSpPr>
            <p:spPr bwMode="auto">
              <a:xfrm>
                <a:off x="1616" y="2131"/>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44" name="Line 51">
                <a:extLst>
                  <a:ext uri="{FF2B5EF4-FFF2-40B4-BE49-F238E27FC236}">
                    <a16:creationId xmlns:a16="http://schemas.microsoft.com/office/drawing/2014/main" id="{EBAACCE2-6506-E93F-76E8-8C44158C5A24}"/>
                  </a:ext>
                </a:extLst>
              </p:cNvPr>
              <p:cNvSpPr>
                <a:spLocks noChangeShapeType="1"/>
              </p:cNvSpPr>
              <p:nvPr/>
            </p:nvSpPr>
            <p:spPr bwMode="auto">
              <a:xfrm>
                <a:off x="1929" y="2131"/>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45" name="Rectangle 52">
                <a:extLst>
                  <a:ext uri="{FF2B5EF4-FFF2-40B4-BE49-F238E27FC236}">
                    <a16:creationId xmlns:a16="http://schemas.microsoft.com/office/drawing/2014/main" id="{C188B27B-27F5-F2C1-E586-A27F5A29241E}"/>
                  </a:ext>
                </a:extLst>
              </p:cNvPr>
              <p:cNvSpPr>
                <a:spLocks noChangeArrowheads="1"/>
              </p:cNvSpPr>
              <p:nvPr/>
            </p:nvSpPr>
            <p:spPr bwMode="auto">
              <a:xfrm>
                <a:off x="1616" y="2131"/>
                <a:ext cx="310" cy="49"/>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sz="2400"/>
              </a:p>
            </p:txBody>
          </p:sp>
          <p:sp>
            <p:nvSpPr>
              <p:cNvPr id="46" name="Oval 53">
                <a:extLst>
                  <a:ext uri="{FF2B5EF4-FFF2-40B4-BE49-F238E27FC236}">
                    <a16:creationId xmlns:a16="http://schemas.microsoft.com/office/drawing/2014/main" id="{4D3482B5-C71E-DB99-34B0-F9E44883FDC2}"/>
                  </a:ext>
                </a:extLst>
              </p:cNvPr>
              <p:cNvSpPr>
                <a:spLocks noChangeArrowheads="1"/>
              </p:cNvSpPr>
              <p:nvPr/>
            </p:nvSpPr>
            <p:spPr bwMode="auto">
              <a:xfrm>
                <a:off x="1613" y="2070"/>
                <a:ext cx="313" cy="97"/>
              </a:xfrm>
              <a:prstGeom prst="ellipse">
                <a:avLst/>
              </a:prstGeom>
              <a:solidFill>
                <a:schemeClr val="hlink"/>
              </a:solidFill>
              <a:ln w="12700">
                <a:solidFill>
                  <a:schemeClr val="tx1"/>
                </a:solidFill>
                <a:round/>
                <a:headEnd/>
                <a:tailEnd/>
              </a:ln>
            </p:spPr>
            <p:txBody>
              <a:bodyPr wrap="none" anchor="ctr"/>
              <a:lstStyle/>
              <a:p>
                <a:endParaRPr lang="en-US"/>
              </a:p>
            </p:txBody>
          </p:sp>
          <p:sp>
            <p:nvSpPr>
              <p:cNvPr id="47" name="Rectangle 54">
                <a:extLst>
                  <a:ext uri="{FF2B5EF4-FFF2-40B4-BE49-F238E27FC236}">
                    <a16:creationId xmlns:a16="http://schemas.microsoft.com/office/drawing/2014/main" id="{C598DC92-7676-7CDB-6078-18ED6473CA0A}"/>
                  </a:ext>
                </a:extLst>
              </p:cNvPr>
              <p:cNvSpPr>
                <a:spLocks noChangeArrowheads="1"/>
              </p:cNvSpPr>
              <p:nvPr/>
            </p:nvSpPr>
            <p:spPr bwMode="auto">
              <a:xfrm>
                <a:off x="1687" y="2100"/>
                <a:ext cx="141" cy="103"/>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p>
            </p:txBody>
          </p:sp>
          <p:sp>
            <p:nvSpPr>
              <p:cNvPr id="48" name="Text Box 55">
                <a:extLst>
                  <a:ext uri="{FF2B5EF4-FFF2-40B4-BE49-F238E27FC236}">
                    <a16:creationId xmlns:a16="http://schemas.microsoft.com/office/drawing/2014/main" id="{AE568F61-C746-1F87-E535-178A3C9CB57B}"/>
                  </a:ext>
                </a:extLst>
              </p:cNvPr>
              <p:cNvSpPr txBox="1">
                <a:spLocks noChangeArrowheads="1"/>
              </p:cNvSpPr>
              <p:nvPr/>
            </p:nvSpPr>
            <p:spPr bwMode="auto">
              <a:xfrm>
                <a:off x="1652" y="2011"/>
                <a:ext cx="215" cy="2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2000" dirty="0"/>
                  <a:t>y</a:t>
                </a:r>
                <a:endParaRPr lang="en-US" dirty="0"/>
              </a:p>
            </p:txBody>
          </p:sp>
        </p:grpSp>
        <p:sp>
          <p:nvSpPr>
            <p:cNvPr id="26" name="Text Box 56">
              <a:extLst>
                <a:ext uri="{FF2B5EF4-FFF2-40B4-BE49-F238E27FC236}">
                  <a16:creationId xmlns:a16="http://schemas.microsoft.com/office/drawing/2014/main" id="{74940DB7-6C2D-1674-E4CF-7F12CF86D2D5}"/>
                </a:ext>
              </a:extLst>
            </p:cNvPr>
            <p:cNvSpPr txBox="1">
              <a:spLocks noChangeArrowheads="1"/>
            </p:cNvSpPr>
            <p:nvPr/>
          </p:nvSpPr>
          <p:spPr bwMode="auto">
            <a:xfrm>
              <a:off x="6766539" y="3446239"/>
              <a:ext cx="313088" cy="36653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t>8</a:t>
              </a:r>
              <a:endParaRPr lang="en-US"/>
            </a:p>
          </p:txBody>
        </p:sp>
        <p:grpSp>
          <p:nvGrpSpPr>
            <p:cNvPr id="27" name="Group 57">
              <a:extLst>
                <a:ext uri="{FF2B5EF4-FFF2-40B4-BE49-F238E27FC236}">
                  <a16:creationId xmlns:a16="http://schemas.microsoft.com/office/drawing/2014/main" id="{02A3D6EF-27A0-54EC-F450-07FA8864A4AB}"/>
                </a:ext>
              </a:extLst>
            </p:cNvPr>
            <p:cNvGrpSpPr>
              <a:grpSpLocks/>
            </p:cNvGrpSpPr>
            <p:nvPr/>
          </p:nvGrpSpPr>
          <p:grpSpPr bwMode="auto">
            <a:xfrm>
              <a:off x="8498667" y="3864921"/>
              <a:ext cx="458036" cy="396333"/>
              <a:chOff x="1613" y="2011"/>
              <a:chExt cx="316" cy="266"/>
            </a:xfrm>
          </p:grpSpPr>
          <p:sp>
            <p:nvSpPr>
              <p:cNvPr id="35" name="Oval 58">
                <a:extLst>
                  <a:ext uri="{FF2B5EF4-FFF2-40B4-BE49-F238E27FC236}">
                    <a16:creationId xmlns:a16="http://schemas.microsoft.com/office/drawing/2014/main" id="{0BB95DEC-7FE5-0E5C-2B47-BE4DD83DF737}"/>
                  </a:ext>
                </a:extLst>
              </p:cNvPr>
              <p:cNvSpPr>
                <a:spLocks noChangeArrowheads="1"/>
              </p:cNvSpPr>
              <p:nvPr/>
            </p:nvSpPr>
            <p:spPr bwMode="auto">
              <a:xfrm>
                <a:off x="1616" y="2138"/>
                <a:ext cx="313" cy="81"/>
              </a:xfrm>
              <a:prstGeom prst="ellipse">
                <a:avLst/>
              </a:prstGeom>
              <a:solidFill>
                <a:schemeClr val="hlink"/>
              </a:solidFill>
              <a:ln w="12700">
                <a:solidFill>
                  <a:schemeClr val="tx1"/>
                </a:solidFill>
                <a:round/>
                <a:headEnd/>
                <a:tailEnd/>
              </a:ln>
            </p:spPr>
            <p:txBody>
              <a:bodyPr wrap="none" anchor="ctr"/>
              <a:lstStyle/>
              <a:p>
                <a:endParaRPr lang="en-US"/>
              </a:p>
            </p:txBody>
          </p:sp>
          <p:sp>
            <p:nvSpPr>
              <p:cNvPr id="36" name="Line 59">
                <a:extLst>
                  <a:ext uri="{FF2B5EF4-FFF2-40B4-BE49-F238E27FC236}">
                    <a16:creationId xmlns:a16="http://schemas.microsoft.com/office/drawing/2014/main" id="{64359DBB-A705-BA2E-1590-5E98921DD9C1}"/>
                  </a:ext>
                </a:extLst>
              </p:cNvPr>
              <p:cNvSpPr>
                <a:spLocks noChangeShapeType="1"/>
              </p:cNvSpPr>
              <p:nvPr/>
            </p:nvSpPr>
            <p:spPr bwMode="auto">
              <a:xfrm>
                <a:off x="1616" y="2131"/>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37" name="Line 60">
                <a:extLst>
                  <a:ext uri="{FF2B5EF4-FFF2-40B4-BE49-F238E27FC236}">
                    <a16:creationId xmlns:a16="http://schemas.microsoft.com/office/drawing/2014/main" id="{CADD1D6C-719E-1295-80C2-D4CBB3157BA8}"/>
                  </a:ext>
                </a:extLst>
              </p:cNvPr>
              <p:cNvSpPr>
                <a:spLocks noChangeShapeType="1"/>
              </p:cNvSpPr>
              <p:nvPr/>
            </p:nvSpPr>
            <p:spPr bwMode="auto">
              <a:xfrm>
                <a:off x="1929" y="2131"/>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38" name="Rectangle 61">
                <a:extLst>
                  <a:ext uri="{FF2B5EF4-FFF2-40B4-BE49-F238E27FC236}">
                    <a16:creationId xmlns:a16="http://schemas.microsoft.com/office/drawing/2014/main" id="{EF13A26C-0136-FC5D-8439-0873F9F9AED0}"/>
                  </a:ext>
                </a:extLst>
              </p:cNvPr>
              <p:cNvSpPr>
                <a:spLocks noChangeArrowheads="1"/>
              </p:cNvSpPr>
              <p:nvPr/>
            </p:nvSpPr>
            <p:spPr bwMode="auto">
              <a:xfrm>
                <a:off x="1616" y="2131"/>
                <a:ext cx="310" cy="49"/>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sz="2400"/>
              </a:p>
            </p:txBody>
          </p:sp>
          <p:sp>
            <p:nvSpPr>
              <p:cNvPr id="39" name="Oval 62">
                <a:extLst>
                  <a:ext uri="{FF2B5EF4-FFF2-40B4-BE49-F238E27FC236}">
                    <a16:creationId xmlns:a16="http://schemas.microsoft.com/office/drawing/2014/main" id="{CC8977F5-4C50-2C4C-2590-8722AE6310BA}"/>
                  </a:ext>
                </a:extLst>
              </p:cNvPr>
              <p:cNvSpPr>
                <a:spLocks noChangeArrowheads="1"/>
              </p:cNvSpPr>
              <p:nvPr/>
            </p:nvSpPr>
            <p:spPr bwMode="auto">
              <a:xfrm>
                <a:off x="1611" y="2072"/>
                <a:ext cx="313" cy="95"/>
              </a:xfrm>
              <a:prstGeom prst="ellipse">
                <a:avLst/>
              </a:prstGeom>
              <a:solidFill>
                <a:schemeClr val="hlink"/>
              </a:solidFill>
              <a:ln w="12700">
                <a:solidFill>
                  <a:schemeClr val="tx1"/>
                </a:solidFill>
                <a:round/>
                <a:headEnd/>
                <a:tailEnd/>
              </a:ln>
            </p:spPr>
            <p:txBody>
              <a:bodyPr wrap="none" anchor="ctr"/>
              <a:lstStyle/>
              <a:p>
                <a:endParaRPr lang="en-US"/>
              </a:p>
            </p:txBody>
          </p:sp>
          <p:sp>
            <p:nvSpPr>
              <p:cNvPr id="40" name="Rectangle 63">
                <a:extLst>
                  <a:ext uri="{FF2B5EF4-FFF2-40B4-BE49-F238E27FC236}">
                    <a16:creationId xmlns:a16="http://schemas.microsoft.com/office/drawing/2014/main" id="{7D067E10-A438-EAFD-6A25-36FBD2AD7FDC}"/>
                  </a:ext>
                </a:extLst>
              </p:cNvPr>
              <p:cNvSpPr>
                <a:spLocks noChangeArrowheads="1"/>
              </p:cNvSpPr>
              <p:nvPr/>
            </p:nvSpPr>
            <p:spPr bwMode="auto">
              <a:xfrm>
                <a:off x="1687" y="2100"/>
                <a:ext cx="141" cy="105"/>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p>
            </p:txBody>
          </p:sp>
          <p:sp>
            <p:nvSpPr>
              <p:cNvPr id="41" name="Text Box 64">
                <a:extLst>
                  <a:ext uri="{FF2B5EF4-FFF2-40B4-BE49-F238E27FC236}">
                    <a16:creationId xmlns:a16="http://schemas.microsoft.com/office/drawing/2014/main" id="{16BF8FB5-95E2-6F69-BDFA-3AE9094D6CA2}"/>
                  </a:ext>
                </a:extLst>
              </p:cNvPr>
              <p:cNvSpPr txBox="1">
                <a:spLocks noChangeArrowheads="1"/>
              </p:cNvSpPr>
              <p:nvPr/>
            </p:nvSpPr>
            <p:spPr bwMode="auto">
              <a:xfrm>
                <a:off x="1653" y="2011"/>
                <a:ext cx="215" cy="26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2000"/>
                  <a:t>z</a:t>
                </a:r>
                <a:endParaRPr lang="en-US"/>
              </a:p>
            </p:txBody>
          </p:sp>
        </p:grpSp>
        <p:sp>
          <p:nvSpPr>
            <p:cNvPr id="28" name="Line 65">
              <a:extLst>
                <a:ext uri="{FF2B5EF4-FFF2-40B4-BE49-F238E27FC236}">
                  <a16:creationId xmlns:a16="http://schemas.microsoft.com/office/drawing/2014/main" id="{45FA0B1C-F13C-49AA-A348-9687EB0CE56E}"/>
                </a:ext>
              </a:extLst>
            </p:cNvPr>
            <p:cNvSpPr>
              <a:spLocks noChangeShapeType="1"/>
            </p:cNvSpPr>
            <p:nvPr/>
          </p:nvSpPr>
          <p:spPr bwMode="auto">
            <a:xfrm>
              <a:off x="7963809" y="4083947"/>
              <a:ext cx="510217" cy="0"/>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29" name="Text Box 66">
              <a:extLst>
                <a:ext uri="{FF2B5EF4-FFF2-40B4-BE49-F238E27FC236}">
                  <a16:creationId xmlns:a16="http://schemas.microsoft.com/office/drawing/2014/main" id="{1EB37266-D903-89BC-802A-75D2C5A9731E}"/>
                </a:ext>
              </a:extLst>
            </p:cNvPr>
            <p:cNvSpPr txBox="1">
              <a:spLocks noChangeArrowheads="1"/>
            </p:cNvSpPr>
            <p:nvPr/>
          </p:nvSpPr>
          <p:spPr bwMode="auto">
            <a:xfrm>
              <a:off x="8059475" y="4083947"/>
              <a:ext cx="311638" cy="36504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t>2</a:t>
              </a:r>
              <a:endParaRPr lang="en-US"/>
            </a:p>
          </p:txBody>
        </p:sp>
        <p:sp>
          <p:nvSpPr>
            <p:cNvPr id="30" name="Line 67">
              <a:extLst>
                <a:ext uri="{FF2B5EF4-FFF2-40B4-BE49-F238E27FC236}">
                  <a16:creationId xmlns:a16="http://schemas.microsoft.com/office/drawing/2014/main" id="{099AA47F-696F-4FFD-3A1F-896DC62B1A83}"/>
                </a:ext>
              </a:extLst>
            </p:cNvPr>
            <p:cNvSpPr>
              <a:spLocks noChangeShapeType="1"/>
            </p:cNvSpPr>
            <p:nvPr/>
          </p:nvSpPr>
          <p:spPr bwMode="auto">
            <a:xfrm>
              <a:off x="6315750" y="2357069"/>
              <a:ext cx="1398748" cy="1695588"/>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31" name="Text Box 68">
              <a:extLst>
                <a:ext uri="{FF2B5EF4-FFF2-40B4-BE49-F238E27FC236}">
                  <a16:creationId xmlns:a16="http://schemas.microsoft.com/office/drawing/2014/main" id="{93F3CD35-3A97-A104-AE47-E2FAE4E415A8}"/>
                </a:ext>
              </a:extLst>
            </p:cNvPr>
            <p:cNvSpPr txBox="1">
              <a:spLocks noChangeArrowheads="1"/>
            </p:cNvSpPr>
            <p:nvPr/>
          </p:nvSpPr>
          <p:spPr bwMode="auto">
            <a:xfrm>
              <a:off x="6918734" y="2883029"/>
              <a:ext cx="313088" cy="36653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t>7</a:t>
              </a:r>
              <a:endParaRPr lang="en-US"/>
            </a:p>
          </p:txBody>
        </p:sp>
        <p:sp>
          <p:nvSpPr>
            <p:cNvPr id="32" name="Freeform 69">
              <a:extLst>
                <a:ext uri="{FF2B5EF4-FFF2-40B4-BE49-F238E27FC236}">
                  <a16:creationId xmlns:a16="http://schemas.microsoft.com/office/drawing/2014/main" id="{D8D0EB2A-6284-ED71-251F-DDF44B6FDAB3}"/>
                </a:ext>
              </a:extLst>
            </p:cNvPr>
            <p:cNvSpPr>
              <a:spLocks/>
            </p:cNvSpPr>
            <p:nvPr/>
          </p:nvSpPr>
          <p:spPr bwMode="auto">
            <a:xfrm>
              <a:off x="6295458" y="2336210"/>
              <a:ext cx="40585" cy="20860"/>
            </a:xfrm>
            <a:custGeom>
              <a:avLst/>
              <a:gdLst>
                <a:gd name="T0" fmla="*/ 0 w 28"/>
                <a:gd name="T1" fmla="*/ 14 h 14"/>
                <a:gd name="T2" fmla="*/ 28 w 28"/>
                <a:gd name="T3" fmla="*/ 0 h 14"/>
                <a:gd name="T4" fmla="*/ 0 w 28"/>
                <a:gd name="T5" fmla="*/ 14 h 14"/>
                <a:gd name="T6" fmla="*/ 0 60000 65536"/>
                <a:gd name="T7" fmla="*/ 0 60000 65536"/>
                <a:gd name="T8" fmla="*/ 0 60000 65536"/>
                <a:gd name="T9" fmla="*/ 0 w 28"/>
                <a:gd name="T10" fmla="*/ 0 h 14"/>
                <a:gd name="T11" fmla="*/ 28 w 28"/>
                <a:gd name="T12" fmla="*/ 14 h 14"/>
              </a:gdLst>
              <a:ahLst/>
              <a:cxnLst>
                <a:cxn ang="T6">
                  <a:pos x="T0" y="T1"/>
                </a:cxn>
                <a:cxn ang="T7">
                  <a:pos x="T2" y="T3"/>
                </a:cxn>
                <a:cxn ang="T8">
                  <a:pos x="T4" y="T5"/>
                </a:cxn>
              </a:cxnLst>
              <a:rect l="T9" t="T10" r="T11" b="T12"/>
              <a:pathLst>
                <a:path w="28" h="14">
                  <a:moveTo>
                    <a:pt x="0" y="14"/>
                  </a:moveTo>
                  <a:cubicBezTo>
                    <a:pt x="9" y="9"/>
                    <a:pt x="28" y="0"/>
                    <a:pt x="28" y="0"/>
                  </a:cubicBezTo>
                  <a:cubicBezTo>
                    <a:pt x="28" y="0"/>
                    <a:pt x="9" y="9"/>
                    <a:pt x="0" y="14"/>
                  </a:cubicBezTo>
                  <a:close/>
                </a:path>
              </a:pathLst>
            </a:custGeom>
            <a:solidFill>
              <a:schemeClr val="accent1"/>
            </a:solidFill>
            <a:ln w="9525">
              <a:solidFill>
                <a:schemeClr val="tx1"/>
              </a:solidFill>
              <a:round/>
              <a:headEnd/>
              <a:tailEnd/>
            </a:ln>
          </p:spPr>
          <p:txBody>
            <a:bodyPr/>
            <a:lstStyle/>
            <a:p>
              <a:endParaRPr lang="en-US"/>
            </a:p>
          </p:txBody>
        </p:sp>
        <p:sp>
          <p:nvSpPr>
            <p:cNvPr id="33" name="Freeform 70">
              <a:extLst>
                <a:ext uri="{FF2B5EF4-FFF2-40B4-BE49-F238E27FC236}">
                  <a16:creationId xmlns:a16="http://schemas.microsoft.com/office/drawing/2014/main" id="{ED16424F-726D-9408-B0BF-F72BA1F91A5B}"/>
                </a:ext>
              </a:extLst>
            </p:cNvPr>
            <p:cNvSpPr>
              <a:spLocks/>
            </p:cNvSpPr>
            <p:nvPr/>
          </p:nvSpPr>
          <p:spPr bwMode="auto">
            <a:xfrm>
              <a:off x="6489688" y="2370479"/>
              <a:ext cx="2188715" cy="1567451"/>
            </a:xfrm>
            <a:custGeom>
              <a:avLst/>
              <a:gdLst>
                <a:gd name="T0" fmla="*/ 0 w 1510"/>
                <a:gd name="T1" fmla="*/ 5 h 1052"/>
                <a:gd name="T2" fmla="*/ 1102 w 1510"/>
                <a:gd name="T3" fmla="*/ 174 h 1052"/>
                <a:gd name="T4" fmla="*/ 1510 w 1510"/>
                <a:gd name="T5" fmla="*/ 1052 h 1052"/>
                <a:gd name="T6" fmla="*/ 0 60000 65536"/>
                <a:gd name="T7" fmla="*/ 0 60000 65536"/>
                <a:gd name="T8" fmla="*/ 0 60000 65536"/>
                <a:gd name="T9" fmla="*/ 0 w 1510"/>
                <a:gd name="T10" fmla="*/ 0 h 1052"/>
                <a:gd name="T11" fmla="*/ 1510 w 1510"/>
                <a:gd name="T12" fmla="*/ 1052 h 1052"/>
              </a:gdLst>
              <a:ahLst/>
              <a:cxnLst>
                <a:cxn ang="T6">
                  <a:pos x="T0" y="T1"/>
                </a:cxn>
                <a:cxn ang="T7">
                  <a:pos x="T2" y="T3"/>
                </a:cxn>
                <a:cxn ang="T8">
                  <a:pos x="T4" y="T5"/>
                </a:cxn>
              </a:cxnLst>
              <a:rect l="T9" t="T10" r="T11" b="T12"/>
              <a:pathLst>
                <a:path w="1510" h="1052">
                  <a:moveTo>
                    <a:pt x="0" y="5"/>
                  </a:moveTo>
                  <a:cubicBezTo>
                    <a:pt x="184" y="33"/>
                    <a:pt x="851" y="0"/>
                    <a:pt x="1102" y="174"/>
                  </a:cubicBezTo>
                  <a:cubicBezTo>
                    <a:pt x="1353" y="348"/>
                    <a:pt x="1425" y="869"/>
                    <a:pt x="1510" y="1052"/>
                  </a:cubicBezTo>
                </a:path>
              </a:pathLst>
            </a:custGeom>
            <a:noFill/>
            <a:ln w="9525">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a:lstStyle/>
            <a:p>
              <a:endParaRPr lang="en-US"/>
            </a:p>
          </p:txBody>
        </p:sp>
        <p:sp>
          <p:nvSpPr>
            <p:cNvPr id="34" name="Text Box 71">
              <a:extLst>
                <a:ext uri="{FF2B5EF4-FFF2-40B4-BE49-F238E27FC236}">
                  <a16:creationId xmlns:a16="http://schemas.microsoft.com/office/drawing/2014/main" id="{90C204A1-3648-2A9B-54C9-18531C5932F3}"/>
                </a:ext>
              </a:extLst>
            </p:cNvPr>
            <p:cNvSpPr txBox="1">
              <a:spLocks noChangeArrowheads="1"/>
            </p:cNvSpPr>
            <p:nvPr/>
          </p:nvSpPr>
          <p:spPr bwMode="auto">
            <a:xfrm>
              <a:off x="8021788" y="2383889"/>
              <a:ext cx="311638" cy="36653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t>9</a:t>
              </a:r>
              <a:endParaRPr lang="en-US"/>
            </a:p>
          </p:txBody>
        </p:sp>
      </p:grpSp>
    </p:spTree>
    <p:extLst>
      <p:ext uri="{BB962C8B-B14F-4D97-AF65-F5344CB8AC3E}">
        <p14:creationId xmlns:p14="http://schemas.microsoft.com/office/powerpoint/2010/main" val="27208067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24933">
                                            <p:txEl>
                                              <p:pRg st="1" end="1"/>
                                            </p:txEl>
                                          </p:spTgt>
                                        </p:tgtEl>
                                        <p:attrNameLst>
                                          <p:attrName>style.visibility</p:attrName>
                                        </p:attrNameLst>
                                      </p:cBhvr>
                                      <p:to>
                                        <p:strVal val="visible"/>
                                      </p:to>
                                    </p:set>
                                    <p:animEffect transition="in" filter="dissolve">
                                      <p:cBhvr>
                                        <p:cTn id="7" dur="1000"/>
                                        <p:tgtEl>
                                          <p:spTgt spid="124933">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24933">
                                            <p:txEl>
                                              <p:pRg st="2" end="2"/>
                                            </p:txEl>
                                          </p:spTgt>
                                        </p:tgtEl>
                                        <p:attrNameLst>
                                          <p:attrName>style.visibility</p:attrName>
                                        </p:attrNameLst>
                                      </p:cBhvr>
                                      <p:to>
                                        <p:strVal val="visible"/>
                                      </p:to>
                                    </p:set>
                                    <p:animEffect transition="in" filter="dissolve">
                                      <p:cBhvr>
                                        <p:cTn id="10" dur="1000"/>
                                        <p:tgtEl>
                                          <p:spTgt spid="124933">
                                            <p:txEl>
                                              <p:pRg st="2" end="2"/>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124933">
                                            <p:txEl>
                                              <p:pRg st="3" end="3"/>
                                            </p:txEl>
                                          </p:spTgt>
                                        </p:tgtEl>
                                        <p:attrNameLst>
                                          <p:attrName>style.visibility</p:attrName>
                                        </p:attrNameLst>
                                      </p:cBhvr>
                                      <p:to>
                                        <p:strVal val="visible"/>
                                      </p:to>
                                    </p:set>
                                    <p:animEffect transition="in" filter="dissolve">
                                      <p:cBhvr>
                                        <p:cTn id="13" dur="1000"/>
                                        <p:tgtEl>
                                          <p:spTgt spid="124933">
                                            <p:txEl>
                                              <p:pRg st="3" end="3"/>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nodeType="clickEffect">
                                  <p:stCondLst>
                                    <p:cond delay="0"/>
                                  </p:stCondLst>
                                  <p:childTnLst>
                                    <p:set>
                                      <p:cBhvr>
                                        <p:cTn id="17" dur="1" fill="hold">
                                          <p:stCondLst>
                                            <p:cond delay="0"/>
                                          </p:stCondLst>
                                        </p:cTn>
                                        <p:tgtEl>
                                          <p:spTgt spid="124933">
                                            <p:txEl>
                                              <p:pRg st="4" end="4"/>
                                            </p:txEl>
                                          </p:spTgt>
                                        </p:tgtEl>
                                        <p:attrNameLst>
                                          <p:attrName>style.visibility</p:attrName>
                                        </p:attrNameLst>
                                      </p:cBhvr>
                                      <p:to>
                                        <p:strVal val="visible"/>
                                      </p:to>
                                    </p:set>
                                    <p:animEffect transition="in" filter="dissolve">
                                      <p:cBhvr>
                                        <p:cTn id="18" dur="1000"/>
                                        <p:tgtEl>
                                          <p:spTgt spid="124933">
                                            <p:txEl>
                                              <p:pRg st="4" end="4"/>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124933">
                                            <p:txEl>
                                              <p:pRg st="5" end="5"/>
                                            </p:txEl>
                                          </p:spTgt>
                                        </p:tgtEl>
                                        <p:attrNameLst>
                                          <p:attrName>style.visibility</p:attrName>
                                        </p:attrNameLst>
                                      </p:cBhvr>
                                      <p:to>
                                        <p:strVal val="visible"/>
                                      </p:to>
                                    </p:set>
                                    <p:animEffect transition="in" filter="dissolve">
                                      <p:cBhvr>
                                        <p:cTn id="21" dur="1000"/>
                                        <p:tgtEl>
                                          <p:spTgt spid="124933">
                                            <p:txEl>
                                              <p:pRg st="5" end="5"/>
                                            </p:txEl>
                                          </p:spTgt>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nodeType="clickEffect">
                                  <p:stCondLst>
                                    <p:cond delay="0"/>
                                  </p:stCondLst>
                                  <p:childTnLst>
                                    <p:set>
                                      <p:cBhvr>
                                        <p:cTn id="25" dur="1" fill="hold">
                                          <p:stCondLst>
                                            <p:cond delay="0"/>
                                          </p:stCondLst>
                                        </p:cTn>
                                        <p:tgtEl>
                                          <p:spTgt spid="124933">
                                            <p:txEl>
                                              <p:pRg st="6" end="6"/>
                                            </p:txEl>
                                          </p:spTgt>
                                        </p:tgtEl>
                                        <p:attrNameLst>
                                          <p:attrName>style.visibility</p:attrName>
                                        </p:attrNameLst>
                                      </p:cBhvr>
                                      <p:to>
                                        <p:strVal val="visible"/>
                                      </p:to>
                                    </p:set>
                                    <p:animEffect transition="in" filter="dissolve">
                                      <p:cBhvr>
                                        <p:cTn id="26" dur="1000"/>
                                        <p:tgtEl>
                                          <p:spTgt spid="124933">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4931" name="Picture 6"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68325" y="1014413"/>
            <a:ext cx="6856413" cy="1730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24932" name="Rectangle 2"/>
          <p:cNvSpPr>
            <a:spLocks noGrp="1" noChangeArrowheads="1"/>
          </p:cNvSpPr>
          <p:nvPr>
            <p:ph type="title"/>
          </p:nvPr>
        </p:nvSpPr>
        <p:spPr/>
        <p:txBody>
          <a:bodyPr/>
          <a:lstStyle/>
          <a:p>
            <a:r>
              <a:rPr lang="en-US" sz="4000" dirty="0">
                <a:latin typeface="Gill Sans MT" charset="0"/>
              </a:rPr>
              <a:t>A link-state routing algorithm</a:t>
            </a:r>
            <a:endParaRPr lang="en-US" dirty="0">
              <a:latin typeface="Gill Sans MT" charset="0"/>
            </a:endParaRPr>
          </a:p>
        </p:txBody>
      </p:sp>
      <p:sp>
        <p:nvSpPr>
          <p:cNvPr id="124934" name="Rectangle 4"/>
          <p:cNvSpPr>
            <a:spLocks noGrp="1" noChangeArrowheads="1"/>
          </p:cNvSpPr>
          <p:nvPr>
            <p:ph type="body" sz="half" idx="2"/>
          </p:nvPr>
        </p:nvSpPr>
        <p:spPr>
          <a:xfrm>
            <a:off x="4773098" y="1573380"/>
            <a:ext cx="4012539" cy="4648200"/>
          </a:xfrm>
        </p:spPr>
        <p:txBody>
          <a:bodyPr/>
          <a:lstStyle/>
          <a:p>
            <a:pPr>
              <a:lnSpc>
                <a:spcPct val="75000"/>
              </a:lnSpc>
              <a:buFont typeface="Wingdings" charset="0"/>
              <a:buNone/>
            </a:pPr>
            <a:r>
              <a:rPr lang="en-US" i="1" dirty="0">
                <a:solidFill>
                  <a:srgbClr val="CC0000"/>
                </a:solidFill>
                <a:latin typeface="Gill Sans MT" charset="0"/>
              </a:rPr>
              <a:t>notation:</a:t>
            </a:r>
          </a:p>
          <a:p>
            <a:pPr>
              <a:lnSpc>
                <a:spcPct val="75000"/>
              </a:lnSpc>
            </a:pPr>
            <a:r>
              <a:rPr lang="en-US" dirty="0">
                <a:solidFill>
                  <a:srgbClr val="000099"/>
                </a:solidFill>
                <a:latin typeface="Arial" charset="0"/>
              </a:rPr>
              <a:t>c(</a:t>
            </a:r>
            <a:r>
              <a:rPr lang="en-US" dirty="0" err="1">
                <a:solidFill>
                  <a:srgbClr val="000099"/>
                </a:solidFill>
                <a:latin typeface="Arial" charset="0"/>
              </a:rPr>
              <a:t>x,y</a:t>
            </a:r>
            <a:r>
              <a:rPr lang="en-US" dirty="0">
                <a:solidFill>
                  <a:srgbClr val="000099"/>
                </a:solidFill>
                <a:latin typeface="Arial" charset="0"/>
              </a:rPr>
              <a:t>):</a:t>
            </a:r>
            <a:r>
              <a:rPr lang="en-US" sz="2400" dirty="0">
                <a:latin typeface="Gill Sans MT" charset="0"/>
              </a:rPr>
              <a:t> link cost from node x to y;  = ∞ if not direct neighbors</a:t>
            </a:r>
          </a:p>
          <a:p>
            <a:pPr>
              <a:lnSpc>
                <a:spcPct val="75000"/>
              </a:lnSpc>
              <a:spcBef>
                <a:spcPts val="1472"/>
              </a:spcBef>
            </a:pPr>
            <a:r>
              <a:rPr lang="en-US" dirty="0">
                <a:solidFill>
                  <a:srgbClr val="000099"/>
                </a:solidFill>
                <a:latin typeface="Arial" charset="0"/>
              </a:rPr>
              <a:t>D(v):</a:t>
            </a:r>
            <a:r>
              <a:rPr lang="en-US" sz="2400" dirty="0">
                <a:latin typeface="Gill Sans MT" charset="0"/>
              </a:rPr>
              <a:t> current value of cost of path </a:t>
            </a:r>
            <a:r>
              <a:rPr lang="en-US" sz="2400" dirty="0">
                <a:solidFill>
                  <a:srgbClr val="C00000"/>
                </a:solidFill>
                <a:latin typeface="Gill Sans MT" charset="0"/>
              </a:rPr>
              <a:t>from source </a:t>
            </a:r>
            <a:r>
              <a:rPr lang="en-US" sz="2400" dirty="0">
                <a:latin typeface="Gill Sans MT" charset="0"/>
              </a:rPr>
              <a:t>to </a:t>
            </a:r>
            <a:r>
              <a:rPr lang="en-US" sz="2400" dirty="0" err="1">
                <a:latin typeface="Gill Sans MT" charset="0"/>
              </a:rPr>
              <a:t>dest</a:t>
            </a:r>
            <a:r>
              <a:rPr lang="en-US" sz="2400" dirty="0">
                <a:latin typeface="Gill Sans MT" charset="0"/>
              </a:rPr>
              <a:t>. v</a:t>
            </a:r>
          </a:p>
          <a:p>
            <a:pPr>
              <a:lnSpc>
                <a:spcPct val="75000"/>
              </a:lnSpc>
              <a:spcBef>
                <a:spcPts val="1472"/>
              </a:spcBef>
            </a:pPr>
            <a:r>
              <a:rPr lang="en-US" dirty="0">
                <a:solidFill>
                  <a:srgbClr val="000099"/>
                </a:solidFill>
                <a:latin typeface="Arial" charset="0"/>
              </a:rPr>
              <a:t>p(v):</a:t>
            </a:r>
            <a:r>
              <a:rPr lang="en-US" sz="2400" dirty="0">
                <a:latin typeface="Gill Sans MT" charset="0"/>
              </a:rPr>
              <a:t> predecessor node along path </a:t>
            </a:r>
            <a:r>
              <a:rPr lang="en-US" sz="2400" dirty="0">
                <a:solidFill>
                  <a:srgbClr val="C00000"/>
                </a:solidFill>
                <a:latin typeface="Gill Sans MT" charset="0"/>
              </a:rPr>
              <a:t>from source </a:t>
            </a:r>
            <a:r>
              <a:rPr lang="en-US" sz="2400" dirty="0">
                <a:latin typeface="Gill Sans MT" charset="0"/>
              </a:rPr>
              <a:t>to v</a:t>
            </a:r>
          </a:p>
          <a:p>
            <a:pPr>
              <a:lnSpc>
                <a:spcPct val="75000"/>
              </a:lnSpc>
              <a:spcBef>
                <a:spcPts val="1472"/>
              </a:spcBef>
            </a:pPr>
            <a:r>
              <a:rPr lang="en-US" dirty="0">
                <a:solidFill>
                  <a:srgbClr val="000099"/>
                </a:solidFill>
                <a:latin typeface="Arial" charset="0"/>
              </a:rPr>
              <a:t>N</a:t>
            </a:r>
            <a:r>
              <a:rPr lang="en-US" dirty="0">
                <a:solidFill>
                  <a:srgbClr val="000099"/>
                </a:solidFill>
                <a:latin typeface="Arial" charset="0"/>
                <a:cs typeface="Arial" charset="0"/>
              </a:rPr>
              <a:t>'</a:t>
            </a:r>
            <a:r>
              <a:rPr lang="en-US" dirty="0">
                <a:solidFill>
                  <a:srgbClr val="000099"/>
                </a:solidFill>
                <a:latin typeface="Arial" charset="0"/>
              </a:rPr>
              <a:t>:</a:t>
            </a:r>
            <a:r>
              <a:rPr lang="en-US" sz="2400" dirty="0">
                <a:latin typeface="Gill Sans MT" charset="0"/>
              </a:rPr>
              <a:t> set of nodes whose least cost path definitively known</a:t>
            </a:r>
          </a:p>
          <a:p>
            <a:pPr>
              <a:lnSpc>
                <a:spcPct val="75000"/>
              </a:lnSpc>
            </a:pPr>
            <a:endParaRPr lang="en-US" dirty="0">
              <a:latin typeface="Gill Sans MT" charset="0"/>
            </a:endParaRPr>
          </a:p>
        </p:txBody>
      </p:sp>
      <p:sp>
        <p:nvSpPr>
          <p:cNvPr id="8" name="Slide Number Placeholder 5"/>
          <p:cNvSpPr>
            <a:spLocks noGrp="1"/>
          </p:cNvSpPr>
          <p:nvPr>
            <p:ph type="sldNum" sz="quarter" idx="12"/>
          </p:nvPr>
        </p:nvSpPr>
        <p:spPr>
          <a:xfrm>
            <a:off x="8456154" y="6475895"/>
            <a:ext cx="548655" cy="272319"/>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200" dirty="0">
                <a:latin typeface="Tahoma" charset="0"/>
              </a:rPr>
              <a:t>5-</a:t>
            </a:r>
            <a:fld id="{8E8C6E93-DF5B-BC4B-80F9-500DED1EEDCC}" type="slidenum">
              <a:rPr lang="en-US" sz="1200">
                <a:latin typeface="Tahoma" charset="0"/>
              </a:rPr>
              <a:pPr/>
              <a:t>32</a:t>
            </a:fld>
            <a:endParaRPr lang="en-US" sz="1200" dirty="0">
              <a:latin typeface="Tahoma" charset="0"/>
            </a:endParaRPr>
          </a:p>
        </p:txBody>
      </p:sp>
      <p:sp>
        <p:nvSpPr>
          <p:cNvPr id="9" name="Footer Placeholder 2"/>
          <p:cNvSpPr>
            <a:spLocks noGrp="1"/>
          </p:cNvSpPr>
          <p:nvPr>
            <p:ph type="ftr" sz="quarter" idx="11"/>
          </p:nvPr>
        </p:nvSpPr>
        <p:spPr>
          <a:xfrm>
            <a:off x="6375496" y="6475081"/>
            <a:ext cx="2177473" cy="241541"/>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200" dirty="0">
                <a:solidFill>
                  <a:srgbClr val="000000"/>
                </a:solidFill>
                <a:latin typeface="Tahoma" charset="0"/>
                <a:cs typeface="Arial" charset="0"/>
              </a:rPr>
              <a:t>Network Layer: Control Plane</a:t>
            </a:r>
          </a:p>
        </p:txBody>
      </p:sp>
      <p:grpSp>
        <p:nvGrpSpPr>
          <p:cNvPr id="5" name="组合 4">
            <a:extLst>
              <a:ext uri="{FF2B5EF4-FFF2-40B4-BE49-F238E27FC236}">
                <a16:creationId xmlns:a16="http://schemas.microsoft.com/office/drawing/2014/main" id="{397D45D4-E92A-DDBF-5248-FC0F09EF4692}"/>
              </a:ext>
            </a:extLst>
          </p:cNvPr>
          <p:cNvGrpSpPr/>
          <p:nvPr/>
        </p:nvGrpSpPr>
        <p:grpSpPr>
          <a:xfrm>
            <a:off x="354013" y="2157413"/>
            <a:ext cx="4217987" cy="3364357"/>
            <a:chOff x="4738716" y="2157413"/>
            <a:chExt cx="4217987" cy="3364357"/>
          </a:xfrm>
        </p:grpSpPr>
        <p:grpSp>
          <p:nvGrpSpPr>
            <p:cNvPr id="6" name="Group 3">
              <a:extLst>
                <a:ext uri="{FF2B5EF4-FFF2-40B4-BE49-F238E27FC236}">
                  <a16:creationId xmlns:a16="http://schemas.microsoft.com/office/drawing/2014/main" id="{B7D0C03C-2A83-4BF8-8722-A3FC547FA182}"/>
                </a:ext>
              </a:extLst>
            </p:cNvPr>
            <p:cNvGrpSpPr>
              <a:grpSpLocks/>
            </p:cNvGrpSpPr>
            <p:nvPr/>
          </p:nvGrpSpPr>
          <p:grpSpPr bwMode="auto">
            <a:xfrm>
              <a:off x="6007011" y="3857471"/>
              <a:ext cx="458036" cy="397823"/>
              <a:chOff x="1613" y="2011"/>
              <a:chExt cx="316" cy="267"/>
            </a:xfrm>
          </p:grpSpPr>
          <p:sp>
            <p:nvSpPr>
              <p:cNvPr id="124937" name="Oval 4">
                <a:extLst>
                  <a:ext uri="{FF2B5EF4-FFF2-40B4-BE49-F238E27FC236}">
                    <a16:creationId xmlns:a16="http://schemas.microsoft.com/office/drawing/2014/main" id="{4BF2E844-9584-7A3C-483E-01CA45903036}"/>
                  </a:ext>
                </a:extLst>
              </p:cNvPr>
              <p:cNvSpPr>
                <a:spLocks noChangeArrowheads="1"/>
              </p:cNvSpPr>
              <p:nvPr/>
            </p:nvSpPr>
            <p:spPr bwMode="auto">
              <a:xfrm>
                <a:off x="1616" y="2138"/>
                <a:ext cx="311" cy="81"/>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24938" name="Line 5">
                <a:extLst>
                  <a:ext uri="{FF2B5EF4-FFF2-40B4-BE49-F238E27FC236}">
                    <a16:creationId xmlns:a16="http://schemas.microsoft.com/office/drawing/2014/main" id="{0139E826-5D0B-4670-12F5-DDC58F887997}"/>
                  </a:ext>
                </a:extLst>
              </p:cNvPr>
              <p:cNvSpPr>
                <a:spLocks noChangeShapeType="1"/>
              </p:cNvSpPr>
              <p:nvPr/>
            </p:nvSpPr>
            <p:spPr bwMode="auto">
              <a:xfrm>
                <a:off x="1616" y="2129"/>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24939" name="Line 6">
                <a:extLst>
                  <a:ext uri="{FF2B5EF4-FFF2-40B4-BE49-F238E27FC236}">
                    <a16:creationId xmlns:a16="http://schemas.microsoft.com/office/drawing/2014/main" id="{985DBD7C-826D-F6B5-B667-CCD12CDCBF5C}"/>
                  </a:ext>
                </a:extLst>
              </p:cNvPr>
              <p:cNvSpPr>
                <a:spLocks noChangeShapeType="1"/>
              </p:cNvSpPr>
              <p:nvPr/>
            </p:nvSpPr>
            <p:spPr bwMode="auto">
              <a:xfrm>
                <a:off x="1929" y="2129"/>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24940" name="Rectangle 7">
                <a:extLst>
                  <a:ext uri="{FF2B5EF4-FFF2-40B4-BE49-F238E27FC236}">
                    <a16:creationId xmlns:a16="http://schemas.microsoft.com/office/drawing/2014/main" id="{15A8F7BB-BDD2-786A-7BF4-F37B7B4104A6}"/>
                  </a:ext>
                </a:extLst>
              </p:cNvPr>
              <p:cNvSpPr>
                <a:spLocks noChangeArrowheads="1"/>
              </p:cNvSpPr>
              <p:nvPr/>
            </p:nvSpPr>
            <p:spPr bwMode="auto">
              <a:xfrm>
                <a:off x="1616" y="2129"/>
                <a:ext cx="308" cy="49"/>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sz="2400"/>
              </a:p>
            </p:txBody>
          </p:sp>
          <p:sp>
            <p:nvSpPr>
              <p:cNvPr id="124941" name="Oval 8">
                <a:extLst>
                  <a:ext uri="{FF2B5EF4-FFF2-40B4-BE49-F238E27FC236}">
                    <a16:creationId xmlns:a16="http://schemas.microsoft.com/office/drawing/2014/main" id="{26150446-5B87-A630-778B-849C87A9E3E0}"/>
                  </a:ext>
                </a:extLst>
              </p:cNvPr>
              <p:cNvSpPr>
                <a:spLocks noChangeArrowheads="1"/>
              </p:cNvSpPr>
              <p:nvPr/>
            </p:nvSpPr>
            <p:spPr bwMode="auto">
              <a:xfrm>
                <a:off x="1613" y="2072"/>
                <a:ext cx="311" cy="95"/>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24942" name="Rectangle 9">
                <a:extLst>
                  <a:ext uri="{FF2B5EF4-FFF2-40B4-BE49-F238E27FC236}">
                    <a16:creationId xmlns:a16="http://schemas.microsoft.com/office/drawing/2014/main" id="{D91B39B6-0AD4-F5D9-856A-5DDC3AD842BE}"/>
                  </a:ext>
                </a:extLst>
              </p:cNvPr>
              <p:cNvSpPr>
                <a:spLocks noChangeArrowheads="1"/>
              </p:cNvSpPr>
              <p:nvPr/>
            </p:nvSpPr>
            <p:spPr bwMode="auto">
              <a:xfrm>
                <a:off x="1686" y="2100"/>
                <a:ext cx="140" cy="105"/>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p>
            </p:txBody>
          </p:sp>
          <p:sp>
            <p:nvSpPr>
              <p:cNvPr id="124943" name="Text Box 10">
                <a:extLst>
                  <a:ext uri="{FF2B5EF4-FFF2-40B4-BE49-F238E27FC236}">
                    <a16:creationId xmlns:a16="http://schemas.microsoft.com/office/drawing/2014/main" id="{12B32F25-5BE3-D258-EF8E-5CAFA02B32D3}"/>
                  </a:ext>
                </a:extLst>
              </p:cNvPr>
              <p:cNvSpPr txBox="1">
                <a:spLocks noChangeArrowheads="1"/>
              </p:cNvSpPr>
              <p:nvPr/>
            </p:nvSpPr>
            <p:spPr bwMode="auto">
              <a:xfrm>
                <a:off x="1633" y="2011"/>
                <a:ext cx="254" cy="26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2000"/>
                  <a:t>w</a:t>
                </a:r>
                <a:endParaRPr lang="en-US"/>
              </a:p>
            </p:txBody>
          </p:sp>
        </p:grpSp>
        <p:sp>
          <p:nvSpPr>
            <p:cNvPr id="7" name="Text Box 11">
              <a:extLst>
                <a:ext uri="{FF2B5EF4-FFF2-40B4-BE49-F238E27FC236}">
                  <a16:creationId xmlns:a16="http://schemas.microsoft.com/office/drawing/2014/main" id="{ED56F425-6E27-D165-0C7F-A7640C0F3A35}"/>
                </a:ext>
              </a:extLst>
            </p:cNvPr>
            <p:cNvSpPr txBox="1">
              <a:spLocks noChangeArrowheads="1"/>
            </p:cNvSpPr>
            <p:nvPr/>
          </p:nvSpPr>
          <p:spPr bwMode="auto">
            <a:xfrm>
              <a:off x="5477951" y="3800852"/>
              <a:ext cx="311638" cy="36653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t>3</a:t>
              </a:r>
              <a:endParaRPr lang="en-US"/>
            </a:p>
          </p:txBody>
        </p:sp>
        <p:sp>
          <p:nvSpPr>
            <p:cNvPr id="10" name="Text Box 12">
              <a:extLst>
                <a:ext uri="{FF2B5EF4-FFF2-40B4-BE49-F238E27FC236}">
                  <a16:creationId xmlns:a16="http://schemas.microsoft.com/office/drawing/2014/main" id="{E5126945-2626-6E1E-D284-33266217F7DC}"/>
                </a:ext>
              </a:extLst>
            </p:cNvPr>
            <p:cNvSpPr txBox="1">
              <a:spLocks noChangeArrowheads="1"/>
            </p:cNvSpPr>
            <p:nvPr/>
          </p:nvSpPr>
          <p:spPr bwMode="auto">
            <a:xfrm>
              <a:off x="6209938" y="3084176"/>
              <a:ext cx="311638" cy="36653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t>4</a:t>
              </a:r>
              <a:endParaRPr lang="en-US"/>
            </a:p>
          </p:txBody>
        </p:sp>
        <p:grpSp>
          <p:nvGrpSpPr>
            <p:cNvPr id="11" name="Group 13">
              <a:extLst>
                <a:ext uri="{FF2B5EF4-FFF2-40B4-BE49-F238E27FC236}">
                  <a16:creationId xmlns:a16="http://schemas.microsoft.com/office/drawing/2014/main" id="{17ACFA77-1B48-0B0E-24EC-A203E0844B26}"/>
                </a:ext>
              </a:extLst>
            </p:cNvPr>
            <p:cNvGrpSpPr>
              <a:grpSpLocks/>
            </p:cNvGrpSpPr>
            <p:nvPr/>
          </p:nvGrpSpPr>
          <p:grpSpPr bwMode="auto">
            <a:xfrm>
              <a:off x="6020056" y="5125437"/>
              <a:ext cx="458036" cy="396333"/>
              <a:chOff x="1613" y="2011"/>
              <a:chExt cx="316" cy="266"/>
            </a:xfrm>
          </p:grpSpPr>
          <p:sp>
            <p:nvSpPr>
              <p:cNvPr id="62" name="Oval 14">
                <a:extLst>
                  <a:ext uri="{FF2B5EF4-FFF2-40B4-BE49-F238E27FC236}">
                    <a16:creationId xmlns:a16="http://schemas.microsoft.com/office/drawing/2014/main" id="{BD174EC9-D451-25DF-CCA9-1B2BA996BEE8}"/>
                  </a:ext>
                </a:extLst>
              </p:cNvPr>
              <p:cNvSpPr>
                <a:spLocks noChangeArrowheads="1"/>
              </p:cNvSpPr>
              <p:nvPr/>
            </p:nvSpPr>
            <p:spPr bwMode="auto">
              <a:xfrm>
                <a:off x="1616" y="2138"/>
                <a:ext cx="313" cy="81"/>
              </a:xfrm>
              <a:prstGeom prst="ellipse">
                <a:avLst/>
              </a:prstGeom>
              <a:solidFill>
                <a:schemeClr val="hlink"/>
              </a:solidFill>
              <a:ln w="12700">
                <a:solidFill>
                  <a:schemeClr val="tx1"/>
                </a:solidFill>
                <a:round/>
                <a:headEnd/>
                <a:tailEnd/>
              </a:ln>
            </p:spPr>
            <p:txBody>
              <a:bodyPr wrap="none" anchor="ctr"/>
              <a:lstStyle/>
              <a:p>
                <a:endParaRPr lang="en-US"/>
              </a:p>
            </p:txBody>
          </p:sp>
          <p:sp>
            <p:nvSpPr>
              <p:cNvPr id="63" name="Line 15">
                <a:extLst>
                  <a:ext uri="{FF2B5EF4-FFF2-40B4-BE49-F238E27FC236}">
                    <a16:creationId xmlns:a16="http://schemas.microsoft.com/office/drawing/2014/main" id="{92DC2EFD-9A2F-63D2-53B9-305ECC5B29BB}"/>
                  </a:ext>
                </a:extLst>
              </p:cNvPr>
              <p:cNvSpPr>
                <a:spLocks noChangeShapeType="1"/>
              </p:cNvSpPr>
              <p:nvPr/>
            </p:nvSpPr>
            <p:spPr bwMode="auto">
              <a:xfrm>
                <a:off x="1616" y="2131"/>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24928" name="Line 16">
                <a:extLst>
                  <a:ext uri="{FF2B5EF4-FFF2-40B4-BE49-F238E27FC236}">
                    <a16:creationId xmlns:a16="http://schemas.microsoft.com/office/drawing/2014/main" id="{47FDCE27-A7D7-6048-1FB4-4FFDBB10A751}"/>
                  </a:ext>
                </a:extLst>
              </p:cNvPr>
              <p:cNvSpPr>
                <a:spLocks noChangeShapeType="1"/>
              </p:cNvSpPr>
              <p:nvPr/>
            </p:nvSpPr>
            <p:spPr bwMode="auto">
              <a:xfrm>
                <a:off x="1929" y="2131"/>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24929" name="Rectangle 17">
                <a:extLst>
                  <a:ext uri="{FF2B5EF4-FFF2-40B4-BE49-F238E27FC236}">
                    <a16:creationId xmlns:a16="http://schemas.microsoft.com/office/drawing/2014/main" id="{4F02BAA1-DBC5-8C78-A27F-8A018B9268A4}"/>
                  </a:ext>
                </a:extLst>
              </p:cNvPr>
              <p:cNvSpPr>
                <a:spLocks noChangeArrowheads="1"/>
              </p:cNvSpPr>
              <p:nvPr/>
            </p:nvSpPr>
            <p:spPr bwMode="auto">
              <a:xfrm>
                <a:off x="1616" y="2131"/>
                <a:ext cx="310" cy="49"/>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sz="2400"/>
              </a:p>
            </p:txBody>
          </p:sp>
          <p:sp>
            <p:nvSpPr>
              <p:cNvPr id="124930" name="Oval 18">
                <a:extLst>
                  <a:ext uri="{FF2B5EF4-FFF2-40B4-BE49-F238E27FC236}">
                    <a16:creationId xmlns:a16="http://schemas.microsoft.com/office/drawing/2014/main" id="{F459CB13-13CC-2310-708B-22EADC36DF6D}"/>
                  </a:ext>
                </a:extLst>
              </p:cNvPr>
              <p:cNvSpPr>
                <a:spLocks noChangeArrowheads="1"/>
              </p:cNvSpPr>
              <p:nvPr/>
            </p:nvSpPr>
            <p:spPr bwMode="auto">
              <a:xfrm>
                <a:off x="1613" y="2072"/>
                <a:ext cx="313" cy="95"/>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24935" name="Rectangle 19">
                <a:extLst>
                  <a:ext uri="{FF2B5EF4-FFF2-40B4-BE49-F238E27FC236}">
                    <a16:creationId xmlns:a16="http://schemas.microsoft.com/office/drawing/2014/main" id="{F360C742-9C60-207F-3949-710E45872CE3}"/>
                  </a:ext>
                </a:extLst>
              </p:cNvPr>
              <p:cNvSpPr>
                <a:spLocks noChangeArrowheads="1"/>
              </p:cNvSpPr>
              <p:nvPr/>
            </p:nvSpPr>
            <p:spPr bwMode="auto">
              <a:xfrm>
                <a:off x="1687" y="2100"/>
                <a:ext cx="141" cy="105"/>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p>
            </p:txBody>
          </p:sp>
          <p:sp>
            <p:nvSpPr>
              <p:cNvPr id="124936" name="Text Box 20">
                <a:extLst>
                  <a:ext uri="{FF2B5EF4-FFF2-40B4-BE49-F238E27FC236}">
                    <a16:creationId xmlns:a16="http://schemas.microsoft.com/office/drawing/2014/main" id="{C3412002-1925-F15A-5F91-BEDF0BBC7710}"/>
                  </a:ext>
                </a:extLst>
              </p:cNvPr>
              <p:cNvSpPr txBox="1">
                <a:spLocks noChangeArrowheads="1"/>
              </p:cNvSpPr>
              <p:nvPr/>
            </p:nvSpPr>
            <p:spPr bwMode="auto">
              <a:xfrm>
                <a:off x="1652" y="2011"/>
                <a:ext cx="215" cy="26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2000"/>
                  <a:t>v</a:t>
                </a:r>
                <a:endParaRPr lang="en-US"/>
              </a:p>
            </p:txBody>
          </p:sp>
        </p:grpSp>
        <p:grpSp>
          <p:nvGrpSpPr>
            <p:cNvPr id="12" name="Group 21">
              <a:extLst>
                <a:ext uri="{FF2B5EF4-FFF2-40B4-BE49-F238E27FC236}">
                  <a16:creationId xmlns:a16="http://schemas.microsoft.com/office/drawing/2014/main" id="{4068F944-8BED-951A-1DC4-F843C73D98ED}"/>
                </a:ext>
              </a:extLst>
            </p:cNvPr>
            <p:cNvGrpSpPr>
              <a:grpSpLocks/>
            </p:cNvGrpSpPr>
            <p:nvPr/>
          </p:nvGrpSpPr>
          <p:grpSpPr bwMode="auto">
            <a:xfrm>
              <a:off x="6014258" y="2157413"/>
              <a:ext cx="458036" cy="396333"/>
              <a:chOff x="1613" y="2011"/>
              <a:chExt cx="316" cy="266"/>
            </a:xfrm>
          </p:grpSpPr>
          <p:sp>
            <p:nvSpPr>
              <p:cNvPr id="55" name="Oval 22">
                <a:extLst>
                  <a:ext uri="{FF2B5EF4-FFF2-40B4-BE49-F238E27FC236}">
                    <a16:creationId xmlns:a16="http://schemas.microsoft.com/office/drawing/2014/main" id="{140B0B86-FDDD-D33D-99AA-7B12D5F8196D}"/>
                  </a:ext>
                </a:extLst>
              </p:cNvPr>
              <p:cNvSpPr>
                <a:spLocks noChangeArrowheads="1"/>
              </p:cNvSpPr>
              <p:nvPr/>
            </p:nvSpPr>
            <p:spPr bwMode="auto">
              <a:xfrm>
                <a:off x="1616" y="2138"/>
                <a:ext cx="313" cy="81"/>
              </a:xfrm>
              <a:prstGeom prst="ellipse">
                <a:avLst/>
              </a:prstGeom>
              <a:solidFill>
                <a:schemeClr val="hlink"/>
              </a:solidFill>
              <a:ln w="12700">
                <a:solidFill>
                  <a:schemeClr val="tx1"/>
                </a:solidFill>
                <a:round/>
                <a:headEnd/>
                <a:tailEnd/>
              </a:ln>
            </p:spPr>
            <p:txBody>
              <a:bodyPr wrap="none" anchor="ctr"/>
              <a:lstStyle/>
              <a:p>
                <a:endParaRPr lang="en-US"/>
              </a:p>
            </p:txBody>
          </p:sp>
          <p:sp>
            <p:nvSpPr>
              <p:cNvPr id="56" name="Line 23">
                <a:extLst>
                  <a:ext uri="{FF2B5EF4-FFF2-40B4-BE49-F238E27FC236}">
                    <a16:creationId xmlns:a16="http://schemas.microsoft.com/office/drawing/2014/main" id="{4B43A017-7FF7-4DE3-24FC-2C22FB8EE3BA}"/>
                  </a:ext>
                </a:extLst>
              </p:cNvPr>
              <p:cNvSpPr>
                <a:spLocks noChangeShapeType="1"/>
              </p:cNvSpPr>
              <p:nvPr/>
            </p:nvSpPr>
            <p:spPr bwMode="auto">
              <a:xfrm>
                <a:off x="1616" y="2131"/>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57" name="Line 24">
                <a:extLst>
                  <a:ext uri="{FF2B5EF4-FFF2-40B4-BE49-F238E27FC236}">
                    <a16:creationId xmlns:a16="http://schemas.microsoft.com/office/drawing/2014/main" id="{FAEAC455-CB57-F5A7-3354-35B752D36D4F}"/>
                  </a:ext>
                </a:extLst>
              </p:cNvPr>
              <p:cNvSpPr>
                <a:spLocks noChangeShapeType="1"/>
              </p:cNvSpPr>
              <p:nvPr/>
            </p:nvSpPr>
            <p:spPr bwMode="auto">
              <a:xfrm>
                <a:off x="1929" y="2131"/>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58" name="Rectangle 25">
                <a:extLst>
                  <a:ext uri="{FF2B5EF4-FFF2-40B4-BE49-F238E27FC236}">
                    <a16:creationId xmlns:a16="http://schemas.microsoft.com/office/drawing/2014/main" id="{B17BB478-9DBF-7FEA-ADFF-4B6C64043E6D}"/>
                  </a:ext>
                </a:extLst>
              </p:cNvPr>
              <p:cNvSpPr>
                <a:spLocks noChangeArrowheads="1"/>
              </p:cNvSpPr>
              <p:nvPr/>
            </p:nvSpPr>
            <p:spPr bwMode="auto">
              <a:xfrm>
                <a:off x="1616" y="2131"/>
                <a:ext cx="310" cy="49"/>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sz="2400"/>
              </a:p>
            </p:txBody>
          </p:sp>
          <p:sp>
            <p:nvSpPr>
              <p:cNvPr id="59" name="Oval 26">
                <a:extLst>
                  <a:ext uri="{FF2B5EF4-FFF2-40B4-BE49-F238E27FC236}">
                    <a16:creationId xmlns:a16="http://schemas.microsoft.com/office/drawing/2014/main" id="{3C27D56F-626A-82E5-3E78-0A9286A36DAB}"/>
                  </a:ext>
                </a:extLst>
              </p:cNvPr>
              <p:cNvSpPr>
                <a:spLocks noChangeArrowheads="1"/>
              </p:cNvSpPr>
              <p:nvPr/>
            </p:nvSpPr>
            <p:spPr bwMode="auto">
              <a:xfrm>
                <a:off x="1611" y="2072"/>
                <a:ext cx="313" cy="97"/>
              </a:xfrm>
              <a:prstGeom prst="ellipse">
                <a:avLst/>
              </a:prstGeom>
              <a:solidFill>
                <a:schemeClr val="hlink"/>
              </a:solidFill>
              <a:ln w="12700">
                <a:solidFill>
                  <a:schemeClr val="tx1"/>
                </a:solidFill>
                <a:round/>
                <a:headEnd/>
                <a:tailEnd/>
              </a:ln>
            </p:spPr>
            <p:txBody>
              <a:bodyPr wrap="none" anchor="ctr"/>
              <a:lstStyle/>
              <a:p>
                <a:endParaRPr lang="en-US"/>
              </a:p>
            </p:txBody>
          </p:sp>
          <p:sp>
            <p:nvSpPr>
              <p:cNvPr id="60" name="Rectangle 27">
                <a:extLst>
                  <a:ext uri="{FF2B5EF4-FFF2-40B4-BE49-F238E27FC236}">
                    <a16:creationId xmlns:a16="http://schemas.microsoft.com/office/drawing/2014/main" id="{8C425BF4-7975-8E82-08B0-44F83CB06A78}"/>
                  </a:ext>
                </a:extLst>
              </p:cNvPr>
              <p:cNvSpPr>
                <a:spLocks noChangeArrowheads="1"/>
              </p:cNvSpPr>
              <p:nvPr/>
            </p:nvSpPr>
            <p:spPr bwMode="auto">
              <a:xfrm>
                <a:off x="1687" y="2100"/>
                <a:ext cx="141" cy="103"/>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p>
            </p:txBody>
          </p:sp>
          <p:sp>
            <p:nvSpPr>
              <p:cNvPr id="61" name="Text Box 28">
                <a:extLst>
                  <a:ext uri="{FF2B5EF4-FFF2-40B4-BE49-F238E27FC236}">
                    <a16:creationId xmlns:a16="http://schemas.microsoft.com/office/drawing/2014/main" id="{F088890B-EFFA-9C93-D466-91E04DA70943}"/>
                  </a:ext>
                </a:extLst>
              </p:cNvPr>
              <p:cNvSpPr txBox="1">
                <a:spLocks noChangeArrowheads="1"/>
              </p:cNvSpPr>
              <p:nvPr/>
            </p:nvSpPr>
            <p:spPr bwMode="auto">
              <a:xfrm>
                <a:off x="1652" y="2011"/>
                <a:ext cx="215" cy="2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2000"/>
                  <a:t>x</a:t>
                </a:r>
                <a:endParaRPr lang="en-US"/>
              </a:p>
            </p:txBody>
          </p:sp>
        </p:grpSp>
        <p:sp>
          <p:nvSpPr>
            <p:cNvPr id="13" name="Oval 30">
              <a:extLst>
                <a:ext uri="{FF2B5EF4-FFF2-40B4-BE49-F238E27FC236}">
                  <a16:creationId xmlns:a16="http://schemas.microsoft.com/office/drawing/2014/main" id="{9F50D699-B39A-5AFE-CAE6-C7B162918E76}"/>
                </a:ext>
              </a:extLst>
            </p:cNvPr>
            <p:cNvSpPr>
              <a:spLocks noChangeArrowheads="1"/>
            </p:cNvSpPr>
            <p:nvPr/>
          </p:nvSpPr>
          <p:spPr bwMode="auto">
            <a:xfrm>
              <a:off x="4743064" y="4092887"/>
              <a:ext cx="453688" cy="122178"/>
            </a:xfrm>
            <a:prstGeom prst="ellipse">
              <a:avLst/>
            </a:prstGeom>
            <a:solidFill>
              <a:schemeClr val="accent1"/>
            </a:solidFill>
            <a:ln w="12700">
              <a:solidFill>
                <a:schemeClr val="accent1"/>
              </a:solidFill>
              <a:round/>
              <a:headEnd/>
              <a:tailEnd/>
            </a:ln>
          </p:spPr>
          <p:txBody>
            <a:bodyPr wrap="none" anchor="ctr"/>
            <a:lstStyle/>
            <a:p>
              <a:endParaRPr lang="en-US"/>
            </a:p>
          </p:txBody>
        </p:sp>
        <p:sp>
          <p:nvSpPr>
            <p:cNvPr id="14" name="Line 31">
              <a:extLst>
                <a:ext uri="{FF2B5EF4-FFF2-40B4-BE49-F238E27FC236}">
                  <a16:creationId xmlns:a16="http://schemas.microsoft.com/office/drawing/2014/main" id="{0BB69237-6814-8D08-739F-13FEE4D33573}"/>
                </a:ext>
              </a:extLst>
            </p:cNvPr>
            <p:cNvSpPr>
              <a:spLocks noChangeShapeType="1"/>
            </p:cNvSpPr>
            <p:nvPr/>
          </p:nvSpPr>
          <p:spPr bwMode="auto">
            <a:xfrm>
              <a:off x="4743064" y="4082457"/>
              <a:ext cx="0" cy="74499"/>
            </a:xfrm>
            <a:prstGeom prst="line">
              <a:avLst/>
            </a:prstGeom>
            <a:noFill/>
            <a:ln w="12700">
              <a:solidFill>
                <a:schemeClr val="accent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5" name="Line 32">
              <a:extLst>
                <a:ext uri="{FF2B5EF4-FFF2-40B4-BE49-F238E27FC236}">
                  <a16:creationId xmlns:a16="http://schemas.microsoft.com/office/drawing/2014/main" id="{9782EC60-3AFB-8E64-5C47-25A8E2193A30}"/>
                </a:ext>
              </a:extLst>
            </p:cNvPr>
            <p:cNvSpPr>
              <a:spLocks noChangeShapeType="1"/>
            </p:cNvSpPr>
            <p:nvPr/>
          </p:nvSpPr>
          <p:spPr bwMode="auto">
            <a:xfrm>
              <a:off x="5199651" y="4082457"/>
              <a:ext cx="0" cy="74499"/>
            </a:xfrm>
            <a:prstGeom prst="line">
              <a:avLst/>
            </a:prstGeom>
            <a:noFill/>
            <a:ln w="12700">
              <a:solidFill>
                <a:schemeClr val="accent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6" name="Rectangle 33">
              <a:extLst>
                <a:ext uri="{FF2B5EF4-FFF2-40B4-BE49-F238E27FC236}">
                  <a16:creationId xmlns:a16="http://schemas.microsoft.com/office/drawing/2014/main" id="{1C911BDB-A46B-ACD9-5678-32448BE8D184}"/>
                </a:ext>
              </a:extLst>
            </p:cNvPr>
            <p:cNvSpPr>
              <a:spLocks noChangeArrowheads="1"/>
            </p:cNvSpPr>
            <p:nvPr/>
          </p:nvSpPr>
          <p:spPr bwMode="auto">
            <a:xfrm>
              <a:off x="4743064" y="4082457"/>
              <a:ext cx="449339" cy="73009"/>
            </a:xfrm>
            <a:prstGeom prst="rect">
              <a:avLst/>
            </a:prstGeom>
            <a:solidFill>
              <a:schemeClr val="accent1"/>
            </a:solidFill>
            <a:ln>
              <a:solidFill>
                <a:schemeClr val="accent1"/>
              </a:solid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sz="2400"/>
            </a:p>
          </p:txBody>
        </p:sp>
        <p:sp>
          <p:nvSpPr>
            <p:cNvPr id="17" name="Oval 34">
              <a:extLst>
                <a:ext uri="{FF2B5EF4-FFF2-40B4-BE49-F238E27FC236}">
                  <a16:creationId xmlns:a16="http://schemas.microsoft.com/office/drawing/2014/main" id="{DA0A9532-F26E-13DB-F601-31CF2C633A60}"/>
                </a:ext>
              </a:extLst>
            </p:cNvPr>
            <p:cNvSpPr>
              <a:spLocks noChangeArrowheads="1"/>
            </p:cNvSpPr>
            <p:nvPr/>
          </p:nvSpPr>
          <p:spPr bwMode="auto">
            <a:xfrm>
              <a:off x="4738716" y="3970709"/>
              <a:ext cx="453688" cy="144527"/>
            </a:xfrm>
            <a:prstGeom prst="ellipse">
              <a:avLst/>
            </a:prstGeom>
            <a:solidFill>
              <a:schemeClr val="accent1"/>
            </a:solidFill>
            <a:ln w="12700">
              <a:solidFill>
                <a:schemeClr val="accent1"/>
              </a:solidFill>
              <a:round/>
              <a:headEnd/>
              <a:tailEnd/>
            </a:ln>
          </p:spPr>
          <p:txBody>
            <a:bodyPr wrap="none" anchor="ctr"/>
            <a:lstStyle/>
            <a:p>
              <a:endParaRPr lang="en-US"/>
            </a:p>
          </p:txBody>
        </p:sp>
        <p:sp>
          <p:nvSpPr>
            <p:cNvPr id="18" name="Rectangle 35">
              <a:extLst>
                <a:ext uri="{FF2B5EF4-FFF2-40B4-BE49-F238E27FC236}">
                  <a16:creationId xmlns:a16="http://schemas.microsoft.com/office/drawing/2014/main" id="{0B60A04F-449A-EE5A-CDDB-BFDE1D02A844}"/>
                </a:ext>
              </a:extLst>
            </p:cNvPr>
            <p:cNvSpPr>
              <a:spLocks noChangeArrowheads="1"/>
            </p:cNvSpPr>
            <p:nvPr/>
          </p:nvSpPr>
          <p:spPr bwMode="auto">
            <a:xfrm>
              <a:off x="4845978" y="4039248"/>
              <a:ext cx="204377" cy="153467"/>
            </a:xfrm>
            <a:prstGeom prst="rect">
              <a:avLst/>
            </a:prstGeom>
            <a:solidFill>
              <a:schemeClr val="accent1"/>
            </a:solidFill>
            <a:ln>
              <a:solidFill>
                <a:schemeClr val="accent1"/>
              </a:solid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p>
          </p:txBody>
        </p:sp>
        <p:sp>
          <p:nvSpPr>
            <p:cNvPr id="19" name="Text Box 36">
              <a:extLst>
                <a:ext uri="{FF2B5EF4-FFF2-40B4-BE49-F238E27FC236}">
                  <a16:creationId xmlns:a16="http://schemas.microsoft.com/office/drawing/2014/main" id="{EA2958B9-869F-6F91-1891-E52CF7891624}"/>
                </a:ext>
              </a:extLst>
            </p:cNvPr>
            <p:cNvSpPr txBox="1">
              <a:spLocks noChangeArrowheads="1"/>
            </p:cNvSpPr>
            <p:nvPr/>
          </p:nvSpPr>
          <p:spPr bwMode="auto">
            <a:xfrm>
              <a:off x="4813199" y="3867215"/>
              <a:ext cx="301490" cy="400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2000" dirty="0"/>
                <a:t>u</a:t>
              </a:r>
              <a:endParaRPr lang="en-US" dirty="0"/>
            </a:p>
          </p:txBody>
        </p:sp>
        <p:sp>
          <p:nvSpPr>
            <p:cNvPr id="20" name="Line 37">
              <a:extLst>
                <a:ext uri="{FF2B5EF4-FFF2-40B4-BE49-F238E27FC236}">
                  <a16:creationId xmlns:a16="http://schemas.microsoft.com/office/drawing/2014/main" id="{83703C34-C2BF-75F0-7BEB-3B02C4F4A35C}"/>
                </a:ext>
              </a:extLst>
            </p:cNvPr>
            <p:cNvSpPr>
              <a:spLocks noChangeShapeType="1"/>
            </p:cNvSpPr>
            <p:nvPr/>
          </p:nvSpPr>
          <p:spPr bwMode="auto">
            <a:xfrm>
              <a:off x="5206898" y="4094377"/>
              <a:ext cx="916071" cy="0"/>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21" name="Line 38">
              <a:extLst>
                <a:ext uri="{FF2B5EF4-FFF2-40B4-BE49-F238E27FC236}">
                  <a16:creationId xmlns:a16="http://schemas.microsoft.com/office/drawing/2014/main" id="{7888E2CF-CF52-A073-AC22-93D84A680C9E}"/>
                </a:ext>
              </a:extLst>
            </p:cNvPr>
            <p:cNvSpPr>
              <a:spLocks noChangeShapeType="1"/>
            </p:cNvSpPr>
            <p:nvPr/>
          </p:nvSpPr>
          <p:spPr bwMode="auto">
            <a:xfrm>
              <a:off x="6224433" y="2494147"/>
              <a:ext cx="0" cy="1433353"/>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22" name="Line 39">
              <a:extLst>
                <a:ext uri="{FF2B5EF4-FFF2-40B4-BE49-F238E27FC236}">
                  <a16:creationId xmlns:a16="http://schemas.microsoft.com/office/drawing/2014/main" id="{3D96D7D3-B180-82C6-22B9-8C7E635C9F17}"/>
                </a:ext>
              </a:extLst>
            </p:cNvPr>
            <p:cNvSpPr>
              <a:spLocks noChangeShapeType="1"/>
            </p:cNvSpPr>
            <p:nvPr/>
          </p:nvSpPr>
          <p:spPr bwMode="auto">
            <a:xfrm flipH="1">
              <a:off x="5027163" y="2403258"/>
              <a:ext cx="976950" cy="1609170"/>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23" name="Text Box 40">
              <a:extLst>
                <a:ext uri="{FF2B5EF4-FFF2-40B4-BE49-F238E27FC236}">
                  <a16:creationId xmlns:a16="http://schemas.microsoft.com/office/drawing/2014/main" id="{19318918-EC0F-68EB-265A-795B15C13940}"/>
                </a:ext>
              </a:extLst>
            </p:cNvPr>
            <p:cNvSpPr txBox="1">
              <a:spLocks noChangeArrowheads="1"/>
            </p:cNvSpPr>
            <p:nvPr/>
          </p:nvSpPr>
          <p:spPr bwMode="auto">
            <a:xfrm>
              <a:off x="5256180" y="2920279"/>
              <a:ext cx="311638" cy="36504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t>5</a:t>
              </a:r>
              <a:endParaRPr lang="en-US"/>
            </a:p>
          </p:txBody>
        </p:sp>
        <p:sp>
          <p:nvSpPr>
            <p:cNvPr id="24" name="Line 41">
              <a:extLst>
                <a:ext uri="{FF2B5EF4-FFF2-40B4-BE49-F238E27FC236}">
                  <a16:creationId xmlns:a16="http://schemas.microsoft.com/office/drawing/2014/main" id="{A65C21AB-512A-7E6B-DD7D-1FA061C13AFC}"/>
                </a:ext>
              </a:extLst>
            </p:cNvPr>
            <p:cNvSpPr>
              <a:spLocks noChangeShapeType="1"/>
            </p:cNvSpPr>
            <p:nvPr/>
          </p:nvSpPr>
          <p:spPr bwMode="auto">
            <a:xfrm>
              <a:off x="6234579" y="4168875"/>
              <a:ext cx="13045" cy="1057880"/>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25" name="Text Box 42">
              <a:extLst>
                <a:ext uri="{FF2B5EF4-FFF2-40B4-BE49-F238E27FC236}">
                  <a16:creationId xmlns:a16="http://schemas.microsoft.com/office/drawing/2014/main" id="{A8E54698-DDE3-3B88-F9CB-B491C21EDB1D}"/>
                </a:ext>
              </a:extLst>
            </p:cNvPr>
            <p:cNvSpPr txBox="1">
              <a:spLocks noChangeArrowheads="1"/>
            </p:cNvSpPr>
            <p:nvPr/>
          </p:nvSpPr>
          <p:spPr bwMode="auto">
            <a:xfrm>
              <a:off x="6244726" y="4468360"/>
              <a:ext cx="311638" cy="36653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t>3</a:t>
              </a:r>
              <a:endParaRPr lang="en-US"/>
            </a:p>
          </p:txBody>
        </p:sp>
        <p:sp>
          <p:nvSpPr>
            <p:cNvPr id="26" name="Freeform 43">
              <a:extLst>
                <a:ext uri="{FF2B5EF4-FFF2-40B4-BE49-F238E27FC236}">
                  <a16:creationId xmlns:a16="http://schemas.microsoft.com/office/drawing/2014/main" id="{4A18711A-64A1-E2E2-820C-8EEE7F2A28AB}"/>
                </a:ext>
              </a:extLst>
            </p:cNvPr>
            <p:cNvSpPr>
              <a:spLocks/>
            </p:cNvSpPr>
            <p:nvPr/>
          </p:nvSpPr>
          <p:spPr bwMode="auto">
            <a:xfrm>
              <a:off x="5008319" y="4200165"/>
              <a:ext cx="1246553" cy="1190488"/>
            </a:xfrm>
            <a:custGeom>
              <a:avLst/>
              <a:gdLst>
                <a:gd name="T0" fmla="*/ 0 w 857"/>
                <a:gd name="T1" fmla="*/ 0 h 1152"/>
                <a:gd name="T2" fmla="*/ 562 w 857"/>
                <a:gd name="T3" fmla="*/ 1152 h 1152"/>
                <a:gd name="T4" fmla="*/ 857 w 857"/>
                <a:gd name="T5" fmla="*/ 772 h 1152"/>
                <a:gd name="T6" fmla="*/ 0 60000 65536"/>
                <a:gd name="T7" fmla="*/ 0 60000 65536"/>
                <a:gd name="T8" fmla="*/ 0 60000 65536"/>
                <a:gd name="T9" fmla="*/ 0 w 857"/>
                <a:gd name="T10" fmla="*/ 0 h 1152"/>
                <a:gd name="T11" fmla="*/ 857 w 857"/>
                <a:gd name="T12" fmla="*/ 1152 h 1152"/>
                <a:gd name="connsiteX0" fmla="*/ 0 w 10000"/>
                <a:gd name="connsiteY0" fmla="*/ 0 h 6928"/>
                <a:gd name="connsiteX1" fmla="*/ 3770 w 10000"/>
                <a:gd name="connsiteY1" fmla="*/ 6300 h 6928"/>
                <a:gd name="connsiteX2" fmla="*/ 10000 w 10000"/>
                <a:gd name="connsiteY2" fmla="*/ 6701 h 6928"/>
                <a:gd name="connsiteX0" fmla="*/ 0 w 10000"/>
                <a:gd name="connsiteY0" fmla="*/ 0 h 9871"/>
                <a:gd name="connsiteX1" fmla="*/ 1802 w 10000"/>
                <a:gd name="connsiteY1" fmla="*/ 7634 h 9871"/>
                <a:gd name="connsiteX2" fmla="*/ 10000 w 10000"/>
                <a:gd name="connsiteY2" fmla="*/ 9672 h 9871"/>
                <a:gd name="connsiteX0" fmla="*/ 0 w 10000"/>
                <a:gd name="connsiteY0" fmla="*/ 0 h 10136"/>
                <a:gd name="connsiteX1" fmla="*/ 1802 w 10000"/>
                <a:gd name="connsiteY1" fmla="*/ 7734 h 10136"/>
                <a:gd name="connsiteX2" fmla="*/ 10000 w 10000"/>
                <a:gd name="connsiteY2" fmla="*/ 9798 h 10136"/>
                <a:gd name="connsiteX0" fmla="*/ 0 w 10000"/>
                <a:gd name="connsiteY0" fmla="*/ 0 h 10136"/>
                <a:gd name="connsiteX1" fmla="*/ 1802 w 10000"/>
                <a:gd name="connsiteY1" fmla="*/ 7734 h 10136"/>
                <a:gd name="connsiteX2" fmla="*/ 10000 w 10000"/>
                <a:gd name="connsiteY2" fmla="*/ 9798 h 10136"/>
                <a:gd name="connsiteX0" fmla="*/ 32 w 10032"/>
                <a:gd name="connsiteY0" fmla="*/ 0 h 10136"/>
                <a:gd name="connsiteX1" fmla="*/ 1834 w 10032"/>
                <a:gd name="connsiteY1" fmla="*/ 7734 h 10136"/>
                <a:gd name="connsiteX2" fmla="*/ 10032 w 10032"/>
                <a:gd name="connsiteY2" fmla="*/ 9798 h 10136"/>
              </a:gdLst>
              <a:ahLst/>
              <a:cxnLst>
                <a:cxn ang="0">
                  <a:pos x="connsiteX0" y="connsiteY0"/>
                </a:cxn>
                <a:cxn ang="0">
                  <a:pos x="connsiteX1" y="connsiteY1"/>
                </a:cxn>
                <a:cxn ang="0">
                  <a:pos x="connsiteX2" y="connsiteY2"/>
                </a:cxn>
              </a:cxnLst>
              <a:rect l="l" t="t" r="r" b="b"/>
              <a:pathLst>
                <a:path w="10032" h="10136">
                  <a:moveTo>
                    <a:pt x="32" y="0"/>
                  </a:moveTo>
                  <a:cubicBezTo>
                    <a:pt x="62" y="4573"/>
                    <a:pt x="-465" y="5047"/>
                    <a:pt x="1834" y="7734"/>
                  </a:cubicBezTo>
                  <a:cubicBezTo>
                    <a:pt x="4132" y="9414"/>
                    <a:pt x="9320" y="10802"/>
                    <a:pt x="10032" y="9798"/>
                  </a:cubicBezTo>
                </a:path>
              </a:pathLst>
            </a:custGeom>
            <a:noFill/>
            <a:ln w="9525">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a:lstStyle/>
            <a:p>
              <a:endParaRPr lang="en-US"/>
            </a:p>
          </p:txBody>
        </p:sp>
        <p:sp>
          <p:nvSpPr>
            <p:cNvPr id="27" name="Text Box 44">
              <a:extLst>
                <a:ext uri="{FF2B5EF4-FFF2-40B4-BE49-F238E27FC236}">
                  <a16:creationId xmlns:a16="http://schemas.microsoft.com/office/drawing/2014/main" id="{1FE9A89B-11D6-57CF-21A7-F4CDE95E15A9}"/>
                </a:ext>
              </a:extLst>
            </p:cNvPr>
            <p:cNvSpPr txBox="1">
              <a:spLocks noChangeArrowheads="1"/>
            </p:cNvSpPr>
            <p:nvPr/>
          </p:nvSpPr>
          <p:spPr bwMode="auto">
            <a:xfrm>
              <a:off x="5250382" y="4729105"/>
              <a:ext cx="313088" cy="36653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t>7</a:t>
              </a:r>
              <a:endParaRPr lang="en-US"/>
            </a:p>
          </p:txBody>
        </p:sp>
        <p:sp>
          <p:nvSpPr>
            <p:cNvPr id="28" name="Line 45">
              <a:extLst>
                <a:ext uri="{FF2B5EF4-FFF2-40B4-BE49-F238E27FC236}">
                  <a16:creationId xmlns:a16="http://schemas.microsoft.com/office/drawing/2014/main" id="{02724E98-4CBE-C725-E530-86AE4F1DCF9D}"/>
                </a:ext>
              </a:extLst>
            </p:cNvPr>
            <p:cNvSpPr>
              <a:spLocks noChangeShapeType="1"/>
            </p:cNvSpPr>
            <p:nvPr/>
          </p:nvSpPr>
          <p:spPr bwMode="auto">
            <a:xfrm flipH="1">
              <a:off x="6238928" y="4097357"/>
              <a:ext cx="1446581" cy="1226247"/>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29" name="Text Box 46">
              <a:extLst>
                <a:ext uri="{FF2B5EF4-FFF2-40B4-BE49-F238E27FC236}">
                  <a16:creationId xmlns:a16="http://schemas.microsoft.com/office/drawing/2014/main" id="{A53398AE-36CA-68E6-0C87-54526CCA8A3B}"/>
                </a:ext>
              </a:extLst>
            </p:cNvPr>
            <p:cNvSpPr txBox="1">
              <a:spLocks noChangeArrowheads="1"/>
            </p:cNvSpPr>
            <p:nvPr/>
          </p:nvSpPr>
          <p:spPr bwMode="auto">
            <a:xfrm>
              <a:off x="6885396" y="4709735"/>
              <a:ext cx="313088" cy="36653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t>4</a:t>
              </a:r>
              <a:endParaRPr lang="en-US"/>
            </a:p>
          </p:txBody>
        </p:sp>
        <p:sp>
          <p:nvSpPr>
            <p:cNvPr id="30" name="Freeform 47">
              <a:extLst>
                <a:ext uri="{FF2B5EF4-FFF2-40B4-BE49-F238E27FC236}">
                  <a16:creationId xmlns:a16="http://schemas.microsoft.com/office/drawing/2014/main" id="{FB337446-0943-0692-8826-F7398775C39F}"/>
                </a:ext>
              </a:extLst>
            </p:cNvPr>
            <p:cNvSpPr>
              <a:spLocks/>
            </p:cNvSpPr>
            <p:nvPr/>
          </p:nvSpPr>
          <p:spPr bwMode="auto">
            <a:xfrm>
              <a:off x="6278064" y="3781483"/>
              <a:ext cx="1436435" cy="721146"/>
            </a:xfrm>
            <a:custGeom>
              <a:avLst/>
              <a:gdLst>
                <a:gd name="T0" fmla="*/ 0 w 991"/>
                <a:gd name="T1" fmla="*/ 168 h 484"/>
                <a:gd name="T2" fmla="*/ 204 w 991"/>
                <a:gd name="T3" fmla="*/ 484 h 484"/>
                <a:gd name="T4" fmla="*/ 302 w 991"/>
                <a:gd name="T5" fmla="*/ 7 h 484"/>
                <a:gd name="T6" fmla="*/ 379 w 991"/>
                <a:gd name="T7" fmla="*/ 442 h 484"/>
                <a:gd name="T8" fmla="*/ 534 w 991"/>
                <a:gd name="T9" fmla="*/ 21 h 484"/>
                <a:gd name="T10" fmla="*/ 611 w 991"/>
                <a:gd name="T11" fmla="*/ 351 h 484"/>
                <a:gd name="T12" fmla="*/ 660 w 991"/>
                <a:gd name="T13" fmla="*/ 77 h 484"/>
                <a:gd name="T14" fmla="*/ 991 w 991"/>
                <a:gd name="T15" fmla="*/ 218 h 484"/>
                <a:gd name="T16" fmla="*/ 0 60000 65536"/>
                <a:gd name="T17" fmla="*/ 0 60000 65536"/>
                <a:gd name="T18" fmla="*/ 0 60000 65536"/>
                <a:gd name="T19" fmla="*/ 0 60000 65536"/>
                <a:gd name="T20" fmla="*/ 0 60000 65536"/>
                <a:gd name="T21" fmla="*/ 0 60000 65536"/>
                <a:gd name="T22" fmla="*/ 0 60000 65536"/>
                <a:gd name="T23" fmla="*/ 0 60000 65536"/>
                <a:gd name="T24" fmla="*/ 0 w 991"/>
                <a:gd name="T25" fmla="*/ 0 h 484"/>
                <a:gd name="T26" fmla="*/ 991 w 991"/>
                <a:gd name="T27" fmla="*/ 484 h 48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91" h="484">
                  <a:moveTo>
                    <a:pt x="0" y="168"/>
                  </a:moveTo>
                  <a:cubicBezTo>
                    <a:pt x="0" y="168"/>
                    <a:pt x="145" y="484"/>
                    <a:pt x="204" y="484"/>
                  </a:cubicBezTo>
                  <a:cubicBezTo>
                    <a:pt x="263" y="484"/>
                    <a:pt x="253" y="6"/>
                    <a:pt x="302" y="7"/>
                  </a:cubicBezTo>
                  <a:cubicBezTo>
                    <a:pt x="331" y="0"/>
                    <a:pt x="313" y="444"/>
                    <a:pt x="379" y="442"/>
                  </a:cubicBezTo>
                  <a:cubicBezTo>
                    <a:pt x="418" y="444"/>
                    <a:pt x="475" y="24"/>
                    <a:pt x="534" y="21"/>
                  </a:cubicBezTo>
                  <a:cubicBezTo>
                    <a:pt x="573" y="6"/>
                    <a:pt x="575" y="360"/>
                    <a:pt x="611" y="351"/>
                  </a:cubicBezTo>
                  <a:cubicBezTo>
                    <a:pt x="647" y="342"/>
                    <a:pt x="577" y="80"/>
                    <a:pt x="660" y="77"/>
                  </a:cubicBezTo>
                  <a:cubicBezTo>
                    <a:pt x="743" y="74"/>
                    <a:pt x="922" y="189"/>
                    <a:pt x="991" y="218"/>
                  </a:cubicBezTo>
                </a:path>
              </a:pathLst>
            </a:custGeom>
            <a:noFill/>
            <a:ln w="9525">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a:lstStyle/>
            <a:p>
              <a:endParaRPr lang="en-US"/>
            </a:p>
          </p:txBody>
        </p:sp>
        <p:grpSp>
          <p:nvGrpSpPr>
            <p:cNvPr id="31" name="Group 48">
              <a:extLst>
                <a:ext uri="{FF2B5EF4-FFF2-40B4-BE49-F238E27FC236}">
                  <a16:creationId xmlns:a16="http://schemas.microsoft.com/office/drawing/2014/main" id="{54F2A21E-5F11-4EBA-912A-F0A931CF8965}"/>
                </a:ext>
              </a:extLst>
            </p:cNvPr>
            <p:cNvGrpSpPr>
              <a:grpSpLocks/>
            </p:cNvGrpSpPr>
            <p:nvPr/>
          </p:nvGrpSpPr>
          <p:grpSpPr bwMode="auto">
            <a:xfrm>
              <a:off x="7517369" y="3893230"/>
              <a:ext cx="458036" cy="396333"/>
              <a:chOff x="1613" y="2011"/>
              <a:chExt cx="316" cy="266"/>
            </a:xfrm>
          </p:grpSpPr>
          <p:sp>
            <p:nvSpPr>
              <p:cNvPr id="48" name="Oval 49">
                <a:extLst>
                  <a:ext uri="{FF2B5EF4-FFF2-40B4-BE49-F238E27FC236}">
                    <a16:creationId xmlns:a16="http://schemas.microsoft.com/office/drawing/2014/main" id="{82B745B1-2F88-22FF-1CA3-293295D9D869}"/>
                  </a:ext>
                </a:extLst>
              </p:cNvPr>
              <p:cNvSpPr>
                <a:spLocks noChangeArrowheads="1"/>
              </p:cNvSpPr>
              <p:nvPr/>
            </p:nvSpPr>
            <p:spPr bwMode="auto">
              <a:xfrm>
                <a:off x="1616" y="2136"/>
                <a:ext cx="313" cy="82"/>
              </a:xfrm>
              <a:prstGeom prst="ellipse">
                <a:avLst/>
              </a:prstGeom>
              <a:solidFill>
                <a:schemeClr val="hlink"/>
              </a:solidFill>
              <a:ln w="12700">
                <a:solidFill>
                  <a:schemeClr val="tx1"/>
                </a:solidFill>
                <a:round/>
                <a:headEnd/>
                <a:tailEnd/>
              </a:ln>
            </p:spPr>
            <p:txBody>
              <a:bodyPr wrap="none" anchor="ctr"/>
              <a:lstStyle/>
              <a:p>
                <a:endParaRPr lang="en-US"/>
              </a:p>
            </p:txBody>
          </p:sp>
          <p:sp>
            <p:nvSpPr>
              <p:cNvPr id="49" name="Line 50">
                <a:extLst>
                  <a:ext uri="{FF2B5EF4-FFF2-40B4-BE49-F238E27FC236}">
                    <a16:creationId xmlns:a16="http://schemas.microsoft.com/office/drawing/2014/main" id="{BCD1094A-12A5-F169-FE9E-CE40BE5FA1E0}"/>
                  </a:ext>
                </a:extLst>
              </p:cNvPr>
              <p:cNvSpPr>
                <a:spLocks noChangeShapeType="1"/>
              </p:cNvSpPr>
              <p:nvPr/>
            </p:nvSpPr>
            <p:spPr bwMode="auto">
              <a:xfrm>
                <a:off x="1616" y="2131"/>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50" name="Line 51">
                <a:extLst>
                  <a:ext uri="{FF2B5EF4-FFF2-40B4-BE49-F238E27FC236}">
                    <a16:creationId xmlns:a16="http://schemas.microsoft.com/office/drawing/2014/main" id="{A45614E4-B67B-D243-1A5C-44881037141A}"/>
                  </a:ext>
                </a:extLst>
              </p:cNvPr>
              <p:cNvSpPr>
                <a:spLocks noChangeShapeType="1"/>
              </p:cNvSpPr>
              <p:nvPr/>
            </p:nvSpPr>
            <p:spPr bwMode="auto">
              <a:xfrm>
                <a:off x="1929" y="2131"/>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51" name="Rectangle 52">
                <a:extLst>
                  <a:ext uri="{FF2B5EF4-FFF2-40B4-BE49-F238E27FC236}">
                    <a16:creationId xmlns:a16="http://schemas.microsoft.com/office/drawing/2014/main" id="{B3AF3E65-5601-C92A-E886-5AAD67996D00}"/>
                  </a:ext>
                </a:extLst>
              </p:cNvPr>
              <p:cNvSpPr>
                <a:spLocks noChangeArrowheads="1"/>
              </p:cNvSpPr>
              <p:nvPr/>
            </p:nvSpPr>
            <p:spPr bwMode="auto">
              <a:xfrm>
                <a:off x="1616" y="2131"/>
                <a:ext cx="310" cy="49"/>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sz="2400"/>
              </a:p>
            </p:txBody>
          </p:sp>
          <p:sp>
            <p:nvSpPr>
              <p:cNvPr id="52" name="Oval 53">
                <a:extLst>
                  <a:ext uri="{FF2B5EF4-FFF2-40B4-BE49-F238E27FC236}">
                    <a16:creationId xmlns:a16="http://schemas.microsoft.com/office/drawing/2014/main" id="{BF1EF643-7A79-D9F9-3E81-BF1B0393B5AD}"/>
                  </a:ext>
                </a:extLst>
              </p:cNvPr>
              <p:cNvSpPr>
                <a:spLocks noChangeArrowheads="1"/>
              </p:cNvSpPr>
              <p:nvPr/>
            </p:nvSpPr>
            <p:spPr bwMode="auto">
              <a:xfrm>
                <a:off x="1613" y="2070"/>
                <a:ext cx="313" cy="97"/>
              </a:xfrm>
              <a:prstGeom prst="ellipse">
                <a:avLst/>
              </a:prstGeom>
              <a:solidFill>
                <a:schemeClr val="hlink"/>
              </a:solidFill>
              <a:ln w="12700">
                <a:solidFill>
                  <a:schemeClr val="tx1"/>
                </a:solidFill>
                <a:round/>
                <a:headEnd/>
                <a:tailEnd/>
              </a:ln>
            </p:spPr>
            <p:txBody>
              <a:bodyPr wrap="none" anchor="ctr"/>
              <a:lstStyle/>
              <a:p>
                <a:endParaRPr lang="en-US"/>
              </a:p>
            </p:txBody>
          </p:sp>
          <p:sp>
            <p:nvSpPr>
              <p:cNvPr id="53" name="Rectangle 54">
                <a:extLst>
                  <a:ext uri="{FF2B5EF4-FFF2-40B4-BE49-F238E27FC236}">
                    <a16:creationId xmlns:a16="http://schemas.microsoft.com/office/drawing/2014/main" id="{D291E2F8-97F7-E2A8-292B-3A0BE0D74C13}"/>
                  </a:ext>
                </a:extLst>
              </p:cNvPr>
              <p:cNvSpPr>
                <a:spLocks noChangeArrowheads="1"/>
              </p:cNvSpPr>
              <p:nvPr/>
            </p:nvSpPr>
            <p:spPr bwMode="auto">
              <a:xfrm>
                <a:off x="1687" y="2100"/>
                <a:ext cx="141" cy="103"/>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p>
            </p:txBody>
          </p:sp>
          <p:sp>
            <p:nvSpPr>
              <p:cNvPr id="54" name="Text Box 55">
                <a:extLst>
                  <a:ext uri="{FF2B5EF4-FFF2-40B4-BE49-F238E27FC236}">
                    <a16:creationId xmlns:a16="http://schemas.microsoft.com/office/drawing/2014/main" id="{EBB66947-5ADB-2B68-7BE3-FEBE2C2C0A87}"/>
                  </a:ext>
                </a:extLst>
              </p:cNvPr>
              <p:cNvSpPr txBox="1">
                <a:spLocks noChangeArrowheads="1"/>
              </p:cNvSpPr>
              <p:nvPr/>
            </p:nvSpPr>
            <p:spPr bwMode="auto">
              <a:xfrm>
                <a:off x="1652" y="2011"/>
                <a:ext cx="215" cy="2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2000" dirty="0"/>
                  <a:t>y</a:t>
                </a:r>
                <a:endParaRPr lang="en-US" dirty="0"/>
              </a:p>
            </p:txBody>
          </p:sp>
        </p:grpSp>
        <p:sp>
          <p:nvSpPr>
            <p:cNvPr id="32" name="Text Box 56">
              <a:extLst>
                <a:ext uri="{FF2B5EF4-FFF2-40B4-BE49-F238E27FC236}">
                  <a16:creationId xmlns:a16="http://schemas.microsoft.com/office/drawing/2014/main" id="{3B6F5B77-0E2A-16B1-07C0-6E7E183892BE}"/>
                </a:ext>
              </a:extLst>
            </p:cNvPr>
            <p:cNvSpPr txBox="1">
              <a:spLocks noChangeArrowheads="1"/>
            </p:cNvSpPr>
            <p:nvPr/>
          </p:nvSpPr>
          <p:spPr bwMode="auto">
            <a:xfrm>
              <a:off x="6766539" y="3446239"/>
              <a:ext cx="313088" cy="36653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t>8</a:t>
              </a:r>
              <a:endParaRPr lang="en-US"/>
            </a:p>
          </p:txBody>
        </p:sp>
        <p:grpSp>
          <p:nvGrpSpPr>
            <p:cNvPr id="33" name="Group 57">
              <a:extLst>
                <a:ext uri="{FF2B5EF4-FFF2-40B4-BE49-F238E27FC236}">
                  <a16:creationId xmlns:a16="http://schemas.microsoft.com/office/drawing/2014/main" id="{AB87758C-321E-EFA5-9CB6-82668144F3B9}"/>
                </a:ext>
              </a:extLst>
            </p:cNvPr>
            <p:cNvGrpSpPr>
              <a:grpSpLocks/>
            </p:cNvGrpSpPr>
            <p:nvPr/>
          </p:nvGrpSpPr>
          <p:grpSpPr bwMode="auto">
            <a:xfrm>
              <a:off x="8498667" y="3864921"/>
              <a:ext cx="458036" cy="396333"/>
              <a:chOff x="1613" y="2011"/>
              <a:chExt cx="316" cy="266"/>
            </a:xfrm>
          </p:grpSpPr>
          <p:sp>
            <p:nvSpPr>
              <p:cNvPr id="41" name="Oval 58">
                <a:extLst>
                  <a:ext uri="{FF2B5EF4-FFF2-40B4-BE49-F238E27FC236}">
                    <a16:creationId xmlns:a16="http://schemas.microsoft.com/office/drawing/2014/main" id="{4B09427A-9D50-19CE-282B-4E8F267BA284}"/>
                  </a:ext>
                </a:extLst>
              </p:cNvPr>
              <p:cNvSpPr>
                <a:spLocks noChangeArrowheads="1"/>
              </p:cNvSpPr>
              <p:nvPr/>
            </p:nvSpPr>
            <p:spPr bwMode="auto">
              <a:xfrm>
                <a:off x="1616" y="2138"/>
                <a:ext cx="313" cy="81"/>
              </a:xfrm>
              <a:prstGeom prst="ellipse">
                <a:avLst/>
              </a:prstGeom>
              <a:solidFill>
                <a:schemeClr val="hlink"/>
              </a:solidFill>
              <a:ln w="12700">
                <a:solidFill>
                  <a:schemeClr val="tx1"/>
                </a:solidFill>
                <a:round/>
                <a:headEnd/>
                <a:tailEnd/>
              </a:ln>
            </p:spPr>
            <p:txBody>
              <a:bodyPr wrap="none" anchor="ctr"/>
              <a:lstStyle/>
              <a:p>
                <a:endParaRPr lang="en-US"/>
              </a:p>
            </p:txBody>
          </p:sp>
          <p:sp>
            <p:nvSpPr>
              <p:cNvPr id="42" name="Line 59">
                <a:extLst>
                  <a:ext uri="{FF2B5EF4-FFF2-40B4-BE49-F238E27FC236}">
                    <a16:creationId xmlns:a16="http://schemas.microsoft.com/office/drawing/2014/main" id="{D6804634-3904-0667-F023-D926B8D18A4D}"/>
                  </a:ext>
                </a:extLst>
              </p:cNvPr>
              <p:cNvSpPr>
                <a:spLocks noChangeShapeType="1"/>
              </p:cNvSpPr>
              <p:nvPr/>
            </p:nvSpPr>
            <p:spPr bwMode="auto">
              <a:xfrm>
                <a:off x="1616" y="2131"/>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43" name="Line 60">
                <a:extLst>
                  <a:ext uri="{FF2B5EF4-FFF2-40B4-BE49-F238E27FC236}">
                    <a16:creationId xmlns:a16="http://schemas.microsoft.com/office/drawing/2014/main" id="{73922A89-C5F2-4C3E-B6C3-1ABB553ACE34}"/>
                  </a:ext>
                </a:extLst>
              </p:cNvPr>
              <p:cNvSpPr>
                <a:spLocks noChangeShapeType="1"/>
              </p:cNvSpPr>
              <p:nvPr/>
            </p:nvSpPr>
            <p:spPr bwMode="auto">
              <a:xfrm>
                <a:off x="1929" y="2131"/>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44" name="Rectangle 61">
                <a:extLst>
                  <a:ext uri="{FF2B5EF4-FFF2-40B4-BE49-F238E27FC236}">
                    <a16:creationId xmlns:a16="http://schemas.microsoft.com/office/drawing/2014/main" id="{C17146E3-2767-6674-878B-B8CC049C0BD1}"/>
                  </a:ext>
                </a:extLst>
              </p:cNvPr>
              <p:cNvSpPr>
                <a:spLocks noChangeArrowheads="1"/>
              </p:cNvSpPr>
              <p:nvPr/>
            </p:nvSpPr>
            <p:spPr bwMode="auto">
              <a:xfrm>
                <a:off x="1616" y="2131"/>
                <a:ext cx="310" cy="49"/>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sz="2400"/>
              </a:p>
            </p:txBody>
          </p:sp>
          <p:sp>
            <p:nvSpPr>
              <p:cNvPr id="45" name="Oval 62">
                <a:extLst>
                  <a:ext uri="{FF2B5EF4-FFF2-40B4-BE49-F238E27FC236}">
                    <a16:creationId xmlns:a16="http://schemas.microsoft.com/office/drawing/2014/main" id="{0A10C765-304F-4106-9B6F-12A0488C4782}"/>
                  </a:ext>
                </a:extLst>
              </p:cNvPr>
              <p:cNvSpPr>
                <a:spLocks noChangeArrowheads="1"/>
              </p:cNvSpPr>
              <p:nvPr/>
            </p:nvSpPr>
            <p:spPr bwMode="auto">
              <a:xfrm>
                <a:off x="1611" y="2072"/>
                <a:ext cx="313" cy="95"/>
              </a:xfrm>
              <a:prstGeom prst="ellipse">
                <a:avLst/>
              </a:prstGeom>
              <a:solidFill>
                <a:schemeClr val="hlink"/>
              </a:solidFill>
              <a:ln w="12700">
                <a:solidFill>
                  <a:schemeClr val="tx1"/>
                </a:solidFill>
                <a:round/>
                <a:headEnd/>
                <a:tailEnd/>
              </a:ln>
            </p:spPr>
            <p:txBody>
              <a:bodyPr wrap="none" anchor="ctr"/>
              <a:lstStyle/>
              <a:p>
                <a:endParaRPr lang="en-US"/>
              </a:p>
            </p:txBody>
          </p:sp>
          <p:sp>
            <p:nvSpPr>
              <p:cNvPr id="46" name="Rectangle 63">
                <a:extLst>
                  <a:ext uri="{FF2B5EF4-FFF2-40B4-BE49-F238E27FC236}">
                    <a16:creationId xmlns:a16="http://schemas.microsoft.com/office/drawing/2014/main" id="{367A83E3-54C1-F57F-3644-2953A6953443}"/>
                  </a:ext>
                </a:extLst>
              </p:cNvPr>
              <p:cNvSpPr>
                <a:spLocks noChangeArrowheads="1"/>
              </p:cNvSpPr>
              <p:nvPr/>
            </p:nvSpPr>
            <p:spPr bwMode="auto">
              <a:xfrm>
                <a:off x="1687" y="2100"/>
                <a:ext cx="141" cy="105"/>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p>
            </p:txBody>
          </p:sp>
          <p:sp>
            <p:nvSpPr>
              <p:cNvPr id="47" name="Text Box 64">
                <a:extLst>
                  <a:ext uri="{FF2B5EF4-FFF2-40B4-BE49-F238E27FC236}">
                    <a16:creationId xmlns:a16="http://schemas.microsoft.com/office/drawing/2014/main" id="{B9086EF5-407E-63FF-8613-BCC3E41E25A6}"/>
                  </a:ext>
                </a:extLst>
              </p:cNvPr>
              <p:cNvSpPr txBox="1">
                <a:spLocks noChangeArrowheads="1"/>
              </p:cNvSpPr>
              <p:nvPr/>
            </p:nvSpPr>
            <p:spPr bwMode="auto">
              <a:xfrm>
                <a:off x="1653" y="2011"/>
                <a:ext cx="215" cy="26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2000"/>
                  <a:t>z</a:t>
                </a:r>
                <a:endParaRPr lang="en-US"/>
              </a:p>
            </p:txBody>
          </p:sp>
        </p:grpSp>
        <p:sp>
          <p:nvSpPr>
            <p:cNvPr id="34" name="Line 65">
              <a:extLst>
                <a:ext uri="{FF2B5EF4-FFF2-40B4-BE49-F238E27FC236}">
                  <a16:creationId xmlns:a16="http://schemas.microsoft.com/office/drawing/2014/main" id="{6CE6EF83-791E-80CE-47C6-C6F6F403C39B}"/>
                </a:ext>
              </a:extLst>
            </p:cNvPr>
            <p:cNvSpPr>
              <a:spLocks noChangeShapeType="1"/>
            </p:cNvSpPr>
            <p:nvPr/>
          </p:nvSpPr>
          <p:spPr bwMode="auto">
            <a:xfrm>
              <a:off x="7963809" y="4083947"/>
              <a:ext cx="510217" cy="0"/>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35" name="Text Box 66">
              <a:extLst>
                <a:ext uri="{FF2B5EF4-FFF2-40B4-BE49-F238E27FC236}">
                  <a16:creationId xmlns:a16="http://schemas.microsoft.com/office/drawing/2014/main" id="{8282F9E9-93F0-070F-5505-A533B2CDDEDB}"/>
                </a:ext>
              </a:extLst>
            </p:cNvPr>
            <p:cNvSpPr txBox="1">
              <a:spLocks noChangeArrowheads="1"/>
            </p:cNvSpPr>
            <p:nvPr/>
          </p:nvSpPr>
          <p:spPr bwMode="auto">
            <a:xfrm>
              <a:off x="8059475" y="4083947"/>
              <a:ext cx="311638" cy="36504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t>2</a:t>
              </a:r>
              <a:endParaRPr lang="en-US"/>
            </a:p>
          </p:txBody>
        </p:sp>
        <p:sp>
          <p:nvSpPr>
            <p:cNvPr id="36" name="Line 67">
              <a:extLst>
                <a:ext uri="{FF2B5EF4-FFF2-40B4-BE49-F238E27FC236}">
                  <a16:creationId xmlns:a16="http://schemas.microsoft.com/office/drawing/2014/main" id="{52D3BD94-1C3E-A1F5-D196-DB96BB85D343}"/>
                </a:ext>
              </a:extLst>
            </p:cNvPr>
            <p:cNvSpPr>
              <a:spLocks noChangeShapeType="1"/>
            </p:cNvSpPr>
            <p:nvPr/>
          </p:nvSpPr>
          <p:spPr bwMode="auto">
            <a:xfrm>
              <a:off x="6315750" y="2357069"/>
              <a:ext cx="1398748" cy="1695588"/>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37" name="Text Box 68">
              <a:extLst>
                <a:ext uri="{FF2B5EF4-FFF2-40B4-BE49-F238E27FC236}">
                  <a16:creationId xmlns:a16="http://schemas.microsoft.com/office/drawing/2014/main" id="{03A1D96B-E9D5-DF2F-7392-8F8276C3FAFA}"/>
                </a:ext>
              </a:extLst>
            </p:cNvPr>
            <p:cNvSpPr txBox="1">
              <a:spLocks noChangeArrowheads="1"/>
            </p:cNvSpPr>
            <p:nvPr/>
          </p:nvSpPr>
          <p:spPr bwMode="auto">
            <a:xfrm>
              <a:off x="6918734" y="2883029"/>
              <a:ext cx="313088" cy="36653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t>7</a:t>
              </a:r>
              <a:endParaRPr lang="en-US"/>
            </a:p>
          </p:txBody>
        </p:sp>
        <p:sp>
          <p:nvSpPr>
            <p:cNvPr id="38" name="Freeform 69">
              <a:extLst>
                <a:ext uri="{FF2B5EF4-FFF2-40B4-BE49-F238E27FC236}">
                  <a16:creationId xmlns:a16="http://schemas.microsoft.com/office/drawing/2014/main" id="{C1119635-22A7-E7D6-22A8-85DA06F1CEA2}"/>
                </a:ext>
              </a:extLst>
            </p:cNvPr>
            <p:cNvSpPr>
              <a:spLocks/>
            </p:cNvSpPr>
            <p:nvPr/>
          </p:nvSpPr>
          <p:spPr bwMode="auto">
            <a:xfrm>
              <a:off x="6295458" y="2336210"/>
              <a:ext cx="40585" cy="20860"/>
            </a:xfrm>
            <a:custGeom>
              <a:avLst/>
              <a:gdLst>
                <a:gd name="T0" fmla="*/ 0 w 28"/>
                <a:gd name="T1" fmla="*/ 14 h 14"/>
                <a:gd name="T2" fmla="*/ 28 w 28"/>
                <a:gd name="T3" fmla="*/ 0 h 14"/>
                <a:gd name="T4" fmla="*/ 0 w 28"/>
                <a:gd name="T5" fmla="*/ 14 h 14"/>
                <a:gd name="T6" fmla="*/ 0 60000 65536"/>
                <a:gd name="T7" fmla="*/ 0 60000 65536"/>
                <a:gd name="T8" fmla="*/ 0 60000 65536"/>
                <a:gd name="T9" fmla="*/ 0 w 28"/>
                <a:gd name="T10" fmla="*/ 0 h 14"/>
                <a:gd name="T11" fmla="*/ 28 w 28"/>
                <a:gd name="T12" fmla="*/ 14 h 14"/>
              </a:gdLst>
              <a:ahLst/>
              <a:cxnLst>
                <a:cxn ang="T6">
                  <a:pos x="T0" y="T1"/>
                </a:cxn>
                <a:cxn ang="T7">
                  <a:pos x="T2" y="T3"/>
                </a:cxn>
                <a:cxn ang="T8">
                  <a:pos x="T4" y="T5"/>
                </a:cxn>
              </a:cxnLst>
              <a:rect l="T9" t="T10" r="T11" b="T12"/>
              <a:pathLst>
                <a:path w="28" h="14">
                  <a:moveTo>
                    <a:pt x="0" y="14"/>
                  </a:moveTo>
                  <a:cubicBezTo>
                    <a:pt x="9" y="9"/>
                    <a:pt x="28" y="0"/>
                    <a:pt x="28" y="0"/>
                  </a:cubicBezTo>
                  <a:cubicBezTo>
                    <a:pt x="28" y="0"/>
                    <a:pt x="9" y="9"/>
                    <a:pt x="0" y="14"/>
                  </a:cubicBezTo>
                  <a:close/>
                </a:path>
              </a:pathLst>
            </a:custGeom>
            <a:solidFill>
              <a:schemeClr val="accent1"/>
            </a:solidFill>
            <a:ln w="9525">
              <a:solidFill>
                <a:schemeClr val="tx1"/>
              </a:solidFill>
              <a:round/>
              <a:headEnd/>
              <a:tailEnd/>
            </a:ln>
          </p:spPr>
          <p:txBody>
            <a:bodyPr/>
            <a:lstStyle/>
            <a:p>
              <a:endParaRPr lang="en-US"/>
            </a:p>
          </p:txBody>
        </p:sp>
        <p:sp>
          <p:nvSpPr>
            <p:cNvPr id="39" name="Freeform 70">
              <a:extLst>
                <a:ext uri="{FF2B5EF4-FFF2-40B4-BE49-F238E27FC236}">
                  <a16:creationId xmlns:a16="http://schemas.microsoft.com/office/drawing/2014/main" id="{6EF0DA6D-D6E1-C46E-C7D4-23A3E581CD49}"/>
                </a:ext>
              </a:extLst>
            </p:cNvPr>
            <p:cNvSpPr>
              <a:spLocks/>
            </p:cNvSpPr>
            <p:nvPr/>
          </p:nvSpPr>
          <p:spPr bwMode="auto">
            <a:xfrm>
              <a:off x="6489688" y="2370479"/>
              <a:ext cx="2188715" cy="1567451"/>
            </a:xfrm>
            <a:custGeom>
              <a:avLst/>
              <a:gdLst>
                <a:gd name="T0" fmla="*/ 0 w 1510"/>
                <a:gd name="T1" fmla="*/ 5 h 1052"/>
                <a:gd name="T2" fmla="*/ 1102 w 1510"/>
                <a:gd name="T3" fmla="*/ 174 h 1052"/>
                <a:gd name="T4" fmla="*/ 1510 w 1510"/>
                <a:gd name="T5" fmla="*/ 1052 h 1052"/>
                <a:gd name="T6" fmla="*/ 0 60000 65536"/>
                <a:gd name="T7" fmla="*/ 0 60000 65536"/>
                <a:gd name="T8" fmla="*/ 0 60000 65536"/>
                <a:gd name="T9" fmla="*/ 0 w 1510"/>
                <a:gd name="T10" fmla="*/ 0 h 1052"/>
                <a:gd name="T11" fmla="*/ 1510 w 1510"/>
                <a:gd name="T12" fmla="*/ 1052 h 1052"/>
              </a:gdLst>
              <a:ahLst/>
              <a:cxnLst>
                <a:cxn ang="T6">
                  <a:pos x="T0" y="T1"/>
                </a:cxn>
                <a:cxn ang="T7">
                  <a:pos x="T2" y="T3"/>
                </a:cxn>
                <a:cxn ang="T8">
                  <a:pos x="T4" y="T5"/>
                </a:cxn>
              </a:cxnLst>
              <a:rect l="T9" t="T10" r="T11" b="T12"/>
              <a:pathLst>
                <a:path w="1510" h="1052">
                  <a:moveTo>
                    <a:pt x="0" y="5"/>
                  </a:moveTo>
                  <a:cubicBezTo>
                    <a:pt x="184" y="33"/>
                    <a:pt x="851" y="0"/>
                    <a:pt x="1102" y="174"/>
                  </a:cubicBezTo>
                  <a:cubicBezTo>
                    <a:pt x="1353" y="348"/>
                    <a:pt x="1425" y="869"/>
                    <a:pt x="1510" y="1052"/>
                  </a:cubicBezTo>
                </a:path>
              </a:pathLst>
            </a:custGeom>
            <a:noFill/>
            <a:ln w="9525">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a:lstStyle/>
            <a:p>
              <a:endParaRPr lang="en-US"/>
            </a:p>
          </p:txBody>
        </p:sp>
        <p:sp>
          <p:nvSpPr>
            <p:cNvPr id="40" name="Text Box 71">
              <a:extLst>
                <a:ext uri="{FF2B5EF4-FFF2-40B4-BE49-F238E27FC236}">
                  <a16:creationId xmlns:a16="http://schemas.microsoft.com/office/drawing/2014/main" id="{54EC2A7B-00EC-257B-2B60-F8736D646D47}"/>
                </a:ext>
              </a:extLst>
            </p:cNvPr>
            <p:cNvSpPr txBox="1">
              <a:spLocks noChangeArrowheads="1"/>
            </p:cNvSpPr>
            <p:nvPr/>
          </p:nvSpPr>
          <p:spPr bwMode="auto">
            <a:xfrm>
              <a:off x="8021788" y="2383889"/>
              <a:ext cx="311638" cy="36653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t>9</a:t>
              </a:r>
              <a:endParaRPr lang="en-US"/>
            </a:p>
          </p:txBody>
        </p:sp>
      </p:grpSp>
    </p:spTree>
    <p:extLst>
      <p:ext uri="{BB962C8B-B14F-4D97-AF65-F5344CB8AC3E}">
        <p14:creationId xmlns:p14="http://schemas.microsoft.com/office/powerpoint/2010/main" val="1375222523"/>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pic>
        <p:nvPicPr>
          <p:cNvPr id="125955" name="Picture 6"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76263" y="1014413"/>
            <a:ext cx="4570412" cy="1730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25956" name="Rectangle 2"/>
          <p:cNvSpPr>
            <a:spLocks noGrp="1" noChangeArrowheads="1"/>
          </p:cNvSpPr>
          <p:nvPr>
            <p:ph type="title"/>
          </p:nvPr>
        </p:nvSpPr>
        <p:spPr/>
        <p:txBody>
          <a:bodyPr/>
          <a:lstStyle/>
          <a:p>
            <a:r>
              <a:rPr lang="en-US" sz="4000" dirty="0" err="1">
                <a:latin typeface="Gill Sans MT" charset="0"/>
              </a:rPr>
              <a:t>Dijsktra</a:t>
            </a:r>
            <a:r>
              <a:rPr lang="ja-JP" altLang="en-US" sz="4000" dirty="0">
                <a:latin typeface="Gill Sans MT" charset="0"/>
              </a:rPr>
              <a:t>’</a:t>
            </a:r>
            <a:r>
              <a:rPr lang="en-US" altLang="ja-JP" sz="4000" dirty="0">
                <a:latin typeface="Gill Sans MT" charset="0"/>
              </a:rPr>
              <a:t>s algorithm</a:t>
            </a:r>
            <a:endParaRPr lang="en-US" dirty="0">
              <a:latin typeface="Gill Sans MT" charset="0"/>
            </a:endParaRPr>
          </a:p>
        </p:txBody>
      </p:sp>
      <p:sp>
        <p:nvSpPr>
          <p:cNvPr id="125957" name="Text Box 3"/>
          <p:cNvSpPr txBox="1">
            <a:spLocks noChangeArrowheads="1"/>
          </p:cNvSpPr>
          <p:nvPr/>
        </p:nvSpPr>
        <p:spPr bwMode="auto">
          <a:xfrm>
            <a:off x="1141413" y="1458913"/>
            <a:ext cx="6640151" cy="470898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2000" dirty="0"/>
              <a:t>1  </a:t>
            </a:r>
            <a:r>
              <a:rPr lang="en-US" sz="2000" b="1" i="1" dirty="0"/>
              <a:t>Initialization:</a:t>
            </a:r>
            <a:r>
              <a:rPr lang="en-US" sz="2000" dirty="0"/>
              <a:t> </a:t>
            </a:r>
          </a:p>
          <a:p>
            <a:r>
              <a:rPr lang="en-US" sz="2000" dirty="0"/>
              <a:t>2    N</a:t>
            </a:r>
            <a:r>
              <a:rPr lang="en-US" sz="2000" dirty="0">
                <a:cs typeface="Arial" charset="0"/>
              </a:rPr>
              <a:t>'</a:t>
            </a:r>
            <a:r>
              <a:rPr lang="en-US" sz="2000" dirty="0"/>
              <a:t> = {</a:t>
            </a:r>
            <a:r>
              <a:rPr lang="en-US" sz="2000" b="1" dirty="0">
                <a:solidFill>
                  <a:srgbClr val="C00000"/>
                </a:solidFill>
              </a:rPr>
              <a:t>u</a:t>
            </a:r>
            <a:r>
              <a:rPr lang="en-US" sz="2000" dirty="0"/>
              <a:t>} </a:t>
            </a:r>
          </a:p>
          <a:p>
            <a:r>
              <a:rPr lang="en-US" sz="2000" dirty="0"/>
              <a:t>3    for all nodes v </a:t>
            </a:r>
          </a:p>
          <a:p>
            <a:r>
              <a:rPr lang="en-US" sz="2000" dirty="0"/>
              <a:t>4      if v adjacent to u </a:t>
            </a:r>
          </a:p>
          <a:p>
            <a:r>
              <a:rPr lang="en-US" sz="2000" dirty="0"/>
              <a:t>5          then D(v) = c(</a:t>
            </a:r>
            <a:r>
              <a:rPr lang="en-US" sz="2000" dirty="0" err="1"/>
              <a:t>u,v</a:t>
            </a:r>
            <a:r>
              <a:rPr lang="en-US" sz="2000" dirty="0"/>
              <a:t>) </a:t>
            </a:r>
          </a:p>
          <a:p>
            <a:r>
              <a:rPr lang="en-US" sz="2000" dirty="0"/>
              <a:t>6      else D(v) = </a:t>
            </a:r>
            <a:r>
              <a:rPr lang="en-US" sz="2000" dirty="0">
                <a:cs typeface="Arial" charset="0"/>
              </a:rPr>
              <a:t>∞</a:t>
            </a:r>
            <a:r>
              <a:rPr lang="en-US" sz="2000" dirty="0"/>
              <a:t> </a:t>
            </a:r>
          </a:p>
          <a:p>
            <a:r>
              <a:rPr lang="en-US" sz="2000" dirty="0"/>
              <a:t>7 </a:t>
            </a:r>
          </a:p>
          <a:p>
            <a:r>
              <a:rPr lang="en-US" sz="2000" dirty="0"/>
              <a:t>8   </a:t>
            </a:r>
            <a:r>
              <a:rPr lang="en-US" sz="2000" b="1" i="1" dirty="0"/>
              <a:t>Loop</a:t>
            </a:r>
            <a:r>
              <a:rPr lang="en-US" sz="2000" i="1" dirty="0"/>
              <a:t> </a:t>
            </a:r>
            <a:endParaRPr lang="en-US" sz="2000" dirty="0"/>
          </a:p>
          <a:p>
            <a:r>
              <a:rPr lang="en-US" sz="2000" dirty="0"/>
              <a:t>9     find w not in N</a:t>
            </a:r>
            <a:r>
              <a:rPr lang="en-US" sz="2000" dirty="0">
                <a:cs typeface="Arial" charset="0"/>
              </a:rPr>
              <a:t>'</a:t>
            </a:r>
            <a:r>
              <a:rPr lang="en-US" sz="2000" dirty="0"/>
              <a:t> such that D(w) is a minimum </a:t>
            </a:r>
          </a:p>
          <a:p>
            <a:r>
              <a:rPr lang="en-US" sz="2000" dirty="0"/>
              <a:t>10    add w to N</a:t>
            </a:r>
            <a:r>
              <a:rPr lang="en-US" sz="2000" dirty="0">
                <a:cs typeface="Arial" charset="0"/>
              </a:rPr>
              <a:t>'</a:t>
            </a:r>
            <a:r>
              <a:rPr lang="en-US" sz="2000" dirty="0"/>
              <a:t> </a:t>
            </a:r>
          </a:p>
          <a:p>
            <a:r>
              <a:rPr lang="en-US" sz="2000" dirty="0"/>
              <a:t>11    </a:t>
            </a:r>
            <a:r>
              <a:rPr lang="en-US" sz="2000" b="1" dirty="0">
                <a:solidFill>
                  <a:schemeClr val="accent1"/>
                </a:solidFill>
              </a:rPr>
              <a:t>update D(v) for all v adjacent to w and not in N</a:t>
            </a:r>
            <a:r>
              <a:rPr lang="en-US" sz="2000" b="1" dirty="0">
                <a:solidFill>
                  <a:schemeClr val="accent1"/>
                </a:solidFill>
                <a:cs typeface="Arial" charset="0"/>
              </a:rPr>
              <a:t>'</a:t>
            </a:r>
            <a:r>
              <a:rPr lang="en-US" sz="2000" dirty="0"/>
              <a:t> : </a:t>
            </a:r>
          </a:p>
          <a:p>
            <a:r>
              <a:rPr lang="en-US" sz="2000" dirty="0"/>
              <a:t>12       </a:t>
            </a:r>
            <a:r>
              <a:rPr lang="en-US" sz="2000" b="1" dirty="0">
                <a:solidFill>
                  <a:srgbClr val="CC0000"/>
                </a:solidFill>
              </a:rPr>
              <a:t>D(v) = min( D(v), D(w) + c(</a:t>
            </a:r>
            <a:r>
              <a:rPr lang="en-US" sz="2000" b="1" dirty="0" err="1">
                <a:solidFill>
                  <a:srgbClr val="CC0000"/>
                </a:solidFill>
              </a:rPr>
              <a:t>w,v</a:t>
            </a:r>
            <a:r>
              <a:rPr lang="en-US" sz="2000" b="1" dirty="0">
                <a:solidFill>
                  <a:srgbClr val="CC0000"/>
                </a:solidFill>
              </a:rPr>
              <a:t>) ) </a:t>
            </a:r>
          </a:p>
          <a:p>
            <a:r>
              <a:rPr lang="en-US" sz="2000" dirty="0"/>
              <a:t>13    /* new cost to v is either old cost to v or known </a:t>
            </a:r>
          </a:p>
          <a:p>
            <a:r>
              <a:rPr lang="en-US" sz="2000" dirty="0"/>
              <a:t>14     shortest path cost to w plus cost from w to v */ </a:t>
            </a:r>
          </a:p>
          <a:p>
            <a:r>
              <a:rPr lang="en-US" sz="2000" dirty="0"/>
              <a:t>15  </a:t>
            </a:r>
            <a:r>
              <a:rPr lang="en-US" sz="2000" b="1" i="1" dirty="0"/>
              <a:t>until all nodes in N</a:t>
            </a:r>
            <a:r>
              <a:rPr lang="en-US" sz="2000" b="1" i="1" dirty="0">
                <a:cs typeface="Arial" charset="0"/>
              </a:rPr>
              <a:t>'</a:t>
            </a:r>
            <a:r>
              <a:rPr lang="en-US" sz="2000" dirty="0"/>
              <a:t> </a:t>
            </a:r>
          </a:p>
        </p:txBody>
      </p:sp>
      <p:sp>
        <p:nvSpPr>
          <p:cNvPr id="125958" name="Freeform 4"/>
          <p:cNvSpPr>
            <a:spLocks/>
          </p:cNvSpPr>
          <p:nvPr/>
        </p:nvSpPr>
        <p:spPr bwMode="auto">
          <a:xfrm>
            <a:off x="600075" y="3543300"/>
            <a:ext cx="800100" cy="2886075"/>
          </a:xfrm>
          <a:custGeom>
            <a:avLst/>
            <a:gdLst>
              <a:gd name="T0" fmla="*/ 2147483647 w 504"/>
              <a:gd name="T1" fmla="*/ 2147483647 h 1818"/>
              <a:gd name="T2" fmla="*/ 2147483647 w 504"/>
              <a:gd name="T3" fmla="*/ 2147483647 h 1818"/>
              <a:gd name="T4" fmla="*/ 2147483647 w 504"/>
              <a:gd name="T5" fmla="*/ 2147483647 h 1818"/>
              <a:gd name="T6" fmla="*/ 2147483647 w 504"/>
              <a:gd name="T7" fmla="*/ 2147483647 h 1818"/>
              <a:gd name="T8" fmla="*/ 0 60000 65536"/>
              <a:gd name="T9" fmla="*/ 0 60000 65536"/>
              <a:gd name="T10" fmla="*/ 0 60000 65536"/>
              <a:gd name="T11" fmla="*/ 0 60000 65536"/>
              <a:gd name="T12" fmla="*/ 0 w 504"/>
              <a:gd name="T13" fmla="*/ 0 h 1818"/>
              <a:gd name="T14" fmla="*/ 504 w 504"/>
              <a:gd name="T15" fmla="*/ 1818 h 1818"/>
            </a:gdLst>
            <a:ahLst/>
            <a:cxnLst>
              <a:cxn ang="T8">
                <a:pos x="T0" y="T1"/>
              </a:cxn>
              <a:cxn ang="T9">
                <a:pos x="T2" y="T3"/>
              </a:cxn>
              <a:cxn ang="T10">
                <a:pos x="T4" y="T5"/>
              </a:cxn>
              <a:cxn ang="T11">
                <a:pos x="T6" y="T7"/>
              </a:cxn>
            </a:cxnLst>
            <a:rect l="T12" t="T13" r="T14" b="T15"/>
            <a:pathLst>
              <a:path w="504" h="1818">
                <a:moveTo>
                  <a:pt x="504" y="1596"/>
                </a:moveTo>
                <a:cubicBezTo>
                  <a:pt x="444" y="1728"/>
                  <a:pt x="240" y="1818"/>
                  <a:pt x="120" y="1602"/>
                </a:cubicBezTo>
                <a:cubicBezTo>
                  <a:pt x="0" y="1386"/>
                  <a:pt x="48" y="444"/>
                  <a:pt x="90" y="192"/>
                </a:cubicBezTo>
                <a:cubicBezTo>
                  <a:pt x="162" y="0"/>
                  <a:pt x="294" y="84"/>
                  <a:pt x="396" y="144"/>
                </a:cubicBezTo>
              </a:path>
            </a:pathLst>
          </a:custGeom>
          <a:noFill/>
          <a:ln w="28575" cap="flat" cmpd="sng">
            <a:solidFill>
              <a:srgbClr val="CC0000"/>
            </a:solidFill>
            <a:prstDash val="solid"/>
            <a:round/>
            <a:headEnd type="none" w="med" len="med"/>
            <a:tailEnd type="triangle" w="med" len="me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sp>
        <p:nvSpPr>
          <p:cNvPr id="8" name="Slide Number Placeholder 5"/>
          <p:cNvSpPr>
            <a:spLocks noGrp="1"/>
          </p:cNvSpPr>
          <p:nvPr>
            <p:ph type="sldNum" sz="quarter" idx="12"/>
          </p:nvPr>
        </p:nvSpPr>
        <p:spPr>
          <a:xfrm>
            <a:off x="8456154" y="6475895"/>
            <a:ext cx="548655" cy="272319"/>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200" dirty="0">
                <a:latin typeface="Tahoma" charset="0"/>
              </a:rPr>
              <a:t>5-</a:t>
            </a:r>
            <a:fld id="{8E8C6E93-DF5B-BC4B-80F9-500DED1EEDCC}" type="slidenum">
              <a:rPr lang="en-US" sz="1200">
                <a:latin typeface="Tahoma" charset="0"/>
              </a:rPr>
              <a:pPr/>
              <a:t>33</a:t>
            </a:fld>
            <a:endParaRPr lang="en-US" sz="1200" dirty="0">
              <a:latin typeface="Tahoma" charset="0"/>
            </a:endParaRPr>
          </a:p>
        </p:txBody>
      </p:sp>
      <p:sp>
        <p:nvSpPr>
          <p:cNvPr id="9" name="Footer Placeholder 2"/>
          <p:cNvSpPr>
            <a:spLocks noGrp="1"/>
          </p:cNvSpPr>
          <p:nvPr>
            <p:ph type="ftr" sz="quarter" idx="11"/>
          </p:nvPr>
        </p:nvSpPr>
        <p:spPr>
          <a:xfrm>
            <a:off x="6375496" y="6475081"/>
            <a:ext cx="2177473" cy="241541"/>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200" dirty="0">
                <a:solidFill>
                  <a:srgbClr val="000000"/>
                </a:solidFill>
                <a:latin typeface="Tahoma" charset="0"/>
                <a:cs typeface="Arial" charset="0"/>
              </a:rPr>
              <a:t>Network Layer: Control Plane</a:t>
            </a:r>
          </a:p>
        </p:txBody>
      </p:sp>
    </p:spTree>
    <p:extLst>
      <p:ext uri="{BB962C8B-B14F-4D97-AF65-F5344CB8AC3E}">
        <p14:creationId xmlns:p14="http://schemas.microsoft.com/office/powerpoint/2010/main" val="3745313744"/>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5955" name="Picture 6"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76263" y="1014413"/>
            <a:ext cx="4570412" cy="1730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25956" name="Rectangle 2"/>
          <p:cNvSpPr>
            <a:spLocks noGrp="1" noChangeArrowheads="1"/>
          </p:cNvSpPr>
          <p:nvPr>
            <p:ph type="title"/>
          </p:nvPr>
        </p:nvSpPr>
        <p:spPr/>
        <p:txBody>
          <a:bodyPr/>
          <a:lstStyle/>
          <a:p>
            <a:r>
              <a:rPr lang="en-US" sz="4000" dirty="0" err="1">
                <a:latin typeface="Gill Sans MT" charset="0"/>
              </a:rPr>
              <a:t>Dijsktra</a:t>
            </a:r>
            <a:r>
              <a:rPr lang="ja-JP" altLang="en-US" sz="4000" dirty="0">
                <a:latin typeface="Gill Sans MT" charset="0"/>
              </a:rPr>
              <a:t>’</a:t>
            </a:r>
            <a:r>
              <a:rPr lang="en-US" altLang="ja-JP" sz="4000" dirty="0">
                <a:latin typeface="Gill Sans MT" charset="0"/>
              </a:rPr>
              <a:t>s algorithm</a:t>
            </a:r>
            <a:endParaRPr lang="en-US" dirty="0">
              <a:latin typeface="Gill Sans MT" charset="0"/>
            </a:endParaRPr>
          </a:p>
        </p:txBody>
      </p:sp>
      <p:sp>
        <p:nvSpPr>
          <p:cNvPr id="8" name="Slide Number Placeholder 5"/>
          <p:cNvSpPr>
            <a:spLocks noGrp="1"/>
          </p:cNvSpPr>
          <p:nvPr>
            <p:ph type="sldNum" sz="quarter" idx="12"/>
          </p:nvPr>
        </p:nvSpPr>
        <p:spPr>
          <a:xfrm>
            <a:off x="8456154" y="6475895"/>
            <a:ext cx="548655" cy="272319"/>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200" dirty="0">
                <a:latin typeface="Tahoma" charset="0"/>
              </a:rPr>
              <a:t>5-</a:t>
            </a:r>
            <a:fld id="{8E8C6E93-DF5B-BC4B-80F9-500DED1EEDCC}" type="slidenum">
              <a:rPr lang="en-US" sz="1200">
                <a:latin typeface="Tahoma" charset="0"/>
              </a:rPr>
              <a:pPr/>
              <a:t>34</a:t>
            </a:fld>
            <a:endParaRPr lang="en-US" sz="1200" dirty="0">
              <a:latin typeface="Tahoma" charset="0"/>
            </a:endParaRPr>
          </a:p>
        </p:txBody>
      </p:sp>
      <p:sp>
        <p:nvSpPr>
          <p:cNvPr id="9" name="Footer Placeholder 2"/>
          <p:cNvSpPr>
            <a:spLocks noGrp="1"/>
          </p:cNvSpPr>
          <p:nvPr>
            <p:ph type="ftr" sz="quarter" idx="11"/>
          </p:nvPr>
        </p:nvSpPr>
        <p:spPr>
          <a:xfrm>
            <a:off x="6375496" y="6475081"/>
            <a:ext cx="2177473" cy="241541"/>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200" dirty="0">
                <a:solidFill>
                  <a:srgbClr val="000000"/>
                </a:solidFill>
                <a:latin typeface="Tahoma" charset="0"/>
                <a:cs typeface="Arial" charset="0"/>
              </a:rPr>
              <a:t>Network Layer: Control Plane</a:t>
            </a:r>
          </a:p>
        </p:txBody>
      </p:sp>
      <p:pic>
        <p:nvPicPr>
          <p:cNvPr id="2" name="图片 1">
            <a:extLst>
              <a:ext uri="{FF2B5EF4-FFF2-40B4-BE49-F238E27FC236}">
                <a16:creationId xmlns:a16="http://schemas.microsoft.com/office/drawing/2014/main" id="{4F38ED83-1EF4-083F-FC0D-24EB9841C01B}"/>
              </a:ext>
            </a:extLst>
          </p:cNvPr>
          <p:cNvPicPr>
            <a:picLocks noChangeAspect="1"/>
          </p:cNvPicPr>
          <p:nvPr/>
        </p:nvPicPr>
        <p:blipFill>
          <a:blip r:embed="rId3"/>
          <a:stretch>
            <a:fillRect/>
          </a:stretch>
        </p:blipFill>
        <p:spPr>
          <a:xfrm>
            <a:off x="548148" y="1345251"/>
            <a:ext cx="7456166" cy="5156179"/>
          </a:xfrm>
          <a:prstGeom prst="rect">
            <a:avLst/>
          </a:prstGeom>
        </p:spPr>
      </p:pic>
      <p:cxnSp>
        <p:nvCxnSpPr>
          <p:cNvPr id="4" name="直线连接符 3">
            <a:extLst>
              <a:ext uri="{FF2B5EF4-FFF2-40B4-BE49-F238E27FC236}">
                <a16:creationId xmlns:a16="http://schemas.microsoft.com/office/drawing/2014/main" id="{2AD0E88A-825F-E594-9CD2-F696EAD266EE}"/>
              </a:ext>
            </a:extLst>
          </p:cNvPr>
          <p:cNvCxnSpPr/>
          <p:nvPr/>
        </p:nvCxnSpPr>
        <p:spPr bwMode="auto">
          <a:xfrm>
            <a:off x="1923803" y="4916384"/>
            <a:ext cx="4619501" cy="0"/>
          </a:xfrm>
          <a:prstGeom prst="line">
            <a:avLst/>
          </a:prstGeom>
          <a:ln w="28575">
            <a:headEnd type="none" w="med" len="med"/>
            <a:tailEnd type="none" w="med" len="med"/>
          </a:ln>
          <a:extLst>
            <a:ext uri="{AF507438-7753-43e0-B8FC-AC1667EBCBE1}">
              <a14:hiddenEffects xmlns="" xmlns:a14="http://schemas.microsoft.com/office/drawing/2010/main">
                <a:effectLst>
                  <a:outerShdw dist="35921" dir="2700000" algn="ctr" rotWithShape="0">
                    <a:schemeClr val="bg2"/>
                  </a:outerShdw>
                </a:effectLst>
              </a14:hiddenEffects>
            </a:ext>
          </a:extLst>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239480282"/>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6979" name="Picture 133"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47688" y="787400"/>
            <a:ext cx="6399212" cy="1730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26981" name="Rectangle 72"/>
          <p:cNvSpPr>
            <a:spLocks noChangeArrowheads="1"/>
          </p:cNvSpPr>
          <p:nvPr/>
        </p:nvSpPr>
        <p:spPr bwMode="auto">
          <a:xfrm>
            <a:off x="487363" y="0"/>
            <a:ext cx="7772400" cy="1143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nchor="ctr"/>
          <a:lstStyle/>
          <a:p>
            <a:r>
              <a:rPr lang="en-US" sz="4000">
                <a:solidFill>
                  <a:srgbClr val="000099"/>
                </a:solidFill>
                <a:latin typeface="Gill Sans MT" charset="0"/>
              </a:rPr>
              <a:t>Dijkstra</a:t>
            </a:r>
            <a:r>
              <a:rPr lang="ja-JP" altLang="en-US" sz="4000">
                <a:solidFill>
                  <a:srgbClr val="000099"/>
                </a:solidFill>
                <a:latin typeface="Gill Sans MT" charset="0"/>
              </a:rPr>
              <a:t>’</a:t>
            </a:r>
            <a:r>
              <a:rPr lang="en-US" altLang="ja-JP" sz="4000">
                <a:solidFill>
                  <a:srgbClr val="000099"/>
                </a:solidFill>
                <a:latin typeface="Gill Sans MT" charset="0"/>
              </a:rPr>
              <a:t>s algorithm: example</a:t>
            </a:r>
            <a:endParaRPr lang="en-US" sz="4400">
              <a:solidFill>
                <a:srgbClr val="000099"/>
              </a:solidFill>
              <a:latin typeface="Gill Sans MT" charset="0"/>
            </a:endParaRPr>
          </a:p>
        </p:txBody>
      </p:sp>
      <p:sp>
        <p:nvSpPr>
          <p:cNvPr id="126982" name="Text Box 73"/>
          <p:cNvSpPr txBox="1">
            <a:spLocks noChangeArrowheads="1"/>
          </p:cNvSpPr>
          <p:nvPr/>
        </p:nvSpPr>
        <p:spPr bwMode="auto">
          <a:xfrm>
            <a:off x="474663" y="1277938"/>
            <a:ext cx="706437" cy="7016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2000"/>
              <a:t>Step</a:t>
            </a:r>
          </a:p>
          <a:p>
            <a:pPr algn="r"/>
            <a:endParaRPr lang="en-US" sz="2000"/>
          </a:p>
        </p:txBody>
      </p:sp>
      <p:sp>
        <p:nvSpPr>
          <p:cNvPr id="126983" name="Text Box 74"/>
          <p:cNvSpPr txBox="1">
            <a:spLocks noChangeArrowheads="1"/>
          </p:cNvSpPr>
          <p:nvPr/>
        </p:nvSpPr>
        <p:spPr bwMode="auto">
          <a:xfrm>
            <a:off x="1458913" y="1284288"/>
            <a:ext cx="417512" cy="3968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2000"/>
              <a:t>N</a:t>
            </a:r>
            <a:r>
              <a:rPr lang="en-US" sz="2000">
                <a:cs typeface="Arial" charset="0"/>
              </a:rPr>
              <a:t>'</a:t>
            </a:r>
          </a:p>
        </p:txBody>
      </p:sp>
      <p:sp>
        <p:nvSpPr>
          <p:cNvPr id="126984" name="Text Box 75"/>
          <p:cNvSpPr txBox="1">
            <a:spLocks noChangeArrowheads="1"/>
          </p:cNvSpPr>
          <p:nvPr/>
        </p:nvSpPr>
        <p:spPr bwMode="auto">
          <a:xfrm>
            <a:off x="2043113" y="1009650"/>
            <a:ext cx="677862" cy="6413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2000"/>
              <a:t>D(</a:t>
            </a:r>
            <a:r>
              <a:rPr lang="en-US" sz="2000" b="1">
                <a:solidFill>
                  <a:srgbClr val="FF0000"/>
                </a:solidFill>
              </a:rPr>
              <a:t>v</a:t>
            </a:r>
            <a:r>
              <a:rPr lang="en-US" sz="2000"/>
              <a:t>)</a:t>
            </a:r>
          </a:p>
          <a:p>
            <a:pPr algn="r"/>
            <a:r>
              <a:rPr lang="en-US" sz="1600"/>
              <a:t>p(v)</a:t>
            </a:r>
          </a:p>
        </p:txBody>
      </p:sp>
      <p:sp>
        <p:nvSpPr>
          <p:cNvPr id="126985" name="Text Box 76"/>
          <p:cNvSpPr txBox="1">
            <a:spLocks noChangeArrowheads="1"/>
          </p:cNvSpPr>
          <p:nvPr/>
        </p:nvSpPr>
        <p:spPr bwMode="auto">
          <a:xfrm>
            <a:off x="511175" y="1617663"/>
            <a:ext cx="3111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800"/>
              <a:t>0</a:t>
            </a:r>
          </a:p>
        </p:txBody>
      </p:sp>
      <p:sp>
        <p:nvSpPr>
          <p:cNvPr id="126986" name="Text Box 77"/>
          <p:cNvSpPr txBox="1">
            <a:spLocks noChangeArrowheads="1"/>
          </p:cNvSpPr>
          <p:nvPr/>
        </p:nvSpPr>
        <p:spPr bwMode="auto">
          <a:xfrm>
            <a:off x="515938" y="1914525"/>
            <a:ext cx="311150" cy="3667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800"/>
              <a:t>1</a:t>
            </a:r>
          </a:p>
        </p:txBody>
      </p:sp>
      <p:sp>
        <p:nvSpPr>
          <p:cNvPr id="126987" name="Text Box 78"/>
          <p:cNvSpPr txBox="1">
            <a:spLocks noChangeArrowheads="1"/>
          </p:cNvSpPr>
          <p:nvPr/>
        </p:nvSpPr>
        <p:spPr bwMode="auto">
          <a:xfrm>
            <a:off x="517525" y="2222500"/>
            <a:ext cx="311150" cy="3667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800"/>
              <a:t>2</a:t>
            </a:r>
          </a:p>
        </p:txBody>
      </p:sp>
      <p:sp>
        <p:nvSpPr>
          <p:cNvPr id="126988" name="Text Box 79"/>
          <p:cNvSpPr txBox="1">
            <a:spLocks noChangeArrowheads="1"/>
          </p:cNvSpPr>
          <p:nvPr/>
        </p:nvSpPr>
        <p:spPr bwMode="auto">
          <a:xfrm>
            <a:off x="511175" y="2524125"/>
            <a:ext cx="311150" cy="3667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800"/>
              <a:t>3</a:t>
            </a:r>
          </a:p>
        </p:txBody>
      </p:sp>
      <p:sp>
        <p:nvSpPr>
          <p:cNvPr id="126989" name="Text Box 80"/>
          <p:cNvSpPr txBox="1">
            <a:spLocks noChangeArrowheads="1"/>
          </p:cNvSpPr>
          <p:nvPr/>
        </p:nvSpPr>
        <p:spPr bwMode="auto">
          <a:xfrm>
            <a:off x="509588" y="2827338"/>
            <a:ext cx="3111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800"/>
              <a:t>4</a:t>
            </a:r>
          </a:p>
        </p:txBody>
      </p:sp>
      <p:sp>
        <p:nvSpPr>
          <p:cNvPr id="126990" name="Text Box 81"/>
          <p:cNvSpPr txBox="1">
            <a:spLocks noChangeArrowheads="1"/>
          </p:cNvSpPr>
          <p:nvPr/>
        </p:nvSpPr>
        <p:spPr bwMode="auto">
          <a:xfrm>
            <a:off x="514350" y="3132138"/>
            <a:ext cx="3111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800"/>
              <a:t>5</a:t>
            </a:r>
          </a:p>
        </p:txBody>
      </p:sp>
      <p:sp>
        <p:nvSpPr>
          <p:cNvPr id="126991" name="Text Box 82"/>
          <p:cNvSpPr txBox="1">
            <a:spLocks noChangeArrowheads="1"/>
          </p:cNvSpPr>
          <p:nvPr/>
        </p:nvSpPr>
        <p:spPr bwMode="auto">
          <a:xfrm>
            <a:off x="2630488" y="1017588"/>
            <a:ext cx="733425" cy="6413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2000"/>
              <a:t>D(</a:t>
            </a:r>
            <a:r>
              <a:rPr lang="en-US" sz="2000" b="1">
                <a:solidFill>
                  <a:srgbClr val="FF0000"/>
                </a:solidFill>
              </a:rPr>
              <a:t>w</a:t>
            </a:r>
            <a:r>
              <a:rPr lang="en-US" sz="2000"/>
              <a:t>)</a:t>
            </a:r>
          </a:p>
          <a:p>
            <a:pPr algn="r"/>
            <a:r>
              <a:rPr lang="en-US" sz="1600"/>
              <a:t>p(w)</a:t>
            </a:r>
          </a:p>
        </p:txBody>
      </p:sp>
      <p:sp>
        <p:nvSpPr>
          <p:cNvPr id="126992" name="Text Box 83"/>
          <p:cNvSpPr txBox="1">
            <a:spLocks noChangeArrowheads="1"/>
          </p:cNvSpPr>
          <p:nvPr/>
        </p:nvSpPr>
        <p:spPr bwMode="auto">
          <a:xfrm>
            <a:off x="3306763" y="1017588"/>
            <a:ext cx="677862" cy="6413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2000"/>
              <a:t>D(</a:t>
            </a:r>
            <a:r>
              <a:rPr lang="en-US" sz="2000" b="1">
                <a:solidFill>
                  <a:srgbClr val="FF0000"/>
                </a:solidFill>
              </a:rPr>
              <a:t>x</a:t>
            </a:r>
            <a:r>
              <a:rPr lang="en-US" sz="2000"/>
              <a:t>)</a:t>
            </a:r>
          </a:p>
          <a:p>
            <a:pPr algn="r"/>
            <a:r>
              <a:rPr lang="en-US" sz="1600"/>
              <a:t>p(x)</a:t>
            </a:r>
          </a:p>
        </p:txBody>
      </p:sp>
      <p:sp>
        <p:nvSpPr>
          <p:cNvPr id="126993" name="Text Box 84"/>
          <p:cNvSpPr txBox="1">
            <a:spLocks noChangeArrowheads="1"/>
          </p:cNvSpPr>
          <p:nvPr/>
        </p:nvSpPr>
        <p:spPr bwMode="auto">
          <a:xfrm>
            <a:off x="3946525" y="1017588"/>
            <a:ext cx="677863" cy="6413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2000"/>
              <a:t>D(</a:t>
            </a:r>
            <a:r>
              <a:rPr lang="en-US" sz="2000" b="1">
                <a:solidFill>
                  <a:srgbClr val="FF0000"/>
                </a:solidFill>
              </a:rPr>
              <a:t>y</a:t>
            </a:r>
            <a:r>
              <a:rPr lang="en-US" sz="2000"/>
              <a:t>)</a:t>
            </a:r>
          </a:p>
          <a:p>
            <a:pPr algn="r"/>
            <a:r>
              <a:rPr lang="en-US" sz="1600"/>
              <a:t>p(y)</a:t>
            </a:r>
          </a:p>
        </p:txBody>
      </p:sp>
      <p:sp>
        <p:nvSpPr>
          <p:cNvPr id="126994" name="Text Box 85"/>
          <p:cNvSpPr txBox="1">
            <a:spLocks noChangeArrowheads="1"/>
          </p:cNvSpPr>
          <p:nvPr/>
        </p:nvSpPr>
        <p:spPr bwMode="auto">
          <a:xfrm>
            <a:off x="4578350" y="1022350"/>
            <a:ext cx="663575" cy="6413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2000"/>
              <a:t>D(</a:t>
            </a:r>
            <a:r>
              <a:rPr lang="en-US" sz="2000" b="1">
                <a:solidFill>
                  <a:srgbClr val="FF0000"/>
                </a:solidFill>
              </a:rPr>
              <a:t>z</a:t>
            </a:r>
            <a:r>
              <a:rPr lang="en-US" sz="2000"/>
              <a:t>)</a:t>
            </a:r>
          </a:p>
          <a:p>
            <a:pPr algn="r"/>
            <a:r>
              <a:rPr lang="en-US" sz="1600"/>
              <a:t>p(z)</a:t>
            </a:r>
          </a:p>
        </p:txBody>
      </p:sp>
      <p:sp>
        <p:nvSpPr>
          <p:cNvPr id="126995" name="Line 86"/>
          <p:cNvSpPr>
            <a:spLocks noChangeShapeType="1"/>
          </p:cNvSpPr>
          <p:nvPr/>
        </p:nvSpPr>
        <p:spPr bwMode="auto">
          <a:xfrm>
            <a:off x="600075" y="1638300"/>
            <a:ext cx="4629150" cy="0"/>
          </a:xfrm>
          <a:prstGeom prst="line">
            <a:avLst/>
          </a:prstGeom>
          <a:noFill/>
          <a:ln w="28575">
            <a:solidFill>
              <a:srgbClr val="000099"/>
            </a:solidFill>
            <a:round/>
            <a:headEnd/>
            <a:tailEnd/>
          </a:ln>
          <a:extLst>
            <a:ext uri="{909E8E84-426E-40dd-AFC4-6F175D3DCCD1}">
              <a14:hiddenFill xmlns:a14="http://schemas.microsoft.com/office/drawing/2010/main" xmlns="">
                <a:noFill/>
              </a14:hiddenFill>
            </a:ext>
          </a:extLst>
        </p:spPr>
        <p:txBody>
          <a:bodyPr wrap="none"/>
          <a:lstStyle/>
          <a:p>
            <a:endParaRPr lang="en-US"/>
          </a:p>
        </p:txBody>
      </p:sp>
      <p:sp>
        <p:nvSpPr>
          <p:cNvPr id="126996" name="Line 87"/>
          <p:cNvSpPr>
            <a:spLocks noChangeShapeType="1"/>
          </p:cNvSpPr>
          <p:nvPr/>
        </p:nvSpPr>
        <p:spPr bwMode="auto">
          <a:xfrm>
            <a:off x="581025" y="1952625"/>
            <a:ext cx="4629150" cy="0"/>
          </a:xfrm>
          <a:prstGeom prst="line">
            <a:avLst/>
          </a:prstGeom>
          <a:noFill/>
          <a:ln w="12700">
            <a:solidFill>
              <a:srgbClr val="000099"/>
            </a:solidFill>
            <a:round/>
            <a:headEnd/>
            <a:tailEnd/>
          </a:ln>
          <a:extLst>
            <a:ext uri="{909E8E84-426E-40dd-AFC4-6F175D3DCCD1}">
              <a14:hiddenFill xmlns:a14="http://schemas.microsoft.com/office/drawing/2010/main" xmlns="">
                <a:noFill/>
              </a14:hiddenFill>
            </a:ext>
          </a:extLst>
        </p:spPr>
        <p:txBody>
          <a:bodyPr wrap="none"/>
          <a:lstStyle/>
          <a:p>
            <a:endParaRPr lang="en-US"/>
          </a:p>
        </p:txBody>
      </p:sp>
      <p:sp>
        <p:nvSpPr>
          <p:cNvPr id="126997" name="Text Box 88"/>
          <p:cNvSpPr txBox="1">
            <a:spLocks noChangeArrowheads="1"/>
          </p:cNvSpPr>
          <p:nvPr/>
        </p:nvSpPr>
        <p:spPr bwMode="auto">
          <a:xfrm>
            <a:off x="1492250" y="1608138"/>
            <a:ext cx="3111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800"/>
              <a:t>u</a:t>
            </a:r>
          </a:p>
        </p:txBody>
      </p:sp>
      <p:sp>
        <p:nvSpPr>
          <p:cNvPr id="126998" name="Line 89"/>
          <p:cNvSpPr>
            <a:spLocks noChangeShapeType="1"/>
          </p:cNvSpPr>
          <p:nvPr/>
        </p:nvSpPr>
        <p:spPr bwMode="auto">
          <a:xfrm>
            <a:off x="581025" y="2247900"/>
            <a:ext cx="4629150" cy="0"/>
          </a:xfrm>
          <a:prstGeom prst="line">
            <a:avLst/>
          </a:prstGeom>
          <a:noFill/>
          <a:ln w="12700">
            <a:solidFill>
              <a:srgbClr val="000099"/>
            </a:solidFill>
            <a:round/>
            <a:headEnd/>
            <a:tailEnd/>
          </a:ln>
          <a:extLst>
            <a:ext uri="{909E8E84-426E-40dd-AFC4-6F175D3DCCD1}">
              <a14:hiddenFill xmlns:a14="http://schemas.microsoft.com/office/drawing/2010/main" xmlns="">
                <a:noFill/>
              </a14:hiddenFill>
            </a:ext>
          </a:extLst>
        </p:spPr>
        <p:txBody>
          <a:bodyPr wrap="none"/>
          <a:lstStyle/>
          <a:p>
            <a:endParaRPr lang="en-US"/>
          </a:p>
        </p:txBody>
      </p:sp>
      <p:sp>
        <p:nvSpPr>
          <p:cNvPr id="126999" name="Line 90"/>
          <p:cNvSpPr>
            <a:spLocks noChangeShapeType="1"/>
          </p:cNvSpPr>
          <p:nvPr/>
        </p:nvSpPr>
        <p:spPr bwMode="auto">
          <a:xfrm>
            <a:off x="581025" y="2562225"/>
            <a:ext cx="4629150" cy="0"/>
          </a:xfrm>
          <a:prstGeom prst="line">
            <a:avLst/>
          </a:prstGeom>
          <a:noFill/>
          <a:ln w="12700">
            <a:solidFill>
              <a:srgbClr val="000099"/>
            </a:solidFill>
            <a:round/>
            <a:headEnd/>
            <a:tailEnd/>
          </a:ln>
          <a:extLst>
            <a:ext uri="{909E8E84-426E-40dd-AFC4-6F175D3DCCD1}">
              <a14:hiddenFill xmlns:a14="http://schemas.microsoft.com/office/drawing/2010/main" xmlns="">
                <a:noFill/>
              </a14:hiddenFill>
            </a:ext>
          </a:extLst>
        </p:spPr>
        <p:txBody>
          <a:bodyPr wrap="none"/>
          <a:lstStyle/>
          <a:p>
            <a:endParaRPr lang="en-US"/>
          </a:p>
        </p:txBody>
      </p:sp>
      <p:sp>
        <p:nvSpPr>
          <p:cNvPr id="127000" name="Line 91"/>
          <p:cNvSpPr>
            <a:spLocks noChangeShapeType="1"/>
          </p:cNvSpPr>
          <p:nvPr/>
        </p:nvSpPr>
        <p:spPr bwMode="auto">
          <a:xfrm>
            <a:off x="565150" y="2865438"/>
            <a:ext cx="4629150" cy="0"/>
          </a:xfrm>
          <a:prstGeom prst="line">
            <a:avLst/>
          </a:prstGeom>
          <a:noFill/>
          <a:ln w="12700">
            <a:solidFill>
              <a:srgbClr val="000099"/>
            </a:solidFill>
            <a:round/>
            <a:headEnd/>
            <a:tailEnd/>
          </a:ln>
          <a:extLst>
            <a:ext uri="{909E8E84-426E-40dd-AFC4-6F175D3DCCD1}">
              <a14:hiddenFill xmlns:a14="http://schemas.microsoft.com/office/drawing/2010/main" xmlns="">
                <a:noFill/>
              </a14:hiddenFill>
            </a:ext>
          </a:extLst>
        </p:spPr>
        <p:txBody>
          <a:bodyPr wrap="none"/>
          <a:lstStyle/>
          <a:p>
            <a:endParaRPr lang="en-US"/>
          </a:p>
        </p:txBody>
      </p:sp>
      <p:sp>
        <p:nvSpPr>
          <p:cNvPr id="127001" name="Line 92"/>
          <p:cNvSpPr>
            <a:spLocks noChangeShapeType="1"/>
          </p:cNvSpPr>
          <p:nvPr/>
        </p:nvSpPr>
        <p:spPr bwMode="auto">
          <a:xfrm>
            <a:off x="576263" y="3171825"/>
            <a:ext cx="4629150" cy="0"/>
          </a:xfrm>
          <a:prstGeom prst="line">
            <a:avLst/>
          </a:prstGeom>
          <a:noFill/>
          <a:ln w="12700">
            <a:solidFill>
              <a:srgbClr val="000099"/>
            </a:solidFill>
            <a:round/>
            <a:headEnd/>
            <a:tailEnd/>
          </a:ln>
          <a:extLst>
            <a:ext uri="{909E8E84-426E-40dd-AFC4-6F175D3DCCD1}">
              <a14:hiddenFill xmlns:a14="http://schemas.microsoft.com/office/drawing/2010/main" xmlns="">
                <a:noFill/>
              </a14:hiddenFill>
            </a:ext>
          </a:extLst>
        </p:spPr>
        <p:txBody>
          <a:bodyPr wrap="none"/>
          <a:lstStyle/>
          <a:p>
            <a:endParaRPr lang="en-US"/>
          </a:p>
        </p:txBody>
      </p:sp>
      <p:sp>
        <p:nvSpPr>
          <p:cNvPr id="127002" name="Line 93"/>
          <p:cNvSpPr>
            <a:spLocks noChangeShapeType="1"/>
          </p:cNvSpPr>
          <p:nvPr/>
        </p:nvSpPr>
        <p:spPr bwMode="auto">
          <a:xfrm>
            <a:off x="581025" y="3467100"/>
            <a:ext cx="4629150" cy="0"/>
          </a:xfrm>
          <a:prstGeom prst="line">
            <a:avLst/>
          </a:prstGeom>
          <a:noFill/>
          <a:ln w="12700">
            <a:solidFill>
              <a:srgbClr val="000099"/>
            </a:solidFill>
            <a:round/>
            <a:headEnd/>
            <a:tailEnd/>
          </a:ln>
          <a:extLst>
            <a:ext uri="{909E8E84-426E-40dd-AFC4-6F175D3DCCD1}">
              <a14:hiddenFill xmlns:a14="http://schemas.microsoft.com/office/drawing/2010/main" xmlns="">
                <a:noFill/>
              </a14:hiddenFill>
            </a:ext>
          </a:extLst>
        </p:spPr>
        <p:txBody>
          <a:bodyPr wrap="none"/>
          <a:lstStyle/>
          <a:p>
            <a:endParaRPr lang="en-US"/>
          </a:p>
        </p:txBody>
      </p:sp>
      <p:grpSp>
        <p:nvGrpSpPr>
          <p:cNvPr id="9" name="Group 94"/>
          <p:cNvGrpSpPr>
            <a:grpSpLocks/>
          </p:cNvGrpSpPr>
          <p:nvPr/>
        </p:nvGrpSpPr>
        <p:grpSpPr bwMode="auto">
          <a:xfrm>
            <a:off x="2190750" y="1609725"/>
            <a:ext cx="3084513" cy="371475"/>
            <a:chOff x="1380" y="1014"/>
            <a:chExt cx="1943" cy="234"/>
          </a:xfrm>
        </p:grpSpPr>
        <p:sp>
          <p:nvSpPr>
            <p:cNvPr id="127036" name="Text Box 95"/>
            <p:cNvSpPr txBox="1">
              <a:spLocks noChangeArrowheads="1"/>
            </p:cNvSpPr>
            <p:nvPr/>
          </p:nvSpPr>
          <p:spPr bwMode="auto">
            <a:xfrm>
              <a:off x="3043" y="1014"/>
              <a:ext cx="280"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800">
                  <a:latin typeface="Comic Sans MS" charset="0"/>
                </a:rPr>
                <a:t>∞ </a:t>
              </a:r>
              <a:endParaRPr lang="en-US" sz="2000"/>
            </a:p>
          </p:txBody>
        </p:sp>
        <p:sp>
          <p:nvSpPr>
            <p:cNvPr id="127037" name="Text Box 96"/>
            <p:cNvSpPr txBox="1">
              <a:spLocks noChangeArrowheads="1"/>
            </p:cNvSpPr>
            <p:nvPr/>
          </p:nvSpPr>
          <p:spPr bwMode="auto">
            <a:xfrm>
              <a:off x="2647" y="1014"/>
              <a:ext cx="280"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800">
                  <a:latin typeface="Comic Sans MS" charset="0"/>
                </a:rPr>
                <a:t>∞ </a:t>
              </a:r>
              <a:endParaRPr lang="en-US" sz="2000"/>
            </a:p>
          </p:txBody>
        </p:sp>
        <p:sp>
          <p:nvSpPr>
            <p:cNvPr id="127038" name="Text Box 97"/>
            <p:cNvSpPr txBox="1">
              <a:spLocks noChangeArrowheads="1"/>
            </p:cNvSpPr>
            <p:nvPr/>
          </p:nvSpPr>
          <p:spPr bwMode="auto">
            <a:xfrm>
              <a:off x="1380" y="1017"/>
              <a:ext cx="316"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800"/>
                <a:t>7,u</a:t>
              </a:r>
            </a:p>
          </p:txBody>
        </p:sp>
        <p:sp>
          <p:nvSpPr>
            <p:cNvPr id="127039" name="Text Box 98"/>
            <p:cNvSpPr txBox="1">
              <a:spLocks noChangeArrowheads="1"/>
            </p:cNvSpPr>
            <p:nvPr/>
          </p:nvSpPr>
          <p:spPr bwMode="auto">
            <a:xfrm>
              <a:off x="1787" y="1015"/>
              <a:ext cx="316"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800"/>
                <a:t>3,u</a:t>
              </a:r>
            </a:p>
          </p:txBody>
        </p:sp>
        <p:sp>
          <p:nvSpPr>
            <p:cNvPr id="127040" name="Text Box 99"/>
            <p:cNvSpPr txBox="1">
              <a:spLocks noChangeArrowheads="1"/>
            </p:cNvSpPr>
            <p:nvPr/>
          </p:nvSpPr>
          <p:spPr bwMode="auto">
            <a:xfrm>
              <a:off x="2190" y="1016"/>
              <a:ext cx="316"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800"/>
                <a:t>5,u</a:t>
              </a:r>
            </a:p>
          </p:txBody>
        </p:sp>
      </p:grpSp>
      <p:sp>
        <p:nvSpPr>
          <p:cNvPr id="717924" name="Text Box 100"/>
          <p:cNvSpPr txBox="1">
            <a:spLocks noChangeArrowheads="1"/>
          </p:cNvSpPr>
          <p:nvPr/>
        </p:nvSpPr>
        <p:spPr bwMode="auto">
          <a:xfrm>
            <a:off x="1346200" y="1905000"/>
            <a:ext cx="476250" cy="3667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800"/>
              <a:t>uw</a:t>
            </a:r>
          </a:p>
        </p:txBody>
      </p:sp>
      <p:grpSp>
        <p:nvGrpSpPr>
          <p:cNvPr id="10" name="Group 101"/>
          <p:cNvGrpSpPr>
            <a:grpSpLocks/>
          </p:cNvGrpSpPr>
          <p:nvPr/>
        </p:nvGrpSpPr>
        <p:grpSpPr bwMode="auto">
          <a:xfrm>
            <a:off x="2163763" y="1916113"/>
            <a:ext cx="3122612" cy="371475"/>
            <a:chOff x="1356" y="1014"/>
            <a:chExt cx="1967" cy="234"/>
          </a:xfrm>
        </p:grpSpPr>
        <p:sp>
          <p:nvSpPr>
            <p:cNvPr id="127031" name="Text Box 102"/>
            <p:cNvSpPr txBox="1">
              <a:spLocks noChangeArrowheads="1"/>
            </p:cNvSpPr>
            <p:nvPr/>
          </p:nvSpPr>
          <p:spPr bwMode="auto">
            <a:xfrm>
              <a:off x="3043" y="1014"/>
              <a:ext cx="280"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800">
                  <a:latin typeface="Comic Sans MS" charset="0"/>
                </a:rPr>
                <a:t>∞ </a:t>
              </a:r>
              <a:endParaRPr lang="en-US" sz="2000"/>
            </a:p>
          </p:txBody>
        </p:sp>
        <p:sp>
          <p:nvSpPr>
            <p:cNvPr id="127032" name="Text Box 103"/>
            <p:cNvSpPr txBox="1">
              <a:spLocks noChangeArrowheads="1"/>
            </p:cNvSpPr>
            <p:nvPr/>
          </p:nvSpPr>
          <p:spPr bwMode="auto">
            <a:xfrm>
              <a:off x="2482" y="1014"/>
              <a:ext cx="445"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600"/>
                <a:t>11</a:t>
              </a:r>
              <a:r>
                <a:rPr lang="en-US" sz="1800"/>
                <a:t>,w</a:t>
              </a:r>
              <a:r>
                <a:rPr lang="en-US" sz="1800">
                  <a:latin typeface="Comic Sans MS" charset="0"/>
                </a:rPr>
                <a:t> </a:t>
              </a:r>
              <a:endParaRPr lang="en-US" sz="2000"/>
            </a:p>
          </p:txBody>
        </p:sp>
        <p:sp>
          <p:nvSpPr>
            <p:cNvPr id="127033" name="Text Box 104"/>
            <p:cNvSpPr txBox="1">
              <a:spLocks noChangeArrowheads="1"/>
            </p:cNvSpPr>
            <p:nvPr/>
          </p:nvSpPr>
          <p:spPr bwMode="auto">
            <a:xfrm>
              <a:off x="1356" y="1017"/>
              <a:ext cx="340"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800"/>
                <a:t>6,w</a:t>
              </a:r>
            </a:p>
          </p:txBody>
        </p:sp>
        <p:sp>
          <p:nvSpPr>
            <p:cNvPr id="127034" name="Text Box 105"/>
            <p:cNvSpPr txBox="1">
              <a:spLocks noChangeArrowheads="1"/>
            </p:cNvSpPr>
            <p:nvPr/>
          </p:nvSpPr>
          <p:spPr bwMode="auto">
            <a:xfrm>
              <a:off x="1987" y="1015"/>
              <a:ext cx="116"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endParaRPr lang="en-US" sz="1800"/>
            </a:p>
          </p:txBody>
        </p:sp>
        <p:sp>
          <p:nvSpPr>
            <p:cNvPr id="127035" name="Text Box 106"/>
            <p:cNvSpPr txBox="1">
              <a:spLocks noChangeArrowheads="1"/>
            </p:cNvSpPr>
            <p:nvPr/>
          </p:nvSpPr>
          <p:spPr bwMode="auto">
            <a:xfrm>
              <a:off x="2190" y="1016"/>
              <a:ext cx="316"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800"/>
                <a:t>5,u</a:t>
              </a:r>
            </a:p>
          </p:txBody>
        </p:sp>
      </p:grpSp>
      <p:grpSp>
        <p:nvGrpSpPr>
          <p:cNvPr id="11" name="Group 107"/>
          <p:cNvGrpSpPr>
            <a:grpSpLocks/>
          </p:cNvGrpSpPr>
          <p:nvPr/>
        </p:nvGrpSpPr>
        <p:grpSpPr bwMode="auto">
          <a:xfrm>
            <a:off x="2162175" y="2214563"/>
            <a:ext cx="3122613" cy="376237"/>
            <a:chOff x="1356" y="1011"/>
            <a:chExt cx="1967" cy="237"/>
          </a:xfrm>
        </p:grpSpPr>
        <p:sp>
          <p:nvSpPr>
            <p:cNvPr id="127026" name="Text Box 108"/>
            <p:cNvSpPr txBox="1">
              <a:spLocks noChangeArrowheads="1"/>
            </p:cNvSpPr>
            <p:nvPr/>
          </p:nvSpPr>
          <p:spPr bwMode="auto">
            <a:xfrm>
              <a:off x="2913" y="1011"/>
              <a:ext cx="410"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600"/>
                <a:t>14</a:t>
              </a:r>
              <a:r>
                <a:rPr lang="en-US" sz="1800"/>
                <a:t>,x </a:t>
              </a:r>
            </a:p>
          </p:txBody>
        </p:sp>
        <p:sp>
          <p:nvSpPr>
            <p:cNvPr id="127027" name="Text Box 109"/>
            <p:cNvSpPr txBox="1">
              <a:spLocks noChangeArrowheads="1"/>
            </p:cNvSpPr>
            <p:nvPr/>
          </p:nvSpPr>
          <p:spPr bwMode="auto">
            <a:xfrm>
              <a:off x="2489" y="1011"/>
              <a:ext cx="438"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600"/>
                <a:t>11,</a:t>
              </a:r>
              <a:r>
                <a:rPr lang="en-US" sz="1800"/>
                <a:t>w </a:t>
              </a:r>
              <a:endParaRPr lang="en-US" sz="2000"/>
            </a:p>
          </p:txBody>
        </p:sp>
        <p:sp>
          <p:nvSpPr>
            <p:cNvPr id="127028" name="Text Box 110"/>
            <p:cNvSpPr txBox="1">
              <a:spLocks noChangeArrowheads="1"/>
            </p:cNvSpPr>
            <p:nvPr/>
          </p:nvSpPr>
          <p:spPr bwMode="auto">
            <a:xfrm>
              <a:off x="1356" y="1017"/>
              <a:ext cx="340"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800"/>
                <a:t>6,w</a:t>
              </a:r>
            </a:p>
          </p:txBody>
        </p:sp>
        <p:sp>
          <p:nvSpPr>
            <p:cNvPr id="127029" name="Text Box 111"/>
            <p:cNvSpPr txBox="1">
              <a:spLocks noChangeArrowheads="1"/>
            </p:cNvSpPr>
            <p:nvPr/>
          </p:nvSpPr>
          <p:spPr bwMode="auto">
            <a:xfrm>
              <a:off x="1987" y="1015"/>
              <a:ext cx="116"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endParaRPr lang="en-US" sz="1800"/>
            </a:p>
          </p:txBody>
        </p:sp>
        <p:sp>
          <p:nvSpPr>
            <p:cNvPr id="127030" name="Text Box 112"/>
            <p:cNvSpPr txBox="1">
              <a:spLocks noChangeArrowheads="1"/>
            </p:cNvSpPr>
            <p:nvPr/>
          </p:nvSpPr>
          <p:spPr bwMode="auto">
            <a:xfrm>
              <a:off x="2390" y="1016"/>
              <a:ext cx="116"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endParaRPr lang="en-US" sz="1800"/>
            </a:p>
          </p:txBody>
        </p:sp>
      </p:grpSp>
      <p:sp>
        <p:nvSpPr>
          <p:cNvPr id="717937" name="Oval 113"/>
          <p:cNvSpPr>
            <a:spLocks noChangeArrowheads="1"/>
          </p:cNvSpPr>
          <p:nvPr/>
        </p:nvSpPr>
        <p:spPr bwMode="auto">
          <a:xfrm>
            <a:off x="2828925" y="1666875"/>
            <a:ext cx="528638" cy="276225"/>
          </a:xfrm>
          <a:prstGeom prst="ellipse">
            <a:avLst/>
          </a:prstGeom>
          <a:noFill/>
          <a:ln w="19050">
            <a:solidFill>
              <a:srgbClr val="FF0000"/>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algn="ctr"/>
            <a:endParaRPr lang="en-US">
              <a:latin typeface="Comic Sans MS" charset="0"/>
            </a:endParaRPr>
          </a:p>
        </p:txBody>
      </p:sp>
      <p:sp>
        <p:nvSpPr>
          <p:cNvPr id="717938" name="Oval 114"/>
          <p:cNvSpPr>
            <a:spLocks noChangeArrowheads="1"/>
          </p:cNvSpPr>
          <p:nvPr/>
        </p:nvSpPr>
        <p:spPr bwMode="auto">
          <a:xfrm>
            <a:off x="3482975" y="1952625"/>
            <a:ext cx="528638" cy="276225"/>
          </a:xfrm>
          <a:prstGeom prst="ellipse">
            <a:avLst/>
          </a:prstGeom>
          <a:noFill/>
          <a:ln w="19050">
            <a:solidFill>
              <a:srgbClr val="FF0000"/>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algn="ctr"/>
            <a:endParaRPr lang="en-US">
              <a:latin typeface="Comic Sans MS" charset="0"/>
            </a:endParaRPr>
          </a:p>
        </p:txBody>
      </p:sp>
      <p:sp>
        <p:nvSpPr>
          <p:cNvPr id="717939" name="Text Box 115"/>
          <p:cNvSpPr txBox="1">
            <a:spLocks noChangeArrowheads="1"/>
          </p:cNvSpPr>
          <p:nvPr/>
        </p:nvSpPr>
        <p:spPr bwMode="auto">
          <a:xfrm>
            <a:off x="1239838" y="2214563"/>
            <a:ext cx="5905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800"/>
              <a:t>uwx</a:t>
            </a:r>
          </a:p>
        </p:txBody>
      </p:sp>
      <p:sp>
        <p:nvSpPr>
          <p:cNvPr id="717940" name="Oval 116"/>
          <p:cNvSpPr>
            <a:spLocks noChangeArrowheads="1"/>
          </p:cNvSpPr>
          <p:nvPr/>
        </p:nvSpPr>
        <p:spPr bwMode="auto">
          <a:xfrm>
            <a:off x="2174875" y="2271713"/>
            <a:ext cx="528638" cy="276225"/>
          </a:xfrm>
          <a:prstGeom prst="ellipse">
            <a:avLst/>
          </a:prstGeom>
          <a:noFill/>
          <a:ln w="19050">
            <a:solidFill>
              <a:srgbClr val="FF0000"/>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algn="ctr"/>
            <a:endParaRPr lang="en-US">
              <a:latin typeface="Comic Sans MS" charset="0"/>
            </a:endParaRPr>
          </a:p>
        </p:txBody>
      </p:sp>
      <p:sp>
        <p:nvSpPr>
          <p:cNvPr id="717941" name="Text Box 117"/>
          <p:cNvSpPr txBox="1">
            <a:spLocks noChangeArrowheads="1"/>
          </p:cNvSpPr>
          <p:nvPr/>
        </p:nvSpPr>
        <p:spPr bwMode="auto">
          <a:xfrm>
            <a:off x="1144588" y="2500313"/>
            <a:ext cx="7048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800"/>
              <a:t>uwxv</a:t>
            </a:r>
          </a:p>
        </p:txBody>
      </p:sp>
      <p:grpSp>
        <p:nvGrpSpPr>
          <p:cNvPr id="12" name="Group 118"/>
          <p:cNvGrpSpPr>
            <a:grpSpLocks/>
          </p:cNvGrpSpPr>
          <p:nvPr/>
        </p:nvGrpSpPr>
        <p:grpSpPr bwMode="auto">
          <a:xfrm>
            <a:off x="4008438" y="2511425"/>
            <a:ext cx="1273175" cy="366713"/>
            <a:chOff x="1492" y="2777"/>
            <a:chExt cx="802" cy="231"/>
          </a:xfrm>
        </p:grpSpPr>
        <p:sp>
          <p:nvSpPr>
            <p:cNvPr id="127024" name="Text Box 119"/>
            <p:cNvSpPr txBox="1">
              <a:spLocks noChangeArrowheads="1"/>
            </p:cNvSpPr>
            <p:nvPr/>
          </p:nvSpPr>
          <p:spPr bwMode="auto">
            <a:xfrm>
              <a:off x="1884" y="2777"/>
              <a:ext cx="410"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600"/>
                <a:t>14</a:t>
              </a:r>
              <a:r>
                <a:rPr lang="en-US" sz="1800"/>
                <a:t>,x </a:t>
              </a:r>
            </a:p>
          </p:txBody>
        </p:sp>
        <p:sp>
          <p:nvSpPr>
            <p:cNvPr id="127025" name="Text Box 120"/>
            <p:cNvSpPr txBox="1">
              <a:spLocks noChangeArrowheads="1"/>
            </p:cNvSpPr>
            <p:nvPr/>
          </p:nvSpPr>
          <p:spPr bwMode="auto">
            <a:xfrm>
              <a:off x="1492" y="2777"/>
              <a:ext cx="406"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600"/>
                <a:t>10,</a:t>
              </a:r>
              <a:r>
                <a:rPr lang="en-US" sz="1800"/>
                <a:t>v </a:t>
              </a:r>
              <a:endParaRPr lang="en-US" sz="2000"/>
            </a:p>
          </p:txBody>
        </p:sp>
      </p:grpSp>
      <p:sp>
        <p:nvSpPr>
          <p:cNvPr id="717945" name="Oval 121"/>
          <p:cNvSpPr>
            <a:spLocks noChangeArrowheads="1"/>
          </p:cNvSpPr>
          <p:nvPr/>
        </p:nvSpPr>
        <p:spPr bwMode="auto">
          <a:xfrm>
            <a:off x="4011613" y="2570163"/>
            <a:ext cx="528637" cy="276225"/>
          </a:xfrm>
          <a:prstGeom prst="ellipse">
            <a:avLst/>
          </a:prstGeom>
          <a:noFill/>
          <a:ln w="19050">
            <a:solidFill>
              <a:srgbClr val="FF0000"/>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algn="ctr"/>
            <a:endParaRPr lang="en-US">
              <a:latin typeface="Comic Sans MS" charset="0"/>
            </a:endParaRPr>
          </a:p>
        </p:txBody>
      </p:sp>
      <p:sp>
        <p:nvSpPr>
          <p:cNvPr id="717946" name="Text Box 122"/>
          <p:cNvSpPr txBox="1">
            <a:spLocks noChangeArrowheads="1"/>
          </p:cNvSpPr>
          <p:nvPr/>
        </p:nvSpPr>
        <p:spPr bwMode="auto">
          <a:xfrm>
            <a:off x="1060450" y="2819400"/>
            <a:ext cx="819150" cy="3667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800"/>
              <a:t>uwxvy</a:t>
            </a:r>
          </a:p>
        </p:txBody>
      </p:sp>
      <p:sp>
        <p:nvSpPr>
          <p:cNvPr id="717947" name="Text Box 123"/>
          <p:cNvSpPr txBox="1">
            <a:spLocks noChangeArrowheads="1"/>
          </p:cNvSpPr>
          <p:nvPr/>
        </p:nvSpPr>
        <p:spPr bwMode="auto">
          <a:xfrm>
            <a:off x="4638675" y="2830513"/>
            <a:ext cx="650875"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600"/>
              <a:t>12</a:t>
            </a:r>
            <a:r>
              <a:rPr lang="en-US" sz="1800"/>
              <a:t>,y </a:t>
            </a:r>
          </a:p>
        </p:txBody>
      </p:sp>
      <p:sp>
        <p:nvSpPr>
          <p:cNvPr id="717948" name="Oval 124"/>
          <p:cNvSpPr>
            <a:spLocks noChangeArrowheads="1"/>
          </p:cNvSpPr>
          <p:nvPr/>
        </p:nvSpPr>
        <p:spPr bwMode="auto">
          <a:xfrm>
            <a:off x="4676775" y="2887663"/>
            <a:ext cx="528638" cy="276225"/>
          </a:xfrm>
          <a:prstGeom prst="ellipse">
            <a:avLst/>
          </a:prstGeom>
          <a:noFill/>
          <a:ln w="19050">
            <a:solidFill>
              <a:srgbClr val="FF0000"/>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algn="ctr"/>
            <a:endParaRPr lang="en-US">
              <a:latin typeface="Comic Sans MS" charset="0"/>
            </a:endParaRPr>
          </a:p>
        </p:txBody>
      </p:sp>
      <p:sp>
        <p:nvSpPr>
          <p:cNvPr id="717949" name="Rectangle 125"/>
          <p:cNvSpPr>
            <a:spLocks noChangeArrowheads="1"/>
          </p:cNvSpPr>
          <p:nvPr/>
        </p:nvSpPr>
        <p:spPr bwMode="auto">
          <a:xfrm>
            <a:off x="538163" y="3775075"/>
            <a:ext cx="3810000" cy="23971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342900" indent="-342900">
              <a:lnSpc>
                <a:spcPct val="85000"/>
              </a:lnSpc>
              <a:spcBef>
                <a:spcPct val="20000"/>
              </a:spcBef>
              <a:buClr>
                <a:srgbClr val="000099"/>
              </a:buClr>
              <a:buSzPct val="65000"/>
              <a:buFont typeface="Wingdings" charset="0"/>
              <a:buNone/>
            </a:pPr>
            <a:r>
              <a:rPr lang="en-US" sz="2800" i="1">
                <a:solidFill>
                  <a:srgbClr val="CC0000"/>
                </a:solidFill>
                <a:latin typeface="Gill Sans MT" charset="0"/>
              </a:rPr>
              <a:t>notes:</a:t>
            </a:r>
          </a:p>
          <a:p>
            <a:pPr marL="342900" indent="-342900">
              <a:lnSpc>
                <a:spcPct val="85000"/>
              </a:lnSpc>
              <a:spcBef>
                <a:spcPct val="20000"/>
              </a:spcBef>
              <a:buClr>
                <a:srgbClr val="000099"/>
              </a:buClr>
              <a:buSzPct val="65000"/>
              <a:buFont typeface="Wingdings" charset="0"/>
              <a:buChar char="v"/>
            </a:pPr>
            <a:r>
              <a:rPr lang="en-US" sz="2000">
                <a:latin typeface="Gill Sans MT" charset="0"/>
              </a:rPr>
              <a:t>construct shortest path tree by tracing predecessor nodes</a:t>
            </a:r>
          </a:p>
          <a:p>
            <a:pPr marL="342900" indent="-342900">
              <a:lnSpc>
                <a:spcPct val="85000"/>
              </a:lnSpc>
              <a:spcBef>
                <a:spcPct val="20000"/>
              </a:spcBef>
              <a:buClr>
                <a:srgbClr val="000099"/>
              </a:buClr>
              <a:buSzPct val="65000"/>
              <a:buFont typeface="Wingdings" charset="0"/>
              <a:buChar char="v"/>
            </a:pPr>
            <a:r>
              <a:rPr lang="en-US" sz="2000">
                <a:latin typeface="Gill Sans MT" charset="0"/>
              </a:rPr>
              <a:t>ties can exist (can be broken arbitrarily)</a:t>
            </a:r>
          </a:p>
        </p:txBody>
      </p:sp>
      <p:sp>
        <p:nvSpPr>
          <p:cNvPr id="717950" name="Line 126"/>
          <p:cNvSpPr>
            <a:spLocks noChangeShapeType="1"/>
          </p:cNvSpPr>
          <p:nvPr/>
        </p:nvSpPr>
        <p:spPr bwMode="auto">
          <a:xfrm>
            <a:off x="7874000" y="4995863"/>
            <a:ext cx="590550" cy="0"/>
          </a:xfrm>
          <a:prstGeom prst="line">
            <a:avLst/>
          </a:prstGeom>
          <a:noFill/>
          <a:ln w="38100">
            <a:solidFill>
              <a:srgbClr val="FF0000"/>
            </a:solidFill>
            <a:round/>
            <a:headEnd/>
            <a:tailEnd type="triangle" w="med" len="med"/>
          </a:ln>
          <a:extLst>
            <a:ext uri="{909E8E84-426E-40dd-AFC4-6F175D3DCCD1}">
              <a14:hiddenFill xmlns:a14="http://schemas.microsoft.com/office/drawing/2010/main" xmlns="">
                <a:noFill/>
              </a14:hiddenFill>
            </a:ext>
          </a:extLst>
        </p:spPr>
        <p:txBody>
          <a:bodyPr wrap="none"/>
          <a:lstStyle/>
          <a:p>
            <a:endParaRPr lang="en-US"/>
          </a:p>
        </p:txBody>
      </p:sp>
      <p:sp>
        <p:nvSpPr>
          <p:cNvPr id="717951" name="Line 127"/>
          <p:cNvSpPr>
            <a:spLocks noChangeShapeType="1"/>
          </p:cNvSpPr>
          <p:nvPr/>
        </p:nvSpPr>
        <p:spPr bwMode="auto">
          <a:xfrm flipV="1">
            <a:off x="6124575" y="4995863"/>
            <a:ext cx="1463675" cy="1204912"/>
          </a:xfrm>
          <a:prstGeom prst="line">
            <a:avLst/>
          </a:prstGeom>
          <a:noFill/>
          <a:ln w="38100">
            <a:solidFill>
              <a:srgbClr val="FF0000"/>
            </a:solidFill>
            <a:round/>
            <a:headEnd/>
            <a:tailEnd type="triangle" w="med" len="med"/>
          </a:ln>
          <a:extLst>
            <a:ext uri="{909E8E84-426E-40dd-AFC4-6F175D3DCCD1}">
              <a14:hiddenFill xmlns:a14="http://schemas.microsoft.com/office/drawing/2010/main" xmlns="">
                <a:noFill/>
              </a14:hiddenFill>
            </a:ext>
          </a:extLst>
        </p:spPr>
        <p:txBody>
          <a:bodyPr wrap="none"/>
          <a:lstStyle/>
          <a:p>
            <a:endParaRPr lang="en-US"/>
          </a:p>
        </p:txBody>
      </p:sp>
      <p:sp>
        <p:nvSpPr>
          <p:cNvPr id="717952" name="Line 128"/>
          <p:cNvSpPr>
            <a:spLocks noChangeShapeType="1"/>
          </p:cNvSpPr>
          <p:nvPr/>
        </p:nvSpPr>
        <p:spPr bwMode="auto">
          <a:xfrm>
            <a:off x="6115050" y="5110163"/>
            <a:ext cx="9525" cy="1047750"/>
          </a:xfrm>
          <a:prstGeom prst="line">
            <a:avLst/>
          </a:prstGeom>
          <a:noFill/>
          <a:ln w="38100">
            <a:solidFill>
              <a:srgbClr val="FF0000"/>
            </a:solidFill>
            <a:round/>
            <a:headEnd/>
            <a:tailEnd type="triangle" w="med" len="med"/>
          </a:ln>
          <a:extLst>
            <a:ext uri="{909E8E84-426E-40dd-AFC4-6F175D3DCCD1}">
              <a14:hiddenFill xmlns:a14="http://schemas.microsoft.com/office/drawing/2010/main" xmlns="">
                <a:noFill/>
              </a14:hiddenFill>
            </a:ext>
          </a:extLst>
        </p:spPr>
        <p:txBody>
          <a:bodyPr wrap="none"/>
          <a:lstStyle/>
          <a:p>
            <a:endParaRPr lang="en-US"/>
          </a:p>
        </p:txBody>
      </p:sp>
      <p:sp>
        <p:nvSpPr>
          <p:cNvPr id="717953" name="Line 129"/>
          <p:cNvSpPr>
            <a:spLocks noChangeShapeType="1"/>
          </p:cNvSpPr>
          <p:nvPr/>
        </p:nvSpPr>
        <p:spPr bwMode="auto">
          <a:xfrm flipV="1">
            <a:off x="4906963" y="3252788"/>
            <a:ext cx="1012825" cy="1628775"/>
          </a:xfrm>
          <a:prstGeom prst="line">
            <a:avLst/>
          </a:prstGeom>
          <a:noFill/>
          <a:ln w="38100">
            <a:solidFill>
              <a:srgbClr val="FF0000"/>
            </a:solidFill>
            <a:round/>
            <a:headEnd/>
            <a:tailEnd type="triangle" w="med" len="med"/>
          </a:ln>
          <a:extLst>
            <a:ext uri="{909E8E84-426E-40dd-AFC4-6F175D3DCCD1}">
              <a14:hiddenFill xmlns:a14="http://schemas.microsoft.com/office/drawing/2010/main" xmlns="">
                <a:noFill/>
              </a14:hiddenFill>
            </a:ext>
          </a:extLst>
        </p:spPr>
        <p:txBody>
          <a:bodyPr wrap="none"/>
          <a:lstStyle/>
          <a:p>
            <a:endParaRPr lang="en-US"/>
          </a:p>
        </p:txBody>
      </p:sp>
      <p:sp>
        <p:nvSpPr>
          <p:cNvPr id="717954" name="Line 130"/>
          <p:cNvSpPr>
            <a:spLocks noChangeShapeType="1"/>
          </p:cNvSpPr>
          <p:nvPr/>
        </p:nvSpPr>
        <p:spPr bwMode="auto">
          <a:xfrm flipV="1">
            <a:off x="5008563" y="4999038"/>
            <a:ext cx="944562" cy="0"/>
          </a:xfrm>
          <a:prstGeom prst="line">
            <a:avLst/>
          </a:prstGeom>
          <a:noFill/>
          <a:ln w="38100">
            <a:solidFill>
              <a:srgbClr val="FF0000"/>
            </a:solidFill>
            <a:round/>
            <a:headEnd/>
            <a:tailEnd type="triangle" w="med" len="med"/>
          </a:ln>
          <a:extLst>
            <a:ext uri="{909E8E84-426E-40dd-AFC4-6F175D3DCCD1}">
              <a14:hiddenFill xmlns:a14="http://schemas.microsoft.com/office/drawing/2010/main" xmlns="">
                <a:noFill/>
              </a14:hiddenFill>
            </a:ext>
          </a:extLst>
        </p:spPr>
        <p:txBody>
          <a:bodyPr wrap="none"/>
          <a:lstStyle/>
          <a:p>
            <a:endParaRPr lang="en-US"/>
          </a:p>
        </p:txBody>
      </p:sp>
      <p:sp>
        <p:nvSpPr>
          <p:cNvPr id="717955" name="Text Box 131"/>
          <p:cNvSpPr txBox="1">
            <a:spLocks noChangeArrowheads="1"/>
          </p:cNvSpPr>
          <p:nvPr/>
        </p:nvSpPr>
        <p:spPr bwMode="auto">
          <a:xfrm>
            <a:off x="931863" y="3117850"/>
            <a:ext cx="933450" cy="3667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800"/>
              <a:t>uwxvyz</a:t>
            </a:r>
          </a:p>
        </p:txBody>
      </p:sp>
      <p:sp>
        <p:nvSpPr>
          <p:cNvPr id="135" name="Slide Number Placeholder 5"/>
          <p:cNvSpPr>
            <a:spLocks noGrp="1"/>
          </p:cNvSpPr>
          <p:nvPr>
            <p:ph type="sldNum" sz="quarter" idx="12"/>
          </p:nvPr>
        </p:nvSpPr>
        <p:spPr>
          <a:xfrm>
            <a:off x="8456154" y="6475895"/>
            <a:ext cx="548655" cy="272319"/>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200" dirty="0">
                <a:latin typeface="Tahoma" charset="0"/>
              </a:rPr>
              <a:t>5-</a:t>
            </a:r>
            <a:fld id="{8E8C6E93-DF5B-BC4B-80F9-500DED1EEDCC}" type="slidenum">
              <a:rPr lang="en-US" sz="1200">
                <a:latin typeface="Tahoma" charset="0"/>
              </a:rPr>
              <a:pPr/>
              <a:t>35</a:t>
            </a:fld>
            <a:endParaRPr lang="en-US" sz="1200" dirty="0">
              <a:latin typeface="Tahoma" charset="0"/>
            </a:endParaRPr>
          </a:p>
        </p:txBody>
      </p:sp>
      <p:sp>
        <p:nvSpPr>
          <p:cNvPr id="136" name="Footer Placeholder 2"/>
          <p:cNvSpPr>
            <a:spLocks noGrp="1"/>
          </p:cNvSpPr>
          <p:nvPr>
            <p:ph type="ftr" sz="quarter" idx="11"/>
          </p:nvPr>
        </p:nvSpPr>
        <p:spPr>
          <a:xfrm>
            <a:off x="6375496" y="6475081"/>
            <a:ext cx="2177473" cy="241541"/>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200" dirty="0">
                <a:solidFill>
                  <a:srgbClr val="000000"/>
                </a:solidFill>
                <a:latin typeface="Tahoma" charset="0"/>
                <a:cs typeface="Arial" charset="0"/>
              </a:rPr>
              <a:t>Network Layer: Control Plane</a:t>
            </a:r>
          </a:p>
        </p:txBody>
      </p:sp>
      <p:grpSp>
        <p:nvGrpSpPr>
          <p:cNvPr id="2" name="组合 1">
            <a:extLst>
              <a:ext uri="{FF2B5EF4-FFF2-40B4-BE49-F238E27FC236}">
                <a16:creationId xmlns:a16="http://schemas.microsoft.com/office/drawing/2014/main" id="{7DE12BF0-671E-8F84-6E11-CF3BC6FA5F6A}"/>
              </a:ext>
            </a:extLst>
          </p:cNvPr>
          <p:cNvGrpSpPr/>
          <p:nvPr/>
        </p:nvGrpSpPr>
        <p:grpSpPr>
          <a:xfrm>
            <a:off x="4616279" y="3049590"/>
            <a:ext cx="4217987" cy="3364357"/>
            <a:chOff x="4738716" y="2157413"/>
            <a:chExt cx="4217987" cy="3364357"/>
          </a:xfrm>
        </p:grpSpPr>
        <p:grpSp>
          <p:nvGrpSpPr>
            <p:cNvPr id="3" name="Group 3">
              <a:extLst>
                <a:ext uri="{FF2B5EF4-FFF2-40B4-BE49-F238E27FC236}">
                  <a16:creationId xmlns:a16="http://schemas.microsoft.com/office/drawing/2014/main" id="{255239C9-DB16-8DDA-142D-64D71BFC5345}"/>
                </a:ext>
              </a:extLst>
            </p:cNvPr>
            <p:cNvGrpSpPr>
              <a:grpSpLocks/>
            </p:cNvGrpSpPr>
            <p:nvPr/>
          </p:nvGrpSpPr>
          <p:grpSpPr bwMode="auto">
            <a:xfrm>
              <a:off x="6007011" y="3857471"/>
              <a:ext cx="458036" cy="397823"/>
              <a:chOff x="1613" y="2011"/>
              <a:chExt cx="316" cy="267"/>
            </a:xfrm>
          </p:grpSpPr>
          <p:sp>
            <p:nvSpPr>
              <p:cNvPr id="132" name="Oval 4">
                <a:extLst>
                  <a:ext uri="{FF2B5EF4-FFF2-40B4-BE49-F238E27FC236}">
                    <a16:creationId xmlns:a16="http://schemas.microsoft.com/office/drawing/2014/main" id="{9024560A-9690-7E8E-F719-F385DF6D3F50}"/>
                  </a:ext>
                </a:extLst>
              </p:cNvPr>
              <p:cNvSpPr>
                <a:spLocks noChangeArrowheads="1"/>
              </p:cNvSpPr>
              <p:nvPr/>
            </p:nvSpPr>
            <p:spPr bwMode="auto">
              <a:xfrm>
                <a:off x="1616" y="2138"/>
                <a:ext cx="311" cy="81"/>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33" name="Line 5">
                <a:extLst>
                  <a:ext uri="{FF2B5EF4-FFF2-40B4-BE49-F238E27FC236}">
                    <a16:creationId xmlns:a16="http://schemas.microsoft.com/office/drawing/2014/main" id="{034EE88D-9EC6-74DC-9CF9-2A4337C87B89}"/>
                  </a:ext>
                </a:extLst>
              </p:cNvPr>
              <p:cNvSpPr>
                <a:spLocks noChangeShapeType="1"/>
              </p:cNvSpPr>
              <p:nvPr/>
            </p:nvSpPr>
            <p:spPr bwMode="auto">
              <a:xfrm>
                <a:off x="1616" y="2129"/>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34" name="Line 6">
                <a:extLst>
                  <a:ext uri="{FF2B5EF4-FFF2-40B4-BE49-F238E27FC236}">
                    <a16:creationId xmlns:a16="http://schemas.microsoft.com/office/drawing/2014/main" id="{8D5FB089-B237-305E-A77D-17D2C85E0879}"/>
                  </a:ext>
                </a:extLst>
              </p:cNvPr>
              <p:cNvSpPr>
                <a:spLocks noChangeShapeType="1"/>
              </p:cNvSpPr>
              <p:nvPr/>
            </p:nvSpPr>
            <p:spPr bwMode="auto">
              <a:xfrm>
                <a:off x="1929" y="2129"/>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37" name="Rectangle 7">
                <a:extLst>
                  <a:ext uri="{FF2B5EF4-FFF2-40B4-BE49-F238E27FC236}">
                    <a16:creationId xmlns:a16="http://schemas.microsoft.com/office/drawing/2014/main" id="{1A6C9D56-7245-A55F-EE87-AC57EDF770CE}"/>
                  </a:ext>
                </a:extLst>
              </p:cNvPr>
              <p:cNvSpPr>
                <a:spLocks noChangeArrowheads="1"/>
              </p:cNvSpPr>
              <p:nvPr/>
            </p:nvSpPr>
            <p:spPr bwMode="auto">
              <a:xfrm>
                <a:off x="1616" y="2129"/>
                <a:ext cx="308" cy="49"/>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sz="2400"/>
              </a:p>
            </p:txBody>
          </p:sp>
          <p:sp>
            <p:nvSpPr>
              <p:cNvPr id="138" name="Oval 8">
                <a:extLst>
                  <a:ext uri="{FF2B5EF4-FFF2-40B4-BE49-F238E27FC236}">
                    <a16:creationId xmlns:a16="http://schemas.microsoft.com/office/drawing/2014/main" id="{AB46D394-4B8A-4B0D-A4C9-030B3AD897BF}"/>
                  </a:ext>
                </a:extLst>
              </p:cNvPr>
              <p:cNvSpPr>
                <a:spLocks noChangeArrowheads="1"/>
              </p:cNvSpPr>
              <p:nvPr/>
            </p:nvSpPr>
            <p:spPr bwMode="auto">
              <a:xfrm>
                <a:off x="1613" y="2072"/>
                <a:ext cx="311" cy="95"/>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39" name="Rectangle 9">
                <a:extLst>
                  <a:ext uri="{FF2B5EF4-FFF2-40B4-BE49-F238E27FC236}">
                    <a16:creationId xmlns:a16="http://schemas.microsoft.com/office/drawing/2014/main" id="{03237939-933D-2B92-B257-975708791858}"/>
                  </a:ext>
                </a:extLst>
              </p:cNvPr>
              <p:cNvSpPr>
                <a:spLocks noChangeArrowheads="1"/>
              </p:cNvSpPr>
              <p:nvPr/>
            </p:nvSpPr>
            <p:spPr bwMode="auto">
              <a:xfrm>
                <a:off x="1686" y="2100"/>
                <a:ext cx="140" cy="105"/>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p>
            </p:txBody>
          </p:sp>
          <p:sp>
            <p:nvSpPr>
              <p:cNvPr id="140" name="Text Box 10">
                <a:extLst>
                  <a:ext uri="{FF2B5EF4-FFF2-40B4-BE49-F238E27FC236}">
                    <a16:creationId xmlns:a16="http://schemas.microsoft.com/office/drawing/2014/main" id="{8B123F8F-7A2E-1E8A-C28F-10B963B46EAE}"/>
                  </a:ext>
                </a:extLst>
              </p:cNvPr>
              <p:cNvSpPr txBox="1">
                <a:spLocks noChangeArrowheads="1"/>
              </p:cNvSpPr>
              <p:nvPr/>
            </p:nvSpPr>
            <p:spPr bwMode="auto">
              <a:xfrm>
                <a:off x="1633" y="2011"/>
                <a:ext cx="254" cy="26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2000"/>
                  <a:t>w</a:t>
                </a:r>
                <a:endParaRPr lang="en-US"/>
              </a:p>
            </p:txBody>
          </p:sp>
        </p:grpSp>
        <p:sp>
          <p:nvSpPr>
            <p:cNvPr id="4" name="Text Box 11">
              <a:extLst>
                <a:ext uri="{FF2B5EF4-FFF2-40B4-BE49-F238E27FC236}">
                  <a16:creationId xmlns:a16="http://schemas.microsoft.com/office/drawing/2014/main" id="{EE6CDD83-2B53-15E1-4CB9-BF63361DF6FD}"/>
                </a:ext>
              </a:extLst>
            </p:cNvPr>
            <p:cNvSpPr txBox="1">
              <a:spLocks noChangeArrowheads="1"/>
            </p:cNvSpPr>
            <p:nvPr/>
          </p:nvSpPr>
          <p:spPr bwMode="auto">
            <a:xfrm>
              <a:off x="5477951" y="3800852"/>
              <a:ext cx="311638" cy="36653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t>3</a:t>
              </a:r>
              <a:endParaRPr lang="en-US"/>
            </a:p>
          </p:txBody>
        </p:sp>
        <p:sp>
          <p:nvSpPr>
            <p:cNvPr id="5" name="Text Box 12">
              <a:extLst>
                <a:ext uri="{FF2B5EF4-FFF2-40B4-BE49-F238E27FC236}">
                  <a16:creationId xmlns:a16="http://schemas.microsoft.com/office/drawing/2014/main" id="{79D45B19-ABC4-4502-EE02-1AF2B519F1F8}"/>
                </a:ext>
              </a:extLst>
            </p:cNvPr>
            <p:cNvSpPr txBox="1">
              <a:spLocks noChangeArrowheads="1"/>
            </p:cNvSpPr>
            <p:nvPr/>
          </p:nvSpPr>
          <p:spPr bwMode="auto">
            <a:xfrm>
              <a:off x="6209938" y="3084176"/>
              <a:ext cx="311638" cy="36653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t>4</a:t>
              </a:r>
              <a:endParaRPr lang="en-US"/>
            </a:p>
          </p:txBody>
        </p:sp>
        <p:grpSp>
          <p:nvGrpSpPr>
            <p:cNvPr id="6" name="Group 13">
              <a:extLst>
                <a:ext uri="{FF2B5EF4-FFF2-40B4-BE49-F238E27FC236}">
                  <a16:creationId xmlns:a16="http://schemas.microsoft.com/office/drawing/2014/main" id="{366BEE56-11E7-238C-E1E2-AD804C4C73BB}"/>
                </a:ext>
              </a:extLst>
            </p:cNvPr>
            <p:cNvGrpSpPr>
              <a:grpSpLocks/>
            </p:cNvGrpSpPr>
            <p:nvPr/>
          </p:nvGrpSpPr>
          <p:grpSpPr bwMode="auto">
            <a:xfrm>
              <a:off x="6020056" y="5125437"/>
              <a:ext cx="458036" cy="396333"/>
              <a:chOff x="1613" y="2011"/>
              <a:chExt cx="316" cy="266"/>
            </a:xfrm>
          </p:grpSpPr>
          <p:sp>
            <p:nvSpPr>
              <p:cNvPr id="61" name="Oval 14">
                <a:extLst>
                  <a:ext uri="{FF2B5EF4-FFF2-40B4-BE49-F238E27FC236}">
                    <a16:creationId xmlns:a16="http://schemas.microsoft.com/office/drawing/2014/main" id="{3350E5E8-5733-3CFB-B0E3-218FDB9F90EF}"/>
                  </a:ext>
                </a:extLst>
              </p:cNvPr>
              <p:cNvSpPr>
                <a:spLocks noChangeArrowheads="1"/>
              </p:cNvSpPr>
              <p:nvPr/>
            </p:nvSpPr>
            <p:spPr bwMode="auto">
              <a:xfrm>
                <a:off x="1616" y="2138"/>
                <a:ext cx="313" cy="81"/>
              </a:xfrm>
              <a:prstGeom prst="ellipse">
                <a:avLst/>
              </a:prstGeom>
              <a:solidFill>
                <a:schemeClr val="hlink"/>
              </a:solidFill>
              <a:ln w="12700">
                <a:solidFill>
                  <a:schemeClr val="tx1"/>
                </a:solidFill>
                <a:round/>
                <a:headEnd/>
                <a:tailEnd/>
              </a:ln>
            </p:spPr>
            <p:txBody>
              <a:bodyPr wrap="none" anchor="ctr"/>
              <a:lstStyle/>
              <a:p>
                <a:endParaRPr lang="en-US"/>
              </a:p>
            </p:txBody>
          </p:sp>
          <p:sp>
            <p:nvSpPr>
              <p:cNvPr id="62" name="Line 15">
                <a:extLst>
                  <a:ext uri="{FF2B5EF4-FFF2-40B4-BE49-F238E27FC236}">
                    <a16:creationId xmlns:a16="http://schemas.microsoft.com/office/drawing/2014/main" id="{67B871D5-8435-6E88-F6FD-3718FC314F05}"/>
                  </a:ext>
                </a:extLst>
              </p:cNvPr>
              <p:cNvSpPr>
                <a:spLocks noChangeShapeType="1"/>
              </p:cNvSpPr>
              <p:nvPr/>
            </p:nvSpPr>
            <p:spPr bwMode="auto">
              <a:xfrm>
                <a:off x="1616" y="2131"/>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63" name="Line 16">
                <a:extLst>
                  <a:ext uri="{FF2B5EF4-FFF2-40B4-BE49-F238E27FC236}">
                    <a16:creationId xmlns:a16="http://schemas.microsoft.com/office/drawing/2014/main" id="{48448E5B-60E5-7B23-0AE1-25181584B563}"/>
                  </a:ext>
                </a:extLst>
              </p:cNvPr>
              <p:cNvSpPr>
                <a:spLocks noChangeShapeType="1"/>
              </p:cNvSpPr>
              <p:nvPr/>
            </p:nvSpPr>
            <p:spPr bwMode="auto">
              <a:xfrm>
                <a:off x="1929" y="2131"/>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28" name="Rectangle 17">
                <a:extLst>
                  <a:ext uri="{FF2B5EF4-FFF2-40B4-BE49-F238E27FC236}">
                    <a16:creationId xmlns:a16="http://schemas.microsoft.com/office/drawing/2014/main" id="{9901F67B-2BC5-BC7F-C0A8-5865F2A56DDE}"/>
                  </a:ext>
                </a:extLst>
              </p:cNvPr>
              <p:cNvSpPr>
                <a:spLocks noChangeArrowheads="1"/>
              </p:cNvSpPr>
              <p:nvPr/>
            </p:nvSpPr>
            <p:spPr bwMode="auto">
              <a:xfrm>
                <a:off x="1616" y="2131"/>
                <a:ext cx="310" cy="49"/>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sz="2400"/>
              </a:p>
            </p:txBody>
          </p:sp>
          <p:sp>
            <p:nvSpPr>
              <p:cNvPr id="129" name="Oval 18">
                <a:extLst>
                  <a:ext uri="{FF2B5EF4-FFF2-40B4-BE49-F238E27FC236}">
                    <a16:creationId xmlns:a16="http://schemas.microsoft.com/office/drawing/2014/main" id="{365C1B20-F7C2-00ED-FAF9-7A3207F77FDB}"/>
                  </a:ext>
                </a:extLst>
              </p:cNvPr>
              <p:cNvSpPr>
                <a:spLocks noChangeArrowheads="1"/>
              </p:cNvSpPr>
              <p:nvPr/>
            </p:nvSpPr>
            <p:spPr bwMode="auto">
              <a:xfrm>
                <a:off x="1613" y="2072"/>
                <a:ext cx="313" cy="95"/>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30" name="Rectangle 19">
                <a:extLst>
                  <a:ext uri="{FF2B5EF4-FFF2-40B4-BE49-F238E27FC236}">
                    <a16:creationId xmlns:a16="http://schemas.microsoft.com/office/drawing/2014/main" id="{3F4B5EF5-0FF5-8FAC-11E2-EEDD5E43E4C0}"/>
                  </a:ext>
                </a:extLst>
              </p:cNvPr>
              <p:cNvSpPr>
                <a:spLocks noChangeArrowheads="1"/>
              </p:cNvSpPr>
              <p:nvPr/>
            </p:nvSpPr>
            <p:spPr bwMode="auto">
              <a:xfrm>
                <a:off x="1687" y="2100"/>
                <a:ext cx="141" cy="105"/>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p>
            </p:txBody>
          </p:sp>
          <p:sp>
            <p:nvSpPr>
              <p:cNvPr id="131" name="Text Box 20">
                <a:extLst>
                  <a:ext uri="{FF2B5EF4-FFF2-40B4-BE49-F238E27FC236}">
                    <a16:creationId xmlns:a16="http://schemas.microsoft.com/office/drawing/2014/main" id="{A382E0FF-FAEC-70B3-20BB-4B33479AB452}"/>
                  </a:ext>
                </a:extLst>
              </p:cNvPr>
              <p:cNvSpPr txBox="1">
                <a:spLocks noChangeArrowheads="1"/>
              </p:cNvSpPr>
              <p:nvPr/>
            </p:nvSpPr>
            <p:spPr bwMode="auto">
              <a:xfrm>
                <a:off x="1652" y="2011"/>
                <a:ext cx="215" cy="26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2000"/>
                  <a:t>v</a:t>
                </a:r>
                <a:endParaRPr lang="en-US"/>
              </a:p>
            </p:txBody>
          </p:sp>
        </p:grpSp>
        <p:grpSp>
          <p:nvGrpSpPr>
            <p:cNvPr id="7" name="Group 21">
              <a:extLst>
                <a:ext uri="{FF2B5EF4-FFF2-40B4-BE49-F238E27FC236}">
                  <a16:creationId xmlns:a16="http://schemas.microsoft.com/office/drawing/2014/main" id="{12D88E1B-6FB9-7922-121E-ADFEFA64082F}"/>
                </a:ext>
              </a:extLst>
            </p:cNvPr>
            <p:cNvGrpSpPr>
              <a:grpSpLocks/>
            </p:cNvGrpSpPr>
            <p:nvPr/>
          </p:nvGrpSpPr>
          <p:grpSpPr bwMode="auto">
            <a:xfrm>
              <a:off x="6014258" y="2157413"/>
              <a:ext cx="458036" cy="396333"/>
              <a:chOff x="1613" y="2011"/>
              <a:chExt cx="316" cy="266"/>
            </a:xfrm>
          </p:grpSpPr>
          <p:sp>
            <p:nvSpPr>
              <p:cNvPr id="54" name="Oval 22">
                <a:extLst>
                  <a:ext uri="{FF2B5EF4-FFF2-40B4-BE49-F238E27FC236}">
                    <a16:creationId xmlns:a16="http://schemas.microsoft.com/office/drawing/2014/main" id="{0E11B6F4-EBE7-B110-2EF1-8EAF5892AB9A}"/>
                  </a:ext>
                </a:extLst>
              </p:cNvPr>
              <p:cNvSpPr>
                <a:spLocks noChangeArrowheads="1"/>
              </p:cNvSpPr>
              <p:nvPr/>
            </p:nvSpPr>
            <p:spPr bwMode="auto">
              <a:xfrm>
                <a:off x="1616" y="2138"/>
                <a:ext cx="313" cy="81"/>
              </a:xfrm>
              <a:prstGeom prst="ellipse">
                <a:avLst/>
              </a:prstGeom>
              <a:solidFill>
                <a:schemeClr val="hlink"/>
              </a:solidFill>
              <a:ln w="12700">
                <a:solidFill>
                  <a:schemeClr val="tx1"/>
                </a:solidFill>
                <a:round/>
                <a:headEnd/>
                <a:tailEnd/>
              </a:ln>
            </p:spPr>
            <p:txBody>
              <a:bodyPr wrap="none" anchor="ctr"/>
              <a:lstStyle/>
              <a:p>
                <a:endParaRPr lang="en-US"/>
              </a:p>
            </p:txBody>
          </p:sp>
          <p:sp>
            <p:nvSpPr>
              <p:cNvPr id="55" name="Line 23">
                <a:extLst>
                  <a:ext uri="{FF2B5EF4-FFF2-40B4-BE49-F238E27FC236}">
                    <a16:creationId xmlns:a16="http://schemas.microsoft.com/office/drawing/2014/main" id="{88EA9A8C-9EC2-F9E4-ACD1-F326F0ED20AB}"/>
                  </a:ext>
                </a:extLst>
              </p:cNvPr>
              <p:cNvSpPr>
                <a:spLocks noChangeShapeType="1"/>
              </p:cNvSpPr>
              <p:nvPr/>
            </p:nvSpPr>
            <p:spPr bwMode="auto">
              <a:xfrm>
                <a:off x="1616" y="2131"/>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56" name="Line 24">
                <a:extLst>
                  <a:ext uri="{FF2B5EF4-FFF2-40B4-BE49-F238E27FC236}">
                    <a16:creationId xmlns:a16="http://schemas.microsoft.com/office/drawing/2014/main" id="{371EAFAF-22E3-F870-93E8-305DE164A60F}"/>
                  </a:ext>
                </a:extLst>
              </p:cNvPr>
              <p:cNvSpPr>
                <a:spLocks noChangeShapeType="1"/>
              </p:cNvSpPr>
              <p:nvPr/>
            </p:nvSpPr>
            <p:spPr bwMode="auto">
              <a:xfrm>
                <a:off x="1929" y="2131"/>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57" name="Rectangle 25">
                <a:extLst>
                  <a:ext uri="{FF2B5EF4-FFF2-40B4-BE49-F238E27FC236}">
                    <a16:creationId xmlns:a16="http://schemas.microsoft.com/office/drawing/2014/main" id="{B14FFCC9-E1D3-6E0B-8D52-6DCBFF7C9E9E}"/>
                  </a:ext>
                </a:extLst>
              </p:cNvPr>
              <p:cNvSpPr>
                <a:spLocks noChangeArrowheads="1"/>
              </p:cNvSpPr>
              <p:nvPr/>
            </p:nvSpPr>
            <p:spPr bwMode="auto">
              <a:xfrm>
                <a:off x="1616" y="2131"/>
                <a:ext cx="310" cy="49"/>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sz="2400"/>
              </a:p>
            </p:txBody>
          </p:sp>
          <p:sp>
            <p:nvSpPr>
              <p:cNvPr id="58" name="Oval 26">
                <a:extLst>
                  <a:ext uri="{FF2B5EF4-FFF2-40B4-BE49-F238E27FC236}">
                    <a16:creationId xmlns:a16="http://schemas.microsoft.com/office/drawing/2014/main" id="{F06E112A-4BCE-AE24-FB81-1BCC1D34F6BA}"/>
                  </a:ext>
                </a:extLst>
              </p:cNvPr>
              <p:cNvSpPr>
                <a:spLocks noChangeArrowheads="1"/>
              </p:cNvSpPr>
              <p:nvPr/>
            </p:nvSpPr>
            <p:spPr bwMode="auto">
              <a:xfrm>
                <a:off x="1611" y="2072"/>
                <a:ext cx="313" cy="97"/>
              </a:xfrm>
              <a:prstGeom prst="ellipse">
                <a:avLst/>
              </a:prstGeom>
              <a:solidFill>
                <a:schemeClr val="hlink"/>
              </a:solidFill>
              <a:ln w="12700">
                <a:solidFill>
                  <a:schemeClr val="tx1"/>
                </a:solidFill>
                <a:round/>
                <a:headEnd/>
                <a:tailEnd/>
              </a:ln>
            </p:spPr>
            <p:txBody>
              <a:bodyPr wrap="none" anchor="ctr"/>
              <a:lstStyle/>
              <a:p>
                <a:endParaRPr lang="en-US"/>
              </a:p>
            </p:txBody>
          </p:sp>
          <p:sp>
            <p:nvSpPr>
              <p:cNvPr id="59" name="Rectangle 27">
                <a:extLst>
                  <a:ext uri="{FF2B5EF4-FFF2-40B4-BE49-F238E27FC236}">
                    <a16:creationId xmlns:a16="http://schemas.microsoft.com/office/drawing/2014/main" id="{F13CDE05-FD43-5589-1A81-68A910C25905}"/>
                  </a:ext>
                </a:extLst>
              </p:cNvPr>
              <p:cNvSpPr>
                <a:spLocks noChangeArrowheads="1"/>
              </p:cNvSpPr>
              <p:nvPr/>
            </p:nvSpPr>
            <p:spPr bwMode="auto">
              <a:xfrm>
                <a:off x="1687" y="2100"/>
                <a:ext cx="141" cy="103"/>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p>
            </p:txBody>
          </p:sp>
          <p:sp>
            <p:nvSpPr>
              <p:cNvPr id="60" name="Text Box 28">
                <a:extLst>
                  <a:ext uri="{FF2B5EF4-FFF2-40B4-BE49-F238E27FC236}">
                    <a16:creationId xmlns:a16="http://schemas.microsoft.com/office/drawing/2014/main" id="{46ED1D9D-7698-A6D1-2115-085F3098BB1C}"/>
                  </a:ext>
                </a:extLst>
              </p:cNvPr>
              <p:cNvSpPr txBox="1">
                <a:spLocks noChangeArrowheads="1"/>
              </p:cNvSpPr>
              <p:nvPr/>
            </p:nvSpPr>
            <p:spPr bwMode="auto">
              <a:xfrm>
                <a:off x="1652" y="2011"/>
                <a:ext cx="215" cy="2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2000"/>
                  <a:t>x</a:t>
                </a:r>
                <a:endParaRPr lang="en-US"/>
              </a:p>
            </p:txBody>
          </p:sp>
        </p:grpSp>
        <p:sp>
          <p:nvSpPr>
            <p:cNvPr id="8" name="Oval 30">
              <a:extLst>
                <a:ext uri="{FF2B5EF4-FFF2-40B4-BE49-F238E27FC236}">
                  <a16:creationId xmlns:a16="http://schemas.microsoft.com/office/drawing/2014/main" id="{E08FE83B-0A2D-380C-78F4-05EEB3EAE916}"/>
                </a:ext>
              </a:extLst>
            </p:cNvPr>
            <p:cNvSpPr>
              <a:spLocks noChangeArrowheads="1"/>
            </p:cNvSpPr>
            <p:nvPr/>
          </p:nvSpPr>
          <p:spPr bwMode="auto">
            <a:xfrm>
              <a:off x="4743064" y="4092887"/>
              <a:ext cx="453688" cy="122178"/>
            </a:xfrm>
            <a:prstGeom prst="ellipse">
              <a:avLst/>
            </a:prstGeom>
            <a:solidFill>
              <a:schemeClr val="accent1"/>
            </a:solidFill>
            <a:ln w="12700">
              <a:solidFill>
                <a:schemeClr val="accent1"/>
              </a:solidFill>
              <a:round/>
              <a:headEnd/>
              <a:tailEnd/>
            </a:ln>
          </p:spPr>
          <p:txBody>
            <a:bodyPr wrap="none" anchor="ctr"/>
            <a:lstStyle/>
            <a:p>
              <a:endParaRPr lang="en-US"/>
            </a:p>
          </p:txBody>
        </p:sp>
        <p:sp>
          <p:nvSpPr>
            <p:cNvPr id="13" name="Line 31">
              <a:extLst>
                <a:ext uri="{FF2B5EF4-FFF2-40B4-BE49-F238E27FC236}">
                  <a16:creationId xmlns:a16="http://schemas.microsoft.com/office/drawing/2014/main" id="{118EC740-2138-80C5-4A7D-6C2F955D279A}"/>
                </a:ext>
              </a:extLst>
            </p:cNvPr>
            <p:cNvSpPr>
              <a:spLocks noChangeShapeType="1"/>
            </p:cNvSpPr>
            <p:nvPr/>
          </p:nvSpPr>
          <p:spPr bwMode="auto">
            <a:xfrm>
              <a:off x="4743064" y="4082457"/>
              <a:ext cx="0" cy="74499"/>
            </a:xfrm>
            <a:prstGeom prst="line">
              <a:avLst/>
            </a:prstGeom>
            <a:noFill/>
            <a:ln w="12700">
              <a:solidFill>
                <a:schemeClr val="accent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4" name="Line 32">
              <a:extLst>
                <a:ext uri="{FF2B5EF4-FFF2-40B4-BE49-F238E27FC236}">
                  <a16:creationId xmlns:a16="http://schemas.microsoft.com/office/drawing/2014/main" id="{6DB87C55-46FA-9C8B-EE63-CF9633784695}"/>
                </a:ext>
              </a:extLst>
            </p:cNvPr>
            <p:cNvSpPr>
              <a:spLocks noChangeShapeType="1"/>
            </p:cNvSpPr>
            <p:nvPr/>
          </p:nvSpPr>
          <p:spPr bwMode="auto">
            <a:xfrm>
              <a:off x="5199651" y="4082457"/>
              <a:ext cx="0" cy="74499"/>
            </a:xfrm>
            <a:prstGeom prst="line">
              <a:avLst/>
            </a:prstGeom>
            <a:noFill/>
            <a:ln w="12700">
              <a:solidFill>
                <a:schemeClr val="accent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5" name="Rectangle 33">
              <a:extLst>
                <a:ext uri="{FF2B5EF4-FFF2-40B4-BE49-F238E27FC236}">
                  <a16:creationId xmlns:a16="http://schemas.microsoft.com/office/drawing/2014/main" id="{17D4261D-A23F-824F-9D0F-EBDFC7431C43}"/>
                </a:ext>
              </a:extLst>
            </p:cNvPr>
            <p:cNvSpPr>
              <a:spLocks noChangeArrowheads="1"/>
            </p:cNvSpPr>
            <p:nvPr/>
          </p:nvSpPr>
          <p:spPr bwMode="auto">
            <a:xfrm>
              <a:off x="4743064" y="4082457"/>
              <a:ext cx="449339" cy="73009"/>
            </a:xfrm>
            <a:prstGeom prst="rect">
              <a:avLst/>
            </a:prstGeom>
            <a:solidFill>
              <a:schemeClr val="accent1"/>
            </a:solidFill>
            <a:ln>
              <a:solidFill>
                <a:schemeClr val="accent1"/>
              </a:solid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sz="2400"/>
            </a:p>
          </p:txBody>
        </p:sp>
        <p:sp>
          <p:nvSpPr>
            <p:cNvPr id="16" name="Oval 34">
              <a:extLst>
                <a:ext uri="{FF2B5EF4-FFF2-40B4-BE49-F238E27FC236}">
                  <a16:creationId xmlns:a16="http://schemas.microsoft.com/office/drawing/2014/main" id="{528E66E6-70AA-0D4A-4F71-293FEA8F416B}"/>
                </a:ext>
              </a:extLst>
            </p:cNvPr>
            <p:cNvSpPr>
              <a:spLocks noChangeArrowheads="1"/>
            </p:cNvSpPr>
            <p:nvPr/>
          </p:nvSpPr>
          <p:spPr bwMode="auto">
            <a:xfrm>
              <a:off x="4738716" y="3970709"/>
              <a:ext cx="453688" cy="144527"/>
            </a:xfrm>
            <a:prstGeom prst="ellipse">
              <a:avLst/>
            </a:prstGeom>
            <a:solidFill>
              <a:schemeClr val="accent1"/>
            </a:solidFill>
            <a:ln w="12700">
              <a:solidFill>
                <a:schemeClr val="accent1"/>
              </a:solidFill>
              <a:round/>
              <a:headEnd/>
              <a:tailEnd/>
            </a:ln>
          </p:spPr>
          <p:txBody>
            <a:bodyPr wrap="none" anchor="ctr"/>
            <a:lstStyle/>
            <a:p>
              <a:endParaRPr lang="en-US"/>
            </a:p>
          </p:txBody>
        </p:sp>
        <p:sp>
          <p:nvSpPr>
            <p:cNvPr id="17" name="Rectangle 35">
              <a:extLst>
                <a:ext uri="{FF2B5EF4-FFF2-40B4-BE49-F238E27FC236}">
                  <a16:creationId xmlns:a16="http://schemas.microsoft.com/office/drawing/2014/main" id="{A5945F8F-6A4F-96BC-A8D2-8A1F6CB382EF}"/>
                </a:ext>
              </a:extLst>
            </p:cNvPr>
            <p:cNvSpPr>
              <a:spLocks noChangeArrowheads="1"/>
            </p:cNvSpPr>
            <p:nvPr/>
          </p:nvSpPr>
          <p:spPr bwMode="auto">
            <a:xfrm>
              <a:off x="4845978" y="4039248"/>
              <a:ext cx="204377" cy="153467"/>
            </a:xfrm>
            <a:prstGeom prst="rect">
              <a:avLst/>
            </a:prstGeom>
            <a:solidFill>
              <a:schemeClr val="accent1"/>
            </a:solidFill>
            <a:ln>
              <a:solidFill>
                <a:schemeClr val="accent1"/>
              </a:solid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p>
          </p:txBody>
        </p:sp>
        <p:sp>
          <p:nvSpPr>
            <p:cNvPr id="18" name="Text Box 36">
              <a:extLst>
                <a:ext uri="{FF2B5EF4-FFF2-40B4-BE49-F238E27FC236}">
                  <a16:creationId xmlns:a16="http://schemas.microsoft.com/office/drawing/2014/main" id="{7A74271F-9057-8B0D-65F9-DF1D61A0F448}"/>
                </a:ext>
              </a:extLst>
            </p:cNvPr>
            <p:cNvSpPr txBox="1">
              <a:spLocks noChangeArrowheads="1"/>
            </p:cNvSpPr>
            <p:nvPr/>
          </p:nvSpPr>
          <p:spPr bwMode="auto">
            <a:xfrm>
              <a:off x="4813199" y="3867215"/>
              <a:ext cx="301490" cy="400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2000" dirty="0"/>
                <a:t>u</a:t>
              </a:r>
              <a:endParaRPr lang="en-US" dirty="0"/>
            </a:p>
          </p:txBody>
        </p:sp>
        <p:sp>
          <p:nvSpPr>
            <p:cNvPr id="19" name="Line 37">
              <a:extLst>
                <a:ext uri="{FF2B5EF4-FFF2-40B4-BE49-F238E27FC236}">
                  <a16:creationId xmlns:a16="http://schemas.microsoft.com/office/drawing/2014/main" id="{93B66E62-C8F0-BF87-68DE-A3541EDA62AE}"/>
                </a:ext>
              </a:extLst>
            </p:cNvPr>
            <p:cNvSpPr>
              <a:spLocks noChangeShapeType="1"/>
            </p:cNvSpPr>
            <p:nvPr/>
          </p:nvSpPr>
          <p:spPr bwMode="auto">
            <a:xfrm>
              <a:off x="5206898" y="4094377"/>
              <a:ext cx="916071" cy="0"/>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20" name="Line 38">
              <a:extLst>
                <a:ext uri="{FF2B5EF4-FFF2-40B4-BE49-F238E27FC236}">
                  <a16:creationId xmlns:a16="http://schemas.microsoft.com/office/drawing/2014/main" id="{72F7EB70-8B8B-3E1E-B546-596F20E553DA}"/>
                </a:ext>
              </a:extLst>
            </p:cNvPr>
            <p:cNvSpPr>
              <a:spLocks noChangeShapeType="1"/>
            </p:cNvSpPr>
            <p:nvPr/>
          </p:nvSpPr>
          <p:spPr bwMode="auto">
            <a:xfrm>
              <a:off x="6224433" y="2494147"/>
              <a:ext cx="0" cy="1433353"/>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21" name="Line 39">
              <a:extLst>
                <a:ext uri="{FF2B5EF4-FFF2-40B4-BE49-F238E27FC236}">
                  <a16:creationId xmlns:a16="http://schemas.microsoft.com/office/drawing/2014/main" id="{C627A2C9-3987-1EDB-6036-974D7F39D9C9}"/>
                </a:ext>
              </a:extLst>
            </p:cNvPr>
            <p:cNvSpPr>
              <a:spLocks noChangeShapeType="1"/>
            </p:cNvSpPr>
            <p:nvPr/>
          </p:nvSpPr>
          <p:spPr bwMode="auto">
            <a:xfrm flipH="1">
              <a:off x="5027163" y="2403258"/>
              <a:ext cx="976950" cy="1609170"/>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22" name="Text Box 40">
              <a:extLst>
                <a:ext uri="{FF2B5EF4-FFF2-40B4-BE49-F238E27FC236}">
                  <a16:creationId xmlns:a16="http://schemas.microsoft.com/office/drawing/2014/main" id="{61B45D27-8E4C-7EC8-33E1-C2DAC3451487}"/>
                </a:ext>
              </a:extLst>
            </p:cNvPr>
            <p:cNvSpPr txBox="1">
              <a:spLocks noChangeArrowheads="1"/>
            </p:cNvSpPr>
            <p:nvPr/>
          </p:nvSpPr>
          <p:spPr bwMode="auto">
            <a:xfrm>
              <a:off x="5256180" y="2920279"/>
              <a:ext cx="311638" cy="36504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t>5</a:t>
              </a:r>
              <a:endParaRPr lang="en-US"/>
            </a:p>
          </p:txBody>
        </p:sp>
        <p:sp>
          <p:nvSpPr>
            <p:cNvPr id="23" name="Line 41">
              <a:extLst>
                <a:ext uri="{FF2B5EF4-FFF2-40B4-BE49-F238E27FC236}">
                  <a16:creationId xmlns:a16="http://schemas.microsoft.com/office/drawing/2014/main" id="{1E530B4D-4861-8257-8C5D-C350F5CC2488}"/>
                </a:ext>
              </a:extLst>
            </p:cNvPr>
            <p:cNvSpPr>
              <a:spLocks noChangeShapeType="1"/>
            </p:cNvSpPr>
            <p:nvPr/>
          </p:nvSpPr>
          <p:spPr bwMode="auto">
            <a:xfrm>
              <a:off x="6234579" y="4168875"/>
              <a:ext cx="13045" cy="1057880"/>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24" name="Text Box 42">
              <a:extLst>
                <a:ext uri="{FF2B5EF4-FFF2-40B4-BE49-F238E27FC236}">
                  <a16:creationId xmlns:a16="http://schemas.microsoft.com/office/drawing/2014/main" id="{001E99FA-EA55-C339-AB84-F37C982DF4AC}"/>
                </a:ext>
              </a:extLst>
            </p:cNvPr>
            <p:cNvSpPr txBox="1">
              <a:spLocks noChangeArrowheads="1"/>
            </p:cNvSpPr>
            <p:nvPr/>
          </p:nvSpPr>
          <p:spPr bwMode="auto">
            <a:xfrm>
              <a:off x="6244726" y="4468360"/>
              <a:ext cx="311638" cy="36653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t>3</a:t>
              </a:r>
              <a:endParaRPr lang="en-US"/>
            </a:p>
          </p:txBody>
        </p:sp>
        <p:sp>
          <p:nvSpPr>
            <p:cNvPr id="25" name="Freeform 43">
              <a:extLst>
                <a:ext uri="{FF2B5EF4-FFF2-40B4-BE49-F238E27FC236}">
                  <a16:creationId xmlns:a16="http://schemas.microsoft.com/office/drawing/2014/main" id="{E8A7CAC9-817E-7D95-4263-73BF258EC1EE}"/>
                </a:ext>
              </a:extLst>
            </p:cNvPr>
            <p:cNvSpPr>
              <a:spLocks/>
            </p:cNvSpPr>
            <p:nvPr/>
          </p:nvSpPr>
          <p:spPr bwMode="auto">
            <a:xfrm>
              <a:off x="5008319" y="4200165"/>
              <a:ext cx="1246553" cy="1190488"/>
            </a:xfrm>
            <a:custGeom>
              <a:avLst/>
              <a:gdLst>
                <a:gd name="T0" fmla="*/ 0 w 857"/>
                <a:gd name="T1" fmla="*/ 0 h 1152"/>
                <a:gd name="T2" fmla="*/ 562 w 857"/>
                <a:gd name="T3" fmla="*/ 1152 h 1152"/>
                <a:gd name="T4" fmla="*/ 857 w 857"/>
                <a:gd name="T5" fmla="*/ 772 h 1152"/>
                <a:gd name="T6" fmla="*/ 0 60000 65536"/>
                <a:gd name="T7" fmla="*/ 0 60000 65536"/>
                <a:gd name="T8" fmla="*/ 0 60000 65536"/>
                <a:gd name="T9" fmla="*/ 0 w 857"/>
                <a:gd name="T10" fmla="*/ 0 h 1152"/>
                <a:gd name="T11" fmla="*/ 857 w 857"/>
                <a:gd name="T12" fmla="*/ 1152 h 1152"/>
                <a:gd name="connsiteX0" fmla="*/ 0 w 10000"/>
                <a:gd name="connsiteY0" fmla="*/ 0 h 6928"/>
                <a:gd name="connsiteX1" fmla="*/ 3770 w 10000"/>
                <a:gd name="connsiteY1" fmla="*/ 6300 h 6928"/>
                <a:gd name="connsiteX2" fmla="*/ 10000 w 10000"/>
                <a:gd name="connsiteY2" fmla="*/ 6701 h 6928"/>
                <a:gd name="connsiteX0" fmla="*/ 0 w 10000"/>
                <a:gd name="connsiteY0" fmla="*/ 0 h 9871"/>
                <a:gd name="connsiteX1" fmla="*/ 1802 w 10000"/>
                <a:gd name="connsiteY1" fmla="*/ 7634 h 9871"/>
                <a:gd name="connsiteX2" fmla="*/ 10000 w 10000"/>
                <a:gd name="connsiteY2" fmla="*/ 9672 h 9871"/>
                <a:gd name="connsiteX0" fmla="*/ 0 w 10000"/>
                <a:gd name="connsiteY0" fmla="*/ 0 h 10136"/>
                <a:gd name="connsiteX1" fmla="*/ 1802 w 10000"/>
                <a:gd name="connsiteY1" fmla="*/ 7734 h 10136"/>
                <a:gd name="connsiteX2" fmla="*/ 10000 w 10000"/>
                <a:gd name="connsiteY2" fmla="*/ 9798 h 10136"/>
                <a:gd name="connsiteX0" fmla="*/ 0 w 10000"/>
                <a:gd name="connsiteY0" fmla="*/ 0 h 10136"/>
                <a:gd name="connsiteX1" fmla="*/ 1802 w 10000"/>
                <a:gd name="connsiteY1" fmla="*/ 7734 h 10136"/>
                <a:gd name="connsiteX2" fmla="*/ 10000 w 10000"/>
                <a:gd name="connsiteY2" fmla="*/ 9798 h 10136"/>
                <a:gd name="connsiteX0" fmla="*/ 32 w 10032"/>
                <a:gd name="connsiteY0" fmla="*/ 0 h 10136"/>
                <a:gd name="connsiteX1" fmla="*/ 1834 w 10032"/>
                <a:gd name="connsiteY1" fmla="*/ 7734 h 10136"/>
                <a:gd name="connsiteX2" fmla="*/ 10032 w 10032"/>
                <a:gd name="connsiteY2" fmla="*/ 9798 h 10136"/>
              </a:gdLst>
              <a:ahLst/>
              <a:cxnLst>
                <a:cxn ang="0">
                  <a:pos x="connsiteX0" y="connsiteY0"/>
                </a:cxn>
                <a:cxn ang="0">
                  <a:pos x="connsiteX1" y="connsiteY1"/>
                </a:cxn>
                <a:cxn ang="0">
                  <a:pos x="connsiteX2" y="connsiteY2"/>
                </a:cxn>
              </a:cxnLst>
              <a:rect l="l" t="t" r="r" b="b"/>
              <a:pathLst>
                <a:path w="10032" h="10136">
                  <a:moveTo>
                    <a:pt x="32" y="0"/>
                  </a:moveTo>
                  <a:cubicBezTo>
                    <a:pt x="62" y="4573"/>
                    <a:pt x="-465" y="5047"/>
                    <a:pt x="1834" y="7734"/>
                  </a:cubicBezTo>
                  <a:cubicBezTo>
                    <a:pt x="4132" y="9414"/>
                    <a:pt x="9320" y="10802"/>
                    <a:pt x="10032" y="9798"/>
                  </a:cubicBezTo>
                </a:path>
              </a:pathLst>
            </a:custGeom>
            <a:noFill/>
            <a:ln w="9525">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a:lstStyle/>
            <a:p>
              <a:endParaRPr lang="en-US"/>
            </a:p>
          </p:txBody>
        </p:sp>
        <p:sp>
          <p:nvSpPr>
            <p:cNvPr id="26" name="Text Box 44">
              <a:extLst>
                <a:ext uri="{FF2B5EF4-FFF2-40B4-BE49-F238E27FC236}">
                  <a16:creationId xmlns:a16="http://schemas.microsoft.com/office/drawing/2014/main" id="{3DFC4D2F-3FB9-D9F9-5C3E-DA677ACA5A37}"/>
                </a:ext>
              </a:extLst>
            </p:cNvPr>
            <p:cNvSpPr txBox="1">
              <a:spLocks noChangeArrowheads="1"/>
            </p:cNvSpPr>
            <p:nvPr/>
          </p:nvSpPr>
          <p:spPr bwMode="auto">
            <a:xfrm>
              <a:off x="5250382" y="4729105"/>
              <a:ext cx="313088" cy="36653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t>7</a:t>
              </a:r>
              <a:endParaRPr lang="en-US"/>
            </a:p>
          </p:txBody>
        </p:sp>
        <p:sp>
          <p:nvSpPr>
            <p:cNvPr id="27" name="Line 45">
              <a:extLst>
                <a:ext uri="{FF2B5EF4-FFF2-40B4-BE49-F238E27FC236}">
                  <a16:creationId xmlns:a16="http://schemas.microsoft.com/office/drawing/2014/main" id="{946180F5-D72B-8C16-FE54-9E15DB1305C0}"/>
                </a:ext>
              </a:extLst>
            </p:cNvPr>
            <p:cNvSpPr>
              <a:spLocks noChangeShapeType="1"/>
            </p:cNvSpPr>
            <p:nvPr/>
          </p:nvSpPr>
          <p:spPr bwMode="auto">
            <a:xfrm flipH="1">
              <a:off x="6238928" y="4097357"/>
              <a:ext cx="1446581" cy="1226247"/>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28" name="Text Box 46">
              <a:extLst>
                <a:ext uri="{FF2B5EF4-FFF2-40B4-BE49-F238E27FC236}">
                  <a16:creationId xmlns:a16="http://schemas.microsoft.com/office/drawing/2014/main" id="{B3D36D4E-79AC-48F5-B085-41BB1D3E397B}"/>
                </a:ext>
              </a:extLst>
            </p:cNvPr>
            <p:cNvSpPr txBox="1">
              <a:spLocks noChangeArrowheads="1"/>
            </p:cNvSpPr>
            <p:nvPr/>
          </p:nvSpPr>
          <p:spPr bwMode="auto">
            <a:xfrm>
              <a:off x="6885396" y="4709735"/>
              <a:ext cx="313088" cy="36653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t>4</a:t>
              </a:r>
              <a:endParaRPr lang="en-US"/>
            </a:p>
          </p:txBody>
        </p:sp>
        <p:sp>
          <p:nvSpPr>
            <p:cNvPr id="29" name="Freeform 47">
              <a:extLst>
                <a:ext uri="{FF2B5EF4-FFF2-40B4-BE49-F238E27FC236}">
                  <a16:creationId xmlns:a16="http://schemas.microsoft.com/office/drawing/2014/main" id="{A71D1DA5-C111-93C7-FC62-AEAFDA8F54B1}"/>
                </a:ext>
              </a:extLst>
            </p:cNvPr>
            <p:cNvSpPr>
              <a:spLocks/>
            </p:cNvSpPr>
            <p:nvPr/>
          </p:nvSpPr>
          <p:spPr bwMode="auto">
            <a:xfrm>
              <a:off x="6278064" y="3781483"/>
              <a:ext cx="1436435" cy="721146"/>
            </a:xfrm>
            <a:custGeom>
              <a:avLst/>
              <a:gdLst>
                <a:gd name="T0" fmla="*/ 0 w 991"/>
                <a:gd name="T1" fmla="*/ 168 h 484"/>
                <a:gd name="T2" fmla="*/ 204 w 991"/>
                <a:gd name="T3" fmla="*/ 484 h 484"/>
                <a:gd name="T4" fmla="*/ 302 w 991"/>
                <a:gd name="T5" fmla="*/ 7 h 484"/>
                <a:gd name="T6" fmla="*/ 379 w 991"/>
                <a:gd name="T7" fmla="*/ 442 h 484"/>
                <a:gd name="T8" fmla="*/ 534 w 991"/>
                <a:gd name="T9" fmla="*/ 21 h 484"/>
                <a:gd name="T10" fmla="*/ 611 w 991"/>
                <a:gd name="T11" fmla="*/ 351 h 484"/>
                <a:gd name="T12" fmla="*/ 660 w 991"/>
                <a:gd name="T13" fmla="*/ 77 h 484"/>
                <a:gd name="T14" fmla="*/ 991 w 991"/>
                <a:gd name="T15" fmla="*/ 218 h 484"/>
                <a:gd name="T16" fmla="*/ 0 60000 65536"/>
                <a:gd name="T17" fmla="*/ 0 60000 65536"/>
                <a:gd name="T18" fmla="*/ 0 60000 65536"/>
                <a:gd name="T19" fmla="*/ 0 60000 65536"/>
                <a:gd name="T20" fmla="*/ 0 60000 65536"/>
                <a:gd name="T21" fmla="*/ 0 60000 65536"/>
                <a:gd name="T22" fmla="*/ 0 60000 65536"/>
                <a:gd name="T23" fmla="*/ 0 60000 65536"/>
                <a:gd name="T24" fmla="*/ 0 w 991"/>
                <a:gd name="T25" fmla="*/ 0 h 484"/>
                <a:gd name="T26" fmla="*/ 991 w 991"/>
                <a:gd name="T27" fmla="*/ 484 h 48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91" h="484">
                  <a:moveTo>
                    <a:pt x="0" y="168"/>
                  </a:moveTo>
                  <a:cubicBezTo>
                    <a:pt x="0" y="168"/>
                    <a:pt x="145" y="484"/>
                    <a:pt x="204" y="484"/>
                  </a:cubicBezTo>
                  <a:cubicBezTo>
                    <a:pt x="263" y="484"/>
                    <a:pt x="253" y="6"/>
                    <a:pt x="302" y="7"/>
                  </a:cubicBezTo>
                  <a:cubicBezTo>
                    <a:pt x="331" y="0"/>
                    <a:pt x="313" y="444"/>
                    <a:pt x="379" y="442"/>
                  </a:cubicBezTo>
                  <a:cubicBezTo>
                    <a:pt x="418" y="444"/>
                    <a:pt x="475" y="24"/>
                    <a:pt x="534" y="21"/>
                  </a:cubicBezTo>
                  <a:cubicBezTo>
                    <a:pt x="573" y="6"/>
                    <a:pt x="575" y="360"/>
                    <a:pt x="611" y="351"/>
                  </a:cubicBezTo>
                  <a:cubicBezTo>
                    <a:pt x="647" y="342"/>
                    <a:pt x="577" y="80"/>
                    <a:pt x="660" y="77"/>
                  </a:cubicBezTo>
                  <a:cubicBezTo>
                    <a:pt x="743" y="74"/>
                    <a:pt x="922" y="189"/>
                    <a:pt x="991" y="218"/>
                  </a:cubicBezTo>
                </a:path>
              </a:pathLst>
            </a:custGeom>
            <a:noFill/>
            <a:ln w="9525">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a:lstStyle/>
            <a:p>
              <a:endParaRPr lang="en-US"/>
            </a:p>
          </p:txBody>
        </p:sp>
        <p:grpSp>
          <p:nvGrpSpPr>
            <p:cNvPr id="30" name="Group 48">
              <a:extLst>
                <a:ext uri="{FF2B5EF4-FFF2-40B4-BE49-F238E27FC236}">
                  <a16:creationId xmlns:a16="http://schemas.microsoft.com/office/drawing/2014/main" id="{9C7F4045-17AD-CF50-CAC3-AD3FC06EFCA1}"/>
                </a:ext>
              </a:extLst>
            </p:cNvPr>
            <p:cNvGrpSpPr>
              <a:grpSpLocks/>
            </p:cNvGrpSpPr>
            <p:nvPr/>
          </p:nvGrpSpPr>
          <p:grpSpPr bwMode="auto">
            <a:xfrm>
              <a:off x="7517369" y="3893230"/>
              <a:ext cx="458036" cy="396333"/>
              <a:chOff x="1613" y="2011"/>
              <a:chExt cx="316" cy="266"/>
            </a:xfrm>
          </p:grpSpPr>
          <p:sp>
            <p:nvSpPr>
              <p:cNvPr id="47" name="Oval 49">
                <a:extLst>
                  <a:ext uri="{FF2B5EF4-FFF2-40B4-BE49-F238E27FC236}">
                    <a16:creationId xmlns:a16="http://schemas.microsoft.com/office/drawing/2014/main" id="{72AF5994-5C75-012B-F65A-E7D5E428C075}"/>
                  </a:ext>
                </a:extLst>
              </p:cNvPr>
              <p:cNvSpPr>
                <a:spLocks noChangeArrowheads="1"/>
              </p:cNvSpPr>
              <p:nvPr/>
            </p:nvSpPr>
            <p:spPr bwMode="auto">
              <a:xfrm>
                <a:off x="1616" y="2136"/>
                <a:ext cx="313" cy="82"/>
              </a:xfrm>
              <a:prstGeom prst="ellipse">
                <a:avLst/>
              </a:prstGeom>
              <a:solidFill>
                <a:schemeClr val="hlink"/>
              </a:solidFill>
              <a:ln w="12700">
                <a:solidFill>
                  <a:schemeClr val="tx1"/>
                </a:solidFill>
                <a:round/>
                <a:headEnd/>
                <a:tailEnd/>
              </a:ln>
            </p:spPr>
            <p:txBody>
              <a:bodyPr wrap="none" anchor="ctr"/>
              <a:lstStyle/>
              <a:p>
                <a:endParaRPr lang="en-US"/>
              </a:p>
            </p:txBody>
          </p:sp>
          <p:sp>
            <p:nvSpPr>
              <p:cNvPr id="48" name="Line 50">
                <a:extLst>
                  <a:ext uri="{FF2B5EF4-FFF2-40B4-BE49-F238E27FC236}">
                    <a16:creationId xmlns:a16="http://schemas.microsoft.com/office/drawing/2014/main" id="{F59EA16A-67A5-F178-7CD1-CC834A4D9DEF}"/>
                  </a:ext>
                </a:extLst>
              </p:cNvPr>
              <p:cNvSpPr>
                <a:spLocks noChangeShapeType="1"/>
              </p:cNvSpPr>
              <p:nvPr/>
            </p:nvSpPr>
            <p:spPr bwMode="auto">
              <a:xfrm>
                <a:off x="1616" y="2131"/>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49" name="Line 51">
                <a:extLst>
                  <a:ext uri="{FF2B5EF4-FFF2-40B4-BE49-F238E27FC236}">
                    <a16:creationId xmlns:a16="http://schemas.microsoft.com/office/drawing/2014/main" id="{FE2C3DE1-7992-EBCC-1B08-A09587885F59}"/>
                  </a:ext>
                </a:extLst>
              </p:cNvPr>
              <p:cNvSpPr>
                <a:spLocks noChangeShapeType="1"/>
              </p:cNvSpPr>
              <p:nvPr/>
            </p:nvSpPr>
            <p:spPr bwMode="auto">
              <a:xfrm>
                <a:off x="1929" y="2131"/>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50" name="Rectangle 52">
                <a:extLst>
                  <a:ext uri="{FF2B5EF4-FFF2-40B4-BE49-F238E27FC236}">
                    <a16:creationId xmlns:a16="http://schemas.microsoft.com/office/drawing/2014/main" id="{1737756B-C128-1017-C209-F75C1AD19142}"/>
                  </a:ext>
                </a:extLst>
              </p:cNvPr>
              <p:cNvSpPr>
                <a:spLocks noChangeArrowheads="1"/>
              </p:cNvSpPr>
              <p:nvPr/>
            </p:nvSpPr>
            <p:spPr bwMode="auto">
              <a:xfrm>
                <a:off x="1616" y="2131"/>
                <a:ext cx="310" cy="49"/>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sz="2400"/>
              </a:p>
            </p:txBody>
          </p:sp>
          <p:sp>
            <p:nvSpPr>
              <p:cNvPr id="51" name="Oval 53">
                <a:extLst>
                  <a:ext uri="{FF2B5EF4-FFF2-40B4-BE49-F238E27FC236}">
                    <a16:creationId xmlns:a16="http://schemas.microsoft.com/office/drawing/2014/main" id="{53246F77-E1E8-DCA4-01DD-818B656A9022}"/>
                  </a:ext>
                </a:extLst>
              </p:cNvPr>
              <p:cNvSpPr>
                <a:spLocks noChangeArrowheads="1"/>
              </p:cNvSpPr>
              <p:nvPr/>
            </p:nvSpPr>
            <p:spPr bwMode="auto">
              <a:xfrm>
                <a:off x="1613" y="2070"/>
                <a:ext cx="313" cy="97"/>
              </a:xfrm>
              <a:prstGeom prst="ellipse">
                <a:avLst/>
              </a:prstGeom>
              <a:solidFill>
                <a:schemeClr val="hlink"/>
              </a:solidFill>
              <a:ln w="12700">
                <a:solidFill>
                  <a:schemeClr val="tx1"/>
                </a:solidFill>
                <a:round/>
                <a:headEnd/>
                <a:tailEnd/>
              </a:ln>
            </p:spPr>
            <p:txBody>
              <a:bodyPr wrap="none" anchor="ctr"/>
              <a:lstStyle/>
              <a:p>
                <a:endParaRPr lang="en-US"/>
              </a:p>
            </p:txBody>
          </p:sp>
          <p:sp>
            <p:nvSpPr>
              <p:cNvPr id="52" name="Rectangle 54">
                <a:extLst>
                  <a:ext uri="{FF2B5EF4-FFF2-40B4-BE49-F238E27FC236}">
                    <a16:creationId xmlns:a16="http://schemas.microsoft.com/office/drawing/2014/main" id="{557B9D37-FAE8-2E65-5701-D1F59D07C98B}"/>
                  </a:ext>
                </a:extLst>
              </p:cNvPr>
              <p:cNvSpPr>
                <a:spLocks noChangeArrowheads="1"/>
              </p:cNvSpPr>
              <p:nvPr/>
            </p:nvSpPr>
            <p:spPr bwMode="auto">
              <a:xfrm>
                <a:off x="1687" y="2100"/>
                <a:ext cx="141" cy="103"/>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p>
            </p:txBody>
          </p:sp>
          <p:sp>
            <p:nvSpPr>
              <p:cNvPr id="53" name="Text Box 55">
                <a:extLst>
                  <a:ext uri="{FF2B5EF4-FFF2-40B4-BE49-F238E27FC236}">
                    <a16:creationId xmlns:a16="http://schemas.microsoft.com/office/drawing/2014/main" id="{87F90D11-8C48-C875-A26B-C311EB9A5C66}"/>
                  </a:ext>
                </a:extLst>
              </p:cNvPr>
              <p:cNvSpPr txBox="1">
                <a:spLocks noChangeArrowheads="1"/>
              </p:cNvSpPr>
              <p:nvPr/>
            </p:nvSpPr>
            <p:spPr bwMode="auto">
              <a:xfrm>
                <a:off x="1652" y="2011"/>
                <a:ext cx="215" cy="2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2000" dirty="0"/>
                  <a:t>y</a:t>
                </a:r>
                <a:endParaRPr lang="en-US" dirty="0"/>
              </a:p>
            </p:txBody>
          </p:sp>
        </p:grpSp>
        <p:sp>
          <p:nvSpPr>
            <p:cNvPr id="31" name="Text Box 56">
              <a:extLst>
                <a:ext uri="{FF2B5EF4-FFF2-40B4-BE49-F238E27FC236}">
                  <a16:creationId xmlns:a16="http://schemas.microsoft.com/office/drawing/2014/main" id="{0D769AC8-298A-F299-BE82-B330A87DD7A5}"/>
                </a:ext>
              </a:extLst>
            </p:cNvPr>
            <p:cNvSpPr txBox="1">
              <a:spLocks noChangeArrowheads="1"/>
            </p:cNvSpPr>
            <p:nvPr/>
          </p:nvSpPr>
          <p:spPr bwMode="auto">
            <a:xfrm>
              <a:off x="6766539" y="3446239"/>
              <a:ext cx="313088" cy="36653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t>8</a:t>
              </a:r>
              <a:endParaRPr lang="en-US"/>
            </a:p>
          </p:txBody>
        </p:sp>
        <p:grpSp>
          <p:nvGrpSpPr>
            <p:cNvPr id="32" name="Group 57">
              <a:extLst>
                <a:ext uri="{FF2B5EF4-FFF2-40B4-BE49-F238E27FC236}">
                  <a16:creationId xmlns:a16="http://schemas.microsoft.com/office/drawing/2014/main" id="{32CF20FB-42D0-8E8C-B269-ED8838761DAC}"/>
                </a:ext>
              </a:extLst>
            </p:cNvPr>
            <p:cNvGrpSpPr>
              <a:grpSpLocks/>
            </p:cNvGrpSpPr>
            <p:nvPr/>
          </p:nvGrpSpPr>
          <p:grpSpPr bwMode="auto">
            <a:xfrm>
              <a:off x="8498667" y="3864921"/>
              <a:ext cx="458036" cy="396333"/>
              <a:chOff x="1613" y="2011"/>
              <a:chExt cx="316" cy="266"/>
            </a:xfrm>
          </p:grpSpPr>
          <p:sp>
            <p:nvSpPr>
              <p:cNvPr id="40" name="Oval 58">
                <a:extLst>
                  <a:ext uri="{FF2B5EF4-FFF2-40B4-BE49-F238E27FC236}">
                    <a16:creationId xmlns:a16="http://schemas.microsoft.com/office/drawing/2014/main" id="{89188E1C-FCE9-AD97-2393-0FEDACDF79DE}"/>
                  </a:ext>
                </a:extLst>
              </p:cNvPr>
              <p:cNvSpPr>
                <a:spLocks noChangeArrowheads="1"/>
              </p:cNvSpPr>
              <p:nvPr/>
            </p:nvSpPr>
            <p:spPr bwMode="auto">
              <a:xfrm>
                <a:off x="1616" y="2138"/>
                <a:ext cx="313" cy="81"/>
              </a:xfrm>
              <a:prstGeom prst="ellipse">
                <a:avLst/>
              </a:prstGeom>
              <a:solidFill>
                <a:schemeClr val="hlink"/>
              </a:solidFill>
              <a:ln w="12700">
                <a:solidFill>
                  <a:schemeClr val="tx1"/>
                </a:solidFill>
                <a:round/>
                <a:headEnd/>
                <a:tailEnd/>
              </a:ln>
            </p:spPr>
            <p:txBody>
              <a:bodyPr wrap="none" anchor="ctr"/>
              <a:lstStyle/>
              <a:p>
                <a:endParaRPr lang="en-US"/>
              </a:p>
            </p:txBody>
          </p:sp>
          <p:sp>
            <p:nvSpPr>
              <p:cNvPr id="41" name="Line 59">
                <a:extLst>
                  <a:ext uri="{FF2B5EF4-FFF2-40B4-BE49-F238E27FC236}">
                    <a16:creationId xmlns:a16="http://schemas.microsoft.com/office/drawing/2014/main" id="{442EFCAE-AF72-4265-8120-D3388299C4D1}"/>
                  </a:ext>
                </a:extLst>
              </p:cNvPr>
              <p:cNvSpPr>
                <a:spLocks noChangeShapeType="1"/>
              </p:cNvSpPr>
              <p:nvPr/>
            </p:nvSpPr>
            <p:spPr bwMode="auto">
              <a:xfrm>
                <a:off x="1616" y="2131"/>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42" name="Line 60">
                <a:extLst>
                  <a:ext uri="{FF2B5EF4-FFF2-40B4-BE49-F238E27FC236}">
                    <a16:creationId xmlns:a16="http://schemas.microsoft.com/office/drawing/2014/main" id="{1085D4BB-866A-E785-266B-62EDA72C97D5}"/>
                  </a:ext>
                </a:extLst>
              </p:cNvPr>
              <p:cNvSpPr>
                <a:spLocks noChangeShapeType="1"/>
              </p:cNvSpPr>
              <p:nvPr/>
            </p:nvSpPr>
            <p:spPr bwMode="auto">
              <a:xfrm>
                <a:off x="1929" y="2131"/>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43" name="Rectangle 61">
                <a:extLst>
                  <a:ext uri="{FF2B5EF4-FFF2-40B4-BE49-F238E27FC236}">
                    <a16:creationId xmlns:a16="http://schemas.microsoft.com/office/drawing/2014/main" id="{57984542-14D2-A358-F555-A266BD8EF46C}"/>
                  </a:ext>
                </a:extLst>
              </p:cNvPr>
              <p:cNvSpPr>
                <a:spLocks noChangeArrowheads="1"/>
              </p:cNvSpPr>
              <p:nvPr/>
            </p:nvSpPr>
            <p:spPr bwMode="auto">
              <a:xfrm>
                <a:off x="1616" y="2131"/>
                <a:ext cx="310" cy="49"/>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sz="2400"/>
              </a:p>
            </p:txBody>
          </p:sp>
          <p:sp>
            <p:nvSpPr>
              <p:cNvPr id="44" name="Oval 62">
                <a:extLst>
                  <a:ext uri="{FF2B5EF4-FFF2-40B4-BE49-F238E27FC236}">
                    <a16:creationId xmlns:a16="http://schemas.microsoft.com/office/drawing/2014/main" id="{2F087C5B-79C7-E6B8-89EC-EECE3EE5D8F3}"/>
                  </a:ext>
                </a:extLst>
              </p:cNvPr>
              <p:cNvSpPr>
                <a:spLocks noChangeArrowheads="1"/>
              </p:cNvSpPr>
              <p:nvPr/>
            </p:nvSpPr>
            <p:spPr bwMode="auto">
              <a:xfrm>
                <a:off x="1611" y="2072"/>
                <a:ext cx="313" cy="95"/>
              </a:xfrm>
              <a:prstGeom prst="ellipse">
                <a:avLst/>
              </a:prstGeom>
              <a:solidFill>
                <a:schemeClr val="hlink"/>
              </a:solidFill>
              <a:ln w="12700">
                <a:solidFill>
                  <a:schemeClr val="tx1"/>
                </a:solidFill>
                <a:round/>
                <a:headEnd/>
                <a:tailEnd/>
              </a:ln>
            </p:spPr>
            <p:txBody>
              <a:bodyPr wrap="none" anchor="ctr"/>
              <a:lstStyle/>
              <a:p>
                <a:endParaRPr lang="en-US"/>
              </a:p>
            </p:txBody>
          </p:sp>
          <p:sp>
            <p:nvSpPr>
              <p:cNvPr id="45" name="Rectangle 63">
                <a:extLst>
                  <a:ext uri="{FF2B5EF4-FFF2-40B4-BE49-F238E27FC236}">
                    <a16:creationId xmlns:a16="http://schemas.microsoft.com/office/drawing/2014/main" id="{10F09830-0AB9-D383-5DE9-7E8917A8A7D5}"/>
                  </a:ext>
                </a:extLst>
              </p:cNvPr>
              <p:cNvSpPr>
                <a:spLocks noChangeArrowheads="1"/>
              </p:cNvSpPr>
              <p:nvPr/>
            </p:nvSpPr>
            <p:spPr bwMode="auto">
              <a:xfrm>
                <a:off x="1687" y="2100"/>
                <a:ext cx="141" cy="105"/>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p>
            </p:txBody>
          </p:sp>
          <p:sp>
            <p:nvSpPr>
              <p:cNvPr id="46" name="Text Box 64">
                <a:extLst>
                  <a:ext uri="{FF2B5EF4-FFF2-40B4-BE49-F238E27FC236}">
                    <a16:creationId xmlns:a16="http://schemas.microsoft.com/office/drawing/2014/main" id="{D39FE2E5-71B3-E74D-E11E-659A2A5E14EB}"/>
                  </a:ext>
                </a:extLst>
              </p:cNvPr>
              <p:cNvSpPr txBox="1">
                <a:spLocks noChangeArrowheads="1"/>
              </p:cNvSpPr>
              <p:nvPr/>
            </p:nvSpPr>
            <p:spPr bwMode="auto">
              <a:xfrm>
                <a:off x="1653" y="2011"/>
                <a:ext cx="215" cy="26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2000"/>
                  <a:t>z</a:t>
                </a:r>
                <a:endParaRPr lang="en-US"/>
              </a:p>
            </p:txBody>
          </p:sp>
        </p:grpSp>
        <p:sp>
          <p:nvSpPr>
            <p:cNvPr id="33" name="Line 65">
              <a:extLst>
                <a:ext uri="{FF2B5EF4-FFF2-40B4-BE49-F238E27FC236}">
                  <a16:creationId xmlns:a16="http://schemas.microsoft.com/office/drawing/2014/main" id="{D46EC57A-6F9B-06DA-26D4-E009EC81096B}"/>
                </a:ext>
              </a:extLst>
            </p:cNvPr>
            <p:cNvSpPr>
              <a:spLocks noChangeShapeType="1"/>
            </p:cNvSpPr>
            <p:nvPr/>
          </p:nvSpPr>
          <p:spPr bwMode="auto">
            <a:xfrm>
              <a:off x="7963809" y="4083947"/>
              <a:ext cx="510217" cy="0"/>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34" name="Text Box 66">
              <a:extLst>
                <a:ext uri="{FF2B5EF4-FFF2-40B4-BE49-F238E27FC236}">
                  <a16:creationId xmlns:a16="http://schemas.microsoft.com/office/drawing/2014/main" id="{54965E0A-4474-9F99-F0FD-87B15D78F7F4}"/>
                </a:ext>
              </a:extLst>
            </p:cNvPr>
            <p:cNvSpPr txBox="1">
              <a:spLocks noChangeArrowheads="1"/>
            </p:cNvSpPr>
            <p:nvPr/>
          </p:nvSpPr>
          <p:spPr bwMode="auto">
            <a:xfrm>
              <a:off x="8059475" y="4083947"/>
              <a:ext cx="311638" cy="36504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t>2</a:t>
              </a:r>
              <a:endParaRPr lang="en-US"/>
            </a:p>
          </p:txBody>
        </p:sp>
        <p:sp>
          <p:nvSpPr>
            <p:cNvPr id="35" name="Line 67">
              <a:extLst>
                <a:ext uri="{FF2B5EF4-FFF2-40B4-BE49-F238E27FC236}">
                  <a16:creationId xmlns:a16="http://schemas.microsoft.com/office/drawing/2014/main" id="{B1B2C7BB-FCD0-45EE-68C3-58B8DC0541E1}"/>
                </a:ext>
              </a:extLst>
            </p:cNvPr>
            <p:cNvSpPr>
              <a:spLocks noChangeShapeType="1"/>
            </p:cNvSpPr>
            <p:nvPr/>
          </p:nvSpPr>
          <p:spPr bwMode="auto">
            <a:xfrm>
              <a:off x="6315750" y="2357069"/>
              <a:ext cx="1398748" cy="1695588"/>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36" name="Text Box 68">
              <a:extLst>
                <a:ext uri="{FF2B5EF4-FFF2-40B4-BE49-F238E27FC236}">
                  <a16:creationId xmlns:a16="http://schemas.microsoft.com/office/drawing/2014/main" id="{66EFFA6D-0227-6118-9FC6-37DAB383DB6C}"/>
                </a:ext>
              </a:extLst>
            </p:cNvPr>
            <p:cNvSpPr txBox="1">
              <a:spLocks noChangeArrowheads="1"/>
            </p:cNvSpPr>
            <p:nvPr/>
          </p:nvSpPr>
          <p:spPr bwMode="auto">
            <a:xfrm>
              <a:off x="6918734" y="2883029"/>
              <a:ext cx="313088" cy="36653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t>7</a:t>
              </a:r>
              <a:endParaRPr lang="en-US"/>
            </a:p>
          </p:txBody>
        </p:sp>
        <p:sp>
          <p:nvSpPr>
            <p:cNvPr id="37" name="Freeform 69">
              <a:extLst>
                <a:ext uri="{FF2B5EF4-FFF2-40B4-BE49-F238E27FC236}">
                  <a16:creationId xmlns:a16="http://schemas.microsoft.com/office/drawing/2014/main" id="{3EB94A18-ED04-87FF-1A16-34F91F63E237}"/>
                </a:ext>
              </a:extLst>
            </p:cNvPr>
            <p:cNvSpPr>
              <a:spLocks/>
            </p:cNvSpPr>
            <p:nvPr/>
          </p:nvSpPr>
          <p:spPr bwMode="auto">
            <a:xfrm>
              <a:off x="6295458" y="2336210"/>
              <a:ext cx="40585" cy="20860"/>
            </a:xfrm>
            <a:custGeom>
              <a:avLst/>
              <a:gdLst>
                <a:gd name="T0" fmla="*/ 0 w 28"/>
                <a:gd name="T1" fmla="*/ 14 h 14"/>
                <a:gd name="T2" fmla="*/ 28 w 28"/>
                <a:gd name="T3" fmla="*/ 0 h 14"/>
                <a:gd name="T4" fmla="*/ 0 w 28"/>
                <a:gd name="T5" fmla="*/ 14 h 14"/>
                <a:gd name="T6" fmla="*/ 0 60000 65536"/>
                <a:gd name="T7" fmla="*/ 0 60000 65536"/>
                <a:gd name="T8" fmla="*/ 0 60000 65536"/>
                <a:gd name="T9" fmla="*/ 0 w 28"/>
                <a:gd name="T10" fmla="*/ 0 h 14"/>
                <a:gd name="T11" fmla="*/ 28 w 28"/>
                <a:gd name="T12" fmla="*/ 14 h 14"/>
              </a:gdLst>
              <a:ahLst/>
              <a:cxnLst>
                <a:cxn ang="T6">
                  <a:pos x="T0" y="T1"/>
                </a:cxn>
                <a:cxn ang="T7">
                  <a:pos x="T2" y="T3"/>
                </a:cxn>
                <a:cxn ang="T8">
                  <a:pos x="T4" y="T5"/>
                </a:cxn>
              </a:cxnLst>
              <a:rect l="T9" t="T10" r="T11" b="T12"/>
              <a:pathLst>
                <a:path w="28" h="14">
                  <a:moveTo>
                    <a:pt x="0" y="14"/>
                  </a:moveTo>
                  <a:cubicBezTo>
                    <a:pt x="9" y="9"/>
                    <a:pt x="28" y="0"/>
                    <a:pt x="28" y="0"/>
                  </a:cubicBezTo>
                  <a:cubicBezTo>
                    <a:pt x="28" y="0"/>
                    <a:pt x="9" y="9"/>
                    <a:pt x="0" y="14"/>
                  </a:cubicBezTo>
                  <a:close/>
                </a:path>
              </a:pathLst>
            </a:custGeom>
            <a:solidFill>
              <a:schemeClr val="accent1"/>
            </a:solidFill>
            <a:ln w="9525">
              <a:solidFill>
                <a:schemeClr val="tx1"/>
              </a:solidFill>
              <a:round/>
              <a:headEnd/>
              <a:tailEnd/>
            </a:ln>
          </p:spPr>
          <p:txBody>
            <a:bodyPr/>
            <a:lstStyle/>
            <a:p>
              <a:endParaRPr lang="en-US"/>
            </a:p>
          </p:txBody>
        </p:sp>
        <p:sp>
          <p:nvSpPr>
            <p:cNvPr id="38" name="Freeform 70">
              <a:extLst>
                <a:ext uri="{FF2B5EF4-FFF2-40B4-BE49-F238E27FC236}">
                  <a16:creationId xmlns:a16="http://schemas.microsoft.com/office/drawing/2014/main" id="{7D5DE9E9-FC3F-C92F-013D-9E4B8C9A1395}"/>
                </a:ext>
              </a:extLst>
            </p:cNvPr>
            <p:cNvSpPr>
              <a:spLocks/>
            </p:cNvSpPr>
            <p:nvPr/>
          </p:nvSpPr>
          <p:spPr bwMode="auto">
            <a:xfrm>
              <a:off x="6489688" y="2370479"/>
              <a:ext cx="2188715" cy="1567451"/>
            </a:xfrm>
            <a:custGeom>
              <a:avLst/>
              <a:gdLst>
                <a:gd name="T0" fmla="*/ 0 w 1510"/>
                <a:gd name="T1" fmla="*/ 5 h 1052"/>
                <a:gd name="T2" fmla="*/ 1102 w 1510"/>
                <a:gd name="T3" fmla="*/ 174 h 1052"/>
                <a:gd name="T4" fmla="*/ 1510 w 1510"/>
                <a:gd name="T5" fmla="*/ 1052 h 1052"/>
                <a:gd name="T6" fmla="*/ 0 60000 65536"/>
                <a:gd name="T7" fmla="*/ 0 60000 65536"/>
                <a:gd name="T8" fmla="*/ 0 60000 65536"/>
                <a:gd name="T9" fmla="*/ 0 w 1510"/>
                <a:gd name="T10" fmla="*/ 0 h 1052"/>
                <a:gd name="T11" fmla="*/ 1510 w 1510"/>
                <a:gd name="T12" fmla="*/ 1052 h 1052"/>
              </a:gdLst>
              <a:ahLst/>
              <a:cxnLst>
                <a:cxn ang="T6">
                  <a:pos x="T0" y="T1"/>
                </a:cxn>
                <a:cxn ang="T7">
                  <a:pos x="T2" y="T3"/>
                </a:cxn>
                <a:cxn ang="T8">
                  <a:pos x="T4" y="T5"/>
                </a:cxn>
              </a:cxnLst>
              <a:rect l="T9" t="T10" r="T11" b="T12"/>
              <a:pathLst>
                <a:path w="1510" h="1052">
                  <a:moveTo>
                    <a:pt x="0" y="5"/>
                  </a:moveTo>
                  <a:cubicBezTo>
                    <a:pt x="184" y="33"/>
                    <a:pt x="851" y="0"/>
                    <a:pt x="1102" y="174"/>
                  </a:cubicBezTo>
                  <a:cubicBezTo>
                    <a:pt x="1353" y="348"/>
                    <a:pt x="1425" y="869"/>
                    <a:pt x="1510" y="1052"/>
                  </a:cubicBezTo>
                </a:path>
              </a:pathLst>
            </a:custGeom>
            <a:noFill/>
            <a:ln w="9525">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a:lstStyle/>
            <a:p>
              <a:endParaRPr lang="en-US"/>
            </a:p>
          </p:txBody>
        </p:sp>
        <p:sp>
          <p:nvSpPr>
            <p:cNvPr id="39" name="Text Box 71">
              <a:extLst>
                <a:ext uri="{FF2B5EF4-FFF2-40B4-BE49-F238E27FC236}">
                  <a16:creationId xmlns:a16="http://schemas.microsoft.com/office/drawing/2014/main" id="{346EA477-FCF0-E50F-004E-B7A1B2C0999B}"/>
                </a:ext>
              </a:extLst>
            </p:cNvPr>
            <p:cNvSpPr txBox="1">
              <a:spLocks noChangeArrowheads="1"/>
            </p:cNvSpPr>
            <p:nvPr/>
          </p:nvSpPr>
          <p:spPr bwMode="auto">
            <a:xfrm>
              <a:off x="8021788" y="2383889"/>
              <a:ext cx="311638" cy="36653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t>9</a:t>
              </a:r>
              <a:endParaRPr lang="en-US"/>
            </a:p>
          </p:txBody>
        </p:sp>
      </p:grpSp>
    </p:spTree>
    <p:extLst>
      <p:ext uri="{BB962C8B-B14F-4D97-AF65-F5344CB8AC3E}">
        <p14:creationId xmlns:p14="http://schemas.microsoft.com/office/powerpoint/2010/main" val="5667468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wipe(left)">
                                      <p:cBhvr>
                                        <p:cTn id="7" dur="1000"/>
                                        <p:tgtEl>
                                          <p:spTgt spid="9"/>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717937"/>
                                        </p:tgtEl>
                                        <p:attrNameLst>
                                          <p:attrName>style.visibility</p:attrName>
                                        </p:attrNameLst>
                                      </p:cBhvr>
                                      <p:to>
                                        <p:strVal val="visible"/>
                                      </p:to>
                                    </p:set>
                                    <p:animEffect transition="in" filter="dissolve">
                                      <p:cBhvr>
                                        <p:cTn id="12" dur="500"/>
                                        <p:tgtEl>
                                          <p:spTgt spid="717937"/>
                                        </p:tgtEl>
                                      </p:cBhvr>
                                    </p:animEffect>
                                  </p:childTnLst>
                                </p:cTn>
                              </p:par>
                            </p:childTnLst>
                          </p:cTn>
                        </p:par>
                        <p:par>
                          <p:cTn id="13" fill="hold" nodeType="afterGroup">
                            <p:stCondLst>
                              <p:cond delay="500"/>
                            </p:stCondLst>
                            <p:childTnLst>
                              <p:par>
                                <p:cTn id="14" presetID="9" presetClass="entr" presetSubtype="0" fill="hold" grpId="0" nodeType="afterEffect">
                                  <p:stCondLst>
                                    <p:cond delay="0"/>
                                  </p:stCondLst>
                                  <p:childTnLst>
                                    <p:set>
                                      <p:cBhvr>
                                        <p:cTn id="15" dur="1" fill="hold">
                                          <p:stCondLst>
                                            <p:cond delay="0"/>
                                          </p:stCondLst>
                                        </p:cTn>
                                        <p:tgtEl>
                                          <p:spTgt spid="717924"/>
                                        </p:tgtEl>
                                        <p:attrNameLst>
                                          <p:attrName>style.visibility</p:attrName>
                                        </p:attrNameLst>
                                      </p:cBhvr>
                                      <p:to>
                                        <p:strVal val="visible"/>
                                      </p:to>
                                    </p:set>
                                    <p:animEffect transition="in" filter="dissolve">
                                      <p:cBhvr>
                                        <p:cTn id="16" dur="500"/>
                                        <p:tgtEl>
                                          <p:spTgt spid="717924"/>
                                        </p:tgtEl>
                                      </p:cBhvr>
                                    </p:animEffect>
                                  </p:childTnLst>
                                </p:cTn>
                              </p:par>
                            </p:childTnLst>
                          </p:cTn>
                        </p:par>
                      </p:childTnLst>
                    </p:cTn>
                  </p:par>
                  <p:par>
                    <p:cTn id="17" fill="hold" nodeType="clickPar">
                      <p:stCondLst>
                        <p:cond delay="indefinite"/>
                      </p:stCondLst>
                      <p:childTnLst>
                        <p:par>
                          <p:cTn id="18" fill="hold" nodeType="withGroup">
                            <p:stCondLst>
                              <p:cond delay="0"/>
                            </p:stCondLst>
                            <p:childTnLst>
                              <p:par>
                                <p:cTn id="19" presetID="22" presetClass="entr" presetSubtype="8" fill="hold" nodeType="clickEffect">
                                  <p:stCondLst>
                                    <p:cond delay="0"/>
                                  </p:stCondLst>
                                  <p:childTnLst>
                                    <p:set>
                                      <p:cBhvr>
                                        <p:cTn id="20" dur="1" fill="hold">
                                          <p:stCondLst>
                                            <p:cond delay="0"/>
                                          </p:stCondLst>
                                        </p:cTn>
                                        <p:tgtEl>
                                          <p:spTgt spid="10"/>
                                        </p:tgtEl>
                                        <p:attrNameLst>
                                          <p:attrName>style.visibility</p:attrName>
                                        </p:attrNameLst>
                                      </p:cBhvr>
                                      <p:to>
                                        <p:strVal val="visible"/>
                                      </p:to>
                                    </p:set>
                                    <p:animEffect transition="in" filter="wipe(left)">
                                      <p:cBhvr>
                                        <p:cTn id="21" dur="1000"/>
                                        <p:tgtEl>
                                          <p:spTgt spid="10"/>
                                        </p:tgtEl>
                                      </p:cBhvr>
                                    </p:animEffect>
                                  </p:childTnLst>
                                </p:cTn>
                              </p:par>
                            </p:childTnLst>
                          </p:cTn>
                        </p:par>
                      </p:childTnLst>
                    </p:cTn>
                  </p:par>
                  <p:par>
                    <p:cTn id="22" fill="hold" nodeType="clickPar">
                      <p:stCondLst>
                        <p:cond delay="indefinite"/>
                      </p:stCondLst>
                      <p:childTnLst>
                        <p:par>
                          <p:cTn id="23" fill="hold" nodeType="withGroup">
                            <p:stCondLst>
                              <p:cond delay="0"/>
                            </p:stCondLst>
                            <p:childTnLst>
                              <p:par>
                                <p:cTn id="24" presetID="9" presetClass="entr" presetSubtype="0" fill="hold" grpId="0" nodeType="clickEffect">
                                  <p:stCondLst>
                                    <p:cond delay="0"/>
                                  </p:stCondLst>
                                  <p:childTnLst>
                                    <p:set>
                                      <p:cBhvr>
                                        <p:cTn id="25" dur="1" fill="hold">
                                          <p:stCondLst>
                                            <p:cond delay="0"/>
                                          </p:stCondLst>
                                        </p:cTn>
                                        <p:tgtEl>
                                          <p:spTgt spid="717938"/>
                                        </p:tgtEl>
                                        <p:attrNameLst>
                                          <p:attrName>style.visibility</p:attrName>
                                        </p:attrNameLst>
                                      </p:cBhvr>
                                      <p:to>
                                        <p:strVal val="visible"/>
                                      </p:to>
                                    </p:set>
                                    <p:animEffect transition="in" filter="dissolve">
                                      <p:cBhvr>
                                        <p:cTn id="26" dur="500"/>
                                        <p:tgtEl>
                                          <p:spTgt spid="717938"/>
                                        </p:tgtEl>
                                      </p:cBhvr>
                                    </p:animEffect>
                                  </p:childTnLst>
                                </p:cTn>
                              </p:par>
                            </p:childTnLst>
                          </p:cTn>
                        </p:par>
                        <p:par>
                          <p:cTn id="27" fill="hold" nodeType="afterGroup">
                            <p:stCondLst>
                              <p:cond delay="500"/>
                            </p:stCondLst>
                            <p:childTnLst>
                              <p:par>
                                <p:cTn id="28" presetID="9" presetClass="entr" presetSubtype="0" fill="hold" grpId="0" nodeType="afterEffect">
                                  <p:stCondLst>
                                    <p:cond delay="0"/>
                                  </p:stCondLst>
                                  <p:childTnLst>
                                    <p:set>
                                      <p:cBhvr>
                                        <p:cTn id="29" dur="1" fill="hold">
                                          <p:stCondLst>
                                            <p:cond delay="0"/>
                                          </p:stCondLst>
                                        </p:cTn>
                                        <p:tgtEl>
                                          <p:spTgt spid="717939"/>
                                        </p:tgtEl>
                                        <p:attrNameLst>
                                          <p:attrName>style.visibility</p:attrName>
                                        </p:attrNameLst>
                                      </p:cBhvr>
                                      <p:to>
                                        <p:strVal val="visible"/>
                                      </p:to>
                                    </p:set>
                                    <p:animEffect transition="in" filter="dissolve">
                                      <p:cBhvr>
                                        <p:cTn id="30" dur="500"/>
                                        <p:tgtEl>
                                          <p:spTgt spid="717939"/>
                                        </p:tgtEl>
                                      </p:cBhvr>
                                    </p:animEffect>
                                  </p:childTnLst>
                                </p:cTn>
                              </p:par>
                            </p:childTnLst>
                          </p:cTn>
                        </p:par>
                      </p:childTnLst>
                    </p:cTn>
                  </p:par>
                  <p:par>
                    <p:cTn id="31" fill="hold" nodeType="clickPar">
                      <p:stCondLst>
                        <p:cond delay="indefinite"/>
                      </p:stCondLst>
                      <p:childTnLst>
                        <p:par>
                          <p:cTn id="32" fill="hold" nodeType="withGroup">
                            <p:stCondLst>
                              <p:cond delay="0"/>
                            </p:stCondLst>
                            <p:childTnLst>
                              <p:par>
                                <p:cTn id="33" presetID="22" presetClass="entr" presetSubtype="8" fill="hold" nodeType="clickEffect">
                                  <p:stCondLst>
                                    <p:cond delay="0"/>
                                  </p:stCondLst>
                                  <p:childTnLst>
                                    <p:set>
                                      <p:cBhvr>
                                        <p:cTn id="34" dur="1" fill="hold">
                                          <p:stCondLst>
                                            <p:cond delay="0"/>
                                          </p:stCondLst>
                                        </p:cTn>
                                        <p:tgtEl>
                                          <p:spTgt spid="11"/>
                                        </p:tgtEl>
                                        <p:attrNameLst>
                                          <p:attrName>style.visibility</p:attrName>
                                        </p:attrNameLst>
                                      </p:cBhvr>
                                      <p:to>
                                        <p:strVal val="visible"/>
                                      </p:to>
                                    </p:set>
                                    <p:animEffect transition="in" filter="wipe(left)">
                                      <p:cBhvr>
                                        <p:cTn id="35" dur="1000"/>
                                        <p:tgtEl>
                                          <p:spTgt spid="11"/>
                                        </p:tgtEl>
                                      </p:cBhvr>
                                    </p:animEffect>
                                  </p:childTnLst>
                                </p:cTn>
                              </p:par>
                            </p:childTnLst>
                          </p:cTn>
                        </p:par>
                      </p:childTnLst>
                    </p:cTn>
                  </p:par>
                  <p:par>
                    <p:cTn id="36" fill="hold" nodeType="clickPar">
                      <p:stCondLst>
                        <p:cond delay="indefinite"/>
                      </p:stCondLst>
                      <p:childTnLst>
                        <p:par>
                          <p:cTn id="37" fill="hold" nodeType="withGroup">
                            <p:stCondLst>
                              <p:cond delay="0"/>
                            </p:stCondLst>
                            <p:childTnLst>
                              <p:par>
                                <p:cTn id="38" presetID="9" presetClass="entr" presetSubtype="0" fill="hold" grpId="0" nodeType="clickEffect">
                                  <p:stCondLst>
                                    <p:cond delay="0"/>
                                  </p:stCondLst>
                                  <p:childTnLst>
                                    <p:set>
                                      <p:cBhvr>
                                        <p:cTn id="39" dur="1" fill="hold">
                                          <p:stCondLst>
                                            <p:cond delay="0"/>
                                          </p:stCondLst>
                                        </p:cTn>
                                        <p:tgtEl>
                                          <p:spTgt spid="717940"/>
                                        </p:tgtEl>
                                        <p:attrNameLst>
                                          <p:attrName>style.visibility</p:attrName>
                                        </p:attrNameLst>
                                      </p:cBhvr>
                                      <p:to>
                                        <p:strVal val="visible"/>
                                      </p:to>
                                    </p:set>
                                    <p:animEffect transition="in" filter="dissolve">
                                      <p:cBhvr>
                                        <p:cTn id="40" dur="500"/>
                                        <p:tgtEl>
                                          <p:spTgt spid="717940"/>
                                        </p:tgtEl>
                                      </p:cBhvr>
                                    </p:animEffect>
                                  </p:childTnLst>
                                </p:cTn>
                              </p:par>
                            </p:childTnLst>
                          </p:cTn>
                        </p:par>
                        <p:par>
                          <p:cTn id="41" fill="hold" nodeType="afterGroup">
                            <p:stCondLst>
                              <p:cond delay="500"/>
                            </p:stCondLst>
                            <p:childTnLst>
                              <p:par>
                                <p:cTn id="42" presetID="9" presetClass="entr" presetSubtype="0" fill="hold" grpId="0" nodeType="afterEffect">
                                  <p:stCondLst>
                                    <p:cond delay="0"/>
                                  </p:stCondLst>
                                  <p:childTnLst>
                                    <p:set>
                                      <p:cBhvr>
                                        <p:cTn id="43" dur="1" fill="hold">
                                          <p:stCondLst>
                                            <p:cond delay="0"/>
                                          </p:stCondLst>
                                        </p:cTn>
                                        <p:tgtEl>
                                          <p:spTgt spid="717941"/>
                                        </p:tgtEl>
                                        <p:attrNameLst>
                                          <p:attrName>style.visibility</p:attrName>
                                        </p:attrNameLst>
                                      </p:cBhvr>
                                      <p:to>
                                        <p:strVal val="visible"/>
                                      </p:to>
                                    </p:set>
                                    <p:animEffect transition="in" filter="dissolve">
                                      <p:cBhvr>
                                        <p:cTn id="44" dur="500"/>
                                        <p:tgtEl>
                                          <p:spTgt spid="717941"/>
                                        </p:tgtEl>
                                      </p:cBhvr>
                                    </p:animEffect>
                                  </p:childTnLst>
                                </p:cTn>
                              </p:par>
                            </p:childTnLst>
                          </p:cTn>
                        </p:par>
                      </p:childTnLst>
                    </p:cTn>
                  </p:par>
                  <p:par>
                    <p:cTn id="45" fill="hold" nodeType="clickPar">
                      <p:stCondLst>
                        <p:cond delay="indefinite"/>
                      </p:stCondLst>
                      <p:childTnLst>
                        <p:par>
                          <p:cTn id="46" fill="hold" nodeType="withGroup">
                            <p:stCondLst>
                              <p:cond delay="0"/>
                            </p:stCondLst>
                            <p:childTnLst>
                              <p:par>
                                <p:cTn id="47" presetID="22" presetClass="entr" presetSubtype="8" fill="hold" nodeType="clickEffect">
                                  <p:stCondLst>
                                    <p:cond delay="0"/>
                                  </p:stCondLst>
                                  <p:childTnLst>
                                    <p:set>
                                      <p:cBhvr>
                                        <p:cTn id="48" dur="1" fill="hold">
                                          <p:stCondLst>
                                            <p:cond delay="0"/>
                                          </p:stCondLst>
                                        </p:cTn>
                                        <p:tgtEl>
                                          <p:spTgt spid="12"/>
                                        </p:tgtEl>
                                        <p:attrNameLst>
                                          <p:attrName>style.visibility</p:attrName>
                                        </p:attrNameLst>
                                      </p:cBhvr>
                                      <p:to>
                                        <p:strVal val="visible"/>
                                      </p:to>
                                    </p:set>
                                    <p:animEffect transition="in" filter="wipe(left)">
                                      <p:cBhvr>
                                        <p:cTn id="49" dur="1000"/>
                                        <p:tgtEl>
                                          <p:spTgt spid="12"/>
                                        </p:tgtEl>
                                      </p:cBhvr>
                                    </p:animEffect>
                                  </p:childTnLst>
                                </p:cTn>
                              </p:par>
                            </p:childTnLst>
                          </p:cTn>
                        </p:par>
                      </p:childTnLst>
                    </p:cTn>
                  </p:par>
                  <p:par>
                    <p:cTn id="50" fill="hold" nodeType="clickPar">
                      <p:stCondLst>
                        <p:cond delay="indefinite"/>
                      </p:stCondLst>
                      <p:childTnLst>
                        <p:par>
                          <p:cTn id="51" fill="hold" nodeType="withGroup">
                            <p:stCondLst>
                              <p:cond delay="0"/>
                            </p:stCondLst>
                            <p:childTnLst>
                              <p:par>
                                <p:cTn id="52" presetID="9" presetClass="entr" presetSubtype="0" fill="hold" grpId="0" nodeType="clickEffect">
                                  <p:stCondLst>
                                    <p:cond delay="0"/>
                                  </p:stCondLst>
                                  <p:childTnLst>
                                    <p:set>
                                      <p:cBhvr>
                                        <p:cTn id="53" dur="1" fill="hold">
                                          <p:stCondLst>
                                            <p:cond delay="0"/>
                                          </p:stCondLst>
                                        </p:cTn>
                                        <p:tgtEl>
                                          <p:spTgt spid="717945"/>
                                        </p:tgtEl>
                                        <p:attrNameLst>
                                          <p:attrName>style.visibility</p:attrName>
                                        </p:attrNameLst>
                                      </p:cBhvr>
                                      <p:to>
                                        <p:strVal val="visible"/>
                                      </p:to>
                                    </p:set>
                                    <p:animEffect transition="in" filter="dissolve">
                                      <p:cBhvr>
                                        <p:cTn id="54" dur="500"/>
                                        <p:tgtEl>
                                          <p:spTgt spid="717945"/>
                                        </p:tgtEl>
                                      </p:cBhvr>
                                    </p:animEffect>
                                  </p:childTnLst>
                                </p:cTn>
                              </p:par>
                            </p:childTnLst>
                          </p:cTn>
                        </p:par>
                        <p:par>
                          <p:cTn id="55" fill="hold" nodeType="afterGroup">
                            <p:stCondLst>
                              <p:cond delay="500"/>
                            </p:stCondLst>
                            <p:childTnLst>
                              <p:par>
                                <p:cTn id="56" presetID="9" presetClass="entr" presetSubtype="0" fill="hold" grpId="0" nodeType="afterEffect">
                                  <p:stCondLst>
                                    <p:cond delay="0"/>
                                  </p:stCondLst>
                                  <p:childTnLst>
                                    <p:set>
                                      <p:cBhvr>
                                        <p:cTn id="57" dur="1" fill="hold">
                                          <p:stCondLst>
                                            <p:cond delay="0"/>
                                          </p:stCondLst>
                                        </p:cTn>
                                        <p:tgtEl>
                                          <p:spTgt spid="717946"/>
                                        </p:tgtEl>
                                        <p:attrNameLst>
                                          <p:attrName>style.visibility</p:attrName>
                                        </p:attrNameLst>
                                      </p:cBhvr>
                                      <p:to>
                                        <p:strVal val="visible"/>
                                      </p:to>
                                    </p:set>
                                    <p:animEffect transition="in" filter="dissolve">
                                      <p:cBhvr>
                                        <p:cTn id="58" dur="500"/>
                                        <p:tgtEl>
                                          <p:spTgt spid="717946"/>
                                        </p:tgtEl>
                                      </p:cBhvr>
                                    </p:animEffect>
                                  </p:childTnLst>
                                </p:cTn>
                              </p:par>
                            </p:childTnLst>
                          </p:cTn>
                        </p:par>
                      </p:childTnLst>
                    </p:cTn>
                  </p:par>
                  <p:par>
                    <p:cTn id="59" fill="hold" nodeType="clickPar">
                      <p:stCondLst>
                        <p:cond delay="indefinite"/>
                      </p:stCondLst>
                      <p:childTnLst>
                        <p:par>
                          <p:cTn id="60" fill="hold" nodeType="withGroup">
                            <p:stCondLst>
                              <p:cond delay="0"/>
                            </p:stCondLst>
                            <p:childTnLst>
                              <p:par>
                                <p:cTn id="61" presetID="22" presetClass="entr" presetSubtype="8" fill="hold" grpId="0" nodeType="clickEffect">
                                  <p:stCondLst>
                                    <p:cond delay="0"/>
                                  </p:stCondLst>
                                  <p:childTnLst>
                                    <p:set>
                                      <p:cBhvr>
                                        <p:cTn id="62" dur="1" fill="hold">
                                          <p:stCondLst>
                                            <p:cond delay="0"/>
                                          </p:stCondLst>
                                        </p:cTn>
                                        <p:tgtEl>
                                          <p:spTgt spid="717947"/>
                                        </p:tgtEl>
                                        <p:attrNameLst>
                                          <p:attrName>style.visibility</p:attrName>
                                        </p:attrNameLst>
                                      </p:cBhvr>
                                      <p:to>
                                        <p:strVal val="visible"/>
                                      </p:to>
                                    </p:set>
                                    <p:animEffect transition="in" filter="wipe(left)">
                                      <p:cBhvr>
                                        <p:cTn id="63" dur="1000"/>
                                        <p:tgtEl>
                                          <p:spTgt spid="717947"/>
                                        </p:tgtEl>
                                      </p:cBhvr>
                                    </p:animEffect>
                                  </p:childTnLst>
                                </p:cTn>
                              </p:par>
                            </p:childTnLst>
                          </p:cTn>
                        </p:par>
                      </p:childTnLst>
                    </p:cTn>
                  </p:par>
                  <p:par>
                    <p:cTn id="64" fill="hold" nodeType="clickPar">
                      <p:stCondLst>
                        <p:cond delay="indefinite"/>
                      </p:stCondLst>
                      <p:childTnLst>
                        <p:par>
                          <p:cTn id="65" fill="hold" nodeType="withGroup">
                            <p:stCondLst>
                              <p:cond delay="0"/>
                            </p:stCondLst>
                            <p:childTnLst>
                              <p:par>
                                <p:cTn id="66" presetID="9" presetClass="entr" presetSubtype="0" fill="hold" grpId="0" nodeType="clickEffect">
                                  <p:stCondLst>
                                    <p:cond delay="0"/>
                                  </p:stCondLst>
                                  <p:childTnLst>
                                    <p:set>
                                      <p:cBhvr>
                                        <p:cTn id="67" dur="1" fill="hold">
                                          <p:stCondLst>
                                            <p:cond delay="0"/>
                                          </p:stCondLst>
                                        </p:cTn>
                                        <p:tgtEl>
                                          <p:spTgt spid="717948"/>
                                        </p:tgtEl>
                                        <p:attrNameLst>
                                          <p:attrName>style.visibility</p:attrName>
                                        </p:attrNameLst>
                                      </p:cBhvr>
                                      <p:to>
                                        <p:strVal val="visible"/>
                                      </p:to>
                                    </p:set>
                                    <p:animEffect transition="in" filter="dissolve">
                                      <p:cBhvr>
                                        <p:cTn id="68" dur="500"/>
                                        <p:tgtEl>
                                          <p:spTgt spid="717948"/>
                                        </p:tgtEl>
                                      </p:cBhvr>
                                    </p:animEffect>
                                  </p:childTnLst>
                                </p:cTn>
                              </p:par>
                            </p:childTnLst>
                          </p:cTn>
                        </p:par>
                        <p:par>
                          <p:cTn id="69" fill="hold" nodeType="afterGroup">
                            <p:stCondLst>
                              <p:cond delay="500"/>
                            </p:stCondLst>
                            <p:childTnLst>
                              <p:par>
                                <p:cTn id="70" presetID="9" presetClass="entr" presetSubtype="0" fill="hold" grpId="0" nodeType="afterEffect">
                                  <p:stCondLst>
                                    <p:cond delay="0"/>
                                  </p:stCondLst>
                                  <p:childTnLst>
                                    <p:set>
                                      <p:cBhvr>
                                        <p:cTn id="71" dur="1" fill="hold">
                                          <p:stCondLst>
                                            <p:cond delay="0"/>
                                          </p:stCondLst>
                                        </p:cTn>
                                        <p:tgtEl>
                                          <p:spTgt spid="717955"/>
                                        </p:tgtEl>
                                        <p:attrNameLst>
                                          <p:attrName>style.visibility</p:attrName>
                                        </p:attrNameLst>
                                      </p:cBhvr>
                                      <p:to>
                                        <p:strVal val="visible"/>
                                      </p:to>
                                    </p:set>
                                    <p:animEffect transition="in" filter="dissolve">
                                      <p:cBhvr>
                                        <p:cTn id="72" dur="500"/>
                                        <p:tgtEl>
                                          <p:spTgt spid="717955"/>
                                        </p:tgtEl>
                                      </p:cBhvr>
                                    </p:animEffect>
                                  </p:childTnLst>
                                </p:cTn>
                              </p:par>
                            </p:childTnLst>
                          </p:cTn>
                        </p:par>
                      </p:childTnLst>
                    </p:cTn>
                  </p:par>
                  <p:par>
                    <p:cTn id="73" fill="hold" nodeType="clickPar">
                      <p:stCondLst>
                        <p:cond delay="indefinite"/>
                      </p:stCondLst>
                      <p:childTnLst>
                        <p:par>
                          <p:cTn id="74" fill="hold" nodeType="withGroup">
                            <p:stCondLst>
                              <p:cond delay="0"/>
                            </p:stCondLst>
                            <p:childTnLst>
                              <p:par>
                                <p:cTn id="75" presetID="9" presetClass="entr" presetSubtype="0" fill="hold" grpId="0" nodeType="clickEffect">
                                  <p:stCondLst>
                                    <p:cond delay="0"/>
                                  </p:stCondLst>
                                  <p:childTnLst>
                                    <p:set>
                                      <p:cBhvr>
                                        <p:cTn id="76" dur="1" fill="hold">
                                          <p:stCondLst>
                                            <p:cond delay="0"/>
                                          </p:stCondLst>
                                        </p:cTn>
                                        <p:tgtEl>
                                          <p:spTgt spid="717949"/>
                                        </p:tgtEl>
                                        <p:attrNameLst>
                                          <p:attrName>style.visibility</p:attrName>
                                        </p:attrNameLst>
                                      </p:cBhvr>
                                      <p:to>
                                        <p:strVal val="visible"/>
                                      </p:to>
                                    </p:set>
                                    <p:animEffect transition="in" filter="dissolve">
                                      <p:cBhvr>
                                        <p:cTn id="77" dur="500"/>
                                        <p:tgtEl>
                                          <p:spTgt spid="717949"/>
                                        </p:tgtEl>
                                      </p:cBhvr>
                                    </p:animEffect>
                                  </p:childTnLst>
                                </p:cTn>
                              </p:par>
                            </p:childTnLst>
                          </p:cTn>
                        </p:par>
                      </p:childTnLst>
                    </p:cTn>
                  </p:par>
                  <p:par>
                    <p:cTn id="78" fill="hold" nodeType="clickPar">
                      <p:stCondLst>
                        <p:cond delay="indefinite"/>
                      </p:stCondLst>
                      <p:childTnLst>
                        <p:par>
                          <p:cTn id="79" fill="hold" nodeType="withGroup">
                            <p:stCondLst>
                              <p:cond delay="0"/>
                            </p:stCondLst>
                            <p:childTnLst>
                              <p:par>
                                <p:cTn id="80" presetID="9" presetClass="entr" presetSubtype="0" fill="hold" grpId="0" nodeType="clickEffect">
                                  <p:stCondLst>
                                    <p:cond delay="0"/>
                                  </p:stCondLst>
                                  <p:childTnLst>
                                    <p:set>
                                      <p:cBhvr>
                                        <p:cTn id="81" dur="1" fill="hold">
                                          <p:stCondLst>
                                            <p:cond delay="0"/>
                                          </p:stCondLst>
                                        </p:cTn>
                                        <p:tgtEl>
                                          <p:spTgt spid="717950"/>
                                        </p:tgtEl>
                                        <p:attrNameLst>
                                          <p:attrName>style.visibility</p:attrName>
                                        </p:attrNameLst>
                                      </p:cBhvr>
                                      <p:to>
                                        <p:strVal val="visible"/>
                                      </p:to>
                                    </p:set>
                                    <p:animEffect transition="in" filter="dissolve">
                                      <p:cBhvr>
                                        <p:cTn id="82" dur="1000"/>
                                        <p:tgtEl>
                                          <p:spTgt spid="717950"/>
                                        </p:tgtEl>
                                      </p:cBhvr>
                                    </p:animEffect>
                                  </p:childTnLst>
                                </p:cTn>
                              </p:par>
                              <p:par>
                                <p:cTn id="83" presetID="9" presetClass="entr" presetSubtype="0" fill="hold" grpId="0" nodeType="withEffect">
                                  <p:stCondLst>
                                    <p:cond delay="0"/>
                                  </p:stCondLst>
                                  <p:childTnLst>
                                    <p:set>
                                      <p:cBhvr>
                                        <p:cTn id="84" dur="1" fill="hold">
                                          <p:stCondLst>
                                            <p:cond delay="0"/>
                                          </p:stCondLst>
                                        </p:cTn>
                                        <p:tgtEl>
                                          <p:spTgt spid="717951"/>
                                        </p:tgtEl>
                                        <p:attrNameLst>
                                          <p:attrName>style.visibility</p:attrName>
                                        </p:attrNameLst>
                                      </p:cBhvr>
                                      <p:to>
                                        <p:strVal val="visible"/>
                                      </p:to>
                                    </p:set>
                                    <p:animEffect transition="in" filter="dissolve">
                                      <p:cBhvr>
                                        <p:cTn id="85" dur="1000"/>
                                        <p:tgtEl>
                                          <p:spTgt spid="717951"/>
                                        </p:tgtEl>
                                      </p:cBhvr>
                                    </p:animEffect>
                                  </p:childTnLst>
                                </p:cTn>
                              </p:par>
                              <p:par>
                                <p:cTn id="86" presetID="9" presetClass="entr" presetSubtype="0" fill="hold" grpId="0" nodeType="withEffect">
                                  <p:stCondLst>
                                    <p:cond delay="0"/>
                                  </p:stCondLst>
                                  <p:childTnLst>
                                    <p:set>
                                      <p:cBhvr>
                                        <p:cTn id="87" dur="1" fill="hold">
                                          <p:stCondLst>
                                            <p:cond delay="0"/>
                                          </p:stCondLst>
                                        </p:cTn>
                                        <p:tgtEl>
                                          <p:spTgt spid="717952"/>
                                        </p:tgtEl>
                                        <p:attrNameLst>
                                          <p:attrName>style.visibility</p:attrName>
                                        </p:attrNameLst>
                                      </p:cBhvr>
                                      <p:to>
                                        <p:strVal val="visible"/>
                                      </p:to>
                                    </p:set>
                                    <p:animEffect transition="in" filter="dissolve">
                                      <p:cBhvr>
                                        <p:cTn id="88" dur="1000"/>
                                        <p:tgtEl>
                                          <p:spTgt spid="717952"/>
                                        </p:tgtEl>
                                      </p:cBhvr>
                                    </p:animEffect>
                                  </p:childTnLst>
                                </p:cTn>
                              </p:par>
                              <p:par>
                                <p:cTn id="89" presetID="9" presetClass="entr" presetSubtype="0" fill="hold" grpId="0" nodeType="withEffect">
                                  <p:stCondLst>
                                    <p:cond delay="0"/>
                                  </p:stCondLst>
                                  <p:childTnLst>
                                    <p:set>
                                      <p:cBhvr>
                                        <p:cTn id="90" dur="1" fill="hold">
                                          <p:stCondLst>
                                            <p:cond delay="0"/>
                                          </p:stCondLst>
                                        </p:cTn>
                                        <p:tgtEl>
                                          <p:spTgt spid="717953"/>
                                        </p:tgtEl>
                                        <p:attrNameLst>
                                          <p:attrName>style.visibility</p:attrName>
                                        </p:attrNameLst>
                                      </p:cBhvr>
                                      <p:to>
                                        <p:strVal val="visible"/>
                                      </p:to>
                                    </p:set>
                                    <p:animEffect transition="in" filter="dissolve">
                                      <p:cBhvr>
                                        <p:cTn id="91" dur="1000"/>
                                        <p:tgtEl>
                                          <p:spTgt spid="717953"/>
                                        </p:tgtEl>
                                      </p:cBhvr>
                                    </p:animEffect>
                                  </p:childTnLst>
                                </p:cTn>
                              </p:par>
                              <p:par>
                                <p:cTn id="92" presetID="9" presetClass="entr" presetSubtype="0" fill="hold" grpId="0" nodeType="withEffect">
                                  <p:stCondLst>
                                    <p:cond delay="0"/>
                                  </p:stCondLst>
                                  <p:childTnLst>
                                    <p:set>
                                      <p:cBhvr>
                                        <p:cTn id="93" dur="1" fill="hold">
                                          <p:stCondLst>
                                            <p:cond delay="0"/>
                                          </p:stCondLst>
                                        </p:cTn>
                                        <p:tgtEl>
                                          <p:spTgt spid="717954"/>
                                        </p:tgtEl>
                                        <p:attrNameLst>
                                          <p:attrName>style.visibility</p:attrName>
                                        </p:attrNameLst>
                                      </p:cBhvr>
                                      <p:to>
                                        <p:strVal val="visible"/>
                                      </p:to>
                                    </p:set>
                                    <p:animEffect transition="in" filter="dissolve">
                                      <p:cBhvr>
                                        <p:cTn id="94" dur="1000"/>
                                        <p:tgtEl>
                                          <p:spTgt spid="71795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17924" grpId="0"/>
      <p:bldP spid="717937" grpId="0" animBg="1"/>
      <p:bldP spid="717938" grpId="0" animBg="1"/>
      <p:bldP spid="717939" grpId="0"/>
      <p:bldP spid="717940" grpId="0" animBg="1"/>
      <p:bldP spid="717941" grpId="0"/>
      <p:bldP spid="717945" grpId="0" animBg="1"/>
      <p:bldP spid="717946" grpId="0"/>
      <p:bldP spid="717947" grpId="0"/>
      <p:bldP spid="717948" grpId="0" animBg="1"/>
      <p:bldP spid="717949" grpId="0"/>
      <p:bldP spid="717950" grpId="0" animBg="1"/>
      <p:bldP spid="717951" grpId="0" animBg="1"/>
      <p:bldP spid="717952" grpId="0" animBg="1"/>
      <p:bldP spid="717953" grpId="0" animBg="1"/>
      <p:bldP spid="717954" grpId="0" animBg="1"/>
      <p:bldP spid="717955" grpId="0"/>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8003" name="Picture 91"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65138" y="833438"/>
            <a:ext cx="7769225" cy="1730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28004" name="Rectangle 2"/>
          <p:cNvSpPr>
            <a:spLocks noGrp="1" noChangeArrowheads="1"/>
          </p:cNvSpPr>
          <p:nvPr>
            <p:ph type="title"/>
          </p:nvPr>
        </p:nvSpPr>
        <p:spPr>
          <a:xfrm>
            <a:off x="411163" y="130175"/>
            <a:ext cx="8364537" cy="963613"/>
          </a:xfrm>
        </p:spPr>
        <p:txBody>
          <a:bodyPr/>
          <a:lstStyle/>
          <a:p>
            <a:r>
              <a:rPr lang="en-US" sz="4000">
                <a:latin typeface="Gill Sans MT" charset="0"/>
              </a:rPr>
              <a:t>Dijkstra</a:t>
            </a:r>
            <a:r>
              <a:rPr lang="ja-JP" altLang="en-US" sz="4000">
                <a:latin typeface="Gill Sans MT" charset="0"/>
              </a:rPr>
              <a:t>’</a:t>
            </a:r>
            <a:r>
              <a:rPr lang="en-US" altLang="ja-JP" sz="4000">
                <a:latin typeface="Gill Sans MT" charset="0"/>
              </a:rPr>
              <a:t>s algorithm: another example</a:t>
            </a:r>
            <a:endParaRPr lang="en-US">
              <a:latin typeface="Gill Sans MT" charset="0"/>
            </a:endParaRPr>
          </a:p>
        </p:txBody>
      </p:sp>
      <p:sp>
        <p:nvSpPr>
          <p:cNvPr id="128005" name="Text Box 3"/>
          <p:cNvSpPr txBox="1">
            <a:spLocks noChangeArrowheads="1"/>
          </p:cNvSpPr>
          <p:nvPr/>
        </p:nvSpPr>
        <p:spPr bwMode="auto">
          <a:xfrm>
            <a:off x="239713" y="1506538"/>
            <a:ext cx="706437" cy="22256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2000"/>
              <a:t>Step</a:t>
            </a:r>
          </a:p>
          <a:p>
            <a:pPr algn="r"/>
            <a:r>
              <a:rPr lang="en-US" sz="2000"/>
              <a:t>0</a:t>
            </a:r>
          </a:p>
          <a:p>
            <a:pPr algn="r"/>
            <a:r>
              <a:rPr lang="en-US" sz="2000"/>
              <a:t>1</a:t>
            </a:r>
          </a:p>
          <a:p>
            <a:pPr algn="r"/>
            <a:r>
              <a:rPr lang="en-US" sz="2000"/>
              <a:t>2</a:t>
            </a:r>
          </a:p>
          <a:p>
            <a:pPr algn="r"/>
            <a:r>
              <a:rPr lang="en-US" sz="2000"/>
              <a:t>3</a:t>
            </a:r>
          </a:p>
          <a:p>
            <a:pPr algn="r"/>
            <a:r>
              <a:rPr lang="en-US" sz="2000"/>
              <a:t>4</a:t>
            </a:r>
          </a:p>
          <a:p>
            <a:pPr algn="r"/>
            <a:r>
              <a:rPr lang="en-US" sz="2000"/>
              <a:t>5</a:t>
            </a:r>
          </a:p>
        </p:txBody>
      </p:sp>
      <p:sp>
        <p:nvSpPr>
          <p:cNvPr id="128006" name="Text Box 4"/>
          <p:cNvSpPr txBox="1">
            <a:spLocks noChangeArrowheads="1"/>
          </p:cNvSpPr>
          <p:nvPr/>
        </p:nvSpPr>
        <p:spPr bwMode="auto">
          <a:xfrm>
            <a:off x="1849754" y="1516063"/>
            <a:ext cx="420371" cy="70788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2000" dirty="0"/>
              <a:t>N</a:t>
            </a:r>
            <a:r>
              <a:rPr lang="en-US" sz="2000" dirty="0">
                <a:cs typeface="Arial" charset="0"/>
              </a:rPr>
              <a:t>'</a:t>
            </a:r>
          </a:p>
          <a:p>
            <a:pPr algn="r"/>
            <a:endParaRPr lang="en-US" sz="2000" dirty="0"/>
          </a:p>
        </p:txBody>
      </p:sp>
      <p:sp>
        <p:nvSpPr>
          <p:cNvPr id="128007" name="Text Box 5"/>
          <p:cNvSpPr txBox="1">
            <a:spLocks noChangeArrowheads="1"/>
          </p:cNvSpPr>
          <p:nvPr/>
        </p:nvSpPr>
        <p:spPr bwMode="auto">
          <a:xfrm>
            <a:off x="2490169" y="1497013"/>
            <a:ext cx="1180131" cy="400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2000" dirty="0"/>
              <a:t>D(v),p(v)</a:t>
            </a:r>
          </a:p>
        </p:txBody>
      </p:sp>
      <p:sp>
        <p:nvSpPr>
          <p:cNvPr id="128008" name="Text Box 6"/>
          <p:cNvSpPr txBox="1">
            <a:spLocks noChangeArrowheads="1"/>
          </p:cNvSpPr>
          <p:nvPr/>
        </p:nvSpPr>
        <p:spPr bwMode="auto">
          <a:xfrm>
            <a:off x="3655802" y="1501775"/>
            <a:ext cx="1295611" cy="70788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2000" dirty="0"/>
              <a:t>D(w),p(w)</a:t>
            </a:r>
          </a:p>
          <a:p>
            <a:pPr algn="r"/>
            <a:endParaRPr lang="en-US" sz="2000" dirty="0"/>
          </a:p>
        </p:txBody>
      </p:sp>
      <p:sp>
        <p:nvSpPr>
          <p:cNvPr id="128009" name="Text Box 7"/>
          <p:cNvSpPr txBox="1">
            <a:spLocks noChangeArrowheads="1"/>
          </p:cNvSpPr>
          <p:nvPr/>
        </p:nvSpPr>
        <p:spPr bwMode="auto">
          <a:xfrm>
            <a:off x="5047632" y="1497013"/>
            <a:ext cx="1180131" cy="400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2000" dirty="0"/>
              <a:t>D(x),p(x)</a:t>
            </a:r>
          </a:p>
        </p:txBody>
      </p:sp>
      <p:sp>
        <p:nvSpPr>
          <p:cNvPr id="128010" name="Text Box 8"/>
          <p:cNvSpPr txBox="1">
            <a:spLocks noChangeArrowheads="1"/>
          </p:cNvSpPr>
          <p:nvPr/>
        </p:nvSpPr>
        <p:spPr bwMode="auto">
          <a:xfrm>
            <a:off x="6343032" y="1501775"/>
            <a:ext cx="1180131" cy="400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2000" dirty="0"/>
              <a:t>D(y),p(y)</a:t>
            </a:r>
          </a:p>
        </p:txBody>
      </p:sp>
      <p:sp>
        <p:nvSpPr>
          <p:cNvPr id="128011" name="Text Box 9"/>
          <p:cNvSpPr txBox="1">
            <a:spLocks noChangeArrowheads="1"/>
          </p:cNvSpPr>
          <p:nvPr/>
        </p:nvSpPr>
        <p:spPr bwMode="auto">
          <a:xfrm>
            <a:off x="7595505" y="1516063"/>
            <a:ext cx="1180195" cy="70788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2000" dirty="0"/>
              <a:t>D(z),p(z)</a:t>
            </a:r>
          </a:p>
          <a:p>
            <a:pPr algn="r"/>
            <a:endParaRPr lang="en-US" sz="2000" dirty="0"/>
          </a:p>
        </p:txBody>
      </p:sp>
      <p:sp>
        <p:nvSpPr>
          <p:cNvPr id="128012" name="Line 10"/>
          <p:cNvSpPr>
            <a:spLocks noChangeShapeType="1"/>
          </p:cNvSpPr>
          <p:nvPr/>
        </p:nvSpPr>
        <p:spPr bwMode="auto">
          <a:xfrm>
            <a:off x="361950" y="1857375"/>
            <a:ext cx="8505825" cy="9525"/>
          </a:xfrm>
          <a:prstGeom prst="line">
            <a:avLst/>
          </a:prstGeom>
          <a:noFill/>
          <a:ln w="28575">
            <a:solidFill>
              <a:schemeClr val="accent2"/>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28013" name="Line 11"/>
          <p:cNvSpPr>
            <a:spLocks noChangeShapeType="1"/>
          </p:cNvSpPr>
          <p:nvPr/>
        </p:nvSpPr>
        <p:spPr bwMode="auto">
          <a:xfrm>
            <a:off x="519113" y="2162175"/>
            <a:ext cx="8296275" cy="0"/>
          </a:xfrm>
          <a:prstGeom prst="line">
            <a:avLst/>
          </a:prstGeom>
          <a:noFill/>
          <a:ln w="19050">
            <a:solidFill>
              <a:schemeClr val="accent2"/>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28014" name="Line 12"/>
          <p:cNvSpPr>
            <a:spLocks noChangeShapeType="1"/>
          </p:cNvSpPr>
          <p:nvPr/>
        </p:nvSpPr>
        <p:spPr bwMode="auto">
          <a:xfrm>
            <a:off x="538163" y="2457450"/>
            <a:ext cx="8267700" cy="4763"/>
          </a:xfrm>
          <a:prstGeom prst="line">
            <a:avLst/>
          </a:prstGeom>
          <a:noFill/>
          <a:ln w="19050">
            <a:solidFill>
              <a:schemeClr val="accent2"/>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28015" name="Line 13"/>
          <p:cNvSpPr>
            <a:spLocks noChangeShapeType="1"/>
          </p:cNvSpPr>
          <p:nvPr/>
        </p:nvSpPr>
        <p:spPr bwMode="auto">
          <a:xfrm>
            <a:off x="547688" y="2767013"/>
            <a:ext cx="8253412" cy="9525"/>
          </a:xfrm>
          <a:prstGeom prst="line">
            <a:avLst/>
          </a:prstGeom>
          <a:noFill/>
          <a:ln w="19050">
            <a:solidFill>
              <a:schemeClr val="accent2"/>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28016" name="Line 14"/>
          <p:cNvSpPr>
            <a:spLocks noChangeShapeType="1"/>
          </p:cNvSpPr>
          <p:nvPr/>
        </p:nvSpPr>
        <p:spPr bwMode="auto">
          <a:xfrm>
            <a:off x="557213" y="3071813"/>
            <a:ext cx="8267700" cy="9525"/>
          </a:xfrm>
          <a:prstGeom prst="line">
            <a:avLst/>
          </a:prstGeom>
          <a:noFill/>
          <a:ln w="19050">
            <a:solidFill>
              <a:schemeClr val="accent2"/>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28017" name="Line 15"/>
          <p:cNvSpPr>
            <a:spLocks noChangeShapeType="1"/>
          </p:cNvSpPr>
          <p:nvPr/>
        </p:nvSpPr>
        <p:spPr bwMode="auto">
          <a:xfrm>
            <a:off x="571500" y="3386138"/>
            <a:ext cx="8262938" cy="4762"/>
          </a:xfrm>
          <a:prstGeom prst="line">
            <a:avLst/>
          </a:prstGeom>
          <a:noFill/>
          <a:ln w="19050">
            <a:solidFill>
              <a:schemeClr val="accent2"/>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grpSp>
        <p:nvGrpSpPr>
          <p:cNvPr id="128018" name="Group 16"/>
          <p:cNvGrpSpPr>
            <a:grpSpLocks/>
          </p:cNvGrpSpPr>
          <p:nvPr/>
        </p:nvGrpSpPr>
        <p:grpSpPr bwMode="auto">
          <a:xfrm>
            <a:off x="3645396" y="3771160"/>
            <a:ext cx="3571875" cy="2236787"/>
            <a:chOff x="3162" y="1071"/>
            <a:chExt cx="2250" cy="1409"/>
          </a:xfrm>
        </p:grpSpPr>
        <p:sp>
          <p:nvSpPr>
            <p:cNvPr id="128024" name="Freeform 17"/>
            <p:cNvSpPr>
              <a:spLocks/>
            </p:cNvSpPr>
            <p:nvPr/>
          </p:nvSpPr>
          <p:spPr bwMode="auto">
            <a:xfrm>
              <a:off x="3162" y="1071"/>
              <a:ext cx="2250" cy="1409"/>
            </a:xfrm>
            <a:custGeom>
              <a:avLst/>
              <a:gdLst>
                <a:gd name="T0" fmla="*/ 0 w 2250"/>
                <a:gd name="T1" fmla="*/ 624 h 1409"/>
                <a:gd name="T2" fmla="*/ 219 w 2250"/>
                <a:gd name="T3" fmla="*/ 321 h 1409"/>
                <a:gd name="T4" fmla="*/ 529 w 2250"/>
                <a:gd name="T5" fmla="*/ 35 h 1409"/>
                <a:gd name="T6" fmla="*/ 1551 w 2250"/>
                <a:gd name="T7" fmla="*/ 111 h 1409"/>
                <a:gd name="T8" fmla="*/ 1968 w 2250"/>
                <a:gd name="T9" fmla="*/ 483 h 1409"/>
                <a:gd name="T10" fmla="*/ 2199 w 2250"/>
                <a:gd name="T11" fmla="*/ 906 h 1409"/>
                <a:gd name="T12" fmla="*/ 1659 w 2250"/>
                <a:gd name="T13" fmla="*/ 1314 h 1409"/>
                <a:gd name="T14" fmla="*/ 993 w 2250"/>
                <a:gd name="T15" fmla="*/ 1386 h 1409"/>
                <a:gd name="T16" fmla="*/ 465 w 2250"/>
                <a:gd name="T17" fmla="*/ 1356 h 1409"/>
                <a:gd name="T18" fmla="*/ 102 w 2250"/>
                <a:gd name="T19" fmla="*/ 1068 h 1409"/>
                <a:gd name="T20" fmla="*/ 0 w 2250"/>
                <a:gd name="T21" fmla="*/ 624 h 140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50"/>
                <a:gd name="T34" fmla="*/ 0 h 1409"/>
                <a:gd name="T35" fmla="*/ 2250 w 2250"/>
                <a:gd name="T36" fmla="*/ 1409 h 140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50" h="1409">
                  <a:moveTo>
                    <a:pt x="0" y="624"/>
                  </a:moveTo>
                  <a:cubicBezTo>
                    <a:pt x="5" y="506"/>
                    <a:pt x="131" y="419"/>
                    <a:pt x="219" y="321"/>
                  </a:cubicBezTo>
                  <a:cubicBezTo>
                    <a:pt x="307" y="223"/>
                    <a:pt x="307" y="70"/>
                    <a:pt x="529" y="35"/>
                  </a:cubicBezTo>
                  <a:cubicBezTo>
                    <a:pt x="751" y="0"/>
                    <a:pt x="1311" y="36"/>
                    <a:pt x="1551" y="111"/>
                  </a:cubicBezTo>
                  <a:cubicBezTo>
                    <a:pt x="1791" y="186"/>
                    <a:pt x="1860" y="351"/>
                    <a:pt x="1968" y="483"/>
                  </a:cubicBezTo>
                  <a:cubicBezTo>
                    <a:pt x="2076" y="615"/>
                    <a:pt x="2250" y="767"/>
                    <a:pt x="2199" y="906"/>
                  </a:cubicBezTo>
                  <a:cubicBezTo>
                    <a:pt x="2148" y="1045"/>
                    <a:pt x="1860" y="1234"/>
                    <a:pt x="1659" y="1314"/>
                  </a:cubicBezTo>
                  <a:cubicBezTo>
                    <a:pt x="1458" y="1394"/>
                    <a:pt x="1192" y="1379"/>
                    <a:pt x="993" y="1386"/>
                  </a:cubicBezTo>
                  <a:cubicBezTo>
                    <a:pt x="794" y="1393"/>
                    <a:pt x="613" y="1409"/>
                    <a:pt x="465" y="1356"/>
                  </a:cubicBezTo>
                  <a:cubicBezTo>
                    <a:pt x="317" y="1303"/>
                    <a:pt x="180" y="1190"/>
                    <a:pt x="102" y="1068"/>
                  </a:cubicBezTo>
                  <a:cubicBezTo>
                    <a:pt x="24" y="946"/>
                    <a:pt x="21" y="716"/>
                    <a:pt x="0" y="624"/>
                  </a:cubicBezTo>
                  <a:close/>
                </a:path>
              </a:pathLst>
            </a:custGeom>
            <a:solidFill>
              <a:srgbClr val="99CCFF"/>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sp>
          <p:nvSpPr>
            <p:cNvPr id="128025" name="Freeform 18"/>
            <p:cNvSpPr>
              <a:spLocks/>
            </p:cNvSpPr>
            <p:nvPr/>
          </p:nvSpPr>
          <p:spPr bwMode="auto">
            <a:xfrm>
              <a:off x="3498" y="1620"/>
              <a:ext cx="342" cy="186"/>
            </a:xfrm>
            <a:custGeom>
              <a:avLst/>
              <a:gdLst>
                <a:gd name="T0" fmla="*/ 0 w 342"/>
                <a:gd name="T1" fmla="*/ 186 h 186"/>
                <a:gd name="T2" fmla="*/ 342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sp>
          <p:nvSpPr>
            <p:cNvPr id="128026" name="Oval 19"/>
            <p:cNvSpPr>
              <a:spLocks noChangeArrowheads="1"/>
            </p:cNvSpPr>
            <p:nvPr/>
          </p:nvSpPr>
          <p:spPr bwMode="auto">
            <a:xfrm>
              <a:off x="3238" y="1862"/>
              <a:ext cx="313" cy="81"/>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28027" name="Line 20"/>
            <p:cNvSpPr>
              <a:spLocks noChangeShapeType="1"/>
            </p:cNvSpPr>
            <p:nvPr/>
          </p:nvSpPr>
          <p:spPr bwMode="auto">
            <a:xfrm>
              <a:off x="3238" y="1855"/>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28028" name="Line 21"/>
            <p:cNvSpPr>
              <a:spLocks noChangeShapeType="1"/>
            </p:cNvSpPr>
            <p:nvPr/>
          </p:nvSpPr>
          <p:spPr bwMode="auto">
            <a:xfrm>
              <a:off x="3551" y="1855"/>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28029" name="Rectangle 22"/>
            <p:cNvSpPr>
              <a:spLocks noChangeArrowheads="1"/>
            </p:cNvSpPr>
            <p:nvPr/>
          </p:nvSpPr>
          <p:spPr bwMode="auto">
            <a:xfrm>
              <a:off x="3238" y="1855"/>
              <a:ext cx="310" cy="49"/>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sz="2400"/>
            </a:p>
          </p:txBody>
        </p:sp>
        <p:sp>
          <p:nvSpPr>
            <p:cNvPr id="128030" name="Oval 23"/>
            <p:cNvSpPr>
              <a:spLocks noChangeArrowheads="1"/>
            </p:cNvSpPr>
            <p:nvPr/>
          </p:nvSpPr>
          <p:spPr bwMode="auto">
            <a:xfrm>
              <a:off x="3235" y="1796"/>
              <a:ext cx="313" cy="95"/>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28031" name="Oval 24"/>
            <p:cNvSpPr>
              <a:spLocks noChangeArrowheads="1"/>
            </p:cNvSpPr>
            <p:nvPr/>
          </p:nvSpPr>
          <p:spPr bwMode="auto">
            <a:xfrm>
              <a:off x="3712" y="2249"/>
              <a:ext cx="313" cy="81"/>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28032" name="Line 25"/>
            <p:cNvSpPr>
              <a:spLocks noChangeShapeType="1"/>
            </p:cNvSpPr>
            <p:nvPr/>
          </p:nvSpPr>
          <p:spPr bwMode="auto">
            <a:xfrm>
              <a:off x="3712" y="2242"/>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28033" name="Line 26"/>
            <p:cNvSpPr>
              <a:spLocks noChangeShapeType="1"/>
            </p:cNvSpPr>
            <p:nvPr/>
          </p:nvSpPr>
          <p:spPr bwMode="auto">
            <a:xfrm>
              <a:off x="4025" y="2242"/>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28034" name="Rectangle 27"/>
            <p:cNvSpPr>
              <a:spLocks noChangeArrowheads="1"/>
            </p:cNvSpPr>
            <p:nvPr/>
          </p:nvSpPr>
          <p:spPr bwMode="auto">
            <a:xfrm>
              <a:off x="3712" y="2242"/>
              <a:ext cx="310" cy="49"/>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sz="2400"/>
            </a:p>
          </p:txBody>
        </p:sp>
        <p:sp>
          <p:nvSpPr>
            <p:cNvPr id="128035" name="Oval 28"/>
            <p:cNvSpPr>
              <a:spLocks noChangeArrowheads="1"/>
            </p:cNvSpPr>
            <p:nvPr/>
          </p:nvSpPr>
          <p:spPr bwMode="auto">
            <a:xfrm>
              <a:off x="3709" y="2183"/>
              <a:ext cx="313" cy="95"/>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28036" name="Oval 29"/>
            <p:cNvSpPr>
              <a:spLocks noChangeArrowheads="1"/>
            </p:cNvSpPr>
            <p:nvPr/>
          </p:nvSpPr>
          <p:spPr bwMode="auto">
            <a:xfrm>
              <a:off x="3708" y="1559"/>
              <a:ext cx="313" cy="81"/>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28037" name="Line 30"/>
            <p:cNvSpPr>
              <a:spLocks noChangeShapeType="1"/>
            </p:cNvSpPr>
            <p:nvPr/>
          </p:nvSpPr>
          <p:spPr bwMode="auto">
            <a:xfrm>
              <a:off x="3708" y="1552"/>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28038" name="Line 31"/>
            <p:cNvSpPr>
              <a:spLocks noChangeShapeType="1"/>
            </p:cNvSpPr>
            <p:nvPr/>
          </p:nvSpPr>
          <p:spPr bwMode="auto">
            <a:xfrm>
              <a:off x="4021" y="1552"/>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28039" name="Rectangle 32"/>
            <p:cNvSpPr>
              <a:spLocks noChangeArrowheads="1"/>
            </p:cNvSpPr>
            <p:nvPr/>
          </p:nvSpPr>
          <p:spPr bwMode="auto">
            <a:xfrm>
              <a:off x="3708" y="1552"/>
              <a:ext cx="310" cy="49"/>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sz="2400"/>
            </a:p>
          </p:txBody>
        </p:sp>
        <p:sp>
          <p:nvSpPr>
            <p:cNvPr id="128040" name="Oval 33"/>
            <p:cNvSpPr>
              <a:spLocks noChangeArrowheads="1"/>
            </p:cNvSpPr>
            <p:nvPr/>
          </p:nvSpPr>
          <p:spPr bwMode="auto">
            <a:xfrm>
              <a:off x="3705" y="1493"/>
              <a:ext cx="313" cy="95"/>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28041" name="Oval 34"/>
            <p:cNvSpPr>
              <a:spLocks noChangeArrowheads="1"/>
            </p:cNvSpPr>
            <p:nvPr/>
          </p:nvSpPr>
          <p:spPr bwMode="auto">
            <a:xfrm>
              <a:off x="4391" y="1555"/>
              <a:ext cx="312" cy="81"/>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28042" name="Line 35"/>
            <p:cNvSpPr>
              <a:spLocks noChangeShapeType="1"/>
            </p:cNvSpPr>
            <p:nvPr/>
          </p:nvSpPr>
          <p:spPr bwMode="auto">
            <a:xfrm>
              <a:off x="4391" y="1548"/>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28043" name="Line 36"/>
            <p:cNvSpPr>
              <a:spLocks noChangeShapeType="1"/>
            </p:cNvSpPr>
            <p:nvPr/>
          </p:nvSpPr>
          <p:spPr bwMode="auto">
            <a:xfrm>
              <a:off x="4703" y="1548"/>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28044" name="Rectangle 37"/>
            <p:cNvSpPr>
              <a:spLocks noChangeArrowheads="1"/>
            </p:cNvSpPr>
            <p:nvPr/>
          </p:nvSpPr>
          <p:spPr bwMode="auto">
            <a:xfrm>
              <a:off x="4391" y="1548"/>
              <a:ext cx="309" cy="49"/>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sz="2400"/>
            </a:p>
          </p:txBody>
        </p:sp>
        <p:sp>
          <p:nvSpPr>
            <p:cNvPr id="128045" name="Oval 38"/>
            <p:cNvSpPr>
              <a:spLocks noChangeArrowheads="1"/>
            </p:cNvSpPr>
            <p:nvPr/>
          </p:nvSpPr>
          <p:spPr bwMode="auto">
            <a:xfrm>
              <a:off x="4394" y="1492"/>
              <a:ext cx="312" cy="95"/>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28046" name="Oval 39"/>
            <p:cNvSpPr>
              <a:spLocks noChangeArrowheads="1"/>
            </p:cNvSpPr>
            <p:nvPr/>
          </p:nvSpPr>
          <p:spPr bwMode="auto">
            <a:xfrm>
              <a:off x="4401" y="2246"/>
              <a:ext cx="313" cy="81"/>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28047" name="Line 40"/>
            <p:cNvSpPr>
              <a:spLocks noChangeShapeType="1"/>
            </p:cNvSpPr>
            <p:nvPr/>
          </p:nvSpPr>
          <p:spPr bwMode="auto">
            <a:xfrm>
              <a:off x="4401" y="2239"/>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28048" name="Line 41"/>
            <p:cNvSpPr>
              <a:spLocks noChangeShapeType="1"/>
            </p:cNvSpPr>
            <p:nvPr/>
          </p:nvSpPr>
          <p:spPr bwMode="auto">
            <a:xfrm>
              <a:off x="4714" y="2239"/>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28049" name="Rectangle 42"/>
            <p:cNvSpPr>
              <a:spLocks noChangeArrowheads="1"/>
            </p:cNvSpPr>
            <p:nvPr/>
          </p:nvSpPr>
          <p:spPr bwMode="auto">
            <a:xfrm>
              <a:off x="4401" y="2239"/>
              <a:ext cx="310" cy="49"/>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sz="2400"/>
            </a:p>
          </p:txBody>
        </p:sp>
        <p:sp>
          <p:nvSpPr>
            <p:cNvPr id="128050" name="Oval 43"/>
            <p:cNvSpPr>
              <a:spLocks noChangeArrowheads="1"/>
            </p:cNvSpPr>
            <p:nvPr/>
          </p:nvSpPr>
          <p:spPr bwMode="auto">
            <a:xfrm>
              <a:off x="4398" y="2180"/>
              <a:ext cx="313" cy="95"/>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28051" name="Oval 44"/>
            <p:cNvSpPr>
              <a:spLocks noChangeArrowheads="1"/>
            </p:cNvSpPr>
            <p:nvPr/>
          </p:nvSpPr>
          <p:spPr bwMode="auto">
            <a:xfrm>
              <a:off x="4966" y="1905"/>
              <a:ext cx="313" cy="81"/>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28052" name="Line 45"/>
            <p:cNvSpPr>
              <a:spLocks noChangeShapeType="1"/>
            </p:cNvSpPr>
            <p:nvPr/>
          </p:nvSpPr>
          <p:spPr bwMode="auto">
            <a:xfrm>
              <a:off x="4966" y="1898"/>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28053" name="Line 46"/>
            <p:cNvSpPr>
              <a:spLocks noChangeShapeType="1"/>
            </p:cNvSpPr>
            <p:nvPr/>
          </p:nvSpPr>
          <p:spPr bwMode="auto">
            <a:xfrm>
              <a:off x="5279" y="1898"/>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28054" name="Rectangle 47"/>
            <p:cNvSpPr>
              <a:spLocks noChangeArrowheads="1"/>
            </p:cNvSpPr>
            <p:nvPr/>
          </p:nvSpPr>
          <p:spPr bwMode="auto">
            <a:xfrm>
              <a:off x="4966" y="1898"/>
              <a:ext cx="310" cy="49"/>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sz="2400"/>
            </a:p>
          </p:txBody>
        </p:sp>
        <p:sp>
          <p:nvSpPr>
            <p:cNvPr id="128055" name="Oval 48"/>
            <p:cNvSpPr>
              <a:spLocks noChangeArrowheads="1"/>
            </p:cNvSpPr>
            <p:nvPr/>
          </p:nvSpPr>
          <p:spPr bwMode="auto">
            <a:xfrm>
              <a:off x="4963" y="1839"/>
              <a:ext cx="313" cy="95"/>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28056" name="Freeform 49"/>
            <p:cNvSpPr>
              <a:spLocks/>
            </p:cNvSpPr>
            <p:nvPr/>
          </p:nvSpPr>
          <p:spPr bwMode="auto">
            <a:xfrm>
              <a:off x="4557" y="1647"/>
              <a:ext cx="1" cy="522"/>
            </a:xfrm>
            <a:custGeom>
              <a:avLst/>
              <a:gdLst>
                <a:gd name="T0" fmla="*/ 0 w 1"/>
                <a:gd name="T1" fmla="*/ 0 h 522"/>
                <a:gd name="T2" fmla="*/ 0 w 1"/>
                <a:gd name="T3" fmla="*/ 522 h 522"/>
                <a:gd name="T4" fmla="*/ 0 60000 65536"/>
                <a:gd name="T5" fmla="*/ 0 60000 65536"/>
                <a:gd name="T6" fmla="*/ 0 w 1"/>
                <a:gd name="T7" fmla="*/ 0 h 522"/>
                <a:gd name="T8" fmla="*/ 1 w 1"/>
                <a:gd name="T9" fmla="*/ 522 h 522"/>
              </a:gdLst>
              <a:ahLst/>
              <a:cxnLst>
                <a:cxn ang="T4">
                  <a:pos x="T0" y="T1"/>
                </a:cxn>
                <a:cxn ang="T5">
                  <a:pos x="T2" y="T3"/>
                </a:cxn>
              </a:cxnLst>
              <a:rect l="T6" t="T7" r="T8" b="T9"/>
              <a:pathLst>
                <a:path w="1" h="522">
                  <a:moveTo>
                    <a:pt x="0" y="0"/>
                  </a:moveTo>
                  <a:lnTo>
                    <a:pt x="0" y="522"/>
                  </a:ln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sp>
          <p:nvSpPr>
            <p:cNvPr id="128057" name="Freeform 50"/>
            <p:cNvSpPr>
              <a:spLocks/>
            </p:cNvSpPr>
            <p:nvPr/>
          </p:nvSpPr>
          <p:spPr bwMode="auto">
            <a:xfrm>
              <a:off x="3864" y="1653"/>
              <a:ext cx="1" cy="537"/>
            </a:xfrm>
            <a:custGeom>
              <a:avLst/>
              <a:gdLst>
                <a:gd name="T0" fmla="*/ 0 w 1"/>
                <a:gd name="T1" fmla="*/ 0 h 537"/>
                <a:gd name="T2" fmla="*/ 0 w 1"/>
                <a:gd name="T3" fmla="*/ 537 h 537"/>
                <a:gd name="T4" fmla="*/ 0 60000 65536"/>
                <a:gd name="T5" fmla="*/ 0 60000 65536"/>
                <a:gd name="T6" fmla="*/ 0 w 1"/>
                <a:gd name="T7" fmla="*/ 0 h 537"/>
                <a:gd name="T8" fmla="*/ 1 w 1"/>
                <a:gd name="T9" fmla="*/ 537 h 537"/>
              </a:gdLst>
              <a:ahLst/>
              <a:cxnLst>
                <a:cxn ang="T4">
                  <a:pos x="T0" y="T1"/>
                </a:cxn>
                <a:cxn ang="T5">
                  <a:pos x="T2" y="T3"/>
                </a:cxn>
              </a:cxnLst>
              <a:rect l="T6" t="T7" r="T8" b="T9"/>
              <a:pathLst>
                <a:path w="1" h="537">
                  <a:moveTo>
                    <a:pt x="0" y="0"/>
                  </a:moveTo>
                  <a:lnTo>
                    <a:pt x="0" y="537"/>
                  </a:ln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sp>
          <p:nvSpPr>
            <p:cNvPr id="128058" name="Freeform 51"/>
            <p:cNvSpPr>
              <a:spLocks/>
            </p:cNvSpPr>
            <p:nvPr/>
          </p:nvSpPr>
          <p:spPr bwMode="auto">
            <a:xfrm>
              <a:off x="4029" y="1638"/>
              <a:ext cx="504" cy="600"/>
            </a:xfrm>
            <a:custGeom>
              <a:avLst/>
              <a:gdLst>
                <a:gd name="T0" fmla="*/ 0 w 378"/>
                <a:gd name="T1" fmla="*/ 11993521 h 174"/>
                <a:gd name="T2" fmla="*/ 5035 w 378"/>
                <a:gd name="T3" fmla="*/ 0 h 174"/>
                <a:gd name="T4" fmla="*/ 0 60000 65536"/>
                <a:gd name="T5" fmla="*/ 0 60000 65536"/>
                <a:gd name="T6" fmla="*/ 0 w 378"/>
                <a:gd name="T7" fmla="*/ 0 h 174"/>
                <a:gd name="T8" fmla="*/ 378 w 378"/>
                <a:gd name="T9" fmla="*/ 174 h 174"/>
              </a:gdLst>
              <a:ahLst/>
              <a:cxnLst>
                <a:cxn ang="T4">
                  <a:pos x="T0" y="T1"/>
                </a:cxn>
                <a:cxn ang="T5">
                  <a:pos x="T2" y="T3"/>
                </a:cxn>
              </a:cxnLst>
              <a:rect l="T6" t="T7" r="T8" b="T9"/>
              <a:pathLst>
                <a:path w="378" h="174">
                  <a:moveTo>
                    <a:pt x="0" y="174"/>
                  </a:moveTo>
                  <a:lnTo>
                    <a:pt x="378" y="0"/>
                  </a:ln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sp>
          <p:nvSpPr>
            <p:cNvPr id="128059" name="Freeform 52"/>
            <p:cNvSpPr>
              <a:spLocks/>
            </p:cNvSpPr>
            <p:nvPr/>
          </p:nvSpPr>
          <p:spPr bwMode="auto">
            <a:xfrm>
              <a:off x="4716" y="1986"/>
              <a:ext cx="366" cy="270"/>
            </a:xfrm>
            <a:custGeom>
              <a:avLst/>
              <a:gdLst>
                <a:gd name="T0" fmla="*/ 0 w 366"/>
                <a:gd name="T1" fmla="*/ 270 h 270"/>
                <a:gd name="T2" fmla="*/ 366 w 366"/>
                <a:gd name="T3" fmla="*/ 0 h 270"/>
                <a:gd name="T4" fmla="*/ 0 60000 65536"/>
                <a:gd name="T5" fmla="*/ 0 60000 65536"/>
                <a:gd name="T6" fmla="*/ 0 w 366"/>
                <a:gd name="T7" fmla="*/ 0 h 270"/>
                <a:gd name="T8" fmla="*/ 366 w 366"/>
                <a:gd name="T9" fmla="*/ 270 h 270"/>
              </a:gdLst>
              <a:ahLst/>
              <a:cxnLst>
                <a:cxn ang="T4">
                  <a:pos x="T0" y="T1"/>
                </a:cxn>
                <a:cxn ang="T5">
                  <a:pos x="T2" y="T3"/>
                </a:cxn>
              </a:cxnLst>
              <a:rect l="T6" t="T7" r="T8" b="T9"/>
              <a:pathLst>
                <a:path w="366" h="270">
                  <a:moveTo>
                    <a:pt x="0" y="270"/>
                  </a:moveTo>
                  <a:lnTo>
                    <a:pt x="366" y="0"/>
                  </a:ln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sp>
          <p:nvSpPr>
            <p:cNvPr id="128060" name="Freeform 53"/>
            <p:cNvSpPr>
              <a:spLocks/>
            </p:cNvSpPr>
            <p:nvPr/>
          </p:nvSpPr>
          <p:spPr bwMode="auto">
            <a:xfrm>
              <a:off x="4035" y="2268"/>
              <a:ext cx="366" cy="1"/>
            </a:xfrm>
            <a:custGeom>
              <a:avLst/>
              <a:gdLst>
                <a:gd name="T0" fmla="*/ 366 w 366"/>
                <a:gd name="T1" fmla="*/ 0 h 1"/>
                <a:gd name="T2" fmla="*/ 0 w 366"/>
                <a:gd name="T3" fmla="*/ 0 h 1"/>
                <a:gd name="T4" fmla="*/ 0 60000 65536"/>
                <a:gd name="T5" fmla="*/ 0 60000 65536"/>
                <a:gd name="T6" fmla="*/ 0 w 366"/>
                <a:gd name="T7" fmla="*/ 0 h 1"/>
                <a:gd name="T8" fmla="*/ 366 w 366"/>
                <a:gd name="T9" fmla="*/ 1 h 1"/>
              </a:gdLst>
              <a:ahLst/>
              <a:cxnLst>
                <a:cxn ang="T4">
                  <a:pos x="T0" y="T1"/>
                </a:cxn>
                <a:cxn ang="T5">
                  <a:pos x="T2" y="T3"/>
                </a:cxn>
              </a:cxnLst>
              <a:rect l="T6" t="T7" r="T8" b="T9"/>
              <a:pathLst>
                <a:path w="366" h="1">
                  <a:moveTo>
                    <a:pt x="366" y="0"/>
                  </a:moveTo>
                  <a:lnTo>
                    <a:pt x="0" y="0"/>
                  </a:ln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sp>
          <p:nvSpPr>
            <p:cNvPr id="128061" name="Freeform 54"/>
            <p:cNvSpPr>
              <a:spLocks/>
            </p:cNvSpPr>
            <p:nvPr/>
          </p:nvSpPr>
          <p:spPr bwMode="auto">
            <a:xfrm>
              <a:off x="3444" y="1944"/>
              <a:ext cx="276" cy="264"/>
            </a:xfrm>
            <a:custGeom>
              <a:avLst/>
              <a:gdLst>
                <a:gd name="T0" fmla="*/ 276 w 276"/>
                <a:gd name="T1" fmla="*/ 264 h 264"/>
                <a:gd name="T2" fmla="*/ 0 w 276"/>
                <a:gd name="T3" fmla="*/ 0 h 264"/>
                <a:gd name="T4" fmla="*/ 0 60000 65536"/>
                <a:gd name="T5" fmla="*/ 0 60000 65536"/>
                <a:gd name="T6" fmla="*/ 0 w 276"/>
                <a:gd name="T7" fmla="*/ 0 h 264"/>
                <a:gd name="T8" fmla="*/ 276 w 276"/>
                <a:gd name="T9" fmla="*/ 264 h 264"/>
              </a:gdLst>
              <a:ahLst/>
              <a:cxnLst>
                <a:cxn ang="T4">
                  <a:pos x="T0" y="T1"/>
                </a:cxn>
                <a:cxn ang="T5">
                  <a:pos x="T2" y="T3"/>
                </a:cxn>
              </a:cxnLst>
              <a:rect l="T6" t="T7" r="T8" b="T9"/>
              <a:pathLst>
                <a:path w="276" h="264">
                  <a:moveTo>
                    <a:pt x="276" y="264"/>
                  </a:moveTo>
                  <a:lnTo>
                    <a:pt x="0" y="0"/>
                  </a:ln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sp>
          <p:nvSpPr>
            <p:cNvPr id="128062" name="Freeform 55"/>
            <p:cNvSpPr>
              <a:spLocks/>
            </p:cNvSpPr>
            <p:nvPr/>
          </p:nvSpPr>
          <p:spPr bwMode="auto">
            <a:xfrm>
              <a:off x="4029" y="1578"/>
              <a:ext cx="366" cy="1"/>
            </a:xfrm>
            <a:custGeom>
              <a:avLst/>
              <a:gdLst>
                <a:gd name="T0" fmla="*/ 366 w 366"/>
                <a:gd name="T1" fmla="*/ 0 h 1"/>
                <a:gd name="T2" fmla="*/ 0 w 366"/>
                <a:gd name="T3" fmla="*/ 0 h 1"/>
                <a:gd name="T4" fmla="*/ 0 60000 65536"/>
                <a:gd name="T5" fmla="*/ 0 60000 65536"/>
                <a:gd name="T6" fmla="*/ 0 w 366"/>
                <a:gd name="T7" fmla="*/ 0 h 1"/>
                <a:gd name="T8" fmla="*/ 366 w 366"/>
                <a:gd name="T9" fmla="*/ 1 h 1"/>
              </a:gdLst>
              <a:ahLst/>
              <a:cxnLst>
                <a:cxn ang="T4">
                  <a:pos x="T0" y="T1"/>
                </a:cxn>
                <a:cxn ang="T5">
                  <a:pos x="T2" y="T3"/>
                </a:cxn>
              </a:cxnLst>
              <a:rect l="T6" t="T7" r="T8" b="T9"/>
              <a:pathLst>
                <a:path w="366" h="1">
                  <a:moveTo>
                    <a:pt x="366" y="0"/>
                  </a:moveTo>
                  <a:lnTo>
                    <a:pt x="0" y="0"/>
                  </a:ln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sp>
          <p:nvSpPr>
            <p:cNvPr id="128063" name="Freeform 56"/>
            <p:cNvSpPr>
              <a:spLocks/>
            </p:cNvSpPr>
            <p:nvPr/>
          </p:nvSpPr>
          <p:spPr bwMode="auto">
            <a:xfrm>
              <a:off x="4704" y="1575"/>
              <a:ext cx="396" cy="267"/>
            </a:xfrm>
            <a:custGeom>
              <a:avLst/>
              <a:gdLst>
                <a:gd name="T0" fmla="*/ 396 w 396"/>
                <a:gd name="T1" fmla="*/ 267 h 267"/>
                <a:gd name="T2" fmla="*/ 0 w 396"/>
                <a:gd name="T3" fmla="*/ 0 h 267"/>
                <a:gd name="T4" fmla="*/ 0 60000 65536"/>
                <a:gd name="T5" fmla="*/ 0 60000 65536"/>
                <a:gd name="T6" fmla="*/ 0 w 396"/>
                <a:gd name="T7" fmla="*/ 0 h 267"/>
                <a:gd name="T8" fmla="*/ 396 w 396"/>
                <a:gd name="T9" fmla="*/ 267 h 267"/>
              </a:gdLst>
              <a:ahLst/>
              <a:cxnLst>
                <a:cxn ang="T4">
                  <a:pos x="T0" y="T1"/>
                </a:cxn>
                <a:cxn ang="T5">
                  <a:pos x="T2" y="T3"/>
                </a:cxn>
              </a:cxnLst>
              <a:rect l="T6" t="T7" r="T8" b="T9"/>
              <a:pathLst>
                <a:path w="396" h="267">
                  <a:moveTo>
                    <a:pt x="396" y="267"/>
                  </a:moveTo>
                  <a:lnTo>
                    <a:pt x="0" y="0"/>
                  </a:ln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sp>
          <p:nvSpPr>
            <p:cNvPr id="128064" name="Freeform 57"/>
            <p:cNvSpPr>
              <a:spLocks/>
            </p:cNvSpPr>
            <p:nvPr/>
          </p:nvSpPr>
          <p:spPr bwMode="auto">
            <a:xfrm>
              <a:off x="3387" y="1146"/>
              <a:ext cx="1110" cy="645"/>
            </a:xfrm>
            <a:custGeom>
              <a:avLst/>
              <a:gdLst>
                <a:gd name="T0" fmla="*/ 1110 w 1110"/>
                <a:gd name="T1" fmla="*/ 342 h 645"/>
                <a:gd name="T2" fmla="*/ 0 w 1110"/>
                <a:gd name="T3" fmla="*/ 645 h 645"/>
                <a:gd name="T4" fmla="*/ 0 60000 65536"/>
                <a:gd name="T5" fmla="*/ 0 60000 65536"/>
                <a:gd name="T6" fmla="*/ 0 w 1110"/>
                <a:gd name="T7" fmla="*/ 0 h 645"/>
                <a:gd name="T8" fmla="*/ 1110 w 1110"/>
                <a:gd name="T9" fmla="*/ 645 h 645"/>
              </a:gdLst>
              <a:ahLst/>
              <a:cxnLst>
                <a:cxn ang="T4">
                  <a:pos x="T0" y="T1"/>
                </a:cxn>
                <a:cxn ang="T5">
                  <a:pos x="T2" y="T3"/>
                </a:cxn>
              </a:cxnLst>
              <a:rect l="T6" t="T7" r="T8" b="T9"/>
              <a:pathLst>
                <a:path w="1110" h="645">
                  <a:moveTo>
                    <a:pt x="1110" y="342"/>
                  </a:moveTo>
                  <a:cubicBezTo>
                    <a:pt x="1104" y="0"/>
                    <a:pt x="21" y="63"/>
                    <a:pt x="0" y="645"/>
                  </a:cubicBez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grpSp>
          <p:nvGrpSpPr>
            <p:cNvPr id="128065" name="Group 58"/>
            <p:cNvGrpSpPr>
              <a:grpSpLocks/>
            </p:cNvGrpSpPr>
            <p:nvPr/>
          </p:nvGrpSpPr>
          <p:grpSpPr bwMode="auto">
            <a:xfrm>
              <a:off x="3287" y="1744"/>
              <a:ext cx="205" cy="250"/>
              <a:chOff x="2954" y="2425"/>
              <a:chExt cx="208" cy="250"/>
            </a:xfrm>
          </p:grpSpPr>
          <p:sp>
            <p:nvSpPr>
              <p:cNvPr id="128091" name="Rectangle 59"/>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p>
            </p:txBody>
          </p:sp>
          <p:sp>
            <p:nvSpPr>
              <p:cNvPr id="128092" name="Text Box 60"/>
              <p:cNvSpPr txBox="1">
                <a:spLocks noChangeArrowheads="1"/>
              </p:cNvSpPr>
              <p:nvPr/>
            </p:nvSpPr>
            <p:spPr bwMode="auto">
              <a:xfrm>
                <a:off x="2954" y="2425"/>
                <a:ext cx="208" cy="2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2000"/>
                  <a:t>u</a:t>
                </a:r>
                <a:endParaRPr lang="en-US"/>
              </a:p>
            </p:txBody>
          </p:sp>
        </p:grpSp>
        <p:grpSp>
          <p:nvGrpSpPr>
            <p:cNvPr id="128066" name="Group 61"/>
            <p:cNvGrpSpPr>
              <a:grpSpLocks/>
            </p:cNvGrpSpPr>
            <p:nvPr/>
          </p:nvGrpSpPr>
          <p:grpSpPr bwMode="auto">
            <a:xfrm>
              <a:off x="4461" y="2128"/>
              <a:ext cx="196" cy="250"/>
              <a:chOff x="2958" y="2425"/>
              <a:chExt cx="199" cy="250"/>
            </a:xfrm>
          </p:grpSpPr>
          <p:sp>
            <p:nvSpPr>
              <p:cNvPr id="128089" name="Rectangle 62"/>
              <p:cNvSpPr>
                <a:spLocks noChangeArrowheads="1"/>
              </p:cNvSpPr>
              <p:nvPr/>
            </p:nvSpPr>
            <p:spPr bwMode="auto">
              <a:xfrm>
                <a:off x="2982" y="2490"/>
                <a:ext cx="142" cy="132"/>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p>
            </p:txBody>
          </p:sp>
          <p:sp>
            <p:nvSpPr>
              <p:cNvPr id="128090" name="Text Box 63"/>
              <p:cNvSpPr txBox="1">
                <a:spLocks noChangeArrowheads="1"/>
              </p:cNvSpPr>
              <p:nvPr/>
            </p:nvSpPr>
            <p:spPr bwMode="auto">
              <a:xfrm>
                <a:off x="2958" y="2425"/>
                <a:ext cx="199" cy="2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2000"/>
                  <a:t>y</a:t>
                </a:r>
                <a:endParaRPr lang="en-US"/>
              </a:p>
            </p:txBody>
          </p:sp>
        </p:grpSp>
        <p:grpSp>
          <p:nvGrpSpPr>
            <p:cNvPr id="128067" name="Group 64"/>
            <p:cNvGrpSpPr>
              <a:grpSpLocks/>
            </p:cNvGrpSpPr>
            <p:nvPr/>
          </p:nvGrpSpPr>
          <p:grpSpPr bwMode="auto">
            <a:xfrm>
              <a:off x="3772" y="2095"/>
              <a:ext cx="212" cy="288"/>
              <a:chOff x="2951" y="2395"/>
              <a:chExt cx="213" cy="288"/>
            </a:xfrm>
          </p:grpSpPr>
          <p:sp>
            <p:nvSpPr>
              <p:cNvPr id="128087" name="Rectangle 65"/>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p>
            </p:txBody>
          </p:sp>
          <p:sp>
            <p:nvSpPr>
              <p:cNvPr id="128088" name="Text Box 66"/>
              <p:cNvSpPr txBox="1">
                <a:spLocks noChangeArrowheads="1"/>
              </p:cNvSpPr>
              <p:nvPr/>
            </p:nvSpPr>
            <p:spPr bwMode="auto">
              <a:xfrm>
                <a:off x="2951" y="2395"/>
                <a:ext cx="213" cy="2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a:t>x</a:t>
                </a:r>
              </a:p>
            </p:txBody>
          </p:sp>
        </p:grpSp>
        <p:grpSp>
          <p:nvGrpSpPr>
            <p:cNvPr id="128068" name="Group 67"/>
            <p:cNvGrpSpPr>
              <a:grpSpLocks/>
            </p:cNvGrpSpPr>
            <p:nvPr/>
          </p:nvGrpSpPr>
          <p:grpSpPr bwMode="auto">
            <a:xfrm>
              <a:off x="4438" y="1438"/>
              <a:ext cx="232" cy="250"/>
              <a:chOff x="2941" y="2425"/>
              <a:chExt cx="235" cy="250"/>
            </a:xfrm>
          </p:grpSpPr>
          <p:sp>
            <p:nvSpPr>
              <p:cNvPr id="128085" name="Rectangle 68"/>
              <p:cNvSpPr>
                <a:spLocks noChangeArrowheads="1"/>
              </p:cNvSpPr>
              <p:nvPr/>
            </p:nvSpPr>
            <p:spPr bwMode="auto">
              <a:xfrm>
                <a:off x="2982" y="2490"/>
                <a:ext cx="146" cy="132"/>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p>
            </p:txBody>
          </p:sp>
          <p:sp>
            <p:nvSpPr>
              <p:cNvPr id="128086" name="Text Box 69"/>
              <p:cNvSpPr txBox="1">
                <a:spLocks noChangeArrowheads="1"/>
              </p:cNvSpPr>
              <p:nvPr/>
            </p:nvSpPr>
            <p:spPr bwMode="auto">
              <a:xfrm>
                <a:off x="2941" y="2425"/>
                <a:ext cx="235" cy="2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2000"/>
                  <a:t>w</a:t>
                </a:r>
                <a:endParaRPr lang="en-US"/>
              </a:p>
            </p:txBody>
          </p:sp>
        </p:grpSp>
        <p:grpSp>
          <p:nvGrpSpPr>
            <p:cNvPr id="128069" name="Group 70"/>
            <p:cNvGrpSpPr>
              <a:grpSpLocks/>
            </p:cNvGrpSpPr>
            <p:nvPr/>
          </p:nvGrpSpPr>
          <p:grpSpPr bwMode="auto">
            <a:xfrm>
              <a:off x="3771" y="1438"/>
              <a:ext cx="196" cy="250"/>
              <a:chOff x="2958" y="2425"/>
              <a:chExt cx="199" cy="250"/>
            </a:xfrm>
          </p:grpSpPr>
          <p:sp>
            <p:nvSpPr>
              <p:cNvPr id="128083" name="Rectangle 71"/>
              <p:cNvSpPr>
                <a:spLocks noChangeArrowheads="1"/>
              </p:cNvSpPr>
              <p:nvPr/>
            </p:nvSpPr>
            <p:spPr bwMode="auto">
              <a:xfrm>
                <a:off x="2982" y="2490"/>
                <a:ext cx="142" cy="132"/>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p>
            </p:txBody>
          </p:sp>
          <p:sp>
            <p:nvSpPr>
              <p:cNvPr id="128084" name="Text Box 72"/>
              <p:cNvSpPr txBox="1">
                <a:spLocks noChangeArrowheads="1"/>
              </p:cNvSpPr>
              <p:nvPr/>
            </p:nvSpPr>
            <p:spPr bwMode="auto">
              <a:xfrm>
                <a:off x="2958" y="2425"/>
                <a:ext cx="199" cy="2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2000"/>
                  <a:t>v</a:t>
                </a:r>
                <a:endParaRPr lang="en-US"/>
              </a:p>
            </p:txBody>
          </p:sp>
        </p:grpSp>
        <p:grpSp>
          <p:nvGrpSpPr>
            <p:cNvPr id="128070" name="Group 73"/>
            <p:cNvGrpSpPr>
              <a:grpSpLocks/>
            </p:cNvGrpSpPr>
            <p:nvPr/>
          </p:nvGrpSpPr>
          <p:grpSpPr bwMode="auto">
            <a:xfrm>
              <a:off x="5025" y="1756"/>
              <a:ext cx="212" cy="288"/>
              <a:chOff x="2949" y="2395"/>
              <a:chExt cx="214" cy="288"/>
            </a:xfrm>
          </p:grpSpPr>
          <p:sp>
            <p:nvSpPr>
              <p:cNvPr id="128081" name="Rectangle 74"/>
              <p:cNvSpPr>
                <a:spLocks noChangeArrowheads="1"/>
              </p:cNvSpPr>
              <p:nvPr/>
            </p:nvSpPr>
            <p:spPr bwMode="auto">
              <a:xfrm>
                <a:off x="2982" y="2490"/>
                <a:ext cx="142" cy="132"/>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p>
            </p:txBody>
          </p:sp>
          <p:sp>
            <p:nvSpPr>
              <p:cNvPr id="128082" name="Text Box 75"/>
              <p:cNvSpPr txBox="1">
                <a:spLocks noChangeArrowheads="1"/>
              </p:cNvSpPr>
              <p:nvPr/>
            </p:nvSpPr>
            <p:spPr bwMode="auto">
              <a:xfrm>
                <a:off x="2949" y="2395"/>
                <a:ext cx="214" cy="2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a:t>z</a:t>
                </a:r>
              </a:p>
            </p:txBody>
          </p:sp>
        </p:grpSp>
        <p:sp>
          <p:nvSpPr>
            <p:cNvPr id="128071" name="Text Box 76"/>
            <p:cNvSpPr txBox="1">
              <a:spLocks noChangeArrowheads="1"/>
            </p:cNvSpPr>
            <p:nvPr/>
          </p:nvSpPr>
          <p:spPr bwMode="auto">
            <a:xfrm>
              <a:off x="3493" y="1568"/>
              <a:ext cx="196"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t>2</a:t>
              </a:r>
              <a:endParaRPr lang="en-US"/>
            </a:p>
          </p:txBody>
        </p:sp>
        <p:sp>
          <p:nvSpPr>
            <p:cNvPr id="128072" name="Text Box 77"/>
            <p:cNvSpPr txBox="1">
              <a:spLocks noChangeArrowheads="1"/>
            </p:cNvSpPr>
            <p:nvPr/>
          </p:nvSpPr>
          <p:spPr bwMode="auto">
            <a:xfrm>
              <a:off x="3841" y="1787"/>
              <a:ext cx="196"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t>2</a:t>
              </a:r>
              <a:endParaRPr lang="en-US"/>
            </a:p>
          </p:txBody>
        </p:sp>
        <p:sp>
          <p:nvSpPr>
            <p:cNvPr id="128073" name="Text Box 78"/>
            <p:cNvSpPr txBox="1">
              <a:spLocks noChangeArrowheads="1"/>
            </p:cNvSpPr>
            <p:nvPr/>
          </p:nvSpPr>
          <p:spPr bwMode="auto">
            <a:xfrm>
              <a:off x="3406" y="2000"/>
              <a:ext cx="196"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t>1</a:t>
              </a:r>
              <a:endParaRPr lang="en-US"/>
            </a:p>
          </p:txBody>
        </p:sp>
        <p:sp>
          <p:nvSpPr>
            <p:cNvPr id="128074" name="Text Box 79"/>
            <p:cNvSpPr txBox="1">
              <a:spLocks noChangeArrowheads="1"/>
            </p:cNvSpPr>
            <p:nvPr/>
          </p:nvSpPr>
          <p:spPr bwMode="auto">
            <a:xfrm>
              <a:off x="4225" y="1880"/>
              <a:ext cx="196"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t>3</a:t>
              </a:r>
              <a:endParaRPr lang="en-US"/>
            </a:p>
          </p:txBody>
        </p:sp>
        <p:sp>
          <p:nvSpPr>
            <p:cNvPr id="128075" name="Text Box 80"/>
            <p:cNvSpPr txBox="1">
              <a:spLocks noChangeArrowheads="1"/>
            </p:cNvSpPr>
            <p:nvPr/>
          </p:nvSpPr>
          <p:spPr bwMode="auto">
            <a:xfrm>
              <a:off x="4162" y="2234"/>
              <a:ext cx="196"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t>1</a:t>
              </a:r>
              <a:endParaRPr lang="en-US"/>
            </a:p>
          </p:txBody>
        </p:sp>
        <p:sp>
          <p:nvSpPr>
            <p:cNvPr id="128076" name="Text Box 81"/>
            <p:cNvSpPr txBox="1">
              <a:spLocks noChangeArrowheads="1"/>
            </p:cNvSpPr>
            <p:nvPr/>
          </p:nvSpPr>
          <p:spPr bwMode="auto">
            <a:xfrm>
              <a:off x="4522" y="1805"/>
              <a:ext cx="196"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t>1</a:t>
              </a:r>
              <a:endParaRPr lang="en-US"/>
            </a:p>
          </p:txBody>
        </p:sp>
        <p:sp>
          <p:nvSpPr>
            <p:cNvPr id="128077" name="Text Box 82"/>
            <p:cNvSpPr txBox="1">
              <a:spLocks noChangeArrowheads="1"/>
            </p:cNvSpPr>
            <p:nvPr/>
          </p:nvSpPr>
          <p:spPr bwMode="auto">
            <a:xfrm>
              <a:off x="4882" y="2069"/>
              <a:ext cx="196"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t>2</a:t>
              </a:r>
              <a:endParaRPr lang="en-US"/>
            </a:p>
          </p:txBody>
        </p:sp>
        <p:sp>
          <p:nvSpPr>
            <p:cNvPr id="128078" name="Text Box 83"/>
            <p:cNvSpPr txBox="1">
              <a:spLocks noChangeArrowheads="1"/>
            </p:cNvSpPr>
            <p:nvPr/>
          </p:nvSpPr>
          <p:spPr bwMode="auto">
            <a:xfrm>
              <a:off x="4855" y="1532"/>
              <a:ext cx="196"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t>5</a:t>
              </a:r>
              <a:endParaRPr lang="en-US"/>
            </a:p>
          </p:txBody>
        </p:sp>
        <p:sp>
          <p:nvSpPr>
            <p:cNvPr id="128079" name="Text Box 84"/>
            <p:cNvSpPr txBox="1">
              <a:spLocks noChangeArrowheads="1"/>
            </p:cNvSpPr>
            <p:nvPr/>
          </p:nvSpPr>
          <p:spPr bwMode="auto">
            <a:xfrm>
              <a:off x="4120" y="1382"/>
              <a:ext cx="196"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t>3</a:t>
              </a:r>
              <a:endParaRPr lang="en-US"/>
            </a:p>
          </p:txBody>
        </p:sp>
        <p:sp>
          <p:nvSpPr>
            <p:cNvPr id="128080" name="Text Box 85"/>
            <p:cNvSpPr txBox="1">
              <a:spLocks noChangeArrowheads="1"/>
            </p:cNvSpPr>
            <p:nvPr/>
          </p:nvSpPr>
          <p:spPr bwMode="auto">
            <a:xfrm>
              <a:off x="3769" y="1115"/>
              <a:ext cx="196"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t>5</a:t>
              </a:r>
              <a:endParaRPr lang="en-US"/>
            </a:p>
          </p:txBody>
        </p:sp>
      </p:grpSp>
      <p:sp>
        <p:nvSpPr>
          <p:cNvPr id="94" name="Slide Number Placeholder 5"/>
          <p:cNvSpPr>
            <a:spLocks noGrp="1"/>
          </p:cNvSpPr>
          <p:nvPr>
            <p:ph type="sldNum" sz="quarter" idx="12"/>
          </p:nvPr>
        </p:nvSpPr>
        <p:spPr>
          <a:xfrm>
            <a:off x="8456154" y="6475895"/>
            <a:ext cx="548655" cy="272319"/>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200" dirty="0">
                <a:latin typeface="Tahoma" charset="0"/>
              </a:rPr>
              <a:t>5-</a:t>
            </a:r>
            <a:fld id="{8E8C6E93-DF5B-BC4B-80F9-500DED1EEDCC}" type="slidenum">
              <a:rPr lang="en-US" sz="1200">
                <a:latin typeface="Tahoma" charset="0"/>
              </a:rPr>
              <a:pPr/>
              <a:t>36</a:t>
            </a:fld>
            <a:endParaRPr lang="en-US" sz="1200" dirty="0">
              <a:latin typeface="Tahoma" charset="0"/>
            </a:endParaRPr>
          </a:p>
        </p:txBody>
      </p:sp>
      <p:sp>
        <p:nvSpPr>
          <p:cNvPr id="95" name="Footer Placeholder 2"/>
          <p:cNvSpPr>
            <a:spLocks noGrp="1"/>
          </p:cNvSpPr>
          <p:nvPr>
            <p:ph type="ftr" sz="quarter" idx="11"/>
          </p:nvPr>
        </p:nvSpPr>
        <p:spPr>
          <a:xfrm>
            <a:off x="6375496" y="6475081"/>
            <a:ext cx="2177473" cy="241541"/>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200" dirty="0">
                <a:solidFill>
                  <a:srgbClr val="000000"/>
                </a:solidFill>
                <a:latin typeface="Tahoma" charset="0"/>
                <a:cs typeface="Arial" charset="0"/>
              </a:rPr>
              <a:t>Network Layer: Control Plane</a:t>
            </a:r>
          </a:p>
        </p:txBody>
      </p:sp>
      <p:sp>
        <p:nvSpPr>
          <p:cNvPr id="96" name="TextBox 1"/>
          <p:cNvSpPr txBox="1">
            <a:spLocks noChangeArrowheads="1"/>
          </p:cNvSpPr>
          <p:nvPr/>
        </p:nvSpPr>
        <p:spPr bwMode="auto">
          <a:xfrm>
            <a:off x="339826" y="6198762"/>
            <a:ext cx="4507165" cy="52322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400" dirty="0"/>
              <a:t>* Check out the online interactive exercises for more examples: h</a:t>
            </a:r>
            <a:r>
              <a:rPr lang="en-US" sz="1200" dirty="0"/>
              <a:t>ttp://gaia.cs.umass.edu/kurose_ross/interactive/</a:t>
            </a:r>
          </a:p>
        </p:txBody>
      </p:sp>
    </p:spTree>
    <p:extLst>
      <p:ext uri="{BB962C8B-B14F-4D97-AF65-F5344CB8AC3E}">
        <p14:creationId xmlns:p14="http://schemas.microsoft.com/office/powerpoint/2010/main" val="3394507605"/>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8003" name="Picture 91"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65138" y="833438"/>
            <a:ext cx="7769225" cy="1730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28004" name="Rectangle 2"/>
          <p:cNvSpPr>
            <a:spLocks noGrp="1" noChangeArrowheads="1"/>
          </p:cNvSpPr>
          <p:nvPr>
            <p:ph type="title"/>
          </p:nvPr>
        </p:nvSpPr>
        <p:spPr>
          <a:xfrm>
            <a:off x="411163" y="130175"/>
            <a:ext cx="8364537" cy="963613"/>
          </a:xfrm>
        </p:spPr>
        <p:txBody>
          <a:bodyPr/>
          <a:lstStyle/>
          <a:p>
            <a:r>
              <a:rPr lang="en-US" sz="4000">
                <a:latin typeface="Gill Sans MT" charset="0"/>
              </a:rPr>
              <a:t>Dijkstra</a:t>
            </a:r>
            <a:r>
              <a:rPr lang="ja-JP" altLang="en-US" sz="4000">
                <a:latin typeface="Gill Sans MT" charset="0"/>
              </a:rPr>
              <a:t>’</a:t>
            </a:r>
            <a:r>
              <a:rPr lang="en-US" altLang="ja-JP" sz="4000">
                <a:latin typeface="Gill Sans MT" charset="0"/>
              </a:rPr>
              <a:t>s algorithm: another example</a:t>
            </a:r>
            <a:endParaRPr lang="en-US">
              <a:latin typeface="Gill Sans MT" charset="0"/>
            </a:endParaRPr>
          </a:p>
        </p:txBody>
      </p:sp>
      <p:sp>
        <p:nvSpPr>
          <p:cNvPr id="128005" name="Text Box 3"/>
          <p:cNvSpPr txBox="1">
            <a:spLocks noChangeArrowheads="1"/>
          </p:cNvSpPr>
          <p:nvPr/>
        </p:nvSpPr>
        <p:spPr bwMode="auto">
          <a:xfrm>
            <a:off x="239713" y="1506538"/>
            <a:ext cx="706437" cy="22256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2000"/>
              <a:t>Step</a:t>
            </a:r>
          </a:p>
          <a:p>
            <a:pPr algn="r"/>
            <a:r>
              <a:rPr lang="en-US" sz="2000"/>
              <a:t>0</a:t>
            </a:r>
          </a:p>
          <a:p>
            <a:pPr algn="r"/>
            <a:r>
              <a:rPr lang="en-US" sz="2000"/>
              <a:t>1</a:t>
            </a:r>
          </a:p>
          <a:p>
            <a:pPr algn="r"/>
            <a:r>
              <a:rPr lang="en-US" sz="2000"/>
              <a:t>2</a:t>
            </a:r>
          </a:p>
          <a:p>
            <a:pPr algn="r"/>
            <a:r>
              <a:rPr lang="en-US" sz="2000"/>
              <a:t>3</a:t>
            </a:r>
          </a:p>
          <a:p>
            <a:pPr algn="r"/>
            <a:r>
              <a:rPr lang="en-US" sz="2000"/>
              <a:t>4</a:t>
            </a:r>
          </a:p>
          <a:p>
            <a:pPr algn="r"/>
            <a:r>
              <a:rPr lang="en-US" sz="2000"/>
              <a:t>5</a:t>
            </a:r>
          </a:p>
        </p:txBody>
      </p:sp>
      <p:sp>
        <p:nvSpPr>
          <p:cNvPr id="128006" name="Text Box 4"/>
          <p:cNvSpPr txBox="1">
            <a:spLocks noChangeArrowheads="1"/>
          </p:cNvSpPr>
          <p:nvPr/>
        </p:nvSpPr>
        <p:spPr bwMode="auto">
          <a:xfrm>
            <a:off x="1252538" y="1516063"/>
            <a:ext cx="1017587" cy="22256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2000"/>
              <a:t>N</a:t>
            </a:r>
            <a:r>
              <a:rPr lang="en-US" sz="2000">
                <a:cs typeface="Arial" charset="0"/>
              </a:rPr>
              <a:t>'</a:t>
            </a:r>
          </a:p>
          <a:p>
            <a:pPr algn="r"/>
            <a:r>
              <a:rPr lang="en-US" sz="2000"/>
              <a:t>u</a:t>
            </a:r>
          </a:p>
          <a:p>
            <a:pPr algn="r"/>
            <a:r>
              <a:rPr lang="en-US" sz="2000"/>
              <a:t>ux</a:t>
            </a:r>
          </a:p>
          <a:p>
            <a:pPr algn="r"/>
            <a:r>
              <a:rPr lang="en-US" sz="2000"/>
              <a:t>uxy</a:t>
            </a:r>
          </a:p>
          <a:p>
            <a:pPr algn="r"/>
            <a:r>
              <a:rPr lang="en-US" sz="2000"/>
              <a:t>uxyv</a:t>
            </a:r>
          </a:p>
          <a:p>
            <a:pPr algn="r"/>
            <a:r>
              <a:rPr lang="en-US" sz="2000"/>
              <a:t>uxyvw</a:t>
            </a:r>
          </a:p>
          <a:p>
            <a:pPr algn="r"/>
            <a:r>
              <a:rPr lang="en-US" sz="2000"/>
              <a:t>uxyvwz</a:t>
            </a:r>
          </a:p>
        </p:txBody>
      </p:sp>
      <p:sp>
        <p:nvSpPr>
          <p:cNvPr id="128007" name="Text Box 5"/>
          <p:cNvSpPr txBox="1">
            <a:spLocks noChangeArrowheads="1"/>
          </p:cNvSpPr>
          <p:nvPr/>
        </p:nvSpPr>
        <p:spPr bwMode="auto">
          <a:xfrm>
            <a:off x="2500313" y="1497013"/>
            <a:ext cx="1169987" cy="13112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2000"/>
              <a:t>D(v),p(v)</a:t>
            </a:r>
          </a:p>
          <a:p>
            <a:pPr algn="r"/>
            <a:r>
              <a:rPr lang="en-US" sz="2000"/>
              <a:t>2,u</a:t>
            </a:r>
          </a:p>
          <a:p>
            <a:pPr algn="r"/>
            <a:r>
              <a:rPr lang="en-US" sz="2000"/>
              <a:t>2,u</a:t>
            </a:r>
          </a:p>
          <a:p>
            <a:pPr algn="r"/>
            <a:r>
              <a:rPr lang="en-US" sz="2000"/>
              <a:t>2,u</a:t>
            </a:r>
          </a:p>
        </p:txBody>
      </p:sp>
      <p:sp>
        <p:nvSpPr>
          <p:cNvPr id="128008" name="Text Box 6"/>
          <p:cNvSpPr txBox="1">
            <a:spLocks noChangeArrowheads="1"/>
          </p:cNvSpPr>
          <p:nvPr/>
        </p:nvSpPr>
        <p:spPr bwMode="auto">
          <a:xfrm>
            <a:off x="3667125" y="1501775"/>
            <a:ext cx="1284288" cy="16160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2000"/>
              <a:t>D(w),p(w)</a:t>
            </a:r>
          </a:p>
          <a:p>
            <a:pPr algn="r"/>
            <a:r>
              <a:rPr lang="en-US" sz="2000"/>
              <a:t>5,u</a:t>
            </a:r>
          </a:p>
          <a:p>
            <a:pPr algn="r"/>
            <a:r>
              <a:rPr lang="en-US" sz="2000"/>
              <a:t>4,x</a:t>
            </a:r>
          </a:p>
          <a:p>
            <a:pPr algn="r"/>
            <a:r>
              <a:rPr lang="en-US" sz="2000"/>
              <a:t>3,y</a:t>
            </a:r>
          </a:p>
          <a:p>
            <a:pPr algn="r"/>
            <a:r>
              <a:rPr lang="en-US" sz="2000"/>
              <a:t>3,y</a:t>
            </a:r>
          </a:p>
        </p:txBody>
      </p:sp>
      <p:sp>
        <p:nvSpPr>
          <p:cNvPr id="128009" name="Text Box 7"/>
          <p:cNvSpPr txBox="1">
            <a:spLocks noChangeArrowheads="1"/>
          </p:cNvSpPr>
          <p:nvPr/>
        </p:nvSpPr>
        <p:spPr bwMode="auto">
          <a:xfrm>
            <a:off x="5057775" y="1497013"/>
            <a:ext cx="1169988" cy="7016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2000"/>
              <a:t>D(x),p(x)</a:t>
            </a:r>
          </a:p>
          <a:p>
            <a:pPr algn="r"/>
            <a:r>
              <a:rPr lang="en-US" sz="2000"/>
              <a:t>1,u</a:t>
            </a:r>
          </a:p>
        </p:txBody>
      </p:sp>
      <p:sp>
        <p:nvSpPr>
          <p:cNvPr id="128010" name="Text Box 8"/>
          <p:cNvSpPr txBox="1">
            <a:spLocks noChangeArrowheads="1"/>
          </p:cNvSpPr>
          <p:nvPr/>
        </p:nvSpPr>
        <p:spPr bwMode="auto">
          <a:xfrm>
            <a:off x="6353175" y="1501775"/>
            <a:ext cx="1169988" cy="10064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2000"/>
              <a:t>D(y),p(y)</a:t>
            </a:r>
          </a:p>
          <a:p>
            <a:pPr algn="r"/>
            <a:r>
              <a:rPr lang="en-US" sz="2000">
                <a:latin typeface="Comic Sans MS" charset="0"/>
                <a:cs typeface="Arial" charset="0"/>
              </a:rPr>
              <a:t>∞</a:t>
            </a:r>
          </a:p>
          <a:p>
            <a:pPr algn="r"/>
            <a:r>
              <a:rPr lang="en-US" sz="2000"/>
              <a:t>2,x</a:t>
            </a:r>
          </a:p>
        </p:txBody>
      </p:sp>
      <p:sp>
        <p:nvSpPr>
          <p:cNvPr id="128011" name="Text Box 9"/>
          <p:cNvSpPr txBox="1">
            <a:spLocks noChangeArrowheads="1"/>
          </p:cNvSpPr>
          <p:nvPr/>
        </p:nvSpPr>
        <p:spPr bwMode="auto">
          <a:xfrm>
            <a:off x="7605713" y="1516063"/>
            <a:ext cx="1169987" cy="18605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2000"/>
              <a:t>D(z),p(z)</a:t>
            </a:r>
          </a:p>
          <a:p>
            <a:pPr algn="r"/>
            <a:r>
              <a:rPr lang="en-US" sz="1800">
                <a:latin typeface="Comic Sans MS" charset="0"/>
              </a:rPr>
              <a:t>∞ </a:t>
            </a:r>
            <a:endParaRPr lang="en-US" sz="2000"/>
          </a:p>
          <a:p>
            <a:pPr algn="r"/>
            <a:r>
              <a:rPr lang="en-US" sz="1800">
                <a:latin typeface="Comic Sans MS" charset="0"/>
              </a:rPr>
              <a:t>∞ </a:t>
            </a:r>
            <a:endParaRPr lang="en-US" sz="2000"/>
          </a:p>
          <a:p>
            <a:pPr algn="r"/>
            <a:r>
              <a:rPr lang="en-US" sz="2000"/>
              <a:t>4,y</a:t>
            </a:r>
          </a:p>
          <a:p>
            <a:pPr algn="r"/>
            <a:r>
              <a:rPr lang="en-US" sz="2000"/>
              <a:t>4,y</a:t>
            </a:r>
          </a:p>
          <a:p>
            <a:pPr algn="r"/>
            <a:r>
              <a:rPr lang="en-US" sz="2000"/>
              <a:t>4,y</a:t>
            </a:r>
          </a:p>
        </p:txBody>
      </p:sp>
      <p:sp>
        <p:nvSpPr>
          <p:cNvPr id="128012" name="Line 10"/>
          <p:cNvSpPr>
            <a:spLocks noChangeShapeType="1"/>
          </p:cNvSpPr>
          <p:nvPr/>
        </p:nvSpPr>
        <p:spPr bwMode="auto">
          <a:xfrm>
            <a:off x="361950" y="1857375"/>
            <a:ext cx="8505825" cy="9525"/>
          </a:xfrm>
          <a:prstGeom prst="line">
            <a:avLst/>
          </a:prstGeom>
          <a:noFill/>
          <a:ln w="28575">
            <a:solidFill>
              <a:schemeClr val="accent2"/>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28013" name="Line 11"/>
          <p:cNvSpPr>
            <a:spLocks noChangeShapeType="1"/>
          </p:cNvSpPr>
          <p:nvPr/>
        </p:nvSpPr>
        <p:spPr bwMode="auto">
          <a:xfrm>
            <a:off x="519113" y="2162175"/>
            <a:ext cx="8296275" cy="0"/>
          </a:xfrm>
          <a:prstGeom prst="line">
            <a:avLst/>
          </a:prstGeom>
          <a:noFill/>
          <a:ln w="19050">
            <a:solidFill>
              <a:schemeClr val="accent2"/>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28014" name="Line 12"/>
          <p:cNvSpPr>
            <a:spLocks noChangeShapeType="1"/>
          </p:cNvSpPr>
          <p:nvPr/>
        </p:nvSpPr>
        <p:spPr bwMode="auto">
          <a:xfrm>
            <a:off x="538163" y="2457450"/>
            <a:ext cx="8267700" cy="4763"/>
          </a:xfrm>
          <a:prstGeom prst="line">
            <a:avLst/>
          </a:prstGeom>
          <a:noFill/>
          <a:ln w="19050">
            <a:solidFill>
              <a:schemeClr val="accent2"/>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28015" name="Line 13"/>
          <p:cNvSpPr>
            <a:spLocks noChangeShapeType="1"/>
          </p:cNvSpPr>
          <p:nvPr/>
        </p:nvSpPr>
        <p:spPr bwMode="auto">
          <a:xfrm>
            <a:off x="547688" y="2767013"/>
            <a:ext cx="8253412" cy="9525"/>
          </a:xfrm>
          <a:prstGeom prst="line">
            <a:avLst/>
          </a:prstGeom>
          <a:noFill/>
          <a:ln w="19050">
            <a:solidFill>
              <a:schemeClr val="accent2"/>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28016" name="Line 14"/>
          <p:cNvSpPr>
            <a:spLocks noChangeShapeType="1"/>
          </p:cNvSpPr>
          <p:nvPr/>
        </p:nvSpPr>
        <p:spPr bwMode="auto">
          <a:xfrm>
            <a:off x="557213" y="3071813"/>
            <a:ext cx="8267700" cy="9525"/>
          </a:xfrm>
          <a:prstGeom prst="line">
            <a:avLst/>
          </a:prstGeom>
          <a:noFill/>
          <a:ln w="19050">
            <a:solidFill>
              <a:schemeClr val="accent2"/>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28017" name="Line 15"/>
          <p:cNvSpPr>
            <a:spLocks noChangeShapeType="1"/>
          </p:cNvSpPr>
          <p:nvPr/>
        </p:nvSpPr>
        <p:spPr bwMode="auto">
          <a:xfrm>
            <a:off x="571500" y="3386138"/>
            <a:ext cx="8262938" cy="4762"/>
          </a:xfrm>
          <a:prstGeom prst="line">
            <a:avLst/>
          </a:prstGeom>
          <a:noFill/>
          <a:ln w="19050">
            <a:solidFill>
              <a:schemeClr val="accent2"/>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grpSp>
        <p:nvGrpSpPr>
          <p:cNvPr id="128018" name="Group 16"/>
          <p:cNvGrpSpPr>
            <a:grpSpLocks/>
          </p:cNvGrpSpPr>
          <p:nvPr/>
        </p:nvGrpSpPr>
        <p:grpSpPr bwMode="auto">
          <a:xfrm>
            <a:off x="3645396" y="3771160"/>
            <a:ext cx="3571875" cy="2236787"/>
            <a:chOff x="3162" y="1071"/>
            <a:chExt cx="2250" cy="1409"/>
          </a:xfrm>
        </p:grpSpPr>
        <p:sp>
          <p:nvSpPr>
            <p:cNvPr id="128024" name="Freeform 17"/>
            <p:cNvSpPr>
              <a:spLocks/>
            </p:cNvSpPr>
            <p:nvPr/>
          </p:nvSpPr>
          <p:spPr bwMode="auto">
            <a:xfrm>
              <a:off x="3162" y="1071"/>
              <a:ext cx="2250" cy="1409"/>
            </a:xfrm>
            <a:custGeom>
              <a:avLst/>
              <a:gdLst>
                <a:gd name="T0" fmla="*/ 0 w 2250"/>
                <a:gd name="T1" fmla="*/ 624 h 1409"/>
                <a:gd name="T2" fmla="*/ 219 w 2250"/>
                <a:gd name="T3" fmla="*/ 321 h 1409"/>
                <a:gd name="T4" fmla="*/ 529 w 2250"/>
                <a:gd name="T5" fmla="*/ 35 h 1409"/>
                <a:gd name="T6" fmla="*/ 1551 w 2250"/>
                <a:gd name="T7" fmla="*/ 111 h 1409"/>
                <a:gd name="T8" fmla="*/ 1968 w 2250"/>
                <a:gd name="T9" fmla="*/ 483 h 1409"/>
                <a:gd name="T10" fmla="*/ 2199 w 2250"/>
                <a:gd name="T11" fmla="*/ 906 h 1409"/>
                <a:gd name="T12" fmla="*/ 1659 w 2250"/>
                <a:gd name="T13" fmla="*/ 1314 h 1409"/>
                <a:gd name="T14" fmla="*/ 993 w 2250"/>
                <a:gd name="T15" fmla="*/ 1386 h 1409"/>
                <a:gd name="T16" fmla="*/ 465 w 2250"/>
                <a:gd name="T17" fmla="*/ 1356 h 1409"/>
                <a:gd name="T18" fmla="*/ 102 w 2250"/>
                <a:gd name="T19" fmla="*/ 1068 h 1409"/>
                <a:gd name="T20" fmla="*/ 0 w 2250"/>
                <a:gd name="T21" fmla="*/ 624 h 140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50"/>
                <a:gd name="T34" fmla="*/ 0 h 1409"/>
                <a:gd name="T35" fmla="*/ 2250 w 2250"/>
                <a:gd name="T36" fmla="*/ 1409 h 140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50" h="1409">
                  <a:moveTo>
                    <a:pt x="0" y="624"/>
                  </a:moveTo>
                  <a:cubicBezTo>
                    <a:pt x="5" y="506"/>
                    <a:pt x="131" y="419"/>
                    <a:pt x="219" y="321"/>
                  </a:cubicBezTo>
                  <a:cubicBezTo>
                    <a:pt x="307" y="223"/>
                    <a:pt x="307" y="70"/>
                    <a:pt x="529" y="35"/>
                  </a:cubicBezTo>
                  <a:cubicBezTo>
                    <a:pt x="751" y="0"/>
                    <a:pt x="1311" y="36"/>
                    <a:pt x="1551" y="111"/>
                  </a:cubicBezTo>
                  <a:cubicBezTo>
                    <a:pt x="1791" y="186"/>
                    <a:pt x="1860" y="351"/>
                    <a:pt x="1968" y="483"/>
                  </a:cubicBezTo>
                  <a:cubicBezTo>
                    <a:pt x="2076" y="615"/>
                    <a:pt x="2250" y="767"/>
                    <a:pt x="2199" y="906"/>
                  </a:cubicBezTo>
                  <a:cubicBezTo>
                    <a:pt x="2148" y="1045"/>
                    <a:pt x="1860" y="1234"/>
                    <a:pt x="1659" y="1314"/>
                  </a:cubicBezTo>
                  <a:cubicBezTo>
                    <a:pt x="1458" y="1394"/>
                    <a:pt x="1192" y="1379"/>
                    <a:pt x="993" y="1386"/>
                  </a:cubicBezTo>
                  <a:cubicBezTo>
                    <a:pt x="794" y="1393"/>
                    <a:pt x="613" y="1409"/>
                    <a:pt x="465" y="1356"/>
                  </a:cubicBezTo>
                  <a:cubicBezTo>
                    <a:pt x="317" y="1303"/>
                    <a:pt x="180" y="1190"/>
                    <a:pt x="102" y="1068"/>
                  </a:cubicBezTo>
                  <a:cubicBezTo>
                    <a:pt x="24" y="946"/>
                    <a:pt x="21" y="716"/>
                    <a:pt x="0" y="624"/>
                  </a:cubicBezTo>
                  <a:close/>
                </a:path>
              </a:pathLst>
            </a:custGeom>
            <a:solidFill>
              <a:srgbClr val="99CCFF"/>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sp>
          <p:nvSpPr>
            <p:cNvPr id="128025" name="Freeform 18"/>
            <p:cNvSpPr>
              <a:spLocks/>
            </p:cNvSpPr>
            <p:nvPr/>
          </p:nvSpPr>
          <p:spPr bwMode="auto">
            <a:xfrm>
              <a:off x="3498" y="1620"/>
              <a:ext cx="342" cy="186"/>
            </a:xfrm>
            <a:custGeom>
              <a:avLst/>
              <a:gdLst>
                <a:gd name="T0" fmla="*/ 0 w 342"/>
                <a:gd name="T1" fmla="*/ 186 h 186"/>
                <a:gd name="T2" fmla="*/ 342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sp>
          <p:nvSpPr>
            <p:cNvPr id="128026" name="Oval 19"/>
            <p:cNvSpPr>
              <a:spLocks noChangeArrowheads="1"/>
            </p:cNvSpPr>
            <p:nvPr/>
          </p:nvSpPr>
          <p:spPr bwMode="auto">
            <a:xfrm>
              <a:off x="3238" y="1862"/>
              <a:ext cx="313" cy="81"/>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28027" name="Line 20"/>
            <p:cNvSpPr>
              <a:spLocks noChangeShapeType="1"/>
            </p:cNvSpPr>
            <p:nvPr/>
          </p:nvSpPr>
          <p:spPr bwMode="auto">
            <a:xfrm>
              <a:off x="3238" y="1855"/>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28028" name="Line 21"/>
            <p:cNvSpPr>
              <a:spLocks noChangeShapeType="1"/>
            </p:cNvSpPr>
            <p:nvPr/>
          </p:nvSpPr>
          <p:spPr bwMode="auto">
            <a:xfrm>
              <a:off x="3551" y="1855"/>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28029" name="Rectangle 22"/>
            <p:cNvSpPr>
              <a:spLocks noChangeArrowheads="1"/>
            </p:cNvSpPr>
            <p:nvPr/>
          </p:nvSpPr>
          <p:spPr bwMode="auto">
            <a:xfrm>
              <a:off x="3238" y="1855"/>
              <a:ext cx="310" cy="49"/>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sz="2400"/>
            </a:p>
          </p:txBody>
        </p:sp>
        <p:sp>
          <p:nvSpPr>
            <p:cNvPr id="128030" name="Oval 23"/>
            <p:cNvSpPr>
              <a:spLocks noChangeArrowheads="1"/>
            </p:cNvSpPr>
            <p:nvPr/>
          </p:nvSpPr>
          <p:spPr bwMode="auto">
            <a:xfrm>
              <a:off x="3235" y="1796"/>
              <a:ext cx="313" cy="95"/>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28031" name="Oval 24"/>
            <p:cNvSpPr>
              <a:spLocks noChangeArrowheads="1"/>
            </p:cNvSpPr>
            <p:nvPr/>
          </p:nvSpPr>
          <p:spPr bwMode="auto">
            <a:xfrm>
              <a:off x="3712" y="2249"/>
              <a:ext cx="313" cy="81"/>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28032" name="Line 25"/>
            <p:cNvSpPr>
              <a:spLocks noChangeShapeType="1"/>
            </p:cNvSpPr>
            <p:nvPr/>
          </p:nvSpPr>
          <p:spPr bwMode="auto">
            <a:xfrm>
              <a:off x="3712" y="2242"/>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28033" name="Line 26"/>
            <p:cNvSpPr>
              <a:spLocks noChangeShapeType="1"/>
            </p:cNvSpPr>
            <p:nvPr/>
          </p:nvSpPr>
          <p:spPr bwMode="auto">
            <a:xfrm>
              <a:off x="4025" y="2242"/>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28034" name="Rectangle 27"/>
            <p:cNvSpPr>
              <a:spLocks noChangeArrowheads="1"/>
            </p:cNvSpPr>
            <p:nvPr/>
          </p:nvSpPr>
          <p:spPr bwMode="auto">
            <a:xfrm>
              <a:off x="3712" y="2242"/>
              <a:ext cx="310" cy="49"/>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sz="2400"/>
            </a:p>
          </p:txBody>
        </p:sp>
        <p:sp>
          <p:nvSpPr>
            <p:cNvPr id="128035" name="Oval 28"/>
            <p:cNvSpPr>
              <a:spLocks noChangeArrowheads="1"/>
            </p:cNvSpPr>
            <p:nvPr/>
          </p:nvSpPr>
          <p:spPr bwMode="auto">
            <a:xfrm>
              <a:off x="3709" y="2183"/>
              <a:ext cx="313" cy="95"/>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28036" name="Oval 29"/>
            <p:cNvSpPr>
              <a:spLocks noChangeArrowheads="1"/>
            </p:cNvSpPr>
            <p:nvPr/>
          </p:nvSpPr>
          <p:spPr bwMode="auto">
            <a:xfrm>
              <a:off x="3708" y="1559"/>
              <a:ext cx="313" cy="81"/>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28037" name="Line 30"/>
            <p:cNvSpPr>
              <a:spLocks noChangeShapeType="1"/>
            </p:cNvSpPr>
            <p:nvPr/>
          </p:nvSpPr>
          <p:spPr bwMode="auto">
            <a:xfrm>
              <a:off x="3708" y="1552"/>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28038" name="Line 31"/>
            <p:cNvSpPr>
              <a:spLocks noChangeShapeType="1"/>
            </p:cNvSpPr>
            <p:nvPr/>
          </p:nvSpPr>
          <p:spPr bwMode="auto">
            <a:xfrm>
              <a:off x="4021" y="1552"/>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28039" name="Rectangle 32"/>
            <p:cNvSpPr>
              <a:spLocks noChangeArrowheads="1"/>
            </p:cNvSpPr>
            <p:nvPr/>
          </p:nvSpPr>
          <p:spPr bwMode="auto">
            <a:xfrm>
              <a:off x="3708" y="1552"/>
              <a:ext cx="310" cy="49"/>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sz="2400"/>
            </a:p>
          </p:txBody>
        </p:sp>
        <p:sp>
          <p:nvSpPr>
            <p:cNvPr id="128040" name="Oval 33"/>
            <p:cNvSpPr>
              <a:spLocks noChangeArrowheads="1"/>
            </p:cNvSpPr>
            <p:nvPr/>
          </p:nvSpPr>
          <p:spPr bwMode="auto">
            <a:xfrm>
              <a:off x="3705" y="1493"/>
              <a:ext cx="313" cy="95"/>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28041" name="Oval 34"/>
            <p:cNvSpPr>
              <a:spLocks noChangeArrowheads="1"/>
            </p:cNvSpPr>
            <p:nvPr/>
          </p:nvSpPr>
          <p:spPr bwMode="auto">
            <a:xfrm>
              <a:off x="4391" y="1555"/>
              <a:ext cx="312" cy="81"/>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28042" name="Line 35"/>
            <p:cNvSpPr>
              <a:spLocks noChangeShapeType="1"/>
            </p:cNvSpPr>
            <p:nvPr/>
          </p:nvSpPr>
          <p:spPr bwMode="auto">
            <a:xfrm>
              <a:off x="4391" y="1548"/>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28043" name="Line 36"/>
            <p:cNvSpPr>
              <a:spLocks noChangeShapeType="1"/>
            </p:cNvSpPr>
            <p:nvPr/>
          </p:nvSpPr>
          <p:spPr bwMode="auto">
            <a:xfrm>
              <a:off x="4703" y="1548"/>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28044" name="Rectangle 37"/>
            <p:cNvSpPr>
              <a:spLocks noChangeArrowheads="1"/>
            </p:cNvSpPr>
            <p:nvPr/>
          </p:nvSpPr>
          <p:spPr bwMode="auto">
            <a:xfrm>
              <a:off x="4391" y="1548"/>
              <a:ext cx="309" cy="49"/>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sz="2400"/>
            </a:p>
          </p:txBody>
        </p:sp>
        <p:sp>
          <p:nvSpPr>
            <p:cNvPr id="128045" name="Oval 38"/>
            <p:cNvSpPr>
              <a:spLocks noChangeArrowheads="1"/>
            </p:cNvSpPr>
            <p:nvPr/>
          </p:nvSpPr>
          <p:spPr bwMode="auto">
            <a:xfrm>
              <a:off x="4394" y="1492"/>
              <a:ext cx="312" cy="95"/>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28046" name="Oval 39"/>
            <p:cNvSpPr>
              <a:spLocks noChangeArrowheads="1"/>
            </p:cNvSpPr>
            <p:nvPr/>
          </p:nvSpPr>
          <p:spPr bwMode="auto">
            <a:xfrm>
              <a:off x="4401" y="2246"/>
              <a:ext cx="313" cy="81"/>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28047" name="Line 40"/>
            <p:cNvSpPr>
              <a:spLocks noChangeShapeType="1"/>
            </p:cNvSpPr>
            <p:nvPr/>
          </p:nvSpPr>
          <p:spPr bwMode="auto">
            <a:xfrm>
              <a:off x="4401" y="2239"/>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28048" name="Line 41"/>
            <p:cNvSpPr>
              <a:spLocks noChangeShapeType="1"/>
            </p:cNvSpPr>
            <p:nvPr/>
          </p:nvSpPr>
          <p:spPr bwMode="auto">
            <a:xfrm>
              <a:off x="4714" y="2239"/>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28049" name="Rectangle 42"/>
            <p:cNvSpPr>
              <a:spLocks noChangeArrowheads="1"/>
            </p:cNvSpPr>
            <p:nvPr/>
          </p:nvSpPr>
          <p:spPr bwMode="auto">
            <a:xfrm>
              <a:off x="4401" y="2239"/>
              <a:ext cx="310" cy="49"/>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sz="2400"/>
            </a:p>
          </p:txBody>
        </p:sp>
        <p:sp>
          <p:nvSpPr>
            <p:cNvPr id="128050" name="Oval 43"/>
            <p:cNvSpPr>
              <a:spLocks noChangeArrowheads="1"/>
            </p:cNvSpPr>
            <p:nvPr/>
          </p:nvSpPr>
          <p:spPr bwMode="auto">
            <a:xfrm>
              <a:off x="4398" y="2180"/>
              <a:ext cx="313" cy="95"/>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28051" name="Oval 44"/>
            <p:cNvSpPr>
              <a:spLocks noChangeArrowheads="1"/>
            </p:cNvSpPr>
            <p:nvPr/>
          </p:nvSpPr>
          <p:spPr bwMode="auto">
            <a:xfrm>
              <a:off x="4966" y="1905"/>
              <a:ext cx="313" cy="81"/>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28052" name="Line 45"/>
            <p:cNvSpPr>
              <a:spLocks noChangeShapeType="1"/>
            </p:cNvSpPr>
            <p:nvPr/>
          </p:nvSpPr>
          <p:spPr bwMode="auto">
            <a:xfrm>
              <a:off x="4966" y="1898"/>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28053" name="Line 46"/>
            <p:cNvSpPr>
              <a:spLocks noChangeShapeType="1"/>
            </p:cNvSpPr>
            <p:nvPr/>
          </p:nvSpPr>
          <p:spPr bwMode="auto">
            <a:xfrm>
              <a:off x="5279" y="1898"/>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28054" name="Rectangle 47"/>
            <p:cNvSpPr>
              <a:spLocks noChangeArrowheads="1"/>
            </p:cNvSpPr>
            <p:nvPr/>
          </p:nvSpPr>
          <p:spPr bwMode="auto">
            <a:xfrm>
              <a:off x="4966" y="1898"/>
              <a:ext cx="310" cy="49"/>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sz="2400"/>
            </a:p>
          </p:txBody>
        </p:sp>
        <p:sp>
          <p:nvSpPr>
            <p:cNvPr id="128055" name="Oval 48"/>
            <p:cNvSpPr>
              <a:spLocks noChangeArrowheads="1"/>
            </p:cNvSpPr>
            <p:nvPr/>
          </p:nvSpPr>
          <p:spPr bwMode="auto">
            <a:xfrm>
              <a:off x="4963" y="1839"/>
              <a:ext cx="313" cy="95"/>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28056" name="Freeform 49"/>
            <p:cNvSpPr>
              <a:spLocks/>
            </p:cNvSpPr>
            <p:nvPr/>
          </p:nvSpPr>
          <p:spPr bwMode="auto">
            <a:xfrm>
              <a:off x="4557" y="1647"/>
              <a:ext cx="1" cy="522"/>
            </a:xfrm>
            <a:custGeom>
              <a:avLst/>
              <a:gdLst>
                <a:gd name="T0" fmla="*/ 0 w 1"/>
                <a:gd name="T1" fmla="*/ 0 h 522"/>
                <a:gd name="T2" fmla="*/ 0 w 1"/>
                <a:gd name="T3" fmla="*/ 522 h 522"/>
                <a:gd name="T4" fmla="*/ 0 60000 65536"/>
                <a:gd name="T5" fmla="*/ 0 60000 65536"/>
                <a:gd name="T6" fmla="*/ 0 w 1"/>
                <a:gd name="T7" fmla="*/ 0 h 522"/>
                <a:gd name="T8" fmla="*/ 1 w 1"/>
                <a:gd name="T9" fmla="*/ 522 h 522"/>
              </a:gdLst>
              <a:ahLst/>
              <a:cxnLst>
                <a:cxn ang="T4">
                  <a:pos x="T0" y="T1"/>
                </a:cxn>
                <a:cxn ang="T5">
                  <a:pos x="T2" y="T3"/>
                </a:cxn>
              </a:cxnLst>
              <a:rect l="T6" t="T7" r="T8" b="T9"/>
              <a:pathLst>
                <a:path w="1" h="522">
                  <a:moveTo>
                    <a:pt x="0" y="0"/>
                  </a:moveTo>
                  <a:lnTo>
                    <a:pt x="0" y="522"/>
                  </a:ln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sp>
          <p:nvSpPr>
            <p:cNvPr id="128057" name="Freeform 50"/>
            <p:cNvSpPr>
              <a:spLocks/>
            </p:cNvSpPr>
            <p:nvPr/>
          </p:nvSpPr>
          <p:spPr bwMode="auto">
            <a:xfrm>
              <a:off x="3864" y="1653"/>
              <a:ext cx="1" cy="537"/>
            </a:xfrm>
            <a:custGeom>
              <a:avLst/>
              <a:gdLst>
                <a:gd name="T0" fmla="*/ 0 w 1"/>
                <a:gd name="T1" fmla="*/ 0 h 537"/>
                <a:gd name="T2" fmla="*/ 0 w 1"/>
                <a:gd name="T3" fmla="*/ 537 h 537"/>
                <a:gd name="T4" fmla="*/ 0 60000 65536"/>
                <a:gd name="T5" fmla="*/ 0 60000 65536"/>
                <a:gd name="T6" fmla="*/ 0 w 1"/>
                <a:gd name="T7" fmla="*/ 0 h 537"/>
                <a:gd name="T8" fmla="*/ 1 w 1"/>
                <a:gd name="T9" fmla="*/ 537 h 537"/>
              </a:gdLst>
              <a:ahLst/>
              <a:cxnLst>
                <a:cxn ang="T4">
                  <a:pos x="T0" y="T1"/>
                </a:cxn>
                <a:cxn ang="T5">
                  <a:pos x="T2" y="T3"/>
                </a:cxn>
              </a:cxnLst>
              <a:rect l="T6" t="T7" r="T8" b="T9"/>
              <a:pathLst>
                <a:path w="1" h="537">
                  <a:moveTo>
                    <a:pt x="0" y="0"/>
                  </a:moveTo>
                  <a:lnTo>
                    <a:pt x="0" y="537"/>
                  </a:ln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sp>
          <p:nvSpPr>
            <p:cNvPr id="128058" name="Freeform 51"/>
            <p:cNvSpPr>
              <a:spLocks/>
            </p:cNvSpPr>
            <p:nvPr/>
          </p:nvSpPr>
          <p:spPr bwMode="auto">
            <a:xfrm>
              <a:off x="4029" y="1638"/>
              <a:ext cx="504" cy="600"/>
            </a:xfrm>
            <a:custGeom>
              <a:avLst/>
              <a:gdLst>
                <a:gd name="T0" fmla="*/ 0 w 378"/>
                <a:gd name="T1" fmla="*/ 11993521 h 174"/>
                <a:gd name="T2" fmla="*/ 5035 w 378"/>
                <a:gd name="T3" fmla="*/ 0 h 174"/>
                <a:gd name="T4" fmla="*/ 0 60000 65536"/>
                <a:gd name="T5" fmla="*/ 0 60000 65536"/>
                <a:gd name="T6" fmla="*/ 0 w 378"/>
                <a:gd name="T7" fmla="*/ 0 h 174"/>
                <a:gd name="T8" fmla="*/ 378 w 378"/>
                <a:gd name="T9" fmla="*/ 174 h 174"/>
              </a:gdLst>
              <a:ahLst/>
              <a:cxnLst>
                <a:cxn ang="T4">
                  <a:pos x="T0" y="T1"/>
                </a:cxn>
                <a:cxn ang="T5">
                  <a:pos x="T2" y="T3"/>
                </a:cxn>
              </a:cxnLst>
              <a:rect l="T6" t="T7" r="T8" b="T9"/>
              <a:pathLst>
                <a:path w="378" h="174">
                  <a:moveTo>
                    <a:pt x="0" y="174"/>
                  </a:moveTo>
                  <a:lnTo>
                    <a:pt x="378" y="0"/>
                  </a:ln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sp>
          <p:nvSpPr>
            <p:cNvPr id="128059" name="Freeform 52"/>
            <p:cNvSpPr>
              <a:spLocks/>
            </p:cNvSpPr>
            <p:nvPr/>
          </p:nvSpPr>
          <p:spPr bwMode="auto">
            <a:xfrm>
              <a:off x="4716" y="1986"/>
              <a:ext cx="366" cy="270"/>
            </a:xfrm>
            <a:custGeom>
              <a:avLst/>
              <a:gdLst>
                <a:gd name="T0" fmla="*/ 0 w 366"/>
                <a:gd name="T1" fmla="*/ 270 h 270"/>
                <a:gd name="T2" fmla="*/ 366 w 366"/>
                <a:gd name="T3" fmla="*/ 0 h 270"/>
                <a:gd name="T4" fmla="*/ 0 60000 65536"/>
                <a:gd name="T5" fmla="*/ 0 60000 65536"/>
                <a:gd name="T6" fmla="*/ 0 w 366"/>
                <a:gd name="T7" fmla="*/ 0 h 270"/>
                <a:gd name="T8" fmla="*/ 366 w 366"/>
                <a:gd name="T9" fmla="*/ 270 h 270"/>
              </a:gdLst>
              <a:ahLst/>
              <a:cxnLst>
                <a:cxn ang="T4">
                  <a:pos x="T0" y="T1"/>
                </a:cxn>
                <a:cxn ang="T5">
                  <a:pos x="T2" y="T3"/>
                </a:cxn>
              </a:cxnLst>
              <a:rect l="T6" t="T7" r="T8" b="T9"/>
              <a:pathLst>
                <a:path w="366" h="270">
                  <a:moveTo>
                    <a:pt x="0" y="270"/>
                  </a:moveTo>
                  <a:lnTo>
                    <a:pt x="366" y="0"/>
                  </a:ln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sp>
          <p:nvSpPr>
            <p:cNvPr id="128060" name="Freeform 53"/>
            <p:cNvSpPr>
              <a:spLocks/>
            </p:cNvSpPr>
            <p:nvPr/>
          </p:nvSpPr>
          <p:spPr bwMode="auto">
            <a:xfrm>
              <a:off x="4035" y="2268"/>
              <a:ext cx="366" cy="1"/>
            </a:xfrm>
            <a:custGeom>
              <a:avLst/>
              <a:gdLst>
                <a:gd name="T0" fmla="*/ 366 w 366"/>
                <a:gd name="T1" fmla="*/ 0 h 1"/>
                <a:gd name="T2" fmla="*/ 0 w 366"/>
                <a:gd name="T3" fmla="*/ 0 h 1"/>
                <a:gd name="T4" fmla="*/ 0 60000 65536"/>
                <a:gd name="T5" fmla="*/ 0 60000 65536"/>
                <a:gd name="T6" fmla="*/ 0 w 366"/>
                <a:gd name="T7" fmla="*/ 0 h 1"/>
                <a:gd name="T8" fmla="*/ 366 w 366"/>
                <a:gd name="T9" fmla="*/ 1 h 1"/>
              </a:gdLst>
              <a:ahLst/>
              <a:cxnLst>
                <a:cxn ang="T4">
                  <a:pos x="T0" y="T1"/>
                </a:cxn>
                <a:cxn ang="T5">
                  <a:pos x="T2" y="T3"/>
                </a:cxn>
              </a:cxnLst>
              <a:rect l="T6" t="T7" r="T8" b="T9"/>
              <a:pathLst>
                <a:path w="366" h="1">
                  <a:moveTo>
                    <a:pt x="366" y="0"/>
                  </a:moveTo>
                  <a:lnTo>
                    <a:pt x="0" y="0"/>
                  </a:ln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sp>
          <p:nvSpPr>
            <p:cNvPr id="128061" name="Freeform 54"/>
            <p:cNvSpPr>
              <a:spLocks/>
            </p:cNvSpPr>
            <p:nvPr/>
          </p:nvSpPr>
          <p:spPr bwMode="auto">
            <a:xfrm>
              <a:off x="3444" y="1944"/>
              <a:ext cx="276" cy="264"/>
            </a:xfrm>
            <a:custGeom>
              <a:avLst/>
              <a:gdLst>
                <a:gd name="T0" fmla="*/ 276 w 276"/>
                <a:gd name="T1" fmla="*/ 264 h 264"/>
                <a:gd name="T2" fmla="*/ 0 w 276"/>
                <a:gd name="T3" fmla="*/ 0 h 264"/>
                <a:gd name="T4" fmla="*/ 0 60000 65536"/>
                <a:gd name="T5" fmla="*/ 0 60000 65536"/>
                <a:gd name="T6" fmla="*/ 0 w 276"/>
                <a:gd name="T7" fmla="*/ 0 h 264"/>
                <a:gd name="T8" fmla="*/ 276 w 276"/>
                <a:gd name="T9" fmla="*/ 264 h 264"/>
              </a:gdLst>
              <a:ahLst/>
              <a:cxnLst>
                <a:cxn ang="T4">
                  <a:pos x="T0" y="T1"/>
                </a:cxn>
                <a:cxn ang="T5">
                  <a:pos x="T2" y="T3"/>
                </a:cxn>
              </a:cxnLst>
              <a:rect l="T6" t="T7" r="T8" b="T9"/>
              <a:pathLst>
                <a:path w="276" h="264">
                  <a:moveTo>
                    <a:pt x="276" y="264"/>
                  </a:moveTo>
                  <a:lnTo>
                    <a:pt x="0" y="0"/>
                  </a:ln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sp>
          <p:nvSpPr>
            <p:cNvPr id="128062" name="Freeform 55"/>
            <p:cNvSpPr>
              <a:spLocks/>
            </p:cNvSpPr>
            <p:nvPr/>
          </p:nvSpPr>
          <p:spPr bwMode="auto">
            <a:xfrm>
              <a:off x="4029" y="1578"/>
              <a:ext cx="366" cy="1"/>
            </a:xfrm>
            <a:custGeom>
              <a:avLst/>
              <a:gdLst>
                <a:gd name="T0" fmla="*/ 366 w 366"/>
                <a:gd name="T1" fmla="*/ 0 h 1"/>
                <a:gd name="T2" fmla="*/ 0 w 366"/>
                <a:gd name="T3" fmla="*/ 0 h 1"/>
                <a:gd name="T4" fmla="*/ 0 60000 65536"/>
                <a:gd name="T5" fmla="*/ 0 60000 65536"/>
                <a:gd name="T6" fmla="*/ 0 w 366"/>
                <a:gd name="T7" fmla="*/ 0 h 1"/>
                <a:gd name="T8" fmla="*/ 366 w 366"/>
                <a:gd name="T9" fmla="*/ 1 h 1"/>
              </a:gdLst>
              <a:ahLst/>
              <a:cxnLst>
                <a:cxn ang="T4">
                  <a:pos x="T0" y="T1"/>
                </a:cxn>
                <a:cxn ang="T5">
                  <a:pos x="T2" y="T3"/>
                </a:cxn>
              </a:cxnLst>
              <a:rect l="T6" t="T7" r="T8" b="T9"/>
              <a:pathLst>
                <a:path w="366" h="1">
                  <a:moveTo>
                    <a:pt x="366" y="0"/>
                  </a:moveTo>
                  <a:lnTo>
                    <a:pt x="0" y="0"/>
                  </a:ln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sp>
          <p:nvSpPr>
            <p:cNvPr id="128063" name="Freeform 56"/>
            <p:cNvSpPr>
              <a:spLocks/>
            </p:cNvSpPr>
            <p:nvPr/>
          </p:nvSpPr>
          <p:spPr bwMode="auto">
            <a:xfrm>
              <a:off x="4704" y="1575"/>
              <a:ext cx="396" cy="267"/>
            </a:xfrm>
            <a:custGeom>
              <a:avLst/>
              <a:gdLst>
                <a:gd name="T0" fmla="*/ 396 w 396"/>
                <a:gd name="T1" fmla="*/ 267 h 267"/>
                <a:gd name="T2" fmla="*/ 0 w 396"/>
                <a:gd name="T3" fmla="*/ 0 h 267"/>
                <a:gd name="T4" fmla="*/ 0 60000 65536"/>
                <a:gd name="T5" fmla="*/ 0 60000 65536"/>
                <a:gd name="T6" fmla="*/ 0 w 396"/>
                <a:gd name="T7" fmla="*/ 0 h 267"/>
                <a:gd name="T8" fmla="*/ 396 w 396"/>
                <a:gd name="T9" fmla="*/ 267 h 267"/>
              </a:gdLst>
              <a:ahLst/>
              <a:cxnLst>
                <a:cxn ang="T4">
                  <a:pos x="T0" y="T1"/>
                </a:cxn>
                <a:cxn ang="T5">
                  <a:pos x="T2" y="T3"/>
                </a:cxn>
              </a:cxnLst>
              <a:rect l="T6" t="T7" r="T8" b="T9"/>
              <a:pathLst>
                <a:path w="396" h="267">
                  <a:moveTo>
                    <a:pt x="396" y="267"/>
                  </a:moveTo>
                  <a:lnTo>
                    <a:pt x="0" y="0"/>
                  </a:ln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sp>
          <p:nvSpPr>
            <p:cNvPr id="128064" name="Freeform 57"/>
            <p:cNvSpPr>
              <a:spLocks/>
            </p:cNvSpPr>
            <p:nvPr/>
          </p:nvSpPr>
          <p:spPr bwMode="auto">
            <a:xfrm>
              <a:off x="3387" y="1146"/>
              <a:ext cx="1110" cy="645"/>
            </a:xfrm>
            <a:custGeom>
              <a:avLst/>
              <a:gdLst>
                <a:gd name="T0" fmla="*/ 1110 w 1110"/>
                <a:gd name="T1" fmla="*/ 342 h 645"/>
                <a:gd name="T2" fmla="*/ 0 w 1110"/>
                <a:gd name="T3" fmla="*/ 645 h 645"/>
                <a:gd name="T4" fmla="*/ 0 60000 65536"/>
                <a:gd name="T5" fmla="*/ 0 60000 65536"/>
                <a:gd name="T6" fmla="*/ 0 w 1110"/>
                <a:gd name="T7" fmla="*/ 0 h 645"/>
                <a:gd name="T8" fmla="*/ 1110 w 1110"/>
                <a:gd name="T9" fmla="*/ 645 h 645"/>
              </a:gdLst>
              <a:ahLst/>
              <a:cxnLst>
                <a:cxn ang="T4">
                  <a:pos x="T0" y="T1"/>
                </a:cxn>
                <a:cxn ang="T5">
                  <a:pos x="T2" y="T3"/>
                </a:cxn>
              </a:cxnLst>
              <a:rect l="T6" t="T7" r="T8" b="T9"/>
              <a:pathLst>
                <a:path w="1110" h="645">
                  <a:moveTo>
                    <a:pt x="1110" y="342"/>
                  </a:moveTo>
                  <a:cubicBezTo>
                    <a:pt x="1104" y="0"/>
                    <a:pt x="21" y="63"/>
                    <a:pt x="0" y="645"/>
                  </a:cubicBez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grpSp>
          <p:nvGrpSpPr>
            <p:cNvPr id="128065" name="Group 58"/>
            <p:cNvGrpSpPr>
              <a:grpSpLocks/>
            </p:cNvGrpSpPr>
            <p:nvPr/>
          </p:nvGrpSpPr>
          <p:grpSpPr bwMode="auto">
            <a:xfrm>
              <a:off x="3287" y="1744"/>
              <a:ext cx="205" cy="250"/>
              <a:chOff x="2954" y="2425"/>
              <a:chExt cx="208" cy="250"/>
            </a:xfrm>
          </p:grpSpPr>
          <p:sp>
            <p:nvSpPr>
              <p:cNvPr id="128091" name="Rectangle 59"/>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p>
            </p:txBody>
          </p:sp>
          <p:sp>
            <p:nvSpPr>
              <p:cNvPr id="128092" name="Text Box 60"/>
              <p:cNvSpPr txBox="1">
                <a:spLocks noChangeArrowheads="1"/>
              </p:cNvSpPr>
              <p:nvPr/>
            </p:nvSpPr>
            <p:spPr bwMode="auto">
              <a:xfrm>
                <a:off x="2954" y="2425"/>
                <a:ext cx="208" cy="2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2000"/>
                  <a:t>u</a:t>
                </a:r>
                <a:endParaRPr lang="en-US"/>
              </a:p>
            </p:txBody>
          </p:sp>
        </p:grpSp>
        <p:grpSp>
          <p:nvGrpSpPr>
            <p:cNvPr id="128066" name="Group 61"/>
            <p:cNvGrpSpPr>
              <a:grpSpLocks/>
            </p:cNvGrpSpPr>
            <p:nvPr/>
          </p:nvGrpSpPr>
          <p:grpSpPr bwMode="auto">
            <a:xfrm>
              <a:off x="4461" y="2128"/>
              <a:ext cx="196" cy="250"/>
              <a:chOff x="2958" y="2425"/>
              <a:chExt cx="199" cy="250"/>
            </a:xfrm>
          </p:grpSpPr>
          <p:sp>
            <p:nvSpPr>
              <p:cNvPr id="128089" name="Rectangle 62"/>
              <p:cNvSpPr>
                <a:spLocks noChangeArrowheads="1"/>
              </p:cNvSpPr>
              <p:nvPr/>
            </p:nvSpPr>
            <p:spPr bwMode="auto">
              <a:xfrm>
                <a:off x="2982" y="2490"/>
                <a:ext cx="142" cy="132"/>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p>
            </p:txBody>
          </p:sp>
          <p:sp>
            <p:nvSpPr>
              <p:cNvPr id="128090" name="Text Box 63"/>
              <p:cNvSpPr txBox="1">
                <a:spLocks noChangeArrowheads="1"/>
              </p:cNvSpPr>
              <p:nvPr/>
            </p:nvSpPr>
            <p:spPr bwMode="auto">
              <a:xfrm>
                <a:off x="2958" y="2425"/>
                <a:ext cx="199" cy="2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2000"/>
                  <a:t>y</a:t>
                </a:r>
                <a:endParaRPr lang="en-US"/>
              </a:p>
            </p:txBody>
          </p:sp>
        </p:grpSp>
        <p:grpSp>
          <p:nvGrpSpPr>
            <p:cNvPr id="128067" name="Group 64"/>
            <p:cNvGrpSpPr>
              <a:grpSpLocks/>
            </p:cNvGrpSpPr>
            <p:nvPr/>
          </p:nvGrpSpPr>
          <p:grpSpPr bwMode="auto">
            <a:xfrm>
              <a:off x="3772" y="2095"/>
              <a:ext cx="212" cy="288"/>
              <a:chOff x="2951" y="2395"/>
              <a:chExt cx="213" cy="288"/>
            </a:xfrm>
          </p:grpSpPr>
          <p:sp>
            <p:nvSpPr>
              <p:cNvPr id="128087" name="Rectangle 65"/>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p>
            </p:txBody>
          </p:sp>
          <p:sp>
            <p:nvSpPr>
              <p:cNvPr id="128088" name="Text Box 66"/>
              <p:cNvSpPr txBox="1">
                <a:spLocks noChangeArrowheads="1"/>
              </p:cNvSpPr>
              <p:nvPr/>
            </p:nvSpPr>
            <p:spPr bwMode="auto">
              <a:xfrm>
                <a:off x="2951" y="2395"/>
                <a:ext cx="213" cy="2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a:t>x</a:t>
                </a:r>
              </a:p>
            </p:txBody>
          </p:sp>
        </p:grpSp>
        <p:grpSp>
          <p:nvGrpSpPr>
            <p:cNvPr id="128068" name="Group 67"/>
            <p:cNvGrpSpPr>
              <a:grpSpLocks/>
            </p:cNvGrpSpPr>
            <p:nvPr/>
          </p:nvGrpSpPr>
          <p:grpSpPr bwMode="auto">
            <a:xfrm>
              <a:off x="4438" y="1438"/>
              <a:ext cx="232" cy="250"/>
              <a:chOff x="2941" y="2425"/>
              <a:chExt cx="235" cy="250"/>
            </a:xfrm>
          </p:grpSpPr>
          <p:sp>
            <p:nvSpPr>
              <p:cNvPr id="128085" name="Rectangle 68"/>
              <p:cNvSpPr>
                <a:spLocks noChangeArrowheads="1"/>
              </p:cNvSpPr>
              <p:nvPr/>
            </p:nvSpPr>
            <p:spPr bwMode="auto">
              <a:xfrm>
                <a:off x="2982" y="2490"/>
                <a:ext cx="146" cy="132"/>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p>
            </p:txBody>
          </p:sp>
          <p:sp>
            <p:nvSpPr>
              <p:cNvPr id="128086" name="Text Box 69"/>
              <p:cNvSpPr txBox="1">
                <a:spLocks noChangeArrowheads="1"/>
              </p:cNvSpPr>
              <p:nvPr/>
            </p:nvSpPr>
            <p:spPr bwMode="auto">
              <a:xfrm>
                <a:off x="2941" y="2425"/>
                <a:ext cx="235" cy="2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2000"/>
                  <a:t>w</a:t>
                </a:r>
                <a:endParaRPr lang="en-US"/>
              </a:p>
            </p:txBody>
          </p:sp>
        </p:grpSp>
        <p:grpSp>
          <p:nvGrpSpPr>
            <p:cNvPr id="128069" name="Group 70"/>
            <p:cNvGrpSpPr>
              <a:grpSpLocks/>
            </p:cNvGrpSpPr>
            <p:nvPr/>
          </p:nvGrpSpPr>
          <p:grpSpPr bwMode="auto">
            <a:xfrm>
              <a:off x="3771" y="1438"/>
              <a:ext cx="196" cy="250"/>
              <a:chOff x="2958" y="2425"/>
              <a:chExt cx="199" cy="250"/>
            </a:xfrm>
          </p:grpSpPr>
          <p:sp>
            <p:nvSpPr>
              <p:cNvPr id="128083" name="Rectangle 71"/>
              <p:cNvSpPr>
                <a:spLocks noChangeArrowheads="1"/>
              </p:cNvSpPr>
              <p:nvPr/>
            </p:nvSpPr>
            <p:spPr bwMode="auto">
              <a:xfrm>
                <a:off x="2982" y="2490"/>
                <a:ext cx="142" cy="132"/>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p>
            </p:txBody>
          </p:sp>
          <p:sp>
            <p:nvSpPr>
              <p:cNvPr id="128084" name="Text Box 72"/>
              <p:cNvSpPr txBox="1">
                <a:spLocks noChangeArrowheads="1"/>
              </p:cNvSpPr>
              <p:nvPr/>
            </p:nvSpPr>
            <p:spPr bwMode="auto">
              <a:xfrm>
                <a:off x="2958" y="2425"/>
                <a:ext cx="199" cy="2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2000"/>
                  <a:t>v</a:t>
                </a:r>
                <a:endParaRPr lang="en-US"/>
              </a:p>
            </p:txBody>
          </p:sp>
        </p:grpSp>
        <p:grpSp>
          <p:nvGrpSpPr>
            <p:cNvPr id="128070" name="Group 73"/>
            <p:cNvGrpSpPr>
              <a:grpSpLocks/>
            </p:cNvGrpSpPr>
            <p:nvPr/>
          </p:nvGrpSpPr>
          <p:grpSpPr bwMode="auto">
            <a:xfrm>
              <a:off x="5025" y="1756"/>
              <a:ext cx="212" cy="288"/>
              <a:chOff x="2949" y="2395"/>
              <a:chExt cx="214" cy="288"/>
            </a:xfrm>
          </p:grpSpPr>
          <p:sp>
            <p:nvSpPr>
              <p:cNvPr id="128081" name="Rectangle 74"/>
              <p:cNvSpPr>
                <a:spLocks noChangeArrowheads="1"/>
              </p:cNvSpPr>
              <p:nvPr/>
            </p:nvSpPr>
            <p:spPr bwMode="auto">
              <a:xfrm>
                <a:off x="2982" y="2490"/>
                <a:ext cx="142" cy="132"/>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p>
            </p:txBody>
          </p:sp>
          <p:sp>
            <p:nvSpPr>
              <p:cNvPr id="128082" name="Text Box 75"/>
              <p:cNvSpPr txBox="1">
                <a:spLocks noChangeArrowheads="1"/>
              </p:cNvSpPr>
              <p:nvPr/>
            </p:nvSpPr>
            <p:spPr bwMode="auto">
              <a:xfrm>
                <a:off x="2949" y="2395"/>
                <a:ext cx="214" cy="2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a:t>z</a:t>
                </a:r>
              </a:p>
            </p:txBody>
          </p:sp>
        </p:grpSp>
        <p:sp>
          <p:nvSpPr>
            <p:cNvPr id="128071" name="Text Box 76"/>
            <p:cNvSpPr txBox="1">
              <a:spLocks noChangeArrowheads="1"/>
            </p:cNvSpPr>
            <p:nvPr/>
          </p:nvSpPr>
          <p:spPr bwMode="auto">
            <a:xfrm>
              <a:off x="3493" y="1568"/>
              <a:ext cx="196"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t>2</a:t>
              </a:r>
              <a:endParaRPr lang="en-US"/>
            </a:p>
          </p:txBody>
        </p:sp>
        <p:sp>
          <p:nvSpPr>
            <p:cNvPr id="128072" name="Text Box 77"/>
            <p:cNvSpPr txBox="1">
              <a:spLocks noChangeArrowheads="1"/>
            </p:cNvSpPr>
            <p:nvPr/>
          </p:nvSpPr>
          <p:spPr bwMode="auto">
            <a:xfrm>
              <a:off x="3841" y="1787"/>
              <a:ext cx="196"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t>2</a:t>
              </a:r>
              <a:endParaRPr lang="en-US"/>
            </a:p>
          </p:txBody>
        </p:sp>
        <p:sp>
          <p:nvSpPr>
            <p:cNvPr id="128073" name="Text Box 78"/>
            <p:cNvSpPr txBox="1">
              <a:spLocks noChangeArrowheads="1"/>
            </p:cNvSpPr>
            <p:nvPr/>
          </p:nvSpPr>
          <p:spPr bwMode="auto">
            <a:xfrm>
              <a:off x="3406" y="2000"/>
              <a:ext cx="196"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t>1</a:t>
              </a:r>
              <a:endParaRPr lang="en-US"/>
            </a:p>
          </p:txBody>
        </p:sp>
        <p:sp>
          <p:nvSpPr>
            <p:cNvPr id="128074" name="Text Box 79"/>
            <p:cNvSpPr txBox="1">
              <a:spLocks noChangeArrowheads="1"/>
            </p:cNvSpPr>
            <p:nvPr/>
          </p:nvSpPr>
          <p:spPr bwMode="auto">
            <a:xfrm>
              <a:off x="4225" y="1880"/>
              <a:ext cx="196"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t>3</a:t>
              </a:r>
              <a:endParaRPr lang="en-US"/>
            </a:p>
          </p:txBody>
        </p:sp>
        <p:sp>
          <p:nvSpPr>
            <p:cNvPr id="128075" name="Text Box 80"/>
            <p:cNvSpPr txBox="1">
              <a:spLocks noChangeArrowheads="1"/>
            </p:cNvSpPr>
            <p:nvPr/>
          </p:nvSpPr>
          <p:spPr bwMode="auto">
            <a:xfrm>
              <a:off x="4162" y="2234"/>
              <a:ext cx="196"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t>1</a:t>
              </a:r>
              <a:endParaRPr lang="en-US"/>
            </a:p>
          </p:txBody>
        </p:sp>
        <p:sp>
          <p:nvSpPr>
            <p:cNvPr id="128076" name="Text Box 81"/>
            <p:cNvSpPr txBox="1">
              <a:spLocks noChangeArrowheads="1"/>
            </p:cNvSpPr>
            <p:nvPr/>
          </p:nvSpPr>
          <p:spPr bwMode="auto">
            <a:xfrm>
              <a:off x="4522" y="1805"/>
              <a:ext cx="196"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t>1</a:t>
              </a:r>
              <a:endParaRPr lang="en-US"/>
            </a:p>
          </p:txBody>
        </p:sp>
        <p:sp>
          <p:nvSpPr>
            <p:cNvPr id="128077" name="Text Box 82"/>
            <p:cNvSpPr txBox="1">
              <a:spLocks noChangeArrowheads="1"/>
            </p:cNvSpPr>
            <p:nvPr/>
          </p:nvSpPr>
          <p:spPr bwMode="auto">
            <a:xfrm>
              <a:off x="4882" y="2069"/>
              <a:ext cx="196"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t>2</a:t>
              </a:r>
              <a:endParaRPr lang="en-US"/>
            </a:p>
          </p:txBody>
        </p:sp>
        <p:sp>
          <p:nvSpPr>
            <p:cNvPr id="128078" name="Text Box 83"/>
            <p:cNvSpPr txBox="1">
              <a:spLocks noChangeArrowheads="1"/>
            </p:cNvSpPr>
            <p:nvPr/>
          </p:nvSpPr>
          <p:spPr bwMode="auto">
            <a:xfrm>
              <a:off x="4855" y="1532"/>
              <a:ext cx="196"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t>5</a:t>
              </a:r>
              <a:endParaRPr lang="en-US"/>
            </a:p>
          </p:txBody>
        </p:sp>
        <p:sp>
          <p:nvSpPr>
            <p:cNvPr id="128079" name="Text Box 84"/>
            <p:cNvSpPr txBox="1">
              <a:spLocks noChangeArrowheads="1"/>
            </p:cNvSpPr>
            <p:nvPr/>
          </p:nvSpPr>
          <p:spPr bwMode="auto">
            <a:xfrm>
              <a:off x="4120" y="1382"/>
              <a:ext cx="196"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t>3</a:t>
              </a:r>
              <a:endParaRPr lang="en-US"/>
            </a:p>
          </p:txBody>
        </p:sp>
        <p:sp>
          <p:nvSpPr>
            <p:cNvPr id="128080" name="Text Box 85"/>
            <p:cNvSpPr txBox="1">
              <a:spLocks noChangeArrowheads="1"/>
            </p:cNvSpPr>
            <p:nvPr/>
          </p:nvSpPr>
          <p:spPr bwMode="auto">
            <a:xfrm>
              <a:off x="3769" y="1115"/>
              <a:ext cx="196"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t>5</a:t>
              </a:r>
              <a:endParaRPr lang="en-US"/>
            </a:p>
          </p:txBody>
        </p:sp>
      </p:grpSp>
      <p:sp>
        <p:nvSpPr>
          <p:cNvPr id="718934" name="Line 86"/>
          <p:cNvSpPr>
            <a:spLocks noChangeShapeType="1"/>
          </p:cNvSpPr>
          <p:nvPr/>
        </p:nvSpPr>
        <p:spPr bwMode="auto">
          <a:xfrm flipH="1">
            <a:off x="2241550" y="2035175"/>
            <a:ext cx="3514725" cy="309563"/>
          </a:xfrm>
          <a:prstGeom prst="line">
            <a:avLst/>
          </a:prstGeom>
          <a:noFill/>
          <a:ln w="9525">
            <a:solidFill>
              <a:srgbClr val="FF0000"/>
            </a:solidFill>
            <a:round/>
            <a:headEnd/>
            <a:tailEnd type="triangle" w="med" len="med"/>
          </a:ln>
          <a:extLst>
            <a:ext uri="{909E8E84-426E-40dd-AFC4-6F175D3DCCD1}">
              <a14:hiddenFill xmlns:a14="http://schemas.microsoft.com/office/drawing/2010/main" xmlns="">
                <a:noFill/>
              </a14:hiddenFill>
            </a:ext>
          </a:extLst>
        </p:spPr>
        <p:txBody>
          <a:bodyPr wrap="none"/>
          <a:lstStyle/>
          <a:p>
            <a:endParaRPr lang="en-US"/>
          </a:p>
        </p:txBody>
      </p:sp>
      <p:sp>
        <p:nvSpPr>
          <p:cNvPr id="718935" name="Line 87"/>
          <p:cNvSpPr>
            <a:spLocks noChangeShapeType="1"/>
          </p:cNvSpPr>
          <p:nvPr/>
        </p:nvSpPr>
        <p:spPr bwMode="auto">
          <a:xfrm flipH="1">
            <a:off x="2163763" y="2330450"/>
            <a:ext cx="4894262" cy="334963"/>
          </a:xfrm>
          <a:prstGeom prst="line">
            <a:avLst/>
          </a:prstGeom>
          <a:noFill/>
          <a:ln w="9525">
            <a:solidFill>
              <a:srgbClr val="FF0000"/>
            </a:solidFill>
            <a:round/>
            <a:headEnd/>
            <a:tailEnd type="triangle" w="med" len="med"/>
          </a:ln>
          <a:extLst>
            <a:ext uri="{909E8E84-426E-40dd-AFC4-6F175D3DCCD1}">
              <a14:hiddenFill xmlns:a14="http://schemas.microsoft.com/office/drawing/2010/main" xmlns="">
                <a:noFill/>
              </a14:hiddenFill>
            </a:ext>
          </a:extLst>
        </p:spPr>
        <p:txBody>
          <a:bodyPr wrap="none"/>
          <a:lstStyle/>
          <a:p>
            <a:endParaRPr lang="en-US"/>
          </a:p>
        </p:txBody>
      </p:sp>
      <p:sp>
        <p:nvSpPr>
          <p:cNvPr id="718936" name="Line 88"/>
          <p:cNvSpPr>
            <a:spLocks noChangeShapeType="1"/>
          </p:cNvSpPr>
          <p:nvPr/>
        </p:nvSpPr>
        <p:spPr bwMode="auto">
          <a:xfrm flipH="1">
            <a:off x="2227263" y="2692400"/>
            <a:ext cx="914400" cy="257175"/>
          </a:xfrm>
          <a:prstGeom prst="line">
            <a:avLst/>
          </a:prstGeom>
          <a:noFill/>
          <a:ln w="9525">
            <a:solidFill>
              <a:srgbClr val="FF0000"/>
            </a:solidFill>
            <a:round/>
            <a:headEnd/>
            <a:tailEnd type="triangle" w="med" len="med"/>
          </a:ln>
          <a:extLst>
            <a:ext uri="{909E8E84-426E-40dd-AFC4-6F175D3DCCD1}">
              <a14:hiddenFill xmlns:a14="http://schemas.microsoft.com/office/drawing/2010/main" xmlns="">
                <a:noFill/>
              </a14:hiddenFill>
            </a:ext>
          </a:extLst>
        </p:spPr>
        <p:txBody>
          <a:bodyPr wrap="none"/>
          <a:lstStyle/>
          <a:p>
            <a:endParaRPr lang="en-US"/>
          </a:p>
        </p:txBody>
      </p:sp>
      <p:sp>
        <p:nvSpPr>
          <p:cNvPr id="718937" name="Line 89"/>
          <p:cNvSpPr>
            <a:spLocks noChangeShapeType="1"/>
          </p:cNvSpPr>
          <p:nvPr/>
        </p:nvSpPr>
        <p:spPr bwMode="auto">
          <a:xfrm flipH="1">
            <a:off x="2241550" y="2949575"/>
            <a:ext cx="2239963" cy="309563"/>
          </a:xfrm>
          <a:prstGeom prst="line">
            <a:avLst/>
          </a:prstGeom>
          <a:noFill/>
          <a:ln w="9525">
            <a:solidFill>
              <a:srgbClr val="FF0000"/>
            </a:solidFill>
            <a:round/>
            <a:headEnd/>
            <a:tailEnd type="triangle" w="med" len="med"/>
          </a:ln>
          <a:extLst>
            <a:ext uri="{909E8E84-426E-40dd-AFC4-6F175D3DCCD1}">
              <a14:hiddenFill xmlns:a14="http://schemas.microsoft.com/office/drawing/2010/main" xmlns="">
                <a:noFill/>
              </a14:hiddenFill>
            </a:ext>
          </a:extLst>
        </p:spPr>
        <p:txBody>
          <a:bodyPr wrap="none"/>
          <a:lstStyle/>
          <a:p>
            <a:endParaRPr lang="en-US"/>
          </a:p>
        </p:txBody>
      </p:sp>
      <p:sp>
        <p:nvSpPr>
          <p:cNvPr id="718938" name="Line 90"/>
          <p:cNvSpPr>
            <a:spLocks noChangeShapeType="1"/>
          </p:cNvSpPr>
          <p:nvPr/>
        </p:nvSpPr>
        <p:spPr bwMode="auto">
          <a:xfrm flipH="1">
            <a:off x="2254250" y="3206750"/>
            <a:ext cx="5975350" cy="334963"/>
          </a:xfrm>
          <a:prstGeom prst="line">
            <a:avLst/>
          </a:prstGeom>
          <a:noFill/>
          <a:ln w="9525">
            <a:solidFill>
              <a:srgbClr val="FF0000"/>
            </a:solidFill>
            <a:round/>
            <a:headEnd/>
            <a:tailEnd type="triangle" w="med" len="med"/>
          </a:ln>
          <a:extLst>
            <a:ext uri="{909E8E84-426E-40dd-AFC4-6F175D3DCCD1}">
              <a14:hiddenFill xmlns:a14="http://schemas.microsoft.com/office/drawing/2010/main" xmlns="">
                <a:noFill/>
              </a14:hiddenFill>
            </a:ext>
          </a:extLst>
        </p:spPr>
        <p:txBody>
          <a:bodyPr wrap="none"/>
          <a:lstStyle/>
          <a:p>
            <a:endParaRPr lang="en-US"/>
          </a:p>
        </p:txBody>
      </p:sp>
      <p:sp>
        <p:nvSpPr>
          <p:cNvPr id="94" name="Slide Number Placeholder 5"/>
          <p:cNvSpPr>
            <a:spLocks noGrp="1"/>
          </p:cNvSpPr>
          <p:nvPr>
            <p:ph type="sldNum" sz="quarter" idx="12"/>
          </p:nvPr>
        </p:nvSpPr>
        <p:spPr>
          <a:xfrm>
            <a:off x="8456154" y="6475895"/>
            <a:ext cx="548655" cy="272319"/>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200" dirty="0">
                <a:latin typeface="Tahoma" charset="0"/>
              </a:rPr>
              <a:t>5-</a:t>
            </a:r>
            <a:fld id="{8E8C6E93-DF5B-BC4B-80F9-500DED1EEDCC}" type="slidenum">
              <a:rPr lang="en-US" sz="1200">
                <a:latin typeface="Tahoma" charset="0"/>
              </a:rPr>
              <a:pPr/>
              <a:t>37</a:t>
            </a:fld>
            <a:endParaRPr lang="en-US" sz="1200" dirty="0">
              <a:latin typeface="Tahoma" charset="0"/>
            </a:endParaRPr>
          </a:p>
        </p:txBody>
      </p:sp>
      <p:sp>
        <p:nvSpPr>
          <p:cNvPr id="95" name="Footer Placeholder 2"/>
          <p:cNvSpPr>
            <a:spLocks noGrp="1"/>
          </p:cNvSpPr>
          <p:nvPr>
            <p:ph type="ftr" sz="quarter" idx="11"/>
          </p:nvPr>
        </p:nvSpPr>
        <p:spPr>
          <a:xfrm>
            <a:off x="6375496" y="6475081"/>
            <a:ext cx="2177473" cy="241541"/>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200" dirty="0">
                <a:solidFill>
                  <a:srgbClr val="000000"/>
                </a:solidFill>
                <a:latin typeface="Tahoma" charset="0"/>
                <a:cs typeface="Arial" charset="0"/>
              </a:rPr>
              <a:t>Network Layer: Control Plane</a:t>
            </a:r>
          </a:p>
        </p:txBody>
      </p:sp>
      <p:sp>
        <p:nvSpPr>
          <p:cNvPr id="96" name="TextBox 1"/>
          <p:cNvSpPr txBox="1">
            <a:spLocks noChangeArrowheads="1"/>
          </p:cNvSpPr>
          <p:nvPr/>
        </p:nvSpPr>
        <p:spPr bwMode="auto">
          <a:xfrm>
            <a:off x="339826" y="6198762"/>
            <a:ext cx="4507165" cy="52322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400" dirty="0"/>
              <a:t>* Check out the online interactive exercises for more examples: h</a:t>
            </a:r>
            <a:r>
              <a:rPr lang="en-US" sz="1200" dirty="0"/>
              <a:t>ttp://gaia.cs.umass.edu/kurose_ross/interactive/</a:t>
            </a:r>
          </a:p>
        </p:txBody>
      </p:sp>
    </p:spTree>
    <p:extLst>
      <p:ext uri="{BB962C8B-B14F-4D97-AF65-F5344CB8AC3E}">
        <p14:creationId xmlns:p14="http://schemas.microsoft.com/office/powerpoint/2010/main" val="1457685302"/>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18934"/>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718935"/>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718936"/>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718937"/>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71893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18934" grpId="0" animBg="1"/>
      <p:bldP spid="718935" grpId="0" animBg="1"/>
      <p:bldP spid="718936" grpId="0" animBg="1"/>
      <p:bldP spid="718937" grpId="0" animBg="1"/>
      <p:bldP spid="718938" grpId="0" animBg="1"/>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8225" name="页脚占位符 2">
            <a:extLst>
              <a:ext uri="{FF2B5EF4-FFF2-40B4-BE49-F238E27FC236}">
                <a16:creationId xmlns:a16="http://schemas.microsoft.com/office/drawing/2014/main" id="{60FF2C07-84E1-AAA1-592E-6A0871AA687F}"/>
              </a:ext>
            </a:extLst>
          </p:cNvPr>
          <p:cNvSpPr>
            <a:spLocks noGrp="1" noChangeArrowheads="1"/>
          </p:cNvSpPr>
          <p:nvPr>
            <p:ph type="ftr"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spcBef>
                <a:spcPct val="0"/>
              </a:spcBef>
              <a:buClrTx/>
              <a:buSzTx/>
              <a:buFontTx/>
              <a:buNone/>
            </a:pPr>
            <a:r>
              <a:rPr kumimoji="0" lang="en-US" altLang="zh-CN" sz="1200">
                <a:latin typeface="Arial" panose="020B0604020202020204" pitchFamily="34" charset="0"/>
              </a:rPr>
              <a:t>Network Layer</a:t>
            </a:r>
          </a:p>
        </p:txBody>
      </p:sp>
      <p:sp>
        <p:nvSpPr>
          <p:cNvPr id="308226" name="幻灯片编号占位符 3">
            <a:extLst>
              <a:ext uri="{FF2B5EF4-FFF2-40B4-BE49-F238E27FC236}">
                <a16:creationId xmlns:a16="http://schemas.microsoft.com/office/drawing/2014/main" id="{DEDD17B1-37A5-75A1-6304-BAA0A408985F}"/>
              </a:ext>
            </a:extLst>
          </p:cNvPr>
          <p:cNvSpPr>
            <a:spLocks noGrp="1"/>
          </p:cNvSpPr>
          <p:nvPr>
            <p:ph type="sldNum" sz="quarter" idx="12"/>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spcBef>
                <a:spcPct val="0"/>
              </a:spcBef>
              <a:buClrTx/>
              <a:buSzTx/>
              <a:buFontTx/>
              <a:buNone/>
            </a:pPr>
            <a:r>
              <a:rPr kumimoji="0" lang="en-US" altLang="zh-CN" sz="1200">
                <a:latin typeface="Arial" panose="020B0604020202020204" pitchFamily="34" charset="0"/>
              </a:rPr>
              <a:t>4-</a:t>
            </a:r>
            <a:fld id="{5A5D12B0-D084-2D40-8749-4913BE5CEE11}" type="slidenum">
              <a:rPr kumimoji="0" lang="en-US" altLang="zh-CN" sz="1200" smtClean="0">
                <a:latin typeface="Arial" panose="020B0604020202020204" pitchFamily="34" charset="0"/>
              </a:rPr>
              <a:pPr>
                <a:spcBef>
                  <a:spcPct val="0"/>
                </a:spcBef>
                <a:buClrTx/>
                <a:buSzTx/>
                <a:buFontTx/>
                <a:buNone/>
              </a:pPr>
              <a:t>38</a:t>
            </a:fld>
            <a:endParaRPr kumimoji="0" lang="en-US" altLang="zh-CN" sz="1200">
              <a:latin typeface="Arial" panose="020B0604020202020204" pitchFamily="34" charset="0"/>
            </a:endParaRPr>
          </a:p>
        </p:txBody>
      </p:sp>
      <p:sp>
        <p:nvSpPr>
          <p:cNvPr id="308227" name="矩形 5">
            <a:extLst>
              <a:ext uri="{FF2B5EF4-FFF2-40B4-BE49-F238E27FC236}">
                <a16:creationId xmlns:a16="http://schemas.microsoft.com/office/drawing/2014/main" id="{8AED6E70-0AFB-DE94-5BFC-F45E68F8C851}"/>
              </a:ext>
            </a:extLst>
          </p:cNvPr>
          <p:cNvSpPr>
            <a:spLocks noChangeArrowheads="1"/>
          </p:cNvSpPr>
          <p:nvPr/>
        </p:nvSpPr>
        <p:spPr bwMode="auto">
          <a:xfrm>
            <a:off x="429419" y="444500"/>
            <a:ext cx="8285162" cy="26161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spcBef>
                <a:spcPts val="1200"/>
              </a:spcBef>
              <a:buClrTx/>
              <a:buSzTx/>
              <a:buFontTx/>
              <a:buNone/>
            </a:pPr>
            <a:r>
              <a:rPr kumimoji="0" lang="en-US" altLang="zh-CN" sz="2400" dirty="0"/>
              <a:t>Consider the following network. </a:t>
            </a:r>
          </a:p>
          <a:p>
            <a:pPr>
              <a:spcBef>
                <a:spcPts val="1200"/>
              </a:spcBef>
              <a:buClrTx/>
              <a:buSzTx/>
              <a:buFontTx/>
              <a:buNone/>
            </a:pPr>
            <a:r>
              <a:rPr kumimoji="0" lang="en-US" altLang="zh-CN" sz="2400" dirty="0"/>
              <a:t>With the indicated link costs, </a:t>
            </a:r>
            <a:r>
              <a:rPr kumimoji="0" lang="en-US" altLang="zh-CN" sz="2400" dirty="0">
                <a:solidFill>
                  <a:srgbClr val="800000"/>
                </a:solidFill>
              </a:rPr>
              <a:t>use </a:t>
            </a:r>
            <a:r>
              <a:rPr kumimoji="0" lang="en-US" altLang="zh-CN" sz="2400" i="1" dirty="0">
                <a:solidFill>
                  <a:srgbClr val="800000"/>
                </a:solidFill>
              </a:rPr>
              <a:t>Dijkstra’s</a:t>
            </a:r>
            <a:r>
              <a:rPr kumimoji="0" lang="en-US" altLang="zh-CN" sz="2400" dirty="0">
                <a:solidFill>
                  <a:srgbClr val="800000"/>
                </a:solidFill>
              </a:rPr>
              <a:t> shortest-path algorithm</a:t>
            </a:r>
            <a:r>
              <a:rPr kumimoji="0" lang="en-US" altLang="zh-CN" sz="2400" dirty="0"/>
              <a:t> to compute </a:t>
            </a:r>
            <a:r>
              <a:rPr kumimoji="0" lang="en-US" altLang="zh-CN" sz="2400" dirty="0">
                <a:solidFill>
                  <a:srgbClr val="800000"/>
                </a:solidFill>
              </a:rPr>
              <a:t>the shortest path from </a:t>
            </a:r>
            <a:r>
              <a:rPr kumimoji="0" lang="en-US" altLang="zh-CN" sz="2400" i="1" dirty="0">
                <a:solidFill>
                  <a:srgbClr val="800000"/>
                </a:solidFill>
              </a:rPr>
              <a:t>x</a:t>
            </a:r>
            <a:r>
              <a:rPr kumimoji="0" lang="en-US" altLang="zh-CN" sz="2400" dirty="0">
                <a:solidFill>
                  <a:srgbClr val="800000"/>
                </a:solidFill>
              </a:rPr>
              <a:t> to all network nodes</a:t>
            </a:r>
            <a:r>
              <a:rPr kumimoji="0" lang="en-US" altLang="zh-CN" sz="2400" dirty="0"/>
              <a:t>. </a:t>
            </a:r>
          </a:p>
          <a:p>
            <a:pPr>
              <a:spcBef>
                <a:spcPts val="1200"/>
              </a:spcBef>
              <a:buClrTx/>
              <a:buSzTx/>
              <a:buFontTx/>
              <a:buNone/>
            </a:pPr>
            <a:r>
              <a:rPr kumimoji="0" lang="en-US" altLang="zh-CN" sz="2400" dirty="0">
                <a:solidFill>
                  <a:srgbClr val="800000"/>
                </a:solidFill>
              </a:rPr>
              <a:t>Show</a:t>
            </a:r>
            <a:r>
              <a:rPr kumimoji="0" lang="en-US" altLang="zh-CN" sz="2400" dirty="0"/>
              <a:t> how the algorithm works by computing a table similar to following table.</a:t>
            </a:r>
            <a:r>
              <a:rPr kumimoji="0" lang="zh-CN" altLang="zh-CN" sz="2400" dirty="0"/>
              <a:t> </a:t>
            </a:r>
            <a:endParaRPr kumimoji="0" lang="zh-CN" altLang="en-US" sz="2400" dirty="0"/>
          </a:p>
        </p:txBody>
      </p:sp>
      <p:pic>
        <p:nvPicPr>
          <p:cNvPr id="2" name="图片 4">
            <a:extLst>
              <a:ext uri="{FF2B5EF4-FFF2-40B4-BE49-F238E27FC236}">
                <a16:creationId xmlns:a16="http://schemas.microsoft.com/office/drawing/2014/main" id="{4E671644-82C0-A734-4FD4-7A1485854AAB}"/>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4439743" y="2886480"/>
            <a:ext cx="3409846" cy="3054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ransition spd="slow"/>
</p:sld>
</file>

<file path=ppt/slides/slide3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10273" name="页脚占位符 2">
            <a:extLst>
              <a:ext uri="{FF2B5EF4-FFF2-40B4-BE49-F238E27FC236}">
                <a16:creationId xmlns:a16="http://schemas.microsoft.com/office/drawing/2014/main" id="{FB80C52A-775D-6A0D-9A93-E6393C5F71C4}"/>
              </a:ext>
            </a:extLst>
          </p:cNvPr>
          <p:cNvSpPr>
            <a:spLocks noGrp="1" noChangeArrowheads="1"/>
          </p:cNvSpPr>
          <p:nvPr>
            <p:ph type="ftr"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spcBef>
                <a:spcPct val="0"/>
              </a:spcBef>
              <a:buClrTx/>
              <a:buSzTx/>
              <a:buFontTx/>
              <a:buNone/>
            </a:pPr>
            <a:r>
              <a:rPr kumimoji="0" lang="en-US" altLang="zh-CN" sz="1200">
                <a:latin typeface="Arial" panose="020B0604020202020204" pitchFamily="34" charset="0"/>
              </a:rPr>
              <a:t>Network Layer</a:t>
            </a:r>
          </a:p>
        </p:txBody>
      </p:sp>
      <p:sp>
        <p:nvSpPr>
          <p:cNvPr id="310274" name="幻灯片编号占位符 3">
            <a:extLst>
              <a:ext uri="{FF2B5EF4-FFF2-40B4-BE49-F238E27FC236}">
                <a16:creationId xmlns:a16="http://schemas.microsoft.com/office/drawing/2014/main" id="{AC2F4BFF-72B1-F287-9913-B45B7934C9A3}"/>
              </a:ext>
            </a:extLst>
          </p:cNvPr>
          <p:cNvSpPr>
            <a:spLocks noGrp="1"/>
          </p:cNvSpPr>
          <p:nvPr>
            <p:ph type="sldNum" sz="quarter" idx="12"/>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spcBef>
                <a:spcPct val="0"/>
              </a:spcBef>
              <a:buClrTx/>
              <a:buSzTx/>
              <a:buFontTx/>
              <a:buNone/>
            </a:pPr>
            <a:r>
              <a:rPr kumimoji="0" lang="en-US" altLang="zh-CN" sz="1200">
                <a:latin typeface="Arial" panose="020B0604020202020204" pitchFamily="34" charset="0"/>
              </a:rPr>
              <a:t>4-</a:t>
            </a:r>
            <a:fld id="{484B2D11-13FC-B649-847E-9EAD80B7997B}" type="slidenum">
              <a:rPr kumimoji="0" lang="en-US" altLang="zh-CN" sz="1200" smtClean="0">
                <a:latin typeface="Arial" panose="020B0604020202020204" pitchFamily="34" charset="0"/>
              </a:rPr>
              <a:pPr>
                <a:spcBef>
                  <a:spcPct val="0"/>
                </a:spcBef>
                <a:buClrTx/>
                <a:buSzTx/>
                <a:buFontTx/>
                <a:buNone/>
              </a:pPr>
              <a:t>39</a:t>
            </a:fld>
            <a:endParaRPr kumimoji="0" lang="en-US" altLang="zh-CN" sz="1200">
              <a:latin typeface="Arial" panose="020B0604020202020204" pitchFamily="34" charset="0"/>
            </a:endParaRPr>
          </a:p>
        </p:txBody>
      </p:sp>
      <p:pic>
        <p:nvPicPr>
          <p:cNvPr id="310275" name="图片 4">
            <a:extLst>
              <a:ext uri="{FF2B5EF4-FFF2-40B4-BE49-F238E27FC236}">
                <a16:creationId xmlns:a16="http://schemas.microsoft.com/office/drawing/2014/main" id="{4083E143-C734-00D2-3961-A805A85357B6}"/>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0" y="715963"/>
            <a:ext cx="9144000" cy="2822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ransition spd="slow"/>
</p:sld>
</file>

<file path=ppt/slides/slide4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11297" name="页脚占位符 2">
            <a:extLst>
              <a:ext uri="{FF2B5EF4-FFF2-40B4-BE49-F238E27FC236}">
                <a16:creationId xmlns:a16="http://schemas.microsoft.com/office/drawing/2014/main" id="{285C1FEE-F87B-7304-688F-EC7467B33989}"/>
              </a:ext>
            </a:extLst>
          </p:cNvPr>
          <p:cNvSpPr>
            <a:spLocks noGrp="1" noChangeArrowheads="1"/>
          </p:cNvSpPr>
          <p:nvPr>
            <p:ph type="ftr"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spcBef>
                <a:spcPct val="0"/>
              </a:spcBef>
              <a:buClrTx/>
              <a:buSzTx/>
              <a:buFontTx/>
              <a:buNone/>
            </a:pPr>
            <a:r>
              <a:rPr kumimoji="0" lang="en-US" altLang="zh-CN" sz="1200">
                <a:latin typeface="Arial" panose="020B0604020202020204" pitchFamily="34" charset="0"/>
              </a:rPr>
              <a:t>Network Layer</a:t>
            </a:r>
          </a:p>
        </p:txBody>
      </p:sp>
      <p:sp>
        <p:nvSpPr>
          <p:cNvPr id="311298" name="幻灯片编号占位符 3">
            <a:extLst>
              <a:ext uri="{FF2B5EF4-FFF2-40B4-BE49-F238E27FC236}">
                <a16:creationId xmlns:a16="http://schemas.microsoft.com/office/drawing/2014/main" id="{EA9A9DFE-F1A2-A2A4-DA6A-B9CFAF630D3C}"/>
              </a:ext>
            </a:extLst>
          </p:cNvPr>
          <p:cNvSpPr>
            <a:spLocks noGrp="1"/>
          </p:cNvSpPr>
          <p:nvPr>
            <p:ph type="sldNum" sz="quarter" idx="12"/>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spcBef>
                <a:spcPct val="0"/>
              </a:spcBef>
              <a:buClrTx/>
              <a:buSzTx/>
              <a:buFontTx/>
              <a:buNone/>
            </a:pPr>
            <a:r>
              <a:rPr kumimoji="0" lang="en-US" altLang="zh-CN" sz="1200">
                <a:latin typeface="Arial" panose="020B0604020202020204" pitchFamily="34" charset="0"/>
              </a:rPr>
              <a:t>4-</a:t>
            </a:r>
            <a:fld id="{3DA850D6-9D92-F143-B177-00E0FE560903}" type="slidenum">
              <a:rPr kumimoji="0" lang="en-US" altLang="zh-CN" sz="1200" smtClean="0">
                <a:latin typeface="Arial" panose="020B0604020202020204" pitchFamily="34" charset="0"/>
              </a:rPr>
              <a:pPr>
                <a:spcBef>
                  <a:spcPct val="0"/>
                </a:spcBef>
                <a:buClrTx/>
                <a:buSzTx/>
                <a:buFontTx/>
                <a:buNone/>
              </a:pPr>
              <a:t>40</a:t>
            </a:fld>
            <a:endParaRPr kumimoji="0" lang="en-US" altLang="zh-CN" sz="1200">
              <a:latin typeface="Arial" panose="020B0604020202020204" pitchFamily="34" charset="0"/>
            </a:endParaRPr>
          </a:p>
        </p:txBody>
      </p:sp>
      <p:graphicFrame>
        <p:nvGraphicFramePr>
          <p:cNvPr id="5" name="表格 4">
            <a:extLst>
              <a:ext uri="{FF2B5EF4-FFF2-40B4-BE49-F238E27FC236}">
                <a16:creationId xmlns:a16="http://schemas.microsoft.com/office/drawing/2014/main" id="{2389F123-6D7A-4831-0A2F-EAD3454C0EB2}"/>
              </a:ext>
            </a:extLst>
          </p:cNvPr>
          <p:cNvGraphicFramePr>
            <a:graphicFrameLocks noGrp="1"/>
          </p:cNvGraphicFramePr>
          <p:nvPr/>
        </p:nvGraphicFramePr>
        <p:xfrm>
          <a:off x="560388" y="1311275"/>
          <a:ext cx="7986712" cy="4857753"/>
        </p:xfrm>
        <a:graphic>
          <a:graphicData uri="http://schemas.openxmlformats.org/drawingml/2006/table">
            <a:tbl>
              <a:tblPr/>
              <a:tblGrid>
                <a:gridCol w="903287">
                  <a:extLst>
                    <a:ext uri="{9D8B030D-6E8A-4147-A177-3AD203B41FA5}">
                      <a16:colId xmlns:a16="http://schemas.microsoft.com/office/drawing/2014/main" val="20000"/>
                    </a:ext>
                  </a:extLst>
                </a:gridCol>
                <a:gridCol w="1528763">
                  <a:extLst>
                    <a:ext uri="{9D8B030D-6E8A-4147-A177-3AD203B41FA5}">
                      <a16:colId xmlns:a16="http://schemas.microsoft.com/office/drawing/2014/main" val="20001"/>
                    </a:ext>
                  </a:extLst>
                </a:gridCol>
                <a:gridCol w="882650">
                  <a:extLst>
                    <a:ext uri="{9D8B030D-6E8A-4147-A177-3AD203B41FA5}">
                      <a16:colId xmlns:a16="http://schemas.microsoft.com/office/drawing/2014/main" val="20002"/>
                    </a:ext>
                  </a:extLst>
                </a:gridCol>
                <a:gridCol w="947737">
                  <a:extLst>
                    <a:ext uri="{9D8B030D-6E8A-4147-A177-3AD203B41FA5}">
                      <a16:colId xmlns:a16="http://schemas.microsoft.com/office/drawing/2014/main" val="20003"/>
                    </a:ext>
                  </a:extLst>
                </a:gridCol>
                <a:gridCol w="968375">
                  <a:extLst>
                    <a:ext uri="{9D8B030D-6E8A-4147-A177-3AD203B41FA5}">
                      <a16:colId xmlns:a16="http://schemas.microsoft.com/office/drawing/2014/main" val="20004"/>
                    </a:ext>
                  </a:extLst>
                </a:gridCol>
                <a:gridCol w="968375">
                  <a:extLst>
                    <a:ext uri="{9D8B030D-6E8A-4147-A177-3AD203B41FA5}">
                      <a16:colId xmlns:a16="http://schemas.microsoft.com/office/drawing/2014/main" val="20005"/>
                    </a:ext>
                  </a:extLst>
                </a:gridCol>
                <a:gridCol w="925513">
                  <a:extLst>
                    <a:ext uri="{9D8B030D-6E8A-4147-A177-3AD203B41FA5}">
                      <a16:colId xmlns:a16="http://schemas.microsoft.com/office/drawing/2014/main" val="20006"/>
                    </a:ext>
                  </a:extLst>
                </a:gridCol>
                <a:gridCol w="862012">
                  <a:extLst>
                    <a:ext uri="{9D8B030D-6E8A-4147-A177-3AD203B41FA5}">
                      <a16:colId xmlns:a16="http://schemas.microsoft.com/office/drawing/2014/main" val="20007"/>
                    </a:ext>
                  </a:extLst>
                </a:gridCol>
              </a:tblGrid>
              <a:tr h="701132">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rPr>
                        <a:t>Step</a:t>
                      </a:r>
                      <a:endParaRPr kumimoji="0" lang="zh-CN" altLang="en-US"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rPr>
                        <a:t>N’</a:t>
                      </a:r>
                      <a:endParaRPr kumimoji="0" lang="zh-CN" altLang="en-US"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rPr>
                        <a:t>D(t)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rPr>
                        <a:t>p(t)</a:t>
                      </a:r>
                      <a:endParaRPr kumimoji="0" lang="zh-CN" altLang="en-US"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rPr>
                        <a:t>D(u)</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rPr>
                        <a:t>p(u)</a:t>
                      </a:r>
                      <a:endParaRPr kumimoji="0" lang="zh-CN" altLang="en-US"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rPr>
                        <a:t>D(v)</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rPr>
                        <a:t>p(v)</a:t>
                      </a:r>
                      <a:endParaRPr kumimoji="0" lang="zh-CN" altLang="en-US"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rPr>
                        <a:t>D(w)</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rPr>
                        <a:t>p(w)</a:t>
                      </a:r>
                      <a:endParaRPr kumimoji="0" lang="zh-CN" altLang="en-US"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rPr>
                        <a:t>D(y)</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rPr>
                        <a:t>p(y)</a:t>
                      </a:r>
                      <a:endParaRPr kumimoji="0" lang="zh-CN" altLang="en-US"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rPr>
                        <a:t>D(z)</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rPr>
                        <a:t>p(z)</a:t>
                      </a:r>
                      <a:endParaRPr kumimoji="0" lang="zh-CN" altLang="en-US"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extLst>
                  <a:ext uri="{0D108BD9-81ED-4DB2-BD59-A6C34878D82A}">
                    <a16:rowId xmlns:a16="http://schemas.microsoft.com/office/drawing/2014/main" val="10000"/>
                  </a:ext>
                </a:extLst>
              </a:tr>
              <a:tr h="593803">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0</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extLst>
                  <a:ext uri="{0D108BD9-81ED-4DB2-BD59-A6C34878D82A}">
                    <a16:rowId xmlns:a16="http://schemas.microsoft.com/office/drawing/2014/main" val="10001"/>
                  </a:ext>
                </a:extLst>
              </a:tr>
              <a:tr h="593803">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1</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extLst>
                  <a:ext uri="{0D108BD9-81ED-4DB2-BD59-A6C34878D82A}">
                    <a16:rowId xmlns:a16="http://schemas.microsoft.com/office/drawing/2014/main" val="10002"/>
                  </a:ext>
                </a:extLst>
              </a:tr>
              <a:tr h="593803">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2</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extLst>
                  <a:ext uri="{0D108BD9-81ED-4DB2-BD59-A6C34878D82A}">
                    <a16:rowId xmlns:a16="http://schemas.microsoft.com/office/drawing/2014/main" val="10003"/>
                  </a:ext>
                </a:extLst>
              </a:tr>
              <a:tr h="593803">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3</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extLst>
                  <a:ext uri="{0D108BD9-81ED-4DB2-BD59-A6C34878D82A}">
                    <a16:rowId xmlns:a16="http://schemas.microsoft.com/office/drawing/2014/main" val="10004"/>
                  </a:ext>
                </a:extLst>
              </a:tr>
              <a:tr h="593803">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4</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extLst>
                  <a:ext uri="{0D108BD9-81ED-4DB2-BD59-A6C34878D82A}">
                    <a16:rowId xmlns:a16="http://schemas.microsoft.com/office/drawing/2014/main" val="10005"/>
                  </a:ext>
                </a:extLst>
              </a:tr>
              <a:tr h="593803">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5</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extLst>
                  <a:ext uri="{0D108BD9-81ED-4DB2-BD59-A6C34878D82A}">
                    <a16:rowId xmlns:a16="http://schemas.microsoft.com/office/drawing/2014/main" val="10006"/>
                  </a:ext>
                </a:extLst>
              </a:tr>
              <a:tr h="593803">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6</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extLst>
                  <a:ext uri="{0D108BD9-81ED-4DB2-BD59-A6C34878D82A}">
                    <a16:rowId xmlns:a16="http://schemas.microsoft.com/office/drawing/2014/main" val="10007"/>
                  </a:ext>
                </a:extLst>
              </a:tr>
            </a:tbl>
          </a:graphicData>
        </a:graphic>
      </p:graphicFrame>
      <p:sp>
        <p:nvSpPr>
          <p:cNvPr id="311382" name="矩形 1">
            <a:extLst>
              <a:ext uri="{FF2B5EF4-FFF2-40B4-BE49-F238E27FC236}">
                <a16:creationId xmlns:a16="http://schemas.microsoft.com/office/drawing/2014/main" id="{426E77B5-D7A2-FE59-28B8-7AC98736F4DD}"/>
              </a:ext>
            </a:extLst>
          </p:cNvPr>
          <p:cNvSpPr>
            <a:spLocks noChangeArrowheads="1"/>
          </p:cNvSpPr>
          <p:nvPr/>
        </p:nvSpPr>
        <p:spPr bwMode="auto">
          <a:xfrm>
            <a:off x="374650" y="252413"/>
            <a:ext cx="6554788"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spcBef>
                <a:spcPct val="0"/>
              </a:spcBef>
              <a:buClrTx/>
              <a:buSzTx/>
              <a:buFontTx/>
              <a:buNone/>
            </a:pPr>
            <a:r>
              <a:rPr kumimoji="0" lang="en-US" altLang="zh-CN" sz="2400"/>
              <a:t>7</a:t>
            </a:r>
            <a:r>
              <a:rPr kumimoji="0" lang="zh-CN" altLang="en-US" sz="2400"/>
              <a:t>个节点，从</a:t>
            </a:r>
            <a:r>
              <a:rPr kumimoji="0" lang="en-US" altLang="zh-CN" sz="2400"/>
              <a:t>x</a:t>
            </a:r>
            <a:r>
              <a:rPr kumimoji="0" lang="zh-CN" altLang="en-US" sz="2400"/>
              <a:t>出发，迭代</a:t>
            </a:r>
            <a:r>
              <a:rPr kumimoji="0" lang="en-US" altLang="zh-CN" sz="2400"/>
              <a:t>7</a:t>
            </a:r>
            <a:r>
              <a:rPr kumimoji="0" lang="zh-CN" altLang="en-US" sz="2400"/>
              <a:t>次，</a:t>
            </a:r>
            <a:r>
              <a:rPr kumimoji="0" lang="en-US" altLang="zh-CN" sz="2400"/>
              <a:t>Step</a:t>
            </a:r>
            <a:r>
              <a:rPr kumimoji="0" lang="zh-CN" altLang="en-US" sz="2400"/>
              <a:t>分别为</a:t>
            </a:r>
            <a:r>
              <a:rPr kumimoji="0" lang="en-US" altLang="zh-CN" sz="2400"/>
              <a:t>0-6</a:t>
            </a:r>
            <a:endParaRPr kumimoji="0" lang="zh-CN" altLang="en-US" sz="2400"/>
          </a:p>
        </p:txBody>
      </p:sp>
      <p:grpSp>
        <p:nvGrpSpPr>
          <p:cNvPr id="311383" name="组 13">
            <a:extLst>
              <a:ext uri="{FF2B5EF4-FFF2-40B4-BE49-F238E27FC236}">
                <a16:creationId xmlns:a16="http://schemas.microsoft.com/office/drawing/2014/main" id="{CEB7F16A-8B0B-BE72-2402-C2B6EA7F902D}"/>
              </a:ext>
            </a:extLst>
          </p:cNvPr>
          <p:cNvGrpSpPr>
            <a:grpSpLocks/>
          </p:cNvGrpSpPr>
          <p:nvPr/>
        </p:nvGrpSpPr>
        <p:grpSpPr bwMode="auto">
          <a:xfrm>
            <a:off x="2841625" y="2174875"/>
            <a:ext cx="4224338" cy="3833813"/>
            <a:chOff x="2841698" y="2175653"/>
            <a:chExt cx="4224586" cy="3832518"/>
          </a:xfrm>
        </p:grpSpPr>
        <p:pic>
          <p:nvPicPr>
            <p:cNvPr id="311384" name="图片 5">
              <a:extLst>
                <a:ext uri="{FF2B5EF4-FFF2-40B4-BE49-F238E27FC236}">
                  <a16:creationId xmlns:a16="http://schemas.microsoft.com/office/drawing/2014/main" id="{E367C612-015D-B6BE-7735-3865E03C9280}"/>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2841698" y="2247117"/>
              <a:ext cx="4197944" cy="37610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1385" name="椭圆 6">
              <a:extLst>
                <a:ext uri="{FF2B5EF4-FFF2-40B4-BE49-F238E27FC236}">
                  <a16:creationId xmlns:a16="http://schemas.microsoft.com/office/drawing/2014/main" id="{4DAAFBBB-1C0A-6EB0-D63F-AB7615C60C7A}"/>
                </a:ext>
              </a:extLst>
            </p:cNvPr>
            <p:cNvSpPr>
              <a:spLocks noChangeArrowheads="1"/>
            </p:cNvSpPr>
            <p:nvPr/>
          </p:nvSpPr>
          <p:spPr bwMode="auto">
            <a:xfrm>
              <a:off x="3121554" y="4433890"/>
              <a:ext cx="236807" cy="236761"/>
            </a:xfrm>
            <a:prstGeom prst="ellipse">
              <a:avLst/>
            </a:prstGeom>
            <a:solidFill>
              <a:schemeClr val="accent1"/>
            </a:solidFill>
            <a:ln w="9525">
              <a:solidFill>
                <a:schemeClr val="tx1"/>
              </a:solidFill>
              <a:round/>
              <a:headEnd/>
              <a:tailEnd/>
            </a:ln>
          </p:spPr>
          <p:txBody>
            <a:bodyPr wrap="none"/>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spcBef>
                  <a:spcPct val="0"/>
                </a:spcBef>
                <a:buClrTx/>
                <a:buSzTx/>
                <a:buFontTx/>
                <a:buNone/>
              </a:pPr>
              <a:endParaRPr kumimoji="0" lang="zh-CN" altLang="en-US" sz="1800"/>
            </a:p>
          </p:txBody>
        </p:sp>
        <p:sp>
          <p:nvSpPr>
            <p:cNvPr id="311386" name="椭圆 7">
              <a:extLst>
                <a:ext uri="{FF2B5EF4-FFF2-40B4-BE49-F238E27FC236}">
                  <a16:creationId xmlns:a16="http://schemas.microsoft.com/office/drawing/2014/main" id="{E21D56A8-57FB-87F1-DDA8-C1C7D8AB0735}"/>
                </a:ext>
              </a:extLst>
            </p:cNvPr>
            <p:cNvSpPr>
              <a:spLocks noChangeArrowheads="1"/>
            </p:cNvSpPr>
            <p:nvPr/>
          </p:nvSpPr>
          <p:spPr bwMode="auto">
            <a:xfrm>
              <a:off x="3360067" y="2175653"/>
              <a:ext cx="236807" cy="236761"/>
            </a:xfrm>
            <a:prstGeom prst="ellipse">
              <a:avLst/>
            </a:prstGeom>
            <a:solidFill>
              <a:srgbClr val="FF0000"/>
            </a:solidFill>
            <a:ln w="9525">
              <a:solidFill>
                <a:schemeClr val="tx1"/>
              </a:solidFill>
              <a:round/>
              <a:headEnd/>
              <a:tailEnd/>
            </a:ln>
          </p:spPr>
          <p:txBody>
            <a:bodyPr wrap="none"/>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spcBef>
                  <a:spcPct val="0"/>
                </a:spcBef>
                <a:buClrTx/>
                <a:buSzTx/>
                <a:buFontTx/>
                <a:buNone/>
              </a:pPr>
              <a:endParaRPr kumimoji="0" lang="zh-CN" altLang="en-US" sz="1800"/>
            </a:p>
          </p:txBody>
        </p:sp>
        <p:sp>
          <p:nvSpPr>
            <p:cNvPr id="311387" name="椭圆 8">
              <a:extLst>
                <a:ext uri="{FF2B5EF4-FFF2-40B4-BE49-F238E27FC236}">
                  <a16:creationId xmlns:a16="http://schemas.microsoft.com/office/drawing/2014/main" id="{2E7E8564-E83D-D95E-3380-72D1B937CEBE}"/>
                </a:ext>
              </a:extLst>
            </p:cNvPr>
            <p:cNvSpPr>
              <a:spLocks noChangeArrowheads="1"/>
            </p:cNvSpPr>
            <p:nvPr/>
          </p:nvSpPr>
          <p:spPr bwMode="auto">
            <a:xfrm>
              <a:off x="6483325" y="5104614"/>
              <a:ext cx="236807" cy="236761"/>
            </a:xfrm>
            <a:prstGeom prst="ellipse">
              <a:avLst/>
            </a:prstGeom>
            <a:solidFill>
              <a:srgbClr val="FF0000"/>
            </a:solidFill>
            <a:ln w="9525">
              <a:solidFill>
                <a:schemeClr val="tx1"/>
              </a:solidFill>
              <a:round/>
              <a:headEnd/>
              <a:tailEnd/>
            </a:ln>
          </p:spPr>
          <p:txBody>
            <a:bodyPr wrap="none"/>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spcBef>
                  <a:spcPct val="0"/>
                </a:spcBef>
                <a:buClrTx/>
                <a:buSzTx/>
                <a:buFontTx/>
                <a:buNone/>
              </a:pPr>
              <a:endParaRPr kumimoji="0" lang="zh-CN" altLang="en-US" sz="1800"/>
            </a:p>
          </p:txBody>
        </p:sp>
        <p:sp>
          <p:nvSpPr>
            <p:cNvPr id="311388" name="椭圆 9">
              <a:extLst>
                <a:ext uri="{FF2B5EF4-FFF2-40B4-BE49-F238E27FC236}">
                  <a16:creationId xmlns:a16="http://schemas.microsoft.com/office/drawing/2014/main" id="{A59A150E-9C4D-F42E-E9DB-A5BBA91BE262}"/>
                </a:ext>
              </a:extLst>
            </p:cNvPr>
            <p:cNvSpPr>
              <a:spLocks noChangeArrowheads="1"/>
            </p:cNvSpPr>
            <p:nvPr/>
          </p:nvSpPr>
          <p:spPr bwMode="auto">
            <a:xfrm>
              <a:off x="6829477" y="3771877"/>
              <a:ext cx="236807" cy="236761"/>
            </a:xfrm>
            <a:prstGeom prst="ellipse">
              <a:avLst/>
            </a:prstGeom>
            <a:solidFill>
              <a:srgbClr val="FF0000"/>
            </a:solidFill>
            <a:ln w="9525">
              <a:solidFill>
                <a:schemeClr val="tx1"/>
              </a:solidFill>
              <a:round/>
              <a:headEnd/>
              <a:tailEnd/>
            </a:ln>
          </p:spPr>
          <p:txBody>
            <a:bodyPr wrap="none"/>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spcBef>
                  <a:spcPct val="0"/>
                </a:spcBef>
                <a:buClrTx/>
                <a:buSzTx/>
                <a:buFontTx/>
                <a:buNone/>
              </a:pPr>
              <a:endParaRPr kumimoji="0" lang="zh-CN" altLang="en-US" sz="1800"/>
            </a:p>
          </p:txBody>
        </p:sp>
        <p:sp>
          <p:nvSpPr>
            <p:cNvPr id="311389" name="椭圆 10">
              <a:extLst>
                <a:ext uri="{FF2B5EF4-FFF2-40B4-BE49-F238E27FC236}">
                  <a16:creationId xmlns:a16="http://schemas.microsoft.com/office/drawing/2014/main" id="{431B36B8-6561-9435-F459-C68A23162386}"/>
                </a:ext>
              </a:extLst>
            </p:cNvPr>
            <p:cNvSpPr>
              <a:spLocks noChangeArrowheads="1"/>
            </p:cNvSpPr>
            <p:nvPr/>
          </p:nvSpPr>
          <p:spPr bwMode="auto">
            <a:xfrm>
              <a:off x="5148592" y="4200617"/>
              <a:ext cx="236807" cy="236761"/>
            </a:xfrm>
            <a:prstGeom prst="ellipse">
              <a:avLst/>
            </a:prstGeom>
            <a:solidFill>
              <a:srgbClr val="FF0000"/>
            </a:solidFill>
            <a:ln w="9525">
              <a:solidFill>
                <a:schemeClr val="tx1"/>
              </a:solidFill>
              <a:round/>
              <a:headEnd/>
              <a:tailEnd/>
            </a:ln>
          </p:spPr>
          <p:txBody>
            <a:bodyPr wrap="none"/>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spcBef>
                  <a:spcPct val="0"/>
                </a:spcBef>
                <a:buClrTx/>
                <a:buSzTx/>
                <a:buFontTx/>
                <a:buNone/>
              </a:pPr>
              <a:endParaRPr kumimoji="0" lang="zh-CN" altLang="en-US" sz="1800"/>
            </a:p>
          </p:txBody>
        </p:sp>
        <p:sp>
          <p:nvSpPr>
            <p:cNvPr id="311390" name="椭圆 11">
              <a:extLst>
                <a:ext uri="{FF2B5EF4-FFF2-40B4-BE49-F238E27FC236}">
                  <a16:creationId xmlns:a16="http://schemas.microsoft.com/office/drawing/2014/main" id="{E9353CBA-1CE2-A606-2EF2-5B54E1A9A994}"/>
                </a:ext>
              </a:extLst>
            </p:cNvPr>
            <p:cNvSpPr>
              <a:spLocks noChangeArrowheads="1"/>
            </p:cNvSpPr>
            <p:nvPr/>
          </p:nvSpPr>
          <p:spPr bwMode="auto">
            <a:xfrm>
              <a:off x="4567337" y="5470518"/>
              <a:ext cx="236807" cy="236761"/>
            </a:xfrm>
            <a:prstGeom prst="ellipse">
              <a:avLst/>
            </a:prstGeom>
            <a:solidFill>
              <a:srgbClr val="FF0000"/>
            </a:solidFill>
            <a:ln w="9525">
              <a:solidFill>
                <a:schemeClr val="tx1"/>
              </a:solidFill>
              <a:round/>
              <a:headEnd/>
              <a:tailEnd/>
            </a:ln>
          </p:spPr>
          <p:txBody>
            <a:bodyPr wrap="none"/>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spcBef>
                  <a:spcPct val="0"/>
                </a:spcBef>
                <a:buClrTx/>
                <a:buSzTx/>
                <a:buFontTx/>
                <a:buNone/>
              </a:pPr>
              <a:endParaRPr kumimoji="0" lang="zh-CN" altLang="en-US" sz="1800"/>
            </a:p>
          </p:txBody>
        </p:sp>
        <p:sp>
          <p:nvSpPr>
            <p:cNvPr id="311391" name="椭圆 12">
              <a:extLst>
                <a:ext uri="{FF2B5EF4-FFF2-40B4-BE49-F238E27FC236}">
                  <a16:creationId xmlns:a16="http://schemas.microsoft.com/office/drawing/2014/main" id="{5006E79F-87C8-CC6C-F311-8C04E36E4CB5}"/>
                </a:ext>
              </a:extLst>
            </p:cNvPr>
            <p:cNvSpPr>
              <a:spLocks noChangeArrowheads="1"/>
            </p:cNvSpPr>
            <p:nvPr/>
          </p:nvSpPr>
          <p:spPr bwMode="auto">
            <a:xfrm>
              <a:off x="3986082" y="3641000"/>
              <a:ext cx="236807" cy="236761"/>
            </a:xfrm>
            <a:prstGeom prst="ellipse">
              <a:avLst/>
            </a:prstGeom>
            <a:solidFill>
              <a:srgbClr val="FF0000"/>
            </a:solidFill>
            <a:ln w="9525">
              <a:solidFill>
                <a:schemeClr val="tx1"/>
              </a:solidFill>
              <a:round/>
              <a:headEnd/>
              <a:tailEnd/>
            </a:ln>
          </p:spPr>
          <p:txBody>
            <a:bodyPr wrap="none"/>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spcBef>
                  <a:spcPct val="0"/>
                </a:spcBef>
                <a:buClrTx/>
                <a:buSzTx/>
                <a:buFontTx/>
                <a:buNone/>
              </a:pPr>
              <a:endParaRPr kumimoji="0" lang="zh-CN" altLang="en-US" sz="1800"/>
            </a:p>
          </p:txBody>
        </p:sp>
      </p:grpSp>
    </p:spTree>
  </p:cSld>
  <p:clrMapOvr>
    <a:masterClrMapping/>
  </p:clrMapOvr>
  <p:transition spd="slow"/>
</p:sld>
</file>

<file path=ppt/slides/slide4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12321" name="页脚占位符 2">
            <a:extLst>
              <a:ext uri="{FF2B5EF4-FFF2-40B4-BE49-F238E27FC236}">
                <a16:creationId xmlns:a16="http://schemas.microsoft.com/office/drawing/2014/main" id="{BA301511-0AA8-ABC8-B8A6-982A09B1E16C}"/>
              </a:ext>
            </a:extLst>
          </p:cNvPr>
          <p:cNvSpPr>
            <a:spLocks noGrp="1" noChangeArrowheads="1"/>
          </p:cNvSpPr>
          <p:nvPr>
            <p:ph type="ftr"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spcBef>
                <a:spcPct val="0"/>
              </a:spcBef>
              <a:buClrTx/>
              <a:buSzTx/>
              <a:buFontTx/>
              <a:buNone/>
            </a:pPr>
            <a:r>
              <a:rPr kumimoji="0" lang="en-US" altLang="zh-CN" sz="1200">
                <a:latin typeface="Arial" panose="020B0604020202020204" pitchFamily="34" charset="0"/>
              </a:rPr>
              <a:t>Network Layer</a:t>
            </a:r>
          </a:p>
        </p:txBody>
      </p:sp>
      <p:sp>
        <p:nvSpPr>
          <p:cNvPr id="312322" name="幻灯片编号占位符 3">
            <a:extLst>
              <a:ext uri="{FF2B5EF4-FFF2-40B4-BE49-F238E27FC236}">
                <a16:creationId xmlns:a16="http://schemas.microsoft.com/office/drawing/2014/main" id="{18341776-D62D-BC4E-A02F-02FA42701F1E}"/>
              </a:ext>
            </a:extLst>
          </p:cNvPr>
          <p:cNvSpPr>
            <a:spLocks noGrp="1"/>
          </p:cNvSpPr>
          <p:nvPr>
            <p:ph type="sldNum" sz="quarter" idx="12"/>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spcBef>
                <a:spcPct val="0"/>
              </a:spcBef>
              <a:buClrTx/>
              <a:buSzTx/>
              <a:buFontTx/>
              <a:buNone/>
            </a:pPr>
            <a:r>
              <a:rPr kumimoji="0" lang="en-US" altLang="zh-CN" sz="1200">
                <a:latin typeface="Arial" panose="020B0604020202020204" pitchFamily="34" charset="0"/>
              </a:rPr>
              <a:t>4-</a:t>
            </a:r>
            <a:fld id="{45B99B0B-E4A7-4F45-A9D9-ED0AB2476BD4}" type="slidenum">
              <a:rPr kumimoji="0" lang="en-US" altLang="zh-CN" sz="1200" smtClean="0">
                <a:latin typeface="Arial" panose="020B0604020202020204" pitchFamily="34" charset="0"/>
              </a:rPr>
              <a:pPr>
                <a:spcBef>
                  <a:spcPct val="0"/>
                </a:spcBef>
                <a:buClrTx/>
                <a:buSzTx/>
                <a:buFontTx/>
                <a:buNone/>
              </a:pPr>
              <a:t>41</a:t>
            </a:fld>
            <a:endParaRPr kumimoji="0" lang="en-US" altLang="zh-CN" sz="1200">
              <a:latin typeface="Arial" panose="020B0604020202020204" pitchFamily="34" charset="0"/>
            </a:endParaRPr>
          </a:p>
        </p:txBody>
      </p:sp>
      <p:graphicFrame>
        <p:nvGraphicFramePr>
          <p:cNvPr id="5" name="表格 4">
            <a:extLst>
              <a:ext uri="{FF2B5EF4-FFF2-40B4-BE49-F238E27FC236}">
                <a16:creationId xmlns:a16="http://schemas.microsoft.com/office/drawing/2014/main" id="{07E0BAD8-D766-B865-16DA-DF4CC7968BA3}"/>
              </a:ext>
            </a:extLst>
          </p:cNvPr>
          <p:cNvGraphicFramePr>
            <a:graphicFrameLocks noGrp="1"/>
          </p:cNvGraphicFramePr>
          <p:nvPr/>
        </p:nvGraphicFramePr>
        <p:xfrm>
          <a:off x="560388" y="1311275"/>
          <a:ext cx="7986712" cy="4857753"/>
        </p:xfrm>
        <a:graphic>
          <a:graphicData uri="http://schemas.openxmlformats.org/drawingml/2006/table">
            <a:tbl>
              <a:tblPr/>
              <a:tblGrid>
                <a:gridCol w="903287">
                  <a:extLst>
                    <a:ext uri="{9D8B030D-6E8A-4147-A177-3AD203B41FA5}">
                      <a16:colId xmlns:a16="http://schemas.microsoft.com/office/drawing/2014/main" val="20000"/>
                    </a:ext>
                  </a:extLst>
                </a:gridCol>
                <a:gridCol w="1528763">
                  <a:extLst>
                    <a:ext uri="{9D8B030D-6E8A-4147-A177-3AD203B41FA5}">
                      <a16:colId xmlns:a16="http://schemas.microsoft.com/office/drawing/2014/main" val="20001"/>
                    </a:ext>
                  </a:extLst>
                </a:gridCol>
                <a:gridCol w="882650">
                  <a:extLst>
                    <a:ext uri="{9D8B030D-6E8A-4147-A177-3AD203B41FA5}">
                      <a16:colId xmlns:a16="http://schemas.microsoft.com/office/drawing/2014/main" val="20002"/>
                    </a:ext>
                  </a:extLst>
                </a:gridCol>
                <a:gridCol w="947737">
                  <a:extLst>
                    <a:ext uri="{9D8B030D-6E8A-4147-A177-3AD203B41FA5}">
                      <a16:colId xmlns:a16="http://schemas.microsoft.com/office/drawing/2014/main" val="20003"/>
                    </a:ext>
                  </a:extLst>
                </a:gridCol>
                <a:gridCol w="968375">
                  <a:extLst>
                    <a:ext uri="{9D8B030D-6E8A-4147-A177-3AD203B41FA5}">
                      <a16:colId xmlns:a16="http://schemas.microsoft.com/office/drawing/2014/main" val="20004"/>
                    </a:ext>
                  </a:extLst>
                </a:gridCol>
                <a:gridCol w="968375">
                  <a:extLst>
                    <a:ext uri="{9D8B030D-6E8A-4147-A177-3AD203B41FA5}">
                      <a16:colId xmlns:a16="http://schemas.microsoft.com/office/drawing/2014/main" val="20005"/>
                    </a:ext>
                  </a:extLst>
                </a:gridCol>
                <a:gridCol w="925513">
                  <a:extLst>
                    <a:ext uri="{9D8B030D-6E8A-4147-A177-3AD203B41FA5}">
                      <a16:colId xmlns:a16="http://schemas.microsoft.com/office/drawing/2014/main" val="20006"/>
                    </a:ext>
                  </a:extLst>
                </a:gridCol>
                <a:gridCol w="862012">
                  <a:extLst>
                    <a:ext uri="{9D8B030D-6E8A-4147-A177-3AD203B41FA5}">
                      <a16:colId xmlns:a16="http://schemas.microsoft.com/office/drawing/2014/main" val="20007"/>
                    </a:ext>
                  </a:extLst>
                </a:gridCol>
              </a:tblGrid>
              <a:tr h="701132">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rPr>
                        <a:t>Step</a:t>
                      </a:r>
                      <a:endParaRPr kumimoji="0" lang="zh-CN" altLang="en-US"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rPr>
                        <a:t>N’</a:t>
                      </a:r>
                      <a:endParaRPr kumimoji="0" lang="zh-CN" altLang="en-US"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rPr>
                        <a:t>D(t)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rPr>
                        <a:t>p(t)</a:t>
                      </a:r>
                      <a:endParaRPr kumimoji="0" lang="zh-CN" altLang="en-US"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rPr>
                        <a:t>D(u)</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rPr>
                        <a:t>p(u)</a:t>
                      </a:r>
                      <a:endParaRPr kumimoji="0" lang="zh-CN" altLang="en-US"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rPr>
                        <a:t>D(v)</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rPr>
                        <a:t>p(v)</a:t>
                      </a:r>
                      <a:endParaRPr kumimoji="0" lang="zh-CN" altLang="en-US"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rPr>
                        <a:t>D(w)</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rPr>
                        <a:t>p(w)</a:t>
                      </a:r>
                      <a:endParaRPr kumimoji="0" lang="zh-CN" altLang="en-US"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rPr>
                        <a:t>D(y)</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rPr>
                        <a:t>p(y)</a:t>
                      </a:r>
                      <a:endParaRPr kumimoji="0" lang="zh-CN" altLang="en-US"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rPr>
                        <a:t>D(z)</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rPr>
                        <a:t>p(z)</a:t>
                      </a:r>
                      <a:endParaRPr kumimoji="0" lang="zh-CN" altLang="en-US"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extLst>
                  <a:ext uri="{0D108BD9-81ED-4DB2-BD59-A6C34878D82A}">
                    <a16:rowId xmlns:a16="http://schemas.microsoft.com/office/drawing/2014/main" val="10000"/>
                  </a:ext>
                </a:extLst>
              </a:tr>
              <a:tr h="593803">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0</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20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 </a:t>
                      </a:r>
                      <a:r>
                        <a:rPr kumimoji="0" lang="en-US" altLang="zh-CN" sz="20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x</a:t>
                      </a:r>
                      <a:endParaRPr kumimoji="0" lang="zh-CN" altLang="en-US" sz="20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zh-CN" altLang="en-US" sz="20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a:t>
                      </a: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zh-CN" altLang="en-US" sz="20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a:t>
                      </a: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3</a:t>
                      </a:r>
                      <a:endParaRPr kumimoji="0" lang="zh-CN" altLang="en-US" sz="20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6</a:t>
                      </a:r>
                      <a:endParaRPr kumimoji="0" lang="zh-CN" altLang="en-US" sz="20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6</a:t>
                      </a:r>
                      <a:endParaRPr kumimoji="0" lang="zh-CN" altLang="en-US" sz="20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8</a:t>
                      </a:r>
                      <a:endParaRPr kumimoji="0" lang="zh-CN" altLang="en-US" sz="20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extLst>
                  <a:ext uri="{0D108BD9-81ED-4DB2-BD59-A6C34878D82A}">
                    <a16:rowId xmlns:a16="http://schemas.microsoft.com/office/drawing/2014/main" val="10001"/>
                  </a:ext>
                </a:extLst>
              </a:tr>
              <a:tr h="593803">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1</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extLst>
                  <a:ext uri="{0D108BD9-81ED-4DB2-BD59-A6C34878D82A}">
                    <a16:rowId xmlns:a16="http://schemas.microsoft.com/office/drawing/2014/main" val="10002"/>
                  </a:ext>
                </a:extLst>
              </a:tr>
              <a:tr h="593803">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2</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extLst>
                  <a:ext uri="{0D108BD9-81ED-4DB2-BD59-A6C34878D82A}">
                    <a16:rowId xmlns:a16="http://schemas.microsoft.com/office/drawing/2014/main" val="10003"/>
                  </a:ext>
                </a:extLst>
              </a:tr>
              <a:tr h="593803">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3</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extLst>
                  <a:ext uri="{0D108BD9-81ED-4DB2-BD59-A6C34878D82A}">
                    <a16:rowId xmlns:a16="http://schemas.microsoft.com/office/drawing/2014/main" val="10004"/>
                  </a:ext>
                </a:extLst>
              </a:tr>
              <a:tr h="593803">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4</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extLst>
                  <a:ext uri="{0D108BD9-81ED-4DB2-BD59-A6C34878D82A}">
                    <a16:rowId xmlns:a16="http://schemas.microsoft.com/office/drawing/2014/main" val="10005"/>
                  </a:ext>
                </a:extLst>
              </a:tr>
              <a:tr h="593803">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5</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extLst>
                  <a:ext uri="{0D108BD9-81ED-4DB2-BD59-A6C34878D82A}">
                    <a16:rowId xmlns:a16="http://schemas.microsoft.com/office/drawing/2014/main" val="10006"/>
                  </a:ext>
                </a:extLst>
              </a:tr>
              <a:tr h="593803">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6</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extLst>
                  <a:ext uri="{0D108BD9-81ED-4DB2-BD59-A6C34878D82A}">
                    <a16:rowId xmlns:a16="http://schemas.microsoft.com/office/drawing/2014/main" val="10007"/>
                  </a:ext>
                </a:extLst>
              </a:tr>
            </a:tbl>
          </a:graphicData>
        </a:graphic>
      </p:graphicFrame>
      <p:sp>
        <p:nvSpPr>
          <p:cNvPr id="312406" name="矩形 1">
            <a:extLst>
              <a:ext uri="{FF2B5EF4-FFF2-40B4-BE49-F238E27FC236}">
                <a16:creationId xmlns:a16="http://schemas.microsoft.com/office/drawing/2014/main" id="{C9B41632-C551-3055-65F1-29ECDA7C0933}"/>
              </a:ext>
            </a:extLst>
          </p:cNvPr>
          <p:cNvSpPr>
            <a:spLocks noChangeArrowheads="1"/>
          </p:cNvSpPr>
          <p:nvPr/>
        </p:nvSpPr>
        <p:spPr bwMode="auto">
          <a:xfrm>
            <a:off x="374650" y="252413"/>
            <a:ext cx="6554788"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spcBef>
                <a:spcPct val="0"/>
              </a:spcBef>
              <a:buClrTx/>
              <a:buSzTx/>
              <a:buFontTx/>
              <a:buNone/>
            </a:pPr>
            <a:r>
              <a:rPr kumimoji="0" lang="en-US" altLang="zh-CN" sz="2400"/>
              <a:t>7</a:t>
            </a:r>
            <a:r>
              <a:rPr kumimoji="0" lang="zh-CN" altLang="en-US" sz="2400"/>
              <a:t>个节点，从</a:t>
            </a:r>
            <a:r>
              <a:rPr kumimoji="0" lang="en-US" altLang="zh-CN" sz="2400"/>
              <a:t>x</a:t>
            </a:r>
            <a:r>
              <a:rPr kumimoji="0" lang="zh-CN" altLang="en-US" sz="2400"/>
              <a:t>出发，迭代</a:t>
            </a:r>
            <a:r>
              <a:rPr kumimoji="0" lang="en-US" altLang="zh-CN" sz="2400"/>
              <a:t>7</a:t>
            </a:r>
            <a:r>
              <a:rPr kumimoji="0" lang="zh-CN" altLang="en-US" sz="2400"/>
              <a:t>次，</a:t>
            </a:r>
            <a:r>
              <a:rPr kumimoji="0" lang="en-US" altLang="zh-CN" sz="2400"/>
              <a:t>Step</a:t>
            </a:r>
            <a:r>
              <a:rPr kumimoji="0" lang="zh-CN" altLang="en-US" sz="2400"/>
              <a:t>分别为</a:t>
            </a:r>
            <a:r>
              <a:rPr kumimoji="0" lang="en-US" altLang="zh-CN" sz="2400"/>
              <a:t>0-6</a:t>
            </a:r>
            <a:endParaRPr kumimoji="0" lang="zh-CN" altLang="en-US" sz="2400"/>
          </a:p>
        </p:txBody>
      </p:sp>
      <p:grpSp>
        <p:nvGrpSpPr>
          <p:cNvPr id="312407" name="组 22">
            <a:extLst>
              <a:ext uri="{FF2B5EF4-FFF2-40B4-BE49-F238E27FC236}">
                <a16:creationId xmlns:a16="http://schemas.microsoft.com/office/drawing/2014/main" id="{9D4599A9-80C6-602B-308B-F131B7DB0626}"/>
              </a:ext>
            </a:extLst>
          </p:cNvPr>
          <p:cNvGrpSpPr>
            <a:grpSpLocks/>
          </p:cNvGrpSpPr>
          <p:nvPr/>
        </p:nvGrpSpPr>
        <p:grpSpPr bwMode="auto">
          <a:xfrm>
            <a:off x="2755900" y="2800350"/>
            <a:ext cx="4224338" cy="3832225"/>
            <a:chOff x="2841698" y="2175653"/>
            <a:chExt cx="4224586" cy="3832518"/>
          </a:xfrm>
        </p:grpSpPr>
        <p:pic>
          <p:nvPicPr>
            <p:cNvPr id="312408" name="图片 23">
              <a:extLst>
                <a:ext uri="{FF2B5EF4-FFF2-40B4-BE49-F238E27FC236}">
                  <a16:creationId xmlns:a16="http://schemas.microsoft.com/office/drawing/2014/main" id="{C8D24E59-8EA9-3559-45D2-C6BA76B15D61}"/>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2841698" y="2247117"/>
              <a:ext cx="4197944" cy="37610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2409" name="椭圆 24">
              <a:extLst>
                <a:ext uri="{FF2B5EF4-FFF2-40B4-BE49-F238E27FC236}">
                  <a16:creationId xmlns:a16="http://schemas.microsoft.com/office/drawing/2014/main" id="{1C69FD25-1F6C-E7F3-AB9E-38200B53CFD4}"/>
                </a:ext>
              </a:extLst>
            </p:cNvPr>
            <p:cNvSpPr>
              <a:spLocks noChangeArrowheads="1"/>
            </p:cNvSpPr>
            <p:nvPr/>
          </p:nvSpPr>
          <p:spPr bwMode="auto">
            <a:xfrm>
              <a:off x="3121554" y="4433890"/>
              <a:ext cx="236807" cy="236761"/>
            </a:xfrm>
            <a:prstGeom prst="ellipse">
              <a:avLst/>
            </a:prstGeom>
            <a:solidFill>
              <a:schemeClr val="accent1"/>
            </a:solidFill>
            <a:ln w="9525">
              <a:solidFill>
                <a:schemeClr val="tx1"/>
              </a:solidFill>
              <a:round/>
              <a:headEnd/>
              <a:tailEnd/>
            </a:ln>
          </p:spPr>
          <p:txBody>
            <a:bodyPr wrap="none"/>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spcBef>
                  <a:spcPct val="0"/>
                </a:spcBef>
                <a:buClrTx/>
                <a:buSzTx/>
                <a:buFontTx/>
                <a:buNone/>
              </a:pPr>
              <a:endParaRPr kumimoji="0" lang="zh-CN" altLang="en-US" sz="1800"/>
            </a:p>
          </p:txBody>
        </p:sp>
        <p:sp>
          <p:nvSpPr>
            <p:cNvPr id="312410" name="椭圆 25">
              <a:extLst>
                <a:ext uri="{FF2B5EF4-FFF2-40B4-BE49-F238E27FC236}">
                  <a16:creationId xmlns:a16="http://schemas.microsoft.com/office/drawing/2014/main" id="{9603AC42-F7FA-C202-0C68-02B610F246E7}"/>
                </a:ext>
              </a:extLst>
            </p:cNvPr>
            <p:cNvSpPr>
              <a:spLocks noChangeArrowheads="1"/>
            </p:cNvSpPr>
            <p:nvPr/>
          </p:nvSpPr>
          <p:spPr bwMode="auto">
            <a:xfrm>
              <a:off x="3360067" y="2175653"/>
              <a:ext cx="236807" cy="236761"/>
            </a:xfrm>
            <a:prstGeom prst="ellipse">
              <a:avLst/>
            </a:prstGeom>
            <a:solidFill>
              <a:srgbClr val="FF0000"/>
            </a:solidFill>
            <a:ln w="9525">
              <a:solidFill>
                <a:schemeClr val="tx1"/>
              </a:solidFill>
              <a:round/>
              <a:headEnd/>
              <a:tailEnd/>
            </a:ln>
          </p:spPr>
          <p:txBody>
            <a:bodyPr wrap="none"/>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spcBef>
                  <a:spcPct val="0"/>
                </a:spcBef>
                <a:buClrTx/>
                <a:buSzTx/>
                <a:buFontTx/>
                <a:buNone/>
              </a:pPr>
              <a:endParaRPr kumimoji="0" lang="zh-CN" altLang="en-US" sz="1800"/>
            </a:p>
          </p:txBody>
        </p:sp>
        <p:sp>
          <p:nvSpPr>
            <p:cNvPr id="312411" name="椭圆 26">
              <a:extLst>
                <a:ext uri="{FF2B5EF4-FFF2-40B4-BE49-F238E27FC236}">
                  <a16:creationId xmlns:a16="http://schemas.microsoft.com/office/drawing/2014/main" id="{DEAE1FE9-6E81-EBC0-8DC6-1A9D3CCB726A}"/>
                </a:ext>
              </a:extLst>
            </p:cNvPr>
            <p:cNvSpPr>
              <a:spLocks noChangeArrowheads="1"/>
            </p:cNvSpPr>
            <p:nvPr/>
          </p:nvSpPr>
          <p:spPr bwMode="auto">
            <a:xfrm>
              <a:off x="6483325" y="5104614"/>
              <a:ext cx="236807" cy="236761"/>
            </a:xfrm>
            <a:prstGeom prst="ellipse">
              <a:avLst/>
            </a:prstGeom>
            <a:solidFill>
              <a:srgbClr val="FF0000"/>
            </a:solidFill>
            <a:ln w="9525">
              <a:solidFill>
                <a:schemeClr val="tx1"/>
              </a:solidFill>
              <a:round/>
              <a:headEnd/>
              <a:tailEnd/>
            </a:ln>
          </p:spPr>
          <p:txBody>
            <a:bodyPr wrap="none"/>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spcBef>
                  <a:spcPct val="0"/>
                </a:spcBef>
                <a:buClrTx/>
                <a:buSzTx/>
                <a:buFontTx/>
                <a:buNone/>
              </a:pPr>
              <a:endParaRPr kumimoji="0" lang="zh-CN" altLang="en-US" sz="1800"/>
            </a:p>
          </p:txBody>
        </p:sp>
        <p:sp>
          <p:nvSpPr>
            <p:cNvPr id="312412" name="椭圆 27">
              <a:extLst>
                <a:ext uri="{FF2B5EF4-FFF2-40B4-BE49-F238E27FC236}">
                  <a16:creationId xmlns:a16="http://schemas.microsoft.com/office/drawing/2014/main" id="{356E1645-4C6A-3961-9978-3CFE2D12FFC1}"/>
                </a:ext>
              </a:extLst>
            </p:cNvPr>
            <p:cNvSpPr>
              <a:spLocks noChangeArrowheads="1"/>
            </p:cNvSpPr>
            <p:nvPr/>
          </p:nvSpPr>
          <p:spPr bwMode="auto">
            <a:xfrm>
              <a:off x="6829477" y="3771877"/>
              <a:ext cx="236807" cy="236761"/>
            </a:xfrm>
            <a:prstGeom prst="ellipse">
              <a:avLst/>
            </a:prstGeom>
            <a:solidFill>
              <a:srgbClr val="FF0000"/>
            </a:solidFill>
            <a:ln w="9525">
              <a:solidFill>
                <a:schemeClr val="tx1"/>
              </a:solidFill>
              <a:round/>
              <a:headEnd/>
              <a:tailEnd/>
            </a:ln>
          </p:spPr>
          <p:txBody>
            <a:bodyPr wrap="none"/>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spcBef>
                  <a:spcPct val="0"/>
                </a:spcBef>
                <a:buClrTx/>
                <a:buSzTx/>
                <a:buFontTx/>
                <a:buNone/>
              </a:pPr>
              <a:endParaRPr kumimoji="0" lang="zh-CN" altLang="en-US" sz="1800"/>
            </a:p>
          </p:txBody>
        </p:sp>
        <p:sp>
          <p:nvSpPr>
            <p:cNvPr id="312413" name="椭圆 28">
              <a:extLst>
                <a:ext uri="{FF2B5EF4-FFF2-40B4-BE49-F238E27FC236}">
                  <a16:creationId xmlns:a16="http://schemas.microsoft.com/office/drawing/2014/main" id="{147A4FC3-BC5B-6043-0D49-483A1E5F0932}"/>
                </a:ext>
              </a:extLst>
            </p:cNvPr>
            <p:cNvSpPr>
              <a:spLocks noChangeArrowheads="1"/>
            </p:cNvSpPr>
            <p:nvPr/>
          </p:nvSpPr>
          <p:spPr bwMode="auto">
            <a:xfrm>
              <a:off x="5148592" y="4200617"/>
              <a:ext cx="236807" cy="236761"/>
            </a:xfrm>
            <a:prstGeom prst="ellipse">
              <a:avLst/>
            </a:prstGeom>
            <a:solidFill>
              <a:srgbClr val="FF0000"/>
            </a:solidFill>
            <a:ln w="9525">
              <a:solidFill>
                <a:schemeClr val="tx1"/>
              </a:solidFill>
              <a:round/>
              <a:headEnd/>
              <a:tailEnd/>
            </a:ln>
          </p:spPr>
          <p:txBody>
            <a:bodyPr wrap="none"/>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spcBef>
                  <a:spcPct val="0"/>
                </a:spcBef>
                <a:buClrTx/>
                <a:buSzTx/>
                <a:buFontTx/>
                <a:buNone/>
              </a:pPr>
              <a:endParaRPr kumimoji="0" lang="zh-CN" altLang="en-US" sz="1800"/>
            </a:p>
          </p:txBody>
        </p:sp>
        <p:sp>
          <p:nvSpPr>
            <p:cNvPr id="312414" name="椭圆 29">
              <a:extLst>
                <a:ext uri="{FF2B5EF4-FFF2-40B4-BE49-F238E27FC236}">
                  <a16:creationId xmlns:a16="http://schemas.microsoft.com/office/drawing/2014/main" id="{BF5280C6-34A8-B905-F81A-8759D770A445}"/>
                </a:ext>
              </a:extLst>
            </p:cNvPr>
            <p:cNvSpPr>
              <a:spLocks noChangeArrowheads="1"/>
            </p:cNvSpPr>
            <p:nvPr/>
          </p:nvSpPr>
          <p:spPr bwMode="auto">
            <a:xfrm>
              <a:off x="4567337" y="5470518"/>
              <a:ext cx="236807" cy="236761"/>
            </a:xfrm>
            <a:prstGeom prst="ellipse">
              <a:avLst/>
            </a:prstGeom>
            <a:solidFill>
              <a:srgbClr val="FF0000"/>
            </a:solidFill>
            <a:ln w="9525">
              <a:solidFill>
                <a:schemeClr val="tx1"/>
              </a:solidFill>
              <a:round/>
              <a:headEnd/>
              <a:tailEnd/>
            </a:ln>
          </p:spPr>
          <p:txBody>
            <a:bodyPr wrap="none"/>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spcBef>
                  <a:spcPct val="0"/>
                </a:spcBef>
                <a:buClrTx/>
                <a:buSzTx/>
                <a:buFontTx/>
                <a:buNone/>
              </a:pPr>
              <a:endParaRPr kumimoji="0" lang="zh-CN" altLang="en-US" sz="1800"/>
            </a:p>
          </p:txBody>
        </p:sp>
        <p:sp>
          <p:nvSpPr>
            <p:cNvPr id="312415" name="椭圆 30">
              <a:extLst>
                <a:ext uri="{FF2B5EF4-FFF2-40B4-BE49-F238E27FC236}">
                  <a16:creationId xmlns:a16="http://schemas.microsoft.com/office/drawing/2014/main" id="{FA24B094-3115-E079-7539-1193C95D4D24}"/>
                </a:ext>
              </a:extLst>
            </p:cNvPr>
            <p:cNvSpPr>
              <a:spLocks noChangeArrowheads="1"/>
            </p:cNvSpPr>
            <p:nvPr/>
          </p:nvSpPr>
          <p:spPr bwMode="auto">
            <a:xfrm>
              <a:off x="3986082" y="3641000"/>
              <a:ext cx="236807" cy="236761"/>
            </a:xfrm>
            <a:prstGeom prst="ellipse">
              <a:avLst/>
            </a:prstGeom>
            <a:solidFill>
              <a:srgbClr val="FF0000"/>
            </a:solidFill>
            <a:ln w="9525">
              <a:solidFill>
                <a:schemeClr val="tx1"/>
              </a:solidFill>
              <a:round/>
              <a:headEnd/>
              <a:tailEnd/>
            </a:ln>
          </p:spPr>
          <p:txBody>
            <a:bodyPr wrap="none"/>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spcBef>
                  <a:spcPct val="0"/>
                </a:spcBef>
                <a:buClrTx/>
                <a:buSzTx/>
                <a:buFontTx/>
                <a:buNone/>
              </a:pPr>
              <a:endParaRPr kumimoji="0" lang="zh-CN" altLang="en-US" sz="1800"/>
            </a:p>
          </p:txBody>
        </p:sp>
      </p:grpSp>
    </p:spTree>
  </p:cSld>
  <p:clrMapOvr>
    <a:masterClrMapping/>
  </p:clrMapOvr>
  <p:transition spd="slow"/>
</p:sld>
</file>

<file path=ppt/slides/slide4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13345" name="页脚占位符 2">
            <a:extLst>
              <a:ext uri="{FF2B5EF4-FFF2-40B4-BE49-F238E27FC236}">
                <a16:creationId xmlns:a16="http://schemas.microsoft.com/office/drawing/2014/main" id="{65E1AB68-3BEC-7CDF-10FF-ED47C349A1DE}"/>
              </a:ext>
            </a:extLst>
          </p:cNvPr>
          <p:cNvSpPr>
            <a:spLocks noGrp="1" noChangeArrowheads="1"/>
          </p:cNvSpPr>
          <p:nvPr>
            <p:ph type="ftr"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spcBef>
                <a:spcPct val="0"/>
              </a:spcBef>
              <a:buClrTx/>
              <a:buSzTx/>
              <a:buFontTx/>
              <a:buNone/>
            </a:pPr>
            <a:r>
              <a:rPr kumimoji="0" lang="en-US" altLang="zh-CN" sz="1200">
                <a:latin typeface="Arial" panose="020B0604020202020204" pitchFamily="34" charset="0"/>
              </a:rPr>
              <a:t>Network Layer</a:t>
            </a:r>
          </a:p>
        </p:txBody>
      </p:sp>
      <p:sp>
        <p:nvSpPr>
          <p:cNvPr id="313346" name="幻灯片编号占位符 3">
            <a:extLst>
              <a:ext uri="{FF2B5EF4-FFF2-40B4-BE49-F238E27FC236}">
                <a16:creationId xmlns:a16="http://schemas.microsoft.com/office/drawing/2014/main" id="{024AE9D0-8200-CD1C-E717-EB9B1458D69C}"/>
              </a:ext>
            </a:extLst>
          </p:cNvPr>
          <p:cNvSpPr>
            <a:spLocks noGrp="1"/>
          </p:cNvSpPr>
          <p:nvPr>
            <p:ph type="sldNum" sz="quarter" idx="12"/>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spcBef>
                <a:spcPct val="0"/>
              </a:spcBef>
              <a:buClrTx/>
              <a:buSzTx/>
              <a:buFontTx/>
              <a:buNone/>
            </a:pPr>
            <a:r>
              <a:rPr kumimoji="0" lang="en-US" altLang="zh-CN" sz="1200">
                <a:latin typeface="Arial" panose="020B0604020202020204" pitchFamily="34" charset="0"/>
              </a:rPr>
              <a:t>4-</a:t>
            </a:r>
            <a:fld id="{F993B662-C3EA-384B-A6C8-F3F75C74C653}" type="slidenum">
              <a:rPr kumimoji="0" lang="en-US" altLang="zh-CN" sz="1200" smtClean="0">
                <a:latin typeface="Arial" panose="020B0604020202020204" pitchFamily="34" charset="0"/>
              </a:rPr>
              <a:pPr>
                <a:spcBef>
                  <a:spcPct val="0"/>
                </a:spcBef>
                <a:buClrTx/>
                <a:buSzTx/>
                <a:buFontTx/>
                <a:buNone/>
              </a:pPr>
              <a:t>42</a:t>
            </a:fld>
            <a:endParaRPr kumimoji="0" lang="en-US" altLang="zh-CN" sz="1200">
              <a:latin typeface="Arial" panose="020B0604020202020204" pitchFamily="34" charset="0"/>
            </a:endParaRPr>
          </a:p>
        </p:txBody>
      </p:sp>
      <p:graphicFrame>
        <p:nvGraphicFramePr>
          <p:cNvPr id="5" name="表格 4">
            <a:extLst>
              <a:ext uri="{FF2B5EF4-FFF2-40B4-BE49-F238E27FC236}">
                <a16:creationId xmlns:a16="http://schemas.microsoft.com/office/drawing/2014/main" id="{8C4D33A8-D1B6-D4E5-6AAA-C3A1D9B0D636}"/>
              </a:ext>
            </a:extLst>
          </p:cNvPr>
          <p:cNvGraphicFramePr>
            <a:graphicFrameLocks noGrp="1"/>
          </p:cNvGraphicFramePr>
          <p:nvPr/>
        </p:nvGraphicFramePr>
        <p:xfrm>
          <a:off x="560388" y="1311275"/>
          <a:ext cx="7986712" cy="4857753"/>
        </p:xfrm>
        <a:graphic>
          <a:graphicData uri="http://schemas.openxmlformats.org/drawingml/2006/table">
            <a:tbl>
              <a:tblPr/>
              <a:tblGrid>
                <a:gridCol w="903287">
                  <a:extLst>
                    <a:ext uri="{9D8B030D-6E8A-4147-A177-3AD203B41FA5}">
                      <a16:colId xmlns:a16="http://schemas.microsoft.com/office/drawing/2014/main" val="20000"/>
                    </a:ext>
                  </a:extLst>
                </a:gridCol>
                <a:gridCol w="1528763">
                  <a:extLst>
                    <a:ext uri="{9D8B030D-6E8A-4147-A177-3AD203B41FA5}">
                      <a16:colId xmlns:a16="http://schemas.microsoft.com/office/drawing/2014/main" val="20001"/>
                    </a:ext>
                  </a:extLst>
                </a:gridCol>
                <a:gridCol w="882650">
                  <a:extLst>
                    <a:ext uri="{9D8B030D-6E8A-4147-A177-3AD203B41FA5}">
                      <a16:colId xmlns:a16="http://schemas.microsoft.com/office/drawing/2014/main" val="20002"/>
                    </a:ext>
                  </a:extLst>
                </a:gridCol>
                <a:gridCol w="947737">
                  <a:extLst>
                    <a:ext uri="{9D8B030D-6E8A-4147-A177-3AD203B41FA5}">
                      <a16:colId xmlns:a16="http://schemas.microsoft.com/office/drawing/2014/main" val="20003"/>
                    </a:ext>
                  </a:extLst>
                </a:gridCol>
                <a:gridCol w="968375">
                  <a:extLst>
                    <a:ext uri="{9D8B030D-6E8A-4147-A177-3AD203B41FA5}">
                      <a16:colId xmlns:a16="http://schemas.microsoft.com/office/drawing/2014/main" val="20004"/>
                    </a:ext>
                  </a:extLst>
                </a:gridCol>
                <a:gridCol w="968375">
                  <a:extLst>
                    <a:ext uri="{9D8B030D-6E8A-4147-A177-3AD203B41FA5}">
                      <a16:colId xmlns:a16="http://schemas.microsoft.com/office/drawing/2014/main" val="20005"/>
                    </a:ext>
                  </a:extLst>
                </a:gridCol>
                <a:gridCol w="925513">
                  <a:extLst>
                    <a:ext uri="{9D8B030D-6E8A-4147-A177-3AD203B41FA5}">
                      <a16:colId xmlns:a16="http://schemas.microsoft.com/office/drawing/2014/main" val="20006"/>
                    </a:ext>
                  </a:extLst>
                </a:gridCol>
                <a:gridCol w="862012">
                  <a:extLst>
                    <a:ext uri="{9D8B030D-6E8A-4147-A177-3AD203B41FA5}">
                      <a16:colId xmlns:a16="http://schemas.microsoft.com/office/drawing/2014/main" val="20007"/>
                    </a:ext>
                  </a:extLst>
                </a:gridCol>
              </a:tblGrid>
              <a:tr h="701132">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rPr>
                        <a:t>Step</a:t>
                      </a:r>
                      <a:endParaRPr kumimoji="0" lang="zh-CN" altLang="en-US"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rPr>
                        <a:t>N’</a:t>
                      </a:r>
                      <a:endParaRPr kumimoji="0" lang="zh-CN" altLang="en-US"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rPr>
                        <a:t>D(t)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rPr>
                        <a:t>p(t)</a:t>
                      </a:r>
                      <a:endParaRPr kumimoji="0" lang="zh-CN" altLang="en-US"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rPr>
                        <a:t>D(u)</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rPr>
                        <a:t>p(u)</a:t>
                      </a:r>
                      <a:endParaRPr kumimoji="0" lang="zh-CN" altLang="en-US"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rPr>
                        <a:t>D(v)</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rPr>
                        <a:t>p(v)</a:t>
                      </a:r>
                      <a:endParaRPr kumimoji="0" lang="zh-CN" altLang="en-US"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rPr>
                        <a:t>D(w)</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rPr>
                        <a:t>p(w)</a:t>
                      </a:r>
                      <a:endParaRPr kumimoji="0" lang="zh-CN" altLang="en-US"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rPr>
                        <a:t>D(y)</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rPr>
                        <a:t>p(y)</a:t>
                      </a:r>
                      <a:endParaRPr kumimoji="0" lang="zh-CN" altLang="en-US"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rPr>
                        <a:t>D(z)</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rPr>
                        <a:t>p(z)</a:t>
                      </a:r>
                      <a:endParaRPr kumimoji="0" lang="zh-CN" altLang="en-US"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extLst>
                  <a:ext uri="{0D108BD9-81ED-4DB2-BD59-A6C34878D82A}">
                    <a16:rowId xmlns:a16="http://schemas.microsoft.com/office/drawing/2014/main" val="10000"/>
                  </a:ext>
                </a:extLst>
              </a:tr>
              <a:tr h="593803">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0</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20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 </a:t>
                      </a:r>
                      <a:r>
                        <a:rPr kumimoji="0" lang="en-US" altLang="zh-CN" sz="20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x</a:t>
                      </a:r>
                      <a:endParaRPr kumimoji="0" lang="zh-CN" altLang="en-US" sz="20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zh-CN" altLang="en-US" sz="20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a:t>
                      </a: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zh-CN" altLang="en-US" sz="20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a:t>
                      </a: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1" i="0" u="none" strike="noStrike" cap="none" normalizeH="0" baseline="0">
                          <a:ln>
                            <a:noFill/>
                          </a:ln>
                          <a:solidFill>
                            <a:srgbClr val="800000"/>
                          </a:solidFill>
                          <a:effectLst/>
                          <a:latin typeface="Comic Sans MS" panose="030F0902030302020204" pitchFamily="66" charset="0"/>
                          <a:ea typeface="宋体" panose="02010600030101010101" pitchFamily="2" charset="-122"/>
                          <a:cs typeface="Arial" panose="020B0604020202020204" pitchFamily="34" charset="0"/>
                        </a:rPr>
                        <a:t>3</a:t>
                      </a:r>
                      <a:endParaRPr kumimoji="0" lang="zh-CN" altLang="en-US" sz="2000" b="1" i="0" u="none" strike="noStrike" cap="none" normalizeH="0" baseline="0">
                        <a:ln>
                          <a:noFill/>
                        </a:ln>
                        <a:solidFill>
                          <a:srgbClr val="8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6</a:t>
                      </a:r>
                      <a:endParaRPr kumimoji="0" lang="zh-CN" altLang="en-US" sz="20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6</a:t>
                      </a:r>
                      <a:endParaRPr kumimoji="0" lang="zh-CN" altLang="en-US" sz="20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8</a:t>
                      </a:r>
                      <a:endParaRPr kumimoji="0" lang="zh-CN" altLang="en-US" sz="20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extLst>
                  <a:ext uri="{0D108BD9-81ED-4DB2-BD59-A6C34878D82A}">
                    <a16:rowId xmlns:a16="http://schemas.microsoft.com/office/drawing/2014/main" val="10001"/>
                  </a:ext>
                </a:extLst>
              </a:tr>
              <a:tr h="593803">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1</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zh-CN"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xv</a:t>
                      </a: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extLst>
                  <a:ext uri="{0D108BD9-81ED-4DB2-BD59-A6C34878D82A}">
                    <a16:rowId xmlns:a16="http://schemas.microsoft.com/office/drawing/2014/main" val="10002"/>
                  </a:ext>
                </a:extLst>
              </a:tr>
              <a:tr h="593803">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2</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extLst>
                  <a:ext uri="{0D108BD9-81ED-4DB2-BD59-A6C34878D82A}">
                    <a16:rowId xmlns:a16="http://schemas.microsoft.com/office/drawing/2014/main" val="10003"/>
                  </a:ext>
                </a:extLst>
              </a:tr>
              <a:tr h="593803">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3</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extLst>
                  <a:ext uri="{0D108BD9-81ED-4DB2-BD59-A6C34878D82A}">
                    <a16:rowId xmlns:a16="http://schemas.microsoft.com/office/drawing/2014/main" val="10004"/>
                  </a:ext>
                </a:extLst>
              </a:tr>
              <a:tr h="593803">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4</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extLst>
                  <a:ext uri="{0D108BD9-81ED-4DB2-BD59-A6C34878D82A}">
                    <a16:rowId xmlns:a16="http://schemas.microsoft.com/office/drawing/2014/main" val="10005"/>
                  </a:ext>
                </a:extLst>
              </a:tr>
              <a:tr h="593803">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5</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extLst>
                  <a:ext uri="{0D108BD9-81ED-4DB2-BD59-A6C34878D82A}">
                    <a16:rowId xmlns:a16="http://schemas.microsoft.com/office/drawing/2014/main" val="10006"/>
                  </a:ext>
                </a:extLst>
              </a:tr>
              <a:tr h="593803">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6</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extLst>
                  <a:ext uri="{0D108BD9-81ED-4DB2-BD59-A6C34878D82A}">
                    <a16:rowId xmlns:a16="http://schemas.microsoft.com/office/drawing/2014/main" val="10007"/>
                  </a:ext>
                </a:extLst>
              </a:tr>
            </a:tbl>
          </a:graphicData>
        </a:graphic>
      </p:graphicFrame>
      <p:sp>
        <p:nvSpPr>
          <p:cNvPr id="313430" name="矩形 1">
            <a:extLst>
              <a:ext uri="{FF2B5EF4-FFF2-40B4-BE49-F238E27FC236}">
                <a16:creationId xmlns:a16="http://schemas.microsoft.com/office/drawing/2014/main" id="{1C4116B9-E234-2198-CF53-933E1B44C584}"/>
              </a:ext>
            </a:extLst>
          </p:cNvPr>
          <p:cNvSpPr>
            <a:spLocks noChangeArrowheads="1"/>
          </p:cNvSpPr>
          <p:nvPr/>
        </p:nvSpPr>
        <p:spPr bwMode="auto">
          <a:xfrm>
            <a:off x="374650" y="252413"/>
            <a:ext cx="6554788"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spcBef>
                <a:spcPct val="0"/>
              </a:spcBef>
              <a:buClrTx/>
              <a:buSzTx/>
              <a:buFontTx/>
              <a:buNone/>
            </a:pPr>
            <a:r>
              <a:rPr kumimoji="0" lang="en-US" altLang="zh-CN" sz="2400"/>
              <a:t>7</a:t>
            </a:r>
            <a:r>
              <a:rPr kumimoji="0" lang="zh-CN" altLang="en-US" sz="2400"/>
              <a:t>个节点，从</a:t>
            </a:r>
            <a:r>
              <a:rPr kumimoji="0" lang="en-US" altLang="zh-CN" sz="2400"/>
              <a:t>x</a:t>
            </a:r>
            <a:r>
              <a:rPr kumimoji="0" lang="zh-CN" altLang="en-US" sz="2400"/>
              <a:t>出发，迭代</a:t>
            </a:r>
            <a:r>
              <a:rPr kumimoji="0" lang="en-US" altLang="zh-CN" sz="2400"/>
              <a:t>7</a:t>
            </a:r>
            <a:r>
              <a:rPr kumimoji="0" lang="zh-CN" altLang="en-US" sz="2400"/>
              <a:t>次，</a:t>
            </a:r>
            <a:r>
              <a:rPr kumimoji="0" lang="en-US" altLang="zh-CN" sz="2400"/>
              <a:t>Step</a:t>
            </a:r>
            <a:r>
              <a:rPr kumimoji="0" lang="zh-CN" altLang="en-US" sz="2400"/>
              <a:t>分别为</a:t>
            </a:r>
            <a:r>
              <a:rPr kumimoji="0" lang="en-US" altLang="zh-CN" sz="2400"/>
              <a:t>0-6</a:t>
            </a:r>
            <a:endParaRPr kumimoji="0" lang="zh-CN" altLang="en-US" sz="2400"/>
          </a:p>
        </p:txBody>
      </p:sp>
      <p:grpSp>
        <p:nvGrpSpPr>
          <p:cNvPr id="313431" name="组 13">
            <a:extLst>
              <a:ext uri="{FF2B5EF4-FFF2-40B4-BE49-F238E27FC236}">
                <a16:creationId xmlns:a16="http://schemas.microsoft.com/office/drawing/2014/main" id="{0F0FDC8E-2C80-F933-0CA2-D290A1EF10A0}"/>
              </a:ext>
            </a:extLst>
          </p:cNvPr>
          <p:cNvGrpSpPr>
            <a:grpSpLocks/>
          </p:cNvGrpSpPr>
          <p:nvPr/>
        </p:nvGrpSpPr>
        <p:grpSpPr bwMode="auto">
          <a:xfrm>
            <a:off x="3143250" y="3271838"/>
            <a:ext cx="3917950" cy="3275012"/>
            <a:chOff x="2841698" y="2175653"/>
            <a:chExt cx="4224586" cy="3832518"/>
          </a:xfrm>
        </p:grpSpPr>
        <p:pic>
          <p:nvPicPr>
            <p:cNvPr id="313432" name="图片 14">
              <a:extLst>
                <a:ext uri="{FF2B5EF4-FFF2-40B4-BE49-F238E27FC236}">
                  <a16:creationId xmlns:a16="http://schemas.microsoft.com/office/drawing/2014/main" id="{2C5CF1DC-9597-6748-D148-A229E54A836D}"/>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2841698" y="2247117"/>
              <a:ext cx="4197944" cy="37610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3433" name="椭圆 15">
              <a:extLst>
                <a:ext uri="{FF2B5EF4-FFF2-40B4-BE49-F238E27FC236}">
                  <a16:creationId xmlns:a16="http://schemas.microsoft.com/office/drawing/2014/main" id="{EDA03A7A-54F6-7ADF-0DA3-191E10884582}"/>
                </a:ext>
              </a:extLst>
            </p:cNvPr>
            <p:cNvSpPr>
              <a:spLocks noChangeArrowheads="1"/>
            </p:cNvSpPr>
            <p:nvPr/>
          </p:nvSpPr>
          <p:spPr bwMode="auto">
            <a:xfrm>
              <a:off x="3121554" y="4433890"/>
              <a:ext cx="236807" cy="236761"/>
            </a:xfrm>
            <a:prstGeom prst="ellipse">
              <a:avLst/>
            </a:prstGeom>
            <a:solidFill>
              <a:schemeClr val="accent1"/>
            </a:solidFill>
            <a:ln w="9525">
              <a:solidFill>
                <a:schemeClr val="tx1"/>
              </a:solidFill>
              <a:round/>
              <a:headEnd/>
              <a:tailEnd/>
            </a:ln>
          </p:spPr>
          <p:txBody>
            <a:bodyPr wrap="none"/>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spcBef>
                  <a:spcPct val="0"/>
                </a:spcBef>
                <a:buClrTx/>
                <a:buSzTx/>
                <a:buFontTx/>
                <a:buNone/>
              </a:pPr>
              <a:endParaRPr kumimoji="0" lang="zh-CN" altLang="en-US" sz="1800"/>
            </a:p>
          </p:txBody>
        </p:sp>
        <p:sp>
          <p:nvSpPr>
            <p:cNvPr id="313434" name="椭圆 16">
              <a:extLst>
                <a:ext uri="{FF2B5EF4-FFF2-40B4-BE49-F238E27FC236}">
                  <a16:creationId xmlns:a16="http://schemas.microsoft.com/office/drawing/2014/main" id="{89A958BE-5129-44F6-4350-253D92CA077D}"/>
                </a:ext>
              </a:extLst>
            </p:cNvPr>
            <p:cNvSpPr>
              <a:spLocks noChangeArrowheads="1"/>
            </p:cNvSpPr>
            <p:nvPr/>
          </p:nvSpPr>
          <p:spPr bwMode="auto">
            <a:xfrm>
              <a:off x="3360067" y="2175653"/>
              <a:ext cx="236807" cy="236761"/>
            </a:xfrm>
            <a:prstGeom prst="ellipse">
              <a:avLst/>
            </a:prstGeom>
            <a:solidFill>
              <a:srgbClr val="FF0000"/>
            </a:solidFill>
            <a:ln w="9525">
              <a:solidFill>
                <a:schemeClr val="tx1"/>
              </a:solidFill>
              <a:round/>
              <a:headEnd/>
              <a:tailEnd/>
            </a:ln>
          </p:spPr>
          <p:txBody>
            <a:bodyPr wrap="none"/>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spcBef>
                  <a:spcPct val="0"/>
                </a:spcBef>
                <a:buClrTx/>
                <a:buSzTx/>
                <a:buFontTx/>
                <a:buNone/>
              </a:pPr>
              <a:endParaRPr kumimoji="0" lang="zh-CN" altLang="en-US" sz="1800"/>
            </a:p>
          </p:txBody>
        </p:sp>
        <p:sp>
          <p:nvSpPr>
            <p:cNvPr id="313435" name="椭圆 17">
              <a:extLst>
                <a:ext uri="{FF2B5EF4-FFF2-40B4-BE49-F238E27FC236}">
                  <a16:creationId xmlns:a16="http://schemas.microsoft.com/office/drawing/2014/main" id="{65FC6B1F-83B1-6083-5499-70250C0B6781}"/>
                </a:ext>
              </a:extLst>
            </p:cNvPr>
            <p:cNvSpPr>
              <a:spLocks noChangeArrowheads="1"/>
            </p:cNvSpPr>
            <p:nvPr/>
          </p:nvSpPr>
          <p:spPr bwMode="auto">
            <a:xfrm>
              <a:off x="6483325" y="5104614"/>
              <a:ext cx="236807" cy="236761"/>
            </a:xfrm>
            <a:prstGeom prst="ellipse">
              <a:avLst/>
            </a:prstGeom>
            <a:solidFill>
              <a:srgbClr val="FF0000"/>
            </a:solidFill>
            <a:ln w="9525">
              <a:solidFill>
                <a:schemeClr val="tx1"/>
              </a:solidFill>
              <a:round/>
              <a:headEnd/>
              <a:tailEnd/>
            </a:ln>
          </p:spPr>
          <p:txBody>
            <a:bodyPr wrap="none"/>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spcBef>
                  <a:spcPct val="0"/>
                </a:spcBef>
                <a:buClrTx/>
                <a:buSzTx/>
                <a:buFontTx/>
                <a:buNone/>
              </a:pPr>
              <a:endParaRPr kumimoji="0" lang="zh-CN" altLang="en-US" sz="1800"/>
            </a:p>
          </p:txBody>
        </p:sp>
        <p:sp>
          <p:nvSpPr>
            <p:cNvPr id="313436" name="椭圆 18">
              <a:extLst>
                <a:ext uri="{FF2B5EF4-FFF2-40B4-BE49-F238E27FC236}">
                  <a16:creationId xmlns:a16="http://schemas.microsoft.com/office/drawing/2014/main" id="{FF252201-8A32-0B8B-B515-3F66A4373E77}"/>
                </a:ext>
              </a:extLst>
            </p:cNvPr>
            <p:cNvSpPr>
              <a:spLocks noChangeArrowheads="1"/>
            </p:cNvSpPr>
            <p:nvPr/>
          </p:nvSpPr>
          <p:spPr bwMode="auto">
            <a:xfrm>
              <a:off x="6829477" y="3771877"/>
              <a:ext cx="236807" cy="236761"/>
            </a:xfrm>
            <a:prstGeom prst="ellipse">
              <a:avLst/>
            </a:prstGeom>
            <a:solidFill>
              <a:srgbClr val="FF0000"/>
            </a:solidFill>
            <a:ln w="9525">
              <a:solidFill>
                <a:schemeClr val="tx1"/>
              </a:solidFill>
              <a:round/>
              <a:headEnd/>
              <a:tailEnd/>
            </a:ln>
          </p:spPr>
          <p:txBody>
            <a:bodyPr wrap="none"/>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spcBef>
                  <a:spcPct val="0"/>
                </a:spcBef>
                <a:buClrTx/>
                <a:buSzTx/>
                <a:buFontTx/>
                <a:buNone/>
              </a:pPr>
              <a:endParaRPr kumimoji="0" lang="zh-CN" altLang="en-US" sz="1800"/>
            </a:p>
          </p:txBody>
        </p:sp>
        <p:sp>
          <p:nvSpPr>
            <p:cNvPr id="313437" name="椭圆 19">
              <a:extLst>
                <a:ext uri="{FF2B5EF4-FFF2-40B4-BE49-F238E27FC236}">
                  <a16:creationId xmlns:a16="http://schemas.microsoft.com/office/drawing/2014/main" id="{DE1B1378-1136-0196-3FA2-68EF8DB878F3}"/>
                </a:ext>
              </a:extLst>
            </p:cNvPr>
            <p:cNvSpPr>
              <a:spLocks noChangeArrowheads="1"/>
            </p:cNvSpPr>
            <p:nvPr/>
          </p:nvSpPr>
          <p:spPr bwMode="auto">
            <a:xfrm>
              <a:off x="5148592" y="4200617"/>
              <a:ext cx="236807" cy="236761"/>
            </a:xfrm>
            <a:prstGeom prst="ellipse">
              <a:avLst/>
            </a:prstGeom>
            <a:solidFill>
              <a:srgbClr val="FF0000"/>
            </a:solidFill>
            <a:ln w="9525">
              <a:solidFill>
                <a:schemeClr val="tx1"/>
              </a:solidFill>
              <a:round/>
              <a:headEnd/>
              <a:tailEnd/>
            </a:ln>
          </p:spPr>
          <p:txBody>
            <a:bodyPr wrap="none"/>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spcBef>
                  <a:spcPct val="0"/>
                </a:spcBef>
                <a:buClrTx/>
                <a:buSzTx/>
                <a:buFontTx/>
                <a:buNone/>
              </a:pPr>
              <a:endParaRPr kumimoji="0" lang="zh-CN" altLang="en-US" sz="1800"/>
            </a:p>
          </p:txBody>
        </p:sp>
        <p:sp>
          <p:nvSpPr>
            <p:cNvPr id="313438" name="椭圆 20">
              <a:extLst>
                <a:ext uri="{FF2B5EF4-FFF2-40B4-BE49-F238E27FC236}">
                  <a16:creationId xmlns:a16="http://schemas.microsoft.com/office/drawing/2014/main" id="{CC0902E6-5EDE-E4A8-5576-C0D3D76F5B5C}"/>
                </a:ext>
              </a:extLst>
            </p:cNvPr>
            <p:cNvSpPr>
              <a:spLocks noChangeArrowheads="1"/>
            </p:cNvSpPr>
            <p:nvPr/>
          </p:nvSpPr>
          <p:spPr bwMode="auto">
            <a:xfrm>
              <a:off x="4567337" y="5470518"/>
              <a:ext cx="236807" cy="236761"/>
            </a:xfrm>
            <a:prstGeom prst="ellipse">
              <a:avLst/>
            </a:prstGeom>
            <a:solidFill>
              <a:srgbClr val="FF0000"/>
            </a:solidFill>
            <a:ln w="9525">
              <a:solidFill>
                <a:schemeClr val="tx1"/>
              </a:solidFill>
              <a:round/>
              <a:headEnd/>
              <a:tailEnd/>
            </a:ln>
          </p:spPr>
          <p:txBody>
            <a:bodyPr wrap="none"/>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spcBef>
                  <a:spcPct val="0"/>
                </a:spcBef>
                <a:buClrTx/>
                <a:buSzTx/>
                <a:buFontTx/>
                <a:buNone/>
              </a:pPr>
              <a:endParaRPr kumimoji="0" lang="zh-CN" altLang="en-US" sz="1800"/>
            </a:p>
          </p:txBody>
        </p:sp>
        <p:sp>
          <p:nvSpPr>
            <p:cNvPr id="313439" name="椭圆 21">
              <a:extLst>
                <a:ext uri="{FF2B5EF4-FFF2-40B4-BE49-F238E27FC236}">
                  <a16:creationId xmlns:a16="http://schemas.microsoft.com/office/drawing/2014/main" id="{9BAA76C9-02C1-E477-25D2-63533C11ECDB}"/>
                </a:ext>
              </a:extLst>
            </p:cNvPr>
            <p:cNvSpPr>
              <a:spLocks noChangeArrowheads="1"/>
            </p:cNvSpPr>
            <p:nvPr/>
          </p:nvSpPr>
          <p:spPr bwMode="auto">
            <a:xfrm>
              <a:off x="3986082" y="3641000"/>
              <a:ext cx="236807" cy="236761"/>
            </a:xfrm>
            <a:prstGeom prst="ellipse">
              <a:avLst/>
            </a:prstGeom>
            <a:solidFill>
              <a:srgbClr val="FF0000"/>
            </a:solidFill>
            <a:ln w="9525">
              <a:solidFill>
                <a:schemeClr val="tx1"/>
              </a:solidFill>
              <a:round/>
              <a:headEnd/>
              <a:tailEnd/>
            </a:ln>
          </p:spPr>
          <p:txBody>
            <a:bodyPr wrap="none"/>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spcBef>
                  <a:spcPct val="0"/>
                </a:spcBef>
                <a:buClrTx/>
                <a:buSzTx/>
                <a:buFontTx/>
                <a:buNone/>
              </a:pPr>
              <a:endParaRPr kumimoji="0" lang="zh-CN" altLang="en-US" sz="1800"/>
            </a:p>
          </p:txBody>
        </p:sp>
      </p:grpSp>
    </p:spTree>
  </p:cSld>
  <p:clrMapOvr>
    <a:masterClrMapping/>
  </p:clrMapOvr>
  <p:transition spd="slow"/>
</p:sld>
</file>

<file path=ppt/slides/slide4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14369" name="页脚占位符 2">
            <a:extLst>
              <a:ext uri="{FF2B5EF4-FFF2-40B4-BE49-F238E27FC236}">
                <a16:creationId xmlns:a16="http://schemas.microsoft.com/office/drawing/2014/main" id="{EDCD1B26-6243-D880-A6D0-BFA4BBF9D2A5}"/>
              </a:ext>
            </a:extLst>
          </p:cNvPr>
          <p:cNvSpPr>
            <a:spLocks noGrp="1" noChangeArrowheads="1"/>
          </p:cNvSpPr>
          <p:nvPr>
            <p:ph type="ftr"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spcBef>
                <a:spcPct val="0"/>
              </a:spcBef>
              <a:buClrTx/>
              <a:buSzTx/>
              <a:buFontTx/>
              <a:buNone/>
            </a:pPr>
            <a:r>
              <a:rPr kumimoji="0" lang="en-US" altLang="zh-CN" sz="1200">
                <a:latin typeface="Arial" panose="020B0604020202020204" pitchFamily="34" charset="0"/>
              </a:rPr>
              <a:t>Network Layer</a:t>
            </a:r>
          </a:p>
        </p:txBody>
      </p:sp>
      <p:sp>
        <p:nvSpPr>
          <p:cNvPr id="314370" name="幻灯片编号占位符 3">
            <a:extLst>
              <a:ext uri="{FF2B5EF4-FFF2-40B4-BE49-F238E27FC236}">
                <a16:creationId xmlns:a16="http://schemas.microsoft.com/office/drawing/2014/main" id="{6E24748A-56EC-6F9E-4D9C-B2C351F3515D}"/>
              </a:ext>
            </a:extLst>
          </p:cNvPr>
          <p:cNvSpPr>
            <a:spLocks noGrp="1"/>
          </p:cNvSpPr>
          <p:nvPr>
            <p:ph type="sldNum" sz="quarter" idx="12"/>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spcBef>
                <a:spcPct val="0"/>
              </a:spcBef>
              <a:buClrTx/>
              <a:buSzTx/>
              <a:buFontTx/>
              <a:buNone/>
            </a:pPr>
            <a:r>
              <a:rPr kumimoji="0" lang="en-US" altLang="zh-CN" sz="1200">
                <a:latin typeface="Arial" panose="020B0604020202020204" pitchFamily="34" charset="0"/>
              </a:rPr>
              <a:t>4-</a:t>
            </a:r>
            <a:fld id="{760ADE1F-B9D9-C644-A4DE-DD5AADF714C4}" type="slidenum">
              <a:rPr kumimoji="0" lang="en-US" altLang="zh-CN" sz="1200" smtClean="0">
                <a:latin typeface="Arial" panose="020B0604020202020204" pitchFamily="34" charset="0"/>
              </a:rPr>
              <a:pPr>
                <a:spcBef>
                  <a:spcPct val="0"/>
                </a:spcBef>
                <a:buClrTx/>
                <a:buSzTx/>
                <a:buFontTx/>
                <a:buNone/>
              </a:pPr>
              <a:t>43</a:t>
            </a:fld>
            <a:endParaRPr kumimoji="0" lang="en-US" altLang="zh-CN" sz="1200">
              <a:latin typeface="Arial" panose="020B0604020202020204" pitchFamily="34" charset="0"/>
            </a:endParaRPr>
          </a:p>
        </p:txBody>
      </p:sp>
      <p:graphicFrame>
        <p:nvGraphicFramePr>
          <p:cNvPr id="5" name="表格 4">
            <a:extLst>
              <a:ext uri="{FF2B5EF4-FFF2-40B4-BE49-F238E27FC236}">
                <a16:creationId xmlns:a16="http://schemas.microsoft.com/office/drawing/2014/main" id="{FB10815B-E55C-43E8-8B54-FF6D00FEFDF5}"/>
              </a:ext>
            </a:extLst>
          </p:cNvPr>
          <p:cNvGraphicFramePr>
            <a:graphicFrameLocks noGrp="1"/>
          </p:cNvGraphicFramePr>
          <p:nvPr/>
        </p:nvGraphicFramePr>
        <p:xfrm>
          <a:off x="560388" y="1311275"/>
          <a:ext cx="7986712" cy="4857753"/>
        </p:xfrm>
        <a:graphic>
          <a:graphicData uri="http://schemas.openxmlformats.org/drawingml/2006/table">
            <a:tbl>
              <a:tblPr/>
              <a:tblGrid>
                <a:gridCol w="903287">
                  <a:extLst>
                    <a:ext uri="{9D8B030D-6E8A-4147-A177-3AD203B41FA5}">
                      <a16:colId xmlns:a16="http://schemas.microsoft.com/office/drawing/2014/main" val="20000"/>
                    </a:ext>
                  </a:extLst>
                </a:gridCol>
                <a:gridCol w="1528763">
                  <a:extLst>
                    <a:ext uri="{9D8B030D-6E8A-4147-A177-3AD203B41FA5}">
                      <a16:colId xmlns:a16="http://schemas.microsoft.com/office/drawing/2014/main" val="20001"/>
                    </a:ext>
                  </a:extLst>
                </a:gridCol>
                <a:gridCol w="882650">
                  <a:extLst>
                    <a:ext uri="{9D8B030D-6E8A-4147-A177-3AD203B41FA5}">
                      <a16:colId xmlns:a16="http://schemas.microsoft.com/office/drawing/2014/main" val="20002"/>
                    </a:ext>
                  </a:extLst>
                </a:gridCol>
                <a:gridCol w="947737">
                  <a:extLst>
                    <a:ext uri="{9D8B030D-6E8A-4147-A177-3AD203B41FA5}">
                      <a16:colId xmlns:a16="http://schemas.microsoft.com/office/drawing/2014/main" val="20003"/>
                    </a:ext>
                  </a:extLst>
                </a:gridCol>
                <a:gridCol w="968375">
                  <a:extLst>
                    <a:ext uri="{9D8B030D-6E8A-4147-A177-3AD203B41FA5}">
                      <a16:colId xmlns:a16="http://schemas.microsoft.com/office/drawing/2014/main" val="20004"/>
                    </a:ext>
                  </a:extLst>
                </a:gridCol>
                <a:gridCol w="968375">
                  <a:extLst>
                    <a:ext uri="{9D8B030D-6E8A-4147-A177-3AD203B41FA5}">
                      <a16:colId xmlns:a16="http://schemas.microsoft.com/office/drawing/2014/main" val="20005"/>
                    </a:ext>
                  </a:extLst>
                </a:gridCol>
                <a:gridCol w="925513">
                  <a:extLst>
                    <a:ext uri="{9D8B030D-6E8A-4147-A177-3AD203B41FA5}">
                      <a16:colId xmlns:a16="http://schemas.microsoft.com/office/drawing/2014/main" val="20006"/>
                    </a:ext>
                  </a:extLst>
                </a:gridCol>
                <a:gridCol w="862012">
                  <a:extLst>
                    <a:ext uri="{9D8B030D-6E8A-4147-A177-3AD203B41FA5}">
                      <a16:colId xmlns:a16="http://schemas.microsoft.com/office/drawing/2014/main" val="20007"/>
                    </a:ext>
                  </a:extLst>
                </a:gridCol>
              </a:tblGrid>
              <a:tr h="701132">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rPr>
                        <a:t>Step</a:t>
                      </a:r>
                      <a:endParaRPr kumimoji="0" lang="zh-CN" altLang="en-US"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rPr>
                        <a:t>N’</a:t>
                      </a:r>
                      <a:endParaRPr kumimoji="0" lang="zh-CN" altLang="en-US"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rPr>
                        <a:t>D(t)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rPr>
                        <a:t>p(t)</a:t>
                      </a:r>
                      <a:endParaRPr kumimoji="0" lang="zh-CN" altLang="en-US"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rPr>
                        <a:t>D(u)</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rPr>
                        <a:t>p(u)</a:t>
                      </a:r>
                      <a:endParaRPr kumimoji="0" lang="zh-CN" altLang="en-US"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rPr>
                        <a:t>D(v)</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rPr>
                        <a:t>p(v)</a:t>
                      </a:r>
                      <a:endParaRPr kumimoji="0" lang="zh-CN" altLang="en-US"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rPr>
                        <a:t>D(w)</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rPr>
                        <a:t>p(w)</a:t>
                      </a:r>
                      <a:endParaRPr kumimoji="0" lang="zh-CN" altLang="en-US"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rPr>
                        <a:t>D(y)</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rPr>
                        <a:t>p(y)</a:t>
                      </a:r>
                      <a:endParaRPr kumimoji="0" lang="zh-CN" altLang="en-US"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rPr>
                        <a:t>D(z)</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rPr>
                        <a:t>p(z)</a:t>
                      </a:r>
                      <a:endParaRPr kumimoji="0" lang="zh-CN" altLang="en-US"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extLst>
                  <a:ext uri="{0D108BD9-81ED-4DB2-BD59-A6C34878D82A}">
                    <a16:rowId xmlns:a16="http://schemas.microsoft.com/office/drawing/2014/main" val="10000"/>
                  </a:ext>
                </a:extLst>
              </a:tr>
              <a:tr h="593803">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0</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20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 </a:t>
                      </a:r>
                      <a:r>
                        <a:rPr kumimoji="0" lang="en-US" altLang="zh-CN" sz="20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x</a:t>
                      </a:r>
                      <a:endParaRPr kumimoji="0" lang="zh-CN" altLang="en-US" sz="20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zh-CN" altLang="en-US" sz="20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a:t>
                      </a: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zh-CN" altLang="en-US" sz="20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a:t>
                      </a: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1" i="0" u="none" strike="noStrike" cap="none" normalizeH="0" baseline="0">
                          <a:ln>
                            <a:noFill/>
                          </a:ln>
                          <a:solidFill>
                            <a:srgbClr val="800000"/>
                          </a:solidFill>
                          <a:effectLst/>
                          <a:latin typeface="Comic Sans MS" panose="030F0902030302020204" pitchFamily="66" charset="0"/>
                          <a:ea typeface="宋体" panose="02010600030101010101" pitchFamily="2" charset="-122"/>
                          <a:cs typeface="Arial" panose="020B0604020202020204" pitchFamily="34" charset="0"/>
                        </a:rPr>
                        <a:t>3,x</a:t>
                      </a:r>
                      <a:endParaRPr kumimoji="0" lang="zh-CN" altLang="en-US" sz="2000" b="1" i="0" u="none" strike="noStrike" cap="none" normalizeH="0" baseline="0">
                        <a:ln>
                          <a:noFill/>
                        </a:ln>
                        <a:solidFill>
                          <a:srgbClr val="8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6,x</a:t>
                      </a:r>
                      <a:endParaRPr kumimoji="0" lang="zh-CN" altLang="en-US" sz="20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6,x</a:t>
                      </a:r>
                      <a:endParaRPr kumimoji="0" lang="zh-CN" altLang="en-US" sz="20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8,x</a:t>
                      </a:r>
                      <a:endParaRPr kumimoji="0" lang="zh-CN" altLang="en-US" sz="20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extLst>
                  <a:ext uri="{0D108BD9-81ED-4DB2-BD59-A6C34878D82A}">
                    <a16:rowId xmlns:a16="http://schemas.microsoft.com/office/drawing/2014/main" val="10001"/>
                  </a:ext>
                </a:extLst>
              </a:tr>
              <a:tr h="593803">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1</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zh-CN"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xv</a:t>
                      </a: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zh-CN"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7</a:t>
                      </a:r>
                      <a:r>
                        <a:rPr kumimoji="0" lang="en-US"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,v</a:t>
                      </a: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zh-CN"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6,v</a:t>
                      </a: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zh-CN"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3,x</a:t>
                      </a: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zh-CN"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6,x</a:t>
                      </a: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zh-CN"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6,x</a:t>
                      </a: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zh-CN"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8,x</a:t>
                      </a: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extLst>
                  <a:ext uri="{0D108BD9-81ED-4DB2-BD59-A6C34878D82A}">
                    <a16:rowId xmlns:a16="http://schemas.microsoft.com/office/drawing/2014/main" val="10002"/>
                  </a:ext>
                </a:extLst>
              </a:tr>
              <a:tr h="593803">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2</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extLst>
                  <a:ext uri="{0D108BD9-81ED-4DB2-BD59-A6C34878D82A}">
                    <a16:rowId xmlns:a16="http://schemas.microsoft.com/office/drawing/2014/main" val="10003"/>
                  </a:ext>
                </a:extLst>
              </a:tr>
              <a:tr h="593803">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3</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extLst>
                  <a:ext uri="{0D108BD9-81ED-4DB2-BD59-A6C34878D82A}">
                    <a16:rowId xmlns:a16="http://schemas.microsoft.com/office/drawing/2014/main" val="10004"/>
                  </a:ext>
                </a:extLst>
              </a:tr>
              <a:tr h="593803">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4</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extLst>
                  <a:ext uri="{0D108BD9-81ED-4DB2-BD59-A6C34878D82A}">
                    <a16:rowId xmlns:a16="http://schemas.microsoft.com/office/drawing/2014/main" val="10005"/>
                  </a:ext>
                </a:extLst>
              </a:tr>
              <a:tr h="593803">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5</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extLst>
                  <a:ext uri="{0D108BD9-81ED-4DB2-BD59-A6C34878D82A}">
                    <a16:rowId xmlns:a16="http://schemas.microsoft.com/office/drawing/2014/main" val="10006"/>
                  </a:ext>
                </a:extLst>
              </a:tr>
              <a:tr h="593803">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6</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extLst>
                  <a:ext uri="{0D108BD9-81ED-4DB2-BD59-A6C34878D82A}">
                    <a16:rowId xmlns:a16="http://schemas.microsoft.com/office/drawing/2014/main" val="10007"/>
                  </a:ext>
                </a:extLst>
              </a:tr>
            </a:tbl>
          </a:graphicData>
        </a:graphic>
      </p:graphicFrame>
      <p:sp>
        <p:nvSpPr>
          <p:cNvPr id="314454" name="矩形 1">
            <a:extLst>
              <a:ext uri="{FF2B5EF4-FFF2-40B4-BE49-F238E27FC236}">
                <a16:creationId xmlns:a16="http://schemas.microsoft.com/office/drawing/2014/main" id="{2D1E804F-071E-7D0D-F0FE-858A851196EB}"/>
              </a:ext>
            </a:extLst>
          </p:cNvPr>
          <p:cNvSpPr>
            <a:spLocks noChangeArrowheads="1"/>
          </p:cNvSpPr>
          <p:nvPr/>
        </p:nvSpPr>
        <p:spPr bwMode="auto">
          <a:xfrm>
            <a:off x="374650" y="252413"/>
            <a:ext cx="6554788"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spcBef>
                <a:spcPct val="0"/>
              </a:spcBef>
              <a:buClrTx/>
              <a:buSzTx/>
              <a:buFontTx/>
              <a:buNone/>
            </a:pPr>
            <a:r>
              <a:rPr kumimoji="0" lang="en-US" altLang="zh-CN" sz="2400"/>
              <a:t>7</a:t>
            </a:r>
            <a:r>
              <a:rPr kumimoji="0" lang="zh-CN" altLang="en-US" sz="2400"/>
              <a:t>个节点，从</a:t>
            </a:r>
            <a:r>
              <a:rPr kumimoji="0" lang="en-US" altLang="zh-CN" sz="2400"/>
              <a:t>x</a:t>
            </a:r>
            <a:r>
              <a:rPr kumimoji="0" lang="zh-CN" altLang="en-US" sz="2400"/>
              <a:t>出发，迭代</a:t>
            </a:r>
            <a:r>
              <a:rPr kumimoji="0" lang="en-US" altLang="zh-CN" sz="2400"/>
              <a:t>7</a:t>
            </a:r>
            <a:r>
              <a:rPr kumimoji="0" lang="zh-CN" altLang="en-US" sz="2400"/>
              <a:t>次，</a:t>
            </a:r>
            <a:r>
              <a:rPr kumimoji="0" lang="en-US" altLang="zh-CN" sz="2400"/>
              <a:t>Step</a:t>
            </a:r>
            <a:r>
              <a:rPr kumimoji="0" lang="zh-CN" altLang="en-US" sz="2400"/>
              <a:t>分别为</a:t>
            </a:r>
            <a:r>
              <a:rPr kumimoji="0" lang="en-US" altLang="zh-CN" sz="2400"/>
              <a:t>0-6</a:t>
            </a:r>
            <a:endParaRPr kumimoji="0" lang="zh-CN" altLang="en-US" sz="2400"/>
          </a:p>
        </p:txBody>
      </p:sp>
      <p:grpSp>
        <p:nvGrpSpPr>
          <p:cNvPr id="314455" name="组 13">
            <a:extLst>
              <a:ext uri="{FF2B5EF4-FFF2-40B4-BE49-F238E27FC236}">
                <a16:creationId xmlns:a16="http://schemas.microsoft.com/office/drawing/2014/main" id="{C01B7644-F785-A0D2-A877-2CD8BEDE976B}"/>
              </a:ext>
            </a:extLst>
          </p:cNvPr>
          <p:cNvGrpSpPr>
            <a:grpSpLocks/>
          </p:cNvGrpSpPr>
          <p:nvPr/>
        </p:nvGrpSpPr>
        <p:grpSpPr bwMode="auto">
          <a:xfrm>
            <a:off x="3143250" y="3271838"/>
            <a:ext cx="3917950" cy="3275012"/>
            <a:chOff x="2841698" y="2175653"/>
            <a:chExt cx="4224586" cy="3832518"/>
          </a:xfrm>
        </p:grpSpPr>
        <p:pic>
          <p:nvPicPr>
            <p:cNvPr id="314456" name="图片 14">
              <a:extLst>
                <a:ext uri="{FF2B5EF4-FFF2-40B4-BE49-F238E27FC236}">
                  <a16:creationId xmlns:a16="http://schemas.microsoft.com/office/drawing/2014/main" id="{48B2EB9B-442C-D8DC-6CF6-A4F6B0B6F169}"/>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2841698" y="2247117"/>
              <a:ext cx="4197944" cy="37610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4457" name="椭圆 15">
              <a:extLst>
                <a:ext uri="{FF2B5EF4-FFF2-40B4-BE49-F238E27FC236}">
                  <a16:creationId xmlns:a16="http://schemas.microsoft.com/office/drawing/2014/main" id="{4617B563-BF0F-0BC5-0BBF-C0A0A10EAC75}"/>
                </a:ext>
              </a:extLst>
            </p:cNvPr>
            <p:cNvSpPr>
              <a:spLocks noChangeArrowheads="1"/>
            </p:cNvSpPr>
            <p:nvPr/>
          </p:nvSpPr>
          <p:spPr bwMode="auto">
            <a:xfrm>
              <a:off x="3121554" y="4433890"/>
              <a:ext cx="236807" cy="236761"/>
            </a:xfrm>
            <a:prstGeom prst="ellipse">
              <a:avLst/>
            </a:prstGeom>
            <a:solidFill>
              <a:schemeClr val="accent1"/>
            </a:solidFill>
            <a:ln w="9525">
              <a:solidFill>
                <a:schemeClr val="tx1"/>
              </a:solidFill>
              <a:round/>
              <a:headEnd/>
              <a:tailEnd/>
            </a:ln>
          </p:spPr>
          <p:txBody>
            <a:bodyPr wrap="none"/>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spcBef>
                  <a:spcPct val="0"/>
                </a:spcBef>
                <a:buClrTx/>
                <a:buSzTx/>
                <a:buFontTx/>
                <a:buNone/>
              </a:pPr>
              <a:endParaRPr kumimoji="0" lang="zh-CN" altLang="en-US" sz="1800"/>
            </a:p>
          </p:txBody>
        </p:sp>
        <p:sp>
          <p:nvSpPr>
            <p:cNvPr id="314458" name="椭圆 16">
              <a:extLst>
                <a:ext uri="{FF2B5EF4-FFF2-40B4-BE49-F238E27FC236}">
                  <a16:creationId xmlns:a16="http://schemas.microsoft.com/office/drawing/2014/main" id="{72286D1F-DA0D-B5C2-AF29-77E98D915561}"/>
                </a:ext>
              </a:extLst>
            </p:cNvPr>
            <p:cNvSpPr>
              <a:spLocks noChangeArrowheads="1"/>
            </p:cNvSpPr>
            <p:nvPr/>
          </p:nvSpPr>
          <p:spPr bwMode="auto">
            <a:xfrm>
              <a:off x="3360067" y="2175653"/>
              <a:ext cx="236807" cy="236761"/>
            </a:xfrm>
            <a:prstGeom prst="ellipse">
              <a:avLst/>
            </a:prstGeom>
            <a:solidFill>
              <a:srgbClr val="FF0000"/>
            </a:solidFill>
            <a:ln w="9525">
              <a:solidFill>
                <a:schemeClr val="tx1"/>
              </a:solidFill>
              <a:round/>
              <a:headEnd/>
              <a:tailEnd/>
            </a:ln>
          </p:spPr>
          <p:txBody>
            <a:bodyPr wrap="none"/>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spcBef>
                  <a:spcPct val="0"/>
                </a:spcBef>
                <a:buClrTx/>
                <a:buSzTx/>
                <a:buFontTx/>
                <a:buNone/>
              </a:pPr>
              <a:endParaRPr kumimoji="0" lang="zh-CN" altLang="en-US" sz="1800"/>
            </a:p>
          </p:txBody>
        </p:sp>
        <p:sp>
          <p:nvSpPr>
            <p:cNvPr id="314459" name="椭圆 17">
              <a:extLst>
                <a:ext uri="{FF2B5EF4-FFF2-40B4-BE49-F238E27FC236}">
                  <a16:creationId xmlns:a16="http://schemas.microsoft.com/office/drawing/2014/main" id="{9E9E8571-E843-F365-E52F-7C195AF4F9DE}"/>
                </a:ext>
              </a:extLst>
            </p:cNvPr>
            <p:cNvSpPr>
              <a:spLocks noChangeArrowheads="1"/>
            </p:cNvSpPr>
            <p:nvPr/>
          </p:nvSpPr>
          <p:spPr bwMode="auto">
            <a:xfrm>
              <a:off x="6483325" y="5104614"/>
              <a:ext cx="236807" cy="236761"/>
            </a:xfrm>
            <a:prstGeom prst="ellipse">
              <a:avLst/>
            </a:prstGeom>
            <a:solidFill>
              <a:srgbClr val="FF0000"/>
            </a:solidFill>
            <a:ln w="9525">
              <a:solidFill>
                <a:schemeClr val="tx1"/>
              </a:solidFill>
              <a:round/>
              <a:headEnd/>
              <a:tailEnd/>
            </a:ln>
          </p:spPr>
          <p:txBody>
            <a:bodyPr wrap="none"/>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spcBef>
                  <a:spcPct val="0"/>
                </a:spcBef>
                <a:buClrTx/>
                <a:buSzTx/>
                <a:buFontTx/>
                <a:buNone/>
              </a:pPr>
              <a:endParaRPr kumimoji="0" lang="zh-CN" altLang="en-US" sz="1800"/>
            </a:p>
          </p:txBody>
        </p:sp>
        <p:sp>
          <p:nvSpPr>
            <p:cNvPr id="314460" name="椭圆 18">
              <a:extLst>
                <a:ext uri="{FF2B5EF4-FFF2-40B4-BE49-F238E27FC236}">
                  <a16:creationId xmlns:a16="http://schemas.microsoft.com/office/drawing/2014/main" id="{BFEABDB6-0796-E6F4-C54C-EA27CA555E7B}"/>
                </a:ext>
              </a:extLst>
            </p:cNvPr>
            <p:cNvSpPr>
              <a:spLocks noChangeArrowheads="1"/>
            </p:cNvSpPr>
            <p:nvPr/>
          </p:nvSpPr>
          <p:spPr bwMode="auto">
            <a:xfrm>
              <a:off x="6829477" y="3771877"/>
              <a:ext cx="236807" cy="236761"/>
            </a:xfrm>
            <a:prstGeom prst="ellipse">
              <a:avLst/>
            </a:prstGeom>
            <a:solidFill>
              <a:srgbClr val="FF0000"/>
            </a:solidFill>
            <a:ln w="9525">
              <a:solidFill>
                <a:schemeClr val="tx1"/>
              </a:solidFill>
              <a:round/>
              <a:headEnd/>
              <a:tailEnd/>
            </a:ln>
          </p:spPr>
          <p:txBody>
            <a:bodyPr wrap="none"/>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spcBef>
                  <a:spcPct val="0"/>
                </a:spcBef>
                <a:buClrTx/>
                <a:buSzTx/>
                <a:buFontTx/>
                <a:buNone/>
              </a:pPr>
              <a:endParaRPr kumimoji="0" lang="zh-CN" altLang="en-US" sz="1800"/>
            </a:p>
          </p:txBody>
        </p:sp>
        <p:sp>
          <p:nvSpPr>
            <p:cNvPr id="314461" name="椭圆 19">
              <a:extLst>
                <a:ext uri="{FF2B5EF4-FFF2-40B4-BE49-F238E27FC236}">
                  <a16:creationId xmlns:a16="http://schemas.microsoft.com/office/drawing/2014/main" id="{8BB3A200-B365-F969-F7FA-85916F83BC9B}"/>
                </a:ext>
              </a:extLst>
            </p:cNvPr>
            <p:cNvSpPr>
              <a:spLocks noChangeArrowheads="1"/>
            </p:cNvSpPr>
            <p:nvPr/>
          </p:nvSpPr>
          <p:spPr bwMode="auto">
            <a:xfrm>
              <a:off x="5148592" y="4200617"/>
              <a:ext cx="236807" cy="236761"/>
            </a:xfrm>
            <a:prstGeom prst="ellipse">
              <a:avLst/>
            </a:prstGeom>
            <a:solidFill>
              <a:srgbClr val="FF0000"/>
            </a:solidFill>
            <a:ln w="9525">
              <a:solidFill>
                <a:schemeClr val="tx1"/>
              </a:solidFill>
              <a:round/>
              <a:headEnd/>
              <a:tailEnd/>
            </a:ln>
          </p:spPr>
          <p:txBody>
            <a:bodyPr wrap="none"/>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spcBef>
                  <a:spcPct val="0"/>
                </a:spcBef>
                <a:buClrTx/>
                <a:buSzTx/>
                <a:buFontTx/>
                <a:buNone/>
              </a:pPr>
              <a:endParaRPr kumimoji="0" lang="zh-CN" altLang="en-US" sz="1800"/>
            </a:p>
          </p:txBody>
        </p:sp>
        <p:sp>
          <p:nvSpPr>
            <p:cNvPr id="314462" name="椭圆 20">
              <a:extLst>
                <a:ext uri="{FF2B5EF4-FFF2-40B4-BE49-F238E27FC236}">
                  <a16:creationId xmlns:a16="http://schemas.microsoft.com/office/drawing/2014/main" id="{0F972CE7-DE75-84E7-08CF-DD301E1A95F3}"/>
                </a:ext>
              </a:extLst>
            </p:cNvPr>
            <p:cNvSpPr>
              <a:spLocks noChangeArrowheads="1"/>
            </p:cNvSpPr>
            <p:nvPr/>
          </p:nvSpPr>
          <p:spPr bwMode="auto">
            <a:xfrm>
              <a:off x="4567337" y="5470518"/>
              <a:ext cx="236807" cy="236761"/>
            </a:xfrm>
            <a:prstGeom prst="ellipse">
              <a:avLst/>
            </a:prstGeom>
            <a:solidFill>
              <a:srgbClr val="FF0000"/>
            </a:solidFill>
            <a:ln w="9525">
              <a:solidFill>
                <a:schemeClr val="tx1"/>
              </a:solidFill>
              <a:round/>
              <a:headEnd/>
              <a:tailEnd/>
            </a:ln>
          </p:spPr>
          <p:txBody>
            <a:bodyPr wrap="none"/>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spcBef>
                  <a:spcPct val="0"/>
                </a:spcBef>
                <a:buClrTx/>
                <a:buSzTx/>
                <a:buFontTx/>
                <a:buNone/>
              </a:pPr>
              <a:endParaRPr kumimoji="0" lang="zh-CN" altLang="en-US" sz="1800"/>
            </a:p>
          </p:txBody>
        </p:sp>
        <p:sp>
          <p:nvSpPr>
            <p:cNvPr id="314463" name="椭圆 21">
              <a:extLst>
                <a:ext uri="{FF2B5EF4-FFF2-40B4-BE49-F238E27FC236}">
                  <a16:creationId xmlns:a16="http://schemas.microsoft.com/office/drawing/2014/main" id="{B3677441-4738-E148-684B-18A67B72035E}"/>
                </a:ext>
              </a:extLst>
            </p:cNvPr>
            <p:cNvSpPr>
              <a:spLocks noChangeArrowheads="1"/>
            </p:cNvSpPr>
            <p:nvPr/>
          </p:nvSpPr>
          <p:spPr bwMode="auto">
            <a:xfrm>
              <a:off x="3986082" y="3641000"/>
              <a:ext cx="236807" cy="236761"/>
            </a:xfrm>
            <a:prstGeom prst="ellipse">
              <a:avLst/>
            </a:prstGeom>
            <a:solidFill>
              <a:srgbClr val="FF0000"/>
            </a:solidFill>
            <a:ln w="9525">
              <a:solidFill>
                <a:schemeClr val="tx1"/>
              </a:solidFill>
              <a:round/>
              <a:headEnd/>
              <a:tailEnd/>
            </a:ln>
          </p:spPr>
          <p:txBody>
            <a:bodyPr wrap="none"/>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spcBef>
                  <a:spcPct val="0"/>
                </a:spcBef>
                <a:buClrTx/>
                <a:buSzTx/>
                <a:buFontTx/>
                <a:buNone/>
              </a:pPr>
              <a:endParaRPr kumimoji="0" lang="zh-CN" altLang="en-US" sz="1800"/>
            </a:p>
          </p:txBody>
        </p:sp>
      </p:grpSp>
    </p:spTree>
  </p:cSld>
  <p:clrMapOvr>
    <a:masterClrMapping/>
  </p:clrMapOvr>
  <p:transition spd="slow"/>
</p:sld>
</file>

<file path=ppt/slides/slide4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15393" name="页脚占位符 2">
            <a:extLst>
              <a:ext uri="{FF2B5EF4-FFF2-40B4-BE49-F238E27FC236}">
                <a16:creationId xmlns:a16="http://schemas.microsoft.com/office/drawing/2014/main" id="{0DB19FDB-6FAC-C7AE-69FF-0250632AE24E}"/>
              </a:ext>
            </a:extLst>
          </p:cNvPr>
          <p:cNvSpPr>
            <a:spLocks noGrp="1" noChangeArrowheads="1"/>
          </p:cNvSpPr>
          <p:nvPr>
            <p:ph type="ftr"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spcBef>
                <a:spcPct val="0"/>
              </a:spcBef>
              <a:buClrTx/>
              <a:buSzTx/>
              <a:buFontTx/>
              <a:buNone/>
            </a:pPr>
            <a:r>
              <a:rPr kumimoji="0" lang="en-US" altLang="zh-CN" sz="1200">
                <a:latin typeface="Arial" panose="020B0604020202020204" pitchFamily="34" charset="0"/>
              </a:rPr>
              <a:t>Network Layer</a:t>
            </a:r>
          </a:p>
        </p:txBody>
      </p:sp>
      <p:sp>
        <p:nvSpPr>
          <p:cNvPr id="315394" name="幻灯片编号占位符 3">
            <a:extLst>
              <a:ext uri="{FF2B5EF4-FFF2-40B4-BE49-F238E27FC236}">
                <a16:creationId xmlns:a16="http://schemas.microsoft.com/office/drawing/2014/main" id="{14E34767-2F3B-BB7C-0F21-2CE428FEDD25}"/>
              </a:ext>
            </a:extLst>
          </p:cNvPr>
          <p:cNvSpPr>
            <a:spLocks noGrp="1"/>
          </p:cNvSpPr>
          <p:nvPr>
            <p:ph type="sldNum" sz="quarter" idx="12"/>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spcBef>
                <a:spcPct val="0"/>
              </a:spcBef>
              <a:buClrTx/>
              <a:buSzTx/>
              <a:buFontTx/>
              <a:buNone/>
            </a:pPr>
            <a:r>
              <a:rPr kumimoji="0" lang="en-US" altLang="zh-CN" sz="1200">
                <a:latin typeface="Arial" panose="020B0604020202020204" pitchFamily="34" charset="0"/>
              </a:rPr>
              <a:t>4-</a:t>
            </a:r>
            <a:fld id="{9A078EFA-FE1C-5D49-9200-48CDB2B8C27F}" type="slidenum">
              <a:rPr kumimoji="0" lang="en-US" altLang="zh-CN" sz="1200" smtClean="0">
                <a:latin typeface="Arial" panose="020B0604020202020204" pitchFamily="34" charset="0"/>
              </a:rPr>
              <a:pPr>
                <a:spcBef>
                  <a:spcPct val="0"/>
                </a:spcBef>
                <a:buClrTx/>
                <a:buSzTx/>
                <a:buFontTx/>
                <a:buNone/>
              </a:pPr>
              <a:t>44</a:t>
            </a:fld>
            <a:endParaRPr kumimoji="0" lang="en-US" altLang="zh-CN" sz="1200">
              <a:latin typeface="Arial" panose="020B0604020202020204" pitchFamily="34" charset="0"/>
            </a:endParaRPr>
          </a:p>
        </p:txBody>
      </p:sp>
      <p:graphicFrame>
        <p:nvGraphicFramePr>
          <p:cNvPr id="5" name="表格 4">
            <a:extLst>
              <a:ext uri="{FF2B5EF4-FFF2-40B4-BE49-F238E27FC236}">
                <a16:creationId xmlns:a16="http://schemas.microsoft.com/office/drawing/2014/main" id="{0C9288D9-96E7-7869-81F5-B182C9B9C7B4}"/>
              </a:ext>
            </a:extLst>
          </p:cNvPr>
          <p:cNvGraphicFramePr>
            <a:graphicFrameLocks noGrp="1"/>
          </p:cNvGraphicFramePr>
          <p:nvPr/>
        </p:nvGraphicFramePr>
        <p:xfrm>
          <a:off x="560388" y="1311275"/>
          <a:ext cx="7986712" cy="4857753"/>
        </p:xfrm>
        <a:graphic>
          <a:graphicData uri="http://schemas.openxmlformats.org/drawingml/2006/table">
            <a:tbl>
              <a:tblPr/>
              <a:tblGrid>
                <a:gridCol w="903287">
                  <a:extLst>
                    <a:ext uri="{9D8B030D-6E8A-4147-A177-3AD203B41FA5}">
                      <a16:colId xmlns:a16="http://schemas.microsoft.com/office/drawing/2014/main" val="20000"/>
                    </a:ext>
                  </a:extLst>
                </a:gridCol>
                <a:gridCol w="1528763">
                  <a:extLst>
                    <a:ext uri="{9D8B030D-6E8A-4147-A177-3AD203B41FA5}">
                      <a16:colId xmlns:a16="http://schemas.microsoft.com/office/drawing/2014/main" val="20001"/>
                    </a:ext>
                  </a:extLst>
                </a:gridCol>
                <a:gridCol w="882650">
                  <a:extLst>
                    <a:ext uri="{9D8B030D-6E8A-4147-A177-3AD203B41FA5}">
                      <a16:colId xmlns:a16="http://schemas.microsoft.com/office/drawing/2014/main" val="20002"/>
                    </a:ext>
                  </a:extLst>
                </a:gridCol>
                <a:gridCol w="947737">
                  <a:extLst>
                    <a:ext uri="{9D8B030D-6E8A-4147-A177-3AD203B41FA5}">
                      <a16:colId xmlns:a16="http://schemas.microsoft.com/office/drawing/2014/main" val="20003"/>
                    </a:ext>
                  </a:extLst>
                </a:gridCol>
                <a:gridCol w="968375">
                  <a:extLst>
                    <a:ext uri="{9D8B030D-6E8A-4147-A177-3AD203B41FA5}">
                      <a16:colId xmlns:a16="http://schemas.microsoft.com/office/drawing/2014/main" val="20004"/>
                    </a:ext>
                  </a:extLst>
                </a:gridCol>
                <a:gridCol w="968375">
                  <a:extLst>
                    <a:ext uri="{9D8B030D-6E8A-4147-A177-3AD203B41FA5}">
                      <a16:colId xmlns:a16="http://schemas.microsoft.com/office/drawing/2014/main" val="20005"/>
                    </a:ext>
                  </a:extLst>
                </a:gridCol>
                <a:gridCol w="925513">
                  <a:extLst>
                    <a:ext uri="{9D8B030D-6E8A-4147-A177-3AD203B41FA5}">
                      <a16:colId xmlns:a16="http://schemas.microsoft.com/office/drawing/2014/main" val="20006"/>
                    </a:ext>
                  </a:extLst>
                </a:gridCol>
                <a:gridCol w="862012">
                  <a:extLst>
                    <a:ext uri="{9D8B030D-6E8A-4147-A177-3AD203B41FA5}">
                      <a16:colId xmlns:a16="http://schemas.microsoft.com/office/drawing/2014/main" val="20007"/>
                    </a:ext>
                  </a:extLst>
                </a:gridCol>
              </a:tblGrid>
              <a:tr h="701132">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rPr>
                        <a:t>Step</a:t>
                      </a:r>
                      <a:endParaRPr kumimoji="0" lang="zh-CN" altLang="en-US"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rPr>
                        <a:t>N’</a:t>
                      </a:r>
                      <a:endParaRPr kumimoji="0" lang="zh-CN" altLang="en-US"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rPr>
                        <a:t>D(t)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rPr>
                        <a:t>p(t)</a:t>
                      </a:r>
                      <a:endParaRPr kumimoji="0" lang="zh-CN" altLang="en-US"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rPr>
                        <a:t>D(u)</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rPr>
                        <a:t>p(u)</a:t>
                      </a:r>
                      <a:endParaRPr kumimoji="0" lang="zh-CN" altLang="en-US"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rPr>
                        <a:t>D(v)</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rPr>
                        <a:t>p(v)</a:t>
                      </a:r>
                      <a:endParaRPr kumimoji="0" lang="zh-CN" altLang="en-US"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rPr>
                        <a:t>D(w)</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rPr>
                        <a:t>p(w)</a:t>
                      </a:r>
                      <a:endParaRPr kumimoji="0" lang="zh-CN" altLang="en-US"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rPr>
                        <a:t>D(y)</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rPr>
                        <a:t>p(y)</a:t>
                      </a:r>
                      <a:endParaRPr kumimoji="0" lang="zh-CN" altLang="en-US"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rPr>
                        <a:t>D(z)</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rPr>
                        <a:t>p(z)</a:t>
                      </a:r>
                      <a:endParaRPr kumimoji="0" lang="zh-CN" altLang="en-US"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extLst>
                  <a:ext uri="{0D108BD9-81ED-4DB2-BD59-A6C34878D82A}">
                    <a16:rowId xmlns:a16="http://schemas.microsoft.com/office/drawing/2014/main" val="10000"/>
                  </a:ext>
                </a:extLst>
              </a:tr>
              <a:tr h="593803">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0</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20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 </a:t>
                      </a:r>
                      <a:r>
                        <a:rPr kumimoji="0" lang="en-US" altLang="zh-CN" sz="20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x</a:t>
                      </a:r>
                      <a:endParaRPr kumimoji="0" lang="zh-CN" altLang="en-US" sz="20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zh-CN" altLang="en-US" sz="20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a:t>
                      </a: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zh-CN" altLang="en-US" sz="20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a:t>
                      </a: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1" i="0" u="none" strike="noStrike" cap="none" normalizeH="0" baseline="0">
                          <a:ln>
                            <a:noFill/>
                          </a:ln>
                          <a:solidFill>
                            <a:srgbClr val="800000"/>
                          </a:solidFill>
                          <a:effectLst/>
                          <a:latin typeface="Comic Sans MS" panose="030F0902030302020204" pitchFamily="66" charset="0"/>
                          <a:ea typeface="宋体" panose="02010600030101010101" pitchFamily="2" charset="-122"/>
                          <a:cs typeface="Arial" panose="020B0604020202020204" pitchFamily="34" charset="0"/>
                        </a:rPr>
                        <a:t>3,x</a:t>
                      </a:r>
                      <a:endParaRPr kumimoji="0" lang="zh-CN" altLang="en-US" sz="2000" b="1" i="0" u="none" strike="noStrike" cap="none" normalizeH="0" baseline="0">
                        <a:ln>
                          <a:noFill/>
                        </a:ln>
                        <a:solidFill>
                          <a:srgbClr val="8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6,x</a:t>
                      </a:r>
                      <a:endParaRPr kumimoji="0" lang="zh-CN" altLang="en-US" sz="20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6,x</a:t>
                      </a:r>
                      <a:endParaRPr kumimoji="0" lang="zh-CN" altLang="en-US" sz="20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8,x</a:t>
                      </a:r>
                      <a:endParaRPr kumimoji="0" lang="zh-CN" altLang="en-US" sz="20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extLst>
                  <a:ext uri="{0D108BD9-81ED-4DB2-BD59-A6C34878D82A}">
                    <a16:rowId xmlns:a16="http://schemas.microsoft.com/office/drawing/2014/main" val="10001"/>
                  </a:ext>
                </a:extLst>
              </a:tr>
              <a:tr h="593803">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1</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xv</a:t>
                      </a:r>
                      <a:endParaRPr kumimoji="0" lang="zh-CN" altLang="en-US" sz="20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7</a:t>
                      </a:r>
                      <a:r>
                        <a:rPr kumimoji="0" lang="en-US" altLang="en-US" sz="20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,v</a:t>
                      </a:r>
                      <a:endParaRPr kumimoji="0" lang="zh-CN" altLang="en-US" sz="20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1" i="0" u="none" strike="noStrike" cap="none" normalizeH="0" baseline="0">
                          <a:ln>
                            <a:noFill/>
                          </a:ln>
                          <a:solidFill>
                            <a:srgbClr val="800000"/>
                          </a:solidFill>
                          <a:effectLst/>
                          <a:latin typeface="Comic Sans MS" panose="030F0902030302020204" pitchFamily="66" charset="0"/>
                          <a:ea typeface="宋体" panose="02010600030101010101" pitchFamily="2" charset="-122"/>
                          <a:cs typeface="Arial" panose="020B0604020202020204" pitchFamily="34" charset="0"/>
                        </a:rPr>
                        <a:t>6,v</a:t>
                      </a:r>
                      <a:endParaRPr kumimoji="0" lang="zh-CN" altLang="en-US" sz="2000" b="1" i="0" u="none" strike="noStrike" cap="none" normalizeH="0" baseline="0">
                        <a:ln>
                          <a:noFill/>
                        </a:ln>
                        <a:solidFill>
                          <a:srgbClr val="8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3,x</a:t>
                      </a:r>
                      <a:endParaRPr kumimoji="0" lang="zh-CN" altLang="en-US" sz="20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6,x</a:t>
                      </a:r>
                      <a:endParaRPr kumimoji="0" lang="zh-CN" altLang="en-US" sz="20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6,x</a:t>
                      </a:r>
                      <a:endParaRPr kumimoji="0" lang="zh-CN" altLang="en-US" sz="20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8,x</a:t>
                      </a:r>
                      <a:endParaRPr kumimoji="0" lang="zh-CN" altLang="en-US" sz="20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extLst>
                  <a:ext uri="{0D108BD9-81ED-4DB2-BD59-A6C34878D82A}">
                    <a16:rowId xmlns:a16="http://schemas.microsoft.com/office/drawing/2014/main" val="10002"/>
                  </a:ext>
                </a:extLst>
              </a:tr>
              <a:tr h="593803">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2</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extLst>
                  <a:ext uri="{0D108BD9-81ED-4DB2-BD59-A6C34878D82A}">
                    <a16:rowId xmlns:a16="http://schemas.microsoft.com/office/drawing/2014/main" val="10003"/>
                  </a:ext>
                </a:extLst>
              </a:tr>
              <a:tr h="593803">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3</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extLst>
                  <a:ext uri="{0D108BD9-81ED-4DB2-BD59-A6C34878D82A}">
                    <a16:rowId xmlns:a16="http://schemas.microsoft.com/office/drawing/2014/main" val="10004"/>
                  </a:ext>
                </a:extLst>
              </a:tr>
              <a:tr h="593803">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4</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extLst>
                  <a:ext uri="{0D108BD9-81ED-4DB2-BD59-A6C34878D82A}">
                    <a16:rowId xmlns:a16="http://schemas.microsoft.com/office/drawing/2014/main" val="10005"/>
                  </a:ext>
                </a:extLst>
              </a:tr>
              <a:tr h="593803">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5</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extLst>
                  <a:ext uri="{0D108BD9-81ED-4DB2-BD59-A6C34878D82A}">
                    <a16:rowId xmlns:a16="http://schemas.microsoft.com/office/drawing/2014/main" val="10006"/>
                  </a:ext>
                </a:extLst>
              </a:tr>
              <a:tr h="593803">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6</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extLst>
                  <a:ext uri="{0D108BD9-81ED-4DB2-BD59-A6C34878D82A}">
                    <a16:rowId xmlns:a16="http://schemas.microsoft.com/office/drawing/2014/main" val="10007"/>
                  </a:ext>
                </a:extLst>
              </a:tr>
            </a:tbl>
          </a:graphicData>
        </a:graphic>
      </p:graphicFrame>
      <p:sp>
        <p:nvSpPr>
          <p:cNvPr id="315478" name="矩形 1">
            <a:extLst>
              <a:ext uri="{FF2B5EF4-FFF2-40B4-BE49-F238E27FC236}">
                <a16:creationId xmlns:a16="http://schemas.microsoft.com/office/drawing/2014/main" id="{2E79E5D7-AE71-A7E2-0A80-B62E17D4FCD6}"/>
              </a:ext>
            </a:extLst>
          </p:cNvPr>
          <p:cNvSpPr>
            <a:spLocks noChangeArrowheads="1"/>
          </p:cNvSpPr>
          <p:nvPr/>
        </p:nvSpPr>
        <p:spPr bwMode="auto">
          <a:xfrm>
            <a:off x="374650" y="252413"/>
            <a:ext cx="6554788"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spcBef>
                <a:spcPct val="0"/>
              </a:spcBef>
              <a:buClrTx/>
              <a:buSzTx/>
              <a:buFontTx/>
              <a:buNone/>
            </a:pPr>
            <a:r>
              <a:rPr kumimoji="0" lang="en-US" altLang="zh-CN" sz="2400"/>
              <a:t>7</a:t>
            </a:r>
            <a:r>
              <a:rPr kumimoji="0" lang="zh-CN" altLang="en-US" sz="2400"/>
              <a:t>个节点，从</a:t>
            </a:r>
            <a:r>
              <a:rPr kumimoji="0" lang="en-US" altLang="zh-CN" sz="2400"/>
              <a:t>x</a:t>
            </a:r>
            <a:r>
              <a:rPr kumimoji="0" lang="zh-CN" altLang="en-US" sz="2400"/>
              <a:t>出发，迭代</a:t>
            </a:r>
            <a:r>
              <a:rPr kumimoji="0" lang="en-US" altLang="zh-CN" sz="2400"/>
              <a:t>7</a:t>
            </a:r>
            <a:r>
              <a:rPr kumimoji="0" lang="zh-CN" altLang="en-US" sz="2400"/>
              <a:t>次，</a:t>
            </a:r>
            <a:r>
              <a:rPr kumimoji="0" lang="en-US" altLang="zh-CN" sz="2400"/>
              <a:t>Step</a:t>
            </a:r>
            <a:r>
              <a:rPr kumimoji="0" lang="zh-CN" altLang="en-US" sz="2400"/>
              <a:t>分别为</a:t>
            </a:r>
            <a:r>
              <a:rPr kumimoji="0" lang="en-US" altLang="zh-CN" sz="2400"/>
              <a:t>0-6</a:t>
            </a:r>
            <a:endParaRPr kumimoji="0" lang="zh-CN" altLang="en-US" sz="2400"/>
          </a:p>
        </p:txBody>
      </p:sp>
      <p:grpSp>
        <p:nvGrpSpPr>
          <p:cNvPr id="315479" name="组 13">
            <a:extLst>
              <a:ext uri="{FF2B5EF4-FFF2-40B4-BE49-F238E27FC236}">
                <a16:creationId xmlns:a16="http://schemas.microsoft.com/office/drawing/2014/main" id="{196D0A88-2264-87E1-F34C-01CC359A1091}"/>
              </a:ext>
            </a:extLst>
          </p:cNvPr>
          <p:cNvGrpSpPr>
            <a:grpSpLocks/>
          </p:cNvGrpSpPr>
          <p:nvPr/>
        </p:nvGrpSpPr>
        <p:grpSpPr bwMode="auto">
          <a:xfrm>
            <a:off x="3143250" y="3271838"/>
            <a:ext cx="3917950" cy="3275012"/>
            <a:chOff x="2841698" y="2175653"/>
            <a:chExt cx="4224586" cy="3832518"/>
          </a:xfrm>
        </p:grpSpPr>
        <p:pic>
          <p:nvPicPr>
            <p:cNvPr id="315480" name="图片 14">
              <a:extLst>
                <a:ext uri="{FF2B5EF4-FFF2-40B4-BE49-F238E27FC236}">
                  <a16:creationId xmlns:a16="http://schemas.microsoft.com/office/drawing/2014/main" id="{446F4689-3FF8-A817-A542-C526D6ACEEF2}"/>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2841698" y="2247117"/>
              <a:ext cx="4197944" cy="37610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5481" name="椭圆 15">
              <a:extLst>
                <a:ext uri="{FF2B5EF4-FFF2-40B4-BE49-F238E27FC236}">
                  <a16:creationId xmlns:a16="http://schemas.microsoft.com/office/drawing/2014/main" id="{D15E7B95-A721-F1FA-0AB6-80F55314ACEB}"/>
                </a:ext>
              </a:extLst>
            </p:cNvPr>
            <p:cNvSpPr>
              <a:spLocks noChangeArrowheads="1"/>
            </p:cNvSpPr>
            <p:nvPr/>
          </p:nvSpPr>
          <p:spPr bwMode="auto">
            <a:xfrm>
              <a:off x="3121554" y="4433890"/>
              <a:ext cx="236807" cy="236761"/>
            </a:xfrm>
            <a:prstGeom prst="ellipse">
              <a:avLst/>
            </a:prstGeom>
            <a:solidFill>
              <a:schemeClr val="accent1"/>
            </a:solidFill>
            <a:ln w="9525">
              <a:solidFill>
                <a:schemeClr val="tx1"/>
              </a:solidFill>
              <a:round/>
              <a:headEnd/>
              <a:tailEnd/>
            </a:ln>
          </p:spPr>
          <p:txBody>
            <a:bodyPr wrap="none"/>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spcBef>
                  <a:spcPct val="0"/>
                </a:spcBef>
                <a:buClrTx/>
                <a:buSzTx/>
                <a:buFontTx/>
                <a:buNone/>
              </a:pPr>
              <a:endParaRPr kumimoji="0" lang="zh-CN" altLang="en-US" sz="1800"/>
            </a:p>
          </p:txBody>
        </p:sp>
        <p:sp>
          <p:nvSpPr>
            <p:cNvPr id="315482" name="椭圆 16">
              <a:extLst>
                <a:ext uri="{FF2B5EF4-FFF2-40B4-BE49-F238E27FC236}">
                  <a16:creationId xmlns:a16="http://schemas.microsoft.com/office/drawing/2014/main" id="{009D9492-1449-0E55-3F0A-04595F18DE7C}"/>
                </a:ext>
              </a:extLst>
            </p:cNvPr>
            <p:cNvSpPr>
              <a:spLocks noChangeArrowheads="1"/>
            </p:cNvSpPr>
            <p:nvPr/>
          </p:nvSpPr>
          <p:spPr bwMode="auto">
            <a:xfrm>
              <a:off x="3360067" y="2175653"/>
              <a:ext cx="236807" cy="236761"/>
            </a:xfrm>
            <a:prstGeom prst="ellipse">
              <a:avLst/>
            </a:prstGeom>
            <a:solidFill>
              <a:srgbClr val="FF0000"/>
            </a:solidFill>
            <a:ln w="9525">
              <a:solidFill>
                <a:schemeClr val="tx1"/>
              </a:solidFill>
              <a:round/>
              <a:headEnd/>
              <a:tailEnd/>
            </a:ln>
          </p:spPr>
          <p:txBody>
            <a:bodyPr wrap="none"/>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spcBef>
                  <a:spcPct val="0"/>
                </a:spcBef>
                <a:buClrTx/>
                <a:buSzTx/>
                <a:buFontTx/>
                <a:buNone/>
              </a:pPr>
              <a:endParaRPr kumimoji="0" lang="zh-CN" altLang="en-US" sz="1800"/>
            </a:p>
          </p:txBody>
        </p:sp>
        <p:sp>
          <p:nvSpPr>
            <p:cNvPr id="315483" name="椭圆 17">
              <a:extLst>
                <a:ext uri="{FF2B5EF4-FFF2-40B4-BE49-F238E27FC236}">
                  <a16:creationId xmlns:a16="http://schemas.microsoft.com/office/drawing/2014/main" id="{986DC7F1-915F-F173-56EE-0BB73E179174}"/>
                </a:ext>
              </a:extLst>
            </p:cNvPr>
            <p:cNvSpPr>
              <a:spLocks noChangeArrowheads="1"/>
            </p:cNvSpPr>
            <p:nvPr/>
          </p:nvSpPr>
          <p:spPr bwMode="auto">
            <a:xfrm>
              <a:off x="6483325" y="5104614"/>
              <a:ext cx="236807" cy="236761"/>
            </a:xfrm>
            <a:prstGeom prst="ellipse">
              <a:avLst/>
            </a:prstGeom>
            <a:solidFill>
              <a:srgbClr val="FF0000"/>
            </a:solidFill>
            <a:ln w="9525">
              <a:solidFill>
                <a:schemeClr val="tx1"/>
              </a:solidFill>
              <a:round/>
              <a:headEnd/>
              <a:tailEnd/>
            </a:ln>
          </p:spPr>
          <p:txBody>
            <a:bodyPr wrap="none"/>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spcBef>
                  <a:spcPct val="0"/>
                </a:spcBef>
                <a:buClrTx/>
                <a:buSzTx/>
                <a:buFontTx/>
                <a:buNone/>
              </a:pPr>
              <a:endParaRPr kumimoji="0" lang="zh-CN" altLang="en-US" sz="1800"/>
            </a:p>
          </p:txBody>
        </p:sp>
        <p:sp>
          <p:nvSpPr>
            <p:cNvPr id="315484" name="椭圆 18">
              <a:extLst>
                <a:ext uri="{FF2B5EF4-FFF2-40B4-BE49-F238E27FC236}">
                  <a16:creationId xmlns:a16="http://schemas.microsoft.com/office/drawing/2014/main" id="{60D51B1A-8577-83D4-F348-3C2FE6D6283B}"/>
                </a:ext>
              </a:extLst>
            </p:cNvPr>
            <p:cNvSpPr>
              <a:spLocks noChangeArrowheads="1"/>
            </p:cNvSpPr>
            <p:nvPr/>
          </p:nvSpPr>
          <p:spPr bwMode="auto">
            <a:xfrm>
              <a:off x="6829477" y="3771877"/>
              <a:ext cx="236807" cy="236761"/>
            </a:xfrm>
            <a:prstGeom prst="ellipse">
              <a:avLst/>
            </a:prstGeom>
            <a:solidFill>
              <a:srgbClr val="FF0000"/>
            </a:solidFill>
            <a:ln w="9525">
              <a:solidFill>
                <a:schemeClr val="tx1"/>
              </a:solidFill>
              <a:round/>
              <a:headEnd/>
              <a:tailEnd/>
            </a:ln>
          </p:spPr>
          <p:txBody>
            <a:bodyPr wrap="none"/>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spcBef>
                  <a:spcPct val="0"/>
                </a:spcBef>
                <a:buClrTx/>
                <a:buSzTx/>
                <a:buFontTx/>
                <a:buNone/>
              </a:pPr>
              <a:endParaRPr kumimoji="0" lang="zh-CN" altLang="en-US" sz="1800"/>
            </a:p>
          </p:txBody>
        </p:sp>
        <p:sp>
          <p:nvSpPr>
            <p:cNvPr id="315485" name="椭圆 19">
              <a:extLst>
                <a:ext uri="{FF2B5EF4-FFF2-40B4-BE49-F238E27FC236}">
                  <a16:creationId xmlns:a16="http://schemas.microsoft.com/office/drawing/2014/main" id="{AA1BAB5E-88AD-12F4-5A2D-201A1EDC7E50}"/>
                </a:ext>
              </a:extLst>
            </p:cNvPr>
            <p:cNvSpPr>
              <a:spLocks noChangeArrowheads="1"/>
            </p:cNvSpPr>
            <p:nvPr/>
          </p:nvSpPr>
          <p:spPr bwMode="auto">
            <a:xfrm>
              <a:off x="5148592" y="4200617"/>
              <a:ext cx="236807" cy="236761"/>
            </a:xfrm>
            <a:prstGeom prst="ellipse">
              <a:avLst/>
            </a:prstGeom>
            <a:solidFill>
              <a:srgbClr val="FF0000"/>
            </a:solidFill>
            <a:ln w="9525">
              <a:solidFill>
                <a:schemeClr val="tx1"/>
              </a:solidFill>
              <a:round/>
              <a:headEnd/>
              <a:tailEnd/>
            </a:ln>
          </p:spPr>
          <p:txBody>
            <a:bodyPr wrap="none"/>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spcBef>
                  <a:spcPct val="0"/>
                </a:spcBef>
                <a:buClrTx/>
                <a:buSzTx/>
                <a:buFontTx/>
                <a:buNone/>
              </a:pPr>
              <a:endParaRPr kumimoji="0" lang="zh-CN" altLang="en-US" sz="1800"/>
            </a:p>
          </p:txBody>
        </p:sp>
        <p:sp>
          <p:nvSpPr>
            <p:cNvPr id="315486" name="椭圆 20">
              <a:extLst>
                <a:ext uri="{FF2B5EF4-FFF2-40B4-BE49-F238E27FC236}">
                  <a16:creationId xmlns:a16="http://schemas.microsoft.com/office/drawing/2014/main" id="{B63C573A-36DD-F1C8-90CA-610019ED71CE}"/>
                </a:ext>
              </a:extLst>
            </p:cNvPr>
            <p:cNvSpPr>
              <a:spLocks noChangeArrowheads="1"/>
            </p:cNvSpPr>
            <p:nvPr/>
          </p:nvSpPr>
          <p:spPr bwMode="auto">
            <a:xfrm>
              <a:off x="4567337" y="5470518"/>
              <a:ext cx="236807" cy="236761"/>
            </a:xfrm>
            <a:prstGeom prst="ellipse">
              <a:avLst/>
            </a:prstGeom>
            <a:solidFill>
              <a:srgbClr val="FF0000"/>
            </a:solidFill>
            <a:ln w="9525">
              <a:solidFill>
                <a:schemeClr val="tx1"/>
              </a:solidFill>
              <a:round/>
              <a:headEnd/>
              <a:tailEnd/>
            </a:ln>
          </p:spPr>
          <p:txBody>
            <a:bodyPr wrap="none"/>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spcBef>
                  <a:spcPct val="0"/>
                </a:spcBef>
                <a:buClrTx/>
                <a:buSzTx/>
                <a:buFontTx/>
                <a:buNone/>
              </a:pPr>
              <a:endParaRPr kumimoji="0" lang="zh-CN" altLang="en-US" sz="1800"/>
            </a:p>
          </p:txBody>
        </p:sp>
        <p:sp>
          <p:nvSpPr>
            <p:cNvPr id="315487" name="椭圆 21">
              <a:extLst>
                <a:ext uri="{FF2B5EF4-FFF2-40B4-BE49-F238E27FC236}">
                  <a16:creationId xmlns:a16="http://schemas.microsoft.com/office/drawing/2014/main" id="{095E23CD-DB4F-6514-B0DF-94ED181B8D7D}"/>
                </a:ext>
              </a:extLst>
            </p:cNvPr>
            <p:cNvSpPr>
              <a:spLocks noChangeArrowheads="1"/>
            </p:cNvSpPr>
            <p:nvPr/>
          </p:nvSpPr>
          <p:spPr bwMode="auto">
            <a:xfrm>
              <a:off x="3986082" y="3641000"/>
              <a:ext cx="236807" cy="236761"/>
            </a:xfrm>
            <a:prstGeom prst="ellipse">
              <a:avLst/>
            </a:prstGeom>
            <a:solidFill>
              <a:srgbClr val="FF0000"/>
            </a:solidFill>
            <a:ln w="9525">
              <a:solidFill>
                <a:schemeClr val="tx1"/>
              </a:solidFill>
              <a:round/>
              <a:headEnd/>
              <a:tailEnd/>
            </a:ln>
          </p:spPr>
          <p:txBody>
            <a:bodyPr wrap="none"/>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spcBef>
                  <a:spcPct val="0"/>
                </a:spcBef>
                <a:buClrTx/>
                <a:buSzTx/>
                <a:buFontTx/>
                <a:buNone/>
              </a:pPr>
              <a:endParaRPr kumimoji="0" lang="zh-CN" altLang="en-US" sz="1800"/>
            </a:p>
          </p:txBody>
        </p:sp>
      </p:grpSp>
    </p:spTree>
  </p:cSld>
  <p:clrMapOvr>
    <a:masterClrMapping/>
  </p:clrMapOvr>
  <p:transition spd="slow"/>
</p:sld>
</file>

<file path=ppt/slides/slide4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16417" name="页脚占位符 2">
            <a:extLst>
              <a:ext uri="{FF2B5EF4-FFF2-40B4-BE49-F238E27FC236}">
                <a16:creationId xmlns:a16="http://schemas.microsoft.com/office/drawing/2014/main" id="{B798AE62-74DC-4B3D-34D2-9F5ED24EE925}"/>
              </a:ext>
            </a:extLst>
          </p:cNvPr>
          <p:cNvSpPr>
            <a:spLocks noGrp="1" noChangeArrowheads="1"/>
          </p:cNvSpPr>
          <p:nvPr>
            <p:ph type="ftr"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spcBef>
                <a:spcPct val="0"/>
              </a:spcBef>
              <a:buClrTx/>
              <a:buSzTx/>
              <a:buFontTx/>
              <a:buNone/>
            </a:pPr>
            <a:r>
              <a:rPr kumimoji="0" lang="en-US" altLang="zh-CN" sz="1200">
                <a:latin typeface="Arial" panose="020B0604020202020204" pitchFamily="34" charset="0"/>
              </a:rPr>
              <a:t>Network Layer</a:t>
            </a:r>
          </a:p>
        </p:txBody>
      </p:sp>
      <p:sp>
        <p:nvSpPr>
          <p:cNvPr id="316418" name="幻灯片编号占位符 3">
            <a:extLst>
              <a:ext uri="{FF2B5EF4-FFF2-40B4-BE49-F238E27FC236}">
                <a16:creationId xmlns:a16="http://schemas.microsoft.com/office/drawing/2014/main" id="{2F776518-E389-FF9D-4E64-D23EA57B0C03}"/>
              </a:ext>
            </a:extLst>
          </p:cNvPr>
          <p:cNvSpPr>
            <a:spLocks noGrp="1"/>
          </p:cNvSpPr>
          <p:nvPr>
            <p:ph type="sldNum" sz="quarter" idx="12"/>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spcBef>
                <a:spcPct val="0"/>
              </a:spcBef>
              <a:buClrTx/>
              <a:buSzTx/>
              <a:buFontTx/>
              <a:buNone/>
            </a:pPr>
            <a:r>
              <a:rPr kumimoji="0" lang="en-US" altLang="zh-CN" sz="1200">
                <a:latin typeface="Arial" panose="020B0604020202020204" pitchFamily="34" charset="0"/>
              </a:rPr>
              <a:t>4-</a:t>
            </a:r>
            <a:fld id="{D531A0C2-5B33-B642-8740-8C2C820A6E6D}" type="slidenum">
              <a:rPr kumimoji="0" lang="en-US" altLang="zh-CN" sz="1200" smtClean="0">
                <a:latin typeface="Arial" panose="020B0604020202020204" pitchFamily="34" charset="0"/>
              </a:rPr>
              <a:pPr>
                <a:spcBef>
                  <a:spcPct val="0"/>
                </a:spcBef>
                <a:buClrTx/>
                <a:buSzTx/>
                <a:buFontTx/>
                <a:buNone/>
              </a:pPr>
              <a:t>45</a:t>
            </a:fld>
            <a:endParaRPr kumimoji="0" lang="en-US" altLang="zh-CN" sz="1200">
              <a:latin typeface="Arial" panose="020B0604020202020204" pitchFamily="34" charset="0"/>
            </a:endParaRPr>
          </a:p>
        </p:txBody>
      </p:sp>
      <p:graphicFrame>
        <p:nvGraphicFramePr>
          <p:cNvPr id="5" name="表格 4">
            <a:extLst>
              <a:ext uri="{FF2B5EF4-FFF2-40B4-BE49-F238E27FC236}">
                <a16:creationId xmlns:a16="http://schemas.microsoft.com/office/drawing/2014/main" id="{23706BDF-2417-DD15-9ECC-C3D0E1C7CE93}"/>
              </a:ext>
            </a:extLst>
          </p:cNvPr>
          <p:cNvGraphicFramePr>
            <a:graphicFrameLocks noGrp="1"/>
          </p:cNvGraphicFramePr>
          <p:nvPr/>
        </p:nvGraphicFramePr>
        <p:xfrm>
          <a:off x="560388" y="1311275"/>
          <a:ext cx="7986712" cy="4857753"/>
        </p:xfrm>
        <a:graphic>
          <a:graphicData uri="http://schemas.openxmlformats.org/drawingml/2006/table">
            <a:tbl>
              <a:tblPr/>
              <a:tblGrid>
                <a:gridCol w="903287">
                  <a:extLst>
                    <a:ext uri="{9D8B030D-6E8A-4147-A177-3AD203B41FA5}">
                      <a16:colId xmlns:a16="http://schemas.microsoft.com/office/drawing/2014/main" val="20000"/>
                    </a:ext>
                  </a:extLst>
                </a:gridCol>
                <a:gridCol w="1528763">
                  <a:extLst>
                    <a:ext uri="{9D8B030D-6E8A-4147-A177-3AD203B41FA5}">
                      <a16:colId xmlns:a16="http://schemas.microsoft.com/office/drawing/2014/main" val="20001"/>
                    </a:ext>
                  </a:extLst>
                </a:gridCol>
                <a:gridCol w="882650">
                  <a:extLst>
                    <a:ext uri="{9D8B030D-6E8A-4147-A177-3AD203B41FA5}">
                      <a16:colId xmlns:a16="http://schemas.microsoft.com/office/drawing/2014/main" val="20002"/>
                    </a:ext>
                  </a:extLst>
                </a:gridCol>
                <a:gridCol w="947737">
                  <a:extLst>
                    <a:ext uri="{9D8B030D-6E8A-4147-A177-3AD203B41FA5}">
                      <a16:colId xmlns:a16="http://schemas.microsoft.com/office/drawing/2014/main" val="20003"/>
                    </a:ext>
                  </a:extLst>
                </a:gridCol>
                <a:gridCol w="968375">
                  <a:extLst>
                    <a:ext uri="{9D8B030D-6E8A-4147-A177-3AD203B41FA5}">
                      <a16:colId xmlns:a16="http://schemas.microsoft.com/office/drawing/2014/main" val="20004"/>
                    </a:ext>
                  </a:extLst>
                </a:gridCol>
                <a:gridCol w="968375">
                  <a:extLst>
                    <a:ext uri="{9D8B030D-6E8A-4147-A177-3AD203B41FA5}">
                      <a16:colId xmlns:a16="http://schemas.microsoft.com/office/drawing/2014/main" val="20005"/>
                    </a:ext>
                  </a:extLst>
                </a:gridCol>
                <a:gridCol w="925513">
                  <a:extLst>
                    <a:ext uri="{9D8B030D-6E8A-4147-A177-3AD203B41FA5}">
                      <a16:colId xmlns:a16="http://schemas.microsoft.com/office/drawing/2014/main" val="20006"/>
                    </a:ext>
                  </a:extLst>
                </a:gridCol>
                <a:gridCol w="862012">
                  <a:extLst>
                    <a:ext uri="{9D8B030D-6E8A-4147-A177-3AD203B41FA5}">
                      <a16:colId xmlns:a16="http://schemas.microsoft.com/office/drawing/2014/main" val="20007"/>
                    </a:ext>
                  </a:extLst>
                </a:gridCol>
              </a:tblGrid>
              <a:tr h="701132">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rPr>
                        <a:t>Step</a:t>
                      </a:r>
                      <a:endParaRPr kumimoji="0" lang="zh-CN" altLang="en-US"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rPr>
                        <a:t>N’</a:t>
                      </a:r>
                      <a:endParaRPr kumimoji="0" lang="zh-CN" altLang="en-US"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rPr>
                        <a:t>D(t)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rPr>
                        <a:t>p(t)</a:t>
                      </a:r>
                      <a:endParaRPr kumimoji="0" lang="zh-CN" altLang="en-US"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rPr>
                        <a:t>D(u)</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rPr>
                        <a:t>p(u)</a:t>
                      </a:r>
                      <a:endParaRPr kumimoji="0" lang="zh-CN" altLang="en-US"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rPr>
                        <a:t>D(v)</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rPr>
                        <a:t>p(v)</a:t>
                      </a:r>
                      <a:endParaRPr kumimoji="0" lang="zh-CN" altLang="en-US"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rPr>
                        <a:t>D(w)</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rPr>
                        <a:t>p(w)</a:t>
                      </a:r>
                      <a:endParaRPr kumimoji="0" lang="zh-CN" altLang="en-US"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rPr>
                        <a:t>D(y)</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rPr>
                        <a:t>p(y)</a:t>
                      </a:r>
                      <a:endParaRPr kumimoji="0" lang="zh-CN" altLang="en-US"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rPr>
                        <a:t>D(z)</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rPr>
                        <a:t>p(z)</a:t>
                      </a:r>
                      <a:endParaRPr kumimoji="0" lang="zh-CN" altLang="en-US"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extLst>
                  <a:ext uri="{0D108BD9-81ED-4DB2-BD59-A6C34878D82A}">
                    <a16:rowId xmlns:a16="http://schemas.microsoft.com/office/drawing/2014/main" val="10000"/>
                  </a:ext>
                </a:extLst>
              </a:tr>
              <a:tr h="593803">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0</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20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 </a:t>
                      </a:r>
                      <a:r>
                        <a:rPr kumimoji="0" lang="en-US" altLang="zh-CN" sz="20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x</a:t>
                      </a:r>
                      <a:endParaRPr kumimoji="0" lang="zh-CN" altLang="en-US" sz="20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zh-CN" altLang="en-US" sz="20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a:t>
                      </a: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zh-CN" altLang="en-US" sz="20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a:t>
                      </a: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1" i="0" u="none" strike="noStrike" cap="none" normalizeH="0" baseline="0">
                          <a:ln>
                            <a:noFill/>
                          </a:ln>
                          <a:solidFill>
                            <a:srgbClr val="800000"/>
                          </a:solidFill>
                          <a:effectLst/>
                          <a:latin typeface="Comic Sans MS" panose="030F0902030302020204" pitchFamily="66" charset="0"/>
                          <a:ea typeface="宋体" panose="02010600030101010101" pitchFamily="2" charset="-122"/>
                          <a:cs typeface="Arial" panose="020B0604020202020204" pitchFamily="34" charset="0"/>
                        </a:rPr>
                        <a:t>3,x</a:t>
                      </a:r>
                      <a:endParaRPr kumimoji="0" lang="zh-CN" altLang="en-US" sz="2000" b="1" i="0" u="none" strike="noStrike" cap="none" normalizeH="0" baseline="0">
                        <a:ln>
                          <a:noFill/>
                        </a:ln>
                        <a:solidFill>
                          <a:srgbClr val="8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6,x</a:t>
                      </a:r>
                      <a:endParaRPr kumimoji="0" lang="zh-CN" altLang="en-US" sz="20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6,x</a:t>
                      </a:r>
                      <a:endParaRPr kumimoji="0" lang="zh-CN" altLang="en-US" sz="20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8,x</a:t>
                      </a:r>
                      <a:endParaRPr kumimoji="0" lang="zh-CN" altLang="en-US" sz="20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extLst>
                  <a:ext uri="{0D108BD9-81ED-4DB2-BD59-A6C34878D82A}">
                    <a16:rowId xmlns:a16="http://schemas.microsoft.com/office/drawing/2014/main" val="10001"/>
                  </a:ext>
                </a:extLst>
              </a:tr>
              <a:tr h="593803">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1</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xv</a:t>
                      </a:r>
                      <a:endParaRPr kumimoji="0" lang="zh-CN" altLang="en-US" sz="20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7</a:t>
                      </a:r>
                      <a:r>
                        <a:rPr kumimoji="0" lang="en-US" altLang="en-US" sz="20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,v</a:t>
                      </a:r>
                      <a:endParaRPr kumimoji="0" lang="zh-CN" altLang="en-US" sz="20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1" i="0" u="none" strike="noStrike" cap="none" normalizeH="0" baseline="0">
                          <a:ln>
                            <a:noFill/>
                          </a:ln>
                          <a:solidFill>
                            <a:srgbClr val="800000"/>
                          </a:solidFill>
                          <a:effectLst/>
                          <a:latin typeface="Comic Sans MS" panose="030F0902030302020204" pitchFamily="66" charset="0"/>
                          <a:ea typeface="宋体" panose="02010600030101010101" pitchFamily="2" charset="-122"/>
                          <a:cs typeface="Arial" panose="020B0604020202020204" pitchFamily="34" charset="0"/>
                        </a:rPr>
                        <a:t>6,v</a:t>
                      </a:r>
                      <a:endParaRPr kumimoji="0" lang="zh-CN" altLang="en-US" sz="2000" b="1" i="0" u="none" strike="noStrike" cap="none" normalizeH="0" baseline="0">
                        <a:ln>
                          <a:noFill/>
                        </a:ln>
                        <a:solidFill>
                          <a:srgbClr val="8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3,x</a:t>
                      </a:r>
                      <a:endParaRPr kumimoji="0" lang="zh-CN" altLang="en-US" sz="20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6,x</a:t>
                      </a:r>
                      <a:endParaRPr kumimoji="0" lang="zh-CN" altLang="en-US" sz="20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6,x</a:t>
                      </a:r>
                      <a:endParaRPr kumimoji="0" lang="zh-CN" altLang="en-US" sz="20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8,x</a:t>
                      </a:r>
                      <a:endParaRPr kumimoji="0" lang="zh-CN" altLang="en-US" sz="20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extLst>
                  <a:ext uri="{0D108BD9-81ED-4DB2-BD59-A6C34878D82A}">
                    <a16:rowId xmlns:a16="http://schemas.microsoft.com/office/drawing/2014/main" val="10002"/>
                  </a:ext>
                </a:extLst>
              </a:tr>
              <a:tr h="593803">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2</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xvu</a:t>
                      </a:r>
                      <a:endParaRPr kumimoji="0" lang="zh-CN" altLang="en-US" sz="20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extLst>
                  <a:ext uri="{0D108BD9-81ED-4DB2-BD59-A6C34878D82A}">
                    <a16:rowId xmlns:a16="http://schemas.microsoft.com/office/drawing/2014/main" val="10003"/>
                  </a:ext>
                </a:extLst>
              </a:tr>
              <a:tr h="593803">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3</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extLst>
                  <a:ext uri="{0D108BD9-81ED-4DB2-BD59-A6C34878D82A}">
                    <a16:rowId xmlns:a16="http://schemas.microsoft.com/office/drawing/2014/main" val="10004"/>
                  </a:ext>
                </a:extLst>
              </a:tr>
              <a:tr h="593803">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4</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extLst>
                  <a:ext uri="{0D108BD9-81ED-4DB2-BD59-A6C34878D82A}">
                    <a16:rowId xmlns:a16="http://schemas.microsoft.com/office/drawing/2014/main" val="10005"/>
                  </a:ext>
                </a:extLst>
              </a:tr>
              <a:tr h="593803">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5</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extLst>
                  <a:ext uri="{0D108BD9-81ED-4DB2-BD59-A6C34878D82A}">
                    <a16:rowId xmlns:a16="http://schemas.microsoft.com/office/drawing/2014/main" val="10006"/>
                  </a:ext>
                </a:extLst>
              </a:tr>
              <a:tr h="593803">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6</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extLst>
                  <a:ext uri="{0D108BD9-81ED-4DB2-BD59-A6C34878D82A}">
                    <a16:rowId xmlns:a16="http://schemas.microsoft.com/office/drawing/2014/main" val="10007"/>
                  </a:ext>
                </a:extLst>
              </a:tr>
            </a:tbl>
          </a:graphicData>
        </a:graphic>
      </p:graphicFrame>
      <p:sp>
        <p:nvSpPr>
          <p:cNvPr id="316502" name="矩形 1">
            <a:extLst>
              <a:ext uri="{FF2B5EF4-FFF2-40B4-BE49-F238E27FC236}">
                <a16:creationId xmlns:a16="http://schemas.microsoft.com/office/drawing/2014/main" id="{39A56501-AE94-8C84-C320-BC3F96731F45}"/>
              </a:ext>
            </a:extLst>
          </p:cNvPr>
          <p:cNvSpPr>
            <a:spLocks noChangeArrowheads="1"/>
          </p:cNvSpPr>
          <p:nvPr/>
        </p:nvSpPr>
        <p:spPr bwMode="auto">
          <a:xfrm>
            <a:off x="374650" y="252413"/>
            <a:ext cx="6554788"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spcBef>
                <a:spcPct val="0"/>
              </a:spcBef>
              <a:buClrTx/>
              <a:buSzTx/>
              <a:buFontTx/>
              <a:buNone/>
            </a:pPr>
            <a:r>
              <a:rPr kumimoji="0" lang="en-US" altLang="zh-CN" sz="2400"/>
              <a:t>7</a:t>
            </a:r>
            <a:r>
              <a:rPr kumimoji="0" lang="zh-CN" altLang="en-US" sz="2400"/>
              <a:t>个节点，从</a:t>
            </a:r>
            <a:r>
              <a:rPr kumimoji="0" lang="en-US" altLang="zh-CN" sz="2400"/>
              <a:t>x</a:t>
            </a:r>
            <a:r>
              <a:rPr kumimoji="0" lang="zh-CN" altLang="en-US" sz="2400"/>
              <a:t>出发，迭代</a:t>
            </a:r>
            <a:r>
              <a:rPr kumimoji="0" lang="en-US" altLang="zh-CN" sz="2400"/>
              <a:t>7</a:t>
            </a:r>
            <a:r>
              <a:rPr kumimoji="0" lang="zh-CN" altLang="en-US" sz="2400"/>
              <a:t>次，</a:t>
            </a:r>
            <a:r>
              <a:rPr kumimoji="0" lang="en-US" altLang="zh-CN" sz="2400"/>
              <a:t>Step</a:t>
            </a:r>
            <a:r>
              <a:rPr kumimoji="0" lang="zh-CN" altLang="en-US" sz="2400"/>
              <a:t>分别为</a:t>
            </a:r>
            <a:r>
              <a:rPr kumimoji="0" lang="en-US" altLang="zh-CN" sz="2400"/>
              <a:t>0-6</a:t>
            </a:r>
            <a:endParaRPr kumimoji="0" lang="zh-CN" altLang="en-US" sz="2400"/>
          </a:p>
        </p:txBody>
      </p:sp>
      <p:grpSp>
        <p:nvGrpSpPr>
          <p:cNvPr id="316503" name="组 13">
            <a:extLst>
              <a:ext uri="{FF2B5EF4-FFF2-40B4-BE49-F238E27FC236}">
                <a16:creationId xmlns:a16="http://schemas.microsoft.com/office/drawing/2014/main" id="{A946ECE6-09C2-FB45-91EC-515D1A902C9D}"/>
              </a:ext>
            </a:extLst>
          </p:cNvPr>
          <p:cNvGrpSpPr>
            <a:grpSpLocks/>
          </p:cNvGrpSpPr>
          <p:nvPr/>
        </p:nvGrpSpPr>
        <p:grpSpPr bwMode="auto">
          <a:xfrm>
            <a:off x="3638550" y="3379788"/>
            <a:ext cx="3767138" cy="3090862"/>
            <a:chOff x="2841698" y="2175653"/>
            <a:chExt cx="4224586" cy="3832518"/>
          </a:xfrm>
        </p:grpSpPr>
        <p:pic>
          <p:nvPicPr>
            <p:cNvPr id="316504" name="图片 14">
              <a:extLst>
                <a:ext uri="{FF2B5EF4-FFF2-40B4-BE49-F238E27FC236}">
                  <a16:creationId xmlns:a16="http://schemas.microsoft.com/office/drawing/2014/main" id="{23F89666-8935-D94E-2579-DDA0C62B4E0E}"/>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2841698" y="2247117"/>
              <a:ext cx="4197944" cy="37610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6505" name="椭圆 15">
              <a:extLst>
                <a:ext uri="{FF2B5EF4-FFF2-40B4-BE49-F238E27FC236}">
                  <a16:creationId xmlns:a16="http://schemas.microsoft.com/office/drawing/2014/main" id="{419F52F8-6D10-ACC1-F1FE-8B19AA8E2542}"/>
                </a:ext>
              </a:extLst>
            </p:cNvPr>
            <p:cNvSpPr>
              <a:spLocks noChangeArrowheads="1"/>
            </p:cNvSpPr>
            <p:nvPr/>
          </p:nvSpPr>
          <p:spPr bwMode="auto">
            <a:xfrm>
              <a:off x="3121554" y="4433890"/>
              <a:ext cx="236807" cy="236761"/>
            </a:xfrm>
            <a:prstGeom prst="ellipse">
              <a:avLst/>
            </a:prstGeom>
            <a:solidFill>
              <a:schemeClr val="accent1"/>
            </a:solidFill>
            <a:ln w="9525">
              <a:solidFill>
                <a:schemeClr val="tx1"/>
              </a:solidFill>
              <a:round/>
              <a:headEnd/>
              <a:tailEnd/>
            </a:ln>
          </p:spPr>
          <p:txBody>
            <a:bodyPr wrap="none"/>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spcBef>
                  <a:spcPct val="0"/>
                </a:spcBef>
                <a:buClrTx/>
                <a:buSzTx/>
                <a:buFontTx/>
                <a:buNone/>
              </a:pPr>
              <a:endParaRPr kumimoji="0" lang="zh-CN" altLang="en-US" sz="1800"/>
            </a:p>
          </p:txBody>
        </p:sp>
        <p:sp>
          <p:nvSpPr>
            <p:cNvPr id="316506" name="椭圆 16">
              <a:extLst>
                <a:ext uri="{FF2B5EF4-FFF2-40B4-BE49-F238E27FC236}">
                  <a16:creationId xmlns:a16="http://schemas.microsoft.com/office/drawing/2014/main" id="{8A634837-31CD-A275-539C-6F42979F6468}"/>
                </a:ext>
              </a:extLst>
            </p:cNvPr>
            <p:cNvSpPr>
              <a:spLocks noChangeArrowheads="1"/>
            </p:cNvSpPr>
            <p:nvPr/>
          </p:nvSpPr>
          <p:spPr bwMode="auto">
            <a:xfrm>
              <a:off x="3360067" y="2175653"/>
              <a:ext cx="236807" cy="236761"/>
            </a:xfrm>
            <a:prstGeom prst="ellipse">
              <a:avLst/>
            </a:prstGeom>
            <a:solidFill>
              <a:srgbClr val="FF0000"/>
            </a:solidFill>
            <a:ln w="9525">
              <a:solidFill>
                <a:schemeClr val="tx1"/>
              </a:solidFill>
              <a:round/>
              <a:headEnd/>
              <a:tailEnd/>
            </a:ln>
          </p:spPr>
          <p:txBody>
            <a:bodyPr wrap="none"/>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spcBef>
                  <a:spcPct val="0"/>
                </a:spcBef>
                <a:buClrTx/>
                <a:buSzTx/>
                <a:buFontTx/>
                <a:buNone/>
              </a:pPr>
              <a:endParaRPr kumimoji="0" lang="zh-CN" altLang="en-US" sz="1800"/>
            </a:p>
          </p:txBody>
        </p:sp>
        <p:sp>
          <p:nvSpPr>
            <p:cNvPr id="316507" name="椭圆 17">
              <a:extLst>
                <a:ext uri="{FF2B5EF4-FFF2-40B4-BE49-F238E27FC236}">
                  <a16:creationId xmlns:a16="http://schemas.microsoft.com/office/drawing/2014/main" id="{D086C4F7-3EFE-BD74-8241-FB2EACF2D386}"/>
                </a:ext>
              </a:extLst>
            </p:cNvPr>
            <p:cNvSpPr>
              <a:spLocks noChangeArrowheads="1"/>
            </p:cNvSpPr>
            <p:nvPr/>
          </p:nvSpPr>
          <p:spPr bwMode="auto">
            <a:xfrm>
              <a:off x="6483325" y="5104614"/>
              <a:ext cx="236807" cy="236761"/>
            </a:xfrm>
            <a:prstGeom prst="ellipse">
              <a:avLst/>
            </a:prstGeom>
            <a:solidFill>
              <a:srgbClr val="FF0000"/>
            </a:solidFill>
            <a:ln w="9525">
              <a:solidFill>
                <a:schemeClr val="tx1"/>
              </a:solidFill>
              <a:round/>
              <a:headEnd/>
              <a:tailEnd/>
            </a:ln>
          </p:spPr>
          <p:txBody>
            <a:bodyPr wrap="none"/>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spcBef>
                  <a:spcPct val="0"/>
                </a:spcBef>
                <a:buClrTx/>
                <a:buSzTx/>
                <a:buFontTx/>
                <a:buNone/>
              </a:pPr>
              <a:endParaRPr kumimoji="0" lang="zh-CN" altLang="en-US" sz="1800"/>
            </a:p>
          </p:txBody>
        </p:sp>
        <p:sp>
          <p:nvSpPr>
            <p:cNvPr id="316508" name="椭圆 18">
              <a:extLst>
                <a:ext uri="{FF2B5EF4-FFF2-40B4-BE49-F238E27FC236}">
                  <a16:creationId xmlns:a16="http://schemas.microsoft.com/office/drawing/2014/main" id="{C670FC35-9EA0-92DC-4792-E9CACB760E52}"/>
                </a:ext>
              </a:extLst>
            </p:cNvPr>
            <p:cNvSpPr>
              <a:spLocks noChangeArrowheads="1"/>
            </p:cNvSpPr>
            <p:nvPr/>
          </p:nvSpPr>
          <p:spPr bwMode="auto">
            <a:xfrm>
              <a:off x="6829477" y="3771877"/>
              <a:ext cx="236807" cy="236761"/>
            </a:xfrm>
            <a:prstGeom prst="ellipse">
              <a:avLst/>
            </a:prstGeom>
            <a:solidFill>
              <a:srgbClr val="FF0000"/>
            </a:solidFill>
            <a:ln w="9525">
              <a:solidFill>
                <a:schemeClr val="tx1"/>
              </a:solidFill>
              <a:round/>
              <a:headEnd/>
              <a:tailEnd/>
            </a:ln>
          </p:spPr>
          <p:txBody>
            <a:bodyPr wrap="none"/>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spcBef>
                  <a:spcPct val="0"/>
                </a:spcBef>
                <a:buClrTx/>
                <a:buSzTx/>
                <a:buFontTx/>
                <a:buNone/>
              </a:pPr>
              <a:endParaRPr kumimoji="0" lang="zh-CN" altLang="en-US" sz="1800"/>
            </a:p>
          </p:txBody>
        </p:sp>
        <p:sp>
          <p:nvSpPr>
            <p:cNvPr id="316509" name="椭圆 19">
              <a:extLst>
                <a:ext uri="{FF2B5EF4-FFF2-40B4-BE49-F238E27FC236}">
                  <a16:creationId xmlns:a16="http://schemas.microsoft.com/office/drawing/2014/main" id="{4EF37A02-15DC-DA26-8E55-482D30BA7C33}"/>
                </a:ext>
              </a:extLst>
            </p:cNvPr>
            <p:cNvSpPr>
              <a:spLocks noChangeArrowheads="1"/>
            </p:cNvSpPr>
            <p:nvPr/>
          </p:nvSpPr>
          <p:spPr bwMode="auto">
            <a:xfrm>
              <a:off x="5148592" y="4200617"/>
              <a:ext cx="236807" cy="236761"/>
            </a:xfrm>
            <a:prstGeom prst="ellipse">
              <a:avLst/>
            </a:prstGeom>
            <a:solidFill>
              <a:srgbClr val="FF0000"/>
            </a:solidFill>
            <a:ln w="9525">
              <a:solidFill>
                <a:schemeClr val="tx1"/>
              </a:solidFill>
              <a:round/>
              <a:headEnd/>
              <a:tailEnd/>
            </a:ln>
          </p:spPr>
          <p:txBody>
            <a:bodyPr wrap="none"/>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spcBef>
                  <a:spcPct val="0"/>
                </a:spcBef>
                <a:buClrTx/>
                <a:buSzTx/>
                <a:buFontTx/>
                <a:buNone/>
              </a:pPr>
              <a:endParaRPr kumimoji="0" lang="zh-CN" altLang="en-US" sz="1800"/>
            </a:p>
          </p:txBody>
        </p:sp>
        <p:sp>
          <p:nvSpPr>
            <p:cNvPr id="316510" name="椭圆 20">
              <a:extLst>
                <a:ext uri="{FF2B5EF4-FFF2-40B4-BE49-F238E27FC236}">
                  <a16:creationId xmlns:a16="http://schemas.microsoft.com/office/drawing/2014/main" id="{1AC7603D-D54D-7D8D-B84D-E13F99B51E87}"/>
                </a:ext>
              </a:extLst>
            </p:cNvPr>
            <p:cNvSpPr>
              <a:spLocks noChangeArrowheads="1"/>
            </p:cNvSpPr>
            <p:nvPr/>
          </p:nvSpPr>
          <p:spPr bwMode="auto">
            <a:xfrm>
              <a:off x="4567337" y="5470518"/>
              <a:ext cx="236807" cy="236761"/>
            </a:xfrm>
            <a:prstGeom prst="ellipse">
              <a:avLst/>
            </a:prstGeom>
            <a:solidFill>
              <a:srgbClr val="FF0000"/>
            </a:solidFill>
            <a:ln w="9525">
              <a:solidFill>
                <a:schemeClr val="tx1"/>
              </a:solidFill>
              <a:round/>
              <a:headEnd/>
              <a:tailEnd/>
            </a:ln>
          </p:spPr>
          <p:txBody>
            <a:bodyPr wrap="none"/>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spcBef>
                  <a:spcPct val="0"/>
                </a:spcBef>
                <a:buClrTx/>
                <a:buSzTx/>
                <a:buFontTx/>
                <a:buNone/>
              </a:pPr>
              <a:endParaRPr kumimoji="0" lang="zh-CN" altLang="en-US" sz="1800"/>
            </a:p>
          </p:txBody>
        </p:sp>
        <p:sp>
          <p:nvSpPr>
            <p:cNvPr id="316511" name="椭圆 21">
              <a:extLst>
                <a:ext uri="{FF2B5EF4-FFF2-40B4-BE49-F238E27FC236}">
                  <a16:creationId xmlns:a16="http://schemas.microsoft.com/office/drawing/2014/main" id="{1A703186-ED98-DBD2-181F-00D13EFAC31D}"/>
                </a:ext>
              </a:extLst>
            </p:cNvPr>
            <p:cNvSpPr>
              <a:spLocks noChangeArrowheads="1"/>
            </p:cNvSpPr>
            <p:nvPr/>
          </p:nvSpPr>
          <p:spPr bwMode="auto">
            <a:xfrm>
              <a:off x="3986082" y="3641000"/>
              <a:ext cx="236807" cy="236761"/>
            </a:xfrm>
            <a:prstGeom prst="ellipse">
              <a:avLst/>
            </a:prstGeom>
            <a:solidFill>
              <a:srgbClr val="FF0000"/>
            </a:solidFill>
            <a:ln w="9525">
              <a:solidFill>
                <a:schemeClr val="tx1"/>
              </a:solidFill>
              <a:round/>
              <a:headEnd/>
              <a:tailEnd/>
            </a:ln>
          </p:spPr>
          <p:txBody>
            <a:bodyPr wrap="none"/>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spcBef>
                  <a:spcPct val="0"/>
                </a:spcBef>
                <a:buClrTx/>
                <a:buSzTx/>
                <a:buFontTx/>
                <a:buNone/>
              </a:pPr>
              <a:endParaRPr kumimoji="0" lang="zh-CN" altLang="en-US" sz="1800"/>
            </a:p>
          </p:txBody>
        </p:sp>
      </p:grpSp>
    </p:spTree>
  </p:cSld>
  <p:clrMapOvr>
    <a:masterClrMapping/>
  </p:clrMapOvr>
  <p:transition spd="slow"/>
</p:sld>
</file>

<file path=ppt/slides/slide4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17441" name="页脚占位符 2">
            <a:extLst>
              <a:ext uri="{FF2B5EF4-FFF2-40B4-BE49-F238E27FC236}">
                <a16:creationId xmlns:a16="http://schemas.microsoft.com/office/drawing/2014/main" id="{85FF7796-E177-590B-046F-269BC4A93C7F}"/>
              </a:ext>
            </a:extLst>
          </p:cNvPr>
          <p:cNvSpPr>
            <a:spLocks noGrp="1" noChangeArrowheads="1"/>
          </p:cNvSpPr>
          <p:nvPr>
            <p:ph type="ftr"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spcBef>
                <a:spcPct val="0"/>
              </a:spcBef>
              <a:buClrTx/>
              <a:buSzTx/>
              <a:buFontTx/>
              <a:buNone/>
            </a:pPr>
            <a:r>
              <a:rPr kumimoji="0" lang="en-US" altLang="zh-CN" sz="1200">
                <a:latin typeface="Arial" panose="020B0604020202020204" pitchFamily="34" charset="0"/>
              </a:rPr>
              <a:t>Network Layer</a:t>
            </a:r>
          </a:p>
        </p:txBody>
      </p:sp>
      <p:sp>
        <p:nvSpPr>
          <p:cNvPr id="317442" name="幻灯片编号占位符 3">
            <a:extLst>
              <a:ext uri="{FF2B5EF4-FFF2-40B4-BE49-F238E27FC236}">
                <a16:creationId xmlns:a16="http://schemas.microsoft.com/office/drawing/2014/main" id="{CF59C6A0-9443-7A72-E261-0ADD09DE9A85}"/>
              </a:ext>
            </a:extLst>
          </p:cNvPr>
          <p:cNvSpPr>
            <a:spLocks noGrp="1"/>
          </p:cNvSpPr>
          <p:nvPr>
            <p:ph type="sldNum" sz="quarter" idx="12"/>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a:spcBef>
                <a:spcPct val="0"/>
              </a:spcBef>
              <a:buClrTx/>
              <a:buSzTx/>
              <a:buFontTx/>
              <a:buNone/>
            </a:pPr>
            <a:r>
              <a:rPr kumimoji="0" lang="en-US" altLang="zh-CN" sz="1200">
                <a:latin typeface="Arial" panose="020B0604020202020204" pitchFamily="34" charset="0"/>
              </a:rPr>
              <a:t>4-</a:t>
            </a:r>
            <a:fld id="{903E182F-A61D-3841-B589-F2703CCD7BA7}" type="slidenum">
              <a:rPr kumimoji="0" lang="en-US" altLang="zh-CN" sz="1200" smtClean="0">
                <a:latin typeface="Arial" panose="020B0604020202020204" pitchFamily="34" charset="0"/>
              </a:rPr>
              <a:pPr>
                <a:spcBef>
                  <a:spcPct val="0"/>
                </a:spcBef>
                <a:buClrTx/>
                <a:buSzTx/>
                <a:buFontTx/>
                <a:buNone/>
              </a:pPr>
              <a:t>46</a:t>
            </a:fld>
            <a:endParaRPr kumimoji="0" lang="en-US" altLang="zh-CN" sz="1200">
              <a:latin typeface="Arial" panose="020B0604020202020204" pitchFamily="34" charset="0"/>
            </a:endParaRPr>
          </a:p>
        </p:txBody>
      </p:sp>
      <p:graphicFrame>
        <p:nvGraphicFramePr>
          <p:cNvPr id="5" name="表格 4">
            <a:extLst>
              <a:ext uri="{FF2B5EF4-FFF2-40B4-BE49-F238E27FC236}">
                <a16:creationId xmlns:a16="http://schemas.microsoft.com/office/drawing/2014/main" id="{AC9506DA-A0D0-8572-127C-8B24716F5ECA}"/>
              </a:ext>
            </a:extLst>
          </p:cNvPr>
          <p:cNvGraphicFramePr>
            <a:graphicFrameLocks noGrp="1"/>
          </p:cNvGraphicFramePr>
          <p:nvPr/>
        </p:nvGraphicFramePr>
        <p:xfrm>
          <a:off x="581025" y="944563"/>
          <a:ext cx="7986713" cy="4857753"/>
        </p:xfrm>
        <a:graphic>
          <a:graphicData uri="http://schemas.openxmlformats.org/drawingml/2006/table">
            <a:tbl>
              <a:tblPr/>
              <a:tblGrid>
                <a:gridCol w="904875">
                  <a:extLst>
                    <a:ext uri="{9D8B030D-6E8A-4147-A177-3AD203B41FA5}">
                      <a16:colId xmlns:a16="http://schemas.microsoft.com/office/drawing/2014/main" val="20000"/>
                    </a:ext>
                  </a:extLst>
                </a:gridCol>
                <a:gridCol w="1528763">
                  <a:extLst>
                    <a:ext uri="{9D8B030D-6E8A-4147-A177-3AD203B41FA5}">
                      <a16:colId xmlns:a16="http://schemas.microsoft.com/office/drawing/2014/main" val="20001"/>
                    </a:ext>
                  </a:extLst>
                </a:gridCol>
                <a:gridCol w="882650">
                  <a:extLst>
                    <a:ext uri="{9D8B030D-6E8A-4147-A177-3AD203B41FA5}">
                      <a16:colId xmlns:a16="http://schemas.microsoft.com/office/drawing/2014/main" val="20002"/>
                    </a:ext>
                  </a:extLst>
                </a:gridCol>
                <a:gridCol w="946150">
                  <a:extLst>
                    <a:ext uri="{9D8B030D-6E8A-4147-A177-3AD203B41FA5}">
                      <a16:colId xmlns:a16="http://schemas.microsoft.com/office/drawing/2014/main" val="20003"/>
                    </a:ext>
                  </a:extLst>
                </a:gridCol>
                <a:gridCol w="968375">
                  <a:extLst>
                    <a:ext uri="{9D8B030D-6E8A-4147-A177-3AD203B41FA5}">
                      <a16:colId xmlns:a16="http://schemas.microsoft.com/office/drawing/2014/main" val="20004"/>
                    </a:ext>
                  </a:extLst>
                </a:gridCol>
                <a:gridCol w="969962">
                  <a:extLst>
                    <a:ext uri="{9D8B030D-6E8A-4147-A177-3AD203B41FA5}">
                      <a16:colId xmlns:a16="http://schemas.microsoft.com/office/drawing/2014/main" val="20005"/>
                    </a:ext>
                  </a:extLst>
                </a:gridCol>
                <a:gridCol w="925513">
                  <a:extLst>
                    <a:ext uri="{9D8B030D-6E8A-4147-A177-3AD203B41FA5}">
                      <a16:colId xmlns:a16="http://schemas.microsoft.com/office/drawing/2014/main" val="20006"/>
                    </a:ext>
                  </a:extLst>
                </a:gridCol>
                <a:gridCol w="860425">
                  <a:extLst>
                    <a:ext uri="{9D8B030D-6E8A-4147-A177-3AD203B41FA5}">
                      <a16:colId xmlns:a16="http://schemas.microsoft.com/office/drawing/2014/main" val="20007"/>
                    </a:ext>
                  </a:extLst>
                </a:gridCol>
              </a:tblGrid>
              <a:tr h="701132">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rPr>
                        <a:t>Step</a:t>
                      </a:r>
                      <a:endParaRPr kumimoji="0" lang="zh-CN" altLang="en-US"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rPr>
                        <a:t>N’</a:t>
                      </a:r>
                      <a:endParaRPr kumimoji="0" lang="zh-CN" altLang="en-US"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rPr>
                        <a:t>D(t)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rPr>
                        <a:t>p(t)</a:t>
                      </a:r>
                      <a:endParaRPr kumimoji="0" lang="zh-CN" altLang="en-US"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rPr>
                        <a:t>D(u)</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rPr>
                        <a:t>p(u)</a:t>
                      </a:r>
                      <a:endParaRPr kumimoji="0" lang="zh-CN" altLang="en-US"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rPr>
                        <a:t>D(v)</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rPr>
                        <a:t>p(v)</a:t>
                      </a:r>
                      <a:endParaRPr kumimoji="0" lang="zh-CN" altLang="en-US"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rPr>
                        <a:t>D(w)</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rPr>
                        <a:t>p(w)</a:t>
                      </a:r>
                      <a:endParaRPr kumimoji="0" lang="zh-CN" altLang="en-US"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rPr>
                        <a:t>D(y)</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rPr>
                        <a:t>p(y)</a:t>
                      </a:r>
                      <a:endParaRPr kumimoji="0" lang="zh-CN" altLang="en-US"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rPr>
                        <a:t>D(z)</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rPr>
                        <a:t>p(z)</a:t>
                      </a:r>
                      <a:endParaRPr kumimoji="0" lang="zh-CN" altLang="en-US" sz="2000" b="1" i="0" u="none" strike="noStrike" cap="none" normalizeH="0" baseline="0">
                        <a:ln>
                          <a:noFill/>
                        </a:ln>
                        <a:solidFill>
                          <a:srgbClr val="FFFFFF"/>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extLst>
                  <a:ext uri="{0D108BD9-81ED-4DB2-BD59-A6C34878D82A}">
                    <a16:rowId xmlns:a16="http://schemas.microsoft.com/office/drawing/2014/main" val="10000"/>
                  </a:ext>
                </a:extLst>
              </a:tr>
              <a:tr h="593803">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0</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zh-CN"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 x</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zh-CN" altLang="en-US"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a:t>
                      </a: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zh-CN" altLang="en-US"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a:t>
                      </a: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3,x</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6,x</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6,x</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8,x</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extLst>
                  <a:ext uri="{0D108BD9-81ED-4DB2-BD59-A6C34878D82A}">
                    <a16:rowId xmlns:a16="http://schemas.microsoft.com/office/drawing/2014/main" val="10001"/>
                  </a:ext>
                </a:extLst>
              </a:tr>
              <a:tr h="593803">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1</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zh-CN"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 xv</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7,v</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6,v</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3,x</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6,x</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6,x</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8,x</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extLst>
                  <a:ext uri="{0D108BD9-81ED-4DB2-BD59-A6C34878D82A}">
                    <a16:rowId xmlns:a16="http://schemas.microsoft.com/office/drawing/2014/main" val="10002"/>
                  </a:ext>
                </a:extLst>
              </a:tr>
              <a:tr h="593803">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2</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zh-CN"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 xvu</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7,v</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6,v</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3,x</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6,x</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6,x</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8,x</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extLst>
                  <a:ext uri="{0D108BD9-81ED-4DB2-BD59-A6C34878D82A}">
                    <a16:rowId xmlns:a16="http://schemas.microsoft.com/office/drawing/2014/main" val="10003"/>
                  </a:ext>
                </a:extLst>
              </a:tr>
              <a:tr h="593803">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3</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zh-CN"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 xvuw</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7,v</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6,v</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3,x</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6,x</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6,x</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8,x</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extLst>
                  <a:ext uri="{0D108BD9-81ED-4DB2-BD59-A6C34878D82A}">
                    <a16:rowId xmlns:a16="http://schemas.microsoft.com/office/drawing/2014/main" val="10004"/>
                  </a:ext>
                </a:extLst>
              </a:tr>
              <a:tr h="593803">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4</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zh-CN"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 xvuwy</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7,v</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6,v</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3,x</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6,x</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6,x</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8,x</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extLst>
                  <a:ext uri="{0D108BD9-81ED-4DB2-BD59-A6C34878D82A}">
                    <a16:rowId xmlns:a16="http://schemas.microsoft.com/office/drawing/2014/main" val="10005"/>
                  </a:ext>
                </a:extLst>
              </a:tr>
              <a:tr h="593803">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5</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zh-CN"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 xvuwyt</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7,v</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6,v</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3,x</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6,x</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6,x</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8,x</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extLst>
                  <a:ext uri="{0D108BD9-81ED-4DB2-BD59-A6C34878D82A}">
                    <a16:rowId xmlns:a16="http://schemas.microsoft.com/office/drawing/2014/main" val="10006"/>
                  </a:ext>
                </a:extLst>
              </a:tr>
              <a:tr h="593803">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6</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zh-CN"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 xvuwytz</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7,v</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6,v</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3,x</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6,x</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6,x</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itchFamily="2" charset="2"/>
                        <a:defRPr kumimoji="1" sz="24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kumimoji="1">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rPr>
                        <a:t>8,x</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anose="02010600030101010101" pitchFamily="2" charset="-122"/>
                        <a:cs typeface="Arial" panose="020B060402020202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extLst>
                  <a:ext uri="{0D108BD9-81ED-4DB2-BD59-A6C34878D82A}">
                    <a16:rowId xmlns:a16="http://schemas.microsoft.com/office/drawing/2014/main" val="10007"/>
                  </a:ext>
                </a:extLst>
              </a:tr>
            </a:tbl>
          </a:graphicData>
        </a:graphic>
      </p:graphicFrame>
    </p:spTree>
  </p:cSld>
  <p:clrMapOvr>
    <a:masterClrMapping/>
  </p:clrMapOvr>
  <p:transition spd="slow"/>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9027" name="Rectangle 2"/>
          <p:cNvSpPr>
            <a:spLocks noGrp="1" noChangeArrowheads="1"/>
          </p:cNvSpPr>
          <p:nvPr>
            <p:ph type="title"/>
          </p:nvPr>
        </p:nvSpPr>
        <p:spPr>
          <a:xfrm>
            <a:off x="533400" y="152400"/>
            <a:ext cx="7772400" cy="852488"/>
          </a:xfrm>
        </p:spPr>
        <p:txBody>
          <a:bodyPr/>
          <a:lstStyle/>
          <a:p>
            <a:r>
              <a:rPr lang="en-US" sz="4000">
                <a:latin typeface="Gill Sans MT" charset="0"/>
              </a:rPr>
              <a:t>Dijkstra</a:t>
            </a:r>
            <a:r>
              <a:rPr lang="ja-JP" altLang="en-US" sz="4000">
                <a:latin typeface="Gill Sans MT" charset="0"/>
              </a:rPr>
              <a:t>’</a:t>
            </a:r>
            <a:r>
              <a:rPr lang="en-US" altLang="ja-JP" sz="4000">
                <a:latin typeface="Gill Sans MT" charset="0"/>
              </a:rPr>
              <a:t>s algorithm: example (2) </a:t>
            </a:r>
            <a:endParaRPr lang="en-US" sz="4000">
              <a:latin typeface="Gill Sans MT" charset="0"/>
            </a:endParaRPr>
          </a:p>
        </p:txBody>
      </p:sp>
      <p:grpSp>
        <p:nvGrpSpPr>
          <p:cNvPr id="129028" name="Group 3"/>
          <p:cNvGrpSpPr>
            <a:grpSpLocks/>
          </p:cNvGrpSpPr>
          <p:nvPr/>
        </p:nvGrpSpPr>
        <p:grpSpPr bwMode="auto">
          <a:xfrm>
            <a:off x="2198688" y="2036763"/>
            <a:ext cx="3244850" cy="1500187"/>
            <a:chOff x="1385" y="1283"/>
            <a:chExt cx="2044" cy="945"/>
          </a:xfrm>
        </p:grpSpPr>
        <p:sp>
          <p:nvSpPr>
            <p:cNvPr id="129047" name="Freeform 4"/>
            <p:cNvSpPr>
              <a:spLocks/>
            </p:cNvSpPr>
            <p:nvPr/>
          </p:nvSpPr>
          <p:spPr bwMode="auto">
            <a:xfrm>
              <a:off x="1648" y="1465"/>
              <a:ext cx="342" cy="186"/>
            </a:xfrm>
            <a:custGeom>
              <a:avLst/>
              <a:gdLst>
                <a:gd name="T0" fmla="*/ 0 w 342"/>
                <a:gd name="T1" fmla="*/ 186 h 186"/>
                <a:gd name="T2" fmla="*/ 342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sp>
          <p:nvSpPr>
            <p:cNvPr id="129048" name="Oval 5"/>
            <p:cNvSpPr>
              <a:spLocks noChangeArrowheads="1"/>
            </p:cNvSpPr>
            <p:nvPr/>
          </p:nvSpPr>
          <p:spPr bwMode="auto">
            <a:xfrm>
              <a:off x="1388" y="1707"/>
              <a:ext cx="313" cy="81"/>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29049" name="Line 6"/>
            <p:cNvSpPr>
              <a:spLocks noChangeShapeType="1"/>
            </p:cNvSpPr>
            <p:nvPr/>
          </p:nvSpPr>
          <p:spPr bwMode="auto">
            <a:xfrm>
              <a:off x="1388" y="1700"/>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29050" name="Line 7"/>
            <p:cNvSpPr>
              <a:spLocks noChangeShapeType="1"/>
            </p:cNvSpPr>
            <p:nvPr/>
          </p:nvSpPr>
          <p:spPr bwMode="auto">
            <a:xfrm>
              <a:off x="1701" y="1700"/>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29051" name="Rectangle 8"/>
            <p:cNvSpPr>
              <a:spLocks noChangeArrowheads="1"/>
            </p:cNvSpPr>
            <p:nvPr/>
          </p:nvSpPr>
          <p:spPr bwMode="auto">
            <a:xfrm>
              <a:off x="1388" y="1700"/>
              <a:ext cx="310" cy="49"/>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sz="2400"/>
            </a:p>
          </p:txBody>
        </p:sp>
        <p:sp>
          <p:nvSpPr>
            <p:cNvPr id="129052" name="Oval 9"/>
            <p:cNvSpPr>
              <a:spLocks noChangeArrowheads="1"/>
            </p:cNvSpPr>
            <p:nvPr/>
          </p:nvSpPr>
          <p:spPr bwMode="auto">
            <a:xfrm>
              <a:off x="1385" y="1641"/>
              <a:ext cx="313" cy="95"/>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29053" name="Oval 10"/>
            <p:cNvSpPr>
              <a:spLocks noChangeArrowheads="1"/>
            </p:cNvSpPr>
            <p:nvPr/>
          </p:nvSpPr>
          <p:spPr bwMode="auto">
            <a:xfrm>
              <a:off x="1862" y="2094"/>
              <a:ext cx="313" cy="81"/>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29054" name="Line 11"/>
            <p:cNvSpPr>
              <a:spLocks noChangeShapeType="1"/>
            </p:cNvSpPr>
            <p:nvPr/>
          </p:nvSpPr>
          <p:spPr bwMode="auto">
            <a:xfrm>
              <a:off x="1862" y="2087"/>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29055" name="Line 12"/>
            <p:cNvSpPr>
              <a:spLocks noChangeShapeType="1"/>
            </p:cNvSpPr>
            <p:nvPr/>
          </p:nvSpPr>
          <p:spPr bwMode="auto">
            <a:xfrm>
              <a:off x="2175" y="2087"/>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29056" name="Rectangle 13"/>
            <p:cNvSpPr>
              <a:spLocks noChangeArrowheads="1"/>
            </p:cNvSpPr>
            <p:nvPr/>
          </p:nvSpPr>
          <p:spPr bwMode="auto">
            <a:xfrm>
              <a:off x="1862" y="2087"/>
              <a:ext cx="310" cy="49"/>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sz="2400"/>
            </a:p>
          </p:txBody>
        </p:sp>
        <p:sp>
          <p:nvSpPr>
            <p:cNvPr id="129057" name="Oval 14"/>
            <p:cNvSpPr>
              <a:spLocks noChangeArrowheads="1"/>
            </p:cNvSpPr>
            <p:nvPr/>
          </p:nvSpPr>
          <p:spPr bwMode="auto">
            <a:xfrm>
              <a:off x="1859" y="2028"/>
              <a:ext cx="313" cy="95"/>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29058" name="Oval 15"/>
            <p:cNvSpPr>
              <a:spLocks noChangeArrowheads="1"/>
            </p:cNvSpPr>
            <p:nvPr/>
          </p:nvSpPr>
          <p:spPr bwMode="auto">
            <a:xfrm>
              <a:off x="1858" y="1404"/>
              <a:ext cx="313" cy="81"/>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29059" name="Line 16"/>
            <p:cNvSpPr>
              <a:spLocks noChangeShapeType="1"/>
            </p:cNvSpPr>
            <p:nvPr/>
          </p:nvSpPr>
          <p:spPr bwMode="auto">
            <a:xfrm>
              <a:off x="1858" y="1397"/>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29060" name="Line 17"/>
            <p:cNvSpPr>
              <a:spLocks noChangeShapeType="1"/>
            </p:cNvSpPr>
            <p:nvPr/>
          </p:nvSpPr>
          <p:spPr bwMode="auto">
            <a:xfrm>
              <a:off x="2171" y="1397"/>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29061" name="Rectangle 18"/>
            <p:cNvSpPr>
              <a:spLocks noChangeArrowheads="1"/>
            </p:cNvSpPr>
            <p:nvPr/>
          </p:nvSpPr>
          <p:spPr bwMode="auto">
            <a:xfrm>
              <a:off x="1858" y="1397"/>
              <a:ext cx="310" cy="49"/>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sz="2400"/>
            </a:p>
          </p:txBody>
        </p:sp>
        <p:sp>
          <p:nvSpPr>
            <p:cNvPr id="129062" name="Oval 19"/>
            <p:cNvSpPr>
              <a:spLocks noChangeArrowheads="1"/>
            </p:cNvSpPr>
            <p:nvPr/>
          </p:nvSpPr>
          <p:spPr bwMode="auto">
            <a:xfrm>
              <a:off x="1855" y="1338"/>
              <a:ext cx="313" cy="95"/>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29063" name="Oval 20"/>
            <p:cNvSpPr>
              <a:spLocks noChangeArrowheads="1"/>
            </p:cNvSpPr>
            <p:nvPr/>
          </p:nvSpPr>
          <p:spPr bwMode="auto">
            <a:xfrm>
              <a:off x="2541" y="1400"/>
              <a:ext cx="312" cy="81"/>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29064" name="Line 21"/>
            <p:cNvSpPr>
              <a:spLocks noChangeShapeType="1"/>
            </p:cNvSpPr>
            <p:nvPr/>
          </p:nvSpPr>
          <p:spPr bwMode="auto">
            <a:xfrm>
              <a:off x="2541" y="1393"/>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29065" name="Line 22"/>
            <p:cNvSpPr>
              <a:spLocks noChangeShapeType="1"/>
            </p:cNvSpPr>
            <p:nvPr/>
          </p:nvSpPr>
          <p:spPr bwMode="auto">
            <a:xfrm>
              <a:off x="2853" y="1393"/>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29066" name="Rectangle 23"/>
            <p:cNvSpPr>
              <a:spLocks noChangeArrowheads="1"/>
            </p:cNvSpPr>
            <p:nvPr/>
          </p:nvSpPr>
          <p:spPr bwMode="auto">
            <a:xfrm>
              <a:off x="2541" y="1393"/>
              <a:ext cx="309" cy="49"/>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sz="2400"/>
            </a:p>
          </p:txBody>
        </p:sp>
        <p:sp>
          <p:nvSpPr>
            <p:cNvPr id="129067" name="Oval 24"/>
            <p:cNvSpPr>
              <a:spLocks noChangeArrowheads="1"/>
            </p:cNvSpPr>
            <p:nvPr/>
          </p:nvSpPr>
          <p:spPr bwMode="auto">
            <a:xfrm>
              <a:off x="2544" y="1337"/>
              <a:ext cx="312" cy="95"/>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29068" name="Oval 25"/>
            <p:cNvSpPr>
              <a:spLocks noChangeArrowheads="1"/>
            </p:cNvSpPr>
            <p:nvPr/>
          </p:nvSpPr>
          <p:spPr bwMode="auto">
            <a:xfrm>
              <a:off x="2551" y="2091"/>
              <a:ext cx="313" cy="81"/>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29069" name="Line 26"/>
            <p:cNvSpPr>
              <a:spLocks noChangeShapeType="1"/>
            </p:cNvSpPr>
            <p:nvPr/>
          </p:nvSpPr>
          <p:spPr bwMode="auto">
            <a:xfrm>
              <a:off x="2551" y="2084"/>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29070" name="Line 27"/>
            <p:cNvSpPr>
              <a:spLocks noChangeShapeType="1"/>
            </p:cNvSpPr>
            <p:nvPr/>
          </p:nvSpPr>
          <p:spPr bwMode="auto">
            <a:xfrm>
              <a:off x="2864" y="2084"/>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29071" name="Rectangle 28"/>
            <p:cNvSpPr>
              <a:spLocks noChangeArrowheads="1"/>
            </p:cNvSpPr>
            <p:nvPr/>
          </p:nvSpPr>
          <p:spPr bwMode="auto">
            <a:xfrm>
              <a:off x="2551" y="2084"/>
              <a:ext cx="310" cy="49"/>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sz="2400"/>
            </a:p>
          </p:txBody>
        </p:sp>
        <p:sp>
          <p:nvSpPr>
            <p:cNvPr id="129072" name="Oval 29"/>
            <p:cNvSpPr>
              <a:spLocks noChangeArrowheads="1"/>
            </p:cNvSpPr>
            <p:nvPr/>
          </p:nvSpPr>
          <p:spPr bwMode="auto">
            <a:xfrm>
              <a:off x="2548" y="2025"/>
              <a:ext cx="313" cy="95"/>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29073" name="Oval 30"/>
            <p:cNvSpPr>
              <a:spLocks noChangeArrowheads="1"/>
            </p:cNvSpPr>
            <p:nvPr/>
          </p:nvSpPr>
          <p:spPr bwMode="auto">
            <a:xfrm>
              <a:off x="3116" y="1750"/>
              <a:ext cx="313" cy="81"/>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29074" name="Line 31"/>
            <p:cNvSpPr>
              <a:spLocks noChangeShapeType="1"/>
            </p:cNvSpPr>
            <p:nvPr/>
          </p:nvSpPr>
          <p:spPr bwMode="auto">
            <a:xfrm>
              <a:off x="3116" y="1743"/>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29075" name="Line 32"/>
            <p:cNvSpPr>
              <a:spLocks noChangeShapeType="1"/>
            </p:cNvSpPr>
            <p:nvPr/>
          </p:nvSpPr>
          <p:spPr bwMode="auto">
            <a:xfrm>
              <a:off x="3429" y="1743"/>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29076" name="Rectangle 33"/>
            <p:cNvSpPr>
              <a:spLocks noChangeArrowheads="1"/>
            </p:cNvSpPr>
            <p:nvPr/>
          </p:nvSpPr>
          <p:spPr bwMode="auto">
            <a:xfrm>
              <a:off x="3116" y="1743"/>
              <a:ext cx="310" cy="49"/>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sz="2400"/>
            </a:p>
          </p:txBody>
        </p:sp>
        <p:sp>
          <p:nvSpPr>
            <p:cNvPr id="129077" name="Oval 34"/>
            <p:cNvSpPr>
              <a:spLocks noChangeArrowheads="1"/>
            </p:cNvSpPr>
            <p:nvPr/>
          </p:nvSpPr>
          <p:spPr bwMode="auto">
            <a:xfrm>
              <a:off x="3113" y="1684"/>
              <a:ext cx="313" cy="95"/>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29078" name="Freeform 35"/>
            <p:cNvSpPr>
              <a:spLocks/>
            </p:cNvSpPr>
            <p:nvPr/>
          </p:nvSpPr>
          <p:spPr bwMode="auto">
            <a:xfrm>
              <a:off x="2707" y="1492"/>
              <a:ext cx="1" cy="522"/>
            </a:xfrm>
            <a:custGeom>
              <a:avLst/>
              <a:gdLst>
                <a:gd name="T0" fmla="*/ 0 w 1"/>
                <a:gd name="T1" fmla="*/ 0 h 522"/>
                <a:gd name="T2" fmla="*/ 0 w 1"/>
                <a:gd name="T3" fmla="*/ 522 h 522"/>
                <a:gd name="T4" fmla="*/ 0 60000 65536"/>
                <a:gd name="T5" fmla="*/ 0 60000 65536"/>
                <a:gd name="T6" fmla="*/ 0 w 1"/>
                <a:gd name="T7" fmla="*/ 0 h 522"/>
                <a:gd name="T8" fmla="*/ 1 w 1"/>
                <a:gd name="T9" fmla="*/ 522 h 522"/>
              </a:gdLst>
              <a:ahLst/>
              <a:cxnLst>
                <a:cxn ang="T4">
                  <a:pos x="T0" y="T1"/>
                </a:cxn>
                <a:cxn ang="T5">
                  <a:pos x="T2" y="T3"/>
                </a:cxn>
              </a:cxnLst>
              <a:rect l="T6" t="T7" r="T8" b="T9"/>
              <a:pathLst>
                <a:path w="1" h="522">
                  <a:moveTo>
                    <a:pt x="0" y="0"/>
                  </a:moveTo>
                  <a:lnTo>
                    <a:pt x="0" y="522"/>
                  </a:ln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sp>
          <p:nvSpPr>
            <p:cNvPr id="129079" name="Freeform 36"/>
            <p:cNvSpPr>
              <a:spLocks/>
            </p:cNvSpPr>
            <p:nvPr/>
          </p:nvSpPr>
          <p:spPr bwMode="auto">
            <a:xfrm>
              <a:off x="2866" y="1831"/>
              <a:ext cx="366" cy="270"/>
            </a:xfrm>
            <a:custGeom>
              <a:avLst/>
              <a:gdLst>
                <a:gd name="T0" fmla="*/ 0 w 366"/>
                <a:gd name="T1" fmla="*/ 270 h 270"/>
                <a:gd name="T2" fmla="*/ 366 w 366"/>
                <a:gd name="T3" fmla="*/ 0 h 270"/>
                <a:gd name="T4" fmla="*/ 0 60000 65536"/>
                <a:gd name="T5" fmla="*/ 0 60000 65536"/>
                <a:gd name="T6" fmla="*/ 0 w 366"/>
                <a:gd name="T7" fmla="*/ 0 h 270"/>
                <a:gd name="T8" fmla="*/ 366 w 366"/>
                <a:gd name="T9" fmla="*/ 270 h 270"/>
              </a:gdLst>
              <a:ahLst/>
              <a:cxnLst>
                <a:cxn ang="T4">
                  <a:pos x="T0" y="T1"/>
                </a:cxn>
                <a:cxn ang="T5">
                  <a:pos x="T2" y="T3"/>
                </a:cxn>
              </a:cxnLst>
              <a:rect l="T6" t="T7" r="T8" b="T9"/>
              <a:pathLst>
                <a:path w="366" h="270">
                  <a:moveTo>
                    <a:pt x="0" y="270"/>
                  </a:moveTo>
                  <a:lnTo>
                    <a:pt x="366" y="0"/>
                  </a:ln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sp>
          <p:nvSpPr>
            <p:cNvPr id="129080" name="Freeform 37"/>
            <p:cNvSpPr>
              <a:spLocks/>
            </p:cNvSpPr>
            <p:nvPr/>
          </p:nvSpPr>
          <p:spPr bwMode="auto">
            <a:xfrm>
              <a:off x="2185" y="2113"/>
              <a:ext cx="366" cy="1"/>
            </a:xfrm>
            <a:custGeom>
              <a:avLst/>
              <a:gdLst>
                <a:gd name="T0" fmla="*/ 366 w 366"/>
                <a:gd name="T1" fmla="*/ 0 h 1"/>
                <a:gd name="T2" fmla="*/ 0 w 366"/>
                <a:gd name="T3" fmla="*/ 0 h 1"/>
                <a:gd name="T4" fmla="*/ 0 60000 65536"/>
                <a:gd name="T5" fmla="*/ 0 60000 65536"/>
                <a:gd name="T6" fmla="*/ 0 w 366"/>
                <a:gd name="T7" fmla="*/ 0 h 1"/>
                <a:gd name="T8" fmla="*/ 366 w 366"/>
                <a:gd name="T9" fmla="*/ 1 h 1"/>
              </a:gdLst>
              <a:ahLst/>
              <a:cxnLst>
                <a:cxn ang="T4">
                  <a:pos x="T0" y="T1"/>
                </a:cxn>
                <a:cxn ang="T5">
                  <a:pos x="T2" y="T3"/>
                </a:cxn>
              </a:cxnLst>
              <a:rect l="T6" t="T7" r="T8" b="T9"/>
              <a:pathLst>
                <a:path w="366" h="1">
                  <a:moveTo>
                    <a:pt x="366" y="0"/>
                  </a:moveTo>
                  <a:lnTo>
                    <a:pt x="0" y="0"/>
                  </a:ln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sp>
          <p:nvSpPr>
            <p:cNvPr id="129081" name="Freeform 38"/>
            <p:cNvSpPr>
              <a:spLocks/>
            </p:cNvSpPr>
            <p:nvPr/>
          </p:nvSpPr>
          <p:spPr bwMode="auto">
            <a:xfrm>
              <a:off x="1594" y="1789"/>
              <a:ext cx="276" cy="264"/>
            </a:xfrm>
            <a:custGeom>
              <a:avLst/>
              <a:gdLst>
                <a:gd name="T0" fmla="*/ 276 w 276"/>
                <a:gd name="T1" fmla="*/ 264 h 264"/>
                <a:gd name="T2" fmla="*/ 0 w 276"/>
                <a:gd name="T3" fmla="*/ 0 h 264"/>
                <a:gd name="T4" fmla="*/ 0 60000 65536"/>
                <a:gd name="T5" fmla="*/ 0 60000 65536"/>
                <a:gd name="T6" fmla="*/ 0 w 276"/>
                <a:gd name="T7" fmla="*/ 0 h 264"/>
                <a:gd name="T8" fmla="*/ 276 w 276"/>
                <a:gd name="T9" fmla="*/ 264 h 264"/>
              </a:gdLst>
              <a:ahLst/>
              <a:cxnLst>
                <a:cxn ang="T4">
                  <a:pos x="T0" y="T1"/>
                </a:cxn>
                <a:cxn ang="T5">
                  <a:pos x="T2" y="T3"/>
                </a:cxn>
              </a:cxnLst>
              <a:rect l="T6" t="T7" r="T8" b="T9"/>
              <a:pathLst>
                <a:path w="276" h="264">
                  <a:moveTo>
                    <a:pt x="276" y="264"/>
                  </a:moveTo>
                  <a:lnTo>
                    <a:pt x="0" y="0"/>
                  </a:ln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grpSp>
          <p:nvGrpSpPr>
            <p:cNvPr id="129082" name="Group 39"/>
            <p:cNvGrpSpPr>
              <a:grpSpLocks/>
            </p:cNvGrpSpPr>
            <p:nvPr/>
          </p:nvGrpSpPr>
          <p:grpSpPr bwMode="auto">
            <a:xfrm>
              <a:off x="1437" y="1589"/>
              <a:ext cx="205" cy="250"/>
              <a:chOff x="2954" y="2425"/>
              <a:chExt cx="208" cy="250"/>
            </a:xfrm>
          </p:grpSpPr>
          <p:sp>
            <p:nvSpPr>
              <p:cNvPr id="129098" name="Rectangle 40"/>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p>
            </p:txBody>
          </p:sp>
          <p:sp>
            <p:nvSpPr>
              <p:cNvPr id="129099" name="Text Box 41"/>
              <p:cNvSpPr txBox="1">
                <a:spLocks noChangeArrowheads="1"/>
              </p:cNvSpPr>
              <p:nvPr/>
            </p:nvSpPr>
            <p:spPr bwMode="auto">
              <a:xfrm>
                <a:off x="2954" y="2425"/>
                <a:ext cx="208" cy="2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2000"/>
                  <a:t>u</a:t>
                </a:r>
                <a:endParaRPr lang="en-US"/>
              </a:p>
            </p:txBody>
          </p:sp>
        </p:grpSp>
        <p:grpSp>
          <p:nvGrpSpPr>
            <p:cNvPr id="129083" name="Group 42"/>
            <p:cNvGrpSpPr>
              <a:grpSpLocks/>
            </p:cNvGrpSpPr>
            <p:nvPr/>
          </p:nvGrpSpPr>
          <p:grpSpPr bwMode="auto">
            <a:xfrm>
              <a:off x="2611" y="1973"/>
              <a:ext cx="196" cy="250"/>
              <a:chOff x="2958" y="2425"/>
              <a:chExt cx="199" cy="250"/>
            </a:xfrm>
          </p:grpSpPr>
          <p:sp>
            <p:nvSpPr>
              <p:cNvPr id="129096" name="Rectangle 43"/>
              <p:cNvSpPr>
                <a:spLocks noChangeArrowheads="1"/>
              </p:cNvSpPr>
              <p:nvPr/>
            </p:nvSpPr>
            <p:spPr bwMode="auto">
              <a:xfrm>
                <a:off x="2982" y="2490"/>
                <a:ext cx="142" cy="132"/>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p>
            </p:txBody>
          </p:sp>
          <p:sp>
            <p:nvSpPr>
              <p:cNvPr id="129097" name="Text Box 44"/>
              <p:cNvSpPr txBox="1">
                <a:spLocks noChangeArrowheads="1"/>
              </p:cNvSpPr>
              <p:nvPr/>
            </p:nvSpPr>
            <p:spPr bwMode="auto">
              <a:xfrm>
                <a:off x="2958" y="2425"/>
                <a:ext cx="199" cy="2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2000"/>
                  <a:t>y</a:t>
                </a:r>
                <a:endParaRPr lang="en-US"/>
              </a:p>
            </p:txBody>
          </p:sp>
        </p:grpSp>
        <p:grpSp>
          <p:nvGrpSpPr>
            <p:cNvPr id="129084" name="Group 45"/>
            <p:cNvGrpSpPr>
              <a:grpSpLocks/>
            </p:cNvGrpSpPr>
            <p:nvPr/>
          </p:nvGrpSpPr>
          <p:grpSpPr bwMode="auto">
            <a:xfrm>
              <a:off x="1922" y="1940"/>
              <a:ext cx="212" cy="288"/>
              <a:chOff x="2951" y="2395"/>
              <a:chExt cx="213" cy="288"/>
            </a:xfrm>
          </p:grpSpPr>
          <p:sp>
            <p:nvSpPr>
              <p:cNvPr id="129094" name="Rectangle 46"/>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p>
            </p:txBody>
          </p:sp>
          <p:sp>
            <p:nvSpPr>
              <p:cNvPr id="129095" name="Text Box 47"/>
              <p:cNvSpPr txBox="1">
                <a:spLocks noChangeArrowheads="1"/>
              </p:cNvSpPr>
              <p:nvPr/>
            </p:nvSpPr>
            <p:spPr bwMode="auto">
              <a:xfrm>
                <a:off x="2951" y="2395"/>
                <a:ext cx="213" cy="2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a:t>x</a:t>
                </a:r>
              </a:p>
            </p:txBody>
          </p:sp>
        </p:grpSp>
        <p:grpSp>
          <p:nvGrpSpPr>
            <p:cNvPr id="129085" name="Group 48"/>
            <p:cNvGrpSpPr>
              <a:grpSpLocks/>
            </p:cNvGrpSpPr>
            <p:nvPr/>
          </p:nvGrpSpPr>
          <p:grpSpPr bwMode="auto">
            <a:xfrm>
              <a:off x="2588" y="1283"/>
              <a:ext cx="232" cy="250"/>
              <a:chOff x="2941" y="2425"/>
              <a:chExt cx="235" cy="250"/>
            </a:xfrm>
          </p:grpSpPr>
          <p:sp>
            <p:nvSpPr>
              <p:cNvPr id="129092" name="Rectangle 49"/>
              <p:cNvSpPr>
                <a:spLocks noChangeArrowheads="1"/>
              </p:cNvSpPr>
              <p:nvPr/>
            </p:nvSpPr>
            <p:spPr bwMode="auto">
              <a:xfrm>
                <a:off x="2982" y="2490"/>
                <a:ext cx="146" cy="132"/>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p>
            </p:txBody>
          </p:sp>
          <p:sp>
            <p:nvSpPr>
              <p:cNvPr id="129093" name="Text Box 50"/>
              <p:cNvSpPr txBox="1">
                <a:spLocks noChangeArrowheads="1"/>
              </p:cNvSpPr>
              <p:nvPr/>
            </p:nvSpPr>
            <p:spPr bwMode="auto">
              <a:xfrm>
                <a:off x="2941" y="2425"/>
                <a:ext cx="235" cy="2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2000"/>
                  <a:t>w</a:t>
                </a:r>
                <a:endParaRPr lang="en-US"/>
              </a:p>
            </p:txBody>
          </p:sp>
        </p:grpSp>
        <p:grpSp>
          <p:nvGrpSpPr>
            <p:cNvPr id="129086" name="Group 51"/>
            <p:cNvGrpSpPr>
              <a:grpSpLocks/>
            </p:cNvGrpSpPr>
            <p:nvPr/>
          </p:nvGrpSpPr>
          <p:grpSpPr bwMode="auto">
            <a:xfrm>
              <a:off x="1921" y="1283"/>
              <a:ext cx="196" cy="250"/>
              <a:chOff x="2958" y="2425"/>
              <a:chExt cx="199" cy="250"/>
            </a:xfrm>
          </p:grpSpPr>
          <p:sp>
            <p:nvSpPr>
              <p:cNvPr id="129090" name="Rectangle 52"/>
              <p:cNvSpPr>
                <a:spLocks noChangeArrowheads="1"/>
              </p:cNvSpPr>
              <p:nvPr/>
            </p:nvSpPr>
            <p:spPr bwMode="auto">
              <a:xfrm>
                <a:off x="2982" y="2490"/>
                <a:ext cx="142" cy="132"/>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p>
            </p:txBody>
          </p:sp>
          <p:sp>
            <p:nvSpPr>
              <p:cNvPr id="129091" name="Text Box 53"/>
              <p:cNvSpPr txBox="1">
                <a:spLocks noChangeArrowheads="1"/>
              </p:cNvSpPr>
              <p:nvPr/>
            </p:nvSpPr>
            <p:spPr bwMode="auto">
              <a:xfrm>
                <a:off x="2958" y="2425"/>
                <a:ext cx="199" cy="2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2000"/>
                  <a:t>v</a:t>
                </a:r>
                <a:endParaRPr lang="en-US"/>
              </a:p>
            </p:txBody>
          </p:sp>
        </p:grpSp>
        <p:grpSp>
          <p:nvGrpSpPr>
            <p:cNvPr id="129087" name="Group 54"/>
            <p:cNvGrpSpPr>
              <a:grpSpLocks/>
            </p:cNvGrpSpPr>
            <p:nvPr/>
          </p:nvGrpSpPr>
          <p:grpSpPr bwMode="auto">
            <a:xfrm>
              <a:off x="3175" y="1601"/>
              <a:ext cx="212" cy="288"/>
              <a:chOff x="2949" y="2395"/>
              <a:chExt cx="214" cy="288"/>
            </a:xfrm>
          </p:grpSpPr>
          <p:sp>
            <p:nvSpPr>
              <p:cNvPr id="129088" name="Rectangle 55"/>
              <p:cNvSpPr>
                <a:spLocks noChangeArrowheads="1"/>
              </p:cNvSpPr>
              <p:nvPr/>
            </p:nvSpPr>
            <p:spPr bwMode="auto">
              <a:xfrm>
                <a:off x="2982" y="2490"/>
                <a:ext cx="142" cy="132"/>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p>
            </p:txBody>
          </p:sp>
          <p:sp>
            <p:nvSpPr>
              <p:cNvPr id="129089" name="Text Box 56"/>
              <p:cNvSpPr txBox="1">
                <a:spLocks noChangeArrowheads="1"/>
              </p:cNvSpPr>
              <p:nvPr/>
            </p:nvSpPr>
            <p:spPr bwMode="auto">
              <a:xfrm>
                <a:off x="2949" y="2395"/>
                <a:ext cx="214" cy="2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a:t>z</a:t>
                </a:r>
              </a:p>
            </p:txBody>
          </p:sp>
        </p:grpSp>
      </p:grpSp>
      <p:sp>
        <p:nvSpPr>
          <p:cNvPr id="129029" name="Text Box 57"/>
          <p:cNvSpPr txBox="1">
            <a:spLocks noChangeArrowheads="1"/>
          </p:cNvSpPr>
          <p:nvPr/>
        </p:nvSpPr>
        <p:spPr bwMode="auto">
          <a:xfrm>
            <a:off x="577850" y="1220788"/>
            <a:ext cx="4568825" cy="457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dirty="0">
                <a:latin typeface="Gill Sans MT" charset="0"/>
              </a:rPr>
              <a:t>resulting shortest-path tree from u:</a:t>
            </a:r>
          </a:p>
        </p:txBody>
      </p:sp>
      <p:grpSp>
        <p:nvGrpSpPr>
          <p:cNvPr id="129030" name="Group 58"/>
          <p:cNvGrpSpPr>
            <a:grpSpLocks/>
          </p:cNvGrpSpPr>
          <p:nvPr/>
        </p:nvGrpSpPr>
        <p:grpSpPr bwMode="auto">
          <a:xfrm>
            <a:off x="2268538" y="4224338"/>
            <a:ext cx="2319337" cy="2276475"/>
            <a:chOff x="259" y="2768"/>
            <a:chExt cx="1461" cy="1434"/>
          </a:xfrm>
        </p:grpSpPr>
        <p:sp>
          <p:nvSpPr>
            <p:cNvPr id="129033" name="Line 59"/>
            <p:cNvSpPr>
              <a:spLocks noChangeShapeType="1"/>
            </p:cNvSpPr>
            <p:nvPr/>
          </p:nvSpPr>
          <p:spPr bwMode="auto">
            <a:xfrm>
              <a:off x="1152" y="2880"/>
              <a:ext cx="8" cy="1322"/>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wrap="none"/>
            <a:lstStyle/>
            <a:p>
              <a:endParaRPr lang="en-US"/>
            </a:p>
          </p:txBody>
        </p:sp>
        <p:sp>
          <p:nvSpPr>
            <p:cNvPr id="129034" name="Line 60"/>
            <p:cNvSpPr>
              <a:spLocks noChangeShapeType="1"/>
            </p:cNvSpPr>
            <p:nvPr/>
          </p:nvSpPr>
          <p:spPr bwMode="auto">
            <a:xfrm>
              <a:off x="357" y="3058"/>
              <a:ext cx="1363" cy="0"/>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wrap="none"/>
            <a:lstStyle/>
            <a:p>
              <a:endParaRPr lang="en-US"/>
            </a:p>
          </p:txBody>
        </p:sp>
        <p:sp>
          <p:nvSpPr>
            <p:cNvPr id="129035" name="Text Box 61"/>
            <p:cNvSpPr txBox="1">
              <a:spLocks noChangeArrowheads="1"/>
            </p:cNvSpPr>
            <p:nvPr/>
          </p:nvSpPr>
          <p:spPr bwMode="auto">
            <a:xfrm>
              <a:off x="883" y="3060"/>
              <a:ext cx="188"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v</a:t>
              </a:r>
            </a:p>
          </p:txBody>
        </p:sp>
        <p:sp>
          <p:nvSpPr>
            <p:cNvPr id="129036" name="Text Box 62"/>
            <p:cNvSpPr txBox="1">
              <a:spLocks noChangeArrowheads="1"/>
            </p:cNvSpPr>
            <p:nvPr/>
          </p:nvSpPr>
          <p:spPr bwMode="auto">
            <a:xfrm>
              <a:off x="876" y="3247"/>
              <a:ext cx="188"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x</a:t>
              </a:r>
            </a:p>
          </p:txBody>
        </p:sp>
        <p:sp>
          <p:nvSpPr>
            <p:cNvPr id="129037" name="Text Box 63"/>
            <p:cNvSpPr txBox="1">
              <a:spLocks noChangeArrowheads="1"/>
            </p:cNvSpPr>
            <p:nvPr/>
          </p:nvSpPr>
          <p:spPr bwMode="auto">
            <a:xfrm>
              <a:off x="890" y="3482"/>
              <a:ext cx="188"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y</a:t>
              </a:r>
            </a:p>
          </p:txBody>
        </p:sp>
        <p:sp>
          <p:nvSpPr>
            <p:cNvPr id="129038" name="Text Box 64"/>
            <p:cNvSpPr txBox="1">
              <a:spLocks noChangeArrowheads="1"/>
            </p:cNvSpPr>
            <p:nvPr/>
          </p:nvSpPr>
          <p:spPr bwMode="auto">
            <a:xfrm>
              <a:off x="875" y="3717"/>
              <a:ext cx="220"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w</a:t>
              </a:r>
            </a:p>
          </p:txBody>
        </p:sp>
        <p:sp>
          <p:nvSpPr>
            <p:cNvPr id="129039" name="Text Box 65"/>
            <p:cNvSpPr txBox="1">
              <a:spLocks noChangeArrowheads="1"/>
            </p:cNvSpPr>
            <p:nvPr/>
          </p:nvSpPr>
          <p:spPr bwMode="auto">
            <a:xfrm>
              <a:off x="884" y="3943"/>
              <a:ext cx="188"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z</a:t>
              </a:r>
            </a:p>
          </p:txBody>
        </p:sp>
        <p:sp>
          <p:nvSpPr>
            <p:cNvPr id="129040" name="Text Box 66"/>
            <p:cNvSpPr txBox="1">
              <a:spLocks noChangeArrowheads="1"/>
            </p:cNvSpPr>
            <p:nvPr/>
          </p:nvSpPr>
          <p:spPr bwMode="auto">
            <a:xfrm>
              <a:off x="1248" y="3044"/>
              <a:ext cx="404"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(u,v)</a:t>
              </a:r>
            </a:p>
          </p:txBody>
        </p:sp>
        <p:sp>
          <p:nvSpPr>
            <p:cNvPr id="129041" name="Text Box 67"/>
            <p:cNvSpPr txBox="1">
              <a:spLocks noChangeArrowheads="1"/>
            </p:cNvSpPr>
            <p:nvPr/>
          </p:nvSpPr>
          <p:spPr bwMode="auto">
            <a:xfrm>
              <a:off x="1249" y="3246"/>
              <a:ext cx="404"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(u,x)</a:t>
              </a:r>
            </a:p>
          </p:txBody>
        </p:sp>
        <p:sp>
          <p:nvSpPr>
            <p:cNvPr id="129042" name="Text Box 68"/>
            <p:cNvSpPr txBox="1">
              <a:spLocks noChangeArrowheads="1"/>
            </p:cNvSpPr>
            <p:nvPr/>
          </p:nvSpPr>
          <p:spPr bwMode="auto">
            <a:xfrm>
              <a:off x="1248" y="3497"/>
              <a:ext cx="404"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(u,x)</a:t>
              </a:r>
            </a:p>
          </p:txBody>
        </p:sp>
        <p:sp>
          <p:nvSpPr>
            <p:cNvPr id="129043" name="Text Box 69"/>
            <p:cNvSpPr txBox="1">
              <a:spLocks noChangeArrowheads="1"/>
            </p:cNvSpPr>
            <p:nvPr/>
          </p:nvSpPr>
          <p:spPr bwMode="auto">
            <a:xfrm>
              <a:off x="1264" y="3715"/>
              <a:ext cx="404"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(u,x)</a:t>
              </a:r>
            </a:p>
          </p:txBody>
        </p:sp>
        <p:sp>
          <p:nvSpPr>
            <p:cNvPr id="129044" name="Text Box 70"/>
            <p:cNvSpPr txBox="1">
              <a:spLocks noChangeArrowheads="1"/>
            </p:cNvSpPr>
            <p:nvPr/>
          </p:nvSpPr>
          <p:spPr bwMode="auto">
            <a:xfrm>
              <a:off x="1254" y="3949"/>
              <a:ext cx="404"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(u,x)</a:t>
              </a:r>
            </a:p>
          </p:txBody>
        </p:sp>
        <p:sp>
          <p:nvSpPr>
            <p:cNvPr id="129045" name="Text Box 71"/>
            <p:cNvSpPr txBox="1">
              <a:spLocks noChangeArrowheads="1"/>
            </p:cNvSpPr>
            <p:nvPr/>
          </p:nvSpPr>
          <p:spPr bwMode="auto">
            <a:xfrm>
              <a:off x="259" y="2768"/>
              <a:ext cx="812"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destination</a:t>
              </a:r>
            </a:p>
          </p:txBody>
        </p:sp>
        <p:sp>
          <p:nvSpPr>
            <p:cNvPr id="129046" name="Text Box 72"/>
            <p:cNvSpPr txBox="1">
              <a:spLocks noChangeArrowheads="1"/>
            </p:cNvSpPr>
            <p:nvPr/>
          </p:nvSpPr>
          <p:spPr bwMode="auto">
            <a:xfrm>
              <a:off x="1232" y="2791"/>
              <a:ext cx="332"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link</a:t>
              </a:r>
            </a:p>
          </p:txBody>
        </p:sp>
      </p:grpSp>
      <p:sp>
        <p:nvSpPr>
          <p:cNvPr id="129031" name="Text Box 73"/>
          <p:cNvSpPr txBox="1">
            <a:spLocks noChangeArrowheads="1"/>
          </p:cNvSpPr>
          <p:nvPr/>
        </p:nvSpPr>
        <p:spPr bwMode="auto">
          <a:xfrm>
            <a:off x="525463" y="3743325"/>
            <a:ext cx="3949700" cy="457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a:latin typeface="Gill Sans MT" charset="0"/>
              </a:rPr>
              <a:t>resulting forwarding table in u:</a:t>
            </a:r>
          </a:p>
        </p:txBody>
      </p:sp>
      <p:pic>
        <p:nvPicPr>
          <p:cNvPr id="129032" name="Picture 74"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00075" y="860425"/>
            <a:ext cx="7313613" cy="1730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77" name="Slide Number Placeholder 5"/>
          <p:cNvSpPr>
            <a:spLocks noGrp="1"/>
          </p:cNvSpPr>
          <p:nvPr>
            <p:ph type="sldNum" sz="quarter" idx="12"/>
          </p:nvPr>
        </p:nvSpPr>
        <p:spPr>
          <a:xfrm>
            <a:off x="8456154" y="6475895"/>
            <a:ext cx="548655" cy="272319"/>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200" dirty="0">
                <a:latin typeface="Tahoma" charset="0"/>
              </a:rPr>
              <a:t>5-</a:t>
            </a:r>
            <a:fld id="{8E8C6E93-DF5B-BC4B-80F9-500DED1EEDCC}" type="slidenum">
              <a:rPr lang="en-US" sz="1200">
                <a:latin typeface="Tahoma" charset="0"/>
              </a:rPr>
              <a:pPr/>
              <a:t>47</a:t>
            </a:fld>
            <a:endParaRPr lang="en-US" sz="1200" dirty="0">
              <a:latin typeface="Tahoma" charset="0"/>
            </a:endParaRPr>
          </a:p>
        </p:txBody>
      </p:sp>
      <p:sp>
        <p:nvSpPr>
          <p:cNvPr id="78" name="Footer Placeholder 2"/>
          <p:cNvSpPr>
            <a:spLocks noGrp="1"/>
          </p:cNvSpPr>
          <p:nvPr>
            <p:ph type="ftr" sz="quarter" idx="11"/>
          </p:nvPr>
        </p:nvSpPr>
        <p:spPr>
          <a:xfrm>
            <a:off x="6375496" y="6475081"/>
            <a:ext cx="2177473" cy="241541"/>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200" dirty="0">
                <a:solidFill>
                  <a:srgbClr val="000000"/>
                </a:solidFill>
                <a:latin typeface="Tahoma" charset="0"/>
                <a:cs typeface="Arial" charset="0"/>
              </a:rPr>
              <a:t>Network Layer: Control Plane</a:t>
            </a:r>
          </a:p>
        </p:txBody>
      </p:sp>
    </p:spTree>
    <p:extLst>
      <p:ext uri="{BB962C8B-B14F-4D97-AF65-F5344CB8AC3E}">
        <p14:creationId xmlns:p14="http://schemas.microsoft.com/office/powerpoint/2010/main" val="220623437"/>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0051" name="Picture 224"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68325" y="836613"/>
            <a:ext cx="6856413" cy="1730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30052" name="Rectangle 2"/>
          <p:cNvSpPr>
            <a:spLocks noGrp="1" noChangeArrowheads="1"/>
          </p:cNvSpPr>
          <p:nvPr>
            <p:ph type="title"/>
          </p:nvPr>
        </p:nvSpPr>
        <p:spPr>
          <a:xfrm>
            <a:off x="533400" y="252413"/>
            <a:ext cx="7772400" cy="685800"/>
          </a:xfrm>
        </p:spPr>
        <p:txBody>
          <a:bodyPr/>
          <a:lstStyle/>
          <a:p>
            <a:r>
              <a:rPr lang="en-US" sz="4000">
                <a:latin typeface="Gill Sans MT" charset="0"/>
              </a:rPr>
              <a:t>Dijkstra</a:t>
            </a:r>
            <a:r>
              <a:rPr lang="ja-JP" altLang="en-US" sz="4000">
                <a:latin typeface="Gill Sans MT" charset="0"/>
              </a:rPr>
              <a:t>’</a:t>
            </a:r>
            <a:r>
              <a:rPr lang="en-US" altLang="ja-JP" sz="4000">
                <a:latin typeface="Gill Sans MT" charset="0"/>
              </a:rPr>
              <a:t>s algorithm, discussion</a:t>
            </a:r>
            <a:endParaRPr lang="en-US">
              <a:latin typeface="Gill Sans MT" charset="0"/>
            </a:endParaRPr>
          </a:p>
        </p:txBody>
      </p:sp>
      <p:sp>
        <p:nvSpPr>
          <p:cNvPr id="84998" name="Rectangle 3"/>
          <p:cNvSpPr>
            <a:spLocks noGrp="1" noChangeArrowheads="1"/>
          </p:cNvSpPr>
          <p:nvPr>
            <p:ph type="body" sz="half" idx="1"/>
          </p:nvPr>
        </p:nvSpPr>
        <p:spPr>
          <a:xfrm>
            <a:off x="668338" y="1190625"/>
            <a:ext cx="7353300" cy="2651125"/>
          </a:xfrm>
        </p:spPr>
        <p:txBody>
          <a:bodyPr/>
          <a:lstStyle/>
          <a:p>
            <a:pPr>
              <a:lnSpc>
                <a:spcPct val="90000"/>
              </a:lnSpc>
              <a:buFont typeface="Wingdings" charset="0"/>
              <a:buNone/>
              <a:defRPr/>
            </a:pPr>
            <a:r>
              <a:rPr lang="en-US" i="1" dirty="0">
                <a:solidFill>
                  <a:srgbClr val="CC0000"/>
                </a:solidFill>
                <a:cs typeface="+mn-cs"/>
              </a:rPr>
              <a:t>algorithm complexity:</a:t>
            </a:r>
            <a:r>
              <a:rPr lang="en-US" dirty="0">
                <a:solidFill>
                  <a:srgbClr val="FF0000"/>
                </a:solidFill>
                <a:cs typeface="+mn-cs"/>
              </a:rPr>
              <a:t> </a:t>
            </a:r>
            <a:r>
              <a:rPr lang="en-US" dirty="0">
                <a:cs typeface="+mn-cs"/>
              </a:rPr>
              <a:t>n nodes</a:t>
            </a:r>
          </a:p>
          <a:p>
            <a:pPr>
              <a:lnSpc>
                <a:spcPct val="90000"/>
              </a:lnSpc>
              <a:defRPr/>
            </a:pPr>
            <a:r>
              <a:rPr lang="en-US" sz="2400" dirty="0">
                <a:cs typeface="+mn-cs"/>
              </a:rPr>
              <a:t>each iteration: need to check all nodes, w, not in N</a:t>
            </a:r>
          </a:p>
          <a:p>
            <a:pPr>
              <a:lnSpc>
                <a:spcPct val="90000"/>
              </a:lnSpc>
              <a:defRPr/>
            </a:pPr>
            <a:r>
              <a:rPr lang="en-US" sz="2400" dirty="0">
                <a:cs typeface="+mn-cs"/>
              </a:rPr>
              <a:t>n(n+1)/2 comparisons: O(n</a:t>
            </a:r>
            <a:r>
              <a:rPr lang="en-US" sz="2400" baseline="30000" dirty="0">
                <a:cs typeface="+mn-cs"/>
              </a:rPr>
              <a:t>2</a:t>
            </a:r>
            <a:r>
              <a:rPr lang="en-US" sz="2400" dirty="0">
                <a:cs typeface="+mn-cs"/>
              </a:rPr>
              <a:t>)</a:t>
            </a:r>
          </a:p>
          <a:p>
            <a:pPr>
              <a:lnSpc>
                <a:spcPct val="90000"/>
              </a:lnSpc>
              <a:defRPr/>
            </a:pPr>
            <a:r>
              <a:rPr lang="en-US" sz="2400" dirty="0">
                <a:cs typeface="+mn-cs"/>
              </a:rPr>
              <a:t>more efficient implementations possible: O(</a:t>
            </a:r>
            <a:r>
              <a:rPr lang="en-US" sz="2400" dirty="0" err="1">
                <a:cs typeface="+mn-cs"/>
              </a:rPr>
              <a:t>nlogn</a:t>
            </a:r>
            <a:r>
              <a:rPr lang="en-US" sz="2400" dirty="0">
                <a:cs typeface="+mn-cs"/>
              </a:rPr>
              <a:t>)</a:t>
            </a:r>
          </a:p>
          <a:p>
            <a:pPr>
              <a:lnSpc>
                <a:spcPct val="90000"/>
              </a:lnSpc>
              <a:spcBef>
                <a:spcPct val="40000"/>
              </a:spcBef>
              <a:buFont typeface="Wingdings" charset="0"/>
              <a:buNone/>
              <a:defRPr/>
            </a:pPr>
            <a:r>
              <a:rPr lang="en-US" i="1" dirty="0">
                <a:solidFill>
                  <a:srgbClr val="CC0000"/>
                </a:solidFill>
                <a:cs typeface="+mn-cs"/>
              </a:rPr>
              <a:t>oscillations possible:</a:t>
            </a:r>
          </a:p>
          <a:p>
            <a:pPr>
              <a:lnSpc>
                <a:spcPct val="90000"/>
              </a:lnSpc>
              <a:defRPr/>
            </a:pPr>
            <a:r>
              <a:rPr lang="en-US" sz="2400" dirty="0">
                <a:cs typeface="+mn-cs"/>
              </a:rPr>
              <a:t>e.g., support link cost equals amount of carried traffic:</a:t>
            </a:r>
          </a:p>
        </p:txBody>
      </p:sp>
      <p:sp>
        <p:nvSpPr>
          <p:cNvPr id="130054" name="Freeform 5"/>
          <p:cNvSpPr>
            <a:spLocks/>
          </p:cNvSpPr>
          <p:nvPr/>
        </p:nvSpPr>
        <p:spPr bwMode="auto">
          <a:xfrm>
            <a:off x="395288" y="4141788"/>
            <a:ext cx="1971675" cy="1355725"/>
          </a:xfrm>
          <a:custGeom>
            <a:avLst/>
            <a:gdLst>
              <a:gd name="T0" fmla="*/ 2147483647 w 1242"/>
              <a:gd name="T1" fmla="*/ 2147483647 h 854"/>
              <a:gd name="T2" fmla="*/ 2147483647 w 1242"/>
              <a:gd name="T3" fmla="*/ 2147483647 h 854"/>
              <a:gd name="T4" fmla="*/ 2147483647 w 1242"/>
              <a:gd name="T5" fmla="*/ 2147483647 h 854"/>
              <a:gd name="T6" fmla="*/ 2147483647 w 1242"/>
              <a:gd name="T7" fmla="*/ 2147483647 h 854"/>
              <a:gd name="T8" fmla="*/ 2147483647 w 1242"/>
              <a:gd name="T9" fmla="*/ 2147483647 h 854"/>
              <a:gd name="T10" fmla="*/ 2147483647 w 1242"/>
              <a:gd name="T11" fmla="*/ 2147483647 h 854"/>
              <a:gd name="T12" fmla="*/ 2147483647 w 1242"/>
              <a:gd name="T13" fmla="*/ 2147483647 h 854"/>
              <a:gd name="T14" fmla="*/ 2147483647 w 1242"/>
              <a:gd name="T15" fmla="*/ 2147483647 h 854"/>
              <a:gd name="T16" fmla="*/ 2147483647 w 1242"/>
              <a:gd name="T17" fmla="*/ 2147483647 h 854"/>
              <a:gd name="T18" fmla="*/ 2147483647 w 1242"/>
              <a:gd name="T19" fmla="*/ 2147483647 h 85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242"/>
              <a:gd name="T31" fmla="*/ 0 h 854"/>
              <a:gd name="T32" fmla="*/ 1242 w 1242"/>
              <a:gd name="T33" fmla="*/ 854 h 85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242" h="854">
                <a:moveTo>
                  <a:pt x="1" y="381"/>
                </a:moveTo>
                <a:cubicBezTo>
                  <a:pt x="0" y="296"/>
                  <a:pt x="88" y="222"/>
                  <a:pt x="169" y="162"/>
                </a:cubicBezTo>
                <a:cubicBezTo>
                  <a:pt x="250" y="102"/>
                  <a:pt x="378" y="40"/>
                  <a:pt x="487" y="18"/>
                </a:cubicBezTo>
                <a:cubicBezTo>
                  <a:pt x="616" y="6"/>
                  <a:pt x="685" y="0"/>
                  <a:pt x="823" y="30"/>
                </a:cubicBezTo>
                <a:cubicBezTo>
                  <a:pt x="961" y="60"/>
                  <a:pt x="1121" y="165"/>
                  <a:pt x="1183" y="261"/>
                </a:cubicBezTo>
                <a:cubicBezTo>
                  <a:pt x="1242" y="357"/>
                  <a:pt x="1219" y="523"/>
                  <a:pt x="1177" y="609"/>
                </a:cubicBezTo>
                <a:cubicBezTo>
                  <a:pt x="1135" y="695"/>
                  <a:pt x="1049" y="742"/>
                  <a:pt x="928" y="780"/>
                </a:cubicBezTo>
                <a:cubicBezTo>
                  <a:pt x="807" y="818"/>
                  <a:pt x="573" y="854"/>
                  <a:pt x="448" y="837"/>
                </a:cubicBezTo>
                <a:cubicBezTo>
                  <a:pt x="323" y="820"/>
                  <a:pt x="252" y="751"/>
                  <a:pt x="178" y="675"/>
                </a:cubicBezTo>
                <a:cubicBezTo>
                  <a:pt x="104" y="599"/>
                  <a:pt x="2" y="466"/>
                  <a:pt x="1" y="381"/>
                </a:cubicBezTo>
                <a:close/>
              </a:path>
            </a:pathLst>
          </a:custGeom>
          <a:solidFill>
            <a:srgbClr val="66CCFF"/>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sp>
        <p:nvSpPr>
          <p:cNvPr id="130055" name="Freeform 6"/>
          <p:cNvSpPr>
            <a:spLocks/>
          </p:cNvSpPr>
          <p:nvPr/>
        </p:nvSpPr>
        <p:spPr bwMode="auto">
          <a:xfrm>
            <a:off x="796925" y="4479925"/>
            <a:ext cx="390525" cy="209550"/>
          </a:xfrm>
          <a:custGeom>
            <a:avLst/>
            <a:gdLst>
              <a:gd name="T0" fmla="*/ 0 w 342"/>
              <a:gd name="T1" fmla="*/ 2147483647 h 186"/>
              <a:gd name="T2" fmla="*/ 2147483647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chemeClr val="tx1"/>
            </a:solidFill>
            <a:round/>
            <a:headEnd type="none" w="med" len="med"/>
            <a:tailEnd type="triangle" w="med" len="me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grpSp>
        <p:nvGrpSpPr>
          <p:cNvPr id="130056" name="Group 7"/>
          <p:cNvGrpSpPr>
            <a:grpSpLocks/>
          </p:cNvGrpSpPr>
          <p:nvPr/>
        </p:nvGrpSpPr>
        <p:grpSpPr bwMode="auto">
          <a:xfrm>
            <a:off x="1103313" y="4162425"/>
            <a:ext cx="501650" cy="396875"/>
            <a:chOff x="1747" y="3190"/>
            <a:chExt cx="316" cy="250"/>
          </a:xfrm>
        </p:grpSpPr>
        <p:sp>
          <p:nvSpPr>
            <p:cNvPr id="130276" name="Oval 8"/>
            <p:cNvSpPr>
              <a:spLocks noChangeArrowheads="1"/>
            </p:cNvSpPr>
            <p:nvPr/>
          </p:nvSpPr>
          <p:spPr bwMode="auto">
            <a:xfrm>
              <a:off x="1750" y="3308"/>
              <a:ext cx="313" cy="81"/>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30277" name="Line 9"/>
            <p:cNvSpPr>
              <a:spLocks noChangeShapeType="1"/>
            </p:cNvSpPr>
            <p:nvPr/>
          </p:nvSpPr>
          <p:spPr bwMode="auto">
            <a:xfrm>
              <a:off x="1750" y="3301"/>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30278" name="Line 10"/>
            <p:cNvSpPr>
              <a:spLocks noChangeShapeType="1"/>
            </p:cNvSpPr>
            <p:nvPr/>
          </p:nvSpPr>
          <p:spPr bwMode="auto">
            <a:xfrm>
              <a:off x="2063" y="3301"/>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30279" name="Rectangle 11"/>
            <p:cNvSpPr>
              <a:spLocks noChangeArrowheads="1"/>
            </p:cNvSpPr>
            <p:nvPr/>
          </p:nvSpPr>
          <p:spPr bwMode="auto">
            <a:xfrm>
              <a:off x="1750" y="3301"/>
              <a:ext cx="310" cy="49"/>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sz="2400"/>
            </a:p>
          </p:txBody>
        </p:sp>
        <p:sp>
          <p:nvSpPr>
            <p:cNvPr id="130280" name="Oval 12"/>
            <p:cNvSpPr>
              <a:spLocks noChangeArrowheads="1"/>
            </p:cNvSpPr>
            <p:nvPr/>
          </p:nvSpPr>
          <p:spPr bwMode="auto">
            <a:xfrm>
              <a:off x="1747" y="3242"/>
              <a:ext cx="313" cy="95"/>
            </a:xfrm>
            <a:prstGeom prst="ellipse">
              <a:avLst/>
            </a:prstGeom>
            <a:solidFill>
              <a:schemeClr val="hlink"/>
            </a:solidFill>
            <a:ln w="12700">
              <a:solidFill>
                <a:schemeClr val="tx1"/>
              </a:solidFill>
              <a:round/>
              <a:headEnd/>
              <a:tailEnd/>
            </a:ln>
          </p:spPr>
          <p:txBody>
            <a:bodyPr wrap="none" anchor="ctr"/>
            <a:lstStyle/>
            <a:p>
              <a:endParaRPr lang="en-US"/>
            </a:p>
          </p:txBody>
        </p:sp>
        <p:grpSp>
          <p:nvGrpSpPr>
            <p:cNvPr id="130281" name="Group 13"/>
            <p:cNvGrpSpPr>
              <a:grpSpLocks/>
            </p:cNvGrpSpPr>
            <p:nvPr/>
          </p:nvGrpSpPr>
          <p:grpSpPr bwMode="auto">
            <a:xfrm>
              <a:off x="1790" y="3190"/>
              <a:ext cx="223" cy="250"/>
              <a:chOff x="2945" y="2425"/>
              <a:chExt cx="226" cy="250"/>
            </a:xfrm>
          </p:grpSpPr>
          <p:sp>
            <p:nvSpPr>
              <p:cNvPr id="130282" name="Rectangle 14"/>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p>
            </p:txBody>
          </p:sp>
          <p:sp>
            <p:nvSpPr>
              <p:cNvPr id="130283" name="Text Box 15"/>
              <p:cNvSpPr txBox="1">
                <a:spLocks noChangeArrowheads="1"/>
              </p:cNvSpPr>
              <p:nvPr/>
            </p:nvSpPr>
            <p:spPr bwMode="auto">
              <a:xfrm>
                <a:off x="2945" y="2425"/>
                <a:ext cx="226" cy="2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2000"/>
                  <a:t>A</a:t>
                </a:r>
                <a:endParaRPr lang="en-US"/>
              </a:p>
            </p:txBody>
          </p:sp>
        </p:grpSp>
      </p:grpSp>
      <p:grpSp>
        <p:nvGrpSpPr>
          <p:cNvPr id="130057" name="Group 16"/>
          <p:cNvGrpSpPr>
            <a:grpSpLocks/>
          </p:cNvGrpSpPr>
          <p:nvPr/>
        </p:nvGrpSpPr>
        <p:grpSpPr bwMode="auto">
          <a:xfrm>
            <a:off x="455613" y="4567238"/>
            <a:ext cx="501650" cy="396875"/>
            <a:chOff x="2221" y="3571"/>
            <a:chExt cx="316" cy="250"/>
          </a:xfrm>
        </p:grpSpPr>
        <p:sp>
          <p:nvSpPr>
            <p:cNvPr id="130268" name="Oval 17"/>
            <p:cNvSpPr>
              <a:spLocks noChangeArrowheads="1"/>
            </p:cNvSpPr>
            <p:nvPr/>
          </p:nvSpPr>
          <p:spPr bwMode="auto">
            <a:xfrm>
              <a:off x="2224" y="3695"/>
              <a:ext cx="313" cy="81"/>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30269" name="Line 18"/>
            <p:cNvSpPr>
              <a:spLocks noChangeShapeType="1"/>
            </p:cNvSpPr>
            <p:nvPr/>
          </p:nvSpPr>
          <p:spPr bwMode="auto">
            <a:xfrm>
              <a:off x="2224" y="3688"/>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30270" name="Line 19"/>
            <p:cNvSpPr>
              <a:spLocks noChangeShapeType="1"/>
            </p:cNvSpPr>
            <p:nvPr/>
          </p:nvSpPr>
          <p:spPr bwMode="auto">
            <a:xfrm>
              <a:off x="2537" y="3688"/>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30271" name="Rectangle 20"/>
            <p:cNvSpPr>
              <a:spLocks noChangeArrowheads="1"/>
            </p:cNvSpPr>
            <p:nvPr/>
          </p:nvSpPr>
          <p:spPr bwMode="auto">
            <a:xfrm>
              <a:off x="2224" y="3688"/>
              <a:ext cx="310" cy="49"/>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sz="2400"/>
            </a:p>
          </p:txBody>
        </p:sp>
        <p:sp>
          <p:nvSpPr>
            <p:cNvPr id="130272" name="Oval 21"/>
            <p:cNvSpPr>
              <a:spLocks noChangeArrowheads="1"/>
            </p:cNvSpPr>
            <p:nvPr/>
          </p:nvSpPr>
          <p:spPr bwMode="auto">
            <a:xfrm>
              <a:off x="2221" y="3629"/>
              <a:ext cx="313" cy="95"/>
            </a:xfrm>
            <a:prstGeom prst="ellipse">
              <a:avLst/>
            </a:prstGeom>
            <a:solidFill>
              <a:schemeClr val="hlink"/>
            </a:solidFill>
            <a:ln w="12700">
              <a:solidFill>
                <a:schemeClr val="tx1"/>
              </a:solidFill>
              <a:round/>
              <a:headEnd/>
              <a:tailEnd/>
            </a:ln>
          </p:spPr>
          <p:txBody>
            <a:bodyPr wrap="none" anchor="ctr"/>
            <a:lstStyle/>
            <a:p>
              <a:endParaRPr lang="en-US"/>
            </a:p>
          </p:txBody>
        </p:sp>
        <p:grpSp>
          <p:nvGrpSpPr>
            <p:cNvPr id="130273" name="Group 22"/>
            <p:cNvGrpSpPr>
              <a:grpSpLocks/>
            </p:cNvGrpSpPr>
            <p:nvPr/>
          </p:nvGrpSpPr>
          <p:grpSpPr bwMode="auto">
            <a:xfrm>
              <a:off x="2275" y="3571"/>
              <a:ext cx="232" cy="250"/>
              <a:chOff x="2941" y="2425"/>
              <a:chExt cx="235" cy="250"/>
            </a:xfrm>
          </p:grpSpPr>
          <p:sp>
            <p:nvSpPr>
              <p:cNvPr id="130274" name="Rectangle 23"/>
              <p:cNvSpPr>
                <a:spLocks noChangeArrowheads="1"/>
              </p:cNvSpPr>
              <p:nvPr/>
            </p:nvSpPr>
            <p:spPr bwMode="auto">
              <a:xfrm>
                <a:off x="2982" y="2490"/>
                <a:ext cx="146" cy="132"/>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p>
            </p:txBody>
          </p:sp>
          <p:sp>
            <p:nvSpPr>
              <p:cNvPr id="130275" name="Text Box 24"/>
              <p:cNvSpPr txBox="1">
                <a:spLocks noChangeArrowheads="1"/>
              </p:cNvSpPr>
              <p:nvPr/>
            </p:nvSpPr>
            <p:spPr bwMode="auto">
              <a:xfrm>
                <a:off x="2941" y="2425"/>
                <a:ext cx="235" cy="2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2000"/>
                  <a:t>D</a:t>
                </a:r>
                <a:endParaRPr lang="en-US"/>
              </a:p>
            </p:txBody>
          </p:sp>
        </p:grpSp>
      </p:grpSp>
      <p:grpSp>
        <p:nvGrpSpPr>
          <p:cNvPr id="130058" name="Group 25"/>
          <p:cNvGrpSpPr>
            <a:grpSpLocks/>
          </p:cNvGrpSpPr>
          <p:nvPr/>
        </p:nvGrpSpPr>
        <p:grpSpPr bwMode="auto">
          <a:xfrm>
            <a:off x="1090613" y="5029200"/>
            <a:ext cx="500062" cy="396875"/>
            <a:chOff x="2903" y="2884"/>
            <a:chExt cx="315" cy="250"/>
          </a:xfrm>
        </p:grpSpPr>
        <p:grpSp>
          <p:nvGrpSpPr>
            <p:cNvPr id="130259" name="Group 26"/>
            <p:cNvGrpSpPr>
              <a:grpSpLocks/>
            </p:cNvGrpSpPr>
            <p:nvPr/>
          </p:nvGrpSpPr>
          <p:grpSpPr bwMode="auto">
            <a:xfrm>
              <a:off x="2903" y="2938"/>
              <a:ext cx="315" cy="144"/>
              <a:chOff x="2903" y="2938"/>
              <a:chExt cx="315" cy="144"/>
            </a:xfrm>
          </p:grpSpPr>
          <p:sp>
            <p:nvSpPr>
              <p:cNvPr id="130263" name="Oval 27"/>
              <p:cNvSpPr>
                <a:spLocks noChangeArrowheads="1"/>
              </p:cNvSpPr>
              <p:nvPr/>
            </p:nvSpPr>
            <p:spPr bwMode="auto">
              <a:xfrm>
                <a:off x="2903" y="3001"/>
                <a:ext cx="312" cy="81"/>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30264" name="Line 28"/>
              <p:cNvSpPr>
                <a:spLocks noChangeShapeType="1"/>
              </p:cNvSpPr>
              <p:nvPr/>
            </p:nvSpPr>
            <p:spPr bwMode="auto">
              <a:xfrm>
                <a:off x="2903" y="2994"/>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30265" name="Line 29"/>
              <p:cNvSpPr>
                <a:spLocks noChangeShapeType="1"/>
              </p:cNvSpPr>
              <p:nvPr/>
            </p:nvSpPr>
            <p:spPr bwMode="auto">
              <a:xfrm>
                <a:off x="3215" y="2994"/>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30266" name="Rectangle 30"/>
              <p:cNvSpPr>
                <a:spLocks noChangeArrowheads="1"/>
              </p:cNvSpPr>
              <p:nvPr/>
            </p:nvSpPr>
            <p:spPr bwMode="auto">
              <a:xfrm>
                <a:off x="2903" y="2994"/>
                <a:ext cx="309" cy="49"/>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sz="2400"/>
              </a:p>
            </p:txBody>
          </p:sp>
          <p:sp>
            <p:nvSpPr>
              <p:cNvPr id="130267" name="Oval 31"/>
              <p:cNvSpPr>
                <a:spLocks noChangeArrowheads="1"/>
              </p:cNvSpPr>
              <p:nvPr/>
            </p:nvSpPr>
            <p:spPr bwMode="auto">
              <a:xfrm>
                <a:off x="2906" y="2938"/>
                <a:ext cx="312" cy="95"/>
              </a:xfrm>
              <a:prstGeom prst="ellipse">
                <a:avLst/>
              </a:prstGeom>
              <a:solidFill>
                <a:schemeClr val="hlink"/>
              </a:solidFill>
              <a:ln w="12700">
                <a:solidFill>
                  <a:schemeClr val="tx1"/>
                </a:solidFill>
                <a:round/>
                <a:headEnd/>
                <a:tailEnd/>
              </a:ln>
            </p:spPr>
            <p:txBody>
              <a:bodyPr wrap="none" anchor="ctr"/>
              <a:lstStyle/>
              <a:p>
                <a:endParaRPr lang="en-US"/>
              </a:p>
            </p:txBody>
          </p:sp>
        </p:grpSp>
        <p:grpSp>
          <p:nvGrpSpPr>
            <p:cNvPr id="130260" name="Group 32"/>
            <p:cNvGrpSpPr>
              <a:grpSpLocks/>
            </p:cNvGrpSpPr>
            <p:nvPr/>
          </p:nvGrpSpPr>
          <p:grpSpPr bwMode="auto">
            <a:xfrm>
              <a:off x="2949" y="2884"/>
              <a:ext cx="232" cy="250"/>
              <a:chOff x="2940" y="2425"/>
              <a:chExt cx="235" cy="250"/>
            </a:xfrm>
          </p:grpSpPr>
          <p:sp>
            <p:nvSpPr>
              <p:cNvPr id="130261" name="Rectangle 33"/>
              <p:cNvSpPr>
                <a:spLocks noChangeArrowheads="1"/>
              </p:cNvSpPr>
              <p:nvPr/>
            </p:nvSpPr>
            <p:spPr bwMode="auto">
              <a:xfrm>
                <a:off x="2982" y="2490"/>
                <a:ext cx="146" cy="132"/>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p>
            </p:txBody>
          </p:sp>
          <p:sp>
            <p:nvSpPr>
              <p:cNvPr id="130262" name="Text Box 34"/>
              <p:cNvSpPr txBox="1">
                <a:spLocks noChangeArrowheads="1"/>
              </p:cNvSpPr>
              <p:nvPr/>
            </p:nvSpPr>
            <p:spPr bwMode="auto">
              <a:xfrm>
                <a:off x="2940" y="2425"/>
                <a:ext cx="235" cy="2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2000"/>
                  <a:t>C</a:t>
                </a:r>
                <a:endParaRPr lang="en-US"/>
              </a:p>
            </p:txBody>
          </p:sp>
        </p:grpSp>
      </p:grpSp>
      <p:grpSp>
        <p:nvGrpSpPr>
          <p:cNvPr id="130059" name="Group 35"/>
          <p:cNvGrpSpPr>
            <a:grpSpLocks/>
          </p:cNvGrpSpPr>
          <p:nvPr/>
        </p:nvGrpSpPr>
        <p:grpSpPr bwMode="auto">
          <a:xfrm>
            <a:off x="1744663" y="4581525"/>
            <a:ext cx="501650" cy="396875"/>
            <a:chOff x="2217" y="2884"/>
            <a:chExt cx="316" cy="250"/>
          </a:xfrm>
        </p:grpSpPr>
        <p:sp>
          <p:nvSpPr>
            <p:cNvPr id="130251" name="Oval 36"/>
            <p:cNvSpPr>
              <a:spLocks noChangeArrowheads="1"/>
            </p:cNvSpPr>
            <p:nvPr/>
          </p:nvSpPr>
          <p:spPr bwMode="auto">
            <a:xfrm>
              <a:off x="2220" y="3005"/>
              <a:ext cx="313" cy="81"/>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30252" name="Line 37"/>
            <p:cNvSpPr>
              <a:spLocks noChangeShapeType="1"/>
            </p:cNvSpPr>
            <p:nvPr/>
          </p:nvSpPr>
          <p:spPr bwMode="auto">
            <a:xfrm>
              <a:off x="2220" y="2998"/>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30253" name="Line 38"/>
            <p:cNvSpPr>
              <a:spLocks noChangeShapeType="1"/>
            </p:cNvSpPr>
            <p:nvPr/>
          </p:nvSpPr>
          <p:spPr bwMode="auto">
            <a:xfrm>
              <a:off x="2533" y="2998"/>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30254" name="Rectangle 39"/>
            <p:cNvSpPr>
              <a:spLocks noChangeArrowheads="1"/>
            </p:cNvSpPr>
            <p:nvPr/>
          </p:nvSpPr>
          <p:spPr bwMode="auto">
            <a:xfrm>
              <a:off x="2220" y="2998"/>
              <a:ext cx="310" cy="49"/>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sz="2400"/>
            </a:p>
          </p:txBody>
        </p:sp>
        <p:sp>
          <p:nvSpPr>
            <p:cNvPr id="130255" name="Oval 40"/>
            <p:cNvSpPr>
              <a:spLocks noChangeArrowheads="1"/>
            </p:cNvSpPr>
            <p:nvPr/>
          </p:nvSpPr>
          <p:spPr bwMode="auto">
            <a:xfrm>
              <a:off x="2217" y="2939"/>
              <a:ext cx="313" cy="95"/>
            </a:xfrm>
            <a:prstGeom prst="ellipse">
              <a:avLst/>
            </a:prstGeom>
            <a:solidFill>
              <a:schemeClr val="hlink"/>
            </a:solidFill>
            <a:ln w="12700">
              <a:solidFill>
                <a:schemeClr val="tx1"/>
              </a:solidFill>
              <a:round/>
              <a:headEnd/>
              <a:tailEnd/>
            </a:ln>
          </p:spPr>
          <p:txBody>
            <a:bodyPr wrap="none" anchor="ctr"/>
            <a:lstStyle/>
            <a:p>
              <a:endParaRPr lang="en-US"/>
            </a:p>
          </p:txBody>
        </p:sp>
        <p:grpSp>
          <p:nvGrpSpPr>
            <p:cNvPr id="130256" name="Group 41"/>
            <p:cNvGrpSpPr>
              <a:grpSpLocks/>
            </p:cNvGrpSpPr>
            <p:nvPr/>
          </p:nvGrpSpPr>
          <p:grpSpPr bwMode="auto">
            <a:xfrm>
              <a:off x="2270" y="2884"/>
              <a:ext cx="223" cy="250"/>
              <a:chOff x="2945" y="2425"/>
              <a:chExt cx="226" cy="250"/>
            </a:xfrm>
          </p:grpSpPr>
          <p:sp>
            <p:nvSpPr>
              <p:cNvPr id="130257" name="Rectangle 42"/>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p>
            </p:txBody>
          </p:sp>
          <p:sp>
            <p:nvSpPr>
              <p:cNvPr id="130258" name="Text Box 43"/>
              <p:cNvSpPr txBox="1">
                <a:spLocks noChangeArrowheads="1"/>
              </p:cNvSpPr>
              <p:nvPr/>
            </p:nvSpPr>
            <p:spPr bwMode="auto">
              <a:xfrm>
                <a:off x="2945" y="2425"/>
                <a:ext cx="226" cy="2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2000"/>
                  <a:t>B</a:t>
                </a:r>
                <a:endParaRPr lang="en-US"/>
              </a:p>
            </p:txBody>
          </p:sp>
        </p:grpSp>
      </p:grpSp>
      <p:sp>
        <p:nvSpPr>
          <p:cNvPr id="130060" name="Text Box 44"/>
          <p:cNvSpPr txBox="1">
            <a:spLocks noChangeArrowheads="1"/>
          </p:cNvSpPr>
          <p:nvPr/>
        </p:nvSpPr>
        <p:spPr bwMode="auto">
          <a:xfrm>
            <a:off x="798513" y="4333875"/>
            <a:ext cx="282575" cy="30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400"/>
              <a:t>1</a:t>
            </a:r>
          </a:p>
        </p:txBody>
      </p:sp>
      <p:sp>
        <p:nvSpPr>
          <p:cNvPr id="130061" name="Freeform 45"/>
          <p:cNvSpPr>
            <a:spLocks/>
          </p:cNvSpPr>
          <p:nvPr/>
        </p:nvSpPr>
        <p:spPr bwMode="auto">
          <a:xfrm flipH="1">
            <a:off x="1482725" y="4479925"/>
            <a:ext cx="338138" cy="204788"/>
          </a:xfrm>
          <a:custGeom>
            <a:avLst/>
            <a:gdLst>
              <a:gd name="T0" fmla="*/ 0 w 342"/>
              <a:gd name="T1" fmla="*/ 2147483647 h 186"/>
              <a:gd name="T2" fmla="*/ 2147483647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chemeClr val="tx1"/>
            </a:solidFill>
            <a:round/>
            <a:headEnd type="none" w="med" len="med"/>
            <a:tailEnd type="triangle" w="med" len="me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sp>
        <p:nvSpPr>
          <p:cNvPr id="130062" name="Freeform 46"/>
          <p:cNvSpPr>
            <a:spLocks/>
          </p:cNvSpPr>
          <p:nvPr/>
        </p:nvSpPr>
        <p:spPr bwMode="auto">
          <a:xfrm flipH="1" flipV="1">
            <a:off x="1497013" y="4894263"/>
            <a:ext cx="314325" cy="228600"/>
          </a:xfrm>
          <a:custGeom>
            <a:avLst/>
            <a:gdLst>
              <a:gd name="T0" fmla="*/ 0 w 342"/>
              <a:gd name="T1" fmla="*/ 2147483647 h 186"/>
              <a:gd name="T2" fmla="*/ 2147483647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chemeClr val="tx1"/>
            </a:solidFill>
            <a:round/>
            <a:headEnd type="triangle" w="med" len="med"/>
            <a:tailEnd type="none" w="med" len="me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sp>
        <p:nvSpPr>
          <p:cNvPr id="130063" name="Freeform 47"/>
          <p:cNvSpPr>
            <a:spLocks/>
          </p:cNvSpPr>
          <p:nvPr/>
        </p:nvSpPr>
        <p:spPr bwMode="auto">
          <a:xfrm flipV="1">
            <a:off x="858838" y="4884738"/>
            <a:ext cx="323850" cy="247650"/>
          </a:xfrm>
          <a:custGeom>
            <a:avLst/>
            <a:gdLst>
              <a:gd name="T0" fmla="*/ 0 w 342"/>
              <a:gd name="T1" fmla="*/ 2147483647 h 186"/>
              <a:gd name="T2" fmla="*/ 2147483647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chemeClr val="tx1"/>
            </a:solidFill>
            <a:round/>
            <a:headEnd type="none" w="med" len="med"/>
            <a:tailEnd type="triangle" w="med" len="me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sp>
        <p:nvSpPr>
          <p:cNvPr id="130064" name="Text Box 48"/>
          <p:cNvSpPr txBox="1">
            <a:spLocks noChangeArrowheads="1"/>
          </p:cNvSpPr>
          <p:nvPr/>
        </p:nvSpPr>
        <p:spPr bwMode="auto">
          <a:xfrm>
            <a:off x="1627188" y="4343400"/>
            <a:ext cx="484187" cy="30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400"/>
              <a:t>1+e</a:t>
            </a:r>
          </a:p>
        </p:txBody>
      </p:sp>
      <p:sp>
        <p:nvSpPr>
          <p:cNvPr id="130065" name="Text Box 49"/>
          <p:cNvSpPr txBox="1">
            <a:spLocks noChangeArrowheads="1"/>
          </p:cNvSpPr>
          <p:nvPr/>
        </p:nvSpPr>
        <p:spPr bwMode="auto">
          <a:xfrm>
            <a:off x="1633538" y="4933950"/>
            <a:ext cx="282575" cy="30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400"/>
              <a:t>e</a:t>
            </a:r>
          </a:p>
        </p:txBody>
      </p:sp>
      <p:sp>
        <p:nvSpPr>
          <p:cNvPr id="130066" name="Text Box 50"/>
          <p:cNvSpPr txBox="1">
            <a:spLocks noChangeArrowheads="1"/>
          </p:cNvSpPr>
          <p:nvPr/>
        </p:nvSpPr>
        <p:spPr bwMode="auto">
          <a:xfrm>
            <a:off x="762000" y="4957763"/>
            <a:ext cx="282575" cy="30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400"/>
              <a:t>0</a:t>
            </a:r>
          </a:p>
        </p:txBody>
      </p:sp>
      <p:sp>
        <p:nvSpPr>
          <p:cNvPr id="130067" name="Line 51"/>
          <p:cNvSpPr>
            <a:spLocks noChangeShapeType="1"/>
          </p:cNvSpPr>
          <p:nvPr/>
        </p:nvSpPr>
        <p:spPr bwMode="auto">
          <a:xfrm flipV="1">
            <a:off x="1330325" y="5351463"/>
            <a:ext cx="0" cy="400050"/>
          </a:xfrm>
          <a:prstGeom prst="line">
            <a:avLst/>
          </a:prstGeom>
          <a:noFill/>
          <a:ln w="19050">
            <a:solidFill>
              <a:srgbClr val="FF0000"/>
            </a:solidFill>
            <a:round/>
            <a:headEnd/>
            <a:tailEnd type="triangle" w="med" len="med"/>
          </a:ln>
          <a:extLst>
            <a:ext uri="{909E8E84-426E-40dd-AFC4-6F175D3DCCD1}">
              <a14:hiddenFill xmlns:a14="http://schemas.microsoft.com/office/drawing/2010/main" xmlns="">
                <a:noFill/>
              </a14:hiddenFill>
            </a:ext>
          </a:extLst>
        </p:spPr>
        <p:txBody>
          <a:bodyPr wrap="none" anchor="ctr"/>
          <a:lstStyle/>
          <a:p>
            <a:endParaRPr lang="en-US"/>
          </a:p>
        </p:txBody>
      </p:sp>
      <p:sp>
        <p:nvSpPr>
          <p:cNvPr id="130068" name="Text Box 52"/>
          <p:cNvSpPr txBox="1">
            <a:spLocks noChangeArrowheads="1"/>
          </p:cNvSpPr>
          <p:nvPr/>
        </p:nvSpPr>
        <p:spPr bwMode="auto">
          <a:xfrm>
            <a:off x="1085850" y="5559425"/>
            <a:ext cx="311150" cy="3667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solidFill>
                  <a:srgbClr val="FF0000"/>
                </a:solidFill>
              </a:rPr>
              <a:t>e</a:t>
            </a:r>
            <a:endParaRPr lang="en-US"/>
          </a:p>
        </p:txBody>
      </p:sp>
      <p:sp>
        <p:nvSpPr>
          <p:cNvPr id="130069" name="Line 53"/>
          <p:cNvSpPr>
            <a:spLocks noChangeShapeType="1"/>
          </p:cNvSpPr>
          <p:nvPr/>
        </p:nvSpPr>
        <p:spPr bwMode="auto">
          <a:xfrm flipH="1" flipV="1">
            <a:off x="511175" y="4884738"/>
            <a:ext cx="4763" cy="338137"/>
          </a:xfrm>
          <a:prstGeom prst="line">
            <a:avLst/>
          </a:prstGeom>
          <a:noFill/>
          <a:ln w="19050">
            <a:solidFill>
              <a:srgbClr val="FF0000"/>
            </a:solidFill>
            <a:round/>
            <a:headEnd/>
            <a:tailEnd type="triangle" w="med" len="med"/>
          </a:ln>
          <a:extLst>
            <a:ext uri="{909E8E84-426E-40dd-AFC4-6F175D3DCCD1}">
              <a14:hiddenFill xmlns:a14="http://schemas.microsoft.com/office/drawing/2010/main" xmlns="">
                <a:noFill/>
              </a14:hiddenFill>
            </a:ext>
          </a:extLst>
        </p:spPr>
        <p:txBody>
          <a:bodyPr wrap="none" anchor="ctr"/>
          <a:lstStyle/>
          <a:p>
            <a:endParaRPr lang="en-US"/>
          </a:p>
        </p:txBody>
      </p:sp>
      <p:sp>
        <p:nvSpPr>
          <p:cNvPr id="130070" name="Text Box 54"/>
          <p:cNvSpPr txBox="1">
            <a:spLocks noChangeArrowheads="1"/>
          </p:cNvSpPr>
          <p:nvPr/>
        </p:nvSpPr>
        <p:spPr bwMode="auto">
          <a:xfrm>
            <a:off x="338138" y="5173663"/>
            <a:ext cx="3111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solidFill>
                  <a:srgbClr val="FF0000"/>
                </a:solidFill>
              </a:rPr>
              <a:t>1</a:t>
            </a:r>
            <a:endParaRPr lang="en-US"/>
          </a:p>
        </p:txBody>
      </p:sp>
      <p:sp>
        <p:nvSpPr>
          <p:cNvPr id="130071" name="Line 55"/>
          <p:cNvSpPr>
            <a:spLocks noChangeShapeType="1"/>
          </p:cNvSpPr>
          <p:nvPr/>
        </p:nvSpPr>
        <p:spPr bwMode="auto">
          <a:xfrm flipV="1">
            <a:off x="2030413" y="4918075"/>
            <a:ext cx="0" cy="428625"/>
          </a:xfrm>
          <a:prstGeom prst="line">
            <a:avLst/>
          </a:prstGeom>
          <a:noFill/>
          <a:ln w="19050">
            <a:solidFill>
              <a:srgbClr val="FF0000"/>
            </a:solidFill>
            <a:round/>
            <a:headEnd/>
            <a:tailEnd type="triangle" w="med" len="med"/>
          </a:ln>
          <a:extLst>
            <a:ext uri="{909E8E84-426E-40dd-AFC4-6F175D3DCCD1}">
              <a14:hiddenFill xmlns:a14="http://schemas.microsoft.com/office/drawing/2010/main" xmlns="">
                <a:noFill/>
              </a14:hiddenFill>
            </a:ext>
          </a:extLst>
        </p:spPr>
        <p:txBody>
          <a:bodyPr wrap="none" anchor="ctr"/>
          <a:lstStyle/>
          <a:p>
            <a:endParaRPr lang="en-US"/>
          </a:p>
        </p:txBody>
      </p:sp>
      <p:sp>
        <p:nvSpPr>
          <p:cNvPr id="130072" name="Text Box 56"/>
          <p:cNvSpPr txBox="1">
            <a:spLocks noChangeArrowheads="1"/>
          </p:cNvSpPr>
          <p:nvPr/>
        </p:nvSpPr>
        <p:spPr bwMode="auto">
          <a:xfrm>
            <a:off x="1871663" y="5278438"/>
            <a:ext cx="3111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solidFill>
                  <a:srgbClr val="FF0000"/>
                </a:solidFill>
              </a:rPr>
              <a:t>1</a:t>
            </a:r>
            <a:endParaRPr lang="en-US"/>
          </a:p>
        </p:txBody>
      </p:sp>
      <p:sp>
        <p:nvSpPr>
          <p:cNvPr id="130073" name="Freeform 57"/>
          <p:cNvSpPr>
            <a:spLocks/>
          </p:cNvSpPr>
          <p:nvPr/>
        </p:nvSpPr>
        <p:spPr bwMode="auto">
          <a:xfrm flipH="1" flipV="1">
            <a:off x="1401763" y="4851400"/>
            <a:ext cx="314325" cy="228600"/>
          </a:xfrm>
          <a:custGeom>
            <a:avLst/>
            <a:gdLst>
              <a:gd name="T0" fmla="*/ 0 w 342"/>
              <a:gd name="T1" fmla="*/ 2147483647 h 186"/>
              <a:gd name="T2" fmla="*/ 2147483647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chemeClr val="tx1"/>
            </a:solidFill>
            <a:round/>
            <a:headEnd type="none" w="med" len="med"/>
            <a:tailEnd type="triangle" w="med" len="me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sp>
        <p:nvSpPr>
          <p:cNvPr id="130074" name="Freeform 58"/>
          <p:cNvSpPr>
            <a:spLocks/>
          </p:cNvSpPr>
          <p:nvPr/>
        </p:nvSpPr>
        <p:spPr bwMode="auto">
          <a:xfrm flipH="1">
            <a:off x="949325" y="4860925"/>
            <a:ext cx="304800" cy="219075"/>
          </a:xfrm>
          <a:custGeom>
            <a:avLst/>
            <a:gdLst>
              <a:gd name="T0" fmla="*/ 0 w 342"/>
              <a:gd name="T1" fmla="*/ 2147483647 h 186"/>
              <a:gd name="T2" fmla="*/ 2147483647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chemeClr val="tx1"/>
            </a:solidFill>
            <a:round/>
            <a:headEnd type="none" w="med" len="med"/>
            <a:tailEnd type="triangle" w="med" len="me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sp>
        <p:nvSpPr>
          <p:cNvPr id="130075" name="Text Box 59"/>
          <p:cNvSpPr txBox="1">
            <a:spLocks noChangeArrowheads="1"/>
          </p:cNvSpPr>
          <p:nvPr/>
        </p:nvSpPr>
        <p:spPr bwMode="auto">
          <a:xfrm>
            <a:off x="1047750" y="4738688"/>
            <a:ext cx="282575" cy="30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400"/>
              <a:t>0</a:t>
            </a:r>
          </a:p>
        </p:txBody>
      </p:sp>
      <p:sp>
        <p:nvSpPr>
          <p:cNvPr id="130076" name="Text Box 60"/>
          <p:cNvSpPr txBox="1">
            <a:spLocks noChangeArrowheads="1"/>
          </p:cNvSpPr>
          <p:nvPr/>
        </p:nvSpPr>
        <p:spPr bwMode="auto">
          <a:xfrm>
            <a:off x="1390650" y="4730750"/>
            <a:ext cx="282575" cy="30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400"/>
              <a:t>0</a:t>
            </a:r>
          </a:p>
        </p:txBody>
      </p:sp>
      <p:sp>
        <p:nvSpPr>
          <p:cNvPr id="130077" name="Text Box 211"/>
          <p:cNvSpPr txBox="1">
            <a:spLocks noChangeArrowheads="1"/>
          </p:cNvSpPr>
          <p:nvPr/>
        </p:nvSpPr>
        <p:spPr bwMode="auto">
          <a:xfrm>
            <a:off x="908050" y="5824538"/>
            <a:ext cx="949325" cy="3968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2000" dirty="0">
                <a:solidFill>
                  <a:srgbClr val="000099"/>
                </a:solidFill>
              </a:rPr>
              <a:t>initially</a:t>
            </a:r>
            <a:endParaRPr lang="en-US" dirty="0">
              <a:solidFill>
                <a:srgbClr val="000099"/>
              </a:solidFill>
            </a:endParaRPr>
          </a:p>
        </p:txBody>
      </p:sp>
      <p:grpSp>
        <p:nvGrpSpPr>
          <p:cNvPr id="11" name="Group 298"/>
          <p:cNvGrpSpPr>
            <a:grpSpLocks/>
          </p:cNvGrpSpPr>
          <p:nvPr/>
        </p:nvGrpSpPr>
        <p:grpSpPr bwMode="auto">
          <a:xfrm>
            <a:off x="2544763" y="4189413"/>
            <a:ext cx="2195512" cy="2293937"/>
            <a:chOff x="1729" y="2639"/>
            <a:chExt cx="1383" cy="1445"/>
          </a:xfrm>
        </p:grpSpPr>
        <p:sp>
          <p:nvSpPr>
            <p:cNvPr id="130203" name="Freeform 61"/>
            <p:cNvSpPr>
              <a:spLocks/>
            </p:cNvSpPr>
            <p:nvPr/>
          </p:nvSpPr>
          <p:spPr bwMode="auto">
            <a:xfrm>
              <a:off x="1752" y="2639"/>
              <a:ext cx="1225" cy="854"/>
            </a:xfrm>
            <a:custGeom>
              <a:avLst/>
              <a:gdLst>
                <a:gd name="T0" fmla="*/ 0 w 1225"/>
                <a:gd name="T1" fmla="*/ 387 h 854"/>
                <a:gd name="T2" fmla="*/ 168 w 1225"/>
                <a:gd name="T3" fmla="*/ 162 h 854"/>
                <a:gd name="T4" fmla="*/ 486 w 1225"/>
                <a:gd name="T5" fmla="*/ 18 h 854"/>
                <a:gd name="T6" fmla="*/ 822 w 1225"/>
                <a:gd name="T7" fmla="*/ 30 h 854"/>
                <a:gd name="T8" fmla="*/ 1152 w 1225"/>
                <a:gd name="T9" fmla="*/ 267 h 854"/>
                <a:gd name="T10" fmla="*/ 1188 w 1225"/>
                <a:gd name="T11" fmla="*/ 537 h 854"/>
                <a:gd name="T12" fmla="*/ 927 w 1225"/>
                <a:gd name="T13" fmla="*/ 780 h 854"/>
                <a:gd name="T14" fmla="*/ 447 w 1225"/>
                <a:gd name="T15" fmla="*/ 837 h 854"/>
                <a:gd name="T16" fmla="*/ 177 w 1225"/>
                <a:gd name="T17" fmla="*/ 675 h 854"/>
                <a:gd name="T18" fmla="*/ 0 w 1225"/>
                <a:gd name="T19" fmla="*/ 387 h 85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225"/>
                <a:gd name="T31" fmla="*/ 0 h 854"/>
                <a:gd name="T32" fmla="*/ 1225 w 1225"/>
                <a:gd name="T33" fmla="*/ 854 h 85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225" h="854">
                  <a:moveTo>
                    <a:pt x="0" y="387"/>
                  </a:moveTo>
                  <a:cubicBezTo>
                    <a:pt x="0" y="243"/>
                    <a:pt x="87" y="223"/>
                    <a:pt x="168" y="162"/>
                  </a:cubicBezTo>
                  <a:cubicBezTo>
                    <a:pt x="249" y="101"/>
                    <a:pt x="377" y="40"/>
                    <a:pt x="486" y="18"/>
                  </a:cubicBezTo>
                  <a:cubicBezTo>
                    <a:pt x="615" y="6"/>
                    <a:pt x="684" y="0"/>
                    <a:pt x="822" y="30"/>
                  </a:cubicBezTo>
                  <a:cubicBezTo>
                    <a:pt x="960" y="60"/>
                    <a:pt x="1099" y="169"/>
                    <a:pt x="1152" y="267"/>
                  </a:cubicBezTo>
                  <a:cubicBezTo>
                    <a:pt x="1213" y="351"/>
                    <a:pt x="1225" y="452"/>
                    <a:pt x="1188" y="537"/>
                  </a:cubicBezTo>
                  <a:cubicBezTo>
                    <a:pt x="1151" y="622"/>
                    <a:pt x="1050" y="730"/>
                    <a:pt x="927" y="780"/>
                  </a:cubicBezTo>
                  <a:cubicBezTo>
                    <a:pt x="804" y="830"/>
                    <a:pt x="572" y="854"/>
                    <a:pt x="447" y="837"/>
                  </a:cubicBezTo>
                  <a:cubicBezTo>
                    <a:pt x="322" y="820"/>
                    <a:pt x="251" y="750"/>
                    <a:pt x="177" y="675"/>
                  </a:cubicBezTo>
                  <a:cubicBezTo>
                    <a:pt x="103" y="600"/>
                    <a:pt x="0" y="531"/>
                    <a:pt x="0" y="387"/>
                  </a:cubicBezTo>
                  <a:close/>
                </a:path>
              </a:pathLst>
            </a:custGeom>
            <a:solidFill>
              <a:srgbClr val="66CCFF"/>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sp>
          <p:nvSpPr>
            <p:cNvPr id="130204" name="Freeform 62"/>
            <p:cNvSpPr>
              <a:spLocks/>
            </p:cNvSpPr>
            <p:nvPr/>
          </p:nvSpPr>
          <p:spPr bwMode="auto">
            <a:xfrm>
              <a:off x="2010" y="2852"/>
              <a:ext cx="246" cy="132"/>
            </a:xfrm>
            <a:custGeom>
              <a:avLst/>
              <a:gdLst>
                <a:gd name="T0" fmla="*/ 0 w 342"/>
                <a:gd name="T1" fmla="*/ 9 h 186"/>
                <a:gd name="T2" fmla="*/ 17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chemeClr val="tx1"/>
              </a:solidFill>
              <a:round/>
              <a:headEnd type="none" w="med" len="med"/>
              <a:tailEnd type="triangle" w="med" len="me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grpSp>
          <p:nvGrpSpPr>
            <p:cNvPr id="130205" name="Group 63"/>
            <p:cNvGrpSpPr>
              <a:grpSpLocks/>
            </p:cNvGrpSpPr>
            <p:nvPr/>
          </p:nvGrpSpPr>
          <p:grpSpPr bwMode="auto">
            <a:xfrm>
              <a:off x="2203" y="2652"/>
              <a:ext cx="316" cy="250"/>
              <a:chOff x="1747" y="3190"/>
              <a:chExt cx="316" cy="250"/>
            </a:xfrm>
          </p:grpSpPr>
          <p:sp>
            <p:nvSpPr>
              <p:cNvPr id="130243" name="Oval 64"/>
              <p:cNvSpPr>
                <a:spLocks noChangeArrowheads="1"/>
              </p:cNvSpPr>
              <p:nvPr/>
            </p:nvSpPr>
            <p:spPr bwMode="auto">
              <a:xfrm>
                <a:off x="1750" y="3308"/>
                <a:ext cx="313" cy="81"/>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30244" name="Line 65"/>
              <p:cNvSpPr>
                <a:spLocks noChangeShapeType="1"/>
              </p:cNvSpPr>
              <p:nvPr/>
            </p:nvSpPr>
            <p:spPr bwMode="auto">
              <a:xfrm>
                <a:off x="1750" y="3301"/>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30245" name="Line 66"/>
              <p:cNvSpPr>
                <a:spLocks noChangeShapeType="1"/>
              </p:cNvSpPr>
              <p:nvPr/>
            </p:nvSpPr>
            <p:spPr bwMode="auto">
              <a:xfrm>
                <a:off x="2063" y="3301"/>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30246" name="Rectangle 67"/>
              <p:cNvSpPr>
                <a:spLocks noChangeArrowheads="1"/>
              </p:cNvSpPr>
              <p:nvPr/>
            </p:nvSpPr>
            <p:spPr bwMode="auto">
              <a:xfrm>
                <a:off x="1750" y="3301"/>
                <a:ext cx="310" cy="49"/>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sz="2400"/>
              </a:p>
            </p:txBody>
          </p:sp>
          <p:sp>
            <p:nvSpPr>
              <p:cNvPr id="130247" name="Oval 68"/>
              <p:cNvSpPr>
                <a:spLocks noChangeArrowheads="1"/>
              </p:cNvSpPr>
              <p:nvPr/>
            </p:nvSpPr>
            <p:spPr bwMode="auto">
              <a:xfrm>
                <a:off x="1747" y="3242"/>
                <a:ext cx="313" cy="95"/>
              </a:xfrm>
              <a:prstGeom prst="ellipse">
                <a:avLst/>
              </a:prstGeom>
              <a:solidFill>
                <a:schemeClr val="hlink"/>
              </a:solidFill>
              <a:ln w="12700">
                <a:solidFill>
                  <a:schemeClr val="tx1"/>
                </a:solidFill>
                <a:round/>
                <a:headEnd/>
                <a:tailEnd/>
              </a:ln>
            </p:spPr>
            <p:txBody>
              <a:bodyPr wrap="none" anchor="ctr"/>
              <a:lstStyle/>
              <a:p>
                <a:endParaRPr lang="en-US"/>
              </a:p>
            </p:txBody>
          </p:sp>
          <p:grpSp>
            <p:nvGrpSpPr>
              <p:cNvPr id="130248" name="Group 69"/>
              <p:cNvGrpSpPr>
                <a:grpSpLocks/>
              </p:cNvGrpSpPr>
              <p:nvPr/>
            </p:nvGrpSpPr>
            <p:grpSpPr bwMode="auto">
              <a:xfrm>
                <a:off x="1790" y="3190"/>
                <a:ext cx="223" cy="250"/>
                <a:chOff x="2945" y="2425"/>
                <a:chExt cx="226" cy="250"/>
              </a:xfrm>
            </p:grpSpPr>
            <p:sp>
              <p:nvSpPr>
                <p:cNvPr id="130249" name="Rectangle 70"/>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p>
              </p:txBody>
            </p:sp>
            <p:sp>
              <p:nvSpPr>
                <p:cNvPr id="130250" name="Text Box 71"/>
                <p:cNvSpPr txBox="1">
                  <a:spLocks noChangeArrowheads="1"/>
                </p:cNvSpPr>
                <p:nvPr/>
              </p:nvSpPr>
              <p:spPr bwMode="auto">
                <a:xfrm>
                  <a:off x="2945" y="2425"/>
                  <a:ext cx="226" cy="2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2000"/>
                    <a:t>A</a:t>
                  </a:r>
                  <a:endParaRPr lang="en-US"/>
                </a:p>
              </p:txBody>
            </p:sp>
          </p:grpSp>
        </p:grpSp>
        <p:grpSp>
          <p:nvGrpSpPr>
            <p:cNvPr id="130206" name="Group 72"/>
            <p:cNvGrpSpPr>
              <a:grpSpLocks/>
            </p:cNvGrpSpPr>
            <p:nvPr/>
          </p:nvGrpSpPr>
          <p:grpSpPr bwMode="auto">
            <a:xfrm>
              <a:off x="1795" y="2907"/>
              <a:ext cx="316" cy="250"/>
              <a:chOff x="2221" y="3571"/>
              <a:chExt cx="316" cy="250"/>
            </a:xfrm>
          </p:grpSpPr>
          <p:sp>
            <p:nvSpPr>
              <p:cNvPr id="130235" name="Oval 73"/>
              <p:cNvSpPr>
                <a:spLocks noChangeArrowheads="1"/>
              </p:cNvSpPr>
              <p:nvPr/>
            </p:nvSpPr>
            <p:spPr bwMode="auto">
              <a:xfrm>
                <a:off x="2224" y="3695"/>
                <a:ext cx="313" cy="81"/>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30236" name="Line 74"/>
              <p:cNvSpPr>
                <a:spLocks noChangeShapeType="1"/>
              </p:cNvSpPr>
              <p:nvPr/>
            </p:nvSpPr>
            <p:spPr bwMode="auto">
              <a:xfrm>
                <a:off x="2224" y="3688"/>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30237" name="Line 75"/>
              <p:cNvSpPr>
                <a:spLocks noChangeShapeType="1"/>
              </p:cNvSpPr>
              <p:nvPr/>
            </p:nvSpPr>
            <p:spPr bwMode="auto">
              <a:xfrm>
                <a:off x="2537" y="3688"/>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30238" name="Rectangle 76"/>
              <p:cNvSpPr>
                <a:spLocks noChangeArrowheads="1"/>
              </p:cNvSpPr>
              <p:nvPr/>
            </p:nvSpPr>
            <p:spPr bwMode="auto">
              <a:xfrm>
                <a:off x="2224" y="3688"/>
                <a:ext cx="310" cy="49"/>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sz="2400"/>
              </a:p>
            </p:txBody>
          </p:sp>
          <p:sp>
            <p:nvSpPr>
              <p:cNvPr id="130239" name="Oval 77"/>
              <p:cNvSpPr>
                <a:spLocks noChangeArrowheads="1"/>
              </p:cNvSpPr>
              <p:nvPr/>
            </p:nvSpPr>
            <p:spPr bwMode="auto">
              <a:xfrm>
                <a:off x="2221" y="3629"/>
                <a:ext cx="313" cy="95"/>
              </a:xfrm>
              <a:prstGeom prst="ellipse">
                <a:avLst/>
              </a:prstGeom>
              <a:solidFill>
                <a:schemeClr val="hlink"/>
              </a:solidFill>
              <a:ln w="12700">
                <a:solidFill>
                  <a:schemeClr val="tx1"/>
                </a:solidFill>
                <a:round/>
                <a:headEnd/>
                <a:tailEnd/>
              </a:ln>
            </p:spPr>
            <p:txBody>
              <a:bodyPr wrap="none" anchor="ctr"/>
              <a:lstStyle/>
              <a:p>
                <a:endParaRPr lang="en-US"/>
              </a:p>
            </p:txBody>
          </p:sp>
          <p:grpSp>
            <p:nvGrpSpPr>
              <p:cNvPr id="130240" name="Group 78"/>
              <p:cNvGrpSpPr>
                <a:grpSpLocks/>
              </p:cNvGrpSpPr>
              <p:nvPr/>
            </p:nvGrpSpPr>
            <p:grpSpPr bwMode="auto">
              <a:xfrm>
                <a:off x="2275" y="3571"/>
                <a:ext cx="232" cy="250"/>
                <a:chOff x="2941" y="2425"/>
                <a:chExt cx="235" cy="250"/>
              </a:xfrm>
            </p:grpSpPr>
            <p:sp>
              <p:nvSpPr>
                <p:cNvPr id="130241" name="Rectangle 79"/>
                <p:cNvSpPr>
                  <a:spLocks noChangeArrowheads="1"/>
                </p:cNvSpPr>
                <p:nvPr/>
              </p:nvSpPr>
              <p:spPr bwMode="auto">
                <a:xfrm>
                  <a:off x="2982" y="2490"/>
                  <a:ext cx="146" cy="132"/>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p>
              </p:txBody>
            </p:sp>
            <p:sp>
              <p:nvSpPr>
                <p:cNvPr id="130242" name="Text Box 80"/>
                <p:cNvSpPr txBox="1">
                  <a:spLocks noChangeArrowheads="1"/>
                </p:cNvSpPr>
                <p:nvPr/>
              </p:nvSpPr>
              <p:spPr bwMode="auto">
                <a:xfrm>
                  <a:off x="2941" y="2425"/>
                  <a:ext cx="235" cy="2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2000"/>
                    <a:t>D</a:t>
                  </a:r>
                  <a:endParaRPr lang="en-US"/>
                </a:p>
              </p:txBody>
            </p:sp>
          </p:grpSp>
        </p:grpSp>
        <p:grpSp>
          <p:nvGrpSpPr>
            <p:cNvPr id="130207" name="Group 81"/>
            <p:cNvGrpSpPr>
              <a:grpSpLocks/>
            </p:cNvGrpSpPr>
            <p:nvPr/>
          </p:nvGrpSpPr>
          <p:grpSpPr bwMode="auto">
            <a:xfrm>
              <a:off x="2195" y="3198"/>
              <a:ext cx="315" cy="250"/>
              <a:chOff x="2903" y="2884"/>
              <a:chExt cx="315" cy="250"/>
            </a:xfrm>
          </p:grpSpPr>
          <p:grpSp>
            <p:nvGrpSpPr>
              <p:cNvPr id="130226" name="Group 82"/>
              <p:cNvGrpSpPr>
                <a:grpSpLocks/>
              </p:cNvGrpSpPr>
              <p:nvPr/>
            </p:nvGrpSpPr>
            <p:grpSpPr bwMode="auto">
              <a:xfrm>
                <a:off x="2903" y="2938"/>
                <a:ext cx="315" cy="144"/>
                <a:chOff x="2903" y="2938"/>
                <a:chExt cx="315" cy="144"/>
              </a:xfrm>
            </p:grpSpPr>
            <p:sp>
              <p:nvSpPr>
                <p:cNvPr id="130230" name="Oval 83"/>
                <p:cNvSpPr>
                  <a:spLocks noChangeArrowheads="1"/>
                </p:cNvSpPr>
                <p:nvPr/>
              </p:nvSpPr>
              <p:spPr bwMode="auto">
                <a:xfrm>
                  <a:off x="2903" y="3001"/>
                  <a:ext cx="312" cy="81"/>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30231" name="Line 84"/>
                <p:cNvSpPr>
                  <a:spLocks noChangeShapeType="1"/>
                </p:cNvSpPr>
                <p:nvPr/>
              </p:nvSpPr>
              <p:spPr bwMode="auto">
                <a:xfrm>
                  <a:off x="2903" y="2994"/>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30232" name="Line 85"/>
                <p:cNvSpPr>
                  <a:spLocks noChangeShapeType="1"/>
                </p:cNvSpPr>
                <p:nvPr/>
              </p:nvSpPr>
              <p:spPr bwMode="auto">
                <a:xfrm>
                  <a:off x="3215" y="2994"/>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30233" name="Rectangle 86"/>
                <p:cNvSpPr>
                  <a:spLocks noChangeArrowheads="1"/>
                </p:cNvSpPr>
                <p:nvPr/>
              </p:nvSpPr>
              <p:spPr bwMode="auto">
                <a:xfrm>
                  <a:off x="2903" y="2994"/>
                  <a:ext cx="309" cy="49"/>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sz="2400"/>
                </a:p>
              </p:txBody>
            </p:sp>
            <p:sp>
              <p:nvSpPr>
                <p:cNvPr id="130234" name="Oval 87"/>
                <p:cNvSpPr>
                  <a:spLocks noChangeArrowheads="1"/>
                </p:cNvSpPr>
                <p:nvPr/>
              </p:nvSpPr>
              <p:spPr bwMode="auto">
                <a:xfrm>
                  <a:off x="2906" y="2938"/>
                  <a:ext cx="312" cy="95"/>
                </a:xfrm>
                <a:prstGeom prst="ellipse">
                  <a:avLst/>
                </a:prstGeom>
                <a:solidFill>
                  <a:schemeClr val="hlink"/>
                </a:solidFill>
                <a:ln w="12700">
                  <a:solidFill>
                    <a:schemeClr val="tx1"/>
                  </a:solidFill>
                  <a:round/>
                  <a:headEnd/>
                  <a:tailEnd/>
                </a:ln>
              </p:spPr>
              <p:txBody>
                <a:bodyPr wrap="none" anchor="ctr"/>
                <a:lstStyle/>
                <a:p>
                  <a:endParaRPr lang="en-US"/>
                </a:p>
              </p:txBody>
            </p:sp>
          </p:grpSp>
          <p:grpSp>
            <p:nvGrpSpPr>
              <p:cNvPr id="130227" name="Group 88"/>
              <p:cNvGrpSpPr>
                <a:grpSpLocks/>
              </p:cNvGrpSpPr>
              <p:nvPr/>
            </p:nvGrpSpPr>
            <p:grpSpPr bwMode="auto">
              <a:xfrm>
                <a:off x="2949" y="2884"/>
                <a:ext cx="232" cy="250"/>
                <a:chOff x="2940" y="2425"/>
                <a:chExt cx="235" cy="250"/>
              </a:xfrm>
            </p:grpSpPr>
            <p:sp>
              <p:nvSpPr>
                <p:cNvPr id="130228" name="Rectangle 89"/>
                <p:cNvSpPr>
                  <a:spLocks noChangeArrowheads="1"/>
                </p:cNvSpPr>
                <p:nvPr/>
              </p:nvSpPr>
              <p:spPr bwMode="auto">
                <a:xfrm>
                  <a:off x="2982" y="2490"/>
                  <a:ext cx="146" cy="132"/>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p>
              </p:txBody>
            </p:sp>
            <p:sp>
              <p:nvSpPr>
                <p:cNvPr id="130229" name="Text Box 90"/>
                <p:cNvSpPr txBox="1">
                  <a:spLocks noChangeArrowheads="1"/>
                </p:cNvSpPr>
                <p:nvPr/>
              </p:nvSpPr>
              <p:spPr bwMode="auto">
                <a:xfrm>
                  <a:off x="2940" y="2425"/>
                  <a:ext cx="235" cy="2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2000"/>
                    <a:t>C</a:t>
                  </a:r>
                  <a:endParaRPr lang="en-US"/>
                </a:p>
              </p:txBody>
            </p:sp>
          </p:grpSp>
        </p:grpSp>
        <p:grpSp>
          <p:nvGrpSpPr>
            <p:cNvPr id="130208" name="Group 91"/>
            <p:cNvGrpSpPr>
              <a:grpSpLocks/>
            </p:cNvGrpSpPr>
            <p:nvPr/>
          </p:nvGrpSpPr>
          <p:grpSpPr bwMode="auto">
            <a:xfrm>
              <a:off x="2607" y="2916"/>
              <a:ext cx="316" cy="250"/>
              <a:chOff x="2217" y="2884"/>
              <a:chExt cx="316" cy="250"/>
            </a:xfrm>
          </p:grpSpPr>
          <p:sp>
            <p:nvSpPr>
              <p:cNvPr id="130218" name="Oval 92"/>
              <p:cNvSpPr>
                <a:spLocks noChangeArrowheads="1"/>
              </p:cNvSpPr>
              <p:nvPr/>
            </p:nvSpPr>
            <p:spPr bwMode="auto">
              <a:xfrm>
                <a:off x="2220" y="3005"/>
                <a:ext cx="313" cy="81"/>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30219" name="Line 93"/>
              <p:cNvSpPr>
                <a:spLocks noChangeShapeType="1"/>
              </p:cNvSpPr>
              <p:nvPr/>
            </p:nvSpPr>
            <p:spPr bwMode="auto">
              <a:xfrm>
                <a:off x="2220" y="2998"/>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30220" name="Line 94"/>
              <p:cNvSpPr>
                <a:spLocks noChangeShapeType="1"/>
              </p:cNvSpPr>
              <p:nvPr/>
            </p:nvSpPr>
            <p:spPr bwMode="auto">
              <a:xfrm>
                <a:off x="2533" y="2998"/>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30221" name="Rectangle 95"/>
              <p:cNvSpPr>
                <a:spLocks noChangeArrowheads="1"/>
              </p:cNvSpPr>
              <p:nvPr/>
            </p:nvSpPr>
            <p:spPr bwMode="auto">
              <a:xfrm>
                <a:off x="2220" y="2998"/>
                <a:ext cx="310" cy="49"/>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sz="2400"/>
              </a:p>
            </p:txBody>
          </p:sp>
          <p:sp>
            <p:nvSpPr>
              <p:cNvPr id="130222" name="Oval 96"/>
              <p:cNvSpPr>
                <a:spLocks noChangeArrowheads="1"/>
              </p:cNvSpPr>
              <p:nvPr/>
            </p:nvSpPr>
            <p:spPr bwMode="auto">
              <a:xfrm>
                <a:off x="2217" y="2939"/>
                <a:ext cx="313" cy="95"/>
              </a:xfrm>
              <a:prstGeom prst="ellipse">
                <a:avLst/>
              </a:prstGeom>
              <a:solidFill>
                <a:schemeClr val="hlink"/>
              </a:solidFill>
              <a:ln w="12700">
                <a:solidFill>
                  <a:schemeClr val="tx1"/>
                </a:solidFill>
                <a:round/>
                <a:headEnd/>
                <a:tailEnd/>
              </a:ln>
            </p:spPr>
            <p:txBody>
              <a:bodyPr wrap="none" anchor="ctr"/>
              <a:lstStyle/>
              <a:p>
                <a:endParaRPr lang="en-US"/>
              </a:p>
            </p:txBody>
          </p:sp>
          <p:grpSp>
            <p:nvGrpSpPr>
              <p:cNvPr id="130223" name="Group 97"/>
              <p:cNvGrpSpPr>
                <a:grpSpLocks/>
              </p:cNvGrpSpPr>
              <p:nvPr/>
            </p:nvGrpSpPr>
            <p:grpSpPr bwMode="auto">
              <a:xfrm>
                <a:off x="2270" y="2884"/>
                <a:ext cx="223" cy="250"/>
                <a:chOff x="2945" y="2425"/>
                <a:chExt cx="226" cy="250"/>
              </a:xfrm>
            </p:grpSpPr>
            <p:sp>
              <p:nvSpPr>
                <p:cNvPr id="130224" name="Rectangle 98"/>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p>
              </p:txBody>
            </p:sp>
            <p:sp>
              <p:nvSpPr>
                <p:cNvPr id="130225" name="Text Box 99"/>
                <p:cNvSpPr txBox="1">
                  <a:spLocks noChangeArrowheads="1"/>
                </p:cNvSpPr>
                <p:nvPr/>
              </p:nvSpPr>
              <p:spPr bwMode="auto">
                <a:xfrm>
                  <a:off x="2945" y="2425"/>
                  <a:ext cx="226" cy="2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2000"/>
                    <a:t>B</a:t>
                  </a:r>
                  <a:endParaRPr lang="en-US"/>
                </a:p>
              </p:txBody>
            </p:sp>
          </p:grpSp>
        </p:grpSp>
        <p:sp>
          <p:nvSpPr>
            <p:cNvPr id="130209" name="Freeform 101"/>
            <p:cNvSpPr>
              <a:spLocks/>
            </p:cNvSpPr>
            <p:nvPr/>
          </p:nvSpPr>
          <p:spPr bwMode="auto">
            <a:xfrm flipH="1">
              <a:off x="2505" y="2819"/>
              <a:ext cx="198" cy="156"/>
            </a:xfrm>
            <a:custGeom>
              <a:avLst/>
              <a:gdLst>
                <a:gd name="T0" fmla="*/ 0 w 342"/>
                <a:gd name="T1" fmla="*/ 39 h 186"/>
                <a:gd name="T2" fmla="*/ 3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chemeClr val="tx1"/>
              </a:solidFill>
              <a:round/>
              <a:headEnd type="none" w="med" len="med"/>
              <a:tailEnd type="triangle" w="med" len="me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sp>
          <p:nvSpPr>
            <p:cNvPr id="130210" name="Freeform 102"/>
            <p:cNvSpPr>
              <a:spLocks/>
            </p:cNvSpPr>
            <p:nvPr/>
          </p:nvSpPr>
          <p:spPr bwMode="auto">
            <a:xfrm flipH="1" flipV="1">
              <a:off x="2484" y="3125"/>
              <a:ext cx="180" cy="141"/>
            </a:xfrm>
            <a:custGeom>
              <a:avLst/>
              <a:gdLst>
                <a:gd name="T0" fmla="*/ 0 w 342"/>
                <a:gd name="T1" fmla="*/ 15 h 186"/>
                <a:gd name="T2" fmla="*/ 1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chemeClr val="tx1"/>
              </a:solidFill>
              <a:round/>
              <a:headEnd type="triangle" w="med" len="med"/>
              <a:tailEnd type="none" w="med" len="me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sp>
          <p:nvSpPr>
            <p:cNvPr id="130211" name="Freeform 103"/>
            <p:cNvSpPr>
              <a:spLocks/>
            </p:cNvSpPr>
            <p:nvPr/>
          </p:nvSpPr>
          <p:spPr bwMode="auto">
            <a:xfrm flipV="1">
              <a:off x="2031" y="3107"/>
              <a:ext cx="204" cy="156"/>
            </a:xfrm>
            <a:custGeom>
              <a:avLst/>
              <a:gdLst>
                <a:gd name="T0" fmla="*/ 0 w 342"/>
                <a:gd name="T1" fmla="*/ 39 h 186"/>
                <a:gd name="T2" fmla="*/ 4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chemeClr val="tx1"/>
              </a:solidFill>
              <a:round/>
              <a:headEnd type="none" w="med" len="med"/>
              <a:tailEnd type="triangle" w="med" len="me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sp>
          <p:nvSpPr>
            <p:cNvPr id="130212" name="Freeform 107"/>
            <p:cNvSpPr>
              <a:spLocks/>
            </p:cNvSpPr>
            <p:nvPr/>
          </p:nvSpPr>
          <p:spPr bwMode="auto">
            <a:xfrm flipH="1" flipV="1">
              <a:off x="2400" y="3086"/>
              <a:ext cx="189" cy="153"/>
            </a:xfrm>
            <a:custGeom>
              <a:avLst/>
              <a:gdLst>
                <a:gd name="T0" fmla="*/ 0 w 342"/>
                <a:gd name="T1" fmla="*/ 32 h 186"/>
                <a:gd name="T2" fmla="*/ 2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chemeClr val="tx1"/>
              </a:solidFill>
              <a:round/>
              <a:headEnd type="none" w="med" len="med"/>
              <a:tailEnd type="triangle" w="med" len="me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sp>
          <p:nvSpPr>
            <p:cNvPr id="130213" name="Freeform 108"/>
            <p:cNvSpPr>
              <a:spLocks/>
            </p:cNvSpPr>
            <p:nvPr/>
          </p:nvSpPr>
          <p:spPr bwMode="auto">
            <a:xfrm flipH="1">
              <a:off x="2124" y="3083"/>
              <a:ext cx="174" cy="147"/>
            </a:xfrm>
            <a:custGeom>
              <a:avLst/>
              <a:gdLst>
                <a:gd name="T0" fmla="*/ 0 w 342"/>
                <a:gd name="T1" fmla="*/ 22 h 186"/>
                <a:gd name="T2" fmla="*/ 1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chemeClr val="tx1"/>
              </a:solidFill>
              <a:round/>
              <a:headEnd type="none" w="med" len="med"/>
              <a:tailEnd type="triangle" w="med" len="me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sp>
          <p:nvSpPr>
            <p:cNvPr id="130214" name="Text Box 212"/>
            <p:cNvSpPr txBox="1">
              <a:spLocks noChangeArrowheads="1"/>
            </p:cNvSpPr>
            <p:nvPr/>
          </p:nvSpPr>
          <p:spPr bwMode="auto">
            <a:xfrm>
              <a:off x="1729" y="3612"/>
              <a:ext cx="1383" cy="4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lnSpc>
                  <a:spcPct val="80000"/>
                </a:lnSpc>
              </a:pPr>
              <a:r>
                <a:rPr lang="en-US" sz="1800">
                  <a:solidFill>
                    <a:srgbClr val="000099"/>
                  </a:solidFill>
                  <a:latin typeface="Gill Sans MT" charset="0"/>
                </a:rPr>
                <a:t>given these costs,</a:t>
              </a:r>
            </a:p>
            <a:p>
              <a:pPr algn="ctr">
                <a:lnSpc>
                  <a:spcPct val="80000"/>
                </a:lnSpc>
              </a:pPr>
              <a:r>
                <a:rPr lang="en-US" sz="1800">
                  <a:solidFill>
                    <a:srgbClr val="000099"/>
                  </a:solidFill>
                  <a:latin typeface="Gill Sans MT" charset="0"/>
                </a:rPr>
                <a:t>find new routing….</a:t>
              </a:r>
            </a:p>
            <a:p>
              <a:pPr algn="ctr">
                <a:lnSpc>
                  <a:spcPct val="80000"/>
                </a:lnSpc>
              </a:pPr>
              <a:r>
                <a:rPr lang="en-US" sz="1800">
                  <a:solidFill>
                    <a:srgbClr val="000099"/>
                  </a:solidFill>
                  <a:latin typeface="Gill Sans MT" charset="0"/>
                </a:rPr>
                <a:t>resulting in new costs</a:t>
              </a:r>
            </a:p>
          </p:txBody>
        </p:sp>
        <p:sp>
          <p:nvSpPr>
            <p:cNvPr id="130215" name="Line 215"/>
            <p:cNvSpPr>
              <a:spLocks noChangeShapeType="1"/>
            </p:cNvSpPr>
            <p:nvPr/>
          </p:nvSpPr>
          <p:spPr bwMode="auto">
            <a:xfrm flipV="1">
              <a:off x="2358" y="3407"/>
              <a:ext cx="0" cy="156"/>
            </a:xfrm>
            <a:prstGeom prst="line">
              <a:avLst/>
            </a:prstGeom>
            <a:noFill/>
            <a:ln w="19050">
              <a:solidFill>
                <a:srgbClr val="FF0000"/>
              </a:solidFill>
              <a:round/>
              <a:headEnd/>
              <a:tailEnd type="triangle" w="med" len="med"/>
            </a:ln>
            <a:extLst>
              <a:ext uri="{909E8E84-426E-40dd-AFC4-6F175D3DCCD1}">
                <a14:hiddenFill xmlns:a14="http://schemas.microsoft.com/office/drawing/2010/main" xmlns="">
                  <a:noFill/>
                </a14:hiddenFill>
              </a:ext>
            </a:extLst>
          </p:spPr>
          <p:txBody>
            <a:bodyPr wrap="none" anchor="ctr"/>
            <a:lstStyle/>
            <a:p>
              <a:endParaRPr lang="en-US"/>
            </a:p>
          </p:txBody>
        </p:sp>
        <p:sp>
          <p:nvSpPr>
            <p:cNvPr id="130216" name="Line 216"/>
            <p:cNvSpPr>
              <a:spLocks noChangeShapeType="1"/>
            </p:cNvSpPr>
            <p:nvPr/>
          </p:nvSpPr>
          <p:spPr bwMode="auto">
            <a:xfrm flipV="1">
              <a:off x="1938" y="3119"/>
              <a:ext cx="0" cy="156"/>
            </a:xfrm>
            <a:prstGeom prst="line">
              <a:avLst/>
            </a:prstGeom>
            <a:noFill/>
            <a:ln w="19050">
              <a:solidFill>
                <a:srgbClr val="FF0000"/>
              </a:solidFill>
              <a:round/>
              <a:headEnd/>
              <a:tailEnd type="triangle" w="med" len="med"/>
            </a:ln>
            <a:extLst>
              <a:ext uri="{909E8E84-426E-40dd-AFC4-6F175D3DCCD1}">
                <a14:hiddenFill xmlns:a14="http://schemas.microsoft.com/office/drawing/2010/main" xmlns="">
                  <a:noFill/>
                </a14:hiddenFill>
              </a:ext>
            </a:extLst>
          </p:spPr>
          <p:txBody>
            <a:bodyPr wrap="none" anchor="ctr"/>
            <a:lstStyle/>
            <a:p>
              <a:endParaRPr lang="en-US"/>
            </a:p>
          </p:txBody>
        </p:sp>
        <p:sp>
          <p:nvSpPr>
            <p:cNvPr id="130217" name="Line 217"/>
            <p:cNvSpPr>
              <a:spLocks noChangeShapeType="1"/>
            </p:cNvSpPr>
            <p:nvPr/>
          </p:nvSpPr>
          <p:spPr bwMode="auto">
            <a:xfrm flipV="1">
              <a:off x="2778" y="3122"/>
              <a:ext cx="0" cy="156"/>
            </a:xfrm>
            <a:prstGeom prst="line">
              <a:avLst/>
            </a:prstGeom>
            <a:noFill/>
            <a:ln w="19050">
              <a:solidFill>
                <a:srgbClr val="FF0000"/>
              </a:solidFill>
              <a:round/>
              <a:headEnd/>
              <a:tailEnd type="triangle" w="med" len="med"/>
            </a:ln>
            <a:extLst>
              <a:ext uri="{909E8E84-426E-40dd-AFC4-6F175D3DCCD1}">
                <a14:hiddenFill xmlns:a14="http://schemas.microsoft.com/office/drawing/2010/main" xmlns="">
                  <a:noFill/>
                </a14:hiddenFill>
              </a:ext>
            </a:extLst>
          </p:spPr>
          <p:txBody>
            <a:bodyPr wrap="none" anchor="ctr"/>
            <a:lstStyle/>
            <a:p>
              <a:endParaRPr lang="en-US"/>
            </a:p>
          </p:txBody>
        </p:sp>
      </p:grpSp>
      <p:sp>
        <p:nvSpPr>
          <p:cNvPr id="130079" name="Freeform 288"/>
          <p:cNvSpPr>
            <a:spLocks/>
          </p:cNvSpPr>
          <p:nvPr/>
        </p:nvSpPr>
        <p:spPr bwMode="auto">
          <a:xfrm>
            <a:off x="1358900" y="4338638"/>
            <a:ext cx="609600" cy="828675"/>
          </a:xfrm>
          <a:custGeom>
            <a:avLst/>
            <a:gdLst>
              <a:gd name="T0" fmla="*/ 0 w 384"/>
              <a:gd name="T1" fmla="*/ 2147483647 h 522"/>
              <a:gd name="T2" fmla="*/ 2147483647 w 384"/>
              <a:gd name="T3" fmla="*/ 2147483647 h 522"/>
              <a:gd name="T4" fmla="*/ 2147483647 w 384"/>
              <a:gd name="T5" fmla="*/ 0 h 522"/>
              <a:gd name="T6" fmla="*/ 0 60000 65536"/>
              <a:gd name="T7" fmla="*/ 0 60000 65536"/>
              <a:gd name="T8" fmla="*/ 0 60000 65536"/>
              <a:gd name="T9" fmla="*/ 0 w 384"/>
              <a:gd name="T10" fmla="*/ 0 h 522"/>
              <a:gd name="T11" fmla="*/ 384 w 384"/>
              <a:gd name="T12" fmla="*/ 522 h 522"/>
            </a:gdLst>
            <a:ahLst/>
            <a:cxnLst>
              <a:cxn ang="T6">
                <a:pos x="T0" y="T1"/>
              </a:cxn>
              <a:cxn ang="T7">
                <a:pos x="T2" y="T3"/>
              </a:cxn>
              <a:cxn ang="T8">
                <a:pos x="T4" y="T5"/>
              </a:cxn>
            </a:cxnLst>
            <a:rect l="T9" t="T10" r="T11" b="T12"/>
            <a:pathLst>
              <a:path w="384" h="522">
                <a:moveTo>
                  <a:pt x="0" y="522"/>
                </a:moveTo>
                <a:lnTo>
                  <a:pt x="384" y="249"/>
                </a:lnTo>
                <a:lnTo>
                  <a:pt x="12" y="0"/>
                </a:lnTo>
              </a:path>
            </a:pathLst>
          </a:custGeom>
          <a:noFill/>
          <a:ln w="57150" cap="flat" cmpd="sng">
            <a:solidFill>
              <a:srgbClr val="CC0000"/>
            </a:solidFill>
            <a:prstDash val="solid"/>
            <a:round/>
            <a:headEnd type="none" w="med" len="med"/>
            <a:tailEnd type="triangle" w="med" len="med"/>
          </a:ln>
          <a:extLst>
            <a:ext uri="{909E8E84-426E-40dd-AFC4-6F175D3DCCD1}">
              <a14:hiddenFill xmlns:a14="http://schemas.microsoft.com/office/drawing/2010/main" xmlns="">
                <a:solidFill>
                  <a:srgbClr val="FFFFFF"/>
                </a:solidFill>
              </a14:hiddenFill>
            </a:ext>
          </a:extLst>
        </p:spPr>
        <p:txBody>
          <a:bodyPr wrap="none"/>
          <a:lstStyle/>
          <a:p>
            <a:endParaRPr lang="en-US"/>
          </a:p>
        </p:txBody>
      </p:sp>
      <p:sp>
        <p:nvSpPr>
          <p:cNvPr id="130080" name="Line 289"/>
          <p:cNvSpPr>
            <a:spLocks noChangeShapeType="1"/>
          </p:cNvSpPr>
          <p:nvPr/>
        </p:nvSpPr>
        <p:spPr bwMode="auto">
          <a:xfrm flipV="1">
            <a:off x="720725" y="4419600"/>
            <a:ext cx="447675" cy="242888"/>
          </a:xfrm>
          <a:prstGeom prst="line">
            <a:avLst/>
          </a:prstGeom>
          <a:noFill/>
          <a:ln w="57150">
            <a:solidFill>
              <a:srgbClr val="CC0000"/>
            </a:solidFill>
            <a:round/>
            <a:headEnd/>
            <a:tailEnd type="triangle" w="med" len="med"/>
          </a:ln>
          <a:extLst>
            <a:ext uri="{909E8E84-426E-40dd-AFC4-6F175D3DCCD1}">
              <a14:hiddenFill xmlns:a14="http://schemas.microsoft.com/office/drawing/2010/main" xmlns="">
                <a:noFill/>
              </a14:hiddenFill>
            </a:ext>
          </a:extLst>
        </p:spPr>
        <p:txBody>
          <a:bodyPr wrap="none"/>
          <a:lstStyle/>
          <a:p>
            <a:endParaRPr lang="en-US"/>
          </a:p>
        </p:txBody>
      </p:sp>
      <p:sp>
        <p:nvSpPr>
          <p:cNvPr id="721186" name="Freeform 290"/>
          <p:cNvSpPr>
            <a:spLocks/>
          </p:cNvSpPr>
          <p:nvPr/>
        </p:nvSpPr>
        <p:spPr bwMode="auto">
          <a:xfrm>
            <a:off x="2943225" y="4391025"/>
            <a:ext cx="1193800" cy="866775"/>
          </a:xfrm>
          <a:custGeom>
            <a:avLst/>
            <a:gdLst>
              <a:gd name="T0" fmla="*/ 2147483647 w 752"/>
              <a:gd name="T1" fmla="*/ 2147483647 h 546"/>
              <a:gd name="T2" fmla="*/ 2147483647 w 752"/>
              <a:gd name="T3" fmla="*/ 2147483647 h 546"/>
              <a:gd name="T4" fmla="*/ 0 w 752"/>
              <a:gd name="T5" fmla="*/ 2147483647 h 546"/>
              <a:gd name="T6" fmla="*/ 2147483647 w 752"/>
              <a:gd name="T7" fmla="*/ 0 h 546"/>
              <a:gd name="T8" fmla="*/ 0 60000 65536"/>
              <a:gd name="T9" fmla="*/ 0 60000 65536"/>
              <a:gd name="T10" fmla="*/ 0 60000 65536"/>
              <a:gd name="T11" fmla="*/ 0 60000 65536"/>
              <a:gd name="T12" fmla="*/ 0 w 752"/>
              <a:gd name="T13" fmla="*/ 0 h 546"/>
              <a:gd name="T14" fmla="*/ 752 w 752"/>
              <a:gd name="T15" fmla="*/ 546 h 546"/>
            </a:gdLst>
            <a:ahLst/>
            <a:cxnLst>
              <a:cxn ang="T8">
                <a:pos x="T0" y="T1"/>
              </a:cxn>
              <a:cxn ang="T9">
                <a:pos x="T2" y="T3"/>
              </a:cxn>
              <a:cxn ang="T10">
                <a:pos x="T4" y="T5"/>
              </a:cxn>
              <a:cxn ang="T11">
                <a:pos x="T6" y="T7"/>
              </a:cxn>
            </a:cxnLst>
            <a:rect l="T12" t="T13" r="T14" b="T15"/>
            <a:pathLst>
              <a:path w="752" h="546">
                <a:moveTo>
                  <a:pt x="752" y="264"/>
                </a:moveTo>
                <a:lnTo>
                  <a:pt x="383" y="546"/>
                </a:lnTo>
                <a:lnTo>
                  <a:pt x="0" y="248"/>
                </a:lnTo>
                <a:lnTo>
                  <a:pt x="383" y="0"/>
                </a:lnTo>
              </a:path>
            </a:pathLst>
          </a:custGeom>
          <a:noFill/>
          <a:ln w="57150" cap="flat" cmpd="sng">
            <a:solidFill>
              <a:srgbClr val="CC0000"/>
            </a:solidFill>
            <a:prstDash val="solid"/>
            <a:round/>
            <a:headEnd type="none" w="med" len="med"/>
            <a:tailEnd type="triangle" w="med" len="med"/>
          </a:ln>
          <a:extLst>
            <a:ext uri="{909E8E84-426E-40dd-AFC4-6F175D3DCCD1}">
              <a14:hiddenFill xmlns:a14="http://schemas.microsoft.com/office/drawing/2010/main" xmlns="">
                <a:solidFill>
                  <a:srgbClr val="FFFFFF"/>
                </a:solidFill>
              </a14:hiddenFill>
            </a:ext>
          </a:extLst>
        </p:spPr>
        <p:txBody>
          <a:bodyPr wrap="none"/>
          <a:lstStyle/>
          <a:p>
            <a:endParaRPr lang="en-US"/>
          </a:p>
        </p:txBody>
      </p:sp>
      <p:grpSp>
        <p:nvGrpSpPr>
          <p:cNvPr id="21" name="Group 291"/>
          <p:cNvGrpSpPr>
            <a:grpSpLocks/>
          </p:cNvGrpSpPr>
          <p:nvPr/>
        </p:nvGrpSpPr>
        <p:grpSpPr bwMode="auto">
          <a:xfrm>
            <a:off x="2768600" y="4376738"/>
            <a:ext cx="1430338" cy="966787"/>
            <a:chOff x="1870" y="2772"/>
            <a:chExt cx="901" cy="609"/>
          </a:xfrm>
        </p:grpSpPr>
        <p:sp>
          <p:nvSpPr>
            <p:cNvPr id="130197" name="Text Box 292"/>
            <p:cNvSpPr txBox="1">
              <a:spLocks noChangeArrowheads="1"/>
            </p:cNvSpPr>
            <p:nvPr/>
          </p:nvSpPr>
          <p:spPr bwMode="auto">
            <a:xfrm>
              <a:off x="1870" y="2772"/>
              <a:ext cx="305" cy="1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400"/>
                <a:t>2+e</a:t>
              </a:r>
            </a:p>
          </p:txBody>
        </p:sp>
        <p:sp>
          <p:nvSpPr>
            <p:cNvPr id="130198" name="Text Box 293"/>
            <p:cNvSpPr txBox="1">
              <a:spLocks noChangeArrowheads="1"/>
            </p:cNvSpPr>
            <p:nvPr/>
          </p:nvSpPr>
          <p:spPr bwMode="auto">
            <a:xfrm>
              <a:off x="2593" y="2793"/>
              <a:ext cx="178" cy="1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400"/>
                <a:t>0</a:t>
              </a:r>
            </a:p>
          </p:txBody>
        </p:sp>
        <p:sp>
          <p:nvSpPr>
            <p:cNvPr id="130199" name="Text Box 294"/>
            <p:cNvSpPr txBox="1">
              <a:spLocks noChangeArrowheads="1"/>
            </p:cNvSpPr>
            <p:nvPr/>
          </p:nvSpPr>
          <p:spPr bwMode="auto">
            <a:xfrm>
              <a:off x="2501" y="3189"/>
              <a:ext cx="178" cy="1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400"/>
                <a:t>0</a:t>
              </a:r>
            </a:p>
          </p:txBody>
        </p:sp>
        <p:sp>
          <p:nvSpPr>
            <p:cNvPr id="130200" name="Text Box 295"/>
            <p:cNvSpPr txBox="1">
              <a:spLocks noChangeArrowheads="1"/>
            </p:cNvSpPr>
            <p:nvPr/>
          </p:nvSpPr>
          <p:spPr bwMode="auto">
            <a:xfrm>
              <a:off x="1987" y="3153"/>
              <a:ext cx="178" cy="1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400"/>
                <a:t>0</a:t>
              </a:r>
            </a:p>
          </p:txBody>
        </p:sp>
        <p:sp>
          <p:nvSpPr>
            <p:cNvPr id="130201" name="Text Box 296"/>
            <p:cNvSpPr txBox="1">
              <a:spLocks noChangeArrowheads="1"/>
            </p:cNvSpPr>
            <p:nvPr/>
          </p:nvSpPr>
          <p:spPr bwMode="auto">
            <a:xfrm>
              <a:off x="2135" y="3009"/>
              <a:ext cx="305" cy="1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400"/>
                <a:t>1+e</a:t>
              </a:r>
            </a:p>
          </p:txBody>
        </p:sp>
        <p:sp>
          <p:nvSpPr>
            <p:cNvPr id="130202" name="Text Box 297"/>
            <p:cNvSpPr txBox="1">
              <a:spLocks noChangeArrowheads="1"/>
            </p:cNvSpPr>
            <p:nvPr/>
          </p:nvSpPr>
          <p:spPr bwMode="auto">
            <a:xfrm>
              <a:off x="2380" y="3003"/>
              <a:ext cx="178" cy="1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400"/>
                <a:t>1</a:t>
              </a:r>
            </a:p>
          </p:txBody>
        </p:sp>
      </p:grpSp>
      <p:grpSp>
        <p:nvGrpSpPr>
          <p:cNvPr id="22" name="Group 299"/>
          <p:cNvGrpSpPr>
            <a:grpSpLocks/>
          </p:cNvGrpSpPr>
          <p:nvPr/>
        </p:nvGrpSpPr>
        <p:grpSpPr bwMode="auto">
          <a:xfrm>
            <a:off x="4814888" y="4197350"/>
            <a:ext cx="2195512" cy="2293938"/>
            <a:chOff x="1729" y="2639"/>
            <a:chExt cx="1383" cy="1445"/>
          </a:xfrm>
        </p:grpSpPr>
        <p:sp>
          <p:nvSpPr>
            <p:cNvPr id="130149" name="Freeform 300"/>
            <p:cNvSpPr>
              <a:spLocks/>
            </p:cNvSpPr>
            <p:nvPr/>
          </p:nvSpPr>
          <p:spPr bwMode="auto">
            <a:xfrm>
              <a:off x="1752" y="2639"/>
              <a:ext cx="1225" cy="854"/>
            </a:xfrm>
            <a:custGeom>
              <a:avLst/>
              <a:gdLst>
                <a:gd name="T0" fmla="*/ 0 w 1225"/>
                <a:gd name="T1" fmla="*/ 387 h 854"/>
                <a:gd name="T2" fmla="*/ 168 w 1225"/>
                <a:gd name="T3" fmla="*/ 162 h 854"/>
                <a:gd name="T4" fmla="*/ 486 w 1225"/>
                <a:gd name="T5" fmla="*/ 18 h 854"/>
                <a:gd name="T6" fmla="*/ 822 w 1225"/>
                <a:gd name="T7" fmla="*/ 30 h 854"/>
                <a:gd name="T8" fmla="*/ 1152 w 1225"/>
                <a:gd name="T9" fmla="*/ 267 h 854"/>
                <a:gd name="T10" fmla="*/ 1188 w 1225"/>
                <a:gd name="T11" fmla="*/ 537 h 854"/>
                <a:gd name="T12" fmla="*/ 927 w 1225"/>
                <a:gd name="T13" fmla="*/ 780 h 854"/>
                <a:gd name="T14" fmla="*/ 447 w 1225"/>
                <a:gd name="T15" fmla="*/ 837 h 854"/>
                <a:gd name="T16" fmla="*/ 177 w 1225"/>
                <a:gd name="T17" fmla="*/ 675 h 854"/>
                <a:gd name="T18" fmla="*/ 0 w 1225"/>
                <a:gd name="T19" fmla="*/ 387 h 85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225"/>
                <a:gd name="T31" fmla="*/ 0 h 854"/>
                <a:gd name="T32" fmla="*/ 1225 w 1225"/>
                <a:gd name="T33" fmla="*/ 854 h 85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225" h="854">
                  <a:moveTo>
                    <a:pt x="0" y="387"/>
                  </a:moveTo>
                  <a:cubicBezTo>
                    <a:pt x="0" y="243"/>
                    <a:pt x="87" y="223"/>
                    <a:pt x="168" y="162"/>
                  </a:cubicBezTo>
                  <a:cubicBezTo>
                    <a:pt x="249" y="101"/>
                    <a:pt x="377" y="40"/>
                    <a:pt x="486" y="18"/>
                  </a:cubicBezTo>
                  <a:cubicBezTo>
                    <a:pt x="615" y="6"/>
                    <a:pt x="684" y="0"/>
                    <a:pt x="822" y="30"/>
                  </a:cubicBezTo>
                  <a:cubicBezTo>
                    <a:pt x="960" y="60"/>
                    <a:pt x="1099" y="169"/>
                    <a:pt x="1152" y="267"/>
                  </a:cubicBezTo>
                  <a:cubicBezTo>
                    <a:pt x="1213" y="351"/>
                    <a:pt x="1225" y="452"/>
                    <a:pt x="1188" y="537"/>
                  </a:cubicBezTo>
                  <a:cubicBezTo>
                    <a:pt x="1151" y="622"/>
                    <a:pt x="1050" y="730"/>
                    <a:pt x="927" y="780"/>
                  </a:cubicBezTo>
                  <a:cubicBezTo>
                    <a:pt x="804" y="830"/>
                    <a:pt x="572" y="854"/>
                    <a:pt x="447" y="837"/>
                  </a:cubicBezTo>
                  <a:cubicBezTo>
                    <a:pt x="322" y="820"/>
                    <a:pt x="251" y="750"/>
                    <a:pt x="177" y="675"/>
                  </a:cubicBezTo>
                  <a:cubicBezTo>
                    <a:pt x="103" y="600"/>
                    <a:pt x="0" y="531"/>
                    <a:pt x="0" y="387"/>
                  </a:cubicBezTo>
                  <a:close/>
                </a:path>
              </a:pathLst>
            </a:custGeom>
            <a:solidFill>
              <a:srgbClr val="66CCFF"/>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sp>
          <p:nvSpPr>
            <p:cNvPr id="130150" name="Freeform 301"/>
            <p:cNvSpPr>
              <a:spLocks/>
            </p:cNvSpPr>
            <p:nvPr/>
          </p:nvSpPr>
          <p:spPr bwMode="auto">
            <a:xfrm>
              <a:off x="2010" y="2852"/>
              <a:ext cx="246" cy="132"/>
            </a:xfrm>
            <a:custGeom>
              <a:avLst/>
              <a:gdLst>
                <a:gd name="T0" fmla="*/ 0 w 342"/>
                <a:gd name="T1" fmla="*/ 9 h 186"/>
                <a:gd name="T2" fmla="*/ 17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chemeClr val="tx1"/>
              </a:solidFill>
              <a:round/>
              <a:headEnd type="none" w="med" len="med"/>
              <a:tailEnd type="triangle" w="med" len="me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grpSp>
          <p:nvGrpSpPr>
            <p:cNvPr id="130151" name="Group 302"/>
            <p:cNvGrpSpPr>
              <a:grpSpLocks/>
            </p:cNvGrpSpPr>
            <p:nvPr/>
          </p:nvGrpSpPr>
          <p:grpSpPr bwMode="auto">
            <a:xfrm>
              <a:off x="2203" y="2652"/>
              <a:ext cx="316" cy="250"/>
              <a:chOff x="1747" y="3190"/>
              <a:chExt cx="316" cy="250"/>
            </a:xfrm>
          </p:grpSpPr>
          <p:sp>
            <p:nvSpPr>
              <p:cNvPr id="130189" name="Oval 303"/>
              <p:cNvSpPr>
                <a:spLocks noChangeArrowheads="1"/>
              </p:cNvSpPr>
              <p:nvPr/>
            </p:nvSpPr>
            <p:spPr bwMode="auto">
              <a:xfrm>
                <a:off x="1750" y="3308"/>
                <a:ext cx="313" cy="81"/>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30190" name="Line 304"/>
              <p:cNvSpPr>
                <a:spLocks noChangeShapeType="1"/>
              </p:cNvSpPr>
              <p:nvPr/>
            </p:nvSpPr>
            <p:spPr bwMode="auto">
              <a:xfrm>
                <a:off x="1750" y="3301"/>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30191" name="Line 305"/>
              <p:cNvSpPr>
                <a:spLocks noChangeShapeType="1"/>
              </p:cNvSpPr>
              <p:nvPr/>
            </p:nvSpPr>
            <p:spPr bwMode="auto">
              <a:xfrm>
                <a:off x="2063" y="3301"/>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30192" name="Rectangle 306"/>
              <p:cNvSpPr>
                <a:spLocks noChangeArrowheads="1"/>
              </p:cNvSpPr>
              <p:nvPr/>
            </p:nvSpPr>
            <p:spPr bwMode="auto">
              <a:xfrm>
                <a:off x="1750" y="3301"/>
                <a:ext cx="310" cy="49"/>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sz="2400"/>
              </a:p>
            </p:txBody>
          </p:sp>
          <p:sp>
            <p:nvSpPr>
              <p:cNvPr id="130193" name="Oval 307"/>
              <p:cNvSpPr>
                <a:spLocks noChangeArrowheads="1"/>
              </p:cNvSpPr>
              <p:nvPr/>
            </p:nvSpPr>
            <p:spPr bwMode="auto">
              <a:xfrm>
                <a:off x="1747" y="3242"/>
                <a:ext cx="313" cy="95"/>
              </a:xfrm>
              <a:prstGeom prst="ellipse">
                <a:avLst/>
              </a:prstGeom>
              <a:solidFill>
                <a:schemeClr val="hlink"/>
              </a:solidFill>
              <a:ln w="12700">
                <a:solidFill>
                  <a:schemeClr val="tx1"/>
                </a:solidFill>
                <a:round/>
                <a:headEnd/>
                <a:tailEnd/>
              </a:ln>
            </p:spPr>
            <p:txBody>
              <a:bodyPr wrap="none" anchor="ctr"/>
              <a:lstStyle/>
              <a:p>
                <a:endParaRPr lang="en-US"/>
              </a:p>
            </p:txBody>
          </p:sp>
          <p:grpSp>
            <p:nvGrpSpPr>
              <p:cNvPr id="130194" name="Group 308"/>
              <p:cNvGrpSpPr>
                <a:grpSpLocks/>
              </p:cNvGrpSpPr>
              <p:nvPr/>
            </p:nvGrpSpPr>
            <p:grpSpPr bwMode="auto">
              <a:xfrm>
                <a:off x="1790" y="3190"/>
                <a:ext cx="223" cy="250"/>
                <a:chOff x="2945" y="2425"/>
                <a:chExt cx="226" cy="250"/>
              </a:xfrm>
            </p:grpSpPr>
            <p:sp>
              <p:nvSpPr>
                <p:cNvPr id="130195" name="Rectangle 309"/>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p>
              </p:txBody>
            </p:sp>
            <p:sp>
              <p:nvSpPr>
                <p:cNvPr id="130196" name="Text Box 310"/>
                <p:cNvSpPr txBox="1">
                  <a:spLocks noChangeArrowheads="1"/>
                </p:cNvSpPr>
                <p:nvPr/>
              </p:nvSpPr>
              <p:spPr bwMode="auto">
                <a:xfrm>
                  <a:off x="2945" y="2425"/>
                  <a:ext cx="226" cy="2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2000"/>
                    <a:t>A</a:t>
                  </a:r>
                  <a:endParaRPr lang="en-US"/>
                </a:p>
              </p:txBody>
            </p:sp>
          </p:grpSp>
        </p:grpSp>
        <p:grpSp>
          <p:nvGrpSpPr>
            <p:cNvPr id="130152" name="Group 311"/>
            <p:cNvGrpSpPr>
              <a:grpSpLocks/>
            </p:cNvGrpSpPr>
            <p:nvPr/>
          </p:nvGrpSpPr>
          <p:grpSpPr bwMode="auto">
            <a:xfrm>
              <a:off x="1795" y="2907"/>
              <a:ext cx="316" cy="250"/>
              <a:chOff x="2221" y="3571"/>
              <a:chExt cx="316" cy="250"/>
            </a:xfrm>
          </p:grpSpPr>
          <p:sp>
            <p:nvSpPr>
              <p:cNvPr id="130181" name="Oval 312"/>
              <p:cNvSpPr>
                <a:spLocks noChangeArrowheads="1"/>
              </p:cNvSpPr>
              <p:nvPr/>
            </p:nvSpPr>
            <p:spPr bwMode="auto">
              <a:xfrm>
                <a:off x="2224" y="3695"/>
                <a:ext cx="313" cy="81"/>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30182" name="Line 313"/>
              <p:cNvSpPr>
                <a:spLocks noChangeShapeType="1"/>
              </p:cNvSpPr>
              <p:nvPr/>
            </p:nvSpPr>
            <p:spPr bwMode="auto">
              <a:xfrm>
                <a:off x="2224" y="3688"/>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30183" name="Line 314"/>
              <p:cNvSpPr>
                <a:spLocks noChangeShapeType="1"/>
              </p:cNvSpPr>
              <p:nvPr/>
            </p:nvSpPr>
            <p:spPr bwMode="auto">
              <a:xfrm>
                <a:off x="2537" y="3688"/>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30184" name="Rectangle 315"/>
              <p:cNvSpPr>
                <a:spLocks noChangeArrowheads="1"/>
              </p:cNvSpPr>
              <p:nvPr/>
            </p:nvSpPr>
            <p:spPr bwMode="auto">
              <a:xfrm>
                <a:off x="2224" y="3688"/>
                <a:ext cx="310" cy="49"/>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sz="2400"/>
              </a:p>
            </p:txBody>
          </p:sp>
          <p:sp>
            <p:nvSpPr>
              <p:cNvPr id="130185" name="Oval 316"/>
              <p:cNvSpPr>
                <a:spLocks noChangeArrowheads="1"/>
              </p:cNvSpPr>
              <p:nvPr/>
            </p:nvSpPr>
            <p:spPr bwMode="auto">
              <a:xfrm>
                <a:off x="2221" y="3629"/>
                <a:ext cx="313" cy="95"/>
              </a:xfrm>
              <a:prstGeom prst="ellipse">
                <a:avLst/>
              </a:prstGeom>
              <a:solidFill>
                <a:schemeClr val="hlink"/>
              </a:solidFill>
              <a:ln w="12700">
                <a:solidFill>
                  <a:schemeClr val="tx1"/>
                </a:solidFill>
                <a:round/>
                <a:headEnd/>
                <a:tailEnd/>
              </a:ln>
            </p:spPr>
            <p:txBody>
              <a:bodyPr wrap="none" anchor="ctr"/>
              <a:lstStyle/>
              <a:p>
                <a:endParaRPr lang="en-US"/>
              </a:p>
            </p:txBody>
          </p:sp>
          <p:grpSp>
            <p:nvGrpSpPr>
              <p:cNvPr id="130186" name="Group 317"/>
              <p:cNvGrpSpPr>
                <a:grpSpLocks/>
              </p:cNvGrpSpPr>
              <p:nvPr/>
            </p:nvGrpSpPr>
            <p:grpSpPr bwMode="auto">
              <a:xfrm>
                <a:off x="2275" y="3571"/>
                <a:ext cx="232" cy="250"/>
                <a:chOff x="2941" y="2425"/>
                <a:chExt cx="235" cy="250"/>
              </a:xfrm>
            </p:grpSpPr>
            <p:sp>
              <p:nvSpPr>
                <p:cNvPr id="130187" name="Rectangle 318"/>
                <p:cNvSpPr>
                  <a:spLocks noChangeArrowheads="1"/>
                </p:cNvSpPr>
                <p:nvPr/>
              </p:nvSpPr>
              <p:spPr bwMode="auto">
                <a:xfrm>
                  <a:off x="2982" y="2490"/>
                  <a:ext cx="146" cy="132"/>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p>
              </p:txBody>
            </p:sp>
            <p:sp>
              <p:nvSpPr>
                <p:cNvPr id="130188" name="Text Box 319"/>
                <p:cNvSpPr txBox="1">
                  <a:spLocks noChangeArrowheads="1"/>
                </p:cNvSpPr>
                <p:nvPr/>
              </p:nvSpPr>
              <p:spPr bwMode="auto">
                <a:xfrm>
                  <a:off x="2941" y="2425"/>
                  <a:ext cx="235" cy="2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2000"/>
                    <a:t>D</a:t>
                  </a:r>
                  <a:endParaRPr lang="en-US"/>
                </a:p>
              </p:txBody>
            </p:sp>
          </p:grpSp>
        </p:grpSp>
        <p:grpSp>
          <p:nvGrpSpPr>
            <p:cNvPr id="130153" name="Group 320"/>
            <p:cNvGrpSpPr>
              <a:grpSpLocks/>
            </p:cNvGrpSpPr>
            <p:nvPr/>
          </p:nvGrpSpPr>
          <p:grpSpPr bwMode="auto">
            <a:xfrm>
              <a:off x="2195" y="3198"/>
              <a:ext cx="315" cy="250"/>
              <a:chOff x="2903" y="2884"/>
              <a:chExt cx="315" cy="250"/>
            </a:xfrm>
          </p:grpSpPr>
          <p:grpSp>
            <p:nvGrpSpPr>
              <p:cNvPr id="130172" name="Group 321"/>
              <p:cNvGrpSpPr>
                <a:grpSpLocks/>
              </p:cNvGrpSpPr>
              <p:nvPr/>
            </p:nvGrpSpPr>
            <p:grpSpPr bwMode="auto">
              <a:xfrm>
                <a:off x="2903" y="2938"/>
                <a:ext cx="315" cy="144"/>
                <a:chOff x="2903" y="2938"/>
                <a:chExt cx="315" cy="144"/>
              </a:xfrm>
            </p:grpSpPr>
            <p:sp>
              <p:nvSpPr>
                <p:cNvPr id="130176" name="Oval 322"/>
                <p:cNvSpPr>
                  <a:spLocks noChangeArrowheads="1"/>
                </p:cNvSpPr>
                <p:nvPr/>
              </p:nvSpPr>
              <p:spPr bwMode="auto">
                <a:xfrm>
                  <a:off x="2903" y="3001"/>
                  <a:ext cx="312" cy="81"/>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30177" name="Line 323"/>
                <p:cNvSpPr>
                  <a:spLocks noChangeShapeType="1"/>
                </p:cNvSpPr>
                <p:nvPr/>
              </p:nvSpPr>
              <p:spPr bwMode="auto">
                <a:xfrm>
                  <a:off x="2903" y="2994"/>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30178" name="Line 324"/>
                <p:cNvSpPr>
                  <a:spLocks noChangeShapeType="1"/>
                </p:cNvSpPr>
                <p:nvPr/>
              </p:nvSpPr>
              <p:spPr bwMode="auto">
                <a:xfrm>
                  <a:off x="3215" y="2994"/>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30179" name="Rectangle 325"/>
                <p:cNvSpPr>
                  <a:spLocks noChangeArrowheads="1"/>
                </p:cNvSpPr>
                <p:nvPr/>
              </p:nvSpPr>
              <p:spPr bwMode="auto">
                <a:xfrm>
                  <a:off x="2903" y="2994"/>
                  <a:ext cx="309" cy="49"/>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sz="2400"/>
                </a:p>
              </p:txBody>
            </p:sp>
            <p:sp>
              <p:nvSpPr>
                <p:cNvPr id="130180" name="Oval 326"/>
                <p:cNvSpPr>
                  <a:spLocks noChangeArrowheads="1"/>
                </p:cNvSpPr>
                <p:nvPr/>
              </p:nvSpPr>
              <p:spPr bwMode="auto">
                <a:xfrm>
                  <a:off x="2906" y="2938"/>
                  <a:ext cx="312" cy="95"/>
                </a:xfrm>
                <a:prstGeom prst="ellipse">
                  <a:avLst/>
                </a:prstGeom>
                <a:solidFill>
                  <a:schemeClr val="hlink"/>
                </a:solidFill>
                <a:ln w="12700">
                  <a:solidFill>
                    <a:schemeClr val="tx1"/>
                  </a:solidFill>
                  <a:round/>
                  <a:headEnd/>
                  <a:tailEnd/>
                </a:ln>
              </p:spPr>
              <p:txBody>
                <a:bodyPr wrap="none" anchor="ctr"/>
                <a:lstStyle/>
                <a:p>
                  <a:endParaRPr lang="en-US"/>
                </a:p>
              </p:txBody>
            </p:sp>
          </p:grpSp>
          <p:grpSp>
            <p:nvGrpSpPr>
              <p:cNvPr id="130173" name="Group 327"/>
              <p:cNvGrpSpPr>
                <a:grpSpLocks/>
              </p:cNvGrpSpPr>
              <p:nvPr/>
            </p:nvGrpSpPr>
            <p:grpSpPr bwMode="auto">
              <a:xfrm>
                <a:off x="2949" y="2884"/>
                <a:ext cx="232" cy="250"/>
                <a:chOff x="2940" y="2425"/>
                <a:chExt cx="235" cy="250"/>
              </a:xfrm>
            </p:grpSpPr>
            <p:sp>
              <p:nvSpPr>
                <p:cNvPr id="130174" name="Rectangle 328"/>
                <p:cNvSpPr>
                  <a:spLocks noChangeArrowheads="1"/>
                </p:cNvSpPr>
                <p:nvPr/>
              </p:nvSpPr>
              <p:spPr bwMode="auto">
                <a:xfrm>
                  <a:off x="2982" y="2490"/>
                  <a:ext cx="146" cy="132"/>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p>
              </p:txBody>
            </p:sp>
            <p:sp>
              <p:nvSpPr>
                <p:cNvPr id="130175" name="Text Box 329"/>
                <p:cNvSpPr txBox="1">
                  <a:spLocks noChangeArrowheads="1"/>
                </p:cNvSpPr>
                <p:nvPr/>
              </p:nvSpPr>
              <p:spPr bwMode="auto">
                <a:xfrm>
                  <a:off x="2940" y="2425"/>
                  <a:ext cx="235" cy="2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2000"/>
                    <a:t>C</a:t>
                  </a:r>
                  <a:endParaRPr lang="en-US"/>
                </a:p>
              </p:txBody>
            </p:sp>
          </p:grpSp>
        </p:grpSp>
        <p:grpSp>
          <p:nvGrpSpPr>
            <p:cNvPr id="130154" name="Group 330"/>
            <p:cNvGrpSpPr>
              <a:grpSpLocks/>
            </p:cNvGrpSpPr>
            <p:nvPr/>
          </p:nvGrpSpPr>
          <p:grpSpPr bwMode="auto">
            <a:xfrm>
              <a:off x="2607" y="2916"/>
              <a:ext cx="316" cy="250"/>
              <a:chOff x="2217" y="2884"/>
              <a:chExt cx="316" cy="250"/>
            </a:xfrm>
          </p:grpSpPr>
          <p:sp>
            <p:nvSpPr>
              <p:cNvPr id="130164" name="Oval 331"/>
              <p:cNvSpPr>
                <a:spLocks noChangeArrowheads="1"/>
              </p:cNvSpPr>
              <p:nvPr/>
            </p:nvSpPr>
            <p:spPr bwMode="auto">
              <a:xfrm>
                <a:off x="2220" y="3005"/>
                <a:ext cx="313" cy="81"/>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30165" name="Line 332"/>
              <p:cNvSpPr>
                <a:spLocks noChangeShapeType="1"/>
              </p:cNvSpPr>
              <p:nvPr/>
            </p:nvSpPr>
            <p:spPr bwMode="auto">
              <a:xfrm>
                <a:off x="2220" y="2998"/>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30166" name="Line 333"/>
              <p:cNvSpPr>
                <a:spLocks noChangeShapeType="1"/>
              </p:cNvSpPr>
              <p:nvPr/>
            </p:nvSpPr>
            <p:spPr bwMode="auto">
              <a:xfrm>
                <a:off x="2533" y="2998"/>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30167" name="Rectangle 334"/>
              <p:cNvSpPr>
                <a:spLocks noChangeArrowheads="1"/>
              </p:cNvSpPr>
              <p:nvPr/>
            </p:nvSpPr>
            <p:spPr bwMode="auto">
              <a:xfrm>
                <a:off x="2220" y="2998"/>
                <a:ext cx="310" cy="49"/>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sz="2400"/>
              </a:p>
            </p:txBody>
          </p:sp>
          <p:sp>
            <p:nvSpPr>
              <p:cNvPr id="130168" name="Oval 335"/>
              <p:cNvSpPr>
                <a:spLocks noChangeArrowheads="1"/>
              </p:cNvSpPr>
              <p:nvPr/>
            </p:nvSpPr>
            <p:spPr bwMode="auto">
              <a:xfrm>
                <a:off x="2217" y="2939"/>
                <a:ext cx="313" cy="95"/>
              </a:xfrm>
              <a:prstGeom prst="ellipse">
                <a:avLst/>
              </a:prstGeom>
              <a:solidFill>
                <a:schemeClr val="hlink"/>
              </a:solidFill>
              <a:ln w="12700">
                <a:solidFill>
                  <a:schemeClr val="tx1"/>
                </a:solidFill>
                <a:round/>
                <a:headEnd/>
                <a:tailEnd/>
              </a:ln>
            </p:spPr>
            <p:txBody>
              <a:bodyPr wrap="none" anchor="ctr"/>
              <a:lstStyle/>
              <a:p>
                <a:endParaRPr lang="en-US"/>
              </a:p>
            </p:txBody>
          </p:sp>
          <p:grpSp>
            <p:nvGrpSpPr>
              <p:cNvPr id="130169" name="Group 336"/>
              <p:cNvGrpSpPr>
                <a:grpSpLocks/>
              </p:cNvGrpSpPr>
              <p:nvPr/>
            </p:nvGrpSpPr>
            <p:grpSpPr bwMode="auto">
              <a:xfrm>
                <a:off x="2270" y="2884"/>
                <a:ext cx="223" cy="250"/>
                <a:chOff x="2945" y="2425"/>
                <a:chExt cx="226" cy="250"/>
              </a:xfrm>
            </p:grpSpPr>
            <p:sp>
              <p:nvSpPr>
                <p:cNvPr id="130170" name="Rectangle 337"/>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p>
              </p:txBody>
            </p:sp>
            <p:sp>
              <p:nvSpPr>
                <p:cNvPr id="130171" name="Text Box 338"/>
                <p:cNvSpPr txBox="1">
                  <a:spLocks noChangeArrowheads="1"/>
                </p:cNvSpPr>
                <p:nvPr/>
              </p:nvSpPr>
              <p:spPr bwMode="auto">
                <a:xfrm>
                  <a:off x="2945" y="2425"/>
                  <a:ext cx="226" cy="2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2000"/>
                    <a:t>B</a:t>
                  </a:r>
                  <a:endParaRPr lang="en-US"/>
                </a:p>
              </p:txBody>
            </p:sp>
          </p:grpSp>
        </p:grpSp>
        <p:sp>
          <p:nvSpPr>
            <p:cNvPr id="130155" name="Freeform 339"/>
            <p:cNvSpPr>
              <a:spLocks/>
            </p:cNvSpPr>
            <p:nvPr/>
          </p:nvSpPr>
          <p:spPr bwMode="auto">
            <a:xfrm flipH="1">
              <a:off x="2505" y="2819"/>
              <a:ext cx="198" cy="156"/>
            </a:xfrm>
            <a:custGeom>
              <a:avLst/>
              <a:gdLst>
                <a:gd name="T0" fmla="*/ 0 w 342"/>
                <a:gd name="T1" fmla="*/ 39 h 186"/>
                <a:gd name="T2" fmla="*/ 3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chemeClr val="tx1"/>
              </a:solidFill>
              <a:round/>
              <a:headEnd type="none" w="med" len="med"/>
              <a:tailEnd type="triangle" w="med" len="me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sp>
          <p:nvSpPr>
            <p:cNvPr id="130156" name="Freeform 340"/>
            <p:cNvSpPr>
              <a:spLocks/>
            </p:cNvSpPr>
            <p:nvPr/>
          </p:nvSpPr>
          <p:spPr bwMode="auto">
            <a:xfrm flipH="1" flipV="1">
              <a:off x="2484" y="3125"/>
              <a:ext cx="180" cy="141"/>
            </a:xfrm>
            <a:custGeom>
              <a:avLst/>
              <a:gdLst>
                <a:gd name="T0" fmla="*/ 0 w 342"/>
                <a:gd name="T1" fmla="*/ 15 h 186"/>
                <a:gd name="T2" fmla="*/ 1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chemeClr val="tx1"/>
              </a:solidFill>
              <a:round/>
              <a:headEnd type="triangle" w="med" len="med"/>
              <a:tailEnd type="none" w="med" len="me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sp>
          <p:nvSpPr>
            <p:cNvPr id="130157" name="Freeform 341"/>
            <p:cNvSpPr>
              <a:spLocks/>
            </p:cNvSpPr>
            <p:nvPr/>
          </p:nvSpPr>
          <p:spPr bwMode="auto">
            <a:xfrm flipV="1">
              <a:off x="2031" y="3107"/>
              <a:ext cx="204" cy="156"/>
            </a:xfrm>
            <a:custGeom>
              <a:avLst/>
              <a:gdLst>
                <a:gd name="T0" fmla="*/ 0 w 342"/>
                <a:gd name="T1" fmla="*/ 39 h 186"/>
                <a:gd name="T2" fmla="*/ 4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chemeClr val="tx1"/>
              </a:solidFill>
              <a:round/>
              <a:headEnd type="none" w="med" len="med"/>
              <a:tailEnd type="triangle" w="med" len="me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sp>
          <p:nvSpPr>
            <p:cNvPr id="130158" name="Freeform 342"/>
            <p:cNvSpPr>
              <a:spLocks/>
            </p:cNvSpPr>
            <p:nvPr/>
          </p:nvSpPr>
          <p:spPr bwMode="auto">
            <a:xfrm flipH="1" flipV="1">
              <a:off x="2400" y="3086"/>
              <a:ext cx="189" cy="153"/>
            </a:xfrm>
            <a:custGeom>
              <a:avLst/>
              <a:gdLst>
                <a:gd name="T0" fmla="*/ 0 w 342"/>
                <a:gd name="T1" fmla="*/ 32 h 186"/>
                <a:gd name="T2" fmla="*/ 2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chemeClr val="tx1"/>
              </a:solidFill>
              <a:round/>
              <a:headEnd type="none" w="med" len="med"/>
              <a:tailEnd type="triangle" w="med" len="me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sp>
          <p:nvSpPr>
            <p:cNvPr id="130159" name="Freeform 343"/>
            <p:cNvSpPr>
              <a:spLocks/>
            </p:cNvSpPr>
            <p:nvPr/>
          </p:nvSpPr>
          <p:spPr bwMode="auto">
            <a:xfrm flipH="1">
              <a:off x="2124" y="3083"/>
              <a:ext cx="174" cy="147"/>
            </a:xfrm>
            <a:custGeom>
              <a:avLst/>
              <a:gdLst>
                <a:gd name="T0" fmla="*/ 0 w 342"/>
                <a:gd name="T1" fmla="*/ 22 h 186"/>
                <a:gd name="T2" fmla="*/ 1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chemeClr val="tx1"/>
              </a:solidFill>
              <a:round/>
              <a:headEnd type="none" w="med" len="med"/>
              <a:tailEnd type="triangle" w="med" len="me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sp>
          <p:nvSpPr>
            <p:cNvPr id="130160" name="Text Box 344"/>
            <p:cNvSpPr txBox="1">
              <a:spLocks noChangeArrowheads="1"/>
            </p:cNvSpPr>
            <p:nvPr/>
          </p:nvSpPr>
          <p:spPr bwMode="auto">
            <a:xfrm>
              <a:off x="1729" y="3612"/>
              <a:ext cx="1383" cy="4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lnSpc>
                  <a:spcPct val="80000"/>
                </a:lnSpc>
              </a:pPr>
              <a:r>
                <a:rPr lang="en-US" sz="1800">
                  <a:solidFill>
                    <a:srgbClr val="000099"/>
                  </a:solidFill>
                  <a:latin typeface="Gill Sans MT" charset="0"/>
                </a:rPr>
                <a:t>given these costs,</a:t>
              </a:r>
            </a:p>
            <a:p>
              <a:pPr algn="ctr">
                <a:lnSpc>
                  <a:spcPct val="80000"/>
                </a:lnSpc>
              </a:pPr>
              <a:r>
                <a:rPr lang="en-US" sz="1800">
                  <a:solidFill>
                    <a:srgbClr val="000099"/>
                  </a:solidFill>
                  <a:latin typeface="Gill Sans MT" charset="0"/>
                </a:rPr>
                <a:t>find new routing….</a:t>
              </a:r>
            </a:p>
            <a:p>
              <a:pPr algn="ctr">
                <a:lnSpc>
                  <a:spcPct val="80000"/>
                </a:lnSpc>
              </a:pPr>
              <a:r>
                <a:rPr lang="en-US" sz="1800">
                  <a:solidFill>
                    <a:srgbClr val="000099"/>
                  </a:solidFill>
                  <a:latin typeface="Gill Sans MT" charset="0"/>
                </a:rPr>
                <a:t>resulting in new costs</a:t>
              </a:r>
            </a:p>
          </p:txBody>
        </p:sp>
        <p:sp>
          <p:nvSpPr>
            <p:cNvPr id="130161" name="Line 345"/>
            <p:cNvSpPr>
              <a:spLocks noChangeShapeType="1"/>
            </p:cNvSpPr>
            <p:nvPr/>
          </p:nvSpPr>
          <p:spPr bwMode="auto">
            <a:xfrm flipV="1">
              <a:off x="2358" y="3407"/>
              <a:ext cx="0" cy="156"/>
            </a:xfrm>
            <a:prstGeom prst="line">
              <a:avLst/>
            </a:prstGeom>
            <a:noFill/>
            <a:ln w="19050">
              <a:solidFill>
                <a:srgbClr val="FF0000"/>
              </a:solidFill>
              <a:round/>
              <a:headEnd/>
              <a:tailEnd type="triangle" w="med" len="med"/>
            </a:ln>
            <a:extLst>
              <a:ext uri="{909E8E84-426E-40dd-AFC4-6F175D3DCCD1}">
                <a14:hiddenFill xmlns:a14="http://schemas.microsoft.com/office/drawing/2010/main" xmlns="">
                  <a:noFill/>
                </a14:hiddenFill>
              </a:ext>
            </a:extLst>
          </p:spPr>
          <p:txBody>
            <a:bodyPr wrap="none" anchor="ctr"/>
            <a:lstStyle/>
            <a:p>
              <a:endParaRPr lang="en-US"/>
            </a:p>
          </p:txBody>
        </p:sp>
        <p:sp>
          <p:nvSpPr>
            <p:cNvPr id="130162" name="Line 346"/>
            <p:cNvSpPr>
              <a:spLocks noChangeShapeType="1"/>
            </p:cNvSpPr>
            <p:nvPr/>
          </p:nvSpPr>
          <p:spPr bwMode="auto">
            <a:xfrm flipV="1">
              <a:off x="1938" y="3119"/>
              <a:ext cx="0" cy="156"/>
            </a:xfrm>
            <a:prstGeom prst="line">
              <a:avLst/>
            </a:prstGeom>
            <a:noFill/>
            <a:ln w="19050">
              <a:solidFill>
                <a:srgbClr val="FF0000"/>
              </a:solidFill>
              <a:round/>
              <a:headEnd/>
              <a:tailEnd type="triangle" w="med" len="med"/>
            </a:ln>
            <a:extLst>
              <a:ext uri="{909E8E84-426E-40dd-AFC4-6F175D3DCCD1}">
                <a14:hiddenFill xmlns:a14="http://schemas.microsoft.com/office/drawing/2010/main" xmlns="">
                  <a:noFill/>
                </a14:hiddenFill>
              </a:ext>
            </a:extLst>
          </p:spPr>
          <p:txBody>
            <a:bodyPr wrap="none" anchor="ctr"/>
            <a:lstStyle/>
            <a:p>
              <a:endParaRPr lang="en-US"/>
            </a:p>
          </p:txBody>
        </p:sp>
        <p:sp>
          <p:nvSpPr>
            <p:cNvPr id="130163" name="Line 347"/>
            <p:cNvSpPr>
              <a:spLocks noChangeShapeType="1"/>
            </p:cNvSpPr>
            <p:nvPr/>
          </p:nvSpPr>
          <p:spPr bwMode="auto">
            <a:xfrm flipV="1">
              <a:off x="2778" y="3122"/>
              <a:ext cx="0" cy="156"/>
            </a:xfrm>
            <a:prstGeom prst="line">
              <a:avLst/>
            </a:prstGeom>
            <a:noFill/>
            <a:ln w="19050">
              <a:solidFill>
                <a:srgbClr val="FF0000"/>
              </a:solidFill>
              <a:round/>
              <a:headEnd/>
              <a:tailEnd type="triangle" w="med" len="med"/>
            </a:ln>
            <a:extLst>
              <a:ext uri="{909E8E84-426E-40dd-AFC4-6F175D3DCCD1}">
                <a14:hiddenFill xmlns:a14="http://schemas.microsoft.com/office/drawing/2010/main" xmlns="">
                  <a:noFill/>
                </a14:hiddenFill>
              </a:ext>
            </a:extLst>
          </p:spPr>
          <p:txBody>
            <a:bodyPr wrap="none" anchor="ctr"/>
            <a:lstStyle/>
            <a:p>
              <a:endParaRPr lang="en-US"/>
            </a:p>
          </p:txBody>
        </p:sp>
      </p:grpSp>
      <p:sp>
        <p:nvSpPr>
          <p:cNvPr id="721124" name="Freeform 228"/>
          <p:cNvSpPr>
            <a:spLocks/>
          </p:cNvSpPr>
          <p:nvPr/>
        </p:nvSpPr>
        <p:spPr bwMode="auto">
          <a:xfrm>
            <a:off x="5219700" y="4332288"/>
            <a:ext cx="1181100" cy="952500"/>
          </a:xfrm>
          <a:custGeom>
            <a:avLst/>
            <a:gdLst>
              <a:gd name="T0" fmla="*/ 0 w 744"/>
              <a:gd name="T1" fmla="*/ 2147483647 h 600"/>
              <a:gd name="T2" fmla="*/ 2147483647 w 744"/>
              <a:gd name="T3" fmla="*/ 2147483647 h 600"/>
              <a:gd name="T4" fmla="*/ 2147483647 w 744"/>
              <a:gd name="T5" fmla="*/ 2147483647 h 600"/>
              <a:gd name="T6" fmla="*/ 2147483647 w 744"/>
              <a:gd name="T7" fmla="*/ 2147483647 h 600"/>
              <a:gd name="T8" fmla="*/ 2147483647 w 744"/>
              <a:gd name="T9" fmla="*/ 0 h 600"/>
              <a:gd name="T10" fmla="*/ 0 60000 65536"/>
              <a:gd name="T11" fmla="*/ 0 60000 65536"/>
              <a:gd name="T12" fmla="*/ 0 60000 65536"/>
              <a:gd name="T13" fmla="*/ 0 60000 65536"/>
              <a:gd name="T14" fmla="*/ 0 60000 65536"/>
              <a:gd name="T15" fmla="*/ 0 w 744"/>
              <a:gd name="T16" fmla="*/ 0 h 600"/>
              <a:gd name="T17" fmla="*/ 744 w 744"/>
              <a:gd name="T18" fmla="*/ 600 h 600"/>
            </a:gdLst>
            <a:ahLst/>
            <a:cxnLst>
              <a:cxn ang="T10">
                <a:pos x="T0" y="T1"/>
              </a:cxn>
              <a:cxn ang="T11">
                <a:pos x="T2" y="T3"/>
              </a:cxn>
              <a:cxn ang="T12">
                <a:pos x="T4" y="T5"/>
              </a:cxn>
              <a:cxn ang="T13">
                <a:pos x="T6" y="T7"/>
              </a:cxn>
              <a:cxn ang="T14">
                <a:pos x="T8" y="T9"/>
              </a:cxn>
            </a:cxnLst>
            <a:rect l="T15" t="T16" r="T17" b="T18"/>
            <a:pathLst>
              <a:path w="744" h="600">
                <a:moveTo>
                  <a:pt x="0" y="294"/>
                </a:moveTo>
                <a:lnTo>
                  <a:pt x="387" y="600"/>
                </a:lnTo>
                <a:lnTo>
                  <a:pt x="744" y="304"/>
                </a:lnTo>
                <a:lnTo>
                  <a:pt x="429" y="66"/>
                </a:lnTo>
                <a:lnTo>
                  <a:pt x="354" y="0"/>
                </a:lnTo>
              </a:path>
            </a:pathLst>
          </a:custGeom>
          <a:noFill/>
          <a:ln w="57150" cap="flat" cmpd="sng">
            <a:solidFill>
              <a:srgbClr val="CC0000"/>
            </a:solidFill>
            <a:prstDash val="solid"/>
            <a:round/>
            <a:headEnd type="none" w="med" len="med"/>
            <a:tailEnd type="triangle" w="med" len="med"/>
          </a:ln>
          <a:extLst>
            <a:ext uri="{909E8E84-426E-40dd-AFC4-6F175D3DCCD1}">
              <a14:hiddenFill xmlns:a14="http://schemas.microsoft.com/office/drawing/2010/main" xmlns="">
                <a:solidFill>
                  <a:srgbClr val="FFFFFF"/>
                </a:solidFill>
              </a14:hiddenFill>
            </a:ext>
          </a:extLst>
        </p:spPr>
        <p:txBody>
          <a:bodyPr wrap="none"/>
          <a:lstStyle/>
          <a:p>
            <a:endParaRPr lang="en-US"/>
          </a:p>
        </p:txBody>
      </p:sp>
      <p:grpSp>
        <p:nvGrpSpPr>
          <p:cNvPr id="721280" name="Group 348"/>
          <p:cNvGrpSpPr>
            <a:grpSpLocks/>
          </p:cNvGrpSpPr>
          <p:nvPr/>
        </p:nvGrpSpPr>
        <p:grpSpPr bwMode="auto">
          <a:xfrm>
            <a:off x="5137150" y="4410075"/>
            <a:ext cx="1493838" cy="990600"/>
            <a:chOff x="-186" y="1184"/>
            <a:chExt cx="941" cy="624"/>
          </a:xfrm>
        </p:grpSpPr>
        <p:sp>
          <p:nvSpPr>
            <p:cNvPr id="130143" name="Text Box 270"/>
            <p:cNvSpPr txBox="1">
              <a:spLocks noChangeArrowheads="1"/>
            </p:cNvSpPr>
            <p:nvPr/>
          </p:nvSpPr>
          <p:spPr bwMode="auto">
            <a:xfrm>
              <a:off x="-186" y="1199"/>
              <a:ext cx="178" cy="1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400"/>
                <a:t>0</a:t>
              </a:r>
            </a:p>
          </p:txBody>
        </p:sp>
        <p:sp>
          <p:nvSpPr>
            <p:cNvPr id="130144" name="Text Box 274"/>
            <p:cNvSpPr txBox="1">
              <a:spLocks noChangeArrowheads="1"/>
            </p:cNvSpPr>
            <p:nvPr/>
          </p:nvSpPr>
          <p:spPr bwMode="auto">
            <a:xfrm>
              <a:off x="450" y="1184"/>
              <a:ext cx="305" cy="1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400"/>
                <a:t>2+e</a:t>
              </a:r>
            </a:p>
          </p:txBody>
        </p:sp>
        <p:sp>
          <p:nvSpPr>
            <p:cNvPr id="130145" name="Text Box 275"/>
            <p:cNvSpPr txBox="1">
              <a:spLocks noChangeArrowheads="1"/>
            </p:cNvSpPr>
            <p:nvPr/>
          </p:nvSpPr>
          <p:spPr bwMode="auto">
            <a:xfrm>
              <a:off x="340" y="1616"/>
              <a:ext cx="305" cy="1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400"/>
                <a:t>1+e</a:t>
              </a:r>
            </a:p>
          </p:txBody>
        </p:sp>
        <p:sp>
          <p:nvSpPr>
            <p:cNvPr id="130146" name="Text Box 276"/>
            <p:cNvSpPr txBox="1">
              <a:spLocks noChangeArrowheads="1"/>
            </p:cNvSpPr>
            <p:nvPr/>
          </p:nvSpPr>
          <p:spPr bwMode="auto">
            <a:xfrm>
              <a:off x="-132" y="1580"/>
              <a:ext cx="178" cy="1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400"/>
                <a:t>1</a:t>
              </a:r>
            </a:p>
          </p:txBody>
        </p:sp>
        <p:sp>
          <p:nvSpPr>
            <p:cNvPr id="130147" name="Text Box 279"/>
            <p:cNvSpPr txBox="1">
              <a:spLocks noChangeArrowheads="1"/>
            </p:cNvSpPr>
            <p:nvPr/>
          </p:nvSpPr>
          <p:spPr bwMode="auto">
            <a:xfrm>
              <a:off x="79" y="1436"/>
              <a:ext cx="178" cy="1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400"/>
                <a:t>0</a:t>
              </a:r>
            </a:p>
          </p:txBody>
        </p:sp>
        <p:sp>
          <p:nvSpPr>
            <p:cNvPr id="130148" name="Text Box 280"/>
            <p:cNvSpPr txBox="1">
              <a:spLocks noChangeArrowheads="1"/>
            </p:cNvSpPr>
            <p:nvPr/>
          </p:nvSpPr>
          <p:spPr bwMode="auto">
            <a:xfrm>
              <a:off x="261" y="1430"/>
              <a:ext cx="178" cy="1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400"/>
                <a:t>0</a:t>
              </a:r>
            </a:p>
          </p:txBody>
        </p:sp>
      </p:grpSp>
      <p:grpSp>
        <p:nvGrpSpPr>
          <p:cNvPr id="721281" name="Group 349"/>
          <p:cNvGrpSpPr>
            <a:grpSpLocks/>
          </p:cNvGrpSpPr>
          <p:nvPr/>
        </p:nvGrpSpPr>
        <p:grpSpPr bwMode="auto">
          <a:xfrm>
            <a:off x="6967538" y="4195763"/>
            <a:ext cx="2195512" cy="2293937"/>
            <a:chOff x="1729" y="2639"/>
            <a:chExt cx="1383" cy="1445"/>
          </a:xfrm>
        </p:grpSpPr>
        <p:sp>
          <p:nvSpPr>
            <p:cNvPr id="130095" name="Freeform 350"/>
            <p:cNvSpPr>
              <a:spLocks/>
            </p:cNvSpPr>
            <p:nvPr/>
          </p:nvSpPr>
          <p:spPr bwMode="auto">
            <a:xfrm>
              <a:off x="1752" y="2639"/>
              <a:ext cx="1225" cy="854"/>
            </a:xfrm>
            <a:custGeom>
              <a:avLst/>
              <a:gdLst>
                <a:gd name="T0" fmla="*/ 0 w 1225"/>
                <a:gd name="T1" fmla="*/ 387 h 854"/>
                <a:gd name="T2" fmla="*/ 168 w 1225"/>
                <a:gd name="T3" fmla="*/ 162 h 854"/>
                <a:gd name="T4" fmla="*/ 486 w 1225"/>
                <a:gd name="T5" fmla="*/ 18 h 854"/>
                <a:gd name="T6" fmla="*/ 822 w 1225"/>
                <a:gd name="T7" fmla="*/ 30 h 854"/>
                <a:gd name="T8" fmla="*/ 1152 w 1225"/>
                <a:gd name="T9" fmla="*/ 267 h 854"/>
                <a:gd name="T10" fmla="*/ 1188 w 1225"/>
                <a:gd name="T11" fmla="*/ 537 h 854"/>
                <a:gd name="T12" fmla="*/ 927 w 1225"/>
                <a:gd name="T13" fmla="*/ 780 h 854"/>
                <a:gd name="T14" fmla="*/ 447 w 1225"/>
                <a:gd name="T15" fmla="*/ 837 h 854"/>
                <a:gd name="T16" fmla="*/ 177 w 1225"/>
                <a:gd name="T17" fmla="*/ 675 h 854"/>
                <a:gd name="T18" fmla="*/ 0 w 1225"/>
                <a:gd name="T19" fmla="*/ 387 h 85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225"/>
                <a:gd name="T31" fmla="*/ 0 h 854"/>
                <a:gd name="T32" fmla="*/ 1225 w 1225"/>
                <a:gd name="T33" fmla="*/ 854 h 85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225" h="854">
                  <a:moveTo>
                    <a:pt x="0" y="387"/>
                  </a:moveTo>
                  <a:cubicBezTo>
                    <a:pt x="0" y="243"/>
                    <a:pt x="87" y="223"/>
                    <a:pt x="168" y="162"/>
                  </a:cubicBezTo>
                  <a:cubicBezTo>
                    <a:pt x="249" y="101"/>
                    <a:pt x="377" y="40"/>
                    <a:pt x="486" y="18"/>
                  </a:cubicBezTo>
                  <a:cubicBezTo>
                    <a:pt x="615" y="6"/>
                    <a:pt x="684" y="0"/>
                    <a:pt x="822" y="30"/>
                  </a:cubicBezTo>
                  <a:cubicBezTo>
                    <a:pt x="960" y="60"/>
                    <a:pt x="1099" y="169"/>
                    <a:pt x="1152" y="267"/>
                  </a:cubicBezTo>
                  <a:cubicBezTo>
                    <a:pt x="1213" y="351"/>
                    <a:pt x="1225" y="452"/>
                    <a:pt x="1188" y="537"/>
                  </a:cubicBezTo>
                  <a:cubicBezTo>
                    <a:pt x="1151" y="622"/>
                    <a:pt x="1050" y="730"/>
                    <a:pt x="927" y="780"/>
                  </a:cubicBezTo>
                  <a:cubicBezTo>
                    <a:pt x="804" y="830"/>
                    <a:pt x="572" y="854"/>
                    <a:pt x="447" y="837"/>
                  </a:cubicBezTo>
                  <a:cubicBezTo>
                    <a:pt x="322" y="820"/>
                    <a:pt x="251" y="750"/>
                    <a:pt x="177" y="675"/>
                  </a:cubicBezTo>
                  <a:cubicBezTo>
                    <a:pt x="103" y="600"/>
                    <a:pt x="0" y="531"/>
                    <a:pt x="0" y="387"/>
                  </a:cubicBezTo>
                  <a:close/>
                </a:path>
              </a:pathLst>
            </a:custGeom>
            <a:solidFill>
              <a:srgbClr val="66CCFF"/>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sp>
          <p:nvSpPr>
            <p:cNvPr id="130096" name="Freeform 351"/>
            <p:cNvSpPr>
              <a:spLocks/>
            </p:cNvSpPr>
            <p:nvPr/>
          </p:nvSpPr>
          <p:spPr bwMode="auto">
            <a:xfrm>
              <a:off x="2010" y="2852"/>
              <a:ext cx="246" cy="132"/>
            </a:xfrm>
            <a:custGeom>
              <a:avLst/>
              <a:gdLst>
                <a:gd name="T0" fmla="*/ 0 w 342"/>
                <a:gd name="T1" fmla="*/ 9 h 186"/>
                <a:gd name="T2" fmla="*/ 17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chemeClr val="tx1"/>
              </a:solidFill>
              <a:round/>
              <a:headEnd type="none" w="med" len="med"/>
              <a:tailEnd type="triangle" w="med" len="me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grpSp>
          <p:nvGrpSpPr>
            <p:cNvPr id="130097" name="Group 352"/>
            <p:cNvGrpSpPr>
              <a:grpSpLocks/>
            </p:cNvGrpSpPr>
            <p:nvPr/>
          </p:nvGrpSpPr>
          <p:grpSpPr bwMode="auto">
            <a:xfrm>
              <a:off x="2203" y="2652"/>
              <a:ext cx="316" cy="250"/>
              <a:chOff x="1747" y="3190"/>
              <a:chExt cx="316" cy="250"/>
            </a:xfrm>
          </p:grpSpPr>
          <p:sp>
            <p:nvSpPr>
              <p:cNvPr id="130135" name="Oval 353"/>
              <p:cNvSpPr>
                <a:spLocks noChangeArrowheads="1"/>
              </p:cNvSpPr>
              <p:nvPr/>
            </p:nvSpPr>
            <p:spPr bwMode="auto">
              <a:xfrm>
                <a:off x="1750" y="3308"/>
                <a:ext cx="313" cy="81"/>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30136" name="Line 354"/>
              <p:cNvSpPr>
                <a:spLocks noChangeShapeType="1"/>
              </p:cNvSpPr>
              <p:nvPr/>
            </p:nvSpPr>
            <p:spPr bwMode="auto">
              <a:xfrm>
                <a:off x="1750" y="3301"/>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30137" name="Line 355"/>
              <p:cNvSpPr>
                <a:spLocks noChangeShapeType="1"/>
              </p:cNvSpPr>
              <p:nvPr/>
            </p:nvSpPr>
            <p:spPr bwMode="auto">
              <a:xfrm>
                <a:off x="2063" y="3301"/>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30138" name="Rectangle 356"/>
              <p:cNvSpPr>
                <a:spLocks noChangeArrowheads="1"/>
              </p:cNvSpPr>
              <p:nvPr/>
            </p:nvSpPr>
            <p:spPr bwMode="auto">
              <a:xfrm>
                <a:off x="1750" y="3301"/>
                <a:ext cx="310" cy="49"/>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sz="2400"/>
              </a:p>
            </p:txBody>
          </p:sp>
          <p:sp>
            <p:nvSpPr>
              <p:cNvPr id="130139" name="Oval 357"/>
              <p:cNvSpPr>
                <a:spLocks noChangeArrowheads="1"/>
              </p:cNvSpPr>
              <p:nvPr/>
            </p:nvSpPr>
            <p:spPr bwMode="auto">
              <a:xfrm>
                <a:off x="1747" y="3242"/>
                <a:ext cx="313" cy="95"/>
              </a:xfrm>
              <a:prstGeom prst="ellipse">
                <a:avLst/>
              </a:prstGeom>
              <a:solidFill>
                <a:schemeClr val="hlink"/>
              </a:solidFill>
              <a:ln w="12700">
                <a:solidFill>
                  <a:schemeClr val="tx1"/>
                </a:solidFill>
                <a:round/>
                <a:headEnd/>
                <a:tailEnd/>
              </a:ln>
            </p:spPr>
            <p:txBody>
              <a:bodyPr wrap="none" anchor="ctr"/>
              <a:lstStyle/>
              <a:p>
                <a:endParaRPr lang="en-US"/>
              </a:p>
            </p:txBody>
          </p:sp>
          <p:grpSp>
            <p:nvGrpSpPr>
              <p:cNvPr id="130140" name="Group 358"/>
              <p:cNvGrpSpPr>
                <a:grpSpLocks/>
              </p:cNvGrpSpPr>
              <p:nvPr/>
            </p:nvGrpSpPr>
            <p:grpSpPr bwMode="auto">
              <a:xfrm>
                <a:off x="1790" y="3190"/>
                <a:ext cx="223" cy="250"/>
                <a:chOff x="2945" y="2425"/>
                <a:chExt cx="226" cy="250"/>
              </a:xfrm>
            </p:grpSpPr>
            <p:sp>
              <p:nvSpPr>
                <p:cNvPr id="130141" name="Rectangle 359"/>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p>
              </p:txBody>
            </p:sp>
            <p:sp>
              <p:nvSpPr>
                <p:cNvPr id="130142" name="Text Box 360"/>
                <p:cNvSpPr txBox="1">
                  <a:spLocks noChangeArrowheads="1"/>
                </p:cNvSpPr>
                <p:nvPr/>
              </p:nvSpPr>
              <p:spPr bwMode="auto">
                <a:xfrm>
                  <a:off x="2945" y="2425"/>
                  <a:ext cx="226" cy="2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2000"/>
                    <a:t>A</a:t>
                  </a:r>
                  <a:endParaRPr lang="en-US"/>
                </a:p>
              </p:txBody>
            </p:sp>
          </p:grpSp>
        </p:grpSp>
        <p:grpSp>
          <p:nvGrpSpPr>
            <p:cNvPr id="130098" name="Group 361"/>
            <p:cNvGrpSpPr>
              <a:grpSpLocks/>
            </p:cNvGrpSpPr>
            <p:nvPr/>
          </p:nvGrpSpPr>
          <p:grpSpPr bwMode="auto">
            <a:xfrm>
              <a:off x="1795" y="2907"/>
              <a:ext cx="316" cy="250"/>
              <a:chOff x="2221" y="3571"/>
              <a:chExt cx="316" cy="250"/>
            </a:xfrm>
          </p:grpSpPr>
          <p:sp>
            <p:nvSpPr>
              <p:cNvPr id="130127" name="Oval 362"/>
              <p:cNvSpPr>
                <a:spLocks noChangeArrowheads="1"/>
              </p:cNvSpPr>
              <p:nvPr/>
            </p:nvSpPr>
            <p:spPr bwMode="auto">
              <a:xfrm>
                <a:off x="2224" y="3695"/>
                <a:ext cx="313" cy="81"/>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30128" name="Line 363"/>
              <p:cNvSpPr>
                <a:spLocks noChangeShapeType="1"/>
              </p:cNvSpPr>
              <p:nvPr/>
            </p:nvSpPr>
            <p:spPr bwMode="auto">
              <a:xfrm>
                <a:off x="2224" y="3688"/>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30129" name="Line 364"/>
              <p:cNvSpPr>
                <a:spLocks noChangeShapeType="1"/>
              </p:cNvSpPr>
              <p:nvPr/>
            </p:nvSpPr>
            <p:spPr bwMode="auto">
              <a:xfrm>
                <a:off x="2537" y="3688"/>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30130" name="Rectangle 365"/>
              <p:cNvSpPr>
                <a:spLocks noChangeArrowheads="1"/>
              </p:cNvSpPr>
              <p:nvPr/>
            </p:nvSpPr>
            <p:spPr bwMode="auto">
              <a:xfrm>
                <a:off x="2224" y="3688"/>
                <a:ext cx="310" cy="49"/>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sz="2400"/>
              </a:p>
            </p:txBody>
          </p:sp>
          <p:sp>
            <p:nvSpPr>
              <p:cNvPr id="130131" name="Oval 366"/>
              <p:cNvSpPr>
                <a:spLocks noChangeArrowheads="1"/>
              </p:cNvSpPr>
              <p:nvPr/>
            </p:nvSpPr>
            <p:spPr bwMode="auto">
              <a:xfrm>
                <a:off x="2221" y="3629"/>
                <a:ext cx="313" cy="95"/>
              </a:xfrm>
              <a:prstGeom prst="ellipse">
                <a:avLst/>
              </a:prstGeom>
              <a:solidFill>
                <a:schemeClr val="hlink"/>
              </a:solidFill>
              <a:ln w="12700">
                <a:solidFill>
                  <a:schemeClr val="tx1"/>
                </a:solidFill>
                <a:round/>
                <a:headEnd/>
                <a:tailEnd/>
              </a:ln>
            </p:spPr>
            <p:txBody>
              <a:bodyPr wrap="none" anchor="ctr"/>
              <a:lstStyle/>
              <a:p>
                <a:endParaRPr lang="en-US"/>
              </a:p>
            </p:txBody>
          </p:sp>
          <p:grpSp>
            <p:nvGrpSpPr>
              <p:cNvPr id="130132" name="Group 367"/>
              <p:cNvGrpSpPr>
                <a:grpSpLocks/>
              </p:cNvGrpSpPr>
              <p:nvPr/>
            </p:nvGrpSpPr>
            <p:grpSpPr bwMode="auto">
              <a:xfrm>
                <a:off x="2275" y="3571"/>
                <a:ext cx="232" cy="250"/>
                <a:chOff x="2941" y="2425"/>
                <a:chExt cx="235" cy="250"/>
              </a:xfrm>
            </p:grpSpPr>
            <p:sp>
              <p:nvSpPr>
                <p:cNvPr id="130133" name="Rectangle 368"/>
                <p:cNvSpPr>
                  <a:spLocks noChangeArrowheads="1"/>
                </p:cNvSpPr>
                <p:nvPr/>
              </p:nvSpPr>
              <p:spPr bwMode="auto">
                <a:xfrm>
                  <a:off x="2982" y="2490"/>
                  <a:ext cx="146" cy="132"/>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p>
              </p:txBody>
            </p:sp>
            <p:sp>
              <p:nvSpPr>
                <p:cNvPr id="130134" name="Text Box 369"/>
                <p:cNvSpPr txBox="1">
                  <a:spLocks noChangeArrowheads="1"/>
                </p:cNvSpPr>
                <p:nvPr/>
              </p:nvSpPr>
              <p:spPr bwMode="auto">
                <a:xfrm>
                  <a:off x="2941" y="2425"/>
                  <a:ext cx="235" cy="2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2000"/>
                    <a:t>D</a:t>
                  </a:r>
                  <a:endParaRPr lang="en-US"/>
                </a:p>
              </p:txBody>
            </p:sp>
          </p:grpSp>
        </p:grpSp>
        <p:grpSp>
          <p:nvGrpSpPr>
            <p:cNvPr id="130099" name="Group 370"/>
            <p:cNvGrpSpPr>
              <a:grpSpLocks/>
            </p:cNvGrpSpPr>
            <p:nvPr/>
          </p:nvGrpSpPr>
          <p:grpSpPr bwMode="auto">
            <a:xfrm>
              <a:off x="2195" y="3198"/>
              <a:ext cx="315" cy="250"/>
              <a:chOff x="2903" y="2884"/>
              <a:chExt cx="315" cy="250"/>
            </a:xfrm>
          </p:grpSpPr>
          <p:grpSp>
            <p:nvGrpSpPr>
              <p:cNvPr id="130118" name="Group 371"/>
              <p:cNvGrpSpPr>
                <a:grpSpLocks/>
              </p:cNvGrpSpPr>
              <p:nvPr/>
            </p:nvGrpSpPr>
            <p:grpSpPr bwMode="auto">
              <a:xfrm>
                <a:off x="2903" y="2938"/>
                <a:ext cx="315" cy="144"/>
                <a:chOff x="2903" y="2938"/>
                <a:chExt cx="315" cy="144"/>
              </a:xfrm>
            </p:grpSpPr>
            <p:sp>
              <p:nvSpPr>
                <p:cNvPr id="130122" name="Oval 372"/>
                <p:cNvSpPr>
                  <a:spLocks noChangeArrowheads="1"/>
                </p:cNvSpPr>
                <p:nvPr/>
              </p:nvSpPr>
              <p:spPr bwMode="auto">
                <a:xfrm>
                  <a:off x="2903" y="3001"/>
                  <a:ext cx="312" cy="81"/>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30123" name="Line 373"/>
                <p:cNvSpPr>
                  <a:spLocks noChangeShapeType="1"/>
                </p:cNvSpPr>
                <p:nvPr/>
              </p:nvSpPr>
              <p:spPr bwMode="auto">
                <a:xfrm>
                  <a:off x="2903" y="2994"/>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30124" name="Line 374"/>
                <p:cNvSpPr>
                  <a:spLocks noChangeShapeType="1"/>
                </p:cNvSpPr>
                <p:nvPr/>
              </p:nvSpPr>
              <p:spPr bwMode="auto">
                <a:xfrm>
                  <a:off x="3215" y="2994"/>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30125" name="Rectangle 375"/>
                <p:cNvSpPr>
                  <a:spLocks noChangeArrowheads="1"/>
                </p:cNvSpPr>
                <p:nvPr/>
              </p:nvSpPr>
              <p:spPr bwMode="auto">
                <a:xfrm>
                  <a:off x="2903" y="2994"/>
                  <a:ext cx="309" cy="49"/>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sz="2400"/>
                </a:p>
              </p:txBody>
            </p:sp>
            <p:sp>
              <p:nvSpPr>
                <p:cNvPr id="130126" name="Oval 376"/>
                <p:cNvSpPr>
                  <a:spLocks noChangeArrowheads="1"/>
                </p:cNvSpPr>
                <p:nvPr/>
              </p:nvSpPr>
              <p:spPr bwMode="auto">
                <a:xfrm>
                  <a:off x="2906" y="2938"/>
                  <a:ext cx="312" cy="95"/>
                </a:xfrm>
                <a:prstGeom prst="ellipse">
                  <a:avLst/>
                </a:prstGeom>
                <a:solidFill>
                  <a:schemeClr val="hlink"/>
                </a:solidFill>
                <a:ln w="12700">
                  <a:solidFill>
                    <a:schemeClr val="tx1"/>
                  </a:solidFill>
                  <a:round/>
                  <a:headEnd/>
                  <a:tailEnd/>
                </a:ln>
              </p:spPr>
              <p:txBody>
                <a:bodyPr wrap="none" anchor="ctr"/>
                <a:lstStyle/>
                <a:p>
                  <a:endParaRPr lang="en-US"/>
                </a:p>
              </p:txBody>
            </p:sp>
          </p:grpSp>
          <p:grpSp>
            <p:nvGrpSpPr>
              <p:cNvPr id="130119" name="Group 377"/>
              <p:cNvGrpSpPr>
                <a:grpSpLocks/>
              </p:cNvGrpSpPr>
              <p:nvPr/>
            </p:nvGrpSpPr>
            <p:grpSpPr bwMode="auto">
              <a:xfrm>
                <a:off x="2949" y="2884"/>
                <a:ext cx="232" cy="250"/>
                <a:chOff x="2940" y="2425"/>
                <a:chExt cx="235" cy="250"/>
              </a:xfrm>
            </p:grpSpPr>
            <p:sp>
              <p:nvSpPr>
                <p:cNvPr id="130120" name="Rectangle 378"/>
                <p:cNvSpPr>
                  <a:spLocks noChangeArrowheads="1"/>
                </p:cNvSpPr>
                <p:nvPr/>
              </p:nvSpPr>
              <p:spPr bwMode="auto">
                <a:xfrm>
                  <a:off x="2982" y="2490"/>
                  <a:ext cx="146" cy="132"/>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p>
              </p:txBody>
            </p:sp>
            <p:sp>
              <p:nvSpPr>
                <p:cNvPr id="130121" name="Text Box 379"/>
                <p:cNvSpPr txBox="1">
                  <a:spLocks noChangeArrowheads="1"/>
                </p:cNvSpPr>
                <p:nvPr/>
              </p:nvSpPr>
              <p:spPr bwMode="auto">
                <a:xfrm>
                  <a:off x="2940" y="2425"/>
                  <a:ext cx="235" cy="2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2000"/>
                    <a:t>C</a:t>
                  </a:r>
                  <a:endParaRPr lang="en-US"/>
                </a:p>
              </p:txBody>
            </p:sp>
          </p:grpSp>
        </p:grpSp>
        <p:grpSp>
          <p:nvGrpSpPr>
            <p:cNvPr id="130100" name="Group 380"/>
            <p:cNvGrpSpPr>
              <a:grpSpLocks/>
            </p:cNvGrpSpPr>
            <p:nvPr/>
          </p:nvGrpSpPr>
          <p:grpSpPr bwMode="auto">
            <a:xfrm>
              <a:off x="2607" y="2916"/>
              <a:ext cx="316" cy="250"/>
              <a:chOff x="2217" y="2884"/>
              <a:chExt cx="316" cy="250"/>
            </a:xfrm>
          </p:grpSpPr>
          <p:sp>
            <p:nvSpPr>
              <p:cNvPr id="130110" name="Oval 381"/>
              <p:cNvSpPr>
                <a:spLocks noChangeArrowheads="1"/>
              </p:cNvSpPr>
              <p:nvPr/>
            </p:nvSpPr>
            <p:spPr bwMode="auto">
              <a:xfrm>
                <a:off x="2220" y="3005"/>
                <a:ext cx="313" cy="81"/>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30111" name="Line 382"/>
              <p:cNvSpPr>
                <a:spLocks noChangeShapeType="1"/>
              </p:cNvSpPr>
              <p:nvPr/>
            </p:nvSpPr>
            <p:spPr bwMode="auto">
              <a:xfrm>
                <a:off x="2220" y="2998"/>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30112" name="Line 383"/>
              <p:cNvSpPr>
                <a:spLocks noChangeShapeType="1"/>
              </p:cNvSpPr>
              <p:nvPr/>
            </p:nvSpPr>
            <p:spPr bwMode="auto">
              <a:xfrm>
                <a:off x="2533" y="2998"/>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30113" name="Rectangle 384"/>
              <p:cNvSpPr>
                <a:spLocks noChangeArrowheads="1"/>
              </p:cNvSpPr>
              <p:nvPr/>
            </p:nvSpPr>
            <p:spPr bwMode="auto">
              <a:xfrm>
                <a:off x="2220" y="2998"/>
                <a:ext cx="310" cy="49"/>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sz="2400"/>
              </a:p>
            </p:txBody>
          </p:sp>
          <p:sp>
            <p:nvSpPr>
              <p:cNvPr id="130114" name="Oval 385"/>
              <p:cNvSpPr>
                <a:spLocks noChangeArrowheads="1"/>
              </p:cNvSpPr>
              <p:nvPr/>
            </p:nvSpPr>
            <p:spPr bwMode="auto">
              <a:xfrm>
                <a:off x="2217" y="2939"/>
                <a:ext cx="313" cy="95"/>
              </a:xfrm>
              <a:prstGeom prst="ellipse">
                <a:avLst/>
              </a:prstGeom>
              <a:solidFill>
                <a:schemeClr val="hlink"/>
              </a:solidFill>
              <a:ln w="12700">
                <a:solidFill>
                  <a:schemeClr val="tx1"/>
                </a:solidFill>
                <a:round/>
                <a:headEnd/>
                <a:tailEnd/>
              </a:ln>
            </p:spPr>
            <p:txBody>
              <a:bodyPr wrap="none" anchor="ctr"/>
              <a:lstStyle/>
              <a:p>
                <a:endParaRPr lang="en-US"/>
              </a:p>
            </p:txBody>
          </p:sp>
          <p:grpSp>
            <p:nvGrpSpPr>
              <p:cNvPr id="130115" name="Group 386"/>
              <p:cNvGrpSpPr>
                <a:grpSpLocks/>
              </p:cNvGrpSpPr>
              <p:nvPr/>
            </p:nvGrpSpPr>
            <p:grpSpPr bwMode="auto">
              <a:xfrm>
                <a:off x="2270" y="2884"/>
                <a:ext cx="223" cy="250"/>
                <a:chOff x="2945" y="2425"/>
                <a:chExt cx="226" cy="250"/>
              </a:xfrm>
            </p:grpSpPr>
            <p:sp>
              <p:nvSpPr>
                <p:cNvPr id="130116" name="Rectangle 387"/>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p>
              </p:txBody>
            </p:sp>
            <p:sp>
              <p:nvSpPr>
                <p:cNvPr id="130117" name="Text Box 388"/>
                <p:cNvSpPr txBox="1">
                  <a:spLocks noChangeArrowheads="1"/>
                </p:cNvSpPr>
                <p:nvPr/>
              </p:nvSpPr>
              <p:spPr bwMode="auto">
                <a:xfrm>
                  <a:off x="2945" y="2425"/>
                  <a:ext cx="226" cy="2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2000"/>
                    <a:t>B</a:t>
                  </a:r>
                  <a:endParaRPr lang="en-US"/>
                </a:p>
              </p:txBody>
            </p:sp>
          </p:grpSp>
        </p:grpSp>
        <p:sp>
          <p:nvSpPr>
            <p:cNvPr id="130101" name="Freeform 389"/>
            <p:cNvSpPr>
              <a:spLocks/>
            </p:cNvSpPr>
            <p:nvPr/>
          </p:nvSpPr>
          <p:spPr bwMode="auto">
            <a:xfrm flipH="1">
              <a:off x="2505" y="2819"/>
              <a:ext cx="198" cy="156"/>
            </a:xfrm>
            <a:custGeom>
              <a:avLst/>
              <a:gdLst>
                <a:gd name="T0" fmla="*/ 0 w 342"/>
                <a:gd name="T1" fmla="*/ 39 h 186"/>
                <a:gd name="T2" fmla="*/ 3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chemeClr val="tx1"/>
              </a:solidFill>
              <a:round/>
              <a:headEnd type="none" w="med" len="med"/>
              <a:tailEnd type="triangle" w="med" len="me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sp>
          <p:nvSpPr>
            <p:cNvPr id="130102" name="Freeform 390"/>
            <p:cNvSpPr>
              <a:spLocks/>
            </p:cNvSpPr>
            <p:nvPr/>
          </p:nvSpPr>
          <p:spPr bwMode="auto">
            <a:xfrm flipH="1" flipV="1">
              <a:off x="2484" y="3125"/>
              <a:ext cx="180" cy="141"/>
            </a:xfrm>
            <a:custGeom>
              <a:avLst/>
              <a:gdLst>
                <a:gd name="T0" fmla="*/ 0 w 342"/>
                <a:gd name="T1" fmla="*/ 15 h 186"/>
                <a:gd name="T2" fmla="*/ 1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chemeClr val="tx1"/>
              </a:solidFill>
              <a:round/>
              <a:headEnd type="triangle" w="med" len="med"/>
              <a:tailEnd type="none" w="med" len="me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sp>
          <p:nvSpPr>
            <p:cNvPr id="130103" name="Freeform 391"/>
            <p:cNvSpPr>
              <a:spLocks/>
            </p:cNvSpPr>
            <p:nvPr/>
          </p:nvSpPr>
          <p:spPr bwMode="auto">
            <a:xfrm flipV="1">
              <a:off x="2031" y="3107"/>
              <a:ext cx="204" cy="156"/>
            </a:xfrm>
            <a:custGeom>
              <a:avLst/>
              <a:gdLst>
                <a:gd name="T0" fmla="*/ 0 w 342"/>
                <a:gd name="T1" fmla="*/ 39 h 186"/>
                <a:gd name="T2" fmla="*/ 4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chemeClr val="tx1"/>
              </a:solidFill>
              <a:round/>
              <a:headEnd type="none" w="med" len="med"/>
              <a:tailEnd type="triangle" w="med" len="me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sp>
          <p:nvSpPr>
            <p:cNvPr id="130104" name="Freeform 392"/>
            <p:cNvSpPr>
              <a:spLocks/>
            </p:cNvSpPr>
            <p:nvPr/>
          </p:nvSpPr>
          <p:spPr bwMode="auto">
            <a:xfrm flipH="1" flipV="1">
              <a:off x="2400" y="3086"/>
              <a:ext cx="189" cy="153"/>
            </a:xfrm>
            <a:custGeom>
              <a:avLst/>
              <a:gdLst>
                <a:gd name="T0" fmla="*/ 0 w 342"/>
                <a:gd name="T1" fmla="*/ 32 h 186"/>
                <a:gd name="T2" fmla="*/ 2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chemeClr val="tx1"/>
              </a:solidFill>
              <a:round/>
              <a:headEnd type="none" w="med" len="med"/>
              <a:tailEnd type="triangle" w="med" len="me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sp>
          <p:nvSpPr>
            <p:cNvPr id="130105" name="Freeform 393"/>
            <p:cNvSpPr>
              <a:spLocks/>
            </p:cNvSpPr>
            <p:nvPr/>
          </p:nvSpPr>
          <p:spPr bwMode="auto">
            <a:xfrm flipH="1">
              <a:off x="2124" y="3083"/>
              <a:ext cx="174" cy="147"/>
            </a:xfrm>
            <a:custGeom>
              <a:avLst/>
              <a:gdLst>
                <a:gd name="T0" fmla="*/ 0 w 342"/>
                <a:gd name="T1" fmla="*/ 22 h 186"/>
                <a:gd name="T2" fmla="*/ 1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chemeClr val="tx1"/>
              </a:solidFill>
              <a:round/>
              <a:headEnd type="none" w="med" len="med"/>
              <a:tailEnd type="triangle" w="med" len="me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sp>
          <p:nvSpPr>
            <p:cNvPr id="130106" name="Text Box 394"/>
            <p:cNvSpPr txBox="1">
              <a:spLocks noChangeArrowheads="1"/>
            </p:cNvSpPr>
            <p:nvPr/>
          </p:nvSpPr>
          <p:spPr bwMode="auto">
            <a:xfrm>
              <a:off x="1729" y="3612"/>
              <a:ext cx="1383" cy="4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lnSpc>
                  <a:spcPct val="80000"/>
                </a:lnSpc>
              </a:pPr>
              <a:r>
                <a:rPr lang="en-US" sz="1800">
                  <a:solidFill>
                    <a:srgbClr val="000099"/>
                  </a:solidFill>
                  <a:latin typeface="Gill Sans MT" charset="0"/>
                </a:rPr>
                <a:t>given these costs,</a:t>
              </a:r>
            </a:p>
            <a:p>
              <a:pPr algn="ctr">
                <a:lnSpc>
                  <a:spcPct val="80000"/>
                </a:lnSpc>
              </a:pPr>
              <a:r>
                <a:rPr lang="en-US" sz="1800">
                  <a:solidFill>
                    <a:srgbClr val="000099"/>
                  </a:solidFill>
                  <a:latin typeface="Gill Sans MT" charset="0"/>
                </a:rPr>
                <a:t>find new routing….</a:t>
              </a:r>
            </a:p>
            <a:p>
              <a:pPr algn="ctr">
                <a:lnSpc>
                  <a:spcPct val="80000"/>
                </a:lnSpc>
              </a:pPr>
              <a:r>
                <a:rPr lang="en-US" sz="1800">
                  <a:solidFill>
                    <a:srgbClr val="000099"/>
                  </a:solidFill>
                  <a:latin typeface="Gill Sans MT" charset="0"/>
                </a:rPr>
                <a:t>resulting in new costs</a:t>
              </a:r>
            </a:p>
          </p:txBody>
        </p:sp>
        <p:sp>
          <p:nvSpPr>
            <p:cNvPr id="130107" name="Line 395"/>
            <p:cNvSpPr>
              <a:spLocks noChangeShapeType="1"/>
            </p:cNvSpPr>
            <p:nvPr/>
          </p:nvSpPr>
          <p:spPr bwMode="auto">
            <a:xfrm flipV="1">
              <a:off x="2358" y="3407"/>
              <a:ext cx="0" cy="156"/>
            </a:xfrm>
            <a:prstGeom prst="line">
              <a:avLst/>
            </a:prstGeom>
            <a:noFill/>
            <a:ln w="19050">
              <a:solidFill>
                <a:srgbClr val="FF0000"/>
              </a:solidFill>
              <a:round/>
              <a:headEnd/>
              <a:tailEnd type="triangle" w="med" len="med"/>
            </a:ln>
            <a:extLst>
              <a:ext uri="{909E8E84-426E-40dd-AFC4-6F175D3DCCD1}">
                <a14:hiddenFill xmlns:a14="http://schemas.microsoft.com/office/drawing/2010/main" xmlns="">
                  <a:noFill/>
                </a14:hiddenFill>
              </a:ext>
            </a:extLst>
          </p:spPr>
          <p:txBody>
            <a:bodyPr wrap="none" anchor="ctr"/>
            <a:lstStyle/>
            <a:p>
              <a:endParaRPr lang="en-US"/>
            </a:p>
          </p:txBody>
        </p:sp>
        <p:sp>
          <p:nvSpPr>
            <p:cNvPr id="130108" name="Line 396"/>
            <p:cNvSpPr>
              <a:spLocks noChangeShapeType="1"/>
            </p:cNvSpPr>
            <p:nvPr/>
          </p:nvSpPr>
          <p:spPr bwMode="auto">
            <a:xfrm flipV="1">
              <a:off x="1938" y="3119"/>
              <a:ext cx="0" cy="156"/>
            </a:xfrm>
            <a:prstGeom prst="line">
              <a:avLst/>
            </a:prstGeom>
            <a:noFill/>
            <a:ln w="19050">
              <a:solidFill>
                <a:srgbClr val="FF0000"/>
              </a:solidFill>
              <a:round/>
              <a:headEnd/>
              <a:tailEnd type="triangle" w="med" len="med"/>
            </a:ln>
            <a:extLst>
              <a:ext uri="{909E8E84-426E-40dd-AFC4-6F175D3DCCD1}">
                <a14:hiddenFill xmlns:a14="http://schemas.microsoft.com/office/drawing/2010/main" xmlns="">
                  <a:noFill/>
                </a14:hiddenFill>
              </a:ext>
            </a:extLst>
          </p:spPr>
          <p:txBody>
            <a:bodyPr wrap="none" anchor="ctr"/>
            <a:lstStyle/>
            <a:p>
              <a:endParaRPr lang="en-US"/>
            </a:p>
          </p:txBody>
        </p:sp>
        <p:sp>
          <p:nvSpPr>
            <p:cNvPr id="130109" name="Line 397"/>
            <p:cNvSpPr>
              <a:spLocks noChangeShapeType="1"/>
            </p:cNvSpPr>
            <p:nvPr/>
          </p:nvSpPr>
          <p:spPr bwMode="auto">
            <a:xfrm flipV="1">
              <a:off x="2778" y="3122"/>
              <a:ext cx="0" cy="156"/>
            </a:xfrm>
            <a:prstGeom prst="line">
              <a:avLst/>
            </a:prstGeom>
            <a:noFill/>
            <a:ln w="19050">
              <a:solidFill>
                <a:srgbClr val="FF0000"/>
              </a:solidFill>
              <a:round/>
              <a:headEnd/>
              <a:tailEnd type="triangle" w="med" len="med"/>
            </a:ln>
            <a:extLst>
              <a:ext uri="{909E8E84-426E-40dd-AFC4-6F175D3DCCD1}">
                <a14:hiddenFill xmlns:a14="http://schemas.microsoft.com/office/drawing/2010/main" xmlns="">
                  <a:noFill/>
                </a14:hiddenFill>
              </a:ext>
            </a:extLst>
          </p:spPr>
          <p:txBody>
            <a:bodyPr wrap="none" anchor="ctr"/>
            <a:lstStyle/>
            <a:p>
              <a:endParaRPr lang="en-US"/>
            </a:p>
          </p:txBody>
        </p:sp>
      </p:grpSp>
      <p:sp>
        <p:nvSpPr>
          <p:cNvPr id="721294" name="Freeform 398"/>
          <p:cNvSpPr>
            <a:spLocks/>
          </p:cNvSpPr>
          <p:nvPr/>
        </p:nvSpPr>
        <p:spPr bwMode="auto">
          <a:xfrm>
            <a:off x="7366000" y="4397375"/>
            <a:ext cx="1193800" cy="866775"/>
          </a:xfrm>
          <a:custGeom>
            <a:avLst/>
            <a:gdLst>
              <a:gd name="T0" fmla="*/ 2147483647 w 752"/>
              <a:gd name="T1" fmla="*/ 2147483647 h 546"/>
              <a:gd name="T2" fmla="*/ 2147483647 w 752"/>
              <a:gd name="T3" fmla="*/ 2147483647 h 546"/>
              <a:gd name="T4" fmla="*/ 0 w 752"/>
              <a:gd name="T5" fmla="*/ 2147483647 h 546"/>
              <a:gd name="T6" fmla="*/ 2147483647 w 752"/>
              <a:gd name="T7" fmla="*/ 0 h 546"/>
              <a:gd name="T8" fmla="*/ 0 60000 65536"/>
              <a:gd name="T9" fmla="*/ 0 60000 65536"/>
              <a:gd name="T10" fmla="*/ 0 60000 65536"/>
              <a:gd name="T11" fmla="*/ 0 60000 65536"/>
              <a:gd name="T12" fmla="*/ 0 w 752"/>
              <a:gd name="T13" fmla="*/ 0 h 546"/>
              <a:gd name="T14" fmla="*/ 752 w 752"/>
              <a:gd name="T15" fmla="*/ 546 h 546"/>
            </a:gdLst>
            <a:ahLst/>
            <a:cxnLst>
              <a:cxn ang="T8">
                <a:pos x="T0" y="T1"/>
              </a:cxn>
              <a:cxn ang="T9">
                <a:pos x="T2" y="T3"/>
              </a:cxn>
              <a:cxn ang="T10">
                <a:pos x="T4" y="T5"/>
              </a:cxn>
              <a:cxn ang="T11">
                <a:pos x="T6" y="T7"/>
              </a:cxn>
            </a:cxnLst>
            <a:rect l="T12" t="T13" r="T14" b="T15"/>
            <a:pathLst>
              <a:path w="752" h="546">
                <a:moveTo>
                  <a:pt x="752" y="264"/>
                </a:moveTo>
                <a:lnTo>
                  <a:pt x="383" y="546"/>
                </a:lnTo>
                <a:lnTo>
                  <a:pt x="0" y="248"/>
                </a:lnTo>
                <a:lnTo>
                  <a:pt x="383" y="0"/>
                </a:lnTo>
              </a:path>
            </a:pathLst>
          </a:custGeom>
          <a:noFill/>
          <a:ln w="57150" cap="flat" cmpd="sng">
            <a:solidFill>
              <a:srgbClr val="CC0000"/>
            </a:solidFill>
            <a:prstDash val="solid"/>
            <a:round/>
            <a:headEnd type="none" w="med" len="med"/>
            <a:tailEnd type="triangle" w="med" len="med"/>
          </a:ln>
          <a:extLst>
            <a:ext uri="{909E8E84-426E-40dd-AFC4-6F175D3DCCD1}">
              <a14:hiddenFill xmlns:a14="http://schemas.microsoft.com/office/drawing/2010/main" xmlns="">
                <a:solidFill>
                  <a:srgbClr val="FFFFFF"/>
                </a:solidFill>
              </a14:hiddenFill>
            </a:ext>
          </a:extLst>
        </p:spPr>
        <p:txBody>
          <a:bodyPr wrap="none"/>
          <a:lstStyle/>
          <a:p>
            <a:endParaRPr lang="en-US"/>
          </a:p>
        </p:txBody>
      </p:sp>
      <p:grpSp>
        <p:nvGrpSpPr>
          <p:cNvPr id="721291" name="Group 399"/>
          <p:cNvGrpSpPr>
            <a:grpSpLocks/>
          </p:cNvGrpSpPr>
          <p:nvPr/>
        </p:nvGrpSpPr>
        <p:grpSpPr bwMode="auto">
          <a:xfrm>
            <a:off x="7191375" y="4383088"/>
            <a:ext cx="1430338" cy="966787"/>
            <a:chOff x="1870" y="2772"/>
            <a:chExt cx="901" cy="609"/>
          </a:xfrm>
        </p:grpSpPr>
        <p:sp>
          <p:nvSpPr>
            <p:cNvPr id="130089" name="Text Box 400"/>
            <p:cNvSpPr txBox="1">
              <a:spLocks noChangeArrowheads="1"/>
            </p:cNvSpPr>
            <p:nvPr/>
          </p:nvSpPr>
          <p:spPr bwMode="auto">
            <a:xfrm>
              <a:off x="1870" y="2772"/>
              <a:ext cx="305" cy="1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400"/>
                <a:t>2+e</a:t>
              </a:r>
            </a:p>
          </p:txBody>
        </p:sp>
        <p:sp>
          <p:nvSpPr>
            <p:cNvPr id="130090" name="Text Box 401"/>
            <p:cNvSpPr txBox="1">
              <a:spLocks noChangeArrowheads="1"/>
            </p:cNvSpPr>
            <p:nvPr/>
          </p:nvSpPr>
          <p:spPr bwMode="auto">
            <a:xfrm>
              <a:off x="2593" y="2793"/>
              <a:ext cx="178" cy="1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400"/>
                <a:t>0</a:t>
              </a:r>
            </a:p>
          </p:txBody>
        </p:sp>
        <p:sp>
          <p:nvSpPr>
            <p:cNvPr id="130091" name="Text Box 402"/>
            <p:cNvSpPr txBox="1">
              <a:spLocks noChangeArrowheads="1"/>
            </p:cNvSpPr>
            <p:nvPr/>
          </p:nvSpPr>
          <p:spPr bwMode="auto">
            <a:xfrm>
              <a:off x="2501" y="3189"/>
              <a:ext cx="178" cy="1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400"/>
                <a:t>0</a:t>
              </a:r>
            </a:p>
          </p:txBody>
        </p:sp>
        <p:sp>
          <p:nvSpPr>
            <p:cNvPr id="130092" name="Text Box 403"/>
            <p:cNvSpPr txBox="1">
              <a:spLocks noChangeArrowheads="1"/>
            </p:cNvSpPr>
            <p:nvPr/>
          </p:nvSpPr>
          <p:spPr bwMode="auto">
            <a:xfrm>
              <a:off x="1987" y="3153"/>
              <a:ext cx="178" cy="1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400"/>
                <a:t>0</a:t>
              </a:r>
            </a:p>
          </p:txBody>
        </p:sp>
        <p:sp>
          <p:nvSpPr>
            <p:cNvPr id="130093" name="Text Box 404"/>
            <p:cNvSpPr txBox="1">
              <a:spLocks noChangeArrowheads="1"/>
            </p:cNvSpPr>
            <p:nvPr/>
          </p:nvSpPr>
          <p:spPr bwMode="auto">
            <a:xfrm>
              <a:off x="2135" y="3009"/>
              <a:ext cx="305" cy="1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400"/>
                <a:t>1+e</a:t>
              </a:r>
            </a:p>
          </p:txBody>
        </p:sp>
        <p:sp>
          <p:nvSpPr>
            <p:cNvPr id="130094" name="Text Box 405"/>
            <p:cNvSpPr txBox="1">
              <a:spLocks noChangeArrowheads="1"/>
            </p:cNvSpPr>
            <p:nvPr/>
          </p:nvSpPr>
          <p:spPr bwMode="auto">
            <a:xfrm>
              <a:off x="2380" y="3003"/>
              <a:ext cx="178" cy="1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400"/>
                <a:t>1</a:t>
              </a:r>
            </a:p>
          </p:txBody>
        </p:sp>
      </p:grpSp>
      <p:sp>
        <p:nvSpPr>
          <p:cNvPr id="237" name="Slide Number Placeholder 5"/>
          <p:cNvSpPr>
            <a:spLocks noGrp="1"/>
          </p:cNvSpPr>
          <p:nvPr>
            <p:ph type="sldNum" sz="quarter" idx="12"/>
          </p:nvPr>
        </p:nvSpPr>
        <p:spPr>
          <a:xfrm>
            <a:off x="8456154" y="6533627"/>
            <a:ext cx="548655" cy="272319"/>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200" dirty="0">
                <a:latin typeface="Tahoma" charset="0"/>
              </a:rPr>
              <a:t>5-</a:t>
            </a:r>
            <a:fld id="{8E8C6E93-DF5B-BC4B-80F9-500DED1EEDCC}" type="slidenum">
              <a:rPr lang="en-US" sz="1200">
                <a:latin typeface="Tahoma" charset="0"/>
              </a:rPr>
              <a:pPr/>
              <a:t>48</a:t>
            </a:fld>
            <a:endParaRPr lang="en-US" sz="1200" dirty="0">
              <a:latin typeface="Tahoma" charset="0"/>
            </a:endParaRPr>
          </a:p>
        </p:txBody>
      </p:sp>
      <p:sp>
        <p:nvSpPr>
          <p:cNvPr id="238" name="Footer Placeholder 2"/>
          <p:cNvSpPr>
            <a:spLocks noGrp="1"/>
          </p:cNvSpPr>
          <p:nvPr>
            <p:ph type="ftr" sz="quarter" idx="11"/>
          </p:nvPr>
        </p:nvSpPr>
        <p:spPr>
          <a:xfrm>
            <a:off x="6375496" y="6532813"/>
            <a:ext cx="2177473" cy="241541"/>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200" dirty="0">
                <a:solidFill>
                  <a:srgbClr val="000000"/>
                </a:solidFill>
                <a:latin typeface="Tahoma" charset="0"/>
                <a:cs typeface="Arial" charset="0"/>
              </a:rPr>
              <a:t>Network Layer: Control Plane</a:t>
            </a:r>
          </a:p>
        </p:txBody>
      </p:sp>
    </p:spTree>
    <p:extLst>
      <p:ext uri="{BB962C8B-B14F-4D97-AF65-F5344CB8AC3E}">
        <p14:creationId xmlns:p14="http://schemas.microsoft.com/office/powerpoint/2010/main" val="212981781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9" presetClass="entr" presetSubtype="0" fill="hold"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dissolve">
                                      <p:cBhvr>
                                        <p:cTn id="7" dur="500"/>
                                        <p:tgtEl>
                                          <p:spTgt spid="11"/>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721186"/>
                                        </p:tgtEl>
                                        <p:attrNameLst>
                                          <p:attrName>style.visibility</p:attrName>
                                        </p:attrNameLst>
                                      </p:cBhvr>
                                      <p:to>
                                        <p:strVal val="visible"/>
                                      </p:to>
                                    </p:set>
                                    <p:animEffect transition="in" filter="dissolve">
                                      <p:cBhvr>
                                        <p:cTn id="12" dur="500"/>
                                        <p:tgtEl>
                                          <p:spTgt spid="721186"/>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9" presetClass="entr" presetSubtype="0" fill="hold" nodeType="clickEffect">
                                  <p:stCondLst>
                                    <p:cond delay="0"/>
                                  </p:stCondLst>
                                  <p:childTnLst>
                                    <p:set>
                                      <p:cBhvr>
                                        <p:cTn id="16" dur="1" fill="hold">
                                          <p:stCondLst>
                                            <p:cond delay="0"/>
                                          </p:stCondLst>
                                        </p:cTn>
                                        <p:tgtEl>
                                          <p:spTgt spid="21"/>
                                        </p:tgtEl>
                                        <p:attrNameLst>
                                          <p:attrName>style.visibility</p:attrName>
                                        </p:attrNameLst>
                                      </p:cBhvr>
                                      <p:to>
                                        <p:strVal val="visible"/>
                                      </p:to>
                                    </p:set>
                                    <p:animEffect transition="in" filter="dissolve">
                                      <p:cBhvr>
                                        <p:cTn id="17" dur="500"/>
                                        <p:tgtEl>
                                          <p:spTgt spid="21"/>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9" presetClass="entr" presetSubtype="0" fill="hold" nodeType="clickEffect">
                                  <p:stCondLst>
                                    <p:cond delay="0"/>
                                  </p:stCondLst>
                                  <p:childTnLst>
                                    <p:set>
                                      <p:cBhvr>
                                        <p:cTn id="21" dur="1" fill="hold">
                                          <p:stCondLst>
                                            <p:cond delay="0"/>
                                          </p:stCondLst>
                                        </p:cTn>
                                        <p:tgtEl>
                                          <p:spTgt spid="22"/>
                                        </p:tgtEl>
                                        <p:attrNameLst>
                                          <p:attrName>style.visibility</p:attrName>
                                        </p:attrNameLst>
                                      </p:cBhvr>
                                      <p:to>
                                        <p:strVal val="visible"/>
                                      </p:to>
                                    </p:set>
                                    <p:animEffect transition="in" filter="dissolve">
                                      <p:cBhvr>
                                        <p:cTn id="22" dur="500"/>
                                        <p:tgtEl>
                                          <p:spTgt spid="22"/>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721124"/>
                                        </p:tgtEl>
                                        <p:attrNameLst>
                                          <p:attrName>style.visibility</p:attrName>
                                        </p:attrNameLst>
                                      </p:cBhvr>
                                      <p:to>
                                        <p:strVal val="visible"/>
                                      </p:to>
                                    </p:set>
                                    <p:animEffect transition="in" filter="dissolve">
                                      <p:cBhvr>
                                        <p:cTn id="27" dur="500"/>
                                        <p:tgtEl>
                                          <p:spTgt spid="721124"/>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9" presetClass="entr" presetSubtype="0" fill="hold" nodeType="clickEffect">
                                  <p:stCondLst>
                                    <p:cond delay="0"/>
                                  </p:stCondLst>
                                  <p:childTnLst>
                                    <p:set>
                                      <p:cBhvr>
                                        <p:cTn id="31" dur="1" fill="hold">
                                          <p:stCondLst>
                                            <p:cond delay="0"/>
                                          </p:stCondLst>
                                        </p:cTn>
                                        <p:tgtEl>
                                          <p:spTgt spid="721280"/>
                                        </p:tgtEl>
                                        <p:attrNameLst>
                                          <p:attrName>style.visibility</p:attrName>
                                        </p:attrNameLst>
                                      </p:cBhvr>
                                      <p:to>
                                        <p:strVal val="visible"/>
                                      </p:to>
                                    </p:set>
                                    <p:animEffect transition="in" filter="dissolve">
                                      <p:cBhvr>
                                        <p:cTn id="32" dur="500"/>
                                        <p:tgtEl>
                                          <p:spTgt spid="721280"/>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9" presetClass="entr" presetSubtype="0" fill="hold" nodeType="clickEffect">
                                  <p:stCondLst>
                                    <p:cond delay="0"/>
                                  </p:stCondLst>
                                  <p:childTnLst>
                                    <p:set>
                                      <p:cBhvr>
                                        <p:cTn id="36" dur="1" fill="hold">
                                          <p:stCondLst>
                                            <p:cond delay="0"/>
                                          </p:stCondLst>
                                        </p:cTn>
                                        <p:tgtEl>
                                          <p:spTgt spid="721281"/>
                                        </p:tgtEl>
                                        <p:attrNameLst>
                                          <p:attrName>style.visibility</p:attrName>
                                        </p:attrNameLst>
                                      </p:cBhvr>
                                      <p:to>
                                        <p:strVal val="visible"/>
                                      </p:to>
                                    </p:set>
                                    <p:animEffect transition="in" filter="dissolve">
                                      <p:cBhvr>
                                        <p:cTn id="37" dur="500"/>
                                        <p:tgtEl>
                                          <p:spTgt spid="721281"/>
                                        </p:tgtEl>
                                      </p:cBhvr>
                                    </p:animEffect>
                                  </p:childTnLst>
                                </p:cTn>
                              </p:par>
                            </p:childTnLst>
                          </p:cTn>
                        </p:par>
                        <p:par>
                          <p:cTn id="38" fill="hold" nodeType="afterGroup">
                            <p:stCondLst>
                              <p:cond delay="500"/>
                            </p:stCondLst>
                            <p:childTnLst>
                              <p:par>
                                <p:cTn id="39" presetID="9" presetClass="entr" presetSubtype="0" fill="hold" grpId="0" nodeType="afterEffect">
                                  <p:stCondLst>
                                    <p:cond delay="0"/>
                                  </p:stCondLst>
                                  <p:childTnLst>
                                    <p:set>
                                      <p:cBhvr>
                                        <p:cTn id="40" dur="1" fill="hold">
                                          <p:stCondLst>
                                            <p:cond delay="0"/>
                                          </p:stCondLst>
                                        </p:cTn>
                                        <p:tgtEl>
                                          <p:spTgt spid="721294"/>
                                        </p:tgtEl>
                                        <p:attrNameLst>
                                          <p:attrName>style.visibility</p:attrName>
                                        </p:attrNameLst>
                                      </p:cBhvr>
                                      <p:to>
                                        <p:strVal val="visible"/>
                                      </p:to>
                                    </p:set>
                                    <p:animEffect transition="in" filter="dissolve">
                                      <p:cBhvr>
                                        <p:cTn id="41" dur="500"/>
                                        <p:tgtEl>
                                          <p:spTgt spid="721294"/>
                                        </p:tgtEl>
                                      </p:cBhvr>
                                    </p:animEffect>
                                  </p:childTnLst>
                                </p:cTn>
                              </p:par>
                            </p:childTnLst>
                          </p:cTn>
                        </p:par>
                        <p:par>
                          <p:cTn id="42" fill="hold" nodeType="afterGroup">
                            <p:stCondLst>
                              <p:cond delay="1000"/>
                            </p:stCondLst>
                            <p:childTnLst>
                              <p:par>
                                <p:cTn id="43" presetID="9" presetClass="entr" presetSubtype="0" fill="hold" nodeType="afterEffect">
                                  <p:stCondLst>
                                    <p:cond delay="0"/>
                                  </p:stCondLst>
                                  <p:childTnLst>
                                    <p:set>
                                      <p:cBhvr>
                                        <p:cTn id="44" dur="1" fill="hold">
                                          <p:stCondLst>
                                            <p:cond delay="0"/>
                                          </p:stCondLst>
                                        </p:cTn>
                                        <p:tgtEl>
                                          <p:spTgt spid="721291"/>
                                        </p:tgtEl>
                                        <p:attrNameLst>
                                          <p:attrName>style.visibility</p:attrName>
                                        </p:attrNameLst>
                                      </p:cBhvr>
                                      <p:to>
                                        <p:strVal val="visible"/>
                                      </p:to>
                                    </p:set>
                                    <p:animEffect transition="in" filter="dissolve">
                                      <p:cBhvr>
                                        <p:cTn id="45" dur="500"/>
                                        <p:tgtEl>
                                          <p:spTgt spid="72129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21186" grpId="0" animBg="1"/>
      <p:bldP spid="721124" grpId="0" animBg="1"/>
      <p:bldP spid="721294" grpId="0" animBg="1"/>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3011" name="Picture 2"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01663" y="1025525"/>
            <a:ext cx="4113212" cy="1730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3012" name="Rectangle 3"/>
          <p:cNvSpPr>
            <a:spLocks noGrp="1" noChangeArrowheads="1"/>
          </p:cNvSpPr>
          <p:nvPr>
            <p:ph type="body" sz="half" idx="1"/>
          </p:nvPr>
        </p:nvSpPr>
        <p:spPr/>
        <p:txBody>
          <a:bodyPr/>
          <a:lstStyle/>
          <a:p>
            <a:pPr>
              <a:lnSpc>
                <a:spcPct val="100000"/>
              </a:lnSpc>
              <a:buFont typeface="Wingdings" charset="0"/>
              <a:buNone/>
            </a:pPr>
            <a:r>
              <a:rPr lang="en-US" sz="2400" dirty="0">
                <a:latin typeface="Gill Sans MT" charset="0"/>
              </a:rPr>
              <a:t>5.1 introduction</a:t>
            </a:r>
          </a:p>
          <a:p>
            <a:pPr>
              <a:lnSpc>
                <a:spcPct val="100000"/>
              </a:lnSpc>
              <a:buFont typeface="Wingdings" charset="0"/>
              <a:buNone/>
            </a:pPr>
            <a:r>
              <a:rPr lang="en-US" sz="2400" dirty="0">
                <a:solidFill>
                  <a:srgbClr val="CC0000"/>
                </a:solidFill>
                <a:latin typeface="Gill Sans MT" charset="0"/>
              </a:rPr>
              <a:t>5.2 routing protocols</a:t>
            </a:r>
          </a:p>
          <a:p>
            <a:pPr>
              <a:lnSpc>
                <a:spcPts val="2580"/>
              </a:lnSpc>
            </a:pPr>
            <a:r>
              <a:rPr lang="en-US" sz="2400" dirty="0">
                <a:solidFill>
                  <a:srgbClr val="000000"/>
                </a:solidFill>
                <a:latin typeface="Gill Sans MT" charset="0"/>
              </a:rPr>
              <a:t>link state</a:t>
            </a:r>
          </a:p>
          <a:p>
            <a:pPr>
              <a:lnSpc>
                <a:spcPts val="2580"/>
              </a:lnSpc>
            </a:pPr>
            <a:r>
              <a:rPr lang="en-US" sz="2400" dirty="0">
                <a:solidFill>
                  <a:srgbClr val="CC0000"/>
                </a:solidFill>
                <a:latin typeface="Gill Sans MT" charset="0"/>
              </a:rPr>
              <a:t>distance vector</a:t>
            </a:r>
          </a:p>
          <a:p>
            <a:pPr marL="461963" indent="-461963">
              <a:lnSpc>
                <a:spcPct val="100000"/>
              </a:lnSpc>
              <a:buNone/>
            </a:pPr>
            <a:r>
              <a:rPr lang="en-US" sz="2400" dirty="0"/>
              <a:t>5.3 intra-AS routing in the Internet: OSPF</a:t>
            </a:r>
          </a:p>
          <a:p>
            <a:pPr marL="461963" indent="-461963">
              <a:lnSpc>
                <a:spcPct val="100000"/>
              </a:lnSpc>
              <a:buNone/>
            </a:pPr>
            <a:r>
              <a:rPr lang="en-US" sz="2400" dirty="0"/>
              <a:t>5.4 routing among the ISPs: BGP</a:t>
            </a:r>
            <a:endParaRPr lang="en-US" sz="2400" dirty="0">
              <a:latin typeface="Gill Sans MT" charset="0"/>
            </a:endParaRPr>
          </a:p>
        </p:txBody>
      </p:sp>
      <p:sp>
        <p:nvSpPr>
          <p:cNvPr id="43013" name="Rectangle 4"/>
          <p:cNvSpPr>
            <a:spLocks noGrp="1" noChangeArrowheads="1"/>
          </p:cNvSpPr>
          <p:nvPr>
            <p:ph type="body" sz="half" idx="2"/>
          </p:nvPr>
        </p:nvSpPr>
        <p:spPr/>
        <p:txBody>
          <a:bodyPr/>
          <a:lstStyle/>
          <a:p>
            <a:pPr marL="461963" indent="-461963">
              <a:lnSpc>
                <a:spcPct val="100000"/>
              </a:lnSpc>
              <a:buFont typeface="Wingdings" charset="0"/>
              <a:buNone/>
            </a:pPr>
            <a:r>
              <a:rPr lang="en-US" sz="2400" dirty="0">
                <a:latin typeface="Gill Sans MT" charset="0"/>
              </a:rPr>
              <a:t>5.5 The SDN control plane</a:t>
            </a:r>
          </a:p>
          <a:p>
            <a:pPr marL="461963" indent="-461963">
              <a:lnSpc>
                <a:spcPct val="100000"/>
              </a:lnSpc>
              <a:buNone/>
            </a:pPr>
            <a:r>
              <a:rPr lang="en-US" sz="2400" dirty="0"/>
              <a:t>5.6 ICMP: The Internet Control Message Protocol </a:t>
            </a:r>
          </a:p>
          <a:p>
            <a:pPr marL="461963" indent="-461963">
              <a:lnSpc>
                <a:spcPct val="100000"/>
              </a:lnSpc>
              <a:buNone/>
            </a:pPr>
            <a:r>
              <a:rPr lang="en-US" sz="2400" dirty="0"/>
              <a:t>5.7 Network management and SNMP</a:t>
            </a:r>
            <a:endParaRPr lang="en-US" sz="2400" dirty="0">
              <a:latin typeface="Gill Sans MT" charset="0"/>
            </a:endParaRPr>
          </a:p>
        </p:txBody>
      </p:sp>
      <p:sp>
        <p:nvSpPr>
          <p:cNvPr id="43014" name="Rectangle 2"/>
          <p:cNvSpPr>
            <a:spLocks noChangeArrowheads="1"/>
          </p:cNvSpPr>
          <p:nvPr/>
        </p:nvSpPr>
        <p:spPr bwMode="auto">
          <a:xfrm>
            <a:off x="533400" y="228600"/>
            <a:ext cx="7772400" cy="1143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nchor="ctr"/>
          <a:lstStyle/>
          <a:p>
            <a:r>
              <a:rPr lang="en-US" sz="4400" dirty="0">
                <a:solidFill>
                  <a:srgbClr val="000099"/>
                </a:solidFill>
                <a:latin typeface="Gill Sans MT" charset="0"/>
              </a:rPr>
              <a:t>Chapter 5: outline</a:t>
            </a:r>
          </a:p>
        </p:txBody>
      </p:sp>
      <p:sp>
        <p:nvSpPr>
          <p:cNvPr id="10" name="Slide Number Placeholder 5"/>
          <p:cNvSpPr>
            <a:spLocks noGrp="1"/>
          </p:cNvSpPr>
          <p:nvPr>
            <p:ph type="sldNum" sz="quarter" idx="12"/>
          </p:nvPr>
        </p:nvSpPr>
        <p:spPr>
          <a:xfrm>
            <a:off x="8456154" y="6475895"/>
            <a:ext cx="548655" cy="272319"/>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200" dirty="0">
                <a:latin typeface="Tahoma" charset="0"/>
              </a:rPr>
              <a:t>5-</a:t>
            </a:r>
            <a:fld id="{8E8C6E93-DF5B-BC4B-80F9-500DED1EEDCC}" type="slidenum">
              <a:rPr lang="en-US" sz="1200">
                <a:latin typeface="Tahoma" charset="0"/>
              </a:rPr>
              <a:pPr/>
              <a:t>49</a:t>
            </a:fld>
            <a:endParaRPr lang="en-US" sz="1200" dirty="0">
              <a:latin typeface="Tahoma" charset="0"/>
            </a:endParaRPr>
          </a:p>
        </p:txBody>
      </p:sp>
      <p:sp>
        <p:nvSpPr>
          <p:cNvPr id="11" name="Footer Placeholder 2"/>
          <p:cNvSpPr>
            <a:spLocks noGrp="1"/>
          </p:cNvSpPr>
          <p:nvPr>
            <p:ph type="ftr" sz="quarter" idx="11"/>
          </p:nvPr>
        </p:nvSpPr>
        <p:spPr>
          <a:xfrm>
            <a:off x="6375496" y="6475081"/>
            <a:ext cx="2177473" cy="241541"/>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200" dirty="0">
                <a:solidFill>
                  <a:srgbClr val="000000"/>
                </a:solidFill>
                <a:latin typeface="Tahoma" charset="0"/>
                <a:cs typeface="Arial" charset="0"/>
              </a:rPr>
              <a:t>Network Layer: Control Plane</a:t>
            </a:r>
          </a:p>
        </p:txBody>
      </p:sp>
    </p:spTree>
    <p:extLst>
      <p:ext uri="{BB962C8B-B14F-4D97-AF65-F5344CB8AC3E}">
        <p14:creationId xmlns:p14="http://schemas.microsoft.com/office/powerpoint/2010/main" val="3225323529"/>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2099" name="Picture 6"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58788" y="942975"/>
            <a:ext cx="6399212" cy="1730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87045" name="Rectangle 2"/>
          <p:cNvSpPr>
            <a:spLocks noGrp="1" noChangeArrowheads="1"/>
          </p:cNvSpPr>
          <p:nvPr>
            <p:ph type="title"/>
          </p:nvPr>
        </p:nvSpPr>
        <p:spPr>
          <a:xfrm>
            <a:off x="466725" y="296863"/>
            <a:ext cx="7772400" cy="841375"/>
          </a:xfrm>
        </p:spPr>
        <p:txBody>
          <a:bodyPr/>
          <a:lstStyle/>
          <a:p>
            <a:pPr>
              <a:defRPr/>
            </a:pPr>
            <a:r>
              <a:rPr lang="en-US" dirty="0">
                <a:cs typeface="+mj-cs"/>
              </a:rPr>
              <a:t>Distance vector algorithm </a:t>
            </a:r>
          </a:p>
        </p:txBody>
      </p:sp>
      <p:sp>
        <p:nvSpPr>
          <p:cNvPr id="14" name="Slide Number Placeholder 5"/>
          <p:cNvSpPr>
            <a:spLocks noGrp="1"/>
          </p:cNvSpPr>
          <p:nvPr>
            <p:ph type="sldNum" sz="quarter" idx="12"/>
          </p:nvPr>
        </p:nvSpPr>
        <p:spPr>
          <a:xfrm>
            <a:off x="8456154" y="6475895"/>
            <a:ext cx="548655" cy="272319"/>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200" dirty="0">
                <a:latin typeface="Tahoma" charset="0"/>
              </a:rPr>
              <a:t>5-</a:t>
            </a:r>
            <a:fld id="{8E8C6E93-DF5B-BC4B-80F9-500DED1EEDCC}" type="slidenum">
              <a:rPr lang="en-US" sz="1200">
                <a:latin typeface="Tahoma" charset="0"/>
              </a:rPr>
              <a:pPr/>
              <a:t>50</a:t>
            </a:fld>
            <a:endParaRPr lang="en-US" sz="1200" dirty="0">
              <a:latin typeface="Tahoma" charset="0"/>
            </a:endParaRPr>
          </a:p>
        </p:txBody>
      </p:sp>
      <p:sp>
        <p:nvSpPr>
          <p:cNvPr id="15" name="Footer Placeholder 2"/>
          <p:cNvSpPr>
            <a:spLocks noGrp="1"/>
          </p:cNvSpPr>
          <p:nvPr>
            <p:ph type="ftr" sz="quarter" idx="11"/>
          </p:nvPr>
        </p:nvSpPr>
        <p:spPr>
          <a:xfrm>
            <a:off x="6375496" y="6475081"/>
            <a:ext cx="2177473" cy="241541"/>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200" dirty="0">
                <a:solidFill>
                  <a:srgbClr val="000000"/>
                </a:solidFill>
                <a:latin typeface="Tahoma" charset="0"/>
                <a:cs typeface="Arial" charset="0"/>
              </a:rPr>
              <a:t>Network Layer: Control Plane</a:t>
            </a:r>
          </a:p>
        </p:txBody>
      </p:sp>
      <p:sp>
        <p:nvSpPr>
          <p:cNvPr id="4" name="文本框 3">
            <a:extLst>
              <a:ext uri="{FF2B5EF4-FFF2-40B4-BE49-F238E27FC236}">
                <a16:creationId xmlns:a16="http://schemas.microsoft.com/office/drawing/2014/main" id="{6EEECE91-6285-AFE3-3AAA-B96F5A3233C0}"/>
              </a:ext>
            </a:extLst>
          </p:cNvPr>
          <p:cNvSpPr txBox="1"/>
          <p:nvPr/>
        </p:nvSpPr>
        <p:spPr>
          <a:xfrm>
            <a:off x="680481" y="1515606"/>
            <a:ext cx="7344888" cy="4437690"/>
          </a:xfrm>
          <a:prstGeom prst="rect">
            <a:avLst/>
          </a:prstGeom>
          <a:noFill/>
        </p:spPr>
        <p:txBody>
          <a:bodyPr wrap="square">
            <a:spAutoFit/>
          </a:bodyPr>
          <a:lstStyle/>
          <a:p>
            <a:pPr marL="342900" indent="-342900">
              <a:lnSpc>
                <a:spcPct val="114000"/>
              </a:lnSpc>
              <a:spcBef>
                <a:spcPts val="1000"/>
              </a:spcBef>
              <a:buFont typeface="Wingdings" pitchFamily="2" charset="2"/>
              <a:buChar char="Ø"/>
            </a:pPr>
            <a:r>
              <a:rPr lang="zh-CN" altLang="en-US" sz="2200" dirty="0">
                <a:latin typeface="FZKai-Z03" panose="03000509000000000000" pitchFamily="66" charset="-122"/>
                <a:ea typeface="FZKai-Z03" panose="03000509000000000000" pitchFamily="66" charset="-122"/>
              </a:rPr>
              <a:t>距离向量路由算法，基于</a:t>
            </a:r>
            <a:r>
              <a:rPr lang="en" altLang="zh-CN" sz="2200" dirty="0">
                <a:latin typeface="FZKai-Z03" panose="03000509000000000000" pitchFamily="66" charset="-122"/>
                <a:ea typeface="FZKai-Z03" panose="03000509000000000000" pitchFamily="66" charset="-122"/>
              </a:rPr>
              <a:t>Bellman-Ford</a:t>
            </a:r>
            <a:r>
              <a:rPr lang="zh-CN" altLang="en-US" sz="2200" dirty="0">
                <a:latin typeface="FZKai-Z03" panose="03000509000000000000" pitchFamily="66" charset="-122"/>
                <a:ea typeface="FZKai-Z03" panose="03000509000000000000" pitchFamily="66" charset="-122"/>
              </a:rPr>
              <a:t>方程和动态规划思想，通过</a:t>
            </a:r>
            <a:r>
              <a:rPr lang="zh-CN" altLang="en-US" sz="2200" dirty="0">
                <a:solidFill>
                  <a:srgbClr val="C00000"/>
                </a:solidFill>
                <a:latin typeface="FZKai-Z03" panose="03000509000000000000" pitchFamily="66" charset="-122"/>
                <a:ea typeface="FZKai-Z03" panose="03000509000000000000" pitchFamily="66" charset="-122"/>
              </a:rPr>
              <a:t>节点之间的信息交流</a:t>
            </a:r>
            <a:r>
              <a:rPr lang="zh-CN" altLang="en-US" sz="2200" dirty="0">
                <a:latin typeface="FZKai-Z03" panose="03000509000000000000" pitchFamily="66" charset="-122"/>
                <a:ea typeface="FZKai-Z03" panose="03000509000000000000" pitchFamily="66" charset="-122"/>
              </a:rPr>
              <a:t>来计算最短路径费用。</a:t>
            </a:r>
            <a:endParaRPr lang="en-US" altLang="zh-CN" sz="2200" dirty="0">
              <a:latin typeface="FZKai-Z03" panose="03000509000000000000" pitchFamily="66" charset="-122"/>
              <a:ea typeface="FZKai-Z03" panose="03000509000000000000" pitchFamily="66" charset="-122"/>
            </a:endParaRPr>
          </a:p>
          <a:p>
            <a:pPr marL="342900" indent="-342900">
              <a:lnSpc>
                <a:spcPct val="114000"/>
              </a:lnSpc>
              <a:spcBef>
                <a:spcPts val="1000"/>
              </a:spcBef>
              <a:buFont typeface="Wingdings" pitchFamily="2" charset="2"/>
              <a:buChar char="Ø"/>
            </a:pPr>
            <a:r>
              <a:rPr lang="zh-CN" altLang="en-US" sz="2200" dirty="0">
                <a:latin typeface="FZKai-Z03" panose="03000509000000000000" pitchFamily="66" charset="-122"/>
                <a:ea typeface="FZKai-Z03" panose="03000509000000000000" pitchFamily="66" charset="-122"/>
              </a:rPr>
              <a:t>每个节点维护自己的距离向量估计，并将其</a:t>
            </a:r>
            <a:r>
              <a:rPr lang="zh-CN" altLang="en-US" sz="2200" dirty="0">
                <a:solidFill>
                  <a:srgbClr val="C00000"/>
                </a:solidFill>
                <a:latin typeface="FZKai-Z03" panose="03000509000000000000" pitchFamily="66" charset="-122"/>
                <a:ea typeface="FZKai-Z03" panose="03000509000000000000" pitchFamily="66" charset="-122"/>
              </a:rPr>
              <a:t>通告给邻居</a:t>
            </a:r>
            <a:r>
              <a:rPr lang="zh-CN" altLang="en-US" sz="2200" dirty="0">
                <a:latin typeface="FZKai-Z03" panose="03000509000000000000" pitchFamily="66" charset="-122"/>
                <a:ea typeface="FZKai-Z03" panose="03000509000000000000" pitchFamily="66" charset="-122"/>
              </a:rPr>
              <a:t>节点。通过</a:t>
            </a:r>
            <a:r>
              <a:rPr lang="zh-CN" altLang="en-US" sz="2200" dirty="0">
                <a:solidFill>
                  <a:srgbClr val="C00000"/>
                </a:solidFill>
                <a:latin typeface="FZKai-Z03" panose="03000509000000000000" pitchFamily="66" charset="-122"/>
                <a:ea typeface="FZKai-Z03" panose="03000509000000000000" pitchFamily="66" charset="-122"/>
              </a:rPr>
              <a:t>迭代</a:t>
            </a:r>
            <a:r>
              <a:rPr lang="zh-CN" altLang="en-US" sz="2200" dirty="0">
                <a:latin typeface="FZKai-Z03" panose="03000509000000000000" pitchFamily="66" charset="-122"/>
                <a:ea typeface="FZKai-Z03" panose="03000509000000000000" pitchFamily="66" charset="-122"/>
              </a:rPr>
              <a:t>计算，最终可以得到最佳路由。</a:t>
            </a:r>
            <a:endParaRPr lang="en-US" altLang="zh-CN" sz="2200" dirty="0">
              <a:latin typeface="FZKai-Z03" panose="03000509000000000000" pitchFamily="66" charset="-122"/>
              <a:ea typeface="FZKai-Z03" panose="03000509000000000000" pitchFamily="66" charset="-122"/>
            </a:endParaRPr>
          </a:p>
          <a:p>
            <a:pPr marL="342900" indent="-342900">
              <a:lnSpc>
                <a:spcPct val="114000"/>
              </a:lnSpc>
              <a:spcBef>
                <a:spcPts val="1000"/>
              </a:spcBef>
              <a:buFont typeface="Wingdings" pitchFamily="2" charset="2"/>
              <a:buChar char="Ø"/>
            </a:pPr>
            <a:r>
              <a:rPr lang="zh-CN" altLang="en-US" sz="2200" dirty="0">
                <a:latin typeface="FZKai-Z03" panose="03000509000000000000" pitchFamily="66" charset="-122"/>
                <a:ea typeface="FZKai-Z03" panose="03000509000000000000" pitchFamily="66" charset="-122"/>
              </a:rPr>
              <a:t>距离向量路由算法是一个</a:t>
            </a:r>
            <a:r>
              <a:rPr lang="zh-CN" altLang="en-US" sz="2200" dirty="0">
                <a:solidFill>
                  <a:srgbClr val="C00000"/>
                </a:solidFill>
                <a:latin typeface="FZKai-Z03" panose="03000509000000000000" pitchFamily="66" charset="-122"/>
                <a:ea typeface="FZKai-Z03" panose="03000509000000000000" pitchFamily="66" charset="-122"/>
              </a:rPr>
              <a:t>异步分布式算法</a:t>
            </a:r>
            <a:r>
              <a:rPr lang="zh-CN" altLang="en-US" sz="2200" dirty="0">
                <a:latin typeface="FZKai-Z03" panose="03000509000000000000" pitchFamily="66" charset="-122"/>
                <a:ea typeface="FZKai-Z03" panose="03000509000000000000" pitchFamily="66" charset="-122"/>
              </a:rPr>
              <a:t>，每个节点根据本地链路费用变化或收到邻居的距离向量更新来重新计算距离向量估计。</a:t>
            </a:r>
            <a:endParaRPr lang="en-US" altLang="zh-CN" sz="2200" dirty="0">
              <a:latin typeface="FZKai-Z03" panose="03000509000000000000" pitchFamily="66" charset="-122"/>
              <a:ea typeface="FZKai-Z03" panose="03000509000000000000" pitchFamily="66" charset="-122"/>
            </a:endParaRPr>
          </a:p>
          <a:p>
            <a:pPr marL="342900" indent="-342900">
              <a:lnSpc>
                <a:spcPct val="114000"/>
              </a:lnSpc>
              <a:spcBef>
                <a:spcPts val="1000"/>
              </a:spcBef>
              <a:buFont typeface="Wingdings" pitchFamily="2" charset="2"/>
              <a:buChar char="Ø"/>
            </a:pPr>
            <a:r>
              <a:rPr lang="zh-CN" altLang="en-US" sz="2200" dirty="0">
                <a:solidFill>
                  <a:srgbClr val="C00000"/>
                </a:solidFill>
                <a:latin typeface="FZKai-Z03" panose="03000509000000000000" pitchFamily="66" charset="-122"/>
                <a:ea typeface="FZKai-Z03" panose="03000509000000000000" pitchFamily="66" charset="-122"/>
              </a:rPr>
              <a:t>计算结果可能导致节点的距离向量发生变化</a:t>
            </a:r>
            <a:r>
              <a:rPr lang="zh-CN" altLang="en-US" sz="2200" dirty="0">
                <a:latin typeface="FZKai-Z03" panose="03000509000000000000" pitchFamily="66" charset="-122"/>
                <a:ea typeface="FZKai-Z03" panose="03000509000000000000" pitchFamily="66" charset="-122"/>
              </a:rPr>
              <a:t>，需要通告给邻居节点。</a:t>
            </a:r>
            <a:endParaRPr lang="en-US" altLang="zh-CN" sz="2200" dirty="0">
              <a:latin typeface="FZKai-Z03" panose="03000509000000000000" pitchFamily="66" charset="-122"/>
              <a:ea typeface="FZKai-Z03" panose="03000509000000000000" pitchFamily="66" charset="-122"/>
            </a:endParaRPr>
          </a:p>
          <a:p>
            <a:pPr marL="342900" indent="-342900">
              <a:lnSpc>
                <a:spcPct val="114000"/>
              </a:lnSpc>
              <a:spcBef>
                <a:spcPts val="1000"/>
              </a:spcBef>
              <a:buFont typeface="Wingdings" pitchFamily="2" charset="2"/>
              <a:buChar char="Ø"/>
            </a:pPr>
            <a:r>
              <a:rPr lang="zh-CN" altLang="en-US" sz="2200" dirty="0">
                <a:latin typeface="FZKai-Z03" panose="03000509000000000000" pitchFamily="66" charset="-122"/>
                <a:ea typeface="FZKai-Z03" panose="03000509000000000000" pitchFamily="66" charset="-122"/>
              </a:rPr>
              <a:t>算法的主要阶段包括等待阶段、计算阶段和通告阶段。</a:t>
            </a:r>
          </a:p>
        </p:txBody>
      </p:sp>
    </p:spTree>
    <p:extLst>
      <p:ext uri="{BB962C8B-B14F-4D97-AF65-F5344CB8AC3E}">
        <p14:creationId xmlns:p14="http://schemas.microsoft.com/office/powerpoint/2010/main" val="119393686"/>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2099" name="Picture 6"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58788" y="942975"/>
            <a:ext cx="6399212" cy="1730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87045" name="Rectangle 2"/>
          <p:cNvSpPr>
            <a:spLocks noGrp="1" noChangeArrowheads="1"/>
          </p:cNvSpPr>
          <p:nvPr>
            <p:ph type="title"/>
          </p:nvPr>
        </p:nvSpPr>
        <p:spPr>
          <a:xfrm>
            <a:off x="466725" y="296863"/>
            <a:ext cx="7772400" cy="841375"/>
          </a:xfrm>
        </p:spPr>
        <p:txBody>
          <a:bodyPr/>
          <a:lstStyle/>
          <a:p>
            <a:pPr>
              <a:defRPr/>
            </a:pPr>
            <a:r>
              <a:rPr lang="en-US">
                <a:cs typeface="+mj-cs"/>
              </a:rPr>
              <a:t>Distance vector algorithm </a:t>
            </a:r>
          </a:p>
        </p:txBody>
      </p:sp>
      <p:sp>
        <p:nvSpPr>
          <p:cNvPr id="132101" name="Rectangle 3"/>
          <p:cNvSpPr>
            <a:spLocks noGrp="1" noChangeArrowheads="1"/>
          </p:cNvSpPr>
          <p:nvPr>
            <p:ph type="body" idx="1"/>
          </p:nvPr>
        </p:nvSpPr>
        <p:spPr>
          <a:xfrm>
            <a:off x="533400" y="1600200"/>
            <a:ext cx="7953375" cy="4648200"/>
          </a:xfrm>
        </p:spPr>
        <p:txBody>
          <a:bodyPr/>
          <a:lstStyle/>
          <a:p>
            <a:pPr>
              <a:buFont typeface="Wingdings" charset="0"/>
              <a:buNone/>
            </a:pPr>
            <a:r>
              <a:rPr lang="en-US" i="1" dirty="0">
                <a:solidFill>
                  <a:srgbClr val="CC0000"/>
                </a:solidFill>
                <a:latin typeface="Gill Sans MT" charset="0"/>
              </a:rPr>
              <a:t>Bellman-Ford equation (dynamic programming)</a:t>
            </a:r>
          </a:p>
          <a:p>
            <a:pPr>
              <a:buFont typeface="Wingdings" charset="0"/>
              <a:buNone/>
            </a:pPr>
            <a:endParaRPr lang="en-US" dirty="0">
              <a:latin typeface="Gill Sans MT" charset="0"/>
            </a:endParaRPr>
          </a:p>
          <a:p>
            <a:pPr>
              <a:buFont typeface="Wingdings" charset="0"/>
              <a:buNone/>
            </a:pPr>
            <a:r>
              <a:rPr lang="en-US" dirty="0">
                <a:latin typeface="Gill Sans MT" charset="0"/>
              </a:rPr>
              <a:t>let</a:t>
            </a:r>
          </a:p>
          <a:p>
            <a:pPr>
              <a:buFont typeface="Wingdings" charset="0"/>
              <a:buNone/>
            </a:pPr>
            <a:r>
              <a:rPr lang="en-US" dirty="0">
                <a:latin typeface="Gill Sans MT" charset="0"/>
              </a:rPr>
              <a:t>   d</a:t>
            </a:r>
            <a:r>
              <a:rPr lang="en-US" baseline="-25000" dirty="0">
                <a:latin typeface="Gill Sans MT" charset="0"/>
              </a:rPr>
              <a:t>x</a:t>
            </a:r>
            <a:r>
              <a:rPr lang="en-US" dirty="0">
                <a:latin typeface="Gill Sans MT" charset="0"/>
              </a:rPr>
              <a:t>(y) := cost of least-cost path from x to y</a:t>
            </a:r>
          </a:p>
          <a:p>
            <a:pPr>
              <a:buFont typeface="Wingdings" charset="0"/>
              <a:buNone/>
            </a:pPr>
            <a:r>
              <a:rPr lang="en-US" dirty="0">
                <a:latin typeface="Gill Sans MT" charset="0"/>
              </a:rPr>
              <a:t>then</a:t>
            </a:r>
          </a:p>
          <a:p>
            <a:pPr>
              <a:buFont typeface="Wingdings" charset="0"/>
              <a:buNone/>
            </a:pPr>
            <a:r>
              <a:rPr lang="en-US" dirty="0">
                <a:solidFill>
                  <a:srgbClr val="CC0000"/>
                </a:solidFill>
                <a:latin typeface="Gill Sans MT" charset="0"/>
              </a:rPr>
              <a:t>   </a:t>
            </a:r>
            <a:r>
              <a:rPr lang="en-US" sz="3200" dirty="0">
                <a:solidFill>
                  <a:srgbClr val="CC0000"/>
                </a:solidFill>
                <a:latin typeface="Gill Sans MT" charset="0"/>
              </a:rPr>
              <a:t>d</a:t>
            </a:r>
            <a:r>
              <a:rPr lang="en-US" sz="3200" baseline="-25000" dirty="0">
                <a:solidFill>
                  <a:srgbClr val="CC0000"/>
                </a:solidFill>
                <a:latin typeface="Gill Sans MT" charset="0"/>
              </a:rPr>
              <a:t>x</a:t>
            </a:r>
            <a:r>
              <a:rPr lang="en-US" sz="3200" dirty="0">
                <a:solidFill>
                  <a:srgbClr val="CC0000"/>
                </a:solidFill>
                <a:latin typeface="Gill Sans MT" charset="0"/>
              </a:rPr>
              <a:t>(y) = </a:t>
            </a:r>
            <a:r>
              <a:rPr lang="en-US" sz="3200" i="1" dirty="0">
                <a:solidFill>
                  <a:srgbClr val="CC0000"/>
                </a:solidFill>
                <a:latin typeface="Gill Sans MT" charset="0"/>
              </a:rPr>
              <a:t>min</a:t>
            </a:r>
            <a:r>
              <a:rPr lang="en-US" sz="3200" dirty="0">
                <a:solidFill>
                  <a:srgbClr val="CC0000"/>
                </a:solidFill>
                <a:latin typeface="Gill Sans MT" charset="0"/>
              </a:rPr>
              <a:t> {c(</a:t>
            </a:r>
            <a:r>
              <a:rPr lang="en-US" sz="3200" dirty="0" err="1">
                <a:solidFill>
                  <a:srgbClr val="CC0000"/>
                </a:solidFill>
                <a:latin typeface="Gill Sans MT" charset="0"/>
              </a:rPr>
              <a:t>x,v</a:t>
            </a:r>
            <a:r>
              <a:rPr lang="en-US" sz="3200" dirty="0">
                <a:solidFill>
                  <a:srgbClr val="CC0000"/>
                </a:solidFill>
                <a:latin typeface="Gill Sans MT" charset="0"/>
              </a:rPr>
              <a:t>) + d</a:t>
            </a:r>
            <a:r>
              <a:rPr lang="en-US" sz="3200" baseline="-25000" dirty="0">
                <a:solidFill>
                  <a:srgbClr val="CC0000"/>
                </a:solidFill>
                <a:latin typeface="Gill Sans MT" charset="0"/>
              </a:rPr>
              <a:t>v</a:t>
            </a:r>
            <a:r>
              <a:rPr lang="en-US" sz="3200" dirty="0">
                <a:solidFill>
                  <a:srgbClr val="CC0000"/>
                </a:solidFill>
                <a:latin typeface="Gill Sans MT" charset="0"/>
              </a:rPr>
              <a:t>(y) }</a:t>
            </a:r>
          </a:p>
          <a:p>
            <a:pPr>
              <a:buFont typeface="Wingdings" charset="0"/>
              <a:buNone/>
            </a:pPr>
            <a:r>
              <a:rPr lang="en-US" sz="3200" dirty="0">
                <a:latin typeface="Gill Sans MT" charset="0"/>
              </a:rPr>
              <a:t>   </a:t>
            </a:r>
          </a:p>
          <a:p>
            <a:pPr>
              <a:buFont typeface="Wingdings" charset="0"/>
              <a:buNone/>
            </a:pPr>
            <a:endParaRPr lang="en-US" dirty="0">
              <a:latin typeface="Gill Sans MT" charset="0"/>
            </a:endParaRPr>
          </a:p>
        </p:txBody>
      </p:sp>
      <p:sp>
        <p:nvSpPr>
          <p:cNvPr id="132102" name="Text Box 5"/>
          <p:cNvSpPr txBox="1">
            <a:spLocks noChangeArrowheads="1"/>
          </p:cNvSpPr>
          <p:nvPr/>
        </p:nvSpPr>
        <p:spPr bwMode="auto">
          <a:xfrm>
            <a:off x="2220913" y="4138613"/>
            <a:ext cx="295275"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solidFill>
                  <a:srgbClr val="CC0000"/>
                </a:solidFill>
                <a:latin typeface="Comic Sans MS" charset="0"/>
              </a:rPr>
              <a:t>v</a:t>
            </a:r>
          </a:p>
        </p:txBody>
      </p:sp>
      <p:sp>
        <p:nvSpPr>
          <p:cNvPr id="132103" name="Text Box 7"/>
          <p:cNvSpPr txBox="1">
            <a:spLocks noChangeArrowheads="1"/>
          </p:cNvSpPr>
          <p:nvPr/>
        </p:nvSpPr>
        <p:spPr bwMode="auto">
          <a:xfrm>
            <a:off x="3017838" y="5126038"/>
            <a:ext cx="2449512" cy="457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a:latin typeface="Gill Sans MT" charset="0"/>
              </a:rPr>
              <a:t>cost to neighbor v</a:t>
            </a:r>
          </a:p>
        </p:txBody>
      </p:sp>
      <p:sp>
        <p:nvSpPr>
          <p:cNvPr id="132104" name="Text Box 8"/>
          <p:cNvSpPr txBox="1">
            <a:spLocks noChangeArrowheads="1"/>
          </p:cNvSpPr>
          <p:nvPr/>
        </p:nvSpPr>
        <p:spPr bwMode="auto">
          <a:xfrm>
            <a:off x="2116138" y="5762625"/>
            <a:ext cx="4443412" cy="457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i="1">
                <a:latin typeface="Gill Sans MT" charset="0"/>
              </a:rPr>
              <a:t>min</a:t>
            </a:r>
            <a:r>
              <a:rPr lang="en-US">
                <a:latin typeface="Gill Sans MT" charset="0"/>
              </a:rPr>
              <a:t> taken over all neighbors v of x</a:t>
            </a:r>
          </a:p>
        </p:txBody>
      </p:sp>
      <p:sp>
        <p:nvSpPr>
          <p:cNvPr id="132105" name="Text Box 9"/>
          <p:cNvSpPr txBox="1">
            <a:spLocks noChangeArrowheads="1"/>
          </p:cNvSpPr>
          <p:nvPr/>
        </p:nvSpPr>
        <p:spPr bwMode="auto">
          <a:xfrm>
            <a:off x="4130675" y="4730750"/>
            <a:ext cx="4794250" cy="457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a:latin typeface="Gill Sans MT" charset="0"/>
              </a:rPr>
              <a:t>cost from neighbor v to destination y</a:t>
            </a:r>
          </a:p>
        </p:txBody>
      </p:sp>
      <p:sp>
        <p:nvSpPr>
          <p:cNvPr id="132106" name="Line 10"/>
          <p:cNvSpPr>
            <a:spLocks noChangeShapeType="1"/>
          </p:cNvSpPr>
          <p:nvPr/>
        </p:nvSpPr>
        <p:spPr bwMode="auto">
          <a:xfrm>
            <a:off x="2363788" y="4549775"/>
            <a:ext cx="0" cy="1282700"/>
          </a:xfrm>
          <a:prstGeom prst="line">
            <a:avLst/>
          </a:prstGeom>
          <a:noFill/>
          <a:ln w="9525">
            <a:solidFill>
              <a:srgbClr val="CC0000"/>
            </a:solidFill>
            <a:round/>
            <a:headEnd/>
            <a:tailEnd/>
          </a:ln>
          <a:extLst>
            <a:ext uri="{909E8E84-426E-40dd-AFC4-6F175D3DCCD1}">
              <a14:hiddenFill xmlns:a14="http://schemas.microsoft.com/office/drawing/2010/main" xmlns="">
                <a:noFill/>
              </a14:hiddenFill>
            </a:ext>
          </a:extLst>
        </p:spPr>
        <p:txBody>
          <a:bodyPr wrap="none"/>
          <a:lstStyle/>
          <a:p>
            <a:endParaRPr lang="en-US"/>
          </a:p>
        </p:txBody>
      </p:sp>
      <p:sp>
        <p:nvSpPr>
          <p:cNvPr id="132107" name="Line 11"/>
          <p:cNvSpPr>
            <a:spLocks noChangeShapeType="1"/>
          </p:cNvSpPr>
          <p:nvPr/>
        </p:nvSpPr>
        <p:spPr bwMode="auto">
          <a:xfrm>
            <a:off x="3344863" y="4359275"/>
            <a:ext cx="0" cy="892175"/>
          </a:xfrm>
          <a:prstGeom prst="line">
            <a:avLst/>
          </a:prstGeom>
          <a:noFill/>
          <a:ln w="9525">
            <a:solidFill>
              <a:srgbClr val="CC0000"/>
            </a:solidFill>
            <a:round/>
            <a:headEnd/>
            <a:tailEnd/>
          </a:ln>
          <a:extLst>
            <a:ext uri="{909E8E84-426E-40dd-AFC4-6F175D3DCCD1}">
              <a14:hiddenFill xmlns:a14="http://schemas.microsoft.com/office/drawing/2010/main" xmlns="">
                <a:noFill/>
              </a14:hiddenFill>
            </a:ext>
          </a:extLst>
        </p:spPr>
        <p:txBody>
          <a:bodyPr wrap="none"/>
          <a:lstStyle/>
          <a:p>
            <a:endParaRPr lang="en-US"/>
          </a:p>
        </p:txBody>
      </p:sp>
      <p:sp>
        <p:nvSpPr>
          <p:cNvPr id="132108" name="Line 13"/>
          <p:cNvSpPr>
            <a:spLocks noChangeShapeType="1"/>
          </p:cNvSpPr>
          <p:nvPr/>
        </p:nvSpPr>
        <p:spPr bwMode="auto">
          <a:xfrm>
            <a:off x="4649788" y="4427538"/>
            <a:ext cx="0" cy="434975"/>
          </a:xfrm>
          <a:prstGeom prst="line">
            <a:avLst/>
          </a:prstGeom>
          <a:noFill/>
          <a:ln w="9525">
            <a:solidFill>
              <a:srgbClr val="CC0000"/>
            </a:solidFill>
            <a:round/>
            <a:headEnd/>
            <a:tailEnd/>
          </a:ln>
          <a:extLst>
            <a:ext uri="{909E8E84-426E-40dd-AFC4-6F175D3DCCD1}">
              <a14:hiddenFill xmlns:a14="http://schemas.microsoft.com/office/drawing/2010/main" xmlns="">
                <a:noFill/>
              </a14:hiddenFill>
            </a:ext>
          </a:extLst>
        </p:spPr>
        <p:txBody>
          <a:bodyPr wrap="none"/>
          <a:lstStyle/>
          <a:p>
            <a:endParaRPr lang="en-US"/>
          </a:p>
        </p:txBody>
      </p:sp>
      <p:sp>
        <p:nvSpPr>
          <p:cNvPr id="14" name="Slide Number Placeholder 5"/>
          <p:cNvSpPr>
            <a:spLocks noGrp="1"/>
          </p:cNvSpPr>
          <p:nvPr>
            <p:ph type="sldNum" sz="quarter" idx="12"/>
          </p:nvPr>
        </p:nvSpPr>
        <p:spPr>
          <a:xfrm>
            <a:off x="8456154" y="6475895"/>
            <a:ext cx="548655" cy="272319"/>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200" dirty="0">
                <a:latin typeface="Tahoma" charset="0"/>
              </a:rPr>
              <a:t>5-</a:t>
            </a:r>
            <a:fld id="{8E8C6E93-DF5B-BC4B-80F9-500DED1EEDCC}" type="slidenum">
              <a:rPr lang="en-US" sz="1200">
                <a:latin typeface="Tahoma" charset="0"/>
              </a:rPr>
              <a:pPr/>
              <a:t>51</a:t>
            </a:fld>
            <a:endParaRPr lang="en-US" sz="1200" dirty="0">
              <a:latin typeface="Tahoma" charset="0"/>
            </a:endParaRPr>
          </a:p>
        </p:txBody>
      </p:sp>
      <p:sp>
        <p:nvSpPr>
          <p:cNvPr id="15" name="Footer Placeholder 2"/>
          <p:cNvSpPr>
            <a:spLocks noGrp="1"/>
          </p:cNvSpPr>
          <p:nvPr>
            <p:ph type="ftr" sz="quarter" idx="11"/>
          </p:nvPr>
        </p:nvSpPr>
        <p:spPr>
          <a:xfrm>
            <a:off x="6375496" y="6475081"/>
            <a:ext cx="2177473" cy="241541"/>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200" dirty="0">
                <a:solidFill>
                  <a:srgbClr val="000000"/>
                </a:solidFill>
                <a:latin typeface="Tahoma" charset="0"/>
                <a:cs typeface="Arial" charset="0"/>
              </a:rPr>
              <a:t>Network Layer: Control Plane</a:t>
            </a:r>
          </a:p>
        </p:txBody>
      </p:sp>
    </p:spTree>
    <p:extLst>
      <p:ext uri="{BB962C8B-B14F-4D97-AF65-F5344CB8AC3E}">
        <p14:creationId xmlns:p14="http://schemas.microsoft.com/office/powerpoint/2010/main" val="3552885743"/>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3123" name="Picture 77"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30238" y="839788"/>
            <a:ext cx="5027612" cy="1730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88069" name="Rectangle 2"/>
          <p:cNvSpPr>
            <a:spLocks noGrp="1" noChangeArrowheads="1"/>
          </p:cNvSpPr>
          <p:nvPr>
            <p:ph type="title"/>
          </p:nvPr>
        </p:nvSpPr>
        <p:spPr>
          <a:xfrm>
            <a:off x="533400" y="174625"/>
            <a:ext cx="7772400" cy="874713"/>
          </a:xfrm>
        </p:spPr>
        <p:txBody>
          <a:bodyPr/>
          <a:lstStyle/>
          <a:p>
            <a:pPr>
              <a:defRPr/>
            </a:pPr>
            <a:r>
              <a:rPr lang="en-US">
                <a:cs typeface="+mj-cs"/>
              </a:rPr>
              <a:t>Bellman-Ford example </a:t>
            </a:r>
          </a:p>
        </p:txBody>
      </p:sp>
      <p:grpSp>
        <p:nvGrpSpPr>
          <p:cNvPr id="133125" name="Group 3"/>
          <p:cNvGrpSpPr>
            <a:grpSpLocks/>
          </p:cNvGrpSpPr>
          <p:nvPr/>
        </p:nvGrpSpPr>
        <p:grpSpPr bwMode="auto">
          <a:xfrm>
            <a:off x="276225" y="1470025"/>
            <a:ext cx="3571875" cy="2236788"/>
            <a:chOff x="3162" y="1071"/>
            <a:chExt cx="2250" cy="1409"/>
          </a:xfrm>
        </p:grpSpPr>
        <p:sp>
          <p:nvSpPr>
            <p:cNvPr id="133130" name="Freeform 4"/>
            <p:cNvSpPr>
              <a:spLocks/>
            </p:cNvSpPr>
            <p:nvPr/>
          </p:nvSpPr>
          <p:spPr bwMode="auto">
            <a:xfrm>
              <a:off x="3162" y="1071"/>
              <a:ext cx="2250" cy="1409"/>
            </a:xfrm>
            <a:custGeom>
              <a:avLst/>
              <a:gdLst>
                <a:gd name="T0" fmla="*/ 0 w 2250"/>
                <a:gd name="T1" fmla="*/ 624 h 1409"/>
                <a:gd name="T2" fmla="*/ 219 w 2250"/>
                <a:gd name="T3" fmla="*/ 321 h 1409"/>
                <a:gd name="T4" fmla="*/ 529 w 2250"/>
                <a:gd name="T5" fmla="*/ 35 h 1409"/>
                <a:gd name="T6" fmla="*/ 1551 w 2250"/>
                <a:gd name="T7" fmla="*/ 111 h 1409"/>
                <a:gd name="T8" fmla="*/ 1968 w 2250"/>
                <a:gd name="T9" fmla="*/ 483 h 1409"/>
                <a:gd name="T10" fmla="*/ 2199 w 2250"/>
                <a:gd name="T11" fmla="*/ 906 h 1409"/>
                <a:gd name="T12" fmla="*/ 1659 w 2250"/>
                <a:gd name="T13" fmla="*/ 1314 h 1409"/>
                <a:gd name="T14" fmla="*/ 993 w 2250"/>
                <a:gd name="T15" fmla="*/ 1386 h 1409"/>
                <a:gd name="T16" fmla="*/ 465 w 2250"/>
                <a:gd name="T17" fmla="*/ 1356 h 1409"/>
                <a:gd name="T18" fmla="*/ 102 w 2250"/>
                <a:gd name="T19" fmla="*/ 1068 h 1409"/>
                <a:gd name="T20" fmla="*/ 0 w 2250"/>
                <a:gd name="T21" fmla="*/ 624 h 140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50"/>
                <a:gd name="T34" fmla="*/ 0 h 1409"/>
                <a:gd name="T35" fmla="*/ 2250 w 2250"/>
                <a:gd name="T36" fmla="*/ 1409 h 140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50" h="1409">
                  <a:moveTo>
                    <a:pt x="0" y="624"/>
                  </a:moveTo>
                  <a:cubicBezTo>
                    <a:pt x="5" y="506"/>
                    <a:pt x="131" y="419"/>
                    <a:pt x="219" y="321"/>
                  </a:cubicBezTo>
                  <a:cubicBezTo>
                    <a:pt x="307" y="223"/>
                    <a:pt x="307" y="70"/>
                    <a:pt x="529" y="35"/>
                  </a:cubicBezTo>
                  <a:cubicBezTo>
                    <a:pt x="751" y="0"/>
                    <a:pt x="1311" y="36"/>
                    <a:pt x="1551" y="111"/>
                  </a:cubicBezTo>
                  <a:cubicBezTo>
                    <a:pt x="1791" y="186"/>
                    <a:pt x="1860" y="351"/>
                    <a:pt x="1968" y="483"/>
                  </a:cubicBezTo>
                  <a:cubicBezTo>
                    <a:pt x="2076" y="615"/>
                    <a:pt x="2250" y="767"/>
                    <a:pt x="2199" y="906"/>
                  </a:cubicBezTo>
                  <a:cubicBezTo>
                    <a:pt x="2148" y="1045"/>
                    <a:pt x="1860" y="1234"/>
                    <a:pt x="1659" y="1314"/>
                  </a:cubicBezTo>
                  <a:cubicBezTo>
                    <a:pt x="1458" y="1394"/>
                    <a:pt x="1192" y="1379"/>
                    <a:pt x="993" y="1386"/>
                  </a:cubicBezTo>
                  <a:cubicBezTo>
                    <a:pt x="794" y="1393"/>
                    <a:pt x="613" y="1409"/>
                    <a:pt x="465" y="1356"/>
                  </a:cubicBezTo>
                  <a:cubicBezTo>
                    <a:pt x="317" y="1303"/>
                    <a:pt x="180" y="1190"/>
                    <a:pt x="102" y="1068"/>
                  </a:cubicBezTo>
                  <a:cubicBezTo>
                    <a:pt x="24" y="946"/>
                    <a:pt x="21" y="716"/>
                    <a:pt x="0" y="624"/>
                  </a:cubicBezTo>
                  <a:close/>
                </a:path>
              </a:pathLst>
            </a:custGeom>
            <a:solidFill>
              <a:srgbClr val="99CCFF"/>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sp>
          <p:nvSpPr>
            <p:cNvPr id="133131" name="Freeform 5"/>
            <p:cNvSpPr>
              <a:spLocks/>
            </p:cNvSpPr>
            <p:nvPr/>
          </p:nvSpPr>
          <p:spPr bwMode="auto">
            <a:xfrm>
              <a:off x="3498" y="1620"/>
              <a:ext cx="342" cy="186"/>
            </a:xfrm>
            <a:custGeom>
              <a:avLst/>
              <a:gdLst>
                <a:gd name="T0" fmla="*/ 0 w 342"/>
                <a:gd name="T1" fmla="*/ 186 h 186"/>
                <a:gd name="T2" fmla="*/ 342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sp>
          <p:nvSpPr>
            <p:cNvPr id="133132" name="Oval 6"/>
            <p:cNvSpPr>
              <a:spLocks noChangeArrowheads="1"/>
            </p:cNvSpPr>
            <p:nvPr/>
          </p:nvSpPr>
          <p:spPr bwMode="auto">
            <a:xfrm>
              <a:off x="3238" y="1862"/>
              <a:ext cx="313" cy="81"/>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33133" name="Line 7"/>
            <p:cNvSpPr>
              <a:spLocks noChangeShapeType="1"/>
            </p:cNvSpPr>
            <p:nvPr/>
          </p:nvSpPr>
          <p:spPr bwMode="auto">
            <a:xfrm>
              <a:off x="3238" y="1855"/>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33134" name="Line 8"/>
            <p:cNvSpPr>
              <a:spLocks noChangeShapeType="1"/>
            </p:cNvSpPr>
            <p:nvPr/>
          </p:nvSpPr>
          <p:spPr bwMode="auto">
            <a:xfrm>
              <a:off x="3551" y="1855"/>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33135" name="Rectangle 9"/>
            <p:cNvSpPr>
              <a:spLocks noChangeArrowheads="1"/>
            </p:cNvSpPr>
            <p:nvPr/>
          </p:nvSpPr>
          <p:spPr bwMode="auto">
            <a:xfrm>
              <a:off x="3238" y="1855"/>
              <a:ext cx="310" cy="49"/>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sz="2400"/>
            </a:p>
          </p:txBody>
        </p:sp>
        <p:sp>
          <p:nvSpPr>
            <p:cNvPr id="133136" name="Oval 10"/>
            <p:cNvSpPr>
              <a:spLocks noChangeArrowheads="1"/>
            </p:cNvSpPr>
            <p:nvPr/>
          </p:nvSpPr>
          <p:spPr bwMode="auto">
            <a:xfrm>
              <a:off x="3235" y="1796"/>
              <a:ext cx="313" cy="95"/>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33137" name="Oval 11"/>
            <p:cNvSpPr>
              <a:spLocks noChangeArrowheads="1"/>
            </p:cNvSpPr>
            <p:nvPr/>
          </p:nvSpPr>
          <p:spPr bwMode="auto">
            <a:xfrm>
              <a:off x="3712" y="2249"/>
              <a:ext cx="313" cy="81"/>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33138" name="Line 12"/>
            <p:cNvSpPr>
              <a:spLocks noChangeShapeType="1"/>
            </p:cNvSpPr>
            <p:nvPr/>
          </p:nvSpPr>
          <p:spPr bwMode="auto">
            <a:xfrm>
              <a:off x="3712" y="2242"/>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33139" name="Line 13"/>
            <p:cNvSpPr>
              <a:spLocks noChangeShapeType="1"/>
            </p:cNvSpPr>
            <p:nvPr/>
          </p:nvSpPr>
          <p:spPr bwMode="auto">
            <a:xfrm>
              <a:off x="4025" y="2242"/>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33140" name="Rectangle 14"/>
            <p:cNvSpPr>
              <a:spLocks noChangeArrowheads="1"/>
            </p:cNvSpPr>
            <p:nvPr/>
          </p:nvSpPr>
          <p:spPr bwMode="auto">
            <a:xfrm>
              <a:off x="3712" y="2242"/>
              <a:ext cx="310" cy="49"/>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sz="2400"/>
            </a:p>
          </p:txBody>
        </p:sp>
        <p:sp>
          <p:nvSpPr>
            <p:cNvPr id="133141" name="Oval 15"/>
            <p:cNvSpPr>
              <a:spLocks noChangeArrowheads="1"/>
            </p:cNvSpPr>
            <p:nvPr/>
          </p:nvSpPr>
          <p:spPr bwMode="auto">
            <a:xfrm>
              <a:off x="3709" y="2183"/>
              <a:ext cx="313" cy="95"/>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33142" name="Oval 16"/>
            <p:cNvSpPr>
              <a:spLocks noChangeArrowheads="1"/>
            </p:cNvSpPr>
            <p:nvPr/>
          </p:nvSpPr>
          <p:spPr bwMode="auto">
            <a:xfrm>
              <a:off x="3708" y="1559"/>
              <a:ext cx="313" cy="81"/>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33143" name="Line 17"/>
            <p:cNvSpPr>
              <a:spLocks noChangeShapeType="1"/>
            </p:cNvSpPr>
            <p:nvPr/>
          </p:nvSpPr>
          <p:spPr bwMode="auto">
            <a:xfrm>
              <a:off x="3708" y="1552"/>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33144" name="Line 18"/>
            <p:cNvSpPr>
              <a:spLocks noChangeShapeType="1"/>
            </p:cNvSpPr>
            <p:nvPr/>
          </p:nvSpPr>
          <p:spPr bwMode="auto">
            <a:xfrm>
              <a:off x="4021" y="1552"/>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33145" name="Rectangle 19"/>
            <p:cNvSpPr>
              <a:spLocks noChangeArrowheads="1"/>
            </p:cNvSpPr>
            <p:nvPr/>
          </p:nvSpPr>
          <p:spPr bwMode="auto">
            <a:xfrm>
              <a:off x="3708" y="1552"/>
              <a:ext cx="310" cy="49"/>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sz="2400"/>
            </a:p>
          </p:txBody>
        </p:sp>
        <p:sp>
          <p:nvSpPr>
            <p:cNvPr id="133146" name="Oval 20"/>
            <p:cNvSpPr>
              <a:spLocks noChangeArrowheads="1"/>
            </p:cNvSpPr>
            <p:nvPr/>
          </p:nvSpPr>
          <p:spPr bwMode="auto">
            <a:xfrm>
              <a:off x="3705" y="1493"/>
              <a:ext cx="313" cy="95"/>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33147" name="Oval 21"/>
            <p:cNvSpPr>
              <a:spLocks noChangeArrowheads="1"/>
            </p:cNvSpPr>
            <p:nvPr/>
          </p:nvSpPr>
          <p:spPr bwMode="auto">
            <a:xfrm>
              <a:off x="4391" y="1555"/>
              <a:ext cx="312" cy="81"/>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33148" name="Line 22"/>
            <p:cNvSpPr>
              <a:spLocks noChangeShapeType="1"/>
            </p:cNvSpPr>
            <p:nvPr/>
          </p:nvSpPr>
          <p:spPr bwMode="auto">
            <a:xfrm>
              <a:off x="4391" y="1548"/>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33149" name="Line 23"/>
            <p:cNvSpPr>
              <a:spLocks noChangeShapeType="1"/>
            </p:cNvSpPr>
            <p:nvPr/>
          </p:nvSpPr>
          <p:spPr bwMode="auto">
            <a:xfrm>
              <a:off x="4703" y="1548"/>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33150" name="Rectangle 24"/>
            <p:cNvSpPr>
              <a:spLocks noChangeArrowheads="1"/>
            </p:cNvSpPr>
            <p:nvPr/>
          </p:nvSpPr>
          <p:spPr bwMode="auto">
            <a:xfrm>
              <a:off x="4391" y="1548"/>
              <a:ext cx="309" cy="49"/>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sz="2400"/>
            </a:p>
          </p:txBody>
        </p:sp>
        <p:sp>
          <p:nvSpPr>
            <p:cNvPr id="133151" name="Oval 25"/>
            <p:cNvSpPr>
              <a:spLocks noChangeArrowheads="1"/>
            </p:cNvSpPr>
            <p:nvPr/>
          </p:nvSpPr>
          <p:spPr bwMode="auto">
            <a:xfrm>
              <a:off x="4394" y="1492"/>
              <a:ext cx="312" cy="95"/>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33152" name="Oval 26"/>
            <p:cNvSpPr>
              <a:spLocks noChangeArrowheads="1"/>
            </p:cNvSpPr>
            <p:nvPr/>
          </p:nvSpPr>
          <p:spPr bwMode="auto">
            <a:xfrm>
              <a:off x="4401" y="2246"/>
              <a:ext cx="313" cy="81"/>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33153" name="Line 27"/>
            <p:cNvSpPr>
              <a:spLocks noChangeShapeType="1"/>
            </p:cNvSpPr>
            <p:nvPr/>
          </p:nvSpPr>
          <p:spPr bwMode="auto">
            <a:xfrm>
              <a:off x="4401" y="2239"/>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33154" name="Line 28"/>
            <p:cNvSpPr>
              <a:spLocks noChangeShapeType="1"/>
            </p:cNvSpPr>
            <p:nvPr/>
          </p:nvSpPr>
          <p:spPr bwMode="auto">
            <a:xfrm>
              <a:off x="4714" y="2239"/>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33155" name="Rectangle 29"/>
            <p:cNvSpPr>
              <a:spLocks noChangeArrowheads="1"/>
            </p:cNvSpPr>
            <p:nvPr/>
          </p:nvSpPr>
          <p:spPr bwMode="auto">
            <a:xfrm>
              <a:off x="4401" y="2239"/>
              <a:ext cx="310" cy="49"/>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sz="2400"/>
            </a:p>
          </p:txBody>
        </p:sp>
        <p:sp>
          <p:nvSpPr>
            <p:cNvPr id="133156" name="Oval 30"/>
            <p:cNvSpPr>
              <a:spLocks noChangeArrowheads="1"/>
            </p:cNvSpPr>
            <p:nvPr/>
          </p:nvSpPr>
          <p:spPr bwMode="auto">
            <a:xfrm>
              <a:off x="4398" y="2180"/>
              <a:ext cx="313" cy="95"/>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33157" name="Oval 31"/>
            <p:cNvSpPr>
              <a:spLocks noChangeArrowheads="1"/>
            </p:cNvSpPr>
            <p:nvPr/>
          </p:nvSpPr>
          <p:spPr bwMode="auto">
            <a:xfrm>
              <a:off x="4966" y="1905"/>
              <a:ext cx="313" cy="81"/>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33158" name="Line 32"/>
            <p:cNvSpPr>
              <a:spLocks noChangeShapeType="1"/>
            </p:cNvSpPr>
            <p:nvPr/>
          </p:nvSpPr>
          <p:spPr bwMode="auto">
            <a:xfrm>
              <a:off x="4966" y="1898"/>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33159" name="Line 33"/>
            <p:cNvSpPr>
              <a:spLocks noChangeShapeType="1"/>
            </p:cNvSpPr>
            <p:nvPr/>
          </p:nvSpPr>
          <p:spPr bwMode="auto">
            <a:xfrm>
              <a:off x="5279" y="1898"/>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33160" name="Rectangle 34"/>
            <p:cNvSpPr>
              <a:spLocks noChangeArrowheads="1"/>
            </p:cNvSpPr>
            <p:nvPr/>
          </p:nvSpPr>
          <p:spPr bwMode="auto">
            <a:xfrm>
              <a:off x="4966" y="1898"/>
              <a:ext cx="310" cy="49"/>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sz="2400"/>
            </a:p>
          </p:txBody>
        </p:sp>
        <p:sp>
          <p:nvSpPr>
            <p:cNvPr id="133161" name="Oval 35"/>
            <p:cNvSpPr>
              <a:spLocks noChangeArrowheads="1"/>
            </p:cNvSpPr>
            <p:nvPr/>
          </p:nvSpPr>
          <p:spPr bwMode="auto">
            <a:xfrm>
              <a:off x="4963" y="1839"/>
              <a:ext cx="313" cy="95"/>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33162" name="Freeform 36"/>
            <p:cNvSpPr>
              <a:spLocks/>
            </p:cNvSpPr>
            <p:nvPr/>
          </p:nvSpPr>
          <p:spPr bwMode="auto">
            <a:xfrm>
              <a:off x="4557" y="1647"/>
              <a:ext cx="1" cy="522"/>
            </a:xfrm>
            <a:custGeom>
              <a:avLst/>
              <a:gdLst>
                <a:gd name="T0" fmla="*/ 0 w 1"/>
                <a:gd name="T1" fmla="*/ 0 h 522"/>
                <a:gd name="T2" fmla="*/ 0 w 1"/>
                <a:gd name="T3" fmla="*/ 522 h 522"/>
                <a:gd name="T4" fmla="*/ 0 60000 65536"/>
                <a:gd name="T5" fmla="*/ 0 60000 65536"/>
                <a:gd name="T6" fmla="*/ 0 w 1"/>
                <a:gd name="T7" fmla="*/ 0 h 522"/>
                <a:gd name="T8" fmla="*/ 1 w 1"/>
                <a:gd name="T9" fmla="*/ 522 h 522"/>
              </a:gdLst>
              <a:ahLst/>
              <a:cxnLst>
                <a:cxn ang="T4">
                  <a:pos x="T0" y="T1"/>
                </a:cxn>
                <a:cxn ang="T5">
                  <a:pos x="T2" y="T3"/>
                </a:cxn>
              </a:cxnLst>
              <a:rect l="T6" t="T7" r="T8" b="T9"/>
              <a:pathLst>
                <a:path w="1" h="522">
                  <a:moveTo>
                    <a:pt x="0" y="0"/>
                  </a:moveTo>
                  <a:lnTo>
                    <a:pt x="0" y="522"/>
                  </a:ln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sp>
          <p:nvSpPr>
            <p:cNvPr id="133163" name="Freeform 37"/>
            <p:cNvSpPr>
              <a:spLocks/>
            </p:cNvSpPr>
            <p:nvPr/>
          </p:nvSpPr>
          <p:spPr bwMode="auto">
            <a:xfrm>
              <a:off x="3864" y="1653"/>
              <a:ext cx="1" cy="537"/>
            </a:xfrm>
            <a:custGeom>
              <a:avLst/>
              <a:gdLst>
                <a:gd name="T0" fmla="*/ 0 w 1"/>
                <a:gd name="T1" fmla="*/ 0 h 537"/>
                <a:gd name="T2" fmla="*/ 0 w 1"/>
                <a:gd name="T3" fmla="*/ 537 h 537"/>
                <a:gd name="T4" fmla="*/ 0 60000 65536"/>
                <a:gd name="T5" fmla="*/ 0 60000 65536"/>
                <a:gd name="T6" fmla="*/ 0 w 1"/>
                <a:gd name="T7" fmla="*/ 0 h 537"/>
                <a:gd name="T8" fmla="*/ 1 w 1"/>
                <a:gd name="T9" fmla="*/ 537 h 537"/>
              </a:gdLst>
              <a:ahLst/>
              <a:cxnLst>
                <a:cxn ang="T4">
                  <a:pos x="T0" y="T1"/>
                </a:cxn>
                <a:cxn ang="T5">
                  <a:pos x="T2" y="T3"/>
                </a:cxn>
              </a:cxnLst>
              <a:rect l="T6" t="T7" r="T8" b="T9"/>
              <a:pathLst>
                <a:path w="1" h="537">
                  <a:moveTo>
                    <a:pt x="0" y="0"/>
                  </a:moveTo>
                  <a:lnTo>
                    <a:pt x="0" y="537"/>
                  </a:ln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sp>
          <p:nvSpPr>
            <p:cNvPr id="133164" name="Freeform 38"/>
            <p:cNvSpPr>
              <a:spLocks/>
            </p:cNvSpPr>
            <p:nvPr/>
          </p:nvSpPr>
          <p:spPr bwMode="auto">
            <a:xfrm>
              <a:off x="4029" y="1638"/>
              <a:ext cx="504" cy="600"/>
            </a:xfrm>
            <a:custGeom>
              <a:avLst/>
              <a:gdLst>
                <a:gd name="T0" fmla="*/ 0 w 378"/>
                <a:gd name="T1" fmla="*/ 11993521 h 174"/>
                <a:gd name="T2" fmla="*/ 5035 w 378"/>
                <a:gd name="T3" fmla="*/ 0 h 174"/>
                <a:gd name="T4" fmla="*/ 0 60000 65536"/>
                <a:gd name="T5" fmla="*/ 0 60000 65536"/>
                <a:gd name="T6" fmla="*/ 0 w 378"/>
                <a:gd name="T7" fmla="*/ 0 h 174"/>
                <a:gd name="T8" fmla="*/ 378 w 378"/>
                <a:gd name="T9" fmla="*/ 174 h 174"/>
              </a:gdLst>
              <a:ahLst/>
              <a:cxnLst>
                <a:cxn ang="T4">
                  <a:pos x="T0" y="T1"/>
                </a:cxn>
                <a:cxn ang="T5">
                  <a:pos x="T2" y="T3"/>
                </a:cxn>
              </a:cxnLst>
              <a:rect l="T6" t="T7" r="T8" b="T9"/>
              <a:pathLst>
                <a:path w="378" h="174">
                  <a:moveTo>
                    <a:pt x="0" y="174"/>
                  </a:moveTo>
                  <a:lnTo>
                    <a:pt x="378" y="0"/>
                  </a:ln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sp>
          <p:nvSpPr>
            <p:cNvPr id="133165" name="Freeform 39"/>
            <p:cNvSpPr>
              <a:spLocks/>
            </p:cNvSpPr>
            <p:nvPr/>
          </p:nvSpPr>
          <p:spPr bwMode="auto">
            <a:xfrm>
              <a:off x="4716" y="1986"/>
              <a:ext cx="366" cy="270"/>
            </a:xfrm>
            <a:custGeom>
              <a:avLst/>
              <a:gdLst>
                <a:gd name="T0" fmla="*/ 0 w 366"/>
                <a:gd name="T1" fmla="*/ 270 h 270"/>
                <a:gd name="T2" fmla="*/ 366 w 366"/>
                <a:gd name="T3" fmla="*/ 0 h 270"/>
                <a:gd name="T4" fmla="*/ 0 60000 65536"/>
                <a:gd name="T5" fmla="*/ 0 60000 65536"/>
                <a:gd name="T6" fmla="*/ 0 w 366"/>
                <a:gd name="T7" fmla="*/ 0 h 270"/>
                <a:gd name="T8" fmla="*/ 366 w 366"/>
                <a:gd name="T9" fmla="*/ 270 h 270"/>
              </a:gdLst>
              <a:ahLst/>
              <a:cxnLst>
                <a:cxn ang="T4">
                  <a:pos x="T0" y="T1"/>
                </a:cxn>
                <a:cxn ang="T5">
                  <a:pos x="T2" y="T3"/>
                </a:cxn>
              </a:cxnLst>
              <a:rect l="T6" t="T7" r="T8" b="T9"/>
              <a:pathLst>
                <a:path w="366" h="270">
                  <a:moveTo>
                    <a:pt x="0" y="270"/>
                  </a:moveTo>
                  <a:lnTo>
                    <a:pt x="366" y="0"/>
                  </a:ln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sp>
          <p:nvSpPr>
            <p:cNvPr id="133166" name="Freeform 40"/>
            <p:cNvSpPr>
              <a:spLocks/>
            </p:cNvSpPr>
            <p:nvPr/>
          </p:nvSpPr>
          <p:spPr bwMode="auto">
            <a:xfrm>
              <a:off x="4035" y="2268"/>
              <a:ext cx="366" cy="1"/>
            </a:xfrm>
            <a:custGeom>
              <a:avLst/>
              <a:gdLst>
                <a:gd name="T0" fmla="*/ 366 w 366"/>
                <a:gd name="T1" fmla="*/ 0 h 1"/>
                <a:gd name="T2" fmla="*/ 0 w 366"/>
                <a:gd name="T3" fmla="*/ 0 h 1"/>
                <a:gd name="T4" fmla="*/ 0 60000 65536"/>
                <a:gd name="T5" fmla="*/ 0 60000 65536"/>
                <a:gd name="T6" fmla="*/ 0 w 366"/>
                <a:gd name="T7" fmla="*/ 0 h 1"/>
                <a:gd name="T8" fmla="*/ 366 w 366"/>
                <a:gd name="T9" fmla="*/ 1 h 1"/>
              </a:gdLst>
              <a:ahLst/>
              <a:cxnLst>
                <a:cxn ang="T4">
                  <a:pos x="T0" y="T1"/>
                </a:cxn>
                <a:cxn ang="T5">
                  <a:pos x="T2" y="T3"/>
                </a:cxn>
              </a:cxnLst>
              <a:rect l="T6" t="T7" r="T8" b="T9"/>
              <a:pathLst>
                <a:path w="366" h="1">
                  <a:moveTo>
                    <a:pt x="366" y="0"/>
                  </a:moveTo>
                  <a:lnTo>
                    <a:pt x="0" y="0"/>
                  </a:ln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sp>
          <p:nvSpPr>
            <p:cNvPr id="133167" name="Freeform 41"/>
            <p:cNvSpPr>
              <a:spLocks/>
            </p:cNvSpPr>
            <p:nvPr/>
          </p:nvSpPr>
          <p:spPr bwMode="auto">
            <a:xfrm>
              <a:off x="3444" y="1944"/>
              <a:ext cx="276" cy="264"/>
            </a:xfrm>
            <a:custGeom>
              <a:avLst/>
              <a:gdLst>
                <a:gd name="T0" fmla="*/ 276 w 276"/>
                <a:gd name="T1" fmla="*/ 264 h 264"/>
                <a:gd name="T2" fmla="*/ 0 w 276"/>
                <a:gd name="T3" fmla="*/ 0 h 264"/>
                <a:gd name="T4" fmla="*/ 0 60000 65536"/>
                <a:gd name="T5" fmla="*/ 0 60000 65536"/>
                <a:gd name="T6" fmla="*/ 0 w 276"/>
                <a:gd name="T7" fmla="*/ 0 h 264"/>
                <a:gd name="T8" fmla="*/ 276 w 276"/>
                <a:gd name="T9" fmla="*/ 264 h 264"/>
              </a:gdLst>
              <a:ahLst/>
              <a:cxnLst>
                <a:cxn ang="T4">
                  <a:pos x="T0" y="T1"/>
                </a:cxn>
                <a:cxn ang="T5">
                  <a:pos x="T2" y="T3"/>
                </a:cxn>
              </a:cxnLst>
              <a:rect l="T6" t="T7" r="T8" b="T9"/>
              <a:pathLst>
                <a:path w="276" h="264">
                  <a:moveTo>
                    <a:pt x="276" y="264"/>
                  </a:moveTo>
                  <a:lnTo>
                    <a:pt x="0" y="0"/>
                  </a:ln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sp>
          <p:nvSpPr>
            <p:cNvPr id="133168" name="Freeform 42"/>
            <p:cNvSpPr>
              <a:spLocks/>
            </p:cNvSpPr>
            <p:nvPr/>
          </p:nvSpPr>
          <p:spPr bwMode="auto">
            <a:xfrm>
              <a:off x="4029" y="1578"/>
              <a:ext cx="366" cy="1"/>
            </a:xfrm>
            <a:custGeom>
              <a:avLst/>
              <a:gdLst>
                <a:gd name="T0" fmla="*/ 366 w 366"/>
                <a:gd name="T1" fmla="*/ 0 h 1"/>
                <a:gd name="T2" fmla="*/ 0 w 366"/>
                <a:gd name="T3" fmla="*/ 0 h 1"/>
                <a:gd name="T4" fmla="*/ 0 60000 65536"/>
                <a:gd name="T5" fmla="*/ 0 60000 65536"/>
                <a:gd name="T6" fmla="*/ 0 w 366"/>
                <a:gd name="T7" fmla="*/ 0 h 1"/>
                <a:gd name="T8" fmla="*/ 366 w 366"/>
                <a:gd name="T9" fmla="*/ 1 h 1"/>
              </a:gdLst>
              <a:ahLst/>
              <a:cxnLst>
                <a:cxn ang="T4">
                  <a:pos x="T0" y="T1"/>
                </a:cxn>
                <a:cxn ang="T5">
                  <a:pos x="T2" y="T3"/>
                </a:cxn>
              </a:cxnLst>
              <a:rect l="T6" t="T7" r="T8" b="T9"/>
              <a:pathLst>
                <a:path w="366" h="1">
                  <a:moveTo>
                    <a:pt x="366" y="0"/>
                  </a:moveTo>
                  <a:lnTo>
                    <a:pt x="0" y="0"/>
                  </a:ln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sp>
          <p:nvSpPr>
            <p:cNvPr id="133169" name="Freeform 43"/>
            <p:cNvSpPr>
              <a:spLocks/>
            </p:cNvSpPr>
            <p:nvPr/>
          </p:nvSpPr>
          <p:spPr bwMode="auto">
            <a:xfrm>
              <a:off x="4704" y="1575"/>
              <a:ext cx="396" cy="267"/>
            </a:xfrm>
            <a:custGeom>
              <a:avLst/>
              <a:gdLst>
                <a:gd name="T0" fmla="*/ 396 w 396"/>
                <a:gd name="T1" fmla="*/ 267 h 267"/>
                <a:gd name="T2" fmla="*/ 0 w 396"/>
                <a:gd name="T3" fmla="*/ 0 h 267"/>
                <a:gd name="T4" fmla="*/ 0 60000 65536"/>
                <a:gd name="T5" fmla="*/ 0 60000 65536"/>
                <a:gd name="T6" fmla="*/ 0 w 396"/>
                <a:gd name="T7" fmla="*/ 0 h 267"/>
                <a:gd name="T8" fmla="*/ 396 w 396"/>
                <a:gd name="T9" fmla="*/ 267 h 267"/>
              </a:gdLst>
              <a:ahLst/>
              <a:cxnLst>
                <a:cxn ang="T4">
                  <a:pos x="T0" y="T1"/>
                </a:cxn>
                <a:cxn ang="T5">
                  <a:pos x="T2" y="T3"/>
                </a:cxn>
              </a:cxnLst>
              <a:rect l="T6" t="T7" r="T8" b="T9"/>
              <a:pathLst>
                <a:path w="396" h="267">
                  <a:moveTo>
                    <a:pt x="396" y="267"/>
                  </a:moveTo>
                  <a:lnTo>
                    <a:pt x="0" y="0"/>
                  </a:ln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sp>
          <p:nvSpPr>
            <p:cNvPr id="133170" name="Freeform 44"/>
            <p:cNvSpPr>
              <a:spLocks/>
            </p:cNvSpPr>
            <p:nvPr/>
          </p:nvSpPr>
          <p:spPr bwMode="auto">
            <a:xfrm>
              <a:off x="3387" y="1146"/>
              <a:ext cx="1110" cy="645"/>
            </a:xfrm>
            <a:custGeom>
              <a:avLst/>
              <a:gdLst>
                <a:gd name="T0" fmla="*/ 1110 w 1110"/>
                <a:gd name="T1" fmla="*/ 342 h 645"/>
                <a:gd name="T2" fmla="*/ 0 w 1110"/>
                <a:gd name="T3" fmla="*/ 645 h 645"/>
                <a:gd name="T4" fmla="*/ 0 60000 65536"/>
                <a:gd name="T5" fmla="*/ 0 60000 65536"/>
                <a:gd name="T6" fmla="*/ 0 w 1110"/>
                <a:gd name="T7" fmla="*/ 0 h 645"/>
                <a:gd name="T8" fmla="*/ 1110 w 1110"/>
                <a:gd name="T9" fmla="*/ 645 h 645"/>
              </a:gdLst>
              <a:ahLst/>
              <a:cxnLst>
                <a:cxn ang="T4">
                  <a:pos x="T0" y="T1"/>
                </a:cxn>
                <a:cxn ang="T5">
                  <a:pos x="T2" y="T3"/>
                </a:cxn>
              </a:cxnLst>
              <a:rect l="T6" t="T7" r="T8" b="T9"/>
              <a:pathLst>
                <a:path w="1110" h="645">
                  <a:moveTo>
                    <a:pt x="1110" y="342"/>
                  </a:moveTo>
                  <a:cubicBezTo>
                    <a:pt x="1104" y="0"/>
                    <a:pt x="21" y="63"/>
                    <a:pt x="0" y="645"/>
                  </a:cubicBez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grpSp>
          <p:nvGrpSpPr>
            <p:cNvPr id="133171" name="Group 45"/>
            <p:cNvGrpSpPr>
              <a:grpSpLocks/>
            </p:cNvGrpSpPr>
            <p:nvPr/>
          </p:nvGrpSpPr>
          <p:grpSpPr bwMode="auto">
            <a:xfrm>
              <a:off x="3287" y="1744"/>
              <a:ext cx="205" cy="250"/>
              <a:chOff x="2954" y="2425"/>
              <a:chExt cx="208" cy="250"/>
            </a:xfrm>
          </p:grpSpPr>
          <p:sp>
            <p:nvSpPr>
              <p:cNvPr id="133197" name="Rectangle 46"/>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p>
            </p:txBody>
          </p:sp>
          <p:sp>
            <p:nvSpPr>
              <p:cNvPr id="133198" name="Text Box 47"/>
              <p:cNvSpPr txBox="1">
                <a:spLocks noChangeArrowheads="1"/>
              </p:cNvSpPr>
              <p:nvPr/>
            </p:nvSpPr>
            <p:spPr bwMode="auto">
              <a:xfrm>
                <a:off x="2954" y="2425"/>
                <a:ext cx="208" cy="2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2000"/>
                  <a:t>u</a:t>
                </a:r>
                <a:endParaRPr lang="en-US"/>
              </a:p>
            </p:txBody>
          </p:sp>
        </p:grpSp>
        <p:grpSp>
          <p:nvGrpSpPr>
            <p:cNvPr id="133172" name="Group 48"/>
            <p:cNvGrpSpPr>
              <a:grpSpLocks/>
            </p:cNvGrpSpPr>
            <p:nvPr/>
          </p:nvGrpSpPr>
          <p:grpSpPr bwMode="auto">
            <a:xfrm>
              <a:off x="4461" y="2128"/>
              <a:ext cx="196" cy="250"/>
              <a:chOff x="2958" y="2425"/>
              <a:chExt cx="199" cy="250"/>
            </a:xfrm>
          </p:grpSpPr>
          <p:sp>
            <p:nvSpPr>
              <p:cNvPr id="133195" name="Rectangle 49"/>
              <p:cNvSpPr>
                <a:spLocks noChangeArrowheads="1"/>
              </p:cNvSpPr>
              <p:nvPr/>
            </p:nvSpPr>
            <p:spPr bwMode="auto">
              <a:xfrm>
                <a:off x="2982" y="2490"/>
                <a:ext cx="142" cy="132"/>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p>
            </p:txBody>
          </p:sp>
          <p:sp>
            <p:nvSpPr>
              <p:cNvPr id="133196" name="Text Box 50"/>
              <p:cNvSpPr txBox="1">
                <a:spLocks noChangeArrowheads="1"/>
              </p:cNvSpPr>
              <p:nvPr/>
            </p:nvSpPr>
            <p:spPr bwMode="auto">
              <a:xfrm>
                <a:off x="2958" y="2425"/>
                <a:ext cx="199" cy="2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2000"/>
                  <a:t>y</a:t>
                </a:r>
                <a:endParaRPr lang="en-US"/>
              </a:p>
            </p:txBody>
          </p:sp>
        </p:grpSp>
        <p:grpSp>
          <p:nvGrpSpPr>
            <p:cNvPr id="133173" name="Group 51"/>
            <p:cNvGrpSpPr>
              <a:grpSpLocks/>
            </p:cNvGrpSpPr>
            <p:nvPr/>
          </p:nvGrpSpPr>
          <p:grpSpPr bwMode="auto">
            <a:xfrm>
              <a:off x="3772" y="2095"/>
              <a:ext cx="212" cy="288"/>
              <a:chOff x="2951" y="2395"/>
              <a:chExt cx="213" cy="288"/>
            </a:xfrm>
          </p:grpSpPr>
          <p:sp>
            <p:nvSpPr>
              <p:cNvPr id="133193" name="Rectangle 52"/>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p>
            </p:txBody>
          </p:sp>
          <p:sp>
            <p:nvSpPr>
              <p:cNvPr id="133194" name="Text Box 53"/>
              <p:cNvSpPr txBox="1">
                <a:spLocks noChangeArrowheads="1"/>
              </p:cNvSpPr>
              <p:nvPr/>
            </p:nvSpPr>
            <p:spPr bwMode="auto">
              <a:xfrm>
                <a:off x="2951" y="2395"/>
                <a:ext cx="213" cy="2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a:t>x</a:t>
                </a:r>
              </a:p>
            </p:txBody>
          </p:sp>
        </p:grpSp>
        <p:grpSp>
          <p:nvGrpSpPr>
            <p:cNvPr id="133174" name="Group 54"/>
            <p:cNvGrpSpPr>
              <a:grpSpLocks/>
            </p:cNvGrpSpPr>
            <p:nvPr/>
          </p:nvGrpSpPr>
          <p:grpSpPr bwMode="auto">
            <a:xfrm>
              <a:off x="4438" y="1438"/>
              <a:ext cx="232" cy="250"/>
              <a:chOff x="2941" y="2425"/>
              <a:chExt cx="235" cy="250"/>
            </a:xfrm>
          </p:grpSpPr>
          <p:sp>
            <p:nvSpPr>
              <p:cNvPr id="133191" name="Rectangle 55"/>
              <p:cNvSpPr>
                <a:spLocks noChangeArrowheads="1"/>
              </p:cNvSpPr>
              <p:nvPr/>
            </p:nvSpPr>
            <p:spPr bwMode="auto">
              <a:xfrm>
                <a:off x="2982" y="2490"/>
                <a:ext cx="146" cy="132"/>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p>
            </p:txBody>
          </p:sp>
          <p:sp>
            <p:nvSpPr>
              <p:cNvPr id="133192" name="Text Box 56"/>
              <p:cNvSpPr txBox="1">
                <a:spLocks noChangeArrowheads="1"/>
              </p:cNvSpPr>
              <p:nvPr/>
            </p:nvSpPr>
            <p:spPr bwMode="auto">
              <a:xfrm>
                <a:off x="2941" y="2425"/>
                <a:ext cx="235" cy="2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2000"/>
                  <a:t>w</a:t>
                </a:r>
                <a:endParaRPr lang="en-US"/>
              </a:p>
            </p:txBody>
          </p:sp>
        </p:grpSp>
        <p:grpSp>
          <p:nvGrpSpPr>
            <p:cNvPr id="133175" name="Group 57"/>
            <p:cNvGrpSpPr>
              <a:grpSpLocks/>
            </p:cNvGrpSpPr>
            <p:nvPr/>
          </p:nvGrpSpPr>
          <p:grpSpPr bwMode="auto">
            <a:xfrm>
              <a:off x="3771" y="1438"/>
              <a:ext cx="196" cy="250"/>
              <a:chOff x="2958" y="2425"/>
              <a:chExt cx="199" cy="250"/>
            </a:xfrm>
          </p:grpSpPr>
          <p:sp>
            <p:nvSpPr>
              <p:cNvPr id="133189" name="Rectangle 58"/>
              <p:cNvSpPr>
                <a:spLocks noChangeArrowheads="1"/>
              </p:cNvSpPr>
              <p:nvPr/>
            </p:nvSpPr>
            <p:spPr bwMode="auto">
              <a:xfrm>
                <a:off x="2982" y="2490"/>
                <a:ext cx="142" cy="132"/>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p>
            </p:txBody>
          </p:sp>
          <p:sp>
            <p:nvSpPr>
              <p:cNvPr id="133190" name="Text Box 59"/>
              <p:cNvSpPr txBox="1">
                <a:spLocks noChangeArrowheads="1"/>
              </p:cNvSpPr>
              <p:nvPr/>
            </p:nvSpPr>
            <p:spPr bwMode="auto">
              <a:xfrm>
                <a:off x="2958" y="2425"/>
                <a:ext cx="199" cy="2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2000"/>
                  <a:t>v</a:t>
                </a:r>
                <a:endParaRPr lang="en-US"/>
              </a:p>
            </p:txBody>
          </p:sp>
        </p:grpSp>
        <p:grpSp>
          <p:nvGrpSpPr>
            <p:cNvPr id="133176" name="Group 60"/>
            <p:cNvGrpSpPr>
              <a:grpSpLocks/>
            </p:cNvGrpSpPr>
            <p:nvPr/>
          </p:nvGrpSpPr>
          <p:grpSpPr bwMode="auto">
            <a:xfrm>
              <a:off x="5025" y="1756"/>
              <a:ext cx="212" cy="288"/>
              <a:chOff x="2949" y="2395"/>
              <a:chExt cx="214" cy="288"/>
            </a:xfrm>
          </p:grpSpPr>
          <p:sp>
            <p:nvSpPr>
              <p:cNvPr id="133187" name="Rectangle 61"/>
              <p:cNvSpPr>
                <a:spLocks noChangeArrowheads="1"/>
              </p:cNvSpPr>
              <p:nvPr/>
            </p:nvSpPr>
            <p:spPr bwMode="auto">
              <a:xfrm>
                <a:off x="2982" y="2490"/>
                <a:ext cx="142" cy="132"/>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p>
            </p:txBody>
          </p:sp>
          <p:sp>
            <p:nvSpPr>
              <p:cNvPr id="133188" name="Text Box 62"/>
              <p:cNvSpPr txBox="1">
                <a:spLocks noChangeArrowheads="1"/>
              </p:cNvSpPr>
              <p:nvPr/>
            </p:nvSpPr>
            <p:spPr bwMode="auto">
              <a:xfrm>
                <a:off x="2949" y="2395"/>
                <a:ext cx="214" cy="2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a:t>z</a:t>
                </a:r>
              </a:p>
            </p:txBody>
          </p:sp>
        </p:grpSp>
        <p:sp>
          <p:nvSpPr>
            <p:cNvPr id="133177" name="Text Box 63"/>
            <p:cNvSpPr txBox="1">
              <a:spLocks noChangeArrowheads="1"/>
            </p:cNvSpPr>
            <p:nvPr/>
          </p:nvSpPr>
          <p:spPr bwMode="auto">
            <a:xfrm>
              <a:off x="3493" y="1568"/>
              <a:ext cx="196"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t>2</a:t>
              </a:r>
              <a:endParaRPr lang="en-US"/>
            </a:p>
          </p:txBody>
        </p:sp>
        <p:sp>
          <p:nvSpPr>
            <p:cNvPr id="133178" name="Text Box 64"/>
            <p:cNvSpPr txBox="1">
              <a:spLocks noChangeArrowheads="1"/>
            </p:cNvSpPr>
            <p:nvPr/>
          </p:nvSpPr>
          <p:spPr bwMode="auto">
            <a:xfrm>
              <a:off x="3841" y="1787"/>
              <a:ext cx="196"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t>2</a:t>
              </a:r>
              <a:endParaRPr lang="en-US"/>
            </a:p>
          </p:txBody>
        </p:sp>
        <p:sp>
          <p:nvSpPr>
            <p:cNvPr id="133179" name="Text Box 65"/>
            <p:cNvSpPr txBox="1">
              <a:spLocks noChangeArrowheads="1"/>
            </p:cNvSpPr>
            <p:nvPr/>
          </p:nvSpPr>
          <p:spPr bwMode="auto">
            <a:xfrm>
              <a:off x="3406" y="2000"/>
              <a:ext cx="196"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t>1</a:t>
              </a:r>
              <a:endParaRPr lang="en-US"/>
            </a:p>
          </p:txBody>
        </p:sp>
        <p:sp>
          <p:nvSpPr>
            <p:cNvPr id="133180" name="Text Box 66"/>
            <p:cNvSpPr txBox="1">
              <a:spLocks noChangeArrowheads="1"/>
            </p:cNvSpPr>
            <p:nvPr/>
          </p:nvSpPr>
          <p:spPr bwMode="auto">
            <a:xfrm>
              <a:off x="4225" y="1880"/>
              <a:ext cx="196"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t>3</a:t>
              </a:r>
              <a:endParaRPr lang="en-US"/>
            </a:p>
          </p:txBody>
        </p:sp>
        <p:sp>
          <p:nvSpPr>
            <p:cNvPr id="133181" name="Text Box 67"/>
            <p:cNvSpPr txBox="1">
              <a:spLocks noChangeArrowheads="1"/>
            </p:cNvSpPr>
            <p:nvPr/>
          </p:nvSpPr>
          <p:spPr bwMode="auto">
            <a:xfrm>
              <a:off x="4162" y="2234"/>
              <a:ext cx="196"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t>1</a:t>
              </a:r>
              <a:endParaRPr lang="en-US"/>
            </a:p>
          </p:txBody>
        </p:sp>
        <p:sp>
          <p:nvSpPr>
            <p:cNvPr id="133182" name="Text Box 68"/>
            <p:cNvSpPr txBox="1">
              <a:spLocks noChangeArrowheads="1"/>
            </p:cNvSpPr>
            <p:nvPr/>
          </p:nvSpPr>
          <p:spPr bwMode="auto">
            <a:xfrm>
              <a:off x="4522" y="1805"/>
              <a:ext cx="196"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t>1</a:t>
              </a:r>
              <a:endParaRPr lang="en-US"/>
            </a:p>
          </p:txBody>
        </p:sp>
        <p:sp>
          <p:nvSpPr>
            <p:cNvPr id="133183" name="Text Box 69"/>
            <p:cNvSpPr txBox="1">
              <a:spLocks noChangeArrowheads="1"/>
            </p:cNvSpPr>
            <p:nvPr/>
          </p:nvSpPr>
          <p:spPr bwMode="auto">
            <a:xfrm>
              <a:off x="4882" y="2069"/>
              <a:ext cx="196"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t>2</a:t>
              </a:r>
              <a:endParaRPr lang="en-US"/>
            </a:p>
          </p:txBody>
        </p:sp>
        <p:sp>
          <p:nvSpPr>
            <p:cNvPr id="133184" name="Text Box 70"/>
            <p:cNvSpPr txBox="1">
              <a:spLocks noChangeArrowheads="1"/>
            </p:cNvSpPr>
            <p:nvPr/>
          </p:nvSpPr>
          <p:spPr bwMode="auto">
            <a:xfrm>
              <a:off x="4855" y="1532"/>
              <a:ext cx="196"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t>5</a:t>
              </a:r>
              <a:endParaRPr lang="en-US"/>
            </a:p>
          </p:txBody>
        </p:sp>
        <p:sp>
          <p:nvSpPr>
            <p:cNvPr id="133185" name="Text Box 71"/>
            <p:cNvSpPr txBox="1">
              <a:spLocks noChangeArrowheads="1"/>
            </p:cNvSpPr>
            <p:nvPr/>
          </p:nvSpPr>
          <p:spPr bwMode="auto">
            <a:xfrm>
              <a:off x="4120" y="1382"/>
              <a:ext cx="196"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t>3</a:t>
              </a:r>
              <a:endParaRPr lang="en-US"/>
            </a:p>
          </p:txBody>
        </p:sp>
        <p:sp>
          <p:nvSpPr>
            <p:cNvPr id="133186" name="Text Box 72"/>
            <p:cNvSpPr txBox="1">
              <a:spLocks noChangeArrowheads="1"/>
            </p:cNvSpPr>
            <p:nvPr/>
          </p:nvSpPr>
          <p:spPr bwMode="auto">
            <a:xfrm>
              <a:off x="3769" y="1115"/>
              <a:ext cx="196"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t>5</a:t>
              </a:r>
              <a:endParaRPr lang="en-US"/>
            </a:p>
          </p:txBody>
        </p:sp>
      </p:grpSp>
      <p:sp>
        <p:nvSpPr>
          <p:cNvPr id="133126" name="Text Box 73"/>
          <p:cNvSpPr txBox="1">
            <a:spLocks noChangeArrowheads="1"/>
          </p:cNvSpPr>
          <p:nvPr/>
        </p:nvSpPr>
        <p:spPr bwMode="auto">
          <a:xfrm>
            <a:off x="3765550" y="1770063"/>
            <a:ext cx="5045075" cy="457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dirty="0"/>
              <a:t>clearly, d</a:t>
            </a:r>
            <a:r>
              <a:rPr lang="en-US" baseline="-25000" dirty="0"/>
              <a:t>v</a:t>
            </a:r>
            <a:r>
              <a:rPr lang="en-US" dirty="0"/>
              <a:t>(z) = 5, d</a:t>
            </a:r>
            <a:r>
              <a:rPr lang="en-US" baseline="-25000" dirty="0"/>
              <a:t>x</a:t>
            </a:r>
            <a:r>
              <a:rPr lang="en-US" dirty="0"/>
              <a:t>(z) = 3, </a:t>
            </a:r>
            <a:r>
              <a:rPr lang="en-US" dirty="0" err="1"/>
              <a:t>d</a:t>
            </a:r>
            <a:r>
              <a:rPr lang="en-US" baseline="-25000" dirty="0" err="1"/>
              <a:t>w</a:t>
            </a:r>
            <a:r>
              <a:rPr lang="en-US" dirty="0"/>
              <a:t>(z) = 3</a:t>
            </a:r>
          </a:p>
        </p:txBody>
      </p:sp>
      <p:sp>
        <p:nvSpPr>
          <p:cNvPr id="133127" name="Text Box 74"/>
          <p:cNvSpPr txBox="1">
            <a:spLocks noChangeArrowheads="1"/>
          </p:cNvSpPr>
          <p:nvPr/>
        </p:nvSpPr>
        <p:spPr bwMode="auto">
          <a:xfrm>
            <a:off x="4275138" y="2928938"/>
            <a:ext cx="3900487" cy="22828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dirty="0"/>
              <a:t>d</a:t>
            </a:r>
            <a:r>
              <a:rPr lang="en-US" baseline="-25000" dirty="0"/>
              <a:t>u</a:t>
            </a:r>
            <a:r>
              <a:rPr lang="en-US" dirty="0"/>
              <a:t>(z) = min { c(</a:t>
            </a:r>
            <a:r>
              <a:rPr lang="en-US" dirty="0" err="1"/>
              <a:t>u,v</a:t>
            </a:r>
            <a:r>
              <a:rPr lang="en-US" dirty="0"/>
              <a:t>) + d</a:t>
            </a:r>
            <a:r>
              <a:rPr lang="en-US" baseline="-25000" dirty="0"/>
              <a:t>v</a:t>
            </a:r>
            <a:r>
              <a:rPr lang="en-US" dirty="0"/>
              <a:t>(z),</a:t>
            </a:r>
          </a:p>
          <a:p>
            <a:r>
              <a:rPr lang="en-US" dirty="0"/>
              <a:t>                    c(</a:t>
            </a:r>
            <a:r>
              <a:rPr lang="en-US" dirty="0" err="1"/>
              <a:t>u,x</a:t>
            </a:r>
            <a:r>
              <a:rPr lang="en-US" dirty="0"/>
              <a:t>) + d</a:t>
            </a:r>
            <a:r>
              <a:rPr lang="en-US" baseline="-25000" dirty="0"/>
              <a:t>x</a:t>
            </a:r>
            <a:r>
              <a:rPr lang="en-US" dirty="0"/>
              <a:t>(z),</a:t>
            </a:r>
          </a:p>
          <a:p>
            <a:r>
              <a:rPr lang="en-US" dirty="0"/>
              <a:t>                    c(</a:t>
            </a:r>
            <a:r>
              <a:rPr lang="en-US" dirty="0" err="1"/>
              <a:t>u,w</a:t>
            </a:r>
            <a:r>
              <a:rPr lang="en-US" dirty="0"/>
              <a:t>) + </a:t>
            </a:r>
            <a:r>
              <a:rPr lang="en-US" dirty="0" err="1"/>
              <a:t>d</a:t>
            </a:r>
            <a:r>
              <a:rPr lang="en-US" baseline="-25000" dirty="0" err="1"/>
              <a:t>w</a:t>
            </a:r>
            <a:r>
              <a:rPr lang="en-US" dirty="0"/>
              <a:t>(z) }</a:t>
            </a:r>
          </a:p>
          <a:p>
            <a:r>
              <a:rPr lang="en-US" dirty="0"/>
              <a:t>         = min {2 + 5,</a:t>
            </a:r>
          </a:p>
          <a:p>
            <a:r>
              <a:rPr lang="en-US" dirty="0"/>
              <a:t>                    1 + 3,</a:t>
            </a:r>
          </a:p>
          <a:p>
            <a:r>
              <a:rPr lang="en-US" dirty="0"/>
              <a:t>                    5 + 3}  = 4</a:t>
            </a:r>
          </a:p>
        </p:txBody>
      </p:sp>
      <p:sp>
        <p:nvSpPr>
          <p:cNvPr id="133128" name="Text Box 75"/>
          <p:cNvSpPr txBox="1">
            <a:spLocks noChangeArrowheads="1"/>
          </p:cNvSpPr>
          <p:nvPr/>
        </p:nvSpPr>
        <p:spPr bwMode="auto">
          <a:xfrm>
            <a:off x="596643" y="5061409"/>
            <a:ext cx="6765925" cy="8191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nSpc>
                <a:spcPct val="85000"/>
              </a:lnSpc>
            </a:pPr>
            <a:r>
              <a:rPr lang="en-US" sz="2800" dirty="0">
                <a:latin typeface="Gill Sans MT" charset="0"/>
              </a:rPr>
              <a:t>node achieving minimum is next</a:t>
            </a:r>
          </a:p>
          <a:p>
            <a:pPr>
              <a:lnSpc>
                <a:spcPct val="85000"/>
              </a:lnSpc>
            </a:pPr>
            <a:r>
              <a:rPr lang="en-US" sz="2800" dirty="0">
                <a:latin typeface="Gill Sans MT" charset="0"/>
              </a:rPr>
              <a:t>hop in shortest path, used in</a:t>
            </a:r>
            <a:r>
              <a:rPr lang="en-US" sz="2800" dirty="0">
                <a:latin typeface="Gill Sans MT" charset="0"/>
                <a:ea typeface="MS Mincho" charset="0"/>
                <a:cs typeface="MS Mincho" charset="0"/>
              </a:rPr>
              <a:t> </a:t>
            </a:r>
            <a:r>
              <a:rPr lang="en-US" sz="2800" dirty="0">
                <a:latin typeface="Gill Sans MT" charset="0"/>
              </a:rPr>
              <a:t>forwarding table</a:t>
            </a:r>
          </a:p>
        </p:txBody>
      </p:sp>
      <p:sp>
        <p:nvSpPr>
          <p:cNvPr id="133129" name="Text Box 76"/>
          <p:cNvSpPr txBox="1">
            <a:spLocks noChangeArrowheads="1"/>
          </p:cNvSpPr>
          <p:nvPr/>
        </p:nvSpPr>
        <p:spPr bwMode="auto">
          <a:xfrm>
            <a:off x="3862388" y="2466975"/>
            <a:ext cx="2725737" cy="457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a:t>B-F equation says:</a:t>
            </a:r>
          </a:p>
        </p:txBody>
      </p:sp>
      <p:sp>
        <p:nvSpPr>
          <p:cNvPr id="80" name="Slide Number Placeholder 5"/>
          <p:cNvSpPr>
            <a:spLocks noGrp="1"/>
          </p:cNvSpPr>
          <p:nvPr>
            <p:ph type="sldNum" sz="quarter" idx="12"/>
          </p:nvPr>
        </p:nvSpPr>
        <p:spPr>
          <a:xfrm>
            <a:off x="8456154" y="6475895"/>
            <a:ext cx="548655" cy="272319"/>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200" dirty="0">
                <a:latin typeface="Tahoma" charset="0"/>
              </a:rPr>
              <a:t>5-</a:t>
            </a:r>
            <a:fld id="{8E8C6E93-DF5B-BC4B-80F9-500DED1EEDCC}" type="slidenum">
              <a:rPr lang="en-US" sz="1200">
                <a:latin typeface="Tahoma" charset="0"/>
              </a:rPr>
              <a:pPr/>
              <a:t>52</a:t>
            </a:fld>
            <a:endParaRPr lang="en-US" sz="1200" dirty="0">
              <a:latin typeface="Tahoma" charset="0"/>
            </a:endParaRPr>
          </a:p>
        </p:txBody>
      </p:sp>
      <p:sp>
        <p:nvSpPr>
          <p:cNvPr id="81" name="Footer Placeholder 2"/>
          <p:cNvSpPr>
            <a:spLocks noGrp="1"/>
          </p:cNvSpPr>
          <p:nvPr>
            <p:ph type="ftr" sz="quarter" idx="11"/>
          </p:nvPr>
        </p:nvSpPr>
        <p:spPr>
          <a:xfrm>
            <a:off x="6375496" y="6475081"/>
            <a:ext cx="2177473" cy="241541"/>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200" dirty="0">
                <a:solidFill>
                  <a:srgbClr val="000000"/>
                </a:solidFill>
                <a:latin typeface="Tahoma" charset="0"/>
                <a:cs typeface="Arial" charset="0"/>
              </a:rPr>
              <a:t>Network Layer: Control Plane</a:t>
            </a:r>
          </a:p>
        </p:txBody>
      </p:sp>
      <p:sp>
        <p:nvSpPr>
          <p:cNvPr id="3" name="文本框 2">
            <a:extLst>
              <a:ext uri="{FF2B5EF4-FFF2-40B4-BE49-F238E27FC236}">
                <a16:creationId xmlns:a16="http://schemas.microsoft.com/office/drawing/2014/main" id="{0C1639DF-BD7C-6B38-3427-F3B141D5C184}"/>
              </a:ext>
            </a:extLst>
          </p:cNvPr>
          <p:cNvSpPr txBox="1"/>
          <p:nvPr/>
        </p:nvSpPr>
        <p:spPr>
          <a:xfrm>
            <a:off x="957239" y="3803651"/>
            <a:ext cx="3030585" cy="400110"/>
          </a:xfrm>
          <a:prstGeom prst="rect">
            <a:avLst/>
          </a:prstGeom>
          <a:noFill/>
        </p:spPr>
        <p:txBody>
          <a:bodyPr wrap="square">
            <a:spAutoFit/>
          </a:bodyPr>
          <a:lstStyle/>
          <a:p>
            <a:r>
              <a:rPr lang="zh-CN" altLang="en-US" sz="2000" b="1" dirty="0">
                <a:solidFill>
                  <a:srgbClr val="C00000"/>
                </a:solidFill>
                <a:latin typeface="FZKai-Z03" panose="03000509000000000000" pitchFamily="66" charset="-122"/>
                <a:ea typeface="FZKai-Z03" panose="03000509000000000000" pitchFamily="66" charset="-122"/>
              </a:rPr>
              <a:t>这三个节点是</a:t>
            </a:r>
            <a:r>
              <a:rPr lang="en-US" altLang="zh-CN" sz="2000" b="1" dirty="0">
                <a:solidFill>
                  <a:srgbClr val="C00000"/>
                </a:solidFill>
                <a:latin typeface="FZKai-Z03" panose="03000509000000000000" pitchFamily="66" charset="-122"/>
                <a:ea typeface="FZKai-Z03" panose="03000509000000000000" pitchFamily="66" charset="-122"/>
              </a:rPr>
              <a:t>u</a:t>
            </a:r>
            <a:r>
              <a:rPr lang="zh-CN" altLang="en-US" sz="2000" b="1" dirty="0">
                <a:solidFill>
                  <a:srgbClr val="C00000"/>
                </a:solidFill>
                <a:latin typeface="FZKai-Z03" panose="03000509000000000000" pitchFamily="66" charset="-122"/>
                <a:ea typeface="FZKai-Z03" panose="03000509000000000000" pitchFamily="66" charset="-122"/>
              </a:rPr>
              <a:t>的邻居。</a:t>
            </a:r>
          </a:p>
        </p:txBody>
      </p:sp>
    </p:spTree>
    <p:extLst>
      <p:ext uri="{BB962C8B-B14F-4D97-AF65-F5344CB8AC3E}">
        <p14:creationId xmlns:p14="http://schemas.microsoft.com/office/powerpoint/2010/main" val="3679128277"/>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4147" name="Picture 5"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15950" y="1066800"/>
            <a:ext cx="6399213" cy="1730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89093" name="Rectangle 2"/>
          <p:cNvSpPr>
            <a:spLocks noGrp="1" noChangeArrowheads="1"/>
          </p:cNvSpPr>
          <p:nvPr>
            <p:ph type="title"/>
          </p:nvPr>
        </p:nvSpPr>
        <p:spPr/>
        <p:txBody>
          <a:bodyPr/>
          <a:lstStyle/>
          <a:p>
            <a:pPr>
              <a:defRPr/>
            </a:pPr>
            <a:r>
              <a:rPr lang="en-US">
                <a:cs typeface="+mj-cs"/>
              </a:rPr>
              <a:t>Distance vector algorithm </a:t>
            </a:r>
          </a:p>
        </p:txBody>
      </p:sp>
      <p:sp>
        <p:nvSpPr>
          <p:cNvPr id="134149" name="Rectangle 3"/>
          <p:cNvSpPr>
            <a:spLocks noGrp="1" noChangeArrowheads="1"/>
          </p:cNvSpPr>
          <p:nvPr>
            <p:ph type="body" idx="1"/>
          </p:nvPr>
        </p:nvSpPr>
        <p:spPr/>
        <p:txBody>
          <a:bodyPr/>
          <a:lstStyle/>
          <a:p>
            <a:r>
              <a:rPr lang="en-US">
                <a:solidFill>
                  <a:srgbClr val="CC0000"/>
                </a:solidFill>
                <a:latin typeface="Gill Sans MT" charset="0"/>
              </a:rPr>
              <a:t>D</a:t>
            </a:r>
            <a:r>
              <a:rPr lang="en-US" baseline="-25000">
                <a:solidFill>
                  <a:srgbClr val="CC0000"/>
                </a:solidFill>
                <a:latin typeface="Gill Sans MT" charset="0"/>
              </a:rPr>
              <a:t>x</a:t>
            </a:r>
            <a:r>
              <a:rPr lang="en-US">
                <a:solidFill>
                  <a:srgbClr val="CC0000"/>
                </a:solidFill>
                <a:latin typeface="Gill Sans MT" charset="0"/>
              </a:rPr>
              <a:t>(y)</a:t>
            </a:r>
            <a:r>
              <a:rPr lang="en-US">
                <a:latin typeface="Gill Sans MT" charset="0"/>
              </a:rPr>
              <a:t> = estimate of least cost from x to y</a:t>
            </a:r>
          </a:p>
          <a:p>
            <a:pPr lvl="1"/>
            <a:r>
              <a:rPr lang="en-US">
                <a:latin typeface="Gill Sans MT" charset="0"/>
              </a:rPr>
              <a:t>x maintains  distance vector </a:t>
            </a:r>
            <a:r>
              <a:rPr lang="en-US" b="1">
                <a:solidFill>
                  <a:srgbClr val="CC0000"/>
                </a:solidFill>
                <a:latin typeface="Gill Sans MT" charset="0"/>
              </a:rPr>
              <a:t>D</a:t>
            </a:r>
            <a:r>
              <a:rPr lang="en-US" baseline="-25000">
                <a:solidFill>
                  <a:srgbClr val="CC0000"/>
                </a:solidFill>
                <a:latin typeface="Gill Sans MT" charset="0"/>
              </a:rPr>
              <a:t>x</a:t>
            </a:r>
            <a:r>
              <a:rPr lang="en-US">
                <a:solidFill>
                  <a:srgbClr val="CC0000"/>
                </a:solidFill>
                <a:latin typeface="Gill Sans MT" charset="0"/>
              </a:rPr>
              <a:t> = [D</a:t>
            </a:r>
            <a:r>
              <a:rPr lang="en-US" baseline="-25000">
                <a:solidFill>
                  <a:srgbClr val="CC0000"/>
                </a:solidFill>
                <a:latin typeface="Gill Sans MT" charset="0"/>
              </a:rPr>
              <a:t>x</a:t>
            </a:r>
            <a:r>
              <a:rPr lang="en-US">
                <a:solidFill>
                  <a:srgbClr val="CC0000"/>
                </a:solidFill>
                <a:latin typeface="Gill Sans MT" charset="0"/>
              </a:rPr>
              <a:t>(y): y </a:t>
            </a:r>
            <a:r>
              <a:rPr lang="ru-RU">
                <a:solidFill>
                  <a:srgbClr val="CC0000"/>
                </a:solidFill>
                <a:latin typeface="Gill Sans MT" charset="0"/>
              </a:rPr>
              <a:t>є</a:t>
            </a:r>
            <a:r>
              <a:rPr lang="en-US">
                <a:solidFill>
                  <a:srgbClr val="CC0000"/>
                </a:solidFill>
                <a:latin typeface="Gill Sans MT" charset="0"/>
              </a:rPr>
              <a:t> N ]</a:t>
            </a:r>
          </a:p>
          <a:p>
            <a:r>
              <a:rPr lang="en-US">
                <a:latin typeface="Gill Sans MT" charset="0"/>
              </a:rPr>
              <a:t>node x:</a:t>
            </a:r>
          </a:p>
          <a:p>
            <a:pPr lvl="1"/>
            <a:r>
              <a:rPr lang="en-US" sz="2800">
                <a:latin typeface="Gill Sans MT" charset="0"/>
              </a:rPr>
              <a:t>knows cost to each neighbor v: </a:t>
            </a:r>
            <a:r>
              <a:rPr lang="en-US" sz="2800">
                <a:solidFill>
                  <a:srgbClr val="CC0000"/>
                </a:solidFill>
                <a:latin typeface="Gill Sans MT" charset="0"/>
              </a:rPr>
              <a:t>c(x,v)</a:t>
            </a:r>
          </a:p>
          <a:p>
            <a:pPr lvl="1"/>
            <a:r>
              <a:rPr lang="en-US" sz="2800">
                <a:latin typeface="Gill Sans MT" charset="0"/>
              </a:rPr>
              <a:t>maintains its neighbors</a:t>
            </a:r>
            <a:r>
              <a:rPr lang="ja-JP" altLang="en-US" sz="2800">
                <a:latin typeface="Gill Sans MT" charset="0"/>
              </a:rPr>
              <a:t>’</a:t>
            </a:r>
            <a:r>
              <a:rPr lang="en-US" altLang="ja-JP" sz="2800">
                <a:latin typeface="Gill Sans MT" charset="0"/>
              </a:rPr>
              <a:t> distance vectors. For each neighbor v, x maintains </a:t>
            </a:r>
            <a:br>
              <a:rPr lang="en-US" altLang="ja-JP" sz="2800">
                <a:latin typeface="Gill Sans MT" charset="0"/>
              </a:rPr>
            </a:br>
            <a:r>
              <a:rPr lang="en-US" altLang="ja-JP" sz="2800" b="1">
                <a:solidFill>
                  <a:srgbClr val="CC0000"/>
                </a:solidFill>
                <a:latin typeface="Gill Sans MT" charset="0"/>
              </a:rPr>
              <a:t>D</a:t>
            </a:r>
            <a:r>
              <a:rPr lang="en-US" altLang="ja-JP" sz="2800" baseline="-25000">
                <a:solidFill>
                  <a:srgbClr val="CC0000"/>
                </a:solidFill>
                <a:latin typeface="Gill Sans MT" charset="0"/>
              </a:rPr>
              <a:t>v</a:t>
            </a:r>
            <a:r>
              <a:rPr lang="en-US" altLang="ja-JP" sz="2800">
                <a:solidFill>
                  <a:srgbClr val="CC0000"/>
                </a:solidFill>
                <a:latin typeface="Gill Sans MT" charset="0"/>
              </a:rPr>
              <a:t> = [D</a:t>
            </a:r>
            <a:r>
              <a:rPr lang="en-US" altLang="ja-JP" sz="2800" baseline="-25000">
                <a:solidFill>
                  <a:srgbClr val="CC0000"/>
                </a:solidFill>
                <a:latin typeface="Gill Sans MT" charset="0"/>
              </a:rPr>
              <a:t>v</a:t>
            </a:r>
            <a:r>
              <a:rPr lang="en-US" altLang="ja-JP" sz="2800">
                <a:solidFill>
                  <a:srgbClr val="CC0000"/>
                </a:solidFill>
                <a:latin typeface="Gill Sans MT" charset="0"/>
              </a:rPr>
              <a:t>(y): y </a:t>
            </a:r>
            <a:r>
              <a:rPr lang="ru-RU" altLang="ja-JP" sz="2800">
                <a:solidFill>
                  <a:srgbClr val="CC0000"/>
                </a:solidFill>
                <a:latin typeface="Gill Sans MT" charset="0"/>
              </a:rPr>
              <a:t>є</a:t>
            </a:r>
            <a:r>
              <a:rPr lang="en-US" altLang="ja-JP" sz="2800">
                <a:solidFill>
                  <a:srgbClr val="CC0000"/>
                </a:solidFill>
                <a:latin typeface="Gill Sans MT" charset="0"/>
              </a:rPr>
              <a:t> N ]</a:t>
            </a:r>
          </a:p>
          <a:p>
            <a:pPr>
              <a:buFont typeface="Wingdings" charset="0"/>
              <a:buNone/>
            </a:pPr>
            <a:endParaRPr lang="en-US">
              <a:solidFill>
                <a:srgbClr val="CC0000"/>
              </a:solidFill>
              <a:latin typeface="Gill Sans MT" charset="0"/>
            </a:endParaRPr>
          </a:p>
          <a:p>
            <a:endParaRPr lang="en-US">
              <a:latin typeface="Gill Sans MT" charset="0"/>
            </a:endParaRPr>
          </a:p>
        </p:txBody>
      </p:sp>
      <p:sp>
        <p:nvSpPr>
          <p:cNvPr id="7" name="Slide Number Placeholder 5"/>
          <p:cNvSpPr>
            <a:spLocks noGrp="1"/>
          </p:cNvSpPr>
          <p:nvPr>
            <p:ph type="sldNum" sz="quarter" idx="12"/>
          </p:nvPr>
        </p:nvSpPr>
        <p:spPr>
          <a:xfrm>
            <a:off x="8456154" y="6475895"/>
            <a:ext cx="548655" cy="272319"/>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200" dirty="0">
                <a:latin typeface="Tahoma" charset="0"/>
              </a:rPr>
              <a:t>5-</a:t>
            </a:r>
            <a:fld id="{8E8C6E93-DF5B-BC4B-80F9-500DED1EEDCC}" type="slidenum">
              <a:rPr lang="en-US" sz="1200">
                <a:latin typeface="Tahoma" charset="0"/>
              </a:rPr>
              <a:pPr/>
              <a:t>53</a:t>
            </a:fld>
            <a:endParaRPr lang="en-US" sz="1200" dirty="0">
              <a:latin typeface="Tahoma" charset="0"/>
            </a:endParaRPr>
          </a:p>
        </p:txBody>
      </p:sp>
      <p:sp>
        <p:nvSpPr>
          <p:cNvPr id="8" name="Footer Placeholder 2"/>
          <p:cNvSpPr>
            <a:spLocks noGrp="1"/>
          </p:cNvSpPr>
          <p:nvPr>
            <p:ph type="ftr" sz="quarter" idx="11"/>
          </p:nvPr>
        </p:nvSpPr>
        <p:spPr>
          <a:xfrm>
            <a:off x="6375496" y="6475081"/>
            <a:ext cx="2177473" cy="241541"/>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200" dirty="0">
                <a:solidFill>
                  <a:srgbClr val="000000"/>
                </a:solidFill>
                <a:latin typeface="Tahoma" charset="0"/>
                <a:cs typeface="Arial" charset="0"/>
              </a:rPr>
              <a:t>Network Layer: Control Plane</a:t>
            </a:r>
          </a:p>
        </p:txBody>
      </p:sp>
    </p:spTree>
    <p:extLst>
      <p:ext uri="{BB962C8B-B14F-4D97-AF65-F5344CB8AC3E}">
        <p14:creationId xmlns:p14="http://schemas.microsoft.com/office/powerpoint/2010/main" val="2017281859"/>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116" name="Rectangle 3"/>
          <p:cNvSpPr>
            <a:spLocks noGrp="1" noChangeArrowheads="1"/>
          </p:cNvSpPr>
          <p:nvPr>
            <p:ph type="body" idx="1"/>
          </p:nvPr>
        </p:nvSpPr>
        <p:spPr>
          <a:xfrm>
            <a:off x="533400" y="1600200"/>
            <a:ext cx="7772400" cy="2414588"/>
          </a:xfrm>
        </p:spPr>
        <p:txBody>
          <a:bodyPr/>
          <a:lstStyle/>
          <a:p>
            <a:pPr>
              <a:buFont typeface="Wingdings" charset="0"/>
              <a:buNone/>
              <a:defRPr/>
            </a:pPr>
            <a:r>
              <a:rPr lang="en-US" sz="3200" i="1" dirty="0">
                <a:solidFill>
                  <a:srgbClr val="CC0000"/>
                </a:solidFill>
                <a:cs typeface="+mn-cs"/>
              </a:rPr>
              <a:t>key idea:</a:t>
            </a:r>
            <a:r>
              <a:rPr lang="en-US" sz="3200" dirty="0">
                <a:solidFill>
                  <a:srgbClr val="CC0000"/>
                </a:solidFill>
                <a:cs typeface="+mn-cs"/>
              </a:rPr>
              <a:t> </a:t>
            </a:r>
          </a:p>
          <a:p>
            <a:pPr>
              <a:defRPr/>
            </a:pPr>
            <a:r>
              <a:rPr lang="en-US" dirty="0">
                <a:solidFill>
                  <a:srgbClr val="C00000"/>
                </a:solidFill>
                <a:cs typeface="+mn-cs"/>
              </a:rPr>
              <a:t>from time-to-time</a:t>
            </a:r>
            <a:r>
              <a:rPr lang="en-US" dirty="0">
                <a:cs typeface="+mn-cs"/>
              </a:rPr>
              <a:t>, each node sends its own distance vector estimate to neighbors</a:t>
            </a:r>
          </a:p>
          <a:p>
            <a:pPr>
              <a:defRPr/>
            </a:pPr>
            <a:r>
              <a:rPr lang="en-US" dirty="0">
                <a:cs typeface="+mn-cs"/>
              </a:rPr>
              <a:t>when x receives new DV estimate from neighbor, it updates its own DV using B-F equation:</a:t>
            </a:r>
          </a:p>
        </p:txBody>
      </p:sp>
      <p:sp>
        <p:nvSpPr>
          <p:cNvPr id="135172" name="Rectangle 4"/>
          <p:cNvSpPr>
            <a:spLocks noChangeArrowheads="1"/>
          </p:cNvSpPr>
          <p:nvPr/>
        </p:nvSpPr>
        <p:spPr bwMode="auto">
          <a:xfrm>
            <a:off x="1003300" y="3821113"/>
            <a:ext cx="7816850" cy="5191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nchor="ctr">
            <a:spAutoFit/>
          </a:bodyPr>
          <a:lstStyle/>
          <a:p>
            <a:r>
              <a:rPr lang="en-US" sz="2800" i="1">
                <a:solidFill>
                  <a:srgbClr val="CC0000"/>
                </a:solidFill>
                <a:cs typeface="Times New Roman" charset="0"/>
              </a:rPr>
              <a:t>D</a:t>
            </a:r>
            <a:r>
              <a:rPr lang="en-US" sz="2800" i="1" baseline="-30000">
                <a:solidFill>
                  <a:srgbClr val="CC0000"/>
                </a:solidFill>
                <a:cs typeface="Times New Roman" charset="0"/>
              </a:rPr>
              <a:t>x</a:t>
            </a:r>
            <a:r>
              <a:rPr lang="en-US" sz="2800" i="1">
                <a:solidFill>
                  <a:srgbClr val="CC0000"/>
                </a:solidFill>
                <a:cs typeface="Times New Roman" charset="0"/>
              </a:rPr>
              <a:t>(y) ← min</a:t>
            </a:r>
            <a:r>
              <a:rPr lang="en-US" sz="2800" i="1" baseline="-30000">
                <a:solidFill>
                  <a:srgbClr val="CC0000"/>
                </a:solidFill>
                <a:cs typeface="Times New Roman" charset="0"/>
              </a:rPr>
              <a:t>v</a:t>
            </a:r>
            <a:r>
              <a:rPr lang="en-US" sz="2800" i="1">
                <a:solidFill>
                  <a:srgbClr val="CC0000"/>
                </a:solidFill>
                <a:cs typeface="Times New Roman" charset="0"/>
              </a:rPr>
              <a:t>{c(x,v) + D</a:t>
            </a:r>
            <a:r>
              <a:rPr lang="en-US" sz="2800" i="1" baseline="-30000">
                <a:solidFill>
                  <a:srgbClr val="CC0000"/>
                </a:solidFill>
                <a:cs typeface="Times New Roman" charset="0"/>
              </a:rPr>
              <a:t>v</a:t>
            </a:r>
            <a:r>
              <a:rPr lang="en-US" sz="2800" i="1">
                <a:solidFill>
                  <a:srgbClr val="CC0000"/>
                </a:solidFill>
                <a:cs typeface="Times New Roman" charset="0"/>
              </a:rPr>
              <a:t>(y)}  for each node y </a:t>
            </a:r>
            <a:r>
              <a:rPr lang="en-US" sz="2800" i="1">
                <a:solidFill>
                  <a:srgbClr val="CC0000"/>
                </a:solidFill>
                <a:ea typeface="MS Mincho" charset="0"/>
                <a:cs typeface="MS Mincho" charset="0"/>
              </a:rPr>
              <a:t>∊</a:t>
            </a:r>
            <a:r>
              <a:rPr lang="en-US" sz="2800" i="1">
                <a:solidFill>
                  <a:srgbClr val="CC0000"/>
                </a:solidFill>
                <a:cs typeface="Times New Roman" charset="0"/>
              </a:rPr>
              <a:t> N</a:t>
            </a:r>
          </a:p>
        </p:txBody>
      </p:sp>
      <p:sp>
        <p:nvSpPr>
          <p:cNvPr id="135173" name="Rectangle 5"/>
          <p:cNvSpPr>
            <a:spLocks noChangeArrowheads="1"/>
          </p:cNvSpPr>
          <p:nvPr/>
        </p:nvSpPr>
        <p:spPr bwMode="auto">
          <a:xfrm>
            <a:off x="385763" y="4640263"/>
            <a:ext cx="7772400" cy="150018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342900" indent="-342900">
              <a:lnSpc>
                <a:spcPct val="90000"/>
              </a:lnSpc>
              <a:spcBef>
                <a:spcPct val="20000"/>
              </a:spcBef>
              <a:buClr>
                <a:srgbClr val="000099"/>
              </a:buClr>
              <a:buSzPct val="65000"/>
              <a:buFont typeface="Wingdings" charset="0"/>
              <a:buChar char="v"/>
            </a:pPr>
            <a:r>
              <a:rPr lang="en-US" sz="2800">
                <a:latin typeface="Gill Sans MT" charset="0"/>
              </a:rPr>
              <a:t>under minor, natural conditions, the estimate </a:t>
            </a:r>
            <a:r>
              <a:rPr lang="en-US" sz="2800" i="1">
                <a:latin typeface="Gill Sans MT" charset="0"/>
                <a:cs typeface="Times New Roman" charset="0"/>
              </a:rPr>
              <a:t>D</a:t>
            </a:r>
            <a:r>
              <a:rPr lang="en-US" sz="2800" i="1" baseline="-30000">
                <a:latin typeface="Gill Sans MT" charset="0"/>
                <a:cs typeface="Times New Roman" charset="0"/>
              </a:rPr>
              <a:t>x</a:t>
            </a:r>
            <a:r>
              <a:rPr lang="en-US" sz="2800" i="1">
                <a:latin typeface="Gill Sans MT" charset="0"/>
                <a:cs typeface="Times New Roman" charset="0"/>
              </a:rPr>
              <a:t>(y) converge to the actual least cost </a:t>
            </a:r>
            <a:r>
              <a:rPr lang="en-US" sz="2800">
                <a:latin typeface="Gill Sans MT" charset="0"/>
              </a:rPr>
              <a:t>d</a:t>
            </a:r>
            <a:r>
              <a:rPr lang="en-US" sz="2800" baseline="-25000">
                <a:latin typeface="Gill Sans MT" charset="0"/>
              </a:rPr>
              <a:t>x</a:t>
            </a:r>
            <a:r>
              <a:rPr lang="en-US" sz="2800">
                <a:latin typeface="Gill Sans MT" charset="0"/>
              </a:rPr>
              <a:t>(y)</a:t>
            </a:r>
            <a:r>
              <a:rPr lang="en-US" sz="2400">
                <a:latin typeface="Gill Sans MT" charset="0"/>
              </a:rPr>
              <a:t> </a:t>
            </a:r>
          </a:p>
        </p:txBody>
      </p:sp>
      <p:pic>
        <p:nvPicPr>
          <p:cNvPr id="135174" name="Picture 7"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15950" y="1066800"/>
            <a:ext cx="6399213" cy="1730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0120" name="Rectangle 8"/>
          <p:cNvSpPr>
            <a:spLocks noGrp="1" noChangeArrowheads="1"/>
          </p:cNvSpPr>
          <p:nvPr>
            <p:ph type="title"/>
          </p:nvPr>
        </p:nvSpPr>
        <p:spPr/>
        <p:txBody>
          <a:bodyPr/>
          <a:lstStyle/>
          <a:p>
            <a:pPr>
              <a:defRPr/>
            </a:pPr>
            <a:r>
              <a:rPr lang="en-US">
                <a:cs typeface="+mj-cs"/>
              </a:rPr>
              <a:t>Distance vector algorithm </a:t>
            </a:r>
          </a:p>
        </p:txBody>
      </p:sp>
      <p:sp>
        <p:nvSpPr>
          <p:cNvPr id="9" name="Slide Number Placeholder 5"/>
          <p:cNvSpPr>
            <a:spLocks noGrp="1"/>
          </p:cNvSpPr>
          <p:nvPr>
            <p:ph type="sldNum" sz="quarter" idx="12"/>
          </p:nvPr>
        </p:nvSpPr>
        <p:spPr>
          <a:xfrm>
            <a:off x="8456154" y="6475895"/>
            <a:ext cx="548655" cy="272319"/>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200" dirty="0">
                <a:latin typeface="Tahoma" charset="0"/>
              </a:rPr>
              <a:t>5-</a:t>
            </a:r>
            <a:fld id="{8E8C6E93-DF5B-BC4B-80F9-500DED1EEDCC}" type="slidenum">
              <a:rPr lang="en-US" sz="1200">
                <a:latin typeface="Tahoma" charset="0"/>
              </a:rPr>
              <a:pPr/>
              <a:t>54</a:t>
            </a:fld>
            <a:endParaRPr lang="en-US" sz="1200" dirty="0">
              <a:latin typeface="Tahoma" charset="0"/>
            </a:endParaRPr>
          </a:p>
        </p:txBody>
      </p:sp>
      <p:sp>
        <p:nvSpPr>
          <p:cNvPr id="10" name="Footer Placeholder 2"/>
          <p:cNvSpPr>
            <a:spLocks noGrp="1"/>
          </p:cNvSpPr>
          <p:nvPr>
            <p:ph type="ftr" sz="quarter" idx="11"/>
          </p:nvPr>
        </p:nvSpPr>
        <p:spPr>
          <a:xfrm>
            <a:off x="6375496" y="6475081"/>
            <a:ext cx="2177473" cy="241541"/>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200" dirty="0">
                <a:solidFill>
                  <a:srgbClr val="000000"/>
                </a:solidFill>
                <a:latin typeface="Tahoma" charset="0"/>
                <a:cs typeface="Arial" charset="0"/>
              </a:rPr>
              <a:t>Network Layer: Control Plane</a:t>
            </a:r>
          </a:p>
        </p:txBody>
      </p:sp>
    </p:spTree>
    <p:extLst>
      <p:ext uri="{BB962C8B-B14F-4D97-AF65-F5344CB8AC3E}">
        <p14:creationId xmlns:p14="http://schemas.microsoft.com/office/powerpoint/2010/main" val="261950654"/>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6195" name="Rectangle 3"/>
          <p:cNvSpPr>
            <a:spLocks noGrp="1" noChangeArrowheads="1"/>
          </p:cNvSpPr>
          <p:nvPr>
            <p:ph type="body" sz="half" idx="1"/>
          </p:nvPr>
        </p:nvSpPr>
        <p:spPr>
          <a:xfrm>
            <a:off x="561975" y="1417638"/>
            <a:ext cx="3781425" cy="4648200"/>
          </a:xfrm>
        </p:spPr>
        <p:txBody>
          <a:bodyPr/>
          <a:lstStyle/>
          <a:p>
            <a:pPr>
              <a:buFont typeface="Wingdings" charset="0"/>
              <a:buNone/>
            </a:pPr>
            <a:r>
              <a:rPr lang="en-US" i="1">
                <a:solidFill>
                  <a:srgbClr val="CC0000"/>
                </a:solidFill>
                <a:latin typeface="Gill Sans MT" charset="0"/>
              </a:rPr>
              <a:t>iterative, asynchronous:</a:t>
            </a:r>
            <a:r>
              <a:rPr lang="en-US">
                <a:solidFill>
                  <a:srgbClr val="FF0000"/>
                </a:solidFill>
                <a:latin typeface="Gill Sans MT" charset="0"/>
              </a:rPr>
              <a:t> </a:t>
            </a:r>
            <a:r>
              <a:rPr lang="en-US" sz="2400">
                <a:latin typeface="Gill Sans MT" charset="0"/>
              </a:rPr>
              <a:t>each local iteration caused by: </a:t>
            </a:r>
          </a:p>
          <a:p>
            <a:r>
              <a:rPr lang="en-US" sz="2400">
                <a:latin typeface="Gill Sans MT" charset="0"/>
              </a:rPr>
              <a:t>local link cost change </a:t>
            </a:r>
          </a:p>
          <a:p>
            <a:r>
              <a:rPr lang="en-US" sz="2400">
                <a:latin typeface="Gill Sans MT" charset="0"/>
              </a:rPr>
              <a:t>DV update message from neighbor</a:t>
            </a:r>
          </a:p>
          <a:p>
            <a:pPr>
              <a:buFont typeface="Wingdings" charset="0"/>
              <a:buNone/>
            </a:pPr>
            <a:r>
              <a:rPr lang="en-US" i="1">
                <a:solidFill>
                  <a:srgbClr val="CC0000"/>
                </a:solidFill>
                <a:latin typeface="Gill Sans MT" charset="0"/>
              </a:rPr>
              <a:t>distributed:</a:t>
            </a:r>
          </a:p>
          <a:p>
            <a:r>
              <a:rPr lang="en-US" sz="2400">
                <a:latin typeface="Gill Sans MT" charset="0"/>
              </a:rPr>
              <a:t>each node notifies neighbors </a:t>
            </a:r>
            <a:r>
              <a:rPr lang="en-US" sz="2400" i="1">
                <a:latin typeface="Gill Sans MT" charset="0"/>
              </a:rPr>
              <a:t>only</a:t>
            </a:r>
            <a:r>
              <a:rPr lang="en-US" sz="2400">
                <a:latin typeface="Gill Sans MT" charset="0"/>
              </a:rPr>
              <a:t> when its DV changes</a:t>
            </a:r>
          </a:p>
          <a:p>
            <a:pPr lvl="1"/>
            <a:r>
              <a:rPr lang="en-US" sz="2000">
                <a:latin typeface="Gill Sans MT" charset="0"/>
              </a:rPr>
              <a:t>neighbors then notify their neighbors if necessary</a:t>
            </a:r>
            <a:endParaRPr lang="en-US">
              <a:latin typeface="Gill Sans MT" charset="0"/>
            </a:endParaRPr>
          </a:p>
        </p:txBody>
      </p:sp>
      <p:sp>
        <p:nvSpPr>
          <p:cNvPr id="136196" name="Text Box 4"/>
          <p:cNvSpPr txBox="1">
            <a:spLocks noChangeArrowheads="1"/>
          </p:cNvSpPr>
          <p:nvPr/>
        </p:nvSpPr>
        <p:spPr bwMode="auto">
          <a:xfrm>
            <a:off x="5257800" y="1751013"/>
            <a:ext cx="3524250" cy="418576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spcBef>
                <a:spcPct val="50000"/>
              </a:spcBef>
            </a:pPr>
            <a:endParaRPr lang="en-US" dirty="0">
              <a:latin typeface="Times New Roman" charset="0"/>
            </a:endParaRPr>
          </a:p>
          <a:p>
            <a:pPr>
              <a:spcBef>
                <a:spcPct val="50000"/>
              </a:spcBef>
            </a:pPr>
            <a:r>
              <a:rPr lang="en-US" b="1" i="1" dirty="0">
                <a:solidFill>
                  <a:srgbClr val="000099"/>
                </a:solidFill>
              </a:rPr>
              <a:t>wait</a:t>
            </a:r>
            <a:r>
              <a:rPr lang="en-US" sz="2000" dirty="0">
                <a:solidFill>
                  <a:srgbClr val="000099"/>
                </a:solidFill>
              </a:rPr>
              <a:t> </a:t>
            </a:r>
            <a:r>
              <a:rPr lang="en-US" sz="2000" dirty="0"/>
              <a:t>for (change in local link cost or msg from neighbor)</a:t>
            </a:r>
          </a:p>
          <a:p>
            <a:pPr>
              <a:spcBef>
                <a:spcPct val="50000"/>
              </a:spcBef>
            </a:pPr>
            <a:endParaRPr lang="en-US" sz="2000" dirty="0"/>
          </a:p>
          <a:p>
            <a:pPr>
              <a:spcBef>
                <a:spcPct val="50000"/>
              </a:spcBef>
            </a:pPr>
            <a:r>
              <a:rPr lang="en-US" b="1" i="1" dirty="0">
                <a:solidFill>
                  <a:srgbClr val="000099"/>
                </a:solidFill>
              </a:rPr>
              <a:t>recompute</a:t>
            </a:r>
            <a:r>
              <a:rPr lang="en-US" sz="2000" dirty="0"/>
              <a:t> estimates</a:t>
            </a:r>
          </a:p>
          <a:p>
            <a:pPr>
              <a:spcBef>
                <a:spcPct val="50000"/>
              </a:spcBef>
            </a:pPr>
            <a:endParaRPr lang="en-US" sz="2000" dirty="0"/>
          </a:p>
          <a:p>
            <a:pPr>
              <a:spcBef>
                <a:spcPct val="50000"/>
              </a:spcBef>
            </a:pPr>
            <a:r>
              <a:rPr lang="en-US" sz="2000" dirty="0"/>
              <a:t>if DV to any </a:t>
            </a:r>
            <a:r>
              <a:rPr lang="en-US" sz="2000" dirty="0" err="1"/>
              <a:t>dest</a:t>
            </a:r>
            <a:r>
              <a:rPr lang="en-US" sz="2000" dirty="0"/>
              <a:t> has changed, </a:t>
            </a:r>
            <a:r>
              <a:rPr lang="en-US" b="1" i="1" dirty="0">
                <a:solidFill>
                  <a:srgbClr val="000099"/>
                </a:solidFill>
              </a:rPr>
              <a:t>notify</a:t>
            </a:r>
            <a:r>
              <a:rPr lang="en-US" sz="2000" dirty="0"/>
              <a:t> neighbors </a:t>
            </a:r>
            <a:endParaRPr lang="en-US" dirty="0"/>
          </a:p>
          <a:p>
            <a:pPr algn="ctr">
              <a:spcBef>
                <a:spcPct val="50000"/>
              </a:spcBef>
            </a:pPr>
            <a:endParaRPr lang="en-US" dirty="0">
              <a:latin typeface="Times New Roman" charset="0"/>
            </a:endParaRPr>
          </a:p>
        </p:txBody>
      </p:sp>
      <p:sp>
        <p:nvSpPr>
          <p:cNvPr id="136197" name="Line 5"/>
          <p:cNvSpPr>
            <a:spLocks noChangeShapeType="1"/>
          </p:cNvSpPr>
          <p:nvPr/>
        </p:nvSpPr>
        <p:spPr bwMode="auto">
          <a:xfrm>
            <a:off x="6811963" y="3055938"/>
            <a:ext cx="0" cy="590550"/>
          </a:xfrm>
          <a:prstGeom prst="line">
            <a:avLst/>
          </a:prstGeom>
          <a:noFill/>
          <a:ln w="19050">
            <a:solidFill>
              <a:srgbClr val="000099"/>
            </a:solidFill>
            <a:round/>
            <a:headEnd/>
            <a:tailEnd type="triangle" w="med" len="med"/>
          </a:ln>
          <a:extLst>
            <a:ext uri="{909E8E84-426E-40dd-AFC4-6F175D3DCCD1}">
              <a14:hiddenFill xmlns:a14="http://schemas.microsoft.com/office/drawing/2010/main" xmlns="">
                <a:noFill/>
              </a14:hiddenFill>
            </a:ext>
          </a:extLst>
        </p:spPr>
        <p:txBody>
          <a:bodyPr wrap="none" anchor="ctr"/>
          <a:lstStyle/>
          <a:p>
            <a:endParaRPr lang="en-US"/>
          </a:p>
        </p:txBody>
      </p:sp>
      <p:sp>
        <p:nvSpPr>
          <p:cNvPr id="136198" name="Line 6"/>
          <p:cNvSpPr>
            <a:spLocks noChangeShapeType="1"/>
          </p:cNvSpPr>
          <p:nvPr/>
        </p:nvSpPr>
        <p:spPr bwMode="auto">
          <a:xfrm>
            <a:off x="6791325" y="4075113"/>
            <a:ext cx="0" cy="590550"/>
          </a:xfrm>
          <a:prstGeom prst="line">
            <a:avLst/>
          </a:prstGeom>
          <a:noFill/>
          <a:ln w="19050">
            <a:solidFill>
              <a:srgbClr val="000099"/>
            </a:solidFill>
            <a:round/>
            <a:headEnd/>
            <a:tailEnd type="triangle" w="med" len="med"/>
          </a:ln>
          <a:extLst>
            <a:ext uri="{909E8E84-426E-40dd-AFC4-6F175D3DCCD1}">
              <a14:hiddenFill xmlns:a14="http://schemas.microsoft.com/office/drawing/2010/main" xmlns="">
                <a:noFill/>
              </a14:hiddenFill>
            </a:ext>
          </a:extLst>
        </p:spPr>
        <p:txBody>
          <a:bodyPr wrap="none" anchor="ctr"/>
          <a:lstStyle/>
          <a:p>
            <a:endParaRPr lang="en-US"/>
          </a:p>
        </p:txBody>
      </p:sp>
      <p:sp>
        <p:nvSpPr>
          <p:cNvPr id="136199" name="Freeform 7"/>
          <p:cNvSpPr>
            <a:spLocks/>
          </p:cNvSpPr>
          <p:nvPr/>
        </p:nvSpPr>
        <p:spPr bwMode="auto">
          <a:xfrm>
            <a:off x="5229225" y="2160588"/>
            <a:ext cx="1552575" cy="3581400"/>
          </a:xfrm>
          <a:custGeom>
            <a:avLst/>
            <a:gdLst>
              <a:gd name="T0" fmla="*/ 2147483647 w 978"/>
              <a:gd name="T1" fmla="*/ 2147483647 h 2256"/>
              <a:gd name="T2" fmla="*/ 2147483647 w 978"/>
              <a:gd name="T3" fmla="*/ 2147483647 h 2256"/>
              <a:gd name="T4" fmla="*/ 0 w 978"/>
              <a:gd name="T5" fmla="*/ 2147483647 h 2256"/>
              <a:gd name="T6" fmla="*/ 0 w 978"/>
              <a:gd name="T7" fmla="*/ 0 h 2256"/>
              <a:gd name="T8" fmla="*/ 2147483647 w 978"/>
              <a:gd name="T9" fmla="*/ 0 h 2256"/>
              <a:gd name="T10" fmla="*/ 2147483647 w 978"/>
              <a:gd name="T11" fmla="*/ 2147483647 h 2256"/>
              <a:gd name="T12" fmla="*/ 0 60000 65536"/>
              <a:gd name="T13" fmla="*/ 0 60000 65536"/>
              <a:gd name="T14" fmla="*/ 0 60000 65536"/>
              <a:gd name="T15" fmla="*/ 0 60000 65536"/>
              <a:gd name="T16" fmla="*/ 0 60000 65536"/>
              <a:gd name="T17" fmla="*/ 0 60000 65536"/>
              <a:gd name="T18" fmla="*/ 0 w 978"/>
              <a:gd name="T19" fmla="*/ 0 h 2256"/>
              <a:gd name="T20" fmla="*/ 978 w 978"/>
              <a:gd name="T21" fmla="*/ 2256 h 2256"/>
            </a:gdLst>
            <a:ahLst/>
            <a:cxnLst>
              <a:cxn ang="T12">
                <a:pos x="T0" y="T1"/>
              </a:cxn>
              <a:cxn ang="T13">
                <a:pos x="T2" y="T3"/>
              </a:cxn>
              <a:cxn ang="T14">
                <a:pos x="T4" y="T5"/>
              </a:cxn>
              <a:cxn ang="T15">
                <a:pos x="T6" y="T7"/>
              </a:cxn>
              <a:cxn ang="T16">
                <a:pos x="T8" y="T9"/>
              </a:cxn>
              <a:cxn ang="T17">
                <a:pos x="T10" y="T11"/>
              </a:cxn>
            </a:cxnLst>
            <a:rect l="T18" t="T19" r="T20" b="T21"/>
            <a:pathLst>
              <a:path w="978" h="2256">
                <a:moveTo>
                  <a:pt x="960" y="2010"/>
                </a:moveTo>
                <a:lnTo>
                  <a:pt x="961" y="2256"/>
                </a:lnTo>
                <a:lnTo>
                  <a:pt x="0" y="2256"/>
                </a:lnTo>
                <a:lnTo>
                  <a:pt x="0" y="0"/>
                </a:lnTo>
                <a:lnTo>
                  <a:pt x="978" y="0"/>
                </a:lnTo>
                <a:lnTo>
                  <a:pt x="978" y="155"/>
                </a:lnTo>
              </a:path>
            </a:pathLst>
          </a:custGeom>
          <a:noFill/>
          <a:ln w="19050" cap="flat" cmpd="sng">
            <a:solidFill>
              <a:srgbClr val="000099"/>
            </a:solidFill>
            <a:prstDash val="solid"/>
            <a:round/>
            <a:headEnd type="none" w="med" len="med"/>
            <a:tailEnd type="triangle" w="med" len="me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sp>
        <p:nvSpPr>
          <p:cNvPr id="136200" name="Text Box 8"/>
          <p:cNvSpPr txBox="1">
            <a:spLocks noChangeArrowheads="1"/>
          </p:cNvSpPr>
          <p:nvPr/>
        </p:nvSpPr>
        <p:spPr bwMode="auto">
          <a:xfrm>
            <a:off x="4916488" y="1327150"/>
            <a:ext cx="1625600" cy="5191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2800" i="1">
                <a:solidFill>
                  <a:srgbClr val="CC0000"/>
                </a:solidFill>
                <a:latin typeface="Gill Sans MT" charset="0"/>
              </a:rPr>
              <a:t>each node:</a:t>
            </a:r>
          </a:p>
        </p:txBody>
      </p:sp>
      <p:pic>
        <p:nvPicPr>
          <p:cNvPr id="136201" name="Picture 10"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15950" y="1066800"/>
            <a:ext cx="6399213" cy="1730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1147" name="Rectangle 11"/>
          <p:cNvSpPr>
            <a:spLocks noGrp="1" noChangeArrowheads="1"/>
          </p:cNvSpPr>
          <p:nvPr>
            <p:ph type="title"/>
          </p:nvPr>
        </p:nvSpPr>
        <p:spPr>
          <a:xfrm>
            <a:off x="533400" y="239713"/>
            <a:ext cx="7772400" cy="1143000"/>
          </a:xfrm>
        </p:spPr>
        <p:txBody>
          <a:bodyPr/>
          <a:lstStyle/>
          <a:p>
            <a:pPr>
              <a:defRPr/>
            </a:pPr>
            <a:r>
              <a:rPr lang="en-US">
                <a:cs typeface="+mj-cs"/>
              </a:rPr>
              <a:t>Distance vector algorithm </a:t>
            </a:r>
          </a:p>
        </p:txBody>
      </p:sp>
      <p:sp>
        <p:nvSpPr>
          <p:cNvPr id="12" name="Slide Number Placeholder 5"/>
          <p:cNvSpPr>
            <a:spLocks noGrp="1"/>
          </p:cNvSpPr>
          <p:nvPr>
            <p:ph type="sldNum" sz="quarter" idx="12"/>
          </p:nvPr>
        </p:nvSpPr>
        <p:spPr>
          <a:xfrm>
            <a:off x="8456154" y="6475895"/>
            <a:ext cx="548655" cy="272319"/>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200" dirty="0">
                <a:latin typeface="Tahoma" charset="0"/>
              </a:rPr>
              <a:t>5-</a:t>
            </a:r>
            <a:fld id="{8E8C6E93-DF5B-BC4B-80F9-500DED1EEDCC}" type="slidenum">
              <a:rPr lang="en-US" sz="1200">
                <a:latin typeface="Tahoma" charset="0"/>
              </a:rPr>
              <a:pPr/>
              <a:t>55</a:t>
            </a:fld>
            <a:endParaRPr lang="en-US" sz="1200" dirty="0">
              <a:latin typeface="Tahoma" charset="0"/>
            </a:endParaRPr>
          </a:p>
        </p:txBody>
      </p:sp>
      <p:sp>
        <p:nvSpPr>
          <p:cNvPr id="13" name="Footer Placeholder 2"/>
          <p:cNvSpPr>
            <a:spLocks noGrp="1"/>
          </p:cNvSpPr>
          <p:nvPr>
            <p:ph type="ftr" sz="quarter" idx="11"/>
          </p:nvPr>
        </p:nvSpPr>
        <p:spPr>
          <a:xfrm>
            <a:off x="6375496" y="6475081"/>
            <a:ext cx="2177473" cy="241541"/>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200" dirty="0">
                <a:solidFill>
                  <a:srgbClr val="000000"/>
                </a:solidFill>
                <a:latin typeface="Tahoma" charset="0"/>
                <a:cs typeface="Arial" charset="0"/>
              </a:rPr>
              <a:t>Network Layer: Control Plane</a:t>
            </a:r>
          </a:p>
        </p:txBody>
      </p:sp>
    </p:spTree>
    <p:extLst>
      <p:ext uri="{BB962C8B-B14F-4D97-AF65-F5344CB8AC3E}">
        <p14:creationId xmlns:p14="http://schemas.microsoft.com/office/powerpoint/2010/main" val="3555223896"/>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7219" name="Line 3"/>
          <p:cNvSpPr>
            <a:spLocks noChangeShapeType="1"/>
          </p:cNvSpPr>
          <p:nvPr/>
        </p:nvSpPr>
        <p:spPr bwMode="auto">
          <a:xfrm>
            <a:off x="1219200" y="1447800"/>
            <a:ext cx="0" cy="1219200"/>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wrap="none"/>
          <a:lstStyle/>
          <a:p>
            <a:endParaRPr lang="en-US"/>
          </a:p>
        </p:txBody>
      </p:sp>
      <p:sp>
        <p:nvSpPr>
          <p:cNvPr id="137220" name="Line 4"/>
          <p:cNvSpPr>
            <a:spLocks noChangeShapeType="1"/>
          </p:cNvSpPr>
          <p:nvPr/>
        </p:nvSpPr>
        <p:spPr bwMode="auto">
          <a:xfrm>
            <a:off x="914400" y="1676400"/>
            <a:ext cx="1371600" cy="0"/>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wrap="none"/>
          <a:lstStyle/>
          <a:p>
            <a:endParaRPr lang="en-US"/>
          </a:p>
        </p:txBody>
      </p:sp>
      <p:sp>
        <p:nvSpPr>
          <p:cNvPr id="137221" name="Text Box 5"/>
          <p:cNvSpPr txBox="1">
            <a:spLocks noChangeArrowheads="1"/>
          </p:cNvSpPr>
          <p:nvPr/>
        </p:nvSpPr>
        <p:spPr bwMode="auto">
          <a:xfrm>
            <a:off x="1219200" y="1290638"/>
            <a:ext cx="9080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x   y   z</a:t>
            </a:r>
          </a:p>
        </p:txBody>
      </p:sp>
      <p:sp>
        <p:nvSpPr>
          <p:cNvPr id="137222" name="Text Box 6"/>
          <p:cNvSpPr txBox="1">
            <a:spLocks noChangeArrowheads="1"/>
          </p:cNvSpPr>
          <p:nvPr/>
        </p:nvSpPr>
        <p:spPr bwMode="auto">
          <a:xfrm>
            <a:off x="914400" y="1671638"/>
            <a:ext cx="2984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x</a:t>
            </a:r>
          </a:p>
        </p:txBody>
      </p:sp>
      <p:sp>
        <p:nvSpPr>
          <p:cNvPr id="137223" name="Text Box 7"/>
          <p:cNvSpPr txBox="1">
            <a:spLocks noChangeArrowheads="1"/>
          </p:cNvSpPr>
          <p:nvPr/>
        </p:nvSpPr>
        <p:spPr bwMode="auto">
          <a:xfrm>
            <a:off x="914400" y="1976438"/>
            <a:ext cx="2984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y</a:t>
            </a:r>
          </a:p>
        </p:txBody>
      </p:sp>
      <p:sp>
        <p:nvSpPr>
          <p:cNvPr id="137224" name="Text Box 8"/>
          <p:cNvSpPr txBox="1">
            <a:spLocks noChangeArrowheads="1"/>
          </p:cNvSpPr>
          <p:nvPr/>
        </p:nvSpPr>
        <p:spPr bwMode="auto">
          <a:xfrm>
            <a:off x="914400" y="2281238"/>
            <a:ext cx="2984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z</a:t>
            </a:r>
          </a:p>
        </p:txBody>
      </p:sp>
      <p:sp>
        <p:nvSpPr>
          <p:cNvPr id="137225" name="Text Box 9"/>
          <p:cNvSpPr txBox="1">
            <a:spLocks noChangeArrowheads="1"/>
          </p:cNvSpPr>
          <p:nvPr/>
        </p:nvSpPr>
        <p:spPr bwMode="auto">
          <a:xfrm>
            <a:off x="1219200" y="1671638"/>
            <a:ext cx="8826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0  2   7</a:t>
            </a:r>
          </a:p>
        </p:txBody>
      </p:sp>
      <p:sp>
        <p:nvSpPr>
          <p:cNvPr id="137226" name="Text Box 10"/>
          <p:cNvSpPr txBox="1">
            <a:spLocks noChangeArrowheads="1"/>
          </p:cNvSpPr>
          <p:nvPr/>
        </p:nvSpPr>
        <p:spPr bwMode="auto">
          <a:xfrm>
            <a:off x="1219200" y="2052638"/>
            <a:ext cx="347663"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a:t>
            </a:r>
          </a:p>
        </p:txBody>
      </p:sp>
      <p:sp>
        <p:nvSpPr>
          <p:cNvPr id="137227" name="Text Box 11"/>
          <p:cNvSpPr txBox="1">
            <a:spLocks noChangeArrowheads="1"/>
          </p:cNvSpPr>
          <p:nvPr/>
        </p:nvSpPr>
        <p:spPr bwMode="auto">
          <a:xfrm>
            <a:off x="1447800" y="2052638"/>
            <a:ext cx="347663"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a:t>
            </a:r>
          </a:p>
        </p:txBody>
      </p:sp>
      <p:sp>
        <p:nvSpPr>
          <p:cNvPr id="137228" name="Text Box 12"/>
          <p:cNvSpPr txBox="1">
            <a:spLocks noChangeArrowheads="1"/>
          </p:cNvSpPr>
          <p:nvPr/>
        </p:nvSpPr>
        <p:spPr bwMode="auto">
          <a:xfrm>
            <a:off x="1828800" y="2052638"/>
            <a:ext cx="347663"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a:t>
            </a:r>
          </a:p>
        </p:txBody>
      </p:sp>
      <p:sp>
        <p:nvSpPr>
          <p:cNvPr id="137229" name="Text Box 13"/>
          <p:cNvSpPr txBox="1">
            <a:spLocks noChangeArrowheads="1"/>
          </p:cNvSpPr>
          <p:nvPr/>
        </p:nvSpPr>
        <p:spPr bwMode="auto">
          <a:xfrm>
            <a:off x="1219200" y="2357438"/>
            <a:ext cx="347663"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a:t>
            </a:r>
          </a:p>
        </p:txBody>
      </p:sp>
      <p:sp>
        <p:nvSpPr>
          <p:cNvPr id="137230" name="Text Box 14"/>
          <p:cNvSpPr txBox="1">
            <a:spLocks noChangeArrowheads="1"/>
          </p:cNvSpPr>
          <p:nvPr/>
        </p:nvSpPr>
        <p:spPr bwMode="auto">
          <a:xfrm>
            <a:off x="1447800" y="2357438"/>
            <a:ext cx="347663"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a:t>
            </a:r>
          </a:p>
        </p:txBody>
      </p:sp>
      <p:sp>
        <p:nvSpPr>
          <p:cNvPr id="137231" name="Text Box 15"/>
          <p:cNvSpPr txBox="1">
            <a:spLocks noChangeArrowheads="1"/>
          </p:cNvSpPr>
          <p:nvPr/>
        </p:nvSpPr>
        <p:spPr bwMode="auto">
          <a:xfrm>
            <a:off x="1828800" y="2357438"/>
            <a:ext cx="347663"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a:t>
            </a:r>
          </a:p>
        </p:txBody>
      </p:sp>
      <p:sp>
        <p:nvSpPr>
          <p:cNvPr id="137232" name="Text Box 16"/>
          <p:cNvSpPr txBox="1">
            <a:spLocks noChangeArrowheads="1"/>
          </p:cNvSpPr>
          <p:nvPr/>
        </p:nvSpPr>
        <p:spPr bwMode="auto">
          <a:xfrm rot="-5400000">
            <a:off x="2650332" y="2026444"/>
            <a:ext cx="538162" cy="30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400" i="1"/>
              <a:t>from</a:t>
            </a:r>
          </a:p>
        </p:txBody>
      </p:sp>
      <p:sp>
        <p:nvSpPr>
          <p:cNvPr id="137233" name="Text Box 17"/>
          <p:cNvSpPr txBox="1">
            <a:spLocks noChangeArrowheads="1"/>
          </p:cNvSpPr>
          <p:nvPr/>
        </p:nvSpPr>
        <p:spPr bwMode="auto">
          <a:xfrm>
            <a:off x="1352550" y="1158875"/>
            <a:ext cx="706438" cy="30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400" i="1"/>
              <a:t>cost to</a:t>
            </a:r>
          </a:p>
        </p:txBody>
      </p:sp>
      <p:sp>
        <p:nvSpPr>
          <p:cNvPr id="137234" name="Text Box 18"/>
          <p:cNvSpPr txBox="1">
            <a:spLocks noChangeArrowheads="1"/>
          </p:cNvSpPr>
          <p:nvPr/>
        </p:nvSpPr>
        <p:spPr bwMode="auto">
          <a:xfrm rot="-5400000">
            <a:off x="518319" y="3810794"/>
            <a:ext cx="538162" cy="30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400"/>
              <a:t>from</a:t>
            </a:r>
          </a:p>
        </p:txBody>
      </p:sp>
      <p:sp>
        <p:nvSpPr>
          <p:cNvPr id="137235" name="Text Box 19"/>
          <p:cNvSpPr txBox="1">
            <a:spLocks noChangeArrowheads="1"/>
          </p:cNvSpPr>
          <p:nvPr/>
        </p:nvSpPr>
        <p:spPr bwMode="auto">
          <a:xfrm rot="-5400000">
            <a:off x="518318" y="5618957"/>
            <a:ext cx="538163" cy="30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400" i="1"/>
              <a:t>from</a:t>
            </a:r>
          </a:p>
        </p:txBody>
      </p:sp>
      <p:sp>
        <p:nvSpPr>
          <p:cNvPr id="137236" name="Line 20"/>
          <p:cNvSpPr>
            <a:spLocks noChangeShapeType="1"/>
          </p:cNvSpPr>
          <p:nvPr/>
        </p:nvSpPr>
        <p:spPr bwMode="auto">
          <a:xfrm>
            <a:off x="3276600" y="1447800"/>
            <a:ext cx="0" cy="1219200"/>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wrap="none"/>
          <a:lstStyle/>
          <a:p>
            <a:endParaRPr lang="en-US"/>
          </a:p>
        </p:txBody>
      </p:sp>
      <p:sp>
        <p:nvSpPr>
          <p:cNvPr id="137237" name="Line 21"/>
          <p:cNvSpPr>
            <a:spLocks noChangeShapeType="1"/>
          </p:cNvSpPr>
          <p:nvPr/>
        </p:nvSpPr>
        <p:spPr bwMode="auto">
          <a:xfrm>
            <a:off x="2971800" y="1676400"/>
            <a:ext cx="1371600" cy="0"/>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wrap="none"/>
          <a:lstStyle/>
          <a:p>
            <a:endParaRPr lang="en-US"/>
          </a:p>
        </p:txBody>
      </p:sp>
      <p:sp>
        <p:nvSpPr>
          <p:cNvPr id="137238" name="Text Box 22"/>
          <p:cNvSpPr txBox="1">
            <a:spLocks noChangeArrowheads="1"/>
          </p:cNvSpPr>
          <p:nvPr/>
        </p:nvSpPr>
        <p:spPr bwMode="auto">
          <a:xfrm>
            <a:off x="3276600" y="1290638"/>
            <a:ext cx="9080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x   y   z</a:t>
            </a:r>
          </a:p>
        </p:txBody>
      </p:sp>
      <p:sp>
        <p:nvSpPr>
          <p:cNvPr id="137239" name="Text Box 23"/>
          <p:cNvSpPr txBox="1">
            <a:spLocks noChangeArrowheads="1"/>
          </p:cNvSpPr>
          <p:nvPr/>
        </p:nvSpPr>
        <p:spPr bwMode="auto">
          <a:xfrm>
            <a:off x="2971800" y="1671638"/>
            <a:ext cx="2984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x</a:t>
            </a:r>
          </a:p>
        </p:txBody>
      </p:sp>
      <p:sp>
        <p:nvSpPr>
          <p:cNvPr id="137240" name="Text Box 24"/>
          <p:cNvSpPr txBox="1">
            <a:spLocks noChangeArrowheads="1"/>
          </p:cNvSpPr>
          <p:nvPr/>
        </p:nvSpPr>
        <p:spPr bwMode="auto">
          <a:xfrm>
            <a:off x="2971800" y="1976438"/>
            <a:ext cx="2984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y</a:t>
            </a:r>
          </a:p>
        </p:txBody>
      </p:sp>
      <p:sp>
        <p:nvSpPr>
          <p:cNvPr id="137241" name="Text Box 25"/>
          <p:cNvSpPr txBox="1">
            <a:spLocks noChangeArrowheads="1"/>
          </p:cNvSpPr>
          <p:nvPr/>
        </p:nvSpPr>
        <p:spPr bwMode="auto">
          <a:xfrm>
            <a:off x="2971800" y="2281238"/>
            <a:ext cx="2984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z</a:t>
            </a:r>
          </a:p>
        </p:txBody>
      </p:sp>
      <p:sp>
        <p:nvSpPr>
          <p:cNvPr id="137242" name="Text Box 26"/>
          <p:cNvSpPr txBox="1">
            <a:spLocks noChangeArrowheads="1"/>
          </p:cNvSpPr>
          <p:nvPr/>
        </p:nvSpPr>
        <p:spPr bwMode="auto">
          <a:xfrm>
            <a:off x="3297238" y="1671638"/>
            <a:ext cx="3111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0</a:t>
            </a:r>
          </a:p>
        </p:txBody>
      </p:sp>
      <p:sp>
        <p:nvSpPr>
          <p:cNvPr id="137243" name="Line 29"/>
          <p:cNvSpPr>
            <a:spLocks noChangeShapeType="1"/>
          </p:cNvSpPr>
          <p:nvPr/>
        </p:nvSpPr>
        <p:spPr bwMode="auto">
          <a:xfrm>
            <a:off x="1219200" y="3200400"/>
            <a:ext cx="0" cy="1219200"/>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wrap="none"/>
          <a:lstStyle/>
          <a:p>
            <a:endParaRPr lang="en-US"/>
          </a:p>
        </p:txBody>
      </p:sp>
      <p:sp>
        <p:nvSpPr>
          <p:cNvPr id="137244" name="Line 30"/>
          <p:cNvSpPr>
            <a:spLocks noChangeShapeType="1"/>
          </p:cNvSpPr>
          <p:nvPr/>
        </p:nvSpPr>
        <p:spPr bwMode="auto">
          <a:xfrm>
            <a:off x="914400" y="3429000"/>
            <a:ext cx="1371600" cy="0"/>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wrap="none"/>
          <a:lstStyle/>
          <a:p>
            <a:endParaRPr lang="en-US"/>
          </a:p>
        </p:txBody>
      </p:sp>
      <p:sp>
        <p:nvSpPr>
          <p:cNvPr id="137245" name="Text Box 31"/>
          <p:cNvSpPr txBox="1">
            <a:spLocks noChangeArrowheads="1"/>
          </p:cNvSpPr>
          <p:nvPr/>
        </p:nvSpPr>
        <p:spPr bwMode="auto">
          <a:xfrm>
            <a:off x="1219200" y="3043238"/>
            <a:ext cx="9080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x   y   z</a:t>
            </a:r>
          </a:p>
        </p:txBody>
      </p:sp>
      <p:sp>
        <p:nvSpPr>
          <p:cNvPr id="137246" name="Text Box 32"/>
          <p:cNvSpPr txBox="1">
            <a:spLocks noChangeArrowheads="1"/>
          </p:cNvSpPr>
          <p:nvPr/>
        </p:nvSpPr>
        <p:spPr bwMode="auto">
          <a:xfrm>
            <a:off x="914400" y="3424238"/>
            <a:ext cx="2984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x</a:t>
            </a:r>
          </a:p>
        </p:txBody>
      </p:sp>
      <p:sp>
        <p:nvSpPr>
          <p:cNvPr id="137247" name="Text Box 33"/>
          <p:cNvSpPr txBox="1">
            <a:spLocks noChangeArrowheads="1"/>
          </p:cNvSpPr>
          <p:nvPr/>
        </p:nvSpPr>
        <p:spPr bwMode="auto">
          <a:xfrm>
            <a:off x="914400" y="3729038"/>
            <a:ext cx="2984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y</a:t>
            </a:r>
          </a:p>
        </p:txBody>
      </p:sp>
      <p:sp>
        <p:nvSpPr>
          <p:cNvPr id="137248" name="Text Box 34"/>
          <p:cNvSpPr txBox="1">
            <a:spLocks noChangeArrowheads="1"/>
          </p:cNvSpPr>
          <p:nvPr/>
        </p:nvSpPr>
        <p:spPr bwMode="auto">
          <a:xfrm>
            <a:off x="914400" y="4033838"/>
            <a:ext cx="2984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z</a:t>
            </a:r>
          </a:p>
        </p:txBody>
      </p:sp>
      <p:sp>
        <p:nvSpPr>
          <p:cNvPr id="137249" name="Text Box 35"/>
          <p:cNvSpPr txBox="1">
            <a:spLocks noChangeArrowheads="1"/>
          </p:cNvSpPr>
          <p:nvPr/>
        </p:nvSpPr>
        <p:spPr bwMode="auto">
          <a:xfrm>
            <a:off x="1524000" y="3424238"/>
            <a:ext cx="347663"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a:t>
            </a:r>
          </a:p>
        </p:txBody>
      </p:sp>
      <p:sp>
        <p:nvSpPr>
          <p:cNvPr id="137250" name="Text Box 36"/>
          <p:cNvSpPr txBox="1">
            <a:spLocks noChangeArrowheads="1"/>
          </p:cNvSpPr>
          <p:nvPr/>
        </p:nvSpPr>
        <p:spPr bwMode="auto">
          <a:xfrm>
            <a:off x="1828800" y="3424238"/>
            <a:ext cx="347663"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a:t>
            </a:r>
          </a:p>
        </p:txBody>
      </p:sp>
      <p:sp>
        <p:nvSpPr>
          <p:cNvPr id="137251" name="Text Box 37"/>
          <p:cNvSpPr txBox="1">
            <a:spLocks noChangeArrowheads="1"/>
          </p:cNvSpPr>
          <p:nvPr/>
        </p:nvSpPr>
        <p:spPr bwMode="auto">
          <a:xfrm>
            <a:off x="1219200" y="4110038"/>
            <a:ext cx="347663"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a:t>
            </a:r>
          </a:p>
        </p:txBody>
      </p:sp>
      <p:sp>
        <p:nvSpPr>
          <p:cNvPr id="137252" name="Text Box 38"/>
          <p:cNvSpPr txBox="1">
            <a:spLocks noChangeArrowheads="1"/>
          </p:cNvSpPr>
          <p:nvPr/>
        </p:nvSpPr>
        <p:spPr bwMode="auto">
          <a:xfrm>
            <a:off x="1447800" y="4110038"/>
            <a:ext cx="347663"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a:t>
            </a:r>
          </a:p>
        </p:txBody>
      </p:sp>
      <p:sp>
        <p:nvSpPr>
          <p:cNvPr id="137253" name="Text Box 39"/>
          <p:cNvSpPr txBox="1">
            <a:spLocks noChangeArrowheads="1"/>
          </p:cNvSpPr>
          <p:nvPr/>
        </p:nvSpPr>
        <p:spPr bwMode="auto">
          <a:xfrm>
            <a:off x="1828800" y="4110038"/>
            <a:ext cx="347663"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a:t>
            </a:r>
          </a:p>
        </p:txBody>
      </p:sp>
      <p:sp>
        <p:nvSpPr>
          <p:cNvPr id="137254" name="Text Box 40"/>
          <p:cNvSpPr txBox="1">
            <a:spLocks noChangeArrowheads="1"/>
          </p:cNvSpPr>
          <p:nvPr/>
        </p:nvSpPr>
        <p:spPr bwMode="auto">
          <a:xfrm>
            <a:off x="1341438" y="2933700"/>
            <a:ext cx="706437" cy="30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400" i="1"/>
              <a:t>cost to</a:t>
            </a:r>
          </a:p>
        </p:txBody>
      </p:sp>
      <p:sp>
        <p:nvSpPr>
          <p:cNvPr id="137255" name="Line 41"/>
          <p:cNvSpPr>
            <a:spLocks noChangeShapeType="1"/>
          </p:cNvSpPr>
          <p:nvPr/>
        </p:nvSpPr>
        <p:spPr bwMode="auto">
          <a:xfrm>
            <a:off x="1219200" y="5029200"/>
            <a:ext cx="0" cy="1219200"/>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wrap="none"/>
          <a:lstStyle/>
          <a:p>
            <a:endParaRPr lang="en-US"/>
          </a:p>
        </p:txBody>
      </p:sp>
      <p:sp>
        <p:nvSpPr>
          <p:cNvPr id="137256" name="Line 42"/>
          <p:cNvSpPr>
            <a:spLocks noChangeShapeType="1"/>
          </p:cNvSpPr>
          <p:nvPr/>
        </p:nvSpPr>
        <p:spPr bwMode="auto">
          <a:xfrm>
            <a:off x="914400" y="5257800"/>
            <a:ext cx="1371600" cy="0"/>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wrap="none"/>
          <a:lstStyle/>
          <a:p>
            <a:endParaRPr lang="en-US"/>
          </a:p>
        </p:txBody>
      </p:sp>
      <p:sp>
        <p:nvSpPr>
          <p:cNvPr id="137257" name="Text Box 43"/>
          <p:cNvSpPr txBox="1">
            <a:spLocks noChangeArrowheads="1"/>
          </p:cNvSpPr>
          <p:nvPr/>
        </p:nvSpPr>
        <p:spPr bwMode="auto">
          <a:xfrm>
            <a:off x="1219200" y="4872038"/>
            <a:ext cx="9080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x   y   z</a:t>
            </a:r>
          </a:p>
        </p:txBody>
      </p:sp>
      <p:sp>
        <p:nvSpPr>
          <p:cNvPr id="137258" name="Text Box 44"/>
          <p:cNvSpPr txBox="1">
            <a:spLocks noChangeArrowheads="1"/>
          </p:cNvSpPr>
          <p:nvPr/>
        </p:nvSpPr>
        <p:spPr bwMode="auto">
          <a:xfrm>
            <a:off x="914400" y="5253038"/>
            <a:ext cx="2984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x</a:t>
            </a:r>
          </a:p>
        </p:txBody>
      </p:sp>
      <p:sp>
        <p:nvSpPr>
          <p:cNvPr id="137259" name="Text Box 45"/>
          <p:cNvSpPr txBox="1">
            <a:spLocks noChangeArrowheads="1"/>
          </p:cNvSpPr>
          <p:nvPr/>
        </p:nvSpPr>
        <p:spPr bwMode="auto">
          <a:xfrm>
            <a:off x="914400" y="5557838"/>
            <a:ext cx="2984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y</a:t>
            </a:r>
          </a:p>
        </p:txBody>
      </p:sp>
      <p:sp>
        <p:nvSpPr>
          <p:cNvPr id="137260" name="Text Box 46"/>
          <p:cNvSpPr txBox="1">
            <a:spLocks noChangeArrowheads="1"/>
          </p:cNvSpPr>
          <p:nvPr/>
        </p:nvSpPr>
        <p:spPr bwMode="auto">
          <a:xfrm>
            <a:off x="914400" y="5862638"/>
            <a:ext cx="2984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z</a:t>
            </a:r>
          </a:p>
        </p:txBody>
      </p:sp>
      <p:sp>
        <p:nvSpPr>
          <p:cNvPr id="137261" name="Text Box 47"/>
          <p:cNvSpPr txBox="1">
            <a:spLocks noChangeArrowheads="1"/>
          </p:cNvSpPr>
          <p:nvPr/>
        </p:nvSpPr>
        <p:spPr bwMode="auto">
          <a:xfrm>
            <a:off x="1219200" y="5638800"/>
            <a:ext cx="990600" cy="3667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a:t>
            </a:r>
          </a:p>
        </p:txBody>
      </p:sp>
      <p:sp>
        <p:nvSpPr>
          <p:cNvPr id="137262" name="Text Box 48"/>
          <p:cNvSpPr txBox="1">
            <a:spLocks noChangeArrowheads="1"/>
          </p:cNvSpPr>
          <p:nvPr/>
        </p:nvSpPr>
        <p:spPr bwMode="auto">
          <a:xfrm>
            <a:off x="1447800" y="5634038"/>
            <a:ext cx="347663"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a:t>
            </a:r>
          </a:p>
        </p:txBody>
      </p:sp>
      <p:sp>
        <p:nvSpPr>
          <p:cNvPr id="137263" name="Text Box 49"/>
          <p:cNvSpPr txBox="1">
            <a:spLocks noChangeArrowheads="1"/>
          </p:cNvSpPr>
          <p:nvPr/>
        </p:nvSpPr>
        <p:spPr bwMode="auto">
          <a:xfrm>
            <a:off x="1828800" y="5634038"/>
            <a:ext cx="347663"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a:t>
            </a:r>
          </a:p>
        </p:txBody>
      </p:sp>
      <p:sp>
        <p:nvSpPr>
          <p:cNvPr id="137264" name="Text Box 50"/>
          <p:cNvSpPr txBox="1">
            <a:spLocks noChangeArrowheads="1"/>
          </p:cNvSpPr>
          <p:nvPr/>
        </p:nvSpPr>
        <p:spPr bwMode="auto">
          <a:xfrm>
            <a:off x="1219200" y="5938838"/>
            <a:ext cx="3111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7</a:t>
            </a:r>
          </a:p>
        </p:txBody>
      </p:sp>
      <p:sp>
        <p:nvSpPr>
          <p:cNvPr id="137265" name="Text Box 51"/>
          <p:cNvSpPr txBox="1">
            <a:spLocks noChangeArrowheads="1"/>
          </p:cNvSpPr>
          <p:nvPr/>
        </p:nvSpPr>
        <p:spPr bwMode="auto">
          <a:xfrm>
            <a:off x="1447800" y="5938838"/>
            <a:ext cx="3111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1</a:t>
            </a:r>
          </a:p>
        </p:txBody>
      </p:sp>
      <p:sp>
        <p:nvSpPr>
          <p:cNvPr id="137266" name="Text Box 52"/>
          <p:cNvSpPr txBox="1">
            <a:spLocks noChangeArrowheads="1"/>
          </p:cNvSpPr>
          <p:nvPr/>
        </p:nvSpPr>
        <p:spPr bwMode="auto">
          <a:xfrm>
            <a:off x="1828800" y="5938838"/>
            <a:ext cx="3111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0</a:t>
            </a:r>
          </a:p>
        </p:txBody>
      </p:sp>
      <p:sp>
        <p:nvSpPr>
          <p:cNvPr id="137267" name="Text Box 53"/>
          <p:cNvSpPr txBox="1">
            <a:spLocks noChangeArrowheads="1"/>
          </p:cNvSpPr>
          <p:nvPr/>
        </p:nvSpPr>
        <p:spPr bwMode="auto">
          <a:xfrm>
            <a:off x="1363663" y="4740275"/>
            <a:ext cx="706437" cy="30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400" i="1"/>
              <a:t>cost to</a:t>
            </a:r>
          </a:p>
        </p:txBody>
      </p:sp>
      <p:sp>
        <p:nvSpPr>
          <p:cNvPr id="137268" name="Text Box 54"/>
          <p:cNvSpPr txBox="1">
            <a:spLocks noChangeArrowheads="1"/>
          </p:cNvSpPr>
          <p:nvPr/>
        </p:nvSpPr>
        <p:spPr bwMode="auto">
          <a:xfrm>
            <a:off x="1219200" y="3500438"/>
            <a:ext cx="946150" cy="6413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a:t>
            </a:r>
          </a:p>
          <a:p>
            <a:r>
              <a:rPr lang="en-US" sz="1800"/>
              <a:t>2   0   1</a:t>
            </a:r>
          </a:p>
        </p:txBody>
      </p:sp>
      <p:sp>
        <p:nvSpPr>
          <p:cNvPr id="137269" name="Text Box 55"/>
          <p:cNvSpPr txBox="1">
            <a:spLocks noChangeArrowheads="1"/>
          </p:cNvSpPr>
          <p:nvPr/>
        </p:nvSpPr>
        <p:spPr bwMode="auto">
          <a:xfrm>
            <a:off x="1219200" y="5257800"/>
            <a:ext cx="990600" cy="3667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 ∞  ∞</a:t>
            </a:r>
          </a:p>
        </p:txBody>
      </p:sp>
      <p:sp>
        <p:nvSpPr>
          <p:cNvPr id="137270" name="Text Box 56"/>
          <p:cNvSpPr txBox="1">
            <a:spLocks noChangeArrowheads="1"/>
          </p:cNvSpPr>
          <p:nvPr/>
        </p:nvSpPr>
        <p:spPr bwMode="auto">
          <a:xfrm>
            <a:off x="3260725" y="2006600"/>
            <a:ext cx="946150" cy="3667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2   0   1</a:t>
            </a:r>
          </a:p>
        </p:txBody>
      </p:sp>
      <p:sp>
        <p:nvSpPr>
          <p:cNvPr id="137271" name="Text Box 57"/>
          <p:cNvSpPr txBox="1">
            <a:spLocks noChangeArrowheads="1"/>
          </p:cNvSpPr>
          <p:nvPr/>
        </p:nvSpPr>
        <p:spPr bwMode="auto">
          <a:xfrm>
            <a:off x="3260725" y="2322513"/>
            <a:ext cx="9461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7   1   0</a:t>
            </a:r>
          </a:p>
        </p:txBody>
      </p:sp>
      <p:sp>
        <p:nvSpPr>
          <p:cNvPr id="137272" name="Line 58"/>
          <p:cNvSpPr>
            <a:spLocks noChangeShapeType="1"/>
          </p:cNvSpPr>
          <p:nvPr/>
        </p:nvSpPr>
        <p:spPr bwMode="auto">
          <a:xfrm>
            <a:off x="2209800" y="1981200"/>
            <a:ext cx="685800" cy="1524000"/>
          </a:xfrm>
          <a:prstGeom prst="line">
            <a:avLst/>
          </a:prstGeom>
          <a:noFill/>
          <a:ln w="9525">
            <a:solidFill>
              <a:schemeClr val="tx1"/>
            </a:solidFill>
            <a:round/>
            <a:headEnd/>
            <a:tailEnd type="triangle" w="med" len="med"/>
          </a:ln>
          <a:extLst>
            <a:ext uri="{909E8E84-426E-40dd-AFC4-6F175D3DCCD1}">
              <a14:hiddenFill xmlns:a14="http://schemas.microsoft.com/office/drawing/2010/main" xmlns="">
                <a:noFill/>
              </a14:hiddenFill>
            </a:ext>
          </a:extLst>
        </p:spPr>
        <p:txBody>
          <a:bodyPr wrap="none"/>
          <a:lstStyle/>
          <a:p>
            <a:endParaRPr lang="en-US"/>
          </a:p>
        </p:txBody>
      </p:sp>
      <p:sp>
        <p:nvSpPr>
          <p:cNvPr id="137273" name="Line 59"/>
          <p:cNvSpPr>
            <a:spLocks noChangeShapeType="1"/>
          </p:cNvSpPr>
          <p:nvPr/>
        </p:nvSpPr>
        <p:spPr bwMode="auto">
          <a:xfrm>
            <a:off x="2133600" y="2057400"/>
            <a:ext cx="685800" cy="3124200"/>
          </a:xfrm>
          <a:prstGeom prst="line">
            <a:avLst/>
          </a:prstGeom>
          <a:noFill/>
          <a:ln w="9525">
            <a:solidFill>
              <a:schemeClr val="tx1"/>
            </a:solidFill>
            <a:round/>
            <a:headEnd/>
            <a:tailEnd type="triangle" w="med" len="med"/>
          </a:ln>
          <a:extLst>
            <a:ext uri="{909E8E84-426E-40dd-AFC4-6F175D3DCCD1}">
              <a14:hiddenFill xmlns:a14="http://schemas.microsoft.com/office/drawing/2010/main" xmlns="">
                <a:noFill/>
              </a14:hiddenFill>
            </a:ext>
          </a:extLst>
        </p:spPr>
        <p:txBody>
          <a:bodyPr wrap="none"/>
          <a:lstStyle/>
          <a:p>
            <a:endParaRPr lang="en-US"/>
          </a:p>
        </p:txBody>
      </p:sp>
      <p:sp>
        <p:nvSpPr>
          <p:cNvPr id="137274" name="Line 60"/>
          <p:cNvSpPr>
            <a:spLocks noChangeShapeType="1"/>
          </p:cNvSpPr>
          <p:nvPr/>
        </p:nvSpPr>
        <p:spPr bwMode="auto">
          <a:xfrm flipV="1">
            <a:off x="2133600" y="2514600"/>
            <a:ext cx="762000" cy="1295400"/>
          </a:xfrm>
          <a:prstGeom prst="line">
            <a:avLst/>
          </a:prstGeom>
          <a:noFill/>
          <a:ln w="9525">
            <a:solidFill>
              <a:schemeClr val="tx1"/>
            </a:solidFill>
            <a:round/>
            <a:headEnd/>
            <a:tailEnd type="triangle" w="med" len="med"/>
          </a:ln>
          <a:extLst>
            <a:ext uri="{909E8E84-426E-40dd-AFC4-6F175D3DCCD1}">
              <a14:hiddenFill xmlns:a14="http://schemas.microsoft.com/office/drawing/2010/main" xmlns="">
                <a:noFill/>
              </a14:hiddenFill>
            </a:ext>
          </a:extLst>
        </p:spPr>
        <p:txBody>
          <a:bodyPr wrap="none"/>
          <a:lstStyle/>
          <a:p>
            <a:endParaRPr lang="en-US"/>
          </a:p>
        </p:txBody>
      </p:sp>
      <p:sp>
        <p:nvSpPr>
          <p:cNvPr id="137275" name="Line 61"/>
          <p:cNvSpPr>
            <a:spLocks noChangeShapeType="1"/>
          </p:cNvSpPr>
          <p:nvPr/>
        </p:nvSpPr>
        <p:spPr bwMode="auto">
          <a:xfrm>
            <a:off x="2133600" y="4114800"/>
            <a:ext cx="609600" cy="1143000"/>
          </a:xfrm>
          <a:prstGeom prst="line">
            <a:avLst/>
          </a:prstGeom>
          <a:noFill/>
          <a:ln w="9525">
            <a:solidFill>
              <a:schemeClr val="tx1"/>
            </a:solidFill>
            <a:round/>
            <a:headEnd/>
            <a:tailEnd type="triangle" w="med" len="med"/>
          </a:ln>
          <a:extLst>
            <a:ext uri="{909E8E84-426E-40dd-AFC4-6F175D3DCCD1}">
              <a14:hiddenFill xmlns:a14="http://schemas.microsoft.com/office/drawing/2010/main" xmlns="">
                <a:noFill/>
              </a14:hiddenFill>
            </a:ext>
          </a:extLst>
        </p:spPr>
        <p:txBody>
          <a:bodyPr wrap="none"/>
          <a:lstStyle/>
          <a:p>
            <a:endParaRPr lang="en-US"/>
          </a:p>
        </p:txBody>
      </p:sp>
      <p:sp>
        <p:nvSpPr>
          <p:cNvPr id="137276" name="Line 62"/>
          <p:cNvSpPr>
            <a:spLocks noChangeShapeType="1"/>
          </p:cNvSpPr>
          <p:nvPr/>
        </p:nvSpPr>
        <p:spPr bwMode="auto">
          <a:xfrm flipV="1">
            <a:off x="2133600" y="2590800"/>
            <a:ext cx="838200" cy="3429000"/>
          </a:xfrm>
          <a:prstGeom prst="line">
            <a:avLst/>
          </a:prstGeom>
          <a:noFill/>
          <a:ln w="9525">
            <a:solidFill>
              <a:schemeClr val="tx1"/>
            </a:solidFill>
            <a:round/>
            <a:headEnd/>
            <a:tailEnd type="triangle" w="med" len="med"/>
          </a:ln>
          <a:extLst>
            <a:ext uri="{909E8E84-426E-40dd-AFC4-6F175D3DCCD1}">
              <a14:hiddenFill xmlns:a14="http://schemas.microsoft.com/office/drawing/2010/main" xmlns="">
                <a:noFill/>
              </a14:hiddenFill>
            </a:ext>
          </a:extLst>
        </p:spPr>
        <p:txBody>
          <a:bodyPr wrap="none"/>
          <a:lstStyle/>
          <a:p>
            <a:endParaRPr lang="en-US"/>
          </a:p>
        </p:txBody>
      </p:sp>
      <p:sp>
        <p:nvSpPr>
          <p:cNvPr id="137277" name="Line 63"/>
          <p:cNvSpPr>
            <a:spLocks noChangeShapeType="1"/>
          </p:cNvSpPr>
          <p:nvPr/>
        </p:nvSpPr>
        <p:spPr bwMode="auto">
          <a:xfrm flipV="1">
            <a:off x="2209800" y="4343400"/>
            <a:ext cx="762000" cy="1752600"/>
          </a:xfrm>
          <a:prstGeom prst="line">
            <a:avLst/>
          </a:prstGeom>
          <a:noFill/>
          <a:ln w="9525">
            <a:solidFill>
              <a:schemeClr val="tx1"/>
            </a:solidFill>
            <a:round/>
            <a:headEnd/>
            <a:tailEnd type="triangle" w="med" len="med"/>
          </a:ln>
          <a:extLst>
            <a:ext uri="{909E8E84-426E-40dd-AFC4-6F175D3DCCD1}">
              <a14:hiddenFill xmlns:a14="http://schemas.microsoft.com/office/drawing/2010/main" xmlns="">
                <a:noFill/>
              </a14:hiddenFill>
            </a:ext>
          </a:extLst>
        </p:spPr>
        <p:txBody>
          <a:bodyPr wrap="none"/>
          <a:lstStyle/>
          <a:p>
            <a:endParaRPr lang="en-US"/>
          </a:p>
        </p:txBody>
      </p:sp>
      <p:sp>
        <p:nvSpPr>
          <p:cNvPr id="137278" name="Line 64"/>
          <p:cNvSpPr>
            <a:spLocks noChangeShapeType="1"/>
          </p:cNvSpPr>
          <p:nvPr/>
        </p:nvSpPr>
        <p:spPr bwMode="auto">
          <a:xfrm>
            <a:off x="609600" y="6345238"/>
            <a:ext cx="5410200" cy="0"/>
          </a:xfrm>
          <a:prstGeom prst="line">
            <a:avLst/>
          </a:prstGeom>
          <a:noFill/>
          <a:ln w="9525">
            <a:solidFill>
              <a:schemeClr val="tx1"/>
            </a:solidFill>
            <a:prstDash val="sysDot"/>
            <a:round/>
            <a:headEnd/>
            <a:tailEnd type="triangle" w="med" len="med"/>
          </a:ln>
          <a:extLst>
            <a:ext uri="{909E8E84-426E-40dd-AFC4-6F175D3DCCD1}">
              <a14:hiddenFill xmlns:a14="http://schemas.microsoft.com/office/drawing/2010/main" xmlns="">
                <a:noFill/>
              </a14:hiddenFill>
            </a:ext>
          </a:extLst>
        </p:spPr>
        <p:txBody>
          <a:bodyPr wrap="none"/>
          <a:lstStyle/>
          <a:p>
            <a:endParaRPr lang="en-US"/>
          </a:p>
        </p:txBody>
      </p:sp>
      <p:sp>
        <p:nvSpPr>
          <p:cNvPr id="137279" name="Text Box 65"/>
          <p:cNvSpPr txBox="1">
            <a:spLocks noChangeArrowheads="1"/>
          </p:cNvSpPr>
          <p:nvPr/>
        </p:nvSpPr>
        <p:spPr bwMode="auto">
          <a:xfrm>
            <a:off x="6069013" y="6137275"/>
            <a:ext cx="615950" cy="3667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time</a:t>
            </a:r>
          </a:p>
        </p:txBody>
      </p:sp>
      <p:grpSp>
        <p:nvGrpSpPr>
          <p:cNvPr id="137280" name="Group 66"/>
          <p:cNvGrpSpPr>
            <a:grpSpLocks/>
          </p:cNvGrpSpPr>
          <p:nvPr/>
        </p:nvGrpSpPr>
        <p:grpSpPr bwMode="auto">
          <a:xfrm>
            <a:off x="6632575" y="2911475"/>
            <a:ext cx="2184400" cy="1212850"/>
            <a:chOff x="2352" y="0"/>
            <a:chExt cx="1376" cy="764"/>
          </a:xfrm>
        </p:grpSpPr>
        <p:sp>
          <p:nvSpPr>
            <p:cNvPr id="137296" name="Freeform 67"/>
            <p:cNvSpPr>
              <a:spLocks/>
            </p:cNvSpPr>
            <p:nvPr/>
          </p:nvSpPr>
          <p:spPr bwMode="auto">
            <a:xfrm>
              <a:off x="2352" y="0"/>
              <a:ext cx="1376" cy="764"/>
            </a:xfrm>
            <a:custGeom>
              <a:avLst/>
              <a:gdLst>
                <a:gd name="T0" fmla="*/ 113 w 1376"/>
                <a:gd name="T1" fmla="*/ 348 h 764"/>
                <a:gd name="T2" fmla="*/ 395 w 1376"/>
                <a:gd name="T3" fmla="*/ 162 h 764"/>
                <a:gd name="T4" fmla="*/ 710 w 1376"/>
                <a:gd name="T5" fmla="*/ 9 h 764"/>
                <a:gd name="T6" fmla="*/ 1160 w 1376"/>
                <a:gd name="T7" fmla="*/ 219 h 764"/>
                <a:gd name="T8" fmla="*/ 1367 w 1376"/>
                <a:gd name="T9" fmla="*/ 510 h 764"/>
                <a:gd name="T10" fmla="*/ 1103 w 1376"/>
                <a:gd name="T11" fmla="*/ 726 h 764"/>
                <a:gd name="T12" fmla="*/ 578 w 1376"/>
                <a:gd name="T13" fmla="*/ 738 h 764"/>
                <a:gd name="T14" fmla="*/ 77 w 1376"/>
                <a:gd name="T15" fmla="*/ 630 h 764"/>
                <a:gd name="T16" fmla="*/ 113 w 1376"/>
                <a:gd name="T17" fmla="*/ 348 h 76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376"/>
                <a:gd name="T28" fmla="*/ 0 h 764"/>
                <a:gd name="T29" fmla="*/ 1376 w 1376"/>
                <a:gd name="T30" fmla="*/ 764 h 76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376" h="764">
                  <a:moveTo>
                    <a:pt x="113" y="348"/>
                  </a:moveTo>
                  <a:cubicBezTo>
                    <a:pt x="166" y="270"/>
                    <a:pt x="296" y="218"/>
                    <a:pt x="395" y="162"/>
                  </a:cubicBezTo>
                  <a:cubicBezTo>
                    <a:pt x="494" y="106"/>
                    <a:pt x="583" y="0"/>
                    <a:pt x="710" y="9"/>
                  </a:cubicBezTo>
                  <a:cubicBezTo>
                    <a:pt x="837" y="18"/>
                    <a:pt x="1051" y="136"/>
                    <a:pt x="1160" y="219"/>
                  </a:cubicBezTo>
                  <a:cubicBezTo>
                    <a:pt x="1269" y="302"/>
                    <a:pt x="1376" y="426"/>
                    <a:pt x="1367" y="510"/>
                  </a:cubicBezTo>
                  <a:cubicBezTo>
                    <a:pt x="1358" y="594"/>
                    <a:pt x="1234" y="688"/>
                    <a:pt x="1103" y="726"/>
                  </a:cubicBezTo>
                  <a:cubicBezTo>
                    <a:pt x="972" y="764"/>
                    <a:pt x="749" y="754"/>
                    <a:pt x="578" y="738"/>
                  </a:cubicBezTo>
                  <a:cubicBezTo>
                    <a:pt x="407" y="722"/>
                    <a:pt x="154" y="695"/>
                    <a:pt x="77" y="630"/>
                  </a:cubicBezTo>
                  <a:cubicBezTo>
                    <a:pt x="0" y="565"/>
                    <a:pt x="60" y="426"/>
                    <a:pt x="113" y="348"/>
                  </a:cubicBezTo>
                  <a:close/>
                </a:path>
              </a:pathLst>
            </a:custGeom>
            <a:solidFill>
              <a:srgbClr val="66CCFF"/>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grpSp>
          <p:nvGrpSpPr>
            <p:cNvPr id="137297" name="Group 68"/>
            <p:cNvGrpSpPr>
              <a:grpSpLocks/>
            </p:cNvGrpSpPr>
            <p:nvPr/>
          </p:nvGrpSpPr>
          <p:grpSpPr bwMode="auto">
            <a:xfrm>
              <a:off x="2448" y="70"/>
              <a:ext cx="1161" cy="676"/>
              <a:chOff x="-17" y="1282"/>
              <a:chExt cx="1161" cy="676"/>
            </a:xfrm>
          </p:grpSpPr>
          <p:sp>
            <p:nvSpPr>
              <p:cNvPr id="137298" name="Freeform 69"/>
              <p:cNvSpPr>
                <a:spLocks/>
              </p:cNvSpPr>
              <p:nvPr/>
            </p:nvSpPr>
            <p:spPr bwMode="auto">
              <a:xfrm>
                <a:off x="246" y="1476"/>
                <a:ext cx="222" cy="180"/>
              </a:xfrm>
              <a:custGeom>
                <a:avLst/>
                <a:gdLst>
                  <a:gd name="T0" fmla="*/ 0 w 222"/>
                  <a:gd name="T1" fmla="*/ 180 h 180"/>
                  <a:gd name="T2" fmla="*/ 222 w 222"/>
                  <a:gd name="T3" fmla="*/ 0 h 180"/>
                  <a:gd name="T4" fmla="*/ 0 60000 65536"/>
                  <a:gd name="T5" fmla="*/ 0 60000 65536"/>
                  <a:gd name="T6" fmla="*/ 0 w 222"/>
                  <a:gd name="T7" fmla="*/ 0 h 180"/>
                  <a:gd name="T8" fmla="*/ 222 w 222"/>
                  <a:gd name="T9" fmla="*/ 180 h 180"/>
                </a:gdLst>
                <a:ahLst/>
                <a:cxnLst>
                  <a:cxn ang="T4">
                    <a:pos x="T0" y="T1"/>
                  </a:cxn>
                  <a:cxn ang="T5">
                    <a:pos x="T2" y="T3"/>
                  </a:cxn>
                </a:cxnLst>
                <a:rect l="T6" t="T7" r="T8" b="T9"/>
                <a:pathLst>
                  <a:path w="222" h="180">
                    <a:moveTo>
                      <a:pt x="0" y="180"/>
                    </a:moveTo>
                    <a:lnTo>
                      <a:pt x="222" y="0"/>
                    </a:ln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sp>
            <p:nvSpPr>
              <p:cNvPr id="137299" name="Oval 70"/>
              <p:cNvSpPr>
                <a:spLocks noChangeArrowheads="1"/>
              </p:cNvSpPr>
              <p:nvPr/>
            </p:nvSpPr>
            <p:spPr bwMode="auto">
              <a:xfrm>
                <a:off x="-14" y="1712"/>
                <a:ext cx="313" cy="81"/>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37300" name="Line 71"/>
              <p:cNvSpPr>
                <a:spLocks noChangeShapeType="1"/>
              </p:cNvSpPr>
              <p:nvPr/>
            </p:nvSpPr>
            <p:spPr bwMode="auto">
              <a:xfrm>
                <a:off x="-14" y="1705"/>
                <a:ext cx="1"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37301" name="Line 72"/>
              <p:cNvSpPr>
                <a:spLocks noChangeShapeType="1"/>
              </p:cNvSpPr>
              <p:nvPr/>
            </p:nvSpPr>
            <p:spPr bwMode="auto">
              <a:xfrm>
                <a:off x="299" y="1705"/>
                <a:ext cx="1"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37302" name="Rectangle 73"/>
              <p:cNvSpPr>
                <a:spLocks noChangeArrowheads="1"/>
              </p:cNvSpPr>
              <p:nvPr/>
            </p:nvSpPr>
            <p:spPr bwMode="auto">
              <a:xfrm>
                <a:off x="-14" y="1705"/>
                <a:ext cx="310" cy="49"/>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sz="2400"/>
              </a:p>
            </p:txBody>
          </p:sp>
          <p:sp>
            <p:nvSpPr>
              <p:cNvPr id="137303" name="Oval 74"/>
              <p:cNvSpPr>
                <a:spLocks noChangeArrowheads="1"/>
              </p:cNvSpPr>
              <p:nvPr/>
            </p:nvSpPr>
            <p:spPr bwMode="auto">
              <a:xfrm>
                <a:off x="-17" y="1646"/>
                <a:ext cx="313" cy="95"/>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37304" name="Freeform 75"/>
              <p:cNvSpPr>
                <a:spLocks/>
              </p:cNvSpPr>
              <p:nvPr/>
            </p:nvSpPr>
            <p:spPr bwMode="auto">
              <a:xfrm>
                <a:off x="651" y="1476"/>
                <a:ext cx="216" cy="189"/>
              </a:xfrm>
              <a:custGeom>
                <a:avLst/>
                <a:gdLst>
                  <a:gd name="T0" fmla="*/ 0 w 216"/>
                  <a:gd name="T1" fmla="*/ 0 h 189"/>
                  <a:gd name="T2" fmla="*/ 216 w 216"/>
                  <a:gd name="T3" fmla="*/ 189 h 189"/>
                  <a:gd name="T4" fmla="*/ 0 60000 65536"/>
                  <a:gd name="T5" fmla="*/ 0 60000 65536"/>
                  <a:gd name="T6" fmla="*/ 0 w 216"/>
                  <a:gd name="T7" fmla="*/ 0 h 189"/>
                  <a:gd name="T8" fmla="*/ 216 w 216"/>
                  <a:gd name="T9" fmla="*/ 189 h 189"/>
                </a:gdLst>
                <a:ahLst/>
                <a:cxnLst>
                  <a:cxn ang="T4">
                    <a:pos x="T0" y="T1"/>
                  </a:cxn>
                  <a:cxn ang="T5">
                    <a:pos x="T2" y="T3"/>
                  </a:cxn>
                </a:cxnLst>
                <a:rect l="T6" t="T7" r="T8" b="T9"/>
                <a:pathLst>
                  <a:path w="216" h="189">
                    <a:moveTo>
                      <a:pt x="0" y="0"/>
                    </a:moveTo>
                    <a:lnTo>
                      <a:pt x="216" y="189"/>
                    </a:ln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sp>
            <p:nvSpPr>
              <p:cNvPr id="137305" name="Freeform 76"/>
              <p:cNvSpPr>
                <a:spLocks/>
              </p:cNvSpPr>
              <p:nvPr/>
            </p:nvSpPr>
            <p:spPr bwMode="auto">
              <a:xfrm>
                <a:off x="303" y="1740"/>
                <a:ext cx="540" cy="3"/>
              </a:xfrm>
              <a:custGeom>
                <a:avLst/>
                <a:gdLst>
                  <a:gd name="T0" fmla="*/ 540 w 540"/>
                  <a:gd name="T1" fmla="*/ 3 h 3"/>
                  <a:gd name="T2" fmla="*/ 0 w 540"/>
                  <a:gd name="T3" fmla="*/ 0 h 3"/>
                  <a:gd name="T4" fmla="*/ 0 60000 65536"/>
                  <a:gd name="T5" fmla="*/ 0 60000 65536"/>
                  <a:gd name="T6" fmla="*/ 0 w 540"/>
                  <a:gd name="T7" fmla="*/ 0 h 3"/>
                  <a:gd name="T8" fmla="*/ 540 w 540"/>
                  <a:gd name="T9" fmla="*/ 3 h 3"/>
                </a:gdLst>
                <a:ahLst/>
                <a:cxnLst>
                  <a:cxn ang="T4">
                    <a:pos x="T0" y="T1"/>
                  </a:cxn>
                  <a:cxn ang="T5">
                    <a:pos x="T2" y="T3"/>
                  </a:cxn>
                </a:cxnLst>
                <a:rect l="T6" t="T7" r="T8" b="T9"/>
                <a:pathLst>
                  <a:path w="540" h="3">
                    <a:moveTo>
                      <a:pt x="540" y="3"/>
                    </a:moveTo>
                    <a:lnTo>
                      <a:pt x="0" y="0"/>
                    </a:ln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grpSp>
            <p:nvGrpSpPr>
              <p:cNvPr id="137306" name="Group 77"/>
              <p:cNvGrpSpPr>
                <a:grpSpLocks/>
              </p:cNvGrpSpPr>
              <p:nvPr/>
            </p:nvGrpSpPr>
            <p:grpSpPr bwMode="auto">
              <a:xfrm>
                <a:off x="39" y="1594"/>
                <a:ext cx="196" cy="250"/>
                <a:chOff x="2959" y="2425"/>
                <a:chExt cx="197" cy="250"/>
              </a:xfrm>
            </p:grpSpPr>
            <p:sp>
              <p:nvSpPr>
                <p:cNvPr id="137328" name="Rectangle 78"/>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p>
              </p:txBody>
            </p:sp>
            <p:sp>
              <p:nvSpPr>
                <p:cNvPr id="137329" name="Text Box 79"/>
                <p:cNvSpPr txBox="1">
                  <a:spLocks noChangeArrowheads="1"/>
                </p:cNvSpPr>
                <p:nvPr/>
              </p:nvSpPr>
              <p:spPr bwMode="auto">
                <a:xfrm>
                  <a:off x="2959" y="2425"/>
                  <a:ext cx="197" cy="2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2000"/>
                    <a:t>x</a:t>
                  </a:r>
                  <a:endParaRPr lang="en-US"/>
                </a:p>
              </p:txBody>
            </p:sp>
          </p:grpSp>
          <p:grpSp>
            <p:nvGrpSpPr>
              <p:cNvPr id="137307" name="Group 80"/>
              <p:cNvGrpSpPr>
                <a:grpSpLocks/>
              </p:cNvGrpSpPr>
              <p:nvPr/>
            </p:nvGrpSpPr>
            <p:grpSpPr bwMode="auto">
              <a:xfrm>
                <a:off x="828" y="1576"/>
                <a:ext cx="316" cy="288"/>
                <a:chOff x="1740" y="2272"/>
                <a:chExt cx="316" cy="288"/>
              </a:xfrm>
            </p:grpSpPr>
            <p:sp>
              <p:nvSpPr>
                <p:cNvPr id="137320" name="Oval 81"/>
                <p:cNvSpPr>
                  <a:spLocks noChangeArrowheads="1"/>
                </p:cNvSpPr>
                <p:nvPr/>
              </p:nvSpPr>
              <p:spPr bwMode="auto">
                <a:xfrm>
                  <a:off x="1743" y="2420"/>
                  <a:ext cx="313" cy="81"/>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37321" name="Line 82"/>
                <p:cNvSpPr>
                  <a:spLocks noChangeShapeType="1"/>
                </p:cNvSpPr>
                <p:nvPr/>
              </p:nvSpPr>
              <p:spPr bwMode="auto">
                <a:xfrm>
                  <a:off x="1743" y="2413"/>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37322" name="Line 83"/>
                <p:cNvSpPr>
                  <a:spLocks noChangeShapeType="1"/>
                </p:cNvSpPr>
                <p:nvPr/>
              </p:nvSpPr>
              <p:spPr bwMode="auto">
                <a:xfrm>
                  <a:off x="2056" y="2413"/>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37323" name="Rectangle 84"/>
                <p:cNvSpPr>
                  <a:spLocks noChangeArrowheads="1"/>
                </p:cNvSpPr>
                <p:nvPr/>
              </p:nvSpPr>
              <p:spPr bwMode="auto">
                <a:xfrm>
                  <a:off x="1743" y="2413"/>
                  <a:ext cx="310" cy="49"/>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sz="2400"/>
                </a:p>
              </p:txBody>
            </p:sp>
            <p:sp>
              <p:nvSpPr>
                <p:cNvPr id="137324" name="Oval 85"/>
                <p:cNvSpPr>
                  <a:spLocks noChangeArrowheads="1"/>
                </p:cNvSpPr>
                <p:nvPr/>
              </p:nvSpPr>
              <p:spPr bwMode="auto">
                <a:xfrm>
                  <a:off x="1740" y="2354"/>
                  <a:ext cx="313" cy="95"/>
                </a:xfrm>
                <a:prstGeom prst="ellipse">
                  <a:avLst/>
                </a:prstGeom>
                <a:solidFill>
                  <a:schemeClr val="hlink"/>
                </a:solidFill>
                <a:ln w="12700">
                  <a:solidFill>
                    <a:schemeClr val="tx1"/>
                  </a:solidFill>
                  <a:round/>
                  <a:headEnd/>
                  <a:tailEnd/>
                </a:ln>
              </p:spPr>
              <p:txBody>
                <a:bodyPr wrap="none" anchor="ctr"/>
                <a:lstStyle/>
                <a:p>
                  <a:endParaRPr lang="en-US"/>
                </a:p>
              </p:txBody>
            </p:sp>
            <p:grpSp>
              <p:nvGrpSpPr>
                <p:cNvPr id="137325" name="Group 86"/>
                <p:cNvGrpSpPr>
                  <a:grpSpLocks/>
                </p:cNvGrpSpPr>
                <p:nvPr/>
              </p:nvGrpSpPr>
              <p:grpSpPr bwMode="auto">
                <a:xfrm>
                  <a:off x="1795" y="2272"/>
                  <a:ext cx="212" cy="288"/>
                  <a:chOff x="2951" y="2395"/>
                  <a:chExt cx="213" cy="288"/>
                </a:xfrm>
              </p:grpSpPr>
              <p:sp>
                <p:nvSpPr>
                  <p:cNvPr id="137326" name="Rectangle 87"/>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p>
                </p:txBody>
              </p:sp>
              <p:sp>
                <p:nvSpPr>
                  <p:cNvPr id="137327" name="Text Box 88"/>
                  <p:cNvSpPr txBox="1">
                    <a:spLocks noChangeArrowheads="1"/>
                  </p:cNvSpPr>
                  <p:nvPr/>
                </p:nvSpPr>
                <p:spPr bwMode="auto">
                  <a:xfrm>
                    <a:off x="2951" y="2395"/>
                    <a:ext cx="213" cy="2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a:t>z</a:t>
                    </a:r>
                  </a:p>
                </p:txBody>
              </p:sp>
            </p:grpSp>
          </p:grpSp>
          <p:sp>
            <p:nvSpPr>
              <p:cNvPr id="137308" name="Text Box 89"/>
              <p:cNvSpPr txBox="1">
                <a:spLocks noChangeArrowheads="1"/>
              </p:cNvSpPr>
              <p:nvPr/>
            </p:nvSpPr>
            <p:spPr bwMode="auto">
              <a:xfrm>
                <a:off x="724" y="1397"/>
                <a:ext cx="196"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t>1</a:t>
                </a:r>
                <a:endParaRPr lang="en-US"/>
              </a:p>
            </p:txBody>
          </p:sp>
          <p:sp>
            <p:nvSpPr>
              <p:cNvPr id="137309" name="Text Box 90"/>
              <p:cNvSpPr txBox="1">
                <a:spLocks noChangeArrowheads="1"/>
              </p:cNvSpPr>
              <p:nvPr/>
            </p:nvSpPr>
            <p:spPr bwMode="auto">
              <a:xfrm>
                <a:off x="196" y="1394"/>
                <a:ext cx="196"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t>2</a:t>
                </a:r>
                <a:endParaRPr lang="en-US"/>
              </a:p>
            </p:txBody>
          </p:sp>
          <p:sp>
            <p:nvSpPr>
              <p:cNvPr id="137310" name="Text Box 91"/>
              <p:cNvSpPr txBox="1">
                <a:spLocks noChangeArrowheads="1"/>
              </p:cNvSpPr>
              <p:nvPr/>
            </p:nvSpPr>
            <p:spPr bwMode="auto">
              <a:xfrm>
                <a:off x="481" y="1727"/>
                <a:ext cx="196"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t>7</a:t>
                </a:r>
                <a:endParaRPr lang="en-US"/>
              </a:p>
            </p:txBody>
          </p:sp>
          <p:grpSp>
            <p:nvGrpSpPr>
              <p:cNvPr id="137311" name="Group 92"/>
              <p:cNvGrpSpPr>
                <a:grpSpLocks/>
              </p:cNvGrpSpPr>
              <p:nvPr/>
            </p:nvGrpSpPr>
            <p:grpSpPr bwMode="auto">
              <a:xfrm>
                <a:off x="408" y="1282"/>
                <a:ext cx="316" cy="250"/>
                <a:chOff x="1740" y="2302"/>
                <a:chExt cx="316" cy="250"/>
              </a:xfrm>
            </p:grpSpPr>
            <p:sp>
              <p:nvSpPr>
                <p:cNvPr id="137312" name="Oval 93"/>
                <p:cNvSpPr>
                  <a:spLocks noChangeArrowheads="1"/>
                </p:cNvSpPr>
                <p:nvPr/>
              </p:nvSpPr>
              <p:spPr bwMode="auto">
                <a:xfrm>
                  <a:off x="1743" y="2420"/>
                  <a:ext cx="313" cy="81"/>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37313" name="Line 94"/>
                <p:cNvSpPr>
                  <a:spLocks noChangeShapeType="1"/>
                </p:cNvSpPr>
                <p:nvPr/>
              </p:nvSpPr>
              <p:spPr bwMode="auto">
                <a:xfrm>
                  <a:off x="1743" y="2413"/>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37314" name="Line 95"/>
                <p:cNvSpPr>
                  <a:spLocks noChangeShapeType="1"/>
                </p:cNvSpPr>
                <p:nvPr/>
              </p:nvSpPr>
              <p:spPr bwMode="auto">
                <a:xfrm>
                  <a:off x="2056" y="2413"/>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37315" name="Rectangle 96"/>
                <p:cNvSpPr>
                  <a:spLocks noChangeArrowheads="1"/>
                </p:cNvSpPr>
                <p:nvPr/>
              </p:nvSpPr>
              <p:spPr bwMode="auto">
                <a:xfrm>
                  <a:off x="1743" y="2413"/>
                  <a:ext cx="310" cy="49"/>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sz="2400"/>
                </a:p>
              </p:txBody>
            </p:sp>
            <p:sp>
              <p:nvSpPr>
                <p:cNvPr id="137316" name="Oval 97"/>
                <p:cNvSpPr>
                  <a:spLocks noChangeArrowheads="1"/>
                </p:cNvSpPr>
                <p:nvPr/>
              </p:nvSpPr>
              <p:spPr bwMode="auto">
                <a:xfrm>
                  <a:off x="1740" y="2354"/>
                  <a:ext cx="313" cy="95"/>
                </a:xfrm>
                <a:prstGeom prst="ellipse">
                  <a:avLst/>
                </a:prstGeom>
                <a:solidFill>
                  <a:schemeClr val="hlink"/>
                </a:solidFill>
                <a:ln w="12700">
                  <a:solidFill>
                    <a:schemeClr val="tx1"/>
                  </a:solidFill>
                  <a:round/>
                  <a:headEnd/>
                  <a:tailEnd/>
                </a:ln>
              </p:spPr>
              <p:txBody>
                <a:bodyPr wrap="none" anchor="ctr"/>
                <a:lstStyle/>
                <a:p>
                  <a:endParaRPr lang="en-US"/>
                </a:p>
              </p:txBody>
            </p:sp>
            <p:grpSp>
              <p:nvGrpSpPr>
                <p:cNvPr id="137317" name="Group 98"/>
                <p:cNvGrpSpPr>
                  <a:grpSpLocks/>
                </p:cNvGrpSpPr>
                <p:nvPr/>
              </p:nvGrpSpPr>
              <p:grpSpPr bwMode="auto">
                <a:xfrm>
                  <a:off x="1803" y="2302"/>
                  <a:ext cx="196" cy="250"/>
                  <a:chOff x="2958" y="2425"/>
                  <a:chExt cx="198" cy="250"/>
                </a:xfrm>
              </p:grpSpPr>
              <p:sp>
                <p:nvSpPr>
                  <p:cNvPr id="137318" name="Rectangle 99"/>
                  <p:cNvSpPr>
                    <a:spLocks noChangeArrowheads="1"/>
                  </p:cNvSpPr>
                  <p:nvPr/>
                </p:nvSpPr>
                <p:spPr bwMode="auto">
                  <a:xfrm>
                    <a:off x="2982" y="2490"/>
                    <a:ext cx="142" cy="132"/>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p>
                </p:txBody>
              </p:sp>
              <p:sp>
                <p:nvSpPr>
                  <p:cNvPr id="137319" name="Text Box 100"/>
                  <p:cNvSpPr txBox="1">
                    <a:spLocks noChangeArrowheads="1"/>
                  </p:cNvSpPr>
                  <p:nvPr/>
                </p:nvSpPr>
                <p:spPr bwMode="auto">
                  <a:xfrm>
                    <a:off x="2958" y="2425"/>
                    <a:ext cx="198" cy="2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2000"/>
                      <a:t>y</a:t>
                    </a:r>
                    <a:endParaRPr lang="en-US"/>
                  </a:p>
                </p:txBody>
              </p:sp>
            </p:grpSp>
          </p:grpSp>
        </p:grpSp>
      </p:grpSp>
      <p:sp>
        <p:nvSpPr>
          <p:cNvPr id="137281" name="Text Box 101"/>
          <p:cNvSpPr txBox="1">
            <a:spLocks noChangeArrowheads="1"/>
          </p:cNvSpPr>
          <p:nvPr/>
        </p:nvSpPr>
        <p:spPr bwMode="auto">
          <a:xfrm>
            <a:off x="263525" y="1104900"/>
            <a:ext cx="920750" cy="558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eaLnBrk="1" hangingPunct="1">
              <a:lnSpc>
                <a:spcPct val="85000"/>
              </a:lnSpc>
            </a:pPr>
            <a:r>
              <a:rPr lang="en-US" sz="1800" b="1">
                <a:solidFill>
                  <a:srgbClr val="CC0000"/>
                </a:solidFill>
              </a:rPr>
              <a:t>node x</a:t>
            </a:r>
          </a:p>
          <a:p>
            <a:pPr algn="r" eaLnBrk="1" hangingPunct="1">
              <a:lnSpc>
                <a:spcPct val="85000"/>
              </a:lnSpc>
            </a:pPr>
            <a:r>
              <a:rPr lang="en-US" sz="1800" b="1">
                <a:solidFill>
                  <a:srgbClr val="CC0000"/>
                </a:solidFill>
              </a:rPr>
              <a:t>table</a:t>
            </a:r>
          </a:p>
        </p:txBody>
      </p:sp>
      <p:sp>
        <p:nvSpPr>
          <p:cNvPr id="137282" name="Oval 104"/>
          <p:cNvSpPr>
            <a:spLocks noChangeArrowheads="1"/>
          </p:cNvSpPr>
          <p:nvPr/>
        </p:nvSpPr>
        <p:spPr bwMode="auto">
          <a:xfrm>
            <a:off x="1219200" y="1676400"/>
            <a:ext cx="1066800" cy="381000"/>
          </a:xfrm>
          <a:prstGeom prst="ellipse">
            <a:avLst/>
          </a:prstGeom>
          <a:noFill/>
          <a:ln w="9525">
            <a:solidFill>
              <a:srgbClr val="FF0000"/>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sp>
        <p:nvSpPr>
          <p:cNvPr id="137283" name="Oval 105"/>
          <p:cNvSpPr>
            <a:spLocks noChangeArrowheads="1"/>
          </p:cNvSpPr>
          <p:nvPr/>
        </p:nvSpPr>
        <p:spPr bwMode="auto">
          <a:xfrm>
            <a:off x="1219200" y="3733800"/>
            <a:ext cx="1066800" cy="381000"/>
          </a:xfrm>
          <a:prstGeom prst="ellipse">
            <a:avLst/>
          </a:prstGeom>
          <a:noFill/>
          <a:ln w="9525">
            <a:solidFill>
              <a:srgbClr val="FF0000"/>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sp>
        <p:nvSpPr>
          <p:cNvPr id="137284" name="Oval 106"/>
          <p:cNvSpPr>
            <a:spLocks noChangeArrowheads="1"/>
          </p:cNvSpPr>
          <p:nvPr/>
        </p:nvSpPr>
        <p:spPr bwMode="auto">
          <a:xfrm>
            <a:off x="1219200" y="5943600"/>
            <a:ext cx="1066800" cy="381000"/>
          </a:xfrm>
          <a:prstGeom prst="ellipse">
            <a:avLst/>
          </a:prstGeom>
          <a:noFill/>
          <a:ln w="9525">
            <a:solidFill>
              <a:srgbClr val="FF0000"/>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sp>
        <p:nvSpPr>
          <p:cNvPr id="137285" name="Oval 107"/>
          <p:cNvSpPr>
            <a:spLocks noChangeArrowheads="1"/>
          </p:cNvSpPr>
          <p:nvPr/>
        </p:nvSpPr>
        <p:spPr bwMode="auto">
          <a:xfrm>
            <a:off x="3297238" y="1676400"/>
            <a:ext cx="1066800" cy="381000"/>
          </a:xfrm>
          <a:prstGeom prst="ellipse">
            <a:avLst/>
          </a:prstGeom>
          <a:noFill/>
          <a:ln w="9525">
            <a:solidFill>
              <a:srgbClr val="FF0000"/>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sp>
        <p:nvSpPr>
          <p:cNvPr id="728172" name="Rectangle 108"/>
          <p:cNvSpPr>
            <a:spLocks noChangeArrowheads="1"/>
          </p:cNvSpPr>
          <p:nvPr/>
        </p:nvSpPr>
        <p:spPr bwMode="auto">
          <a:xfrm>
            <a:off x="1590675" y="187325"/>
            <a:ext cx="4318000" cy="6413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nchor="ctr">
            <a:spAutoFit/>
          </a:bodyPr>
          <a:lstStyle/>
          <a:p>
            <a:pPr algn="just"/>
            <a:r>
              <a:rPr lang="fr-FR">
                <a:solidFill>
                  <a:srgbClr val="000000"/>
                </a:solidFill>
                <a:cs typeface="Times New Roman" charset="0"/>
              </a:rPr>
              <a:t>D</a:t>
            </a:r>
            <a:r>
              <a:rPr lang="fr-FR" baseline="-25000">
                <a:solidFill>
                  <a:srgbClr val="000000"/>
                </a:solidFill>
                <a:cs typeface="Times New Roman" charset="0"/>
              </a:rPr>
              <a:t>x</a:t>
            </a:r>
            <a:r>
              <a:rPr lang="fr-FR">
                <a:solidFill>
                  <a:srgbClr val="000000"/>
                </a:solidFill>
                <a:cs typeface="Times New Roman" charset="0"/>
              </a:rPr>
              <a:t>(y) = min{c(x,y) + D</a:t>
            </a:r>
            <a:r>
              <a:rPr lang="fr-FR" baseline="-25000">
                <a:solidFill>
                  <a:srgbClr val="000000"/>
                </a:solidFill>
                <a:cs typeface="Times New Roman" charset="0"/>
              </a:rPr>
              <a:t>y</a:t>
            </a:r>
            <a:r>
              <a:rPr lang="fr-FR">
                <a:solidFill>
                  <a:srgbClr val="000000"/>
                </a:solidFill>
                <a:cs typeface="Times New Roman" charset="0"/>
              </a:rPr>
              <a:t>(y), c(x,z) + D</a:t>
            </a:r>
            <a:r>
              <a:rPr lang="fr-FR" baseline="-25000">
                <a:solidFill>
                  <a:srgbClr val="000000"/>
                </a:solidFill>
                <a:cs typeface="Times New Roman" charset="0"/>
              </a:rPr>
              <a:t>z</a:t>
            </a:r>
            <a:r>
              <a:rPr lang="fr-FR">
                <a:solidFill>
                  <a:srgbClr val="000000"/>
                </a:solidFill>
                <a:cs typeface="Times New Roman" charset="0"/>
              </a:rPr>
              <a:t>(y)} </a:t>
            </a:r>
            <a:br>
              <a:rPr lang="fr-FR">
                <a:solidFill>
                  <a:srgbClr val="000000"/>
                </a:solidFill>
                <a:cs typeface="Times New Roman" charset="0"/>
              </a:rPr>
            </a:br>
            <a:r>
              <a:rPr lang="fr-FR">
                <a:solidFill>
                  <a:srgbClr val="000000"/>
                </a:solidFill>
                <a:cs typeface="Times New Roman" charset="0"/>
              </a:rPr>
              <a:t>             = min{2+0 , 7+1} = 2</a:t>
            </a:r>
          </a:p>
        </p:txBody>
      </p:sp>
      <p:sp>
        <p:nvSpPr>
          <p:cNvPr id="728173" name="Line 109"/>
          <p:cNvSpPr>
            <a:spLocks noChangeShapeType="1"/>
          </p:cNvSpPr>
          <p:nvPr/>
        </p:nvSpPr>
        <p:spPr bwMode="auto">
          <a:xfrm flipH="1">
            <a:off x="3760788" y="809625"/>
            <a:ext cx="809625" cy="966788"/>
          </a:xfrm>
          <a:prstGeom prst="line">
            <a:avLst/>
          </a:prstGeom>
          <a:noFill/>
          <a:ln w="12700">
            <a:solidFill>
              <a:schemeClr val="accent2"/>
            </a:solidFill>
            <a:round/>
            <a:headEnd/>
            <a:tailEnd type="triangle" w="med" len="med"/>
          </a:ln>
          <a:extLst>
            <a:ext uri="{909E8E84-426E-40dd-AFC4-6F175D3DCCD1}">
              <a14:hiddenFill xmlns:a14="http://schemas.microsoft.com/office/drawing/2010/main" xmlns="">
                <a:noFill/>
              </a14:hiddenFill>
            </a:ext>
          </a:extLst>
        </p:spPr>
        <p:txBody>
          <a:bodyPr wrap="none"/>
          <a:lstStyle/>
          <a:p>
            <a:endParaRPr lang="en-US"/>
          </a:p>
        </p:txBody>
      </p:sp>
      <p:sp>
        <p:nvSpPr>
          <p:cNvPr id="728174" name="Rectangle 110"/>
          <p:cNvSpPr>
            <a:spLocks noChangeArrowheads="1"/>
          </p:cNvSpPr>
          <p:nvPr/>
        </p:nvSpPr>
        <p:spPr bwMode="auto">
          <a:xfrm>
            <a:off x="6384925" y="28575"/>
            <a:ext cx="2667000" cy="10826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nchor="ctr">
            <a:spAutoFit/>
          </a:bodyPr>
          <a:lstStyle/>
          <a:p>
            <a:pPr algn="just">
              <a:lnSpc>
                <a:spcPct val="120000"/>
              </a:lnSpc>
            </a:pPr>
            <a:r>
              <a:rPr lang="fr-FR" i="1"/>
              <a:t>D</a:t>
            </a:r>
            <a:r>
              <a:rPr lang="fr-FR" i="1" baseline="-25000"/>
              <a:t>x</a:t>
            </a:r>
            <a:r>
              <a:rPr lang="fr-FR" i="1"/>
              <a:t>(z) = </a:t>
            </a:r>
            <a:r>
              <a:rPr lang="fr-FR"/>
              <a:t>min{</a:t>
            </a:r>
            <a:r>
              <a:rPr lang="fr-FR" i="1"/>
              <a:t>c(x,y) + </a:t>
            </a:r>
            <a:br>
              <a:rPr lang="fr-FR" i="1"/>
            </a:br>
            <a:r>
              <a:rPr lang="fr-FR" i="1"/>
              <a:t>      D</a:t>
            </a:r>
            <a:r>
              <a:rPr lang="fr-FR" i="1" baseline="-25000"/>
              <a:t>y</a:t>
            </a:r>
            <a:r>
              <a:rPr lang="fr-FR" i="1"/>
              <a:t>(z), c(x,z) + D</a:t>
            </a:r>
            <a:r>
              <a:rPr lang="fr-FR" i="1" baseline="-25000"/>
              <a:t>z</a:t>
            </a:r>
            <a:r>
              <a:rPr lang="fr-FR" i="1"/>
              <a:t>(z)</a:t>
            </a:r>
            <a:r>
              <a:rPr lang="fr-FR"/>
              <a:t>} </a:t>
            </a:r>
          </a:p>
          <a:p>
            <a:pPr algn="just">
              <a:lnSpc>
                <a:spcPct val="120000"/>
              </a:lnSpc>
            </a:pPr>
            <a:r>
              <a:rPr lang="fr-FR"/>
              <a:t>= min{2+1 , 7+0} = 3</a:t>
            </a:r>
          </a:p>
        </p:txBody>
      </p:sp>
      <p:sp>
        <p:nvSpPr>
          <p:cNvPr id="728175" name="Line 111"/>
          <p:cNvSpPr>
            <a:spLocks noChangeShapeType="1"/>
          </p:cNvSpPr>
          <p:nvPr/>
        </p:nvSpPr>
        <p:spPr bwMode="auto">
          <a:xfrm flipH="1">
            <a:off x="4179888" y="482600"/>
            <a:ext cx="2586037" cy="1333500"/>
          </a:xfrm>
          <a:prstGeom prst="line">
            <a:avLst/>
          </a:prstGeom>
          <a:noFill/>
          <a:ln w="9525">
            <a:solidFill>
              <a:schemeClr val="accent2"/>
            </a:solidFill>
            <a:round/>
            <a:headEnd/>
            <a:tailEnd type="triangle" w="med" len="med"/>
          </a:ln>
          <a:extLst>
            <a:ext uri="{909E8E84-426E-40dd-AFC4-6F175D3DCCD1}">
              <a14:hiddenFill xmlns:a14="http://schemas.microsoft.com/office/drawing/2010/main" xmlns="">
                <a:noFill/>
              </a14:hiddenFill>
            </a:ext>
          </a:extLst>
        </p:spPr>
        <p:txBody>
          <a:bodyPr wrap="none"/>
          <a:lstStyle/>
          <a:p>
            <a:endParaRPr lang="en-US"/>
          </a:p>
        </p:txBody>
      </p:sp>
      <p:sp>
        <p:nvSpPr>
          <p:cNvPr id="728176" name="Text Box 112"/>
          <p:cNvSpPr txBox="1">
            <a:spLocks noChangeArrowheads="1"/>
          </p:cNvSpPr>
          <p:nvPr/>
        </p:nvSpPr>
        <p:spPr bwMode="auto">
          <a:xfrm>
            <a:off x="3922713" y="1674813"/>
            <a:ext cx="3111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3</a:t>
            </a:r>
          </a:p>
        </p:txBody>
      </p:sp>
      <p:sp>
        <p:nvSpPr>
          <p:cNvPr id="728177" name="Text Box 113"/>
          <p:cNvSpPr txBox="1">
            <a:spLocks noChangeArrowheads="1"/>
          </p:cNvSpPr>
          <p:nvPr/>
        </p:nvSpPr>
        <p:spPr bwMode="auto">
          <a:xfrm>
            <a:off x="3579813" y="1679575"/>
            <a:ext cx="342900" cy="3667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2 </a:t>
            </a:r>
          </a:p>
        </p:txBody>
      </p:sp>
      <p:sp>
        <p:nvSpPr>
          <p:cNvPr id="137292" name="Text Box 114"/>
          <p:cNvSpPr txBox="1">
            <a:spLocks noChangeArrowheads="1"/>
          </p:cNvSpPr>
          <p:nvPr/>
        </p:nvSpPr>
        <p:spPr bwMode="auto">
          <a:xfrm>
            <a:off x="292100" y="2851150"/>
            <a:ext cx="920750" cy="558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eaLnBrk="1" hangingPunct="1">
              <a:lnSpc>
                <a:spcPct val="85000"/>
              </a:lnSpc>
            </a:pPr>
            <a:r>
              <a:rPr lang="en-US" sz="1800" b="1">
                <a:solidFill>
                  <a:srgbClr val="CC0000"/>
                </a:solidFill>
              </a:rPr>
              <a:t>node y</a:t>
            </a:r>
          </a:p>
          <a:p>
            <a:pPr algn="r" eaLnBrk="1" hangingPunct="1">
              <a:lnSpc>
                <a:spcPct val="85000"/>
              </a:lnSpc>
            </a:pPr>
            <a:r>
              <a:rPr lang="en-US" sz="1800" b="1">
                <a:solidFill>
                  <a:srgbClr val="CC0000"/>
                </a:solidFill>
              </a:rPr>
              <a:t>table</a:t>
            </a:r>
          </a:p>
        </p:txBody>
      </p:sp>
      <p:sp>
        <p:nvSpPr>
          <p:cNvPr id="137293" name="Text Box 115"/>
          <p:cNvSpPr txBox="1">
            <a:spLocks noChangeArrowheads="1"/>
          </p:cNvSpPr>
          <p:nvPr/>
        </p:nvSpPr>
        <p:spPr bwMode="auto">
          <a:xfrm>
            <a:off x="311150" y="4699000"/>
            <a:ext cx="908050" cy="558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eaLnBrk="1" hangingPunct="1">
              <a:lnSpc>
                <a:spcPct val="85000"/>
              </a:lnSpc>
            </a:pPr>
            <a:r>
              <a:rPr lang="en-US" sz="1800" b="1">
                <a:solidFill>
                  <a:srgbClr val="CC0000"/>
                </a:solidFill>
              </a:rPr>
              <a:t>node z</a:t>
            </a:r>
          </a:p>
          <a:p>
            <a:pPr algn="r" eaLnBrk="1" hangingPunct="1">
              <a:lnSpc>
                <a:spcPct val="85000"/>
              </a:lnSpc>
            </a:pPr>
            <a:r>
              <a:rPr lang="en-US" sz="1800" b="1">
                <a:solidFill>
                  <a:srgbClr val="CC0000"/>
                </a:solidFill>
              </a:rPr>
              <a:t>table</a:t>
            </a:r>
          </a:p>
        </p:txBody>
      </p:sp>
      <p:sp>
        <p:nvSpPr>
          <p:cNvPr id="137294" name="Text Box 117"/>
          <p:cNvSpPr txBox="1">
            <a:spLocks noChangeArrowheads="1"/>
          </p:cNvSpPr>
          <p:nvPr/>
        </p:nvSpPr>
        <p:spPr bwMode="auto">
          <a:xfrm>
            <a:off x="3413125" y="1143000"/>
            <a:ext cx="706438" cy="30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400" i="1"/>
              <a:t>cost to</a:t>
            </a:r>
          </a:p>
        </p:txBody>
      </p:sp>
      <p:sp>
        <p:nvSpPr>
          <p:cNvPr id="137295" name="Text Box 118"/>
          <p:cNvSpPr txBox="1">
            <a:spLocks noChangeArrowheads="1"/>
          </p:cNvSpPr>
          <p:nvPr/>
        </p:nvSpPr>
        <p:spPr bwMode="auto">
          <a:xfrm rot="-5400000">
            <a:off x="561182" y="2067719"/>
            <a:ext cx="538162" cy="30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400" i="1"/>
              <a:t>from</a:t>
            </a:r>
          </a:p>
        </p:txBody>
      </p:sp>
      <p:sp>
        <p:nvSpPr>
          <p:cNvPr id="115" name="Slide Number Placeholder 5"/>
          <p:cNvSpPr>
            <a:spLocks noGrp="1"/>
          </p:cNvSpPr>
          <p:nvPr>
            <p:ph type="sldNum" sz="quarter" idx="12"/>
          </p:nvPr>
        </p:nvSpPr>
        <p:spPr>
          <a:xfrm>
            <a:off x="8456154" y="6475895"/>
            <a:ext cx="548655" cy="272319"/>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200" dirty="0">
                <a:latin typeface="Tahoma" charset="0"/>
              </a:rPr>
              <a:t>5-</a:t>
            </a:r>
            <a:fld id="{8E8C6E93-DF5B-BC4B-80F9-500DED1EEDCC}" type="slidenum">
              <a:rPr lang="en-US" sz="1200">
                <a:latin typeface="Tahoma" charset="0"/>
              </a:rPr>
              <a:pPr/>
              <a:t>56</a:t>
            </a:fld>
            <a:endParaRPr lang="en-US" sz="1200" dirty="0">
              <a:latin typeface="Tahoma" charset="0"/>
            </a:endParaRPr>
          </a:p>
        </p:txBody>
      </p:sp>
      <p:sp>
        <p:nvSpPr>
          <p:cNvPr id="116" name="Footer Placeholder 2"/>
          <p:cNvSpPr>
            <a:spLocks noGrp="1"/>
          </p:cNvSpPr>
          <p:nvPr>
            <p:ph type="ftr" sz="quarter" idx="11"/>
          </p:nvPr>
        </p:nvSpPr>
        <p:spPr>
          <a:xfrm>
            <a:off x="6375496" y="6475081"/>
            <a:ext cx="2177473" cy="241541"/>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200" dirty="0">
                <a:solidFill>
                  <a:srgbClr val="000000"/>
                </a:solidFill>
                <a:latin typeface="Tahoma" charset="0"/>
                <a:cs typeface="Arial" charset="0"/>
              </a:rPr>
              <a:t>Network Layer: Control Plane</a:t>
            </a:r>
          </a:p>
        </p:txBody>
      </p:sp>
    </p:spTree>
    <p:extLst>
      <p:ext uri="{BB962C8B-B14F-4D97-AF65-F5344CB8AC3E}">
        <p14:creationId xmlns:p14="http://schemas.microsoft.com/office/powerpoint/2010/main" val="297087479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28172"/>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728173"/>
                                        </p:tgtEl>
                                        <p:attrNameLst>
                                          <p:attrName>style.visibility</p:attrName>
                                        </p:attrNameLst>
                                      </p:cBhvr>
                                      <p:to>
                                        <p:strVal val="visible"/>
                                      </p:to>
                                    </p:set>
                                  </p:childTnLst>
                                </p:cTn>
                              </p:par>
                            </p:childTnLst>
                          </p:cTn>
                        </p:par>
                      </p:childTnLst>
                    </p:cTn>
                  </p:par>
                  <p:par>
                    <p:cTn id="9" fill="hold" nodeType="clickPar">
                      <p:stCondLst>
                        <p:cond delay="indefinite"/>
                      </p:stCondLst>
                      <p:childTnLst>
                        <p:par>
                          <p:cTn id="10" fill="hold" nodeType="withGroup">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728177"/>
                                        </p:tgtEl>
                                        <p:attrNameLst>
                                          <p:attrName>style.visibility</p:attrName>
                                        </p:attrNameLst>
                                      </p:cBhvr>
                                      <p:to>
                                        <p:strVal val="visible"/>
                                      </p:to>
                                    </p:set>
                                  </p:childTnLst>
                                </p:cTn>
                              </p:par>
                            </p:childTnLst>
                          </p:cTn>
                        </p:par>
                      </p:childTnLst>
                    </p:cTn>
                  </p:par>
                  <p:par>
                    <p:cTn id="13" fill="hold" nodeType="clickPar">
                      <p:stCondLst>
                        <p:cond delay="indefinite"/>
                      </p:stCondLst>
                      <p:childTnLst>
                        <p:par>
                          <p:cTn id="14" fill="hold" nodeType="withGroup">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728174"/>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728175"/>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72817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28172" grpId="0"/>
      <p:bldP spid="728173" grpId="0" animBg="1"/>
      <p:bldP spid="728174" grpId="0"/>
      <p:bldP spid="728175" grpId="0" animBg="1"/>
      <p:bldP spid="728176" grpId="0"/>
      <p:bldP spid="728177" grpId="0"/>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8243" name="Line 20"/>
          <p:cNvSpPr>
            <a:spLocks noChangeShapeType="1"/>
          </p:cNvSpPr>
          <p:nvPr/>
        </p:nvSpPr>
        <p:spPr bwMode="auto">
          <a:xfrm>
            <a:off x="5486400" y="1524000"/>
            <a:ext cx="0" cy="1219200"/>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wrap="none"/>
          <a:lstStyle/>
          <a:p>
            <a:endParaRPr lang="en-US"/>
          </a:p>
        </p:txBody>
      </p:sp>
      <p:sp>
        <p:nvSpPr>
          <p:cNvPr id="138244" name="Line 21"/>
          <p:cNvSpPr>
            <a:spLocks noChangeShapeType="1"/>
          </p:cNvSpPr>
          <p:nvPr/>
        </p:nvSpPr>
        <p:spPr bwMode="auto">
          <a:xfrm>
            <a:off x="5181600" y="1752600"/>
            <a:ext cx="1371600" cy="0"/>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wrap="none"/>
          <a:lstStyle/>
          <a:p>
            <a:endParaRPr lang="en-US"/>
          </a:p>
        </p:txBody>
      </p:sp>
      <p:sp>
        <p:nvSpPr>
          <p:cNvPr id="138245" name="Text Box 22"/>
          <p:cNvSpPr txBox="1">
            <a:spLocks noChangeArrowheads="1"/>
          </p:cNvSpPr>
          <p:nvPr/>
        </p:nvSpPr>
        <p:spPr bwMode="auto">
          <a:xfrm>
            <a:off x="5486400" y="1366838"/>
            <a:ext cx="9080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x   y   z</a:t>
            </a:r>
          </a:p>
        </p:txBody>
      </p:sp>
      <p:sp>
        <p:nvSpPr>
          <p:cNvPr id="138246" name="Text Box 23"/>
          <p:cNvSpPr txBox="1">
            <a:spLocks noChangeArrowheads="1"/>
          </p:cNvSpPr>
          <p:nvPr/>
        </p:nvSpPr>
        <p:spPr bwMode="auto">
          <a:xfrm>
            <a:off x="5181600" y="1747838"/>
            <a:ext cx="2984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x</a:t>
            </a:r>
          </a:p>
        </p:txBody>
      </p:sp>
      <p:sp>
        <p:nvSpPr>
          <p:cNvPr id="138247" name="Text Box 24"/>
          <p:cNvSpPr txBox="1">
            <a:spLocks noChangeArrowheads="1"/>
          </p:cNvSpPr>
          <p:nvPr/>
        </p:nvSpPr>
        <p:spPr bwMode="auto">
          <a:xfrm>
            <a:off x="5181600" y="2052638"/>
            <a:ext cx="2984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y</a:t>
            </a:r>
          </a:p>
        </p:txBody>
      </p:sp>
      <p:sp>
        <p:nvSpPr>
          <p:cNvPr id="138248" name="Text Box 25"/>
          <p:cNvSpPr txBox="1">
            <a:spLocks noChangeArrowheads="1"/>
          </p:cNvSpPr>
          <p:nvPr/>
        </p:nvSpPr>
        <p:spPr bwMode="auto">
          <a:xfrm>
            <a:off x="5181600" y="2357438"/>
            <a:ext cx="2984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z</a:t>
            </a:r>
          </a:p>
        </p:txBody>
      </p:sp>
      <p:sp>
        <p:nvSpPr>
          <p:cNvPr id="138249" name="Text Box 26"/>
          <p:cNvSpPr txBox="1">
            <a:spLocks noChangeArrowheads="1"/>
          </p:cNvSpPr>
          <p:nvPr/>
        </p:nvSpPr>
        <p:spPr bwMode="auto">
          <a:xfrm>
            <a:off x="5486400" y="1747838"/>
            <a:ext cx="8826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0  2   3</a:t>
            </a:r>
          </a:p>
        </p:txBody>
      </p:sp>
      <p:sp>
        <p:nvSpPr>
          <p:cNvPr id="138250" name="Text Box 27"/>
          <p:cNvSpPr txBox="1">
            <a:spLocks noChangeArrowheads="1"/>
          </p:cNvSpPr>
          <p:nvPr/>
        </p:nvSpPr>
        <p:spPr bwMode="auto">
          <a:xfrm rot="-5400000">
            <a:off x="4820443" y="2167732"/>
            <a:ext cx="538163" cy="30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400" i="1"/>
              <a:t>from</a:t>
            </a:r>
          </a:p>
        </p:txBody>
      </p:sp>
      <p:sp>
        <p:nvSpPr>
          <p:cNvPr id="138251" name="Text Box 28"/>
          <p:cNvSpPr txBox="1">
            <a:spLocks noChangeArrowheads="1"/>
          </p:cNvSpPr>
          <p:nvPr/>
        </p:nvSpPr>
        <p:spPr bwMode="auto">
          <a:xfrm>
            <a:off x="5608638" y="1223963"/>
            <a:ext cx="706437" cy="30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400" i="1"/>
              <a:t>cost to</a:t>
            </a:r>
          </a:p>
        </p:txBody>
      </p:sp>
      <p:sp>
        <p:nvSpPr>
          <p:cNvPr id="138252" name="Line 50"/>
          <p:cNvSpPr>
            <a:spLocks noChangeShapeType="1"/>
          </p:cNvSpPr>
          <p:nvPr/>
        </p:nvSpPr>
        <p:spPr bwMode="auto">
          <a:xfrm>
            <a:off x="3276600" y="3200400"/>
            <a:ext cx="0" cy="1219200"/>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wrap="none"/>
          <a:lstStyle/>
          <a:p>
            <a:endParaRPr lang="en-US"/>
          </a:p>
        </p:txBody>
      </p:sp>
      <p:sp>
        <p:nvSpPr>
          <p:cNvPr id="138253" name="Line 51"/>
          <p:cNvSpPr>
            <a:spLocks noChangeShapeType="1"/>
          </p:cNvSpPr>
          <p:nvPr/>
        </p:nvSpPr>
        <p:spPr bwMode="auto">
          <a:xfrm>
            <a:off x="2971800" y="3429000"/>
            <a:ext cx="1371600" cy="0"/>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wrap="none"/>
          <a:lstStyle/>
          <a:p>
            <a:endParaRPr lang="en-US"/>
          </a:p>
        </p:txBody>
      </p:sp>
      <p:sp>
        <p:nvSpPr>
          <p:cNvPr id="138254" name="Text Box 52"/>
          <p:cNvSpPr txBox="1">
            <a:spLocks noChangeArrowheads="1"/>
          </p:cNvSpPr>
          <p:nvPr/>
        </p:nvSpPr>
        <p:spPr bwMode="auto">
          <a:xfrm>
            <a:off x="3276600" y="3043238"/>
            <a:ext cx="9080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x   y   z</a:t>
            </a:r>
          </a:p>
        </p:txBody>
      </p:sp>
      <p:sp>
        <p:nvSpPr>
          <p:cNvPr id="138255" name="Text Box 53"/>
          <p:cNvSpPr txBox="1">
            <a:spLocks noChangeArrowheads="1"/>
          </p:cNvSpPr>
          <p:nvPr/>
        </p:nvSpPr>
        <p:spPr bwMode="auto">
          <a:xfrm>
            <a:off x="2971800" y="3424238"/>
            <a:ext cx="2984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x</a:t>
            </a:r>
          </a:p>
        </p:txBody>
      </p:sp>
      <p:sp>
        <p:nvSpPr>
          <p:cNvPr id="138256" name="Text Box 54"/>
          <p:cNvSpPr txBox="1">
            <a:spLocks noChangeArrowheads="1"/>
          </p:cNvSpPr>
          <p:nvPr/>
        </p:nvSpPr>
        <p:spPr bwMode="auto">
          <a:xfrm>
            <a:off x="2971800" y="3729038"/>
            <a:ext cx="2984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y</a:t>
            </a:r>
          </a:p>
        </p:txBody>
      </p:sp>
      <p:sp>
        <p:nvSpPr>
          <p:cNvPr id="138257" name="Text Box 55"/>
          <p:cNvSpPr txBox="1">
            <a:spLocks noChangeArrowheads="1"/>
          </p:cNvSpPr>
          <p:nvPr/>
        </p:nvSpPr>
        <p:spPr bwMode="auto">
          <a:xfrm>
            <a:off x="2971800" y="4033838"/>
            <a:ext cx="2984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z</a:t>
            </a:r>
          </a:p>
        </p:txBody>
      </p:sp>
      <p:sp>
        <p:nvSpPr>
          <p:cNvPr id="138258" name="Text Box 56"/>
          <p:cNvSpPr txBox="1">
            <a:spLocks noChangeArrowheads="1"/>
          </p:cNvSpPr>
          <p:nvPr/>
        </p:nvSpPr>
        <p:spPr bwMode="auto">
          <a:xfrm>
            <a:off x="3276600" y="3424238"/>
            <a:ext cx="8826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0  2   7</a:t>
            </a:r>
          </a:p>
        </p:txBody>
      </p:sp>
      <p:sp>
        <p:nvSpPr>
          <p:cNvPr id="138259" name="Text Box 57"/>
          <p:cNvSpPr txBox="1">
            <a:spLocks noChangeArrowheads="1"/>
          </p:cNvSpPr>
          <p:nvPr/>
        </p:nvSpPr>
        <p:spPr bwMode="auto">
          <a:xfrm rot="-5400000">
            <a:off x="2643981" y="3821907"/>
            <a:ext cx="538163" cy="30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400" i="1"/>
              <a:t>from</a:t>
            </a:r>
          </a:p>
        </p:txBody>
      </p:sp>
      <p:sp>
        <p:nvSpPr>
          <p:cNvPr id="138260" name="Text Box 58"/>
          <p:cNvSpPr txBox="1">
            <a:spLocks noChangeArrowheads="1"/>
          </p:cNvSpPr>
          <p:nvPr/>
        </p:nvSpPr>
        <p:spPr bwMode="auto">
          <a:xfrm>
            <a:off x="3421063" y="2900363"/>
            <a:ext cx="706437" cy="30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400" i="1"/>
              <a:t>cost to</a:t>
            </a:r>
          </a:p>
        </p:txBody>
      </p:sp>
      <p:sp>
        <p:nvSpPr>
          <p:cNvPr id="138261" name="Line 59"/>
          <p:cNvSpPr>
            <a:spLocks noChangeShapeType="1"/>
          </p:cNvSpPr>
          <p:nvPr/>
        </p:nvSpPr>
        <p:spPr bwMode="auto">
          <a:xfrm>
            <a:off x="5486400" y="3276600"/>
            <a:ext cx="0" cy="1219200"/>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wrap="none"/>
          <a:lstStyle/>
          <a:p>
            <a:endParaRPr lang="en-US"/>
          </a:p>
        </p:txBody>
      </p:sp>
      <p:sp>
        <p:nvSpPr>
          <p:cNvPr id="138262" name="Line 60"/>
          <p:cNvSpPr>
            <a:spLocks noChangeShapeType="1"/>
          </p:cNvSpPr>
          <p:nvPr/>
        </p:nvSpPr>
        <p:spPr bwMode="auto">
          <a:xfrm>
            <a:off x="5181600" y="3505200"/>
            <a:ext cx="1371600" cy="0"/>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wrap="none"/>
          <a:lstStyle/>
          <a:p>
            <a:endParaRPr lang="en-US"/>
          </a:p>
        </p:txBody>
      </p:sp>
      <p:sp>
        <p:nvSpPr>
          <p:cNvPr id="138263" name="Text Box 61"/>
          <p:cNvSpPr txBox="1">
            <a:spLocks noChangeArrowheads="1"/>
          </p:cNvSpPr>
          <p:nvPr/>
        </p:nvSpPr>
        <p:spPr bwMode="auto">
          <a:xfrm>
            <a:off x="5486400" y="3119438"/>
            <a:ext cx="9080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x   y   z</a:t>
            </a:r>
          </a:p>
        </p:txBody>
      </p:sp>
      <p:sp>
        <p:nvSpPr>
          <p:cNvPr id="138264" name="Text Box 62"/>
          <p:cNvSpPr txBox="1">
            <a:spLocks noChangeArrowheads="1"/>
          </p:cNvSpPr>
          <p:nvPr/>
        </p:nvSpPr>
        <p:spPr bwMode="auto">
          <a:xfrm>
            <a:off x="5181600" y="3500438"/>
            <a:ext cx="2984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x</a:t>
            </a:r>
          </a:p>
        </p:txBody>
      </p:sp>
      <p:sp>
        <p:nvSpPr>
          <p:cNvPr id="138265" name="Text Box 63"/>
          <p:cNvSpPr txBox="1">
            <a:spLocks noChangeArrowheads="1"/>
          </p:cNvSpPr>
          <p:nvPr/>
        </p:nvSpPr>
        <p:spPr bwMode="auto">
          <a:xfrm>
            <a:off x="5181600" y="3805238"/>
            <a:ext cx="2984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y</a:t>
            </a:r>
          </a:p>
        </p:txBody>
      </p:sp>
      <p:sp>
        <p:nvSpPr>
          <p:cNvPr id="138266" name="Text Box 64"/>
          <p:cNvSpPr txBox="1">
            <a:spLocks noChangeArrowheads="1"/>
          </p:cNvSpPr>
          <p:nvPr/>
        </p:nvSpPr>
        <p:spPr bwMode="auto">
          <a:xfrm>
            <a:off x="5181600" y="4110038"/>
            <a:ext cx="2984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z</a:t>
            </a:r>
          </a:p>
        </p:txBody>
      </p:sp>
      <p:sp>
        <p:nvSpPr>
          <p:cNvPr id="138267" name="Text Box 65"/>
          <p:cNvSpPr txBox="1">
            <a:spLocks noChangeArrowheads="1"/>
          </p:cNvSpPr>
          <p:nvPr/>
        </p:nvSpPr>
        <p:spPr bwMode="auto">
          <a:xfrm>
            <a:off x="5486400" y="3500438"/>
            <a:ext cx="8826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0  2   3</a:t>
            </a:r>
          </a:p>
        </p:txBody>
      </p:sp>
      <p:sp>
        <p:nvSpPr>
          <p:cNvPr id="138268" name="Text Box 66"/>
          <p:cNvSpPr txBox="1">
            <a:spLocks noChangeArrowheads="1"/>
          </p:cNvSpPr>
          <p:nvPr/>
        </p:nvSpPr>
        <p:spPr bwMode="auto">
          <a:xfrm rot="-5400000">
            <a:off x="4820443" y="3898107"/>
            <a:ext cx="538163" cy="30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400" i="1"/>
              <a:t>from</a:t>
            </a:r>
          </a:p>
        </p:txBody>
      </p:sp>
      <p:sp>
        <p:nvSpPr>
          <p:cNvPr id="138269" name="Text Box 67"/>
          <p:cNvSpPr txBox="1">
            <a:spLocks noChangeArrowheads="1"/>
          </p:cNvSpPr>
          <p:nvPr/>
        </p:nvSpPr>
        <p:spPr bwMode="auto">
          <a:xfrm>
            <a:off x="5597525" y="2965450"/>
            <a:ext cx="706438" cy="30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400" i="1"/>
              <a:t>cost to</a:t>
            </a:r>
          </a:p>
        </p:txBody>
      </p:sp>
      <p:sp>
        <p:nvSpPr>
          <p:cNvPr id="138270" name="Line 68"/>
          <p:cNvSpPr>
            <a:spLocks noChangeShapeType="1"/>
          </p:cNvSpPr>
          <p:nvPr/>
        </p:nvSpPr>
        <p:spPr bwMode="auto">
          <a:xfrm>
            <a:off x="5410200" y="4953000"/>
            <a:ext cx="0" cy="1219200"/>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wrap="none"/>
          <a:lstStyle/>
          <a:p>
            <a:endParaRPr lang="en-US"/>
          </a:p>
        </p:txBody>
      </p:sp>
      <p:sp>
        <p:nvSpPr>
          <p:cNvPr id="138271" name="Line 69"/>
          <p:cNvSpPr>
            <a:spLocks noChangeShapeType="1"/>
          </p:cNvSpPr>
          <p:nvPr/>
        </p:nvSpPr>
        <p:spPr bwMode="auto">
          <a:xfrm>
            <a:off x="5105400" y="5181600"/>
            <a:ext cx="1371600" cy="0"/>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wrap="none"/>
          <a:lstStyle/>
          <a:p>
            <a:endParaRPr lang="en-US"/>
          </a:p>
        </p:txBody>
      </p:sp>
      <p:sp>
        <p:nvSpPr>
          <p:cNvPr id="138272" name="Text Box 70"/>
          <p:cNvSpPr txBox="1">
            <a:spLocks noChangeArrowheads="1"/>
          </p:cNvSpPr>
          <p:nvPr/>
        </p:nvSpPr>
        <p:spPr bwMode="auto">
          <a:xfrm>
            <a:off x="5410200" y="4795838"/>
            <a:ext cx="9080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x   y   z</a:t>
            </a:r>
          </a:p>
        </p:txBody>
      </p:sp>
      <p:sp>
        <p:nvSpPr>
          <p:cNvPr id="138273" name="Text Box 71"/>
          <p:cNvSpPr txBox="1">
            <a:spLocks noChangeArrowheads="1"/>
          </p:cNvSpPr>
          <p:nvPr/>
        </p:nvSpPr>
        <p:spPr bwMode="auto">
          <a:xfrm>
            <a:off x="5105400" y="5176838"/>
            <a:ext cx="2984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x</a:t>
            </a:r>
          </a:p>
        </p:txBody>
      </p:sp>
      <p:sp>
        <p:nvSpPr>
          <p:cNvPr id="138274" name="Text Box 72"/>
          <p:cNvSpPr txBox="1">
            <a:spLocks noChangeArrowheads="1"/>
          </p:cNvSpPr>
          <p:nvPr/>
        </p:nvSpPr>
        <p:spPr bwMode="auto">
          <a:xfrm>
            <a:off x="5105400" y="5481638"/>
            <a:ext cx="2984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y</a:t>
            </a:r>
          </a:p>
        </p:txBody>
      </p:sp>
      <p:sp>
        <p:nvSpPr>
          <p:cNvPr id="138275" name="Text Box 73"/>
          <p:cNvSpPr txBox="1">
            <a:spLocks noChangeArrowheads="1"/>
          </p:cNvSpPr>
          <p:nvPr/>
        </p:nvSpPr>
        <p:spPr bwMode="auto">
          <a:xfrm>
            <a:off x="5105400" y="5786438"/>
            <a:ext cx="2984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z</a:t>
            </a:r>
          </a:p>
        </p:txBody>
      </p:sp>
      <p:sp>
        <p:nvSpPr>
          <p:cNvPr id="138276" name="Text Box 74"/>
          <p:cNvSpPr txBox="1">
            <a:spLocks noChangeArrowheads="1"/>
          </p:cNvSpPr>
          <p:nvPr/>
        </p:nvSpPr>
        <p:spPr bwMode="auto">
          <a:xfrm>
            <a:off x="5410200" y="5176838"/>
            <a:ext cx="8826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0  2   3</a:t>
            </a:r>
          </a:p>
        </p:txBody>
      </p:sp>
      <p:sp>
        <p:nvSpPr>
          <p:cNvPr id="138277" name="Text Box 75"/>
          <p:cNvSpPr txBox="1">
            <a:spLocks noChangeArrowheads="1"/>
          </p:cNvSpPr>
          <p:nvPr/>
        </p:nvSpPr>
        <p:spPr bwMode="auto">
          <a:xfrm rot="-5400000">
            <a:off x="4755357" y="5563394"/>
            <a:ext cx="538162" cy="30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400" i="1"/>
              <a:t>from</a:t>
            </a:r>
          </a:p>
        </p:txBody>
      </p:sp>
      <p:sp>
        <p:nvSpPr>
          <p:cNvPr id="138278" name="Text Box 76"/>
          <p:cNvSpPr txBox="1">
            <a:spLocks noChangeArrowheads="1"/>
          </p:cNvSpPr>
          <p:nvPr/>
        </p:nvSpPr>
        <p:spPr bwMode="auto">
          <a:xfrm>
            <a:off x="5521325" y="4664075"/>
            <a:ext cx="706438" cy="30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400" i="1"/>
              <a:t>cost to</a:t>
            </a:r>
          </a:p>
        </p:txBody>
      </p:sp>
      <p:sp>
        <p:nvSpPr>
          <p:cNvPr id="138279" name="Line 77"/>
          <p:cNvSpPr>
            <a:spLocks noChangeShapeType="1"/>
          </p:cNvSpPr>
          <p:nvPr/>
        </p:nvSpPr>
        <p:spPr bwMode="auto">
          <a:xfrm>
            <a:off x="3276600" y="4953000"/>
            <a:ext cx="0" cy="1219200"/>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wrap="none"/>
          <a:lstStyle/>
          <a:p>
            <a:endParaRPr lang="en-US"/>
          </a:p>
        </p:txBody>
      </p:sp>
      <p:sp>
        <p:nvSpPr>
          <p:cNvPr id="138280" name="Line 78"/>
          <p:cNvSpPr>
            <a:spLocks noChangeShapeType="1"/>
          </p:cNvSpPr>
          <p:nvPr/>
        </p:nvSpPr>
        <p:spPr bwMode="auto">
          <a:xfrm>
            <a:off x="2971800" y="5181600"/>
            <a:ext cx="1371600" cy="0"/>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wrap="none"/>
          <a:lstStyle/>
          <a:p>
            <a:endParaRPr lang="en-US"/>
          </a:p>
        </p:txBody>
      </p:sp>
      <p:sp>
        <p:nvSpPr>
          <p:cNvPr id="138281" name="Text Box 79"/>
          <p:cNvSpPr txBox="1">
            <a:spLocks noChangeArrowheads="1"/>
          </p:cNvSpPr>
          <p:nvPr/>
        </p:nvSpPr>
        <p:spPr bwMode="auto">
          <a:xfrm>
            <a:off x="3276600" y="4795838"/>
            <a:ext cx="9080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x   y   z</a:t>
            </a:r>
          </a:p>
        </p:txBody>
      </p:sp>
      <p:sp>
        <p:nvSpPr>
          <p:cNvPr id="138282" name="Text Box 80"/>
          <p:cNvSpPr txBox="1">
            <a:spLocks noChangeArrowheads="1"/>
          </p:cNvSpPr>
          <p:nvPr/>
        </p:nvSpPr>
        <p:spPr bwMode="auto">
          <a:xfrm>
            <a:off x="2971800" y="5176838"/>
            <a:ext cx="2984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x</a:t>
            </a:r>
          </a:p>
        </p:txBody>
      </p:sp>
      <p:sp>
        <p:nvSpPr>
          <p:cNvPr id="138283" name="Text Box 81"/>
          <p:cNvSpPr txBox="1">
            <a:spLocks noChangeArrowheads="1"/>
          </p:cNvSpPr>
          <p:nvPr/>
        </p:nvSpPr>
        <p:spPr bwMode="auto">
          <a:xfrm>
            <a:off x="2971800" y="5481638"/>
            <a:ext cx="2984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y</a:t>
            </a:r>
          </a:p>
        </p:txBody>
      </p:sp>
      <p:sp>
        <p:nvSpPr>
          <p:cNvPr id="138284" name="Text Box 82"/>
          <p:cNvSpPr txBox="1">
            <a:spLocks noChangeArrowheads="1"/>
          </p:cNvSpPr>
          <p:nvPr/>
        </p:nvSpPr>
        <p:spPr bwMode="auto">
          <a:xfrm>
            <a:off x="2971800" y="5786438"/>
            <a:ext cx="2984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z</a:t>
            </a:r>
          </a:p>
        </p:txBody>
      </p:sp>
      <p:sp>
        <p:nvSpPr>
          <p:cNvPr id="138285" name="Text Box 83"/>
          <p:cNvSpPr txBox="1">
            <a:spLocks noChangeArrowheads="1"/>
          </p:cNvSpPr>
          <p:nvPr/>
        </p:nvSpPr>
        <p:spPr bwMode="auto">
          <a:xfrm>
            <a:off x="3276600" y="5176838"/>
            <a:ext cx="8826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0  2   7</a:t>
            </a:r>
          </a:p>
        </p:txBody>
      </p:sp>
      <p:sp>
        <p:nvSpPr>
          <p:cNvPr id="138286" name="Text Box 84"/>
          <p:cNvSpPr txBox="1">
            <a:spLocks noChangeArrowheads="1"/>
          </p:cNvSpPr>
          <p:nvPr/>
        </p:nvSpPr>
        <p:spPr bwMode="auto">
          <a:xfrm rot="-5400000">
            <a:off x="2643982" y="5531644"/>
            <a:ext cx="538162" cy="30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400" i="1"/>
              <a:t>from</a:t>
            </a:r>
          </a:p>
        </p:txBody>
      </p:sp>
      <p:sp>
        <p:nvSpPr>
          <p:cNvPr id="138287" name="Text Box 85"/>
          <p:cNvSpPr txBox="1">
            <a:spLocks noChangeArrowheads="1"/>
          </p:cNvSpPr>
          <p:nvPr/>
        </p:nvSpPr>
        <p:spPr bwMode="auto">
          <a:xfrm>
            <a:off x="3409950" y="4664075"/>
            <a:ext cx="706438" cy="30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400" i="1"/>
              <a:t>cost to</a:t>
            </a:r>
          </a:p>
        </p:txBody>
      </p:sp>
      <p:sp>
        <p:nvSpPr>
          <p:cNvPr id="138288" name="Text Box 103"/>
          <p:cNvSpPr txBox="1">
            <a:spLocks noChangeArrowheads="1"/>
          </p:cNvSpPr>
          <p:nvPr/>
        </p:nvSpPr>
        <p:spPr bwMode="auto">
          <a:xfrm>
            <a:off x="3276600" y="3771900"/>
            <a:ext cx="882650" cy="3667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2  0   1</a:t>
            </a:r>
          </a:p>
        </p:txBody>
      </p:sp>
      <p:sp>
        <p:nvSpPr>
          <p:cNvPr id="138289" name="Text Box 104"/>
          <p:cNvSpPr txBox="1">
            <a:spLocks noChangeArrowheads="1"/>
          </p:cNvSpPr>
          <p:nvPr/>
        </p:nvSpPr>
        <p:spPr bwMode="auto">
          <a:xfrm>
            <a:off x="3276600" y="4110038"/>
            <a:ext cx="9461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7   1   0</a:t>
            </a:r>
          </a:p>
        </p:txBody>
      </p:sp>
      <p:sp>
        <p:nvSpPr>
          <p:cNvPr id="138290" name="Text Box 105"/>
          <p:cNvSpPr txBox="1">
            <a:spLocks noChangeArrowheads="1"/>
          </p:cNvSpPr>
          <p:nvPr/>
        </p:nvSpPr>
        <p:spPr bwMode="auto">
          <a:xfrm>
            <a:off x="3276600" y="5557838"/>
            <a:ext cx="8826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2  0   1</a:t>
            </a:r>
          </a:p>
        </p:txBody>
      </p:sp>
      <p:sp>
        <p:nvSpPr>
          <p:cNvPr id="138291" name="Text Box 106"/>
          <p:cNvSpPr txBox="1">
            <a:spLocks noChangeArrowheads="1"/>
          </p:cNvSpPr>
          <p:nvPr/>
        </p:nvSpPr>
        <p:spPr bwMode="auto">
          <a:xfrm>
            <a:off x="3276600" y="5862638"/>
            <a:ext cx="8826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3  1   0</a:t>
            </a:r>
          </a:p>
        </p:txBody>
      </p:sp>
      <p:sp>
        <p:nvSpPr>
          <p:cNvPr id="138292" name="Text Box 107"/>
          <p:cNvSpPr txBox="1">
            <a:spLocks noChangeArrowheads="1"/>
          </p:cNvSpPr>
          <p:nvPr/>
        </p:nvSpPr>
        <p:spPr bwMode="auto">
          <a:xfrm>
            <a:off x="5486400" y="2095500"/>
            <a:ext cx="946150" cy="3667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2   0   1</a:t>
            </a:r>
          </a:p>
        </p:txBody>
      </p:sp>
      <p:sp>
        <p:nvSpPr>
          <p:cNvPr id="138293" name="Text Box 108"/>
          <p:cNvSpPr txBox="1">
            <a:spLocks noChangeArrowheads="1"/>
          </p:cNvSpPr>
          <p:nvPr/>
        </p:nvSpPr>
        <p:spPr bwMode="auto">
          <a:xfrm>
            <a:off x="5486400" y="2433638"/>
            <a:ext cx="8826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3  1   0</a:t>
            </a:r>
          </a:p>
        </p:txBody>
      </p:sp>
      <p:sp>
        <p:nvSpPr>
          <p:cNvPr id="138294" name="Text Box 109"/>
          <p:cNvSpPr txBox="1">
            <a:spLocks noChangeArrowheads="1"/>
          </p:cNvSpPr>
          <p:nvPr/>
        </p:nvSpPr>
        <p:spPr bwMode="auto">
          <a:xfrm>
            <a:off x="5486400" y="3825875"/>
            <a:ext cx="882650" cy="3667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2  0   1</a:t>
            </a:r>
          </a:p>
        </p:txBody>
      </p:sp>
      <p:sp>
        <p:nvSpPr>
          <p:cNvPr id="138295" name="Text Box 110"/>
          <p:cNvSpPr txBox="1">
            <a:spLocks noChangeArrowheads="1"/>
          </p:cNvSpPr>
          <p:nvPr/>
        </p:nvSpPr>
        <p:spPr bwMode="auto">
          <a:xfrm>
            <a:off x="5410200" y="5862638"/>
            <a:ext cx="8826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3  1   0</a:t>
            </a:r>
          </a:p>
        </p:txBody>
      </p:sp>
      <p:sp>
        <p:nvSpPr>
          <p:cNvPr id="138296" name="Text Box 111"/>
          <p:cNvSpPr txBox="1">
            <a:spLocks noChangeArrowheads="1"/>
          </p:cNvSpPr>
          <p:nvPr/>
        </p:nvSpPr>
        <p:spPr bwMode="auto">
          <a:xfrm>
            <a:off x="5410200" y="5481638"/>
            <a:ext cx="8826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2  0   1</a:t>
            </a:r>
          </a:p>
        </p:txBody>
      </p:sp>
      <p:sp>
        <p:nvSpPr>
          <p:cNvPr id="138297" name="Text Box 112"/>
          <p:cNvSpPr txBox="1">
            <a:spLocks noChangeArrowheads="1"/>
          </p:cNvSpPr>
          <p:nvPr/>
        </p:nvSpPr>
        <p:spPr bwMode="auto">
          <a:xfrm>
            <a:off x="5486400" y="4110038"/>
            <a:ext cx="8826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3  1   0</a:t>
            </a:r>
          </a:p>
        </p:txBody>
      </p:sp>
      <p:sp>
        <p:nvSpPr>
          <p:cNvPr id="138298" name="Line 113"/>
          <p:cNvSpPr>
            <a:spLocks noChangeShapeType="1"/>
          </p:cNvSpPr>
          <p:nvPr/>
        </p:nvSpPr>
        <p:spPr bwMode="auto">
          <a:xfrm>
            <a:off x="2209800" y="1981200"/>
            <a:ext cx="685800" cy="1524000"/>
          </a:xfrm>
          <a:prstGeom prst="line">
            <a:avLst/>
          </a:prstGeom>
          <a:noFill/>
          <a:ln w="9525">
            <a:solidFill>
              <a:schemeClr val="tx1"/>
            </a:solidFill>
            <a:round/>
            <a:headEnd/>
            <a:tailEnd type="triangle" w="med" len="med"/>
          </a:ln>
          <a:extLst>
            <a:ext uri="{909E8E84-426E-40dd-AFC4-6F175D3DCCD1}">
              <a14:hiddenFill xmlns:a14="http://schemas.microsoft.com/office/drawing/2010/main" xmlns="">
                <a:noFill/>
              </a14:hiddenFill>
            </a:ext>
          </a:extLst>
        </p:spPr>
        <p:txBody>
          <a:bodyPr wrap="none"/>
          <a:lstStyle/>
          <a:p>
            <a:endParaRPr lang="en-US"/>
          </a:p>
        </p:txBody>
      </p:sp>
      <p:sp>
        <p:nvSpPr>
          <p:cNvPr id="138299" name="Line 114"/>
          <p:cNvSpPr>
            <a:spLocks noChangeShapeType="1"/>
          </p:cNvSpPr>
          <p:nvPr/>
        </p:nvSpPr>
        <p:spPr bwMode="auto">
          <a:xfrm>
            <a:off x="2133600" y="2057400"/>
            <a:ext cx="685800" cy="3124200"/>
          </a:xfrm>
          <a:prstGeom prst="line">
            <a:avLst/>
          </a:prstGeom>
          <a:noFill/>
          <a:ln w="9525">
            <a:solidFill>
              <a:schemeClr val="tx1"/>
            </a:solidFill>
            <a:round/>
            <a:headEnd/>
            <a:tailEnd type="triangle" w="med" len="med"/>
          </a:ln>
          <a:extLst>
            <a:ext uri="{909E8E84-426E-40dd-AFC4-6F175D3DCCD1}">
              <a14:hiddenFill xmlns:a14="http://schemas.microsoft.com/office/drawing/2010/main" xmlns="">
                <a:noFill/>
              </a14:hiddenFill>
            </a:ext>
          </a:extLst>
        </p:spPr>
        <p:txBody>
          <a:bodyPr wrap="none"/>
          <a:lstStyle/>
          <a:p>
            <a:endParaRPr lang="en-US"/>
          </a:p>
        </p:txBody>
      </p:sp>
      <p:sp>
        <p:nvSpPr>
          <p:cNvPr id="138300" name="Line 116"/>
          <p:cNvSpPr>
            <a:spLocks noChangeShapeType="1"/>
          </p:cNvSpPr>
          <p:nvPr/>
        </p:nvSpPr>
        <p:spPr bwMode="auto">
          <a:xfrm>
            <a:off x="2133600" y="4114800"/>
            <a:ext cx="609600" cy="1143000"/>
          </a:xfrm>
          <a:prstGeom prst="line">
            <a:avLst/>
          </a:prstGeom>
          <a:noFill/>
          <a:ln w="9525">
            <a:solidFill>
              <a:schemeClr val="tx1"/>
            </a:solidFill>
            <a:round/>
            <a:headEnd/>
            <a:tailEnd type="triangle" w="med" len="med"/>
          </a:ln>
          <a:extLst>
            <a:ext uri="{909E8E84-426E-40dd-AFC4-6F175D3DCCD1}">
              <a14:hiddenFill xmlns:a14="http://schemas.microsoft.com/office/drawing/2010/main" xmlns="">
                <a:noFill/>
              </a14:hiddenFill>
            </a:ext>
          </a:extLst>
        </p:spPr>
        <p:txBody>
          <a:bodyPr wrap="none"/>
          <a:lstStyle/>
          <a:p>
            <a:endParaRPr lang="en-US"/>
          </a:p>
        </p:txBody>
      </p:sp>
      <p:sp>
        <p:nvSpPr>
          <p:cNvPr id="138301" name="Line 118"/>
          <p:cNvSpPr>
            <a:spLocks noChangeShapeType="1"/>
          </p:cNvSpPr>
          <p:nvPr/>
        </p:nvSpPr>
        <p:spPr bwMode="auto">
          <a:xfrm flipV="1">
            <a:off x="2209800" y="4343400"/>
            <a:ext cx="762000" cy="1752600"/>
          </a:xfrm>
          <a:prstGeom prst="line">
            <a:avLst/>
          </a:prstGeom>
          <a:noFill/>
          <a:ln w="9525">
            <a:solidFill>
              <a:schemeClr val="tx1"/>
            </a:solidFill>
            <a:round/>
            <a:headEnd/>
            <a:tailEnd type="triangle" w="med" len="med"/>
          </a:ln>
          <a:extLst>
            <a:ext uri="{909E8E84-426E-40dd-AFC4-6F175D3DCCD1}">
              <a14:hiddenFill xmlns:a14="http://schemas.microsoft.com/office/drawing/2010/main" xmlns="">
                <a:noFill/>
              </a14:hiddenFill>
            </a:ext>
          </a:extLst>
        </p:spPr>
        <p:txBody>
          <a:bodyPr wrap="none"/>
          <a:lstStyle/>
          <a:p>
            <a:endParaRPr lang="en-US"/>
          </a:p>
        </p:txBody>
      </p:sp>
      <p:sp>
        <p:nvSpPr>
          <p:cNvPr id="138302" name="Line 119"/>
          <p:cNvSpPr>
            <a:spLocks noChangeShapeType="1"/>
          </p:cNvSpPr>
          <p:nvPr/>
        </p:nvSpPr>
        <p:spPr bwMode="auto">
          <a:xfrm>
            <a:off x="4267200" y="1981200"/>
            <a:ext cx="762000" cy="1600200"/>
          </a:xfrm>
          <a:prstGeom prst="line">
            <a:avLst/>
          </a:prstGeom>
          <a:noFill/>
          <a:ln w="9525">
            <a:solidFill>
              <a:schemeClr val="tx1"/>
            </a:solidFill>
            <a:round/>
            <a:headEnd/>
            <a:tailEnd type="triangle" w="med" len="med"/>
          </a:ln>
          <a:extLst>
            <a:ext uri="{909E8E84-426E-40dd-AFC4-6F175D3DCCD1}">
              <a14:hiddenFill xmlns:a14="http://schemas.microsoft.com/office/drawing/2010/main" xmlns="">
                <a:noFill/>
              </a14:hiddenFill>
            </a:ext>
          </a:extLst>
        </p:spPr>
        <p:txBody>
          <a:bodyPr wrap="none"/>
          <a:lstStyle/>
          <a:p>
            <a:endParaRPr lang="en-US"/>
          </a:p>
        </p:txBody>
      </p:sp>
      <p:sp>
        <p:nvSpPr>
          <p:cNvPr id="138303" name="Line 120"/>
          <p:cNvSpPr>
            <a:spLocks noChangeShapeType="1"/>
          </p:cNvSpPr>
          <p:nvPr/>
        </p:nvSpPr>
        <p:spPr bwMode="auto">
          <a:xfrm>
            <a:off x="4191000" y="2057400"/>
            <a:ext cx="838200" cy="2971800"/>
          </a:xfrm>
          <a:prstGeom prst="line">
            <a:avLst/>
          </a:prstGeom>
          <a:noFill/>
          <a:ln w="9525">
            <a:solidFill>
              <a:schemeClr val="tx1"/>
            </a:solidFill>
            <a:round/>
            <a:headEnd/>
            <a:tailEnd type="triangle" w="med" len="med"/>
          </a:ln>
          <a:extLst>
            <a:ext uri="{909E8E84-426E-40dd-AFC4-6F175D3DCCD1}">
              <a14:hiddenFill xmlns:a14="http://schemas.microsoft.com/office/drawing/2010/main" xmlns="">
                <a:noFill/>
              </a14:hiddenFill>
            </a:ext>
          </a:extLst>
        </p:spPr>
        <p:txBody>
          <a:bodyPr wrap="none"/>
          <a:lstStyle/>
          <a:p>
            <a:endParaRPr lang="en-US"/>
          </a:p>
        </p:txBody>
      </p:sp>
      <p:sp>
        <p:nvSpPr>
          <p:cNvPr id="138304" name="Line 121"/>
          <p:cNvSpPr>
            <a:spLocks noChangeShapeType="1"/>
          </p:cNvSpPr>
          <p:nvPr/>
        </p:nvSpPr>
        <p:spPr bwMode="auto">
          <a:xfrm flipV="1">
            <a:off x="4114800" y="2743200"/>
            <a:ext cx="1143000" cy="3200400"/>
          </a:xfrm>
          <a:prstGeom prst="line">
            <a:avLst/>
          </a:prstGeom>
          <a:noFill/>
          <a:ln w="9525">
            <a:solidFill>
              <a:schemeClr val="tx1"/>
            </a:solidFill>
            <a:round/>
            <a:headEnd/>
            <a:tailEnd type="triangle" w="med" len="med"/>
          </a:ln>
          <a:extLst>
            <a:ext uri="{909E8E84-426E-40dd-AFC4-6F175D3DCCD1}">
              <a14:hiddenFill xmlns:a14="http://schemas.microsoft.com/office/drawing/2010/main" xmlns="">
                <a:noFill/>
              </a14:hiddenFill>
            </a:ext>
          </a:extLst>
        </p:spPr>
        <p:txBody>
          <a:bodyPr wrap="none"/>
          <a:lstStyle/>
          <a:p>
            <a:endParaRPr lang="en-US"/>
          </a:p>
        </p:txBody>
      </p:sp>
      <p:sp>
        <p:nvSpPr>
          <p:cNvPr id="138305" name="Line 122"/>
          <p:cNvSpPr>
            <a:spLocks noChangeShapeType="1"/>
          </p:cNvSpPr>
          <p:nvPr/>
        </p:nvSpPr>
        <p:spPr bwMode="auto">
          <a:xfrm flipV="1">
            <a:off x="4114800" y="4419600"/>
            <a:ext cx="1066800" cy="1676400"/>
          </a:xfrm>
          <a:prstGeom prst="line">
            <a:avLst/>
          </a:prstGeom>
          <a:noFill/>
          <a:ln w="9525">
            <a:solidFill>
              <a:schemeClr val="tx1"/>
            </a:solidFill>
            <a:round/>
            <a:headEnd/>
            <a:tailEnd type="triangle" w="med" len="med"/>
          </a:ln>
          <a:extLst>
            <a:ext uri="{909E8E84-426E-40dd-AFC4-6F175D3DCCD1}">
              <a14:hiddenFill xmlns:a14="http://schemas.microsoft.com/office/drawing/2010/main" xmlns="">
                <a:noFill/>
              </a14:hiddenFill>
            </a:ext>
          </a:extLst>
        </p:spPr>
        <p:txBody>
          <a:bodyPr wrap="none"/>
          <a:lstStyle/>
          <a:p>
            <a:endParaRPr lang="en-US"/>
          </a:p>
        </p:txBody>
      </p:sp>
      <p:sp>
        <p:nvSpPr>
          <p:cNvPr id="138306" name="Line 123"/>
          <p:cNvSpPr>
            <a:spLocks noChangeShapeType="1"/>
          </p:cNvSpPr>
          <p:nvPr/>
        </p:nvSpPr>
        <p:spPr bwMode="auto">
          <a:xfrm>
            <a:off x="609600" y="6345238"/>
            <a:ext cx="5410200" cy="0"/>
          </a:xfrm>
          <a:prstGeom prst="line">
            <a:avLst/>
          </a:prstGeom>
          <a:noFill/>
          <a:ln w="9525">
            <a:solidFill>
              <a:schemeClr val="tx1"/>
            </a:solidFill>
            <a:prstDash val="sysDot"/>
            <a:round/>
            <a:headEnd/>
            <a:tailEnd type="triangle" w="med" len="med"/>
          </a:ln>
          <a:extLst>
            <a:ext uri="{909E8E84-426E-40dd-AFC4-6F175D3DCCD1}">
              <a14:hiddenFill xmlns:a14="http://schemas.microsoft.com/office/drawing/2010/main" xmlns="">
                <a:noFill/>
              </a14:hiddenFill>
            </a:ext>
          </a:extLst>
        </p:spPr>
        <p:txBody>
          <a:bodyPr wrap="none"/>
          <a:lstStyle/>
          <a:p>
            <a:endParaRPr lang="en-US"/>
          </a:p>
        </p:txBody>
      </p:sp>
      <p:sp>
        <p:nvSpPr>
          <p:cNvPr id="138307" name="Text Box 124"/>
          <p:cNvSpPr txBox="1">
            <a:spLocks noChangeArrowheads="1"/>
          </p:cNvSpPr>
          <p:nvPr/>
        </p:nvSpPr>
        <p:spPr bwMode="auto">
          <a:xfrm>
            <a:off x="6069013" y="6137275"/>
            <a:ext cx="615950" cy="3667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time</a:t>
            </a:r>
          </a:p>
        </p:txBody>
      </p:sp>
      <p:sp>
        <p:nvSpPr>
          <p:cNvPr id="138308" name="Oval 167"/>
          <p:cNvSpPr>
            <a:spLocks noChangeArrowheads="1"/>
          </p:cNvSpPr>
          <p:nvPr/>
        </p:nvSpPr>
        <p:spPr bwMode="auto">
          <a:xfrm>
            <a:off x="3200400" y="5867400"/>
            <a:ext cx="1066800" cy="381000"/>
          </a:xfrm>
          <a:prstGeom prst="ellipse">
            <a:avLst/>
          </a:prstGeom>
          <a:noFill/>
          <a:ln w="9525">
            <a:solidFill>
              <a:srgbClr val="FF0000"/>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sp>
        <p:nvSpPr>
          <p:cNvPr id="138309" name="Line 174"/>
          <p:cNvSpPr>
            <a:spLocks noChangeShapeType="1"/>
          </p:cNvSpPr>
          <p:nvPr/>
        </p:nvSpPr>
        <p:spPr bwMode="auto">
          <a:xfrm>
            <a:off x="1219200" y="1447800"/>
            <a:ext cx="0" cy="1219200"/>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wrap="none"/>
          <a:lstStyle/>
          <a:p>
            <a:endParaRPr lang="en-US"/>
          </a:p>
        </p:txBody>
      </p:sp>
      <p:sp>
        <p:nvSpPr>
          <p:cNvPr id="138310" name="Line 175"/>
          <p:cNvSpPr>
            <a:spLocks noChangeShapeType="1"/>
          </p:cNvSpPr>
          <p:nvPr/>
        </p:nvSpPr>
        <p:spPr bwMode="auto">
          <a:xfrm>
            <a:off x="914400" y="1676400"/>
            <a:ext cx="1371600" cy="0"/>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wrap="none"/>
          <a:lstStyle/>
          <a:p>
            <a:endParaRPr lang="en-US"/>
          </a:p>
        </p:txBody>
      </p:sp>
      <p:sp>
        <p:nvSpPr>
          <p:cNvPr id="138311" name="Text Box 176"/>
          <p:cNvSpPr txBox="1">
            <a:spLocks noChangeArrowheads="1"/>
          </p:cNvSpPr>
          <p:nvPr/>
        </p:nvSpPr>
        <p:spPr bwMode="auto">
          <a:xfrm>
            <a:off x="1219200" y="1290638"/>
            <a:ext cx="9080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x   y   z</a:t>
            </a:r>
          </a:p>
        </p:txBody>
      </p:sp>
      <p:sp>
        <p:nvSpPr>
          <p:cNvPr id="138312" name="Text Box 177"/>
          <p:cNvSpPr txBox="1">
            <a:spLocks noChangeArrowheads="1"/>
          </p:cNvSpPr>
          <p:nvPr/>
        </p:nvSpPr>
        <p:spPr bwMode="auto">
          <a:xfrm>
            <a:off x="914400" y="1671638"/>
            <a:ext cx="2984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x</a:t>
            </a:r>
          </a:p>
        </p:txBody>
      </p:sp>
      <p:sp>
        <p:nvSpPr>
          <p:cNvPr id="138313" name="Text Box 178"/>
          <p:cNvSpPr txBox="1">
            <a:spLocks noChangeArrowheads="1"/>
          </p:cNvSpPr>
          <p:nvPr/>
        </p:nvSpPr>
        <p:spPr bwMode="auto">
          <a:xfrm>
            <a:off x="914400" y="1976438"/>
            <a:ext cx="2984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y</a:t>
            </a:r>
          </a:p>
        </p:txBody>
      </p:sp>
      <p:sp>
        <p:nvSpPr>
          <p:cNvPr id="138314" name="Text Box 179"/>
          <p:cNvSpPr txBox="1">
            <a:spLocks noChangeArrowheads="1"/>
          </p:cNvSpPr>
          <p:nvPr/>
        </p:nvSpPr>
        <p:spPr bwMode="auto">
          <a:xfrm>
            <a:off x="914400" y="2281238"/>
            <a:ext cx="2984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z</a:t>
            </a:r>
          </a:p>
        </p:txBody>
      </p:sp>
      <p:sp>
        <p:nvSpPr>
          <p:cNvPr id="138315" name="Text Box 180"/>
          <p:cNvSpPr txBox="1">
            <a:spLocks noChangeArrowheads="1"/>
          </p:cNvSpPr>
          <p:nvPr/>
        </p:nvSpPr>
        <p:spPr bwMode="auto">
          <a:xfrm>
            <a:off x="1219200" y="1671638"/>
            <a:ext cx="8826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0  2   7</a:t>
            </a:r>
          </a:p>
        </p:txBody>
      </p:sp>
      <p:sp>
        <p:nvSpPr>
          <p:cNvPr id="138316" name="Text Box 181"/>
          <p:cNvSpPr txBox="1">
            <a:spLocks noChangeArrowheads="1"/>
          </p:cNvSpPr>
          <p:nvPr/>
        </p:nvSpPr>
        <p:spPr bwMode="auto">
          <a:xfrm>
            <a:off x="1219200" y="2052638"/>
            <a:ext cx="347663"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a:t>
            </a:r>
          </a:p>
        </p:txBody>
      </p:sp>
      <p:sp>
        <p:nvSpPr>
          <p:cNvPr id="138317" name="Text Box 182"/>
          <p:cNvSpPr txBox="1">
            <a:spLocks noChangeArrowheads="1"/>
          </p:cNvSpPr>
          <p:nvPr/>
        </p:nvSpPr>
        <p:spPr bwMode="auto">
          <a:xfrm>
            <a:off x="1447800" y="2052638"/>
            <a:ext cx="347663"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a:t>
            </a:r>
          </a:p>
        </p:txBody>
      </p:sp>
      <p:sp>
        <p:nvSpPr>
          <p:cNvPr id="138318" name="Text Box 183"/>
          <p:cNvSpPr txBox="1">
            <a:spLocks noChangeArrowheads="1"/>
          </p:cNvSpPr>
          <p:nvPr/>
        </p:nvSpPr>
        <p:spPr bwMode="auto">
          <a:xfrm>
            <a:off x="1828800" y="2052638"/>
            <a:ext cx="347663"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a:t>
            </a:r>
          </a:p>
        </p:txBody>
      </p:sp>
      <p:sp>
        <p:nvSpPr>
          <p:cNvPr id="138319" name="Text Box 184"/>
          <p:cNvSpPr txBox="1">
            <a:spLocks noChangeArrowheads="1"/>
          </p:cNvSpPr>
          <p:nvPr/>
        </p:nvSpPr>
        <p:spPr bwMode="auto">
          <a:xfrm>
            <a:off x="1219200" y="2357438"/>
            <a:ext cx="347663"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a:t>
            </a:r>
          </a:p>
        </p:txBody>
      </p:sp>
      <p:sp>
        <p:nvSpPr>
          <p:cNvPr id="138320" name="Text Box 185"/>
          <p:cNvSpPr txBox="1">
            <a:spLocks noChangeArrowheads="1"/>
          </p:cNvSpPr>
          <p:nvPr/>
        </p:nvSpPr>
        <p:spPr bwMode="auto">
          <a:xfrm>
            <a:off x="1447800" y="2357438"/>
            <a:ext cx="347663"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a:t>
            </a:r>
          </a:p>
        </p:txBody>
      </p:sp>
      <p:sp>
        <p:nvSpPr>
          <p:cNvPr id="138321" name="Text Box 186"/>
          <p:cNvSpPr txBox="1">
            <a:spLocks noChangeArrowheads="1"/>
          </p:cNvSpPr>
          <p:nvPr/>
        </p:nvSpPr>
        <p:spPr bwMode="auto">
          <a:xfrm>
            <a:off x="1828800" y="2357438"/>
            <a:ext cx="347663"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a:t>
            </a:r>
          </a:p>
        </p:txBody>
      </p:sp>
      <p:sp>
        <p:nvSpPr>
          <p:cNvPr id="138322" name="Text Box 187"/>
          <p:cNvSpPr txBox="1">
            <a:spLocks noChangeArrowheads="1"/>
          </p:cNvSpPr>
          <p:nvPr/>
        </p:nvSpPr>
        <p:spPr bwMode="auto">
          <a:xfrm rot="-5400000">
            <a:off x="2650332" y="2026444"/>
            <a:ext cx="538162" cy="30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400" i="1"/>
              <a:t>from</a:t>
            </a:r>
          </a:p>
        </p:txBody>
      </p:sp>
      <p:sp>
        <p:nvSpPr>
          <p:cNvPr id="138323" name="Text Box 188"/>
          <p:cNvSpPr txBox="1">
            <a:spLocks noChangeArrowheads="1"/>
          </p:cNvSpPr>
          <p:nvPr/>
        </p:nvSpPr>
        <p:spPr bwMode="auto">
          <a:xfrm>
            <a:off x="1352550" y="1158875"/>
            <a:ext cx="706438" cy="30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400" i="1"/>
              <a:t>cost to</a:t>
            </a:r>
          </a:p>
        </p:txBody>
      </p:sp>
      <p:sp>
        <p:nvSpPr>
          <p:cNvPr id="138324" name="Text Box 189"/>
          <p:cNvSpPr txBox="1">
            <a:spLocks noChangeArrowheads="1"/>
          </p:cNvSpPr>
          <p:nvPr/>
        </p:nvSpPr>
        <p:spPr bwMode="auto">
          <a:xfrm rot="-5400000">
            <a:off x="518319" y="3810794"/>
            <a:ext cx="538162" cy="30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400"/>
              <a:t>from</a:t>
            </a:r>
          </a:p>
        </p:txBody>
      </p:sp>
      <p:sp>
        <p:nvSpPr>
          <p:cNvPr id="138325" name="Text Box 190"/>
          <p:cNvSpPr txBox="1">
            <a:spLocks noChangeArrowheads="1"/>
          </p:cNvSpPr>
          <p:nvPr/>
        </p:nvSpPr>
        <p:spPr bwMode="auto">
          <a:xfrm rot="-5400000">
            <a:off x="518318" y="5618957"/>
            <a:ext cx="538163" cy="30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400" i="1"/>
              <a:t>from</a:t>
            </a:r>
          </a:p>
        </p:txBody>
      </p:sp>
      <p:sp>
        <p:nvSpPr>
          <p:cNvPr id="138326" name="Line 191"/>
          <p:cNvSpPr>
            <a:spLocks noChangeShapeType="1"/>
          </p:cNvSpPr>
          <p:nvPr/>
        </p:nvSpPr>
        <p:spPr bwMode="auto">
          <a:xfrm>
            <a:off x="3276600" y="1447800"/>
            <a:ext cx="0" cy="1219200"/>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wrap="none"/>
          <a:lstStyle/>
          <a:p>
            <a:endParaRPr lang="en-US"/>
          </a:p>
        </p:txBody>
      </p:sp>
      <p:sp>
        <p:nvSpPr>
          <p:cNvPr id="138327" name="Line 192"/>
          <p:cNvSpPr>
            <a:spLocks noChangeShapeType="1"/>
          </p:cNvSpPr>
          <p:nvPr/>
        </p:nvSpPr>
        <p:spPr bwMode="auto">
          <a:xfrm>
            <a:off x="2971800" y="1676400"/>
            <a:ext cx="1371600" cy="0"/>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wrap="none"/>
          <a:lstStyle/>
          <a:p>
            <a:endParaRPr lang="en-US"/>
          </a:p>
        </p:txBody>
      </p:sp>
      <p:sp>
        <p:nvSpPr>
          <p:cNvPr id="138328" name="Text Box 193"/>
          <p:cNvSpPr txBox="1">
            <a:spLocks noChangeArrowheads="1"/>
          </p:cNvSpPr>
          <p:nvPr/>
        </p:nvSpPr>
        <p:spPr bwMode="auto">
          <a:xfrm>
            <a:off x="3276600" y="1290638"/>
            <a:ext cx="9080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x   y   z</a:t>
            </a:r>
          </a:p>
        </p:txBody>
      </p:sp>
      <p:sp>
        <p:nvSpPr>
          <p:cNvPr id="138329" name="Text Box 194"/>
          <p:cNvSpPr txBox="1">
            <a:spLocks noChangeArrowheads="1"/>
          </p:cNvSpPr>
          <p:nvPr/>
        </p:nvSpPr>
        <p:spPr bwMode="auto">
          <a:xfrm>
            <a:off x="2971800" y="1671638"/>
            <a:ext cx="2984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x</a:t>
            </a:r>
          </a:p>
        </p:txBody>
      </p:sp>
      <p:sp>
        <p:nvSpPr>
          <p:cNvPr id="138330" name="Text Box 195"/>
          <p:cNvSpPr txBox="1">
            <a:spLocks noChangeArrowheads="1"/>
          </p:cNvSpPr>
          <p:nvPr/>
        </p:nvSpPr>
        <p:spPr bwMode="auto">
          <a:xfrm>
            <a:off x="2971800" y="1976438"/>
            <a:ext cx="2984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y</a:t>
            </a:r>
          </a:p>
        </p:txBody>
      </p:sp>
      <p:sp>
        <p:nvSpPr>
          <p:cNvPr id="138331" name="Text Box 196"/>
          <p:cNvSpPr txBox="1">
            <a:spLocks noChangeArrowheads="1"/>
          </p:cNvSpPr>
          <p:nvPr/>
        </p:nvSpPr>
        <p:spPr bwMode="auto">
          <a:xfrm>
            <a:off x="2971800" y="2281238"/>
            <a:ext cx="2984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z</a:t>
            </a:r>
          </a:p>
        </p:txBody>
      </p:sp>
      <p:sp>
        <p:nvSpPr>
          <p:cNvPr id="138332" name="Text Box 197"/>
          <p:cNvSpPr txBox="1">
            <a:spLocks noChangeArrowheads="1"/>
          </p:cNvSpPr>
          <p:nvPr/>
        </p:nvSpPr>
        <p:spPr bwMode="auto">
          <a:xfrm>
            <a:off x="3297238" y="1671638"/>
            <a:ext cx="3111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0</a:t>
            </a:r>
          </a:p>
        </p:txBody>
      </p:sp>
      <p:sp>
        <p:nvSpPr>
          <p:cNvPr id="138333" name="Line 198"/>
          <p:cNvSpPr>
            <a:spLocks noChangeShapeType="1"/>
          </p:cNvSpPr>
          <p:nvPr/>
        </p:nvSpPr>
        <p:spPr bwMode="auto">
          <a:xfrm>
            <a:off x="1219200" y="3200400"/>
            <a:ext cx="0" cy="1219200"/>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wrap="none"/>
          <a:lstStyle/>
          <a:p>
            <a:endParaRPr lang="en-US"/>
          </a:p>
        </p:txBody>
      </p:sp>
      <p:sp>
        <p:nvSpPr>
          <p:cNvPr id="138334" name="Line 199"/>
          <p:cNvSpPr>
            <a:spLocks noChangeShapeType="1"/>
          </p:cNvSpPr>
          <p:nvPr/>
        </p:nvSpPr>
        <p:spPr bwMode="auto">
          <a:xfrm>
            <a:off x="914400" y="3429000"/>
            <a:ext cx="1371600" cy="0"/>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wrap="none"/>
          <a:lstStyle/>
          <a:p>
            <a:endParaRPr lang="en-US"/>
          </a:p>
        </p:txBody>
      </p:sp>
      <p:sp>
        <p:nvSpPr>
          <p:cNvPr id="138335" name="Text Box 200"/>
          <p:cNvSpPr txBox="1">
            <a:spLocks noChangeArrowheads="1"/>
          </p:cNvSpPr>
          <p:nvPr/>
        </p:nvSpPr>
        <p:spPr bwMode="auto">
          <a:xfrm>
            <a:off x="1219200" y="3043238"/>
            <a:ext cx="9080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x   y   z</a:t>
            </a:r>
          </a:p>
        </p:txBody>
      </p:sp>
      <p:sp>
        <p:nvSpPr>
          <p:cNvPr id="138336" name="Text Box 201"/>
          <p:cNvSpPr txBox="1">
            <a:spLocks noChangeArrowheads="1"/>
          </p:cNvSpPr>
          <p:nvPr/>
        </p:nvSpPr>
        <p:spPr bwMode="auto">
          <a:xfrm>
            <a:off x="914400" y="3424238"/>
            <a:ext cx="2984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x</a:t>
            </a:r>
          </a:p>
        </p:txBody>
      </p:sp>
      <p:sp>
        <p:nvSpPr>
          <p:cNvPr id="138337" name="Text Box 202"/>
          <p:cNvSpPr txBox="1">
            <a:spLocks noChangeArrowheads="1"/>
          </p:cNvSpPr>
          <p:nvPr/>
        </p:nvSpPr>
        <p:spPr bwMode="auto">
          <a:xfrm>
            <a:off x="914400" y="3729038"/>
            <a:ext cx="2984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y</a:t>
            </a:r>
          </a:p>
        </p:txBody>
      </p:sp>
      <p:sp>
        <p:nvSpPr>
          <p:cNvPr id="138338" name="Text Box 203"/>
          <p:cNvSpPr txBox="1">
            <a:spLocks noChangeArrowheads="1"/>
          </p:cNvSpPr>
          <p:nvPr/>
        </p:nvSpPr>
        <p:spPr bwMode="auto">
          <a:xfrm>
            <a:off x="914400" y="4033838"/>
            <a:ext cx="2984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z</a:t>
            </a:r>
          </a:p>
        </p:txBody>
      </p:sp>
      <p:sp>
        <p:nvSpPr>
          <p:cNvPr id="138339" name="Text Box 204"/>
          <p:cNvSpPr txBox="1">
            <a:spLocks noChangeArrowheads="1"/>
          </p:cNvSpPr>
          <p:nvPr/>
        </p:nvSpPr>
        <p:spPr bwMode="auto">
          <a:xfrm>
            <a:off x="1524000" y="3424238"/>
            <a:ext cx="347663"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a:t>
            </a:r>
          </a:p>
        </p:txBody>
      </p:sp>
      <p:sp>
        <p:nvSpPr>
          <p:cNvPr id="138340" name="Text Box 205"/>
          <p:cNvSpPr txBox="1">
            <a:spLocks noChangeArrowheads="1"/>
          </p:cNvSpPr>
          <p:nvPr/>
        </p:nvSpPr>
        <p:spPr bwMode="auto">
          <a:xfrm>
            <a:off x="1828800" y="3424238"/>
            <a:ext cx="347663"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a:t>
            </a:r>
          </a:p>
        </p:txBody>
      </p:sp>
      <p:sp>
        <p:nvSpPr>
          <p:cNvPr id="138341" name="Text Box 206"/>
          <p:cNvSpPr txBox="1">
            <a:spLocks noChangeArrowheads="1"/>
          </p:cNvSpPr>
          <p:nvPr/>
        </p:nvSpPr>
        <p:spPr bwMode="auto">
          <a:xfrm>
            <a:off x="1219200" y="4110038"/>
            <a:ext cx="347663"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a:t>
            </a:r>
          </a:p>
        </p:txBody>
      </p:sp>
      <p:sp>
        <p:nvSpPr>
          <p:cNvPr id="138342" name="Text Box 207"/>
          <p:cNvSpPr txBox="1">
            <a:spLocks noChangeArrowheads="1"/>
          </p:cNvSpPr>
          <p:nvPr/>
        </p:nvSpPr>
        <p:spPr bwMode="auto">
          <a:xfrm>
            <a:off x="1447800" y="4110038"/>
            <a:ext cx="347663"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a:t>
            </a:r>
          </a:p>
        </p:txBody>
      </p:sp>
      <p:sp>
        <p:nvSpPr>
          <p:cNvPr id="138343" name="Text Box 208"/>
          <p:cNvSpPr txBox="1">
            <a:spLocks noChangeArrowheads="1"/>
          </p:cNvSpPr>
          <p:nvPr/>
        </p:nvSpPr>
        <p:spPr bwMode="auto">
          <a:xfrm>
            <a:off x="1828800" y="4110038"/>
            <a:ext cx="347663"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a:t>
            </a:r>
          </a:p>
        </p:txBody>
      </p:sp>
      <p:sp>
        <p:nvSpPr>
          <p:cNvPr id="138344" name="Text Box 209"/>
          <p:cNvSpPr txBox="1">
            <a:spLocks noChangeArrowheads="1"/>
          </p:cNvSpPr>
          <p:nvPr/>
        </p:nvSpPr>
        <p:spPr bwMode="auto">
          <a:xfrm>
            <a:off x="1341438" y="2933700"/>
            <a:ext cx="706437" cy="30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400" i="1"/>
              <a:t>cost to</a:t>
            </a:r>
          </a:p>
        </p:txBody>
      </p:sp>
      <p:sp>
        <p:nvSpPr>
          <p:cNvPr id="138345" name="Line 210"/>
          <p:cNvSpPr>
            <a:spLocks noChangeShapeType="1"/>
          </p:cNvSpPr>
          <p:nvPr/>
        </p:nvSpPr>
        <p:spPr bwMode="auto">
          <a:xfrm>
            <a:off x="1219200" y="5029200"/>
            <a:ext cx="0" cy="1219200"/>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wrap="none"/>
          <a:lstStyle/>
          <a:p>
            <a:endParaRPr lang="en-US"/>
          </a:p>
        </p:txBody>
      </p:sp>
      <p:sp>
        <p:nvSpPr>
          <p:cNvPr id="138346" name="Line 211"/>
          <p:cNvSpPr>
            <a:spLocks noChangeShapeType="1"/>
          </p:cNvSpPr>
          <p:nvPr/>
        </p:nvSpPr>
        <p:spPr bwMode="auto">
          <a:xfrm>
            <a:off x="914400" y="5257800"/>
            <a:ext cx="1371600" cy="0"/>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wrap="none"/>
          <a:lstStyle/>
          <a:p>
            <a:endParaRPr lang="en-US"/>
          </a:p>
        </p:txBody>
      </p:sp>
      <p:sp>
        <p:nvSpPr>
          <p:cNvPr id="138347" name="Text Box 212"/>
          <p:cNvSpPr txBox="1">
            <a:spLocks noChangeArrowheads="1"/>
          </p:cNvSpPr>
          <p:nvPr/>
        </p:nvSpPr>
        <p:spPr bwMode="auto">
          <a:xfrm>
            <a:off x="1219200" y="4872038"/>
            <a:ext cx="9080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x   y   z</a:t>
            </a:r>
          </a:p>
        </p:txBody>
      </p:sp>
      <p:sp>
        <p:nvSpPr>
          <p:cNvPr id="138348" name="Text Box 213"/>
          <p:cNvSpPr txBox="1">
            <a:spLocks noChangeArrowheads="1"/>
          </p:cNvSpPr>
          <p:nvPr/>
        </p:nvSpPr>
        <p:spPr bwMode="auto">
          <a:xfrm>
            <a:off x="914400" y="5253038"/>
            <a:ext cx="2984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x</a:t>
            </a:r>
          </a:p>
        </p:txBody>
      </p:sp>
      <p:sp>
        <p:nvSpPr>
          <p:cNvPr id="138349" name="Text Box 214"/>
          <p:cNvSpPr txBox="1">
            <a:spLocks noChangeArrowheads="1"/>
          </p:cNvSpPr>
          <p:nvPr/>
        </p:nvSpPr>
        <p:spPr bwMode="auto">
          <a:xfrm>
            <a:off x="914400" y="5557838"/>
            <a:ext cx="2984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y</a:t>
            </a:r>
          </a:p>
        </p:txBody>
      </p:sp>
      <p:sp>
        <p:nvSpPr>
          <p:cNvPr id="138350" name="Text Box 215"/>
          <p:cNvSpPr txBox="1">
            <a:spLocks noChangeArrowheads="1"/>
          </p:cNvSpPr>
          <p:nvPr/>
        </p:nvSpPr>
        <p:spPr bwMode="auto">
          <a:xfrm>
            <a:off x="914400" y="5862638"/>
            <a:ext cx="2984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z</a:t>
            </a:r>
          </a:p>
        </p:txBody>
      </p:sp>
      <p:sp>
        <p:nvSpPr>
          <p:cNvPr id="138351" name="Text Box 216"/>
          <p:cNvSpPr txBox="1">
            <a:spLocks noChangeArrowheads="1"/>
          </p:cNvSpPr>
          <p:nvPr/>
        </p:nvSpPr>
        <p:spPr bwMode="auto">
          <a:xfrm>
            <a:off x="1219200" y="5638800"/>
            <a:ext cx="990600" cy="3667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a:t>
            </a:r>
          </a:p>
        </p:txBody>
      </p:sp>
      <p:sp>
        <p:nvSpPr>
          <p:cNvPr id="138352" name="Text Box 217"/>
          <p:cNvSpPr txBox="1">
            <a:spLocks noChangeArrowheads="1"/>
          </p:cNvSpPr>
          <p:nvPr/>
        </p:nvSpPr>
        <p:spPr bwMode="auto">
          <a:xfrm>
            <a:off x="1447800" y="5634038"/>
            <a:ext cx="347663"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a:t>
            </a:r>
          </a:p>
        </p:txBody>
      </p:sp>
      <p:sp>
        <p:nvSpPr>
          <p:cNvPr id="138353" name="Text Box 218"/>
          <p:cNvSpPr txBox="1">
            <a:spLocks noChangeArrowheads="1"/>
          </p:cNvSpPr>
          <p:nvPr/>
        </p:nvSpPr>
        <p:spPr bwMode="auto">
          <a:xfrm>
            <a:off x="1828800" y="5634038"/>
            <a:ext cx="347663"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a:t>
            </a:r>
          </a:p>
        </p:txBody>
      </p:sp>
      <p:sp>
        <p:nvSpPr>
          <p:cNvPr id="138354" name="Text Box 219"/>
          <p:cNvSpPr txBox="1">
            <a:spLocks noChangeArrowheads="1"/>
          </p:cNvSpPr>
          <p:nvPr/>
        </p:nvSpPr>
        <p:spPr bwMode="auto">
          <a:xfrm>
            <a:off x="1219200" y="5938838"/>
            <a:ext cx="3111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7</a:t>
            </a:r>
          </a:p>
        </p:txBody>
      </p:sp>
      <p:sp>
        <p:nvSpPr>
          <p:cNvPr id="138355" name="Text Box 220"/>
          <p:cNvSpPr txBox="1">
            <a:spLocks noChangeArrowheads="1"/>
          </p:cNvSpPr>
          <p:nvPr/>
        </p:nvSpPr>
        <p:spPr bwMode="auto">
          <a:xfrm>
            <a:off x="1447800" y="5938838"/>
            <a:ext cx="3111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1</a:t>
            </a:r>
          </a:p>
        </p:txBody>
      </p:sp>
      <p:sp>
        <p:nvSpPr>
          <p:cNvPr id="138356" name="Text Box 221"/>
          <p:cNvSpPr txBox="1">
            <a:spLocks noChangeArrowheads="1"/>
          </p:cNvSpPr>
          <p:nvPr/>
        </p:nvSpPr>
        <p:spPr bwMode="auto">
          <a:xfrm>
            <a:off x="1828800" y="5938838"/>
            <a:ext cx="3111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0</a:t>
            </a:r>
          </a:p>
        </p:txBody>
      </p:sp>
      <p:sp>
        <p:nvSpPr>
          <p:cNvPr id="138357" name="Text Box 222"/>
          <p:cNvSpPr txBox="1">
            <a:spLocks noChangeArrowheads="1"/>
          </p:cNvSpPr>
          <p:nvPr/>
        </p:nvSpPr>
        <p:spPr bwMode="auto">
          <a:xfrm>
            <a:off x="1363663" y="4740275"/>
            <a:ext cx="706437" cy="30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400" i="1"/>
              <a:t>cost to</a:t>
            </a:r>
          </a:p>
        </p:txBody>
      </p:sp>
      <p:sp>
        <p:nvSpPr>
          <p:cNvPr id="138358" name="Text Box 223"/>
          <p:cNvSpPr txBox="1">
            <a:spLocks noChangeArrowheads="1"/>
          </p:cNvSpPr>
          <p:nvPr/>
        </p:nvSpPr>
        <p:spPr bwMode="auto">
          <a:xfrm>
            <a:off x="1219200" y="3467100"/>
            <a:ext cx="946150" cy="6413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a:t>
            </a:r>
          </a:p>
          <a:p>
            <a:r>
              <a:rPr lang="en-US" sz="1800"/>
              <a:t>2   0   1</a:t>
            </a:r>
          </a:p>
        </p:txBody>
      </p:sp>
      <p:sp>
        <p:nvSpPr>
          <p:cNvPr id="138359" name="Text Box 224"/>
          <p:cNvSpPr txBox="1">
            <a:spLocks noChangeArrowheads="1"/>
          </p:cNvSpPr>
          <p:nvPr/>
        </p:nvSpPr>
        <p:spPr bwMode="auto">
          <a:xfrm>
            <a:off x="1219200" y="5257800"/>
            <a:ext cx="990600" cy="3667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 ∞  ∞</a:t>
            </a:r>
          </a:p>
        </p:txBody>
      </p:sp>
      <p:sp>
        <p:nvSpPr>
          <p:cNvPr id="138360" name="Text Box 225"/>
          <p:cNvSpPr txBox="1">
            <a:spLocks noChangeArrowheads="1"/>
          </p:cNvSpPr>
          <p:nvPr/>
        </p:nvSpPr>
        <p:spPr bwMode="auto">
          <a:xfrm>
            <a:off x="3260725" y="2006600"/>
            <a:ext cx="946150" cy="3667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2   0   1</a:t>
            </a:r>
          </a:p>
        </p:txBody>
      </p:sp>
      <p:sp>
        <p:nvSpPr>
          <p:cNvPr id="138361" name="Text Box 226"/>
          <p:cNvSpPr txBox="1">
            <a:spLocks noChangeArrowheads="1"/>
          </p:cNvSpPr>
          <p:nvPr/>
        </p:nvSpPr>
        <p:spPr bwMode="auto">
          <a:xfrm>
            <a:off x="3260725" y="2322513"/>
            <a:ext cx="9461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7   1   0</a:t>
            </a:r>
          </a:p>
        </p:txBody>
      </p:sp>
      <p:sp>
        <p:nvSpPr>
          <p:cNvPr id="138362" name="Line 227"/>
          <p:cNvSpPr>
            <a:spLocks noChangeShapeType="1"/>
          </p:cNvSpPr>
          <p:nvPr/>
        </p:nvSpPr>
        <p:spPr bwMode="auto">
          <a:xfrm>
            <a:off x="2209800" y="1981200"/>
            <a:ext cx="685800" cy="1524000"/>
          </a:xfrm>
          <a:prstGeom prst="line">
            <a:avLst/>
          </a:prstGeom>
          <a:noFill/>
          <a:ln w="9525">
            <a:solidFill>
              <a:schemeClr val="tx1"/>
            </a:solidFill>
            <a:round/>
            <a:headEnd/>
            <a:tailEnd type="triangle" w="med" len="med"/>
          </a:ln>
          <a:extLst>
            <a:ext uri="{909E8E84-426E-40dd-AFC4-6F175D3DCCD1}">
              <a14:hiddenFill xmlns:a14="http://schemas.microsoft.com/office/drawing/2010/main" xmlns="">
                <a:noFill/>
              </a14:hiddenFill>
            </a:ext>
          </a:extLst>
        </p:spPr>
        <p:txBody>
          <a:bodyPr wrap="none"/>
          <a:lstStyle/>
          <a:p>
            <a:endParaRPr lang="en-US"/>
          </a:p>
        </p:txBody>
      </p:sp>
      <p:sp>
        <p:nvSpPr>
          <p:cNvPr id="138363" name="Line 228"/>
          <p:cNvSpPr>
            <a:spLocks noChangeShapeType="1"/>
          </p:cNvSpPr>
          <p:nvPr/>
        </p:nvSpPr>
        <p:spPr bwMode="auto">
          <a:xfrm>
            <a:off x="2133600" y="2057400"/>
            <a:ext cx="685800" cy="3124200"/>
          </a:xfrm>
          <a:prstGeom prst="line">
            <a:avLst/>
          </a:prstGeom>
          <a:noFill/>
          <a:ln w="9525">
            <a:solidFill>
              <a:schemeClr val="tx1"/>
            </a:solidFill>
            <a:round/>
            <a:headEnd/>
            <a:tailEnd type="triangle" w="med" len="med"/>
          </a:ln>
          <a:extLst>
            <a:ext uri="{909E8E84-426E-40dd-AFC4-6F175D3DCCD1}">
              <a14:hiddenFill xmlns:a14="http://schemas.microsoft.com/office/drawing/2010/main" xmlns="">
                <a:noFill/>
              </a14:hiddenFill>
            </a:ext>
          </a:extLst>
        </p:spPr>
        <p:txBody>
          <a:bodyPr wrap="none"/>
          <a:lstStyle/>
          <a:p>
            <a:endParaRPr lang="en-US"/>
          </a:p>
        </p:txBody>
      </p:sp>
      <p:sp>
        <p:nvSpPr>
          <p:cNvPr id="138364" name="Line 229"/>
          <p:cNvSpPr>
            <a:spLocks noChangeShapeType="1"/>
          </p:cNvSpPr>
          <p:nvPr/>
        </p:nvSpPr>
        <p:spPr bwMode="auto">
          <a:xfrm flipV="1">
            <a:off x="2133600" y="2514600"/>
            <a:ext cx="762000" cy="1295400"/>
          </a:xfrm>
          <a:prstGeom prst="line">
            <a:avLst/>
          </a:prstGeom>
          <a:noFill/>
          <a:ln w="9525">
            <a:solidFill>
              <a:schemeClr val="tx1"/>
            </a:solidFill>
            <a:round/>
            <a:headEnd/>
            <a:tailEnd type="triangle" w="med" len="med"/>
          </a:ln>
          <a:extLst>
            <a:ext uri="{909E8E84-426E-40dd-AFC4-6F175D3DCCD1}">
              <a14:hiddenFill xmlns:a14="http://schemas.microsoft.com/office/drawing/2010/main" xmlns="">
                <a:noFill/>
              </a14:hiddenFill>
            </a:ext>
          </a:extLst>
        </p:spPr>
        <p:txBody>
          <a:bodyPr wrap="none"/>
          <a:lstStyle/>
          <a:p>
            <a:endParaRPr lang="en-US"/>
          </a:p>
        </p:txBody>
      </p:sp>
      <p:sp>
        <p:nvSpPr>
          <p:cNvPr id="138365" name="Line 230"/>
          <p:cNvSpPr>
            <a:spLocks noChangeShapeType="1"/>
          </p:cNvSpPr>
          <p:nvPr/>
        </p:nvSpPr>
        <p:spPr bwMode="auto">
          <a:xfrm>
            <a:off x="2133600" y="4114800"/>
            <a:ext cx="609600" cy="1143000"/>
          </a:xfrm>
          <a:prstGeom prst="line">
            <a:avLst/>
          </a:prstGeom>
          <a:noFill/>
          <a:ln w="9525">
            <a:solidFill>
              <a:schemeClr val="tx1"/>
            </a:solidFill>
            <a:round/>
            <a:headEnd/>
            <a:tailEnd type="triangle" w="med" len="med"/>
          </a:ln>
          <a:extLst>
            <a:ext uri="{909E8E84-426E-40dd-AFC4-6F175D3DCCD1}">
              <a14:hiddenFill xmlns:a14="http://schemas.microsoft.com/office/drawing/2010/main" xmlns="">
                <a:noFill/>
              </a14:hiddenFill>
            </a:ext>
          </a:extLst>
        </p:spPr>
        <p:txBody>
          <a:bodyPr wrap="none"/>
          <a:lstStyle/>
          <a:p>
            <a:endParaRPr lang="en-US"/>
          </a:p>
        </p:txBody>
      </p:sp>
      <p:sp>
        <p:nvSpPr>
          <p:cNvPr id="138366" name="Line 231"/>
          <p:cNvSpPr>
            <a:spLocks noChangeShapeType="1"/>
          </p:cNvSpPr>
          <p:nvPr/>
        </p:nvSpPr>
        <p:spPr bwMode="auto">
          <a:xfrm flipV="1">
            <a:off x="2133600" y="2590800"/>
            <a:ext cx="838200" cy="3429000"/>
          </a:xfrm>
          <a:prstGeom prst="line">
            <a:avLst/>
          </a:prstGeom>
          <a:noFill/>
          <a:ln w="9525">
            <a:solidFill>
              <a:schemeClr val="tx1"/>
            </a:solidFill>
            <a:round/>
            <a:headEnd/>
            <a:tailEnd type="triangle" w="med" len="med"/>
          </a:ln>
          <a:extLst>
            <a:ext uri="{909E8E84-426E-40dd-AFC4-6F175D3DCCD1}">
              <a14:hiddenFill xmlns:a14="http://schemas.microsoft.com/office/drawing/2010/main" xmlns="">
                <a:noFill/>
              </a14:hiddenFill>
            </a:ext>
          </a:extLst>
        </p:spPr>
        <p:txBody>
          <a:bodyPr wrap="none"/>
          <a:lstStyle/>
          <a:p>
            <a:endParaRPr lang="en-US"/>
          </a:p>
        </p:txBody>
      </p:sp>
      <p:sp>
        <p:nvSpPr>
          <p:cNvPr id="138367" name="Line 232"/>
          <p:cNvSpPr>
            <a:spLocks noChangeShapeType="1"/>
          </p:cNvSpPr>
          <p:nvPr/>
        </p:nvSpPr>
        <p:spPr bwMode="auto">
          <a:xfrm flipV="1">
            <a:off x="2209800" y="4343400"/>
            <a:ext cx="762000" cy="1752600"/>
          </a:xfrm>
          <a:prstGeom prst="line">
            <a:avLst/>
          </a:prstGeom>
          <a:noFill/>
          <a:ln w="9525">
            <a:solidFill>
              <a:schemeClr val="tx1"/>
            </a:solidFill>
            <a:round/>
            <a:headEnd/>
            <a:tailEnd type="triangle" w="med" len="med"/>
          </a:ln>
          <a:extLst>
            <a:ext uri="{909E8E84-426E-40dd-AFC4-6F175D3DCCD1}">
              <a14:hiddenFill xmlns:a14="http://schemas.microsoft.com/office/drawing/2010/main" xmlns="">
                <a:noFill/>
              </a14:hiddenFill>
            </a:ext>
          </a:extLst>
        </p:spPr>
        <p:txBody>
          <a:bodyPr wrap="none"/>
          <a:lstStyle/>
          <a:p>
            <a:endParaRPr lang="en-US"/>
          </a:p>
        </p:txBody>
      </p:sp>
      <p:sp>
        <p:nvSpPr>
          <p:cNvPr id="138368" name="Line 233"/>
          <p:cNvSpPr>
            <a:spLocks noChangeShapeType="1"/>
          </p:cNvSpPr>
          <p:nvPr/>
        </p:nvSpPr>
        <p:spPr bwMode="auto">
          <a:xfrm>
            <a:off x="609600" y="6345238"/>
            <a:ext cx="5410200" cy="0"/>
          </a:xfrm>
          <a:prstGeom prst="line">
            <a:avLst/>
          </a:prstGeom>
          <a:noFill/>
          <a:ln w="9525">
            <a:solidFill>
              <a:schemeClr val="tx1"/>
            </a:solidFill>
            <a:prstDash val="sysDot"/>
            <a:round/>
            <a:headEnd/>
            <a:tailEnd type="triangle" w="med" len="med"/>
          </a:ln>
          <a:extLst>
            <a:ext uri="{909E8E84-426E-40dd-AFC4-6F175D3DCCD1}">
              <a14:hiddenFill xmlns:a14="http://schemas.microsoft.com/office/drawing/2010/main" xmlns="">
                <a:noFill/>
              </a14:hiddenFill>
            </a:ext>
          </a:extLst>
        </p:spPr>
        <p:txBody>
          <a:bodyPr wrap="none"/>
          <a:lstStyle/>
          <a:p>
            <a:endParaRPr lang="en-US"/>
          </a:p>
        </p:txBody>
      </p:sp>
      <p:sp>
        <p:nvSpPr>
          <p:cNvPr id="138369" name="Text Box 234"/>
          <p:cNvSpPr txBox="1">
            <a:spLocks noChangeArrowheads="1"/>
          </p:cNvSpPr>
          <p:nvPr/>
        </p:nvSpPr>
        <p:spPr bwMode="auto">
          <a:xfrm>
            <a:off x="6069013" y="6137275"/>
            <a:ext cx="615950" cy="3667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time</a:t>
            </a:r>
          </a:p>
        </p:txBody>
      </p:sp>
      <p:grpSp>
        <p:nvGrpSpPr>
          <p:cNvPr id="138370" name="Group 235"/>
          <p:cNvGrpSpPr>
            <a:grpSpLocks/>
          </p:cNvGrpSpPr>
          <p:nvPr/>
        </p:nvGrpSpPr>
        <p:grpSpPr bwMode="auto">
          <a:xfrm>
            <a:off x="6632575" y="2911475"/>
            <a:ext cx="2184400" cy="1212850"/>
            <a:chOff x="2352" y="0"/>
            <a:chExt cx="1376" cy="764"/>
          </a:xfrm>
        </p:grpSpPr>
        <p:sp>
          <p:nvSpPr>
            <p:cNvPr id="138386" name="Freeform 236"/>
            <p:cNvSpPr>
              <a:spLocks/>
            </p:cNvSpPr>
            <p:nvPr/>
          </p:nvSpPr>
          <p:spPr bwMode="auto">
            <a:xfrm>
              <a:off x="2352" y="0"/>
              <a:ext cx="1376" cy="764"/>
            </a:xfrm>
            <a:custGeom>
              <a:avLst/>
              <a:gdLst>
                <a:gd name="T0" fmla="*/ 113 w 1376"/>
                <a:gd name="T1" fmla="*/ 348 h 764"/>
                <a:gd name="T2" fmla="*/ 395 w 1376"/>
                <a:gd name="T3" fmla="*/ 162 h 764"/>
                <a:gd name="T4" fmla="*/ 710 w 1376"/>
                <a:gd name="T5" fmla="*/ 9 h 764"/>
                <a:gd name="T6" fmla="*/ 1160 w 1376"/>
                <a:gd name="T7" fmla="*/ 219 h 764"/>
                <a:gd name="T8" fmla="*/ 1367 w 1376"/>
                <a:gd name="T9" fmla="*/ 510 h 764"/>
                <a:gd name="T10" fmla="*/ 1103 w 1376"/>
                <a:gd name="T11" fmla="*/ 726 h 764"/>
                <a:gd name="T12" fmla="*/ 578 w 1376"/>
                <a:gd name="T13" fmla="*/ 738 h 764"/>
                <a:gd name="T14" fmla="*/ 77 w 1376"/>
                <a:gd name="T15" fmla="*/ 630 h 764"/>
                <a:gd name="T16" fmla="*/ 113 w 1376"/>
                <a:gd name="T17" fmla="*/ 348 h 76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376"/>
                <a:gd name="T28" fmla="*/ 0 h 764"/>
                <a:gd name="T29" fmla="*/ 1376 w 1376"/>
                <a:gd name="T30" fmla="*/ 764 h 76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376" h="764">
                  <a:moveTo>
                    <a:pt x="113" y="348"/>
                  </a:moveTo>
                  <a:cubicBezTo>
                    <a:pt x="166" y="270"/>
                    <a:pt x="296" y="218"/>
                    <a:pt x="395" y="162"/>
                  </a:cubicBezTo>
                  <a:cubicBezTo>
                    <a:pt x="494" y="106"/>
                    <a:pt x="583" y="0"/>
                    <a:pt x="710" y="9"/>
                  </a:cubicBezTo>
                  <a:cubicBezTo>
                    <a:pt x="837" y="18"/>
                    <a:pt x="1051" y="136"/>
                    <a:pt x="1160" y="219"/>
                  </a:cubicBezTo>
                  <a:cubicBezTo>
                    <a:pt x="1269" y="302"/>
                    <a:pt x="1376" y="426"/>
                    <a:pt x="1367" y="510"/>
                  </a:cubicBezTo>
                  <a:cubicBezTo>
                    <a:pt x="1358" y="594"/>
                    <a:pt x="1234" y="688"/>
                    <a:pt x="1103" y="726"/>
                  </a:cubicBezTo>
                  <a:cubicBezTo>
                    <a:pt x="972" y="764"/>
                    <a:pt x="749" y="754"/>
                    <a:pt x="578" y="738"/>
                  </a:cubicBezTo>
                  <a:cubicBezTo>
                    <a:pt x="407" y="722"/>
                    <a:pt x="154" y="695"/>
                    <a:pt x="77" y="630"/>
                  </a:cubicBezTo>
                  <a:cubicBezTo>
                    <a:pt x="0" y="565"/>
                    <a:pt x="60" y="426"/>
                    <a:pt x="113" y="348"/>
                  </a:cubicBezTo>
                  <a:close/>
                </a:path>
              </a:pathLst>
            </a:custGeom>
            <a:solidFill>
              <a:srgbClr val="66CCFF"/>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grpSp>
          <p:nvGrpSpPr>
            <p:cNvPr id="138387" name="Group 237"/>
            <p:cNvGrpSpPr>
              <a:grpSpLocks/>
            </p:cNvGrpSpPr>
            <p:nvPr/>
          </p:nvGrpSpPr>
          <p:grpSpPr bwMode="auto">
            <a:xfrm>
              <a:off x="2448" y="70"/>
              <a:ext cx="1161" cy="676"/>
              <a:chOff x="-17" y="1282"/>
              <a:chExt cx="1161" cy="676"/>
            </a:xfrm>
          </p:grpSpPr>
          <p:sp>
            <p:nvSpPr>
              <p:cNvPr id="138388" name="Freeform 238"/>
              <p:cNvSpPr>
                <a:spLocks/>
              </p:cNvSpPr>
              <p:nvPr/>
            </p:nvSpPr>
            <p:spPr bwMode="auto">
              <a:xfrm>
                <a:off x="246" y="1476"/>
                <a:ext cx="222" cy="180"/>
              </a:xfrm>
              <a:custGeom>
                <a:avLst/>
                <a:gdLst>
                  <a:gd name="T0" fmla="*/ 0 w 222"/>
                  <a:gd name="T1" fmla="*/ 180 h 180"/>
                  <a:gd name="T2" fmla="*/ 222 w 222"/>
                  <a:gd name="T3" fmla="*/ 0 h 180"/>
                  <a:gd name="T4" fmla="*/ 0 60000 65536"/>
                  <a:gd name="T5" fmla="*/ 0 60000 65536"/>
                  <a:gd name="T6" fmla="*/ 0 w 222"/>
                  <a:gd name="T7" fmla="*/ 0 h 180"/>
                  <a:gd name="T8" fmla="*/ 222 w 222"/>
                  <a:gd name="T9" fmla="*/ 180 h 180"/>
                </a:gdLst>
                <a:ahLst/>
                <a:cxnLst>
                  <a:cxn ang="T4">
                    <a:pos x="T0" y="T1"/>
                  </a:cxn>
                  <a:cxn ang="T5">
                    <a:pos x="T2" y="T3"/>
                  </a:cxn>
                </a:cxnLst>
                <a:rect l="T6" t="T7" r="T8" b="T9"/>
                <a:pathLst>
                  <a:path w="222" h="180">
                    <a:moveTo>
                      <a:pt x="0" y="180"/>
                    </a:moveTo>
                    <a:lnTo>
                      <a:pt x="222" y="0"/>
                    </a:ln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sp>
            <p:nvSpPr>
              <p:cNvPr id="138389" name="Oval 239"/>
              <p:cNvSpPr>
                <a:spLocks noChangeArrowheads="1"/>
              </p:cNvSpPr>
              <p:nvPr/>
            </p:nvSpPr>
            <p:spPr bwMode="auto">
              <a:xfrm>
                <a:off x="-14" y="1712"/>
                <a:ext cx="313" cy="81"/>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38390" name="Line 240"/>
              <p:cNvSpPr>
                <a:spLocks noChangeShapeType="1"/>
              </p:cNvSpPr>
              <p:nvPr/>
            </p:nvSpPr>
            <p:spPr bwMode="auto">
              <a:xfrm>
                <a:off x="-14" y="1705"/>
                <a:ext cx="1"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38391" name="Line 241"/>
              <p:cNvSpPr>
                <a:spLocks noChangeShapeType="1"/>
              </p:cNvSpPr>
              <p:nvPr/>
            </p:nvSpPr>
            <p:spPr bwMode="auto">
              <a:xfrm>
                <a:off x="299" y="1705"/>
                <a:ext cx="1"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38392" name="Rectangle 242"/>
              <p:cNvSpPr>
                <a:spLocks noChangeArrowheads="1"/>
              </p:cNvSpPr>
              <p:nvPr/>
            </p:nvSpPr>
            <p:spPr bwMode="auto">
              <a:xfrm>
                <a:off x="-14" y="1705"/>
                <a:ext cx="310" cy="49"/>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sz="2400"/>
              </a:p>
            </p:txBody>
          </p:sp>
          <p:sp>
            <p:nvSpPr>
              <p:cNvPr id="138393" name="Oval 243"/>
              <p:cNvSpPr>
                <a:spLocks noChangeArrowheads="1"/>
              </p:cNvSpPr>
              <p:nvPr/>
            </p:nvSpPr>
            <p:spPr bwMode="auto">
              <a:xfrm>
                <a:off x="-17" y="1646"/>
                <a:ext cx="313" cy="95"/>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38394" name="Freeform 244"/>
              <p:cNvSpPr>
                <a:spLocks/>
              </p:cNvSpPr>
              <p:nvPr/>
            </p:nvSpPr>
            <p:spPr bwMode="auto">
              <a:xfrm>
                <a:off x="651" y="1476"/>
                <a:ext cx="216" cy="189"/>
              </a:xfrm>
              <a:custGeom>
                <a:avLst/>
                <a:gdLst>
                  <a:gd name="T0" fmla="*/ 0 w 216"/>
                  <a:gd name="T1" fmla="*/ 0 h 189"/>
                  <a:gd name="T2" fmla="*/ 216 w 216"/>
                  <a:gd name="T3" fmla="*/ 189 h 189"/>
                  <a:gd name="T4" fmla="*/ 0 60000 65536"/>
                  <a:gd name="T5" fmla="*/ 0 60000 65536"/>
                  <a:gd name="T6" fmla="*/ 0 w 216"/>
                  <a:gd name="T7" fmla="*/ 0 h 189"/>
                  <a:gd name="T8" fmla="*/ 216 w 216"/>
                  <a:gd name="T9" fmla="*/ 189 h 189"/>
                </a:gdLst>
                <a:ahLst/>
                <a:cxnLst>
                  <a:cxn ang="T4">
                    <a:pos x="T0" y="T1"/>
                  </a:cxn>
                  <a:cxn ang="T5">
                    <a:pos x="T2" y="T3"/>
                  </a:cxn>
                </a:cxnLst>
                <a:rect l="T6" t="T7" r="T8" b="T9"/>
                <a:pathLst>
                  <a:path w="216" h="189">
                    <a:moveTo>
                      <a:pt x="0" y="0"/>
                    </a:moveTo>
                    <a:lnTo>
                      <a:pt x="216" y="189"/>
                    </a:ln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sp>
            <p:nvSpPr>
              <p:cNvPr id="138395" name="Freeform 245"/>
              <p:cNvSpPr>
                <a:spLocks/>
              </p:cNvSpPr>
              <p:nvPr/>
            </p:nvSpPr>
            <p:spPr bwMode="auto">
              <a:xfrm>
                <a:off x="303" y="1740"/>
                <a:ext cx="540" cy="3"/>
              </a:xfrm>
              <a:custGeom>
                <a:avLst/>
                <a:gdLst>
                  <a:gd name="T0" fmla="*/ 540 w 540"/>
                  <a:gd name="T1" fmla="*/ 3 h 3"/>
                  <a:gd name="T2" fmla="*/ 0 w 540"/>
                  <a:gd name="T3" fmla="*/ 0 h 3"/>
                  <a:gd name="T4" fmla="*/ 0 60000 65536"/>
                  <a:gd name="T5" fmla="*/ 0 60000 65536"/>
                  <a:gd name="T6" fmla="*/ 0 w 540"/>
                  <a:gd name="T7" fmla="*/ 0 h 3"/>
                  <a:gd name="T8" fmla="*/ 540 w 540"/>
                  <a:gd name="T9" fmla="*/ 3 h 3"/>
                </a:gdLst>
                <a:ahLst/>
                <a:cxnLst>
                  <a:cxn ang="T4">
                    <a:pos x="T0" y="T1"/>
                  </a:cxn>
                  <a:cxn ang="T5">
                    <a:pos x="T2" y="T3"/>
                  </a:cxn>
                </a:cxnLst>
                <a:rect l="T6" t="T7" r="T8" b="T9"/>
                <a:pathLst>
                  <a:path w="540" h="3">
                    <a:moveTo>
                      <a:pt x="540" y="3"/>
                    </a:moveTo>
                    <a:lnTo>
                      <a:pt x="0" y="0"/>
                    </a:ln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grpSp>
            <p:nvGrpSpPr>
              <p:cNvPr id="138396" name="Group 246"/>
              <p:cNvGrpSpPr>
                <a:grpSpLocks/>
              </p:cNvGrpSpPr>
              <p:nvPr/>
            </p:nvGrpSpPr>
            <p:grpSpPr bwMode="auto">
              <a:xfrm>
                <a:off x="39" y="1594"/>
                <a:ext cx="196" cy="250"/>
                <a:chOff x="2959" y="2425"/>
                <a:chExt cx="197" cy="250"/>
              </a:xfrm>
            </p:grpSpPr>
            <p:sp>
              <p:nvSpPr>
                <p:cNvPr id="138418" name="Rectangle 247"/>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p>
              </p:txBody>
            </p:sp>
            <p:sp>
              <p:nvSpPr>
                <p:cNvPr id="138419" name="Text Box 248"/>
                <p:cNvSpPr txBox="1">
                  <a:spLocks noChangeArrowheads="1"/>
                </p:cNvSpPr>
                <p:nvPr/>
              </p:nvSpPr>
              <p:spPr bwMode="auto">
                <a:xfrm>
                  <a:off x="2959" y="2425"/>
                  <a:ext cx="197" cy="2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2000"/>
                    <a:t>x</a:t>
                  </a:r>
                  <a:endParaRPr lang="en-US"/>
                </a:p>
              </p:txBody>
            </p:sp>
          </p:grpSp>
          <p:grpSp>
            <p:nvGrpSpPr>
              <p:cNvPr id="138397" name="Group 249"/>
              <p:cNvGrpSpPr>
                <a:grpSpLocks/>
              </p:cNvGrpSpPr>
              <p:nvPr/>
            </p:nvGrpSpPr>
            <p:grpSpPr bwMode="auto">
              <a:xfrm>
                <a:off x="828" y="1576"/>
                <a:ext cx="316" cy="288"/>
                <a:chOff x="1740" y="2272"/>
                <a:chExt cx="316" cy="288"/>
              </a:xfrm>
            </p:grpSpPr>
            <p:sp>
              <p:nvSpPr>
                <p:cNvPr id="138410" name="Oval 250"/>
                <p:cNvSpPr>
                  <a:spLocks noChangeArrowheads="1"/>
                </p:cNvSpPr>
                <p:nvPr/>
              </p:nvSpPr>
              <p:spPr bwMode="auto">
                <a:xfrm>
                  <a:off x="1743" y="2420"/>
                  <a:ext cx="313" cy="81"/>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38411" name="Line 251"/>
                <p:cNvSpPr>
                  <a:spLocks noChangeShapeType="1"/>
                </p:cNvSpPr>
                <p:nvPr/>
              </p:nvSpPr>
              <p:spPr bwMode="auto">
                <a:xfrm>
                  <a:off x="1743" y="2413"/>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38412" name="Line 252"/>
                <p:cNvSpPr>
                  <a:spLocks noChangeShapeType="1"/>
                </p:cNvSpPr>
                <p:nvPr/>
              </p:nvSpPr>
              <p:spPr bwMode="auto">
                <a:xfrm>
                  <a:off x="2056" y="2413"/>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38413" name="Rectangle 253"/>
                <p:cNvSpPr>
                  <a:spLocks noChangeArrowheads="1"/>
                </p:cNvSpPr>
                <p:nvPr/>
              </p:nvSpPr>
              <p:spPr bwMode="auto">
                <a:xfrm>
                  <a:off x="1743" y="2413"/>
                  <a:ext cx="310" cy="49"/>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sz="2400"/>
                </a:p>
              </p:txBody>
            </p:sp>
            <p:sp>
              <p:nvSpPr>
                <p:cNvPr id="138414" name="Oval 254"/>
                <p:cNvSpPr>
                  <a:spLocks noChangeArrowheads="1"/>
                </p:cNvSpPr>
                <p:nvPr/>
              </p:nvSpPr>
              <p:spPr bwMode="auto">
                <a:xfrm>
                  <a:off x="1740" y="2354"/>
                  <a:ext cx="313" cy="95"/>
                </a:xfrm>
                <a:prstGeom prst="ellipse">
                  <a:avLst/>
                </a:prstGeom>
                <a:solidFill>
                  <a:schemeClr val="hlink"/>
                </a:solidFill>
                <a:ln w="12700">
                  <a:solidFill>
                    <a:schemeClr val="tx1"/>
                  </a:solidFill>
                  <a:round/>
                  <a:headEnd/>
                  <a:tailEnd/>
                </a:ln>
              </p:spPr>
              <p:txBody>
                <a:bodyPr wrap="none" anchor="ctr"/>
                <a:lstStyle/>
                <a:p>
                  <a:endParaRPr lang="en-US"/>
                </a:p>
              </p:txBody>
            </p:sp>
            <p:grpSp>
              <p:nvGrpSpPr>
                <p:cNvPr id="138415" name="Group 255"/>
                <p:cNvGrpSpPr>
                  <a:grpSpLocks/>
                </p:cNvGrpSpPr>
                <p:nvPr/>
              </p:nvGrpSpPr>
              <p:grpSpPr bwMode="auto">
                <a:xfrm>
                  <a:off x="1795" y="2272"/>
                  <a:ext cx="212" cy="288"/>
                  <a:chOff x="2951" y="2395"/>
                  <a:chExt cx="213" cy="288"/>
                </a:xfrm>
              </p:grpSpPr>
              <p:sp>
                <p:nvSpPr>
                  <p:cNvPr id="138416" name="Rectangle 256"/>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p>
                </p:txBody>
              </p:sp>
              <p:sp>
                <p:nvSpPr>
                  <p:cNvPr id="138417" name="Text Box 257"/>
                  <p:cNvSpPr txBox="1">
                    <a:spLocks noChangeArrowheads="1"/>
                  </p:cNvSpPr>
                  <p:nvPr/>
                </p:nvSpPr>
                <p:spPr bwMode="auto">
                  <a:xfrm>
                    <a:off x="2951" y="2395"/>
                    <a:ext cx="213" cy="2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a:t>z</a:t>
                    </a:r>
                  </a:p>
                </p:txBody>
              </p:sp>
            </p:grpSp>
          </p:grpSp>
          <p:sp>
            <p:nvSpPr>
              <p:cNvPr id="138398" name="Text Box 258"/>
              <p:cNvSpPr txBox="1">
                <a:spLocks noChangeArrowheads="1"/>
              </p:cNvSpPr>
              <p:nvPr/>
            </p:nvSpPr>
            <p:spPr bwMode="auto">
              <a:xfrm>
                <a:off x="724" y="1397"/>
                <a:ext cx="196"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t>1</a:t>
                </a:r>
                <a:endParaRPr lang="en-US"/>
              </a:p>
            </p:txBody>
          </p:sp>
          <p:sp>
            <p:nvSpPr>
              <p:cNvPr id="138399" name="Text Box 259"/>
              <p:cNvSpPr txBox="1">
                <a:spLocks noChangeArrowheads="1"/>
              </p:cNvSpPr>
              <p:nvPr/>
            </p:nvSpPr>
            <p:spPr bwMode="auto">
              <a:xfrm>
                <a:off x="196" y="1394"/>
                <a:ext cx="196"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t>2</a:t>
                </a:r>
                <a:endParaRPr lang="en-US"/>
              </a:p>
            </p:txBody>
          </p:sp>
          <p:sp>
            <p:nvSpPr>
              <p:cNvPr id="138400" name="Text Box 260"/>
              <p:cNvSpPr txBox="1">
                <a:spLocks noChangeArrowheads="1"/>
              </p:cNvSpPr>
              <p:nvPr/>
            </p:nvSpPr>
            <p:spPr bwMode="auto">
              <a:xfrm>
                <a:off x="481" y="1727"/>
                <a:ext cx="196"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t>7</a:t>
                </a:r>
                <a:endParaRPr lang="en-US"/>
              </a:p>
            </p:txBody>
          </p:sp>
          <p:grpSp>
            <p:nvGrpSpPr>
              <p:cNvPr id="138401" name="Group 261"/>
              <p:cNvGrpSpPr>
                <a:grpSpLocks/>
              </p:cNvGrpSpPr>
              <p:nvPr/>
            </p:nvGrpSpPr>
            <p:grpSpPr bwMode="auto">
              <a:xfrm>
                <a:off x="408" y="1282"/>
                <a:ext cx="316" cy="250"/>
                <a:chOff x="1740" y="2302"/>
                <a:chExt cx="316" cy="250"/>
              </a:xfrm>
            </p:grpSpPr>
            <p:sp>
              <p:nvSpPr>
                <p:cNvPr id="138402" name="Oval 262"/>
                <p:cNvSpPr>
                  <a:spLocks noChangeArrowheads="1"/>
                </p:cNvSpPr>
                <p:nvPr/>
              </p:nvSpPr>
              <p:spPr bwMode="auto">
                <a:xfrm>
                  <a:off x="1743" y="2420"/>
                  <a:ext cx="313" cy="81"/>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38403" name="Line 263"/>
                <p:cNvSpPr>
                  <a:spLocks noChangeShapeType="1"/>
                </p:cNvSpPr>
                <p:nvPr/>
              </p:nvSpPr>
              <p:spPr bwMode="auto">
                <a:xfrm>
                  <a:off x="1743" y="2413"/>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38404" name="Line 264"/>
                <p:cNvSpPr>
                  <a:spLocks noChangeShapeType="1"/>
                </p:cNvSpPr>
                <p:nvPr/>
              </p:nvSpPr>
              <p:spPr bwMode="auto">
                <a:xfrm>
                  <a:off x="2056" y="2413"/>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38405" name="Rectangle 265"/>
                <p:cNvSpPr>
                  <a:spLocks noChangeArrowheads="1"/>
                </p:cNvSpPr>
                <p:nvPr/>
              </p:nvSpPr>
              <p:spPr bwMode="auto">
                <a:xfrm>
                  <a:off x="1743" y="2413"/>
                  <a:ext cx="310" cy="49"/>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sz="2400"/>
                </a:p>
              </p:txBody>
            </p:sp>
            <p:sp>
              <p:nvSpPr>
                <p:cNvPr id="138406" name="Oval 266"/>
                <p:cNvSpPr>
                  <a:spLocks noChangeArrowheads="1"/>
                </p:cNvSpPr>
                <p:nvPr/>
              </p:nvSpPr>
              <p:spPr bwMode="auto">
                <a:xfrm>
                  <a:off x="1740" y="2354"/>
                  <a:ext cx="313" cy="95"/>
                </a:xfrm>
                <a:prstGeom prst="ellipse">
                  <a:avLst/>
                </a:prstGeom>
                <a:solidFill>
                  <a:schemeClr val="hlink"/>
                </a:solidFill>
                <a:ln w="12700">
                  <a:solidFill>
                    <a:schemeClr val="tx1"/>
                  </a:solidFill>
                  <a:round/>
                  <a:headEnd/>
                  <a:tailEnd/>
                </a:ln>
              </p:spPr>
              <p:txBody>
                <a:bodyPr wrap="none" anchor="ctr"/>
                <a:lstStyle/>
                <a:p>
                  <a:endParaRPr lang="en-US"/>
                </a:p>
              </p:txBody>
            </p:sp>
            <p:grpSp>
              <p:nvGrpSpPr>
                <p:cNvPr id="138407" name="Group 267"/>
                <p:cNvGrpSpPr>
                  <a:grpSpLocks/>
                </p:cNvGrpSpPr>
                <p:nvPr/>
              </p:nvGrpSpPr>
              <p:grpSpPr bwMode="auto">
                <a:xfrm>
                  <a:off x="1803" y="2302"/>
                  <a:ext cx="196" cy="250"/>
                  <a:chOff x="2958" y="2425"/>
                  <a:chExt cx="198" cy="250"/>
                </a:xfrm>
              </p:grpSpPr>
              <p:sp>
                <p:nvSpPr>
                  <p:cNvPr id="138408" name="Rectangle 268"/>
                  <p:cNvSpPr>
                    <a:spLocks noChangeArrowheads="1"/>
                  </p:cNvSpPr>
                  <p:nvPr/>
                </p:nvSpPr>
                <p:spPr bwMode="auto">
                  <a:xfrm>
                    <a:off x="2982" y="2490"/>
                    <a:ext cx="142" cy="132"/>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p>
                </p:txBody>
              </p:sp>
              <p:sp>
                <p:nvSpPr>
                  <p:cNvPr id="138409" name="Text Box 269"/>
                  <p:cNvSpPr txBox="1">
                    <a:spLocks noChangeArrowheads="1"/>
                  </p:cNvSpPr>
                  <p:nvPr/>
                </p:nvSpPr>
                <p:spPr bwMode="auto">
                  <a:xfrm>
                    <a:off x="2958" y="2425"/>
                    <a:ext cx="198" cy="2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2000"/>
                      <a:t>y</a:t>
                    </a:r>
                    <a:endParaRPr lang="en-US"/>
                  </a:p>
                </p:txBody>
              </p:sp>
            </p:grpSp>
          </p:grpSp>
        </p:grpSp>
      </p:grpSp>
      <p:sp>
        <p:nvSpPr>
          <p:cNvPr id="138371" name="Text Box 270"/>
          <p:cNvSpPr txBox="1">
            <a:spLocks noChangeArrowheads="1"/>
          </p:cNvSpPr>
          <p:nvPr/>
        </p:nvSpPr>
        <p:spPr bwMode="auto">
          <a:xfrm>
            <a:off x="263525" y="1104900"/>
            <a:ext cx="920750" cy="558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eaLnBrk="1" hangingPunct="1">
              <a:lnSpc>
                <a:spcPct val="85000"/>
              </a:lnSpc>
            </a:pPr>
            <a:r>
              <a:rPr lang="en-US" sz="1800" b="1">
                <a:solidFill>
                  <a:srgbClr val="CC0000"/>
                </a:solidFill>
              </a:rPr>
              <a:t>node x</a:t>
            </a:r>
          </a:p>
          <a:p>
            <a:pPr algn="r" eaLnBrk="1" hangingPunct="1">
              <a:lnSpc>
                <a:spcPct val="85000"/>
              </a:lnSpc>
            </a:pPr>
            <a:r>
              <a:rPr lang="en-US" sz="1800" b="1">
                <a:solidFill>
                  <a:srgbClr val="CC0000"/>
                </a:solidFill>
              </a:rPr>
              <a:t>table</a:t>
            </a:r>
          </a:p>
        </p:txBody>
      </p:sp>
      <p:sp>
        <p:nvSpPr>
          <p:cNvPr id="138372" name="Oval 271"/>
          <p:cNvSpPr>
            <a:spLocks noChangeArrowheads="1"/>
          </p:cNvSpPr>
          <p:nvPr/>
        </p:nvSpPr>
        <p:spPr bwMode="auto">
          <a:xfrm>
            <a:off x="1219200" y="1676400"/>
            <a:ext cx="1066800" cy="381000"/>
          </a:xfrm>
          <a:prstGeom prst="ellipse">
            <a:avLst/>
          </a:prstGeom>
          <a:noFill/>
          <a:ln w="9525">
            <a:solidFill>
              <a:srgbClr val="FF0000"/>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sp>
        <p:nvSpPr>
          <p:cNvPr id="138373" name="Oval 272"/>
          <p:cNvSpPr>
            <a:spLocks noChangeArrowheads="1"/>
          </p:cNvSpPr>
          <p:nvPr/>
        </p:nvSpPr>
        <p:spPr bwMode="auto">
          <a:xfrm>
            <a:off x="1219200" y="3733800"/>
            <a:ext cx="1066800" cy="381000"/>
          </a:xfrm>
          <a:prstGeom prst="ellipse">
            <a:avLst/>
          </a:prstGeom>
          <a:noFill/>
          <a:ln w="9525">
            <a:solidFill>
              <a:srgbClr val="FF0000"/>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sp>
        <p:nvSpPr>
          <p:cNvPr id="138374" name="Oval 273"/>
          <p:cNvSpPr>
            <a:spLocks noChangeArrowheads="1"/>
          </p:cNvSpPr>
          <p:nvPr/>
        </p:nvSpPr>
        <p:spPr bwMode="auto">
          <a:xfrm>
            <a:off x="1219200" y="5943600"/>
            <a:ext cx="1066800" cy="381000"/>
          </a:xfrm>
          <a:prstGeom prst="ellipse">
            <a:avLst/>
          </a:prstGeom>
          <a:noFill/>
          <a:ln w="9525">
            <a:solidFill>
              <a:srgbClr val="FF0000"/>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sp>
        <p:nvSpPr>
          <p:cNvPr id="138375" name="Oval 274"/>
          <p:cNvSpPr>
            <a:spLocks noChangeArrowheads="1"/>
          </p:cNvSpPr>
          <p:nvPr/>
        </p:nvSpPr>
        <p:spPr bwMode="auto">
          <a:xfrm>
            <a:off x="3297238" y="1676400"/>
            <a:ext cx="1066800" cy="381000"/>
          </a:xfrm>
          <a:prstGeom prst="ellipse">
            <a:avLst/>
          </a:prstGeom>
          <a:noFill/>
          <a:ln w="9525">
            <a:solidFill>
              <a:srgbClr val="FF0000"/>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sp>
        <p:nvSpPr>
          <p:cNvPr id="138376" name="Rectangle 275"/>
          <p:cNvSpPr>
            <a:spLocks noChangeArrowheads="1"/>
          </p:cNvSpPr>
          <p:nvPr/>
        </p:nvSpPr>
        <p:spPr bwMode="auto">
          <a:xfrm>
            <a:off x="1590675" y="187325"/>
            <a:ext cx="4318000" cy="6413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nchor="ctr">
            <a:spAutoFit/>
          </a:bodyPr>
          <a:lstStyle/>
          <a:p>
            <a:pPr algn="just"/>
            <a:r>
              <a:rPr lang="fr-FR">
                <a:solidFill>
                  <a:srgbClr val="000000"/>
                </a:solidFill>
                <a:cs typeface="Times New Roman" charset="0"/>
              </a:rPr>
              <a:t>D</a:t>
            </a:r>
            <a:r>
              <a:rPr lang="fr-FR" baseline="-25000">
                <a:solidFill>
                  <a:srgbClr val="000000"/>
                </a:solidFill>
                <a:cs typeface="Times New Roman" charset="0"/>
              </a:rPr>
              <a:t>x</a:t>
            </a:r>
            <a:r>
              <a:rPr lang="fr-FR">
                <a:solidFill>
                  <a:srgbClr val="000000"/>
                </a:solidFill>
                <a:cs typeface="Times New Roman" charset="0"/>
              </a:rPr>
              <a:t>(y) = min{c(x,y) + D</a:t>
            </a:r>
            <a:r>
              <a:rPr lang="fr-FR" baseline="-25000">
                <a:solidFill>
                  <a:srgbClr val="000000"/>
                </a:solidFill>
                <a:cs typeface="Times New Roman" charset="0"/>
              </a:rPr>
              <a:t>y</a:t>
            </a:r>
            <a:r>
              <a:rPr lang="fr-FR">
                <a:solidFill>
                  <a:srgbClr val="000000"/>
                </a:solidFill>
                <a:cs typeface="Times New Roman" charset="0"/>
              </a:rPr>
              <a:t>(y), c(x,z) + D</a:t>
            </a:r>
            <a:r>
              <a:rPr lang="fr-FR" baseline="-25000">
                <a:solidFill>
                  <a:srgbClr val="000000"/>
                </a:solidFill>
                <a:cs typeface="Times New Roman" charset="0"/>
              </a:rPr>
              <a:t>z</a:t>
            </a:r>
            <a:r>
              <a:rPr lang="fr-FR">
                <a:solidFill>
                  <a:srgbClr val="000000"/>
                </a:solidFill>
                <a:cs typeface="Times New Roman" charset="0"/>
              </a:rPr>
              <a:t>(y)} </a:t>
            </a:r>
            <a:br>
              <a:rPr lang="fr-FR">
                <a:solidFill>
                  <a:srgbClr val="000000"/>
                </a:solidFill>
                <a:cs typeface="Times New Roman" charset="0"/>
              </a:rPr>
            </a:br>
            <a:r>
              <a:rPr lang="fr-FR">
                <a:solidFill>
                  <a:srgbClr val="000000"/>
                </a:solidFill>
                <a:cs typeface="Times New Roman" charset="0"/>
              </a:rPr>
              <a:t>             = min{2+0 , 7+1} = 2</a:t>
            </a:r>
          </a:p>
        </p:txBody>
      </p:sp>
      <p:sp>
        <p:nvSpPr>
          <p:cNvPr id="138377" name="Line 276"/>
          <p:cNvSpPr>
            <a:spLocks noChangeShapeType="1"/>
          </p:cNvSpPr>
          <p:nvPr/>
        </p:nvSpPr>
        <p:spPr bwMode="auto">
          <a:xfrm flipH="1">
            <a:off x="3760788" y="809625"/>
            <a:ext cx="809625" cy="966788"/>
          </a:xfrm>
          <a:prstGeom prst="line">
            <a:avLst/>
          </a:prstGeom>
          <a:noFill/>
          <a:ln w="12700">
            <a:solidFill>
              <a:schemeClr val="accent2"/>
            </a:solidFill>
            <a:round/>
            <a:headEnd/>
            <a:tailEnd type="triangle" w="med" len="med"/>
          </a:ln>
          <a:extLst>
            <a:ext uri="{909E8E84-426E-40dd-AFC4-6F175D3DCCD1}">
              <a14:hiddenFill xmlns:a14="http://schemas.microsoft.com/office/drawing/2010/main" xmlns="">
                <a:noFill/>
              </a14:hiddenFill>
            </a:ext>
          </a:extLst>
        </p:spPr>
        <p:txBody>
          <a:bodyPr wrap="none"/>
          <a:lstStyle/>
          <a:p>
            <a:endParaRPr lang="en-US"/>
          </a:p>
        </p:txBody>
      </p:sp>
      <p:sp>
        <p:nvSpPr>
          <p:cNvPr id="138378" name="Rectangle 277"/>
          <p:cNvSpPr>
            <a:spLocks noChangeArrowheads="1"/>
          </p:cNvSpPr>
          <p:nvPr/>
        </p:nvSpPr>
        <p:spPr bwMode="auto">
          <a:xfrm>
            <a:off x="6384925" y="28575"/>
            <a:ext cx="2667000" cy="10826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nchor="ctr">
            <a:spAutoFit/>
          </a:bodyPr>
          <a:lstStyle/>
          <a:p>
            <a:pPr algn="just">
              <a:lnSpc>
                <a:spcPct val="120000"/>
              </a:lnSpc>
            </a:pPr>
            <a:r>
              <a:rPr lang="fr-FR" i="1"/>
              <a:t>D</a:t>
            </a:r>
            <a:r>
              <a:rPr lang="fr-FR" i="1" baseline="-25000"/>
              <a:t>x</a:t>
            </a:r>
            <a:r>
              <a:rPr lang="fr-FR" i="1"/>
              <a:t>(z) = </a:t>
            </a:r>
            <a:r>
              <a:rPr lang="fr-FR"/>
              <a:t>min{</a:t>
            </a:r>
            <a:r>
              <a:rPr lang="fr-FR" i="1"/>
              <a:t>c(x,y) + </a:t>
            </a:r>
            <a:br>
              <a:rPr lang="fr-FR" i="1"/>
            </a:br>
            <a:r>
              <a:rPr lang="fr-FR" i="1"/>
              <a:t>      D</a:t>
            </a:r>
            <a:r>
              <a:rPr lang="fr-FR" i="1" baseline="-25000"/>
              <a:t>y</a:t>
            </a:r>
            <a:r>
              <a:rPr lang="fr-FR" i="1"/>
              <a:t>(z), c(x,z) + D</a:t>
            </a:r>
            <a:r>
              <a:rPr lang="fr-FR" i="1" baseline="-25000"/>
              <a:t>z</a:t>
            </a:r>
            <a:r>
              <a:rPr lang="fr-FR" i="1"/>
              <a:t>(z)</a:t>
            </a:r>
            <a:r>
              <a:rPr lang="fr-FR"/>
              <a:t>} </a:t>
            </a:r>
          </a:p>
          <a:p>
            <a:pPr algn="just">
              <a:lnSpc>
                <a:spcPct val="120000"/>
              </a:lnSpc>
            </a:pPr>
            <a:r>
              <a:rPr lang="fr-FR"/>
              <a:t>= min{2+1 , 7+0} = 3</a:t>
            </a:r>
          </a:p>
        </p:txBody>
      </p:sp>
      <p:sp>
        <p:nvSpPr>
          <p:cNvPr id="138379" name="Line 278"/>
          <p:cNvSpPr>
            <a:spLocks noChangeShapeType="1"/>
          </p:cNvSpPr>
          <p:nvPr/>
        </p:nvSpPr>
        <p:spPr bwMode="auto">
          <a:xfrm flipH="1">
            <a:off x="4179888" y="482600"/>
            <a:ext cx="2586037" cy="1333500"/>
          </a:xfrm>
          <a:prstGeom prst="line">
            <a:avLst/>
          </a:prstGeom>
          <a:noFill/>
          <a:ln w="9525">
            <a:solidFill>
              <a:schemeClr val="accent2"/>
            </a:solidFill>
            <a:round/>
            <a:headEnd/>
            <a:tailEnd type="triangle" w="med" len="med"/>
          </a:ln>
          <a:extLst>
            <a:ext uri="{909E8E84-426E-40dd-AFC4-6F175D3DCCD1}">
              <a14:hiddenFill xmlns:a14="http://schemas.microsoft.com/office/drawing/2010/main" xmlns="">
                <a:noFill/>
              </a14:hiddenFill>
            </a:ext>
          </a:extLst>
        </p:spPr>
        <p:txBody>
          <a:bodyPr wrap="none"/>
          <a:lstStyle/>
          <a:p>
            <a:endParaRPr lang="en-US"/>
          </a:p>
        </p:txBody>
      </p:sp>
      <p:sp>
        <p:nvSpPr>
          <p:cNvPr id="138380" name="Text Box 279"/>
          <p:cNvSpPr txBox="1">
            <a:spLocks noChangeArrowheads="1"/>
          </p:cNvSpPr>
          <p:nvPr/>
        </p:nvSpPr>
        <p:spPr bwMode="auto">
          <a:xfrm>
            <a:off x="3922713" y="1674813"/>
            <a:ext cx="3111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3</a:t>
            </a:r>
          </a:p>
        </p:txBody>
      </p:sp>
      <p:sp>
        <p:nvSpPr>
          <p:cNvPr id="138381" name="Text Box 280"/>
          <p:cNvSpPr txBox="1">
            <a:spLocks noChangeArrowheads="1"/>
          </p:cNvSpPr>
          <p:nvPr/>
        </p:nvSpPr>
        <p:spPr bwMode="auto">
          <a:xfrm>
            <a:off x="3579813" y="1679575"/>
            <a:ext cx="342900" cy="3667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2 </a:t>
            </a:r>
          </a:p>
        </p:txBody>
      </p:sp>
      <p:sp>
        <p:nvSpPr>
          <p:cNvPr id="138382" name="Text Box 281"/>
          <p:cNvSpPr txBox="1">
            <a:spLocks noChangeArrowheads="1"/>
          </p:cNvSpPr>
          <p:nvPr/>
        </p:nvSpPr>
        <p:spPr bwMode="auto">
          <a:xfrm>
            <a:off x="292100" y="2851150"/>
            <a:ext cx="920750" cy="558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eaLnBrk="1" hangingPunct="1">
              <a:lnSpc>
                <a:spcPct val="85000"/>
              </a:lnSpc>
            </a:pPr>
            <a:r>
              <a:rPr lang="en-US" sz="1800" b="1">
                <a:solidFill>
                  <a:srgbClr val="CC0000"/>
                </a:solidFill>
              </a:rPr>
              <a:t>node y</a:t>
            </a:r>
          </a:p>
          <a:p>
            <a:pPr algn="r" eaLnBrk="1" hangingPunct="1">
              <a:lnSpc>
                <a:spcPct val="85000"/>
              </a:lnSpc>
            </a:pPr>
            <a:r>
              <a:rPr lang="en-US" sz="1800" b="1">
                <a:solidFill>
                  <a:srgbClr val="CC0000"/>
                </a:solidFill>
              </a:rPr>
              <a:t>table</a:t>
            </a:r>
          </a:p>
        </p:txBody>
      </p:sp>
      <p:sp>
        <p:nvSpPr>
          <p:cNvPr id="138383" name="Text Box 282"/>
          <p:cNvSpPr txBox="1">
            <a:spLocks noChangeArrowheads="1"/>
          </p:cNvSpPr>
          <p:nvPr/>
        </p:nvSpPr>
        <p:spPr bwMode="auto">
          <a:xfrm>
            <a:off x="311150" y="4699000"/>
            <a:ext cx="908050" cy="558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eaLnBrk="1" hangingPunct="1">
              <a:lnSpc>
                <a:spcPct val="85000"/>
              </a:lnSpc>
            </a:pPr>
            <a:r>
              <a:rPr lang="en-US" sz="1800" b="1">
                <a:solidFill>
                  <a:srgbClr val="CC0000"/>
                </a:solidFill>
              </a:rPr>
              <a:t>node z</a:t>
            </a:r>
          </a:p>
          <a:p>
            <a:pPr algn="r" eaLnBrk="1" hangingPunct="1">
              <a:lnSpc>
                <a:spcPct val="85000"/>
              </a:lnSpc>
            </a:pPr>
            <a:r>
              <a:rPr lang="en-US" sz="1800" b="1">
                <a:solidFill>
                  <a:srgbClr val="CC0000"/>
                </a:solidFill>
              </a:rPr>
              <a:t>table</a:t>
            </a:r>
          </a:p>
        </p:txBody>
      </p:sp>
      <p:sp>
        <p:nvSpPr>
          <p:cNvPr id="138384" name="Text Box 283"/>
          <p:cNvSpPr txBox="1">
            <a:spLocks noChangeArrowheads="1"/>
          </p:cNvSpPr>
          <p:nvPr/>
        </p:nvSpPr>
        <p:spPr bwMode="auto">
          <a:xfrm>
            <a:off x="3413125" y="1143000"/>
            <a:ext cx="706438" cy="30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400" i="1"/>
              <a:t>cost to</a:t>
            </a:r>
          </a:p>
        </p:txBody>
      </p:sp>
      <p:sp>
        <p:nvSpPr>
          <p:cNvPr id="138385" name="Text Box 284"/>
          <p:cNvSpPr txBox="1">
            <a:spLocks noChangeArrowheads="1"/>
          </p:cNvSpPr>
          <p:nvPr/>
        </p:nvSpPr>
        <p:spPr bwMode="auto">
          <a:xfrm rot="-5400000">
            <a:off x="561182" y="2067719"/>
            <a:ext cx="538162" cy="30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400" i="1"/>
              <a:t>from</a:t>
            </a:r>
          </a:p>
        </p:txBody>
      </p:sp>
      <p:sp>
        <p:nvSpPr>
          <p:cNvPr id="181" name="Slide Number Placeholder 5"/>
          <p:cNvSpPr>
            <a:spLocks noGrp="1"/>
          </p:cNvSpPr>
          <p:nvPr>
            <p:ph type="sldNum" sz="quarter" idx="12"/>
          </p:nvPr>
        </p:nvSpPr>
        <p:spPr>
          <a:xfrm>
            <a:off x="8456154" y="6475895"/>
            <a:ext cx="548655" cy="272319"/>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200" dirty="0">
                <a:latin typeface="Tahoma" charset="0"/>
              </a:rPr>
              <a:t>5-</a:t>
            </a:r>
            <a:fld id="{8E8C6E93-DF5B-BC4B-80F9-500DED1EEDCC}" type="slidenum">
              <a:rPr lang="en-US" sz="1200">
                <a:latin typeface="Tahoma" charset="0"/>
              </a:rPr>
              <a:pPr/>
              <a:t>57</a:t>
            </a:fld>
            <a:endParaRPr lang="en-US" sz="1200" dirty="0">
              <a:latin typeface="Tahoma" charset="0"/>
            </a:endParaRPr>
          </a:p>
        </p:txBody>
      </p:sp>
      <p:sp>
        <p:nvSpPr>
          <p:cNvPr id="182" name="Footer Placeholder 2"/>
          <p:cNvSpPr>
            <a:spLocks noGrp="1"/>
          </p:cNvSpPr>
          <p:nvPr>
            <p:ph type="ftr" sz="quarter" idx="11"/>
          </p:nvPr>
        </p:nvSpPr>
        <p:spPr>
          <a:xfrm>
            <a:off x="6375496" y="6475081"/>
            <a:ext cx="2177473" cy="241541"/>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200" dirty="0">
                <a:solidFill>
                  <a:srgbClr val="000000"/>
                </a:solidFill>
                <a:latin typeface="Tahoma" charset="0"/>
                <a:cs typeface="Arial" charset="0"/>
              </a:rPr>
              <a:t>Network Layer: Control Plane</a:t>
            </a:r>
          </a:p>
        </p:txBody>
      </p:sp>
    </p:spTree>
    <p:extLst>
      <p:ext uri="{BB962C8B-B14F-4D97-AF65-F5344CB8AC3E}">
        <p14:creationId xmlns:p14="http://schemas.microsoft.com/office/powerpoint/2010/main" val="95418307"/>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9267" name="Picture 155"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01663" y="847725"/>
            <a:ext cx="6856412" cy="1730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39268" name="Rectangle 2"/>
          <p:cNvSpPr>
            <a:spLocks noGrp="1" noChangeArrowheads="1"/>
          </p:cNvSpPr>
          <p:nvPr>
            <p:ph type="title"/>
          </p:nvPr>
        </p:nvSpPr>
        <p:spPr>
          <a:xfrm>
            <a:off x="533400" y="152400"/>
            <a:ext cx="7772400" cy="1008063"/>
          </a:xfrm>
        </p:spPr>
        <p:txBody>
          <a:bodyPr/>
          <a:lstStyle/>
          <a:p>
            <a:r>
              <a:rPr lang="en-US" sz="3600">
                <a:latin typeface="Gill Sans MT" charset="0"/>
              </a:rPr>
              <a:t>Distance vector: link cost changes</a:t>
            </a:r>
            <a:endParaRPr lang="en-US">
              <a:latin typeface="Gill Sans MT" charset="0"/>
            </a:endParaRPr>
          </a:p>
        </p:txBody>
      </p:sp>
      <p:sp>
        <p:nvSpPr>
          <p:cNvPr id="139269" name="Rectangle 3"/>
          <p:cNvSpPr>
            <a:spLocks noChangeArrowheads="1"/>
          </p:cNvSpPr>
          <p:nvPr/>
        </p:nvSpPr>
        <p:spPr bwMode="auto">
          <a:xfrm>
            <a:off x="552450" y="1400175"/>
            <a:ext cx="4867275" cy="25241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342900" indent="-342900">
              <a:lnSpc>
                <a:spcPct val="85000"/>
              </a:lnSpc>
              <a:spcBef>
                <a:spcPct val="20000"/>
              </a:spcBef>
              <a:buClr>
                <a:srgbClr val="000099"/>
              </a:buClr>
              <a:buSzPct val="65000"/>
              <a:buFont typeface="Wingdings" charset="0"/>
              <a:buNone/>
            </a:pPr>
            <a:r>
              <a:rPr lang="en-US" sz="2800" i="1">
                <a:solidFill>
                  <a:srgbClr val="CC0000"/>
                </a:solidFill>
                <a:latin typeface="Gill Sans MT" charset="0"/>
              </a:rPr>
              <a:t>link cost changes:</a:t>
            </a:r>
          </a:p>
          <a:p>
            <a:pPr marL="342900" indent="-342900">
              <a:lnSpc>
                <a:spcPct val="85000"/>
              </a:lnSpc>
              <a:spcBef>
                <a:spcPct val="20000"/>
              </a:spcBef>
              <a:buClr>
                <a:srgbClr val="000099"/>
              </a:buClr>
              <a:buSzPct val="65000"/>
              <a:buFont typeface="Wingdings" charset="0"/>
              <a:buChar char="v"/>
            </a:pPr>
            <a:r>
              <a:rPr lang="en-US" sz="2400">
                <a:latin typeface="Gill Sans MT" charset="0"/>
              </a:rPr>
              <a:t>node detects local link cost change </a:t>
            </a:r>
          </a:p>
          <a:p>
            <a:pPr marL="342900" indent="-342900">
              <a:lnSpc>
                <a:spcPct val="85000"/>
              </a:lnSpc>
              <a:spcBef>
                <a:spcPct val="20000"/>
              </a:spcBef>
              <a:buClr>
                <a:srgbClr val="000099"/>
              </a:buClr>
              <a:buSzPct val="65000"/>
              <a:buFont typeface="Wingdings" charset="0"/>
              <a:buChar char="v"/>
            </a:pPr>
            <a:r>
              <a:rPr lang="en-US" sz="2400">
                <a:latin typeface="Gill Sans MT" charset="0"/>
              </a:rPr>
              <a:t>updates routing info, recalculates </a:t>
            </a:r>
            <a:br>
              <a:rPr lang="en-US" sz="2400">
                <a:latin typeface="Gill Sans MT" charset="0"/>
              </a:rPr>
            </a:br>
            <a:r>
              <a:rPr lang="en-US" sz="2400">
                <a:latin typeface="Gill Sans MT" charset="0"/>
              </a:rPr>
              <a:t>distance vector</a:t>
            </a:r>
          </a:p>
          <a:p>
            <a:pPr marL="342900" indent="-342900">
              <a:lnSpc>
                <a:spcPct val="85000"/>
              </a:lnSpc>
              <a:spcBef>
                <a:spcPct val="20000"/>
              </a:spcBef>
              <a:buClr>
                <a:srgbClr val="000099"/>
              </a:buClr>
              <a:buSzPct val="65000"/>
              <a:buFont typeface="Wingdings" charset="0"/>
              <a:buChar char="v"/>
            </a:pPr>
            <a:r>
              <a:rPr lang="en-US" sz="2400">
                <a:latin typeface="Gill Sans MT" charset="0"/>
              </a:rPr>
              <a:t>if DV changes, notify neighbors</a:t>
            </a:r>
            <a:r>
              <a:rPr lang="en-US" sz="2200">
                <a:latin typeface="Gill Sans MT" charset="0"/>
              </a:rPr>
              <a:t> </a:t>
            </a:r>
          </a:p>
        </p:txBody>
      </p:sp>
      <p:sp>
        <p:nvSpPr>
          <p:cNvPr id="139270" name="Text Box 4"/>
          <p:cNvSpPr txBox="1">
            <a:spLocks noChangeArrowheads="1"/>
          </p:cNvSpPr>
          <p:nvPr/>
        </p:nvSpPr>
        <p:spPr bwMode="auto">
          <a:xfrm>
            <a:off x="314325" y="3694113"/>
            <a:ext cx="1000125" cy="12604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nSpc>
                <a:spcPct val="80000"/>
              </a:lnSpc>
            </a:pPr>
            <a:r>
              <a:rPr lang="ja-JP" altLang="en-US">
                <a:solidFill>
                  <a:srgbClr val="CC0000"/>
                </a:solidFill>
                <a:latin typeface="Gill Sans MT" charset="0"/>
              </a:rPr>
              <a:t>“</a:t>
            </a:r>
            <a:r>
              <a:rPr lang="en-US" altLang="ja-JP">
                <a:solidFill>
                  <a:srgbClr val="CC0000"/>
                </a:solidFill>
                <a:latin typeface="Gill Sans MT" charset="0"/>
              </a:rPr>
              <a:t>good</a:t>
            </a:r>
          </a:p>
          <a:p>
            <a:pPr>
              <a:lnSpc>
                <a:spcPct val="80000"/>
              </a:lnSpc>
            </a:pPr>
            <a:r>
              <a:rPr lang="en-US">
                <a:solidFill>
                  <a:srgbClr val="CC0000"/>
                </a:solidFill>
                <a:latin typeface="Gill Sans MT" charset="0"/>
              </a:rPr>
              <a:t>news </a:t>
            </a:r>
          </a:p>
          <a:p>
            <a:pPr>
              <a:lnSpc>
                <a:spcPct val="80000"/>
              </a:lnSpc>
            </a:pPr>
            <a:r>
              <a:rPr lang="en-US">
                <a:solidFill>
                  <a:srgbClr val="CC0000"/>
                </a:solidFill>
                <a:latin typeface="Gill Sans MT" charset="0"/>
              </a:rPr>
              <a:t>travels</a:t>
            </a:r>
          </a:p>
          <a:p>
            <a:pPr>
              <a:lnSpc>
                <a:spcPct val="80000"/>
              </a:lnSpc>
            </a:pPr>
            <a:r>
              <a:rPr lang="en-US">
                <a:solidFill>
                  <a:srgbClr val="CC0000"/>
                </a:solidFill>
                <a:latin typeface="Gill Sans MT" charset="0"/>
              </a:rPr>
              <a:t>fast</a:t>
            </a:r>
            <a:r>
              <a:rPr lang="ja-JP" altLang="en-US">
                <a:solidFill>
                  <a:srgbClr val="CC0000"/>
                </a:solidFill>
                <a:latin typeface="Gill Sans MT" charset="0"/>
              </a:rPr>
              <a:t>”</a:t>
            </a:r>
            <a:endParaRPr lang="en-US" sz="1600">
              <a:solidFill>
                <a:srgbClr val="CC0000"/>
              </a:solidFill>
              <a:latin typeface="Gill Sans MT" charset="0"/>
            </a:endParaRPr>
          </a:p>
        </p:txBody>
      </p:sp>
      <p:grpSp>
        <p:nvGrpSpPr>
          <p:cNvPr id="139271" name="Group 5"/>
          <p:cNvGrpSpPr>
            <a:grpSpLocks/>
          </p:cNvGrpSpPr>
          <p:nvPr/>
        </p:nvGrpSpPr>
        <p:grpSpPr bwMode="auto">
          <a:xfrm>
            <a:off x="5838825" y="1609725"/>
            <a:ext cx="2184400" cy="1314450"/>
            <a:chOff x="3625" y="1076"/>
            <a:chExt cx="1376" cy="828"/>
          </a:xfrm>
        </p:grpSpPr>
        <p:sp>
          <p:nvSpPr>
            <p:cNvPr id="139275" name="Freeform 6"/>
            <p:cNvSpPr>
              <a:spLocks/>
            </p:cNvSpPr>
            <p:nvPr/>
          </p:nvSpPr>
          <p:spPr bwMode="auto">
            <a:xfrm>
              <a:off x="3625" y="1140"/>
              <a:ext cx="1376" cy="764"/>
            </a:xfrm>
            <a:custGeom>
              <a:avLst/>
              <a:gdLst>
                <a:gd name="T0" fmla="*/ 113 w 1376"/>
                <a:gd name="T1" fmla="*/ 348 h 764"/>
                <a:gd name="T2" fmla="*/ 395 w 1376"/>
                <a:gd name="T3" fmla="*/ 162 h 764"/>
                <a:gd name="T4" fmla="*/ 710 w 1376"/>
                <a:gd name="T5" fmla="*/ 9 h 764"/>
                <a:gd name="T6" fmla="*/ 1160 w 1376"/>
                <a:gd name="T7" fmla="*/ 219 h 764"/>
                <a:gd name="T8" fmla="*/ 1367 w 1376"/>
                <a:gd name="T9" fmla="*/ 510 h 764"/>
                <a:gd name="T10" fmla="*/ 1103 w 1376"/>
                <a:gd name="T11" fmla="*/ 726 h 764"/>
                <a:gd name="T12" fmla="*/ 578 w 1376"/>
                <a:gd name="T13" fmla="*/ 738 h 764"/>
                <a:gd name="T14" fmla="*/ 77 w 1376"/>
                <a:gd name="T15" fmla="*/ 630 h 764"/>
                <a:gd name="T16" fmla="*/ 113 w 1376"/>
                <a:gd name="T17" fmla="*/ 348 h 76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376"/>
                <a:gd name="T28" fmla="*/ 0 h 764"/>
                <a:gd name="T29" fmla="*/ 1376 w 1376"/>
                <a:gd name="T30" fmla="*/ 764 h 76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376" h="764">
                  <a:moveTo>
                    <a:pt x="113" y="348"/>
                  </a:moveTo>
                  <a:cubicBezTo>
                    <a:pt x="166" y="270"/>
                    <a:pt x="296" y="218"/>
                    <a:pt x="395" y="162"/>
                  </a:cubicBezTo>
                  <a:cubicBezTo>
                    <a:pt x="494" y="106"/>
                    <a:pt x="583" y="0"/>
                    <a:pt x="710" y="9"/>
                  </a:cubicBezTo>
                  <a:cubicBezTo>
                    <a:pt x="837" y="18"/>
                    <a:pt x="1051" y="136"/>
                    <a:pt x="1160" y="219"/>
                  </a:cubicBezTo>
                  <a:cubicBezTo>
                    <a:pt x="1269" y="302"/>
                    <a:pt x="1376" y="426"/>
                    <a:pt x="1367" y="510"/>
                  </a:cubicBezTo>
                  <a:cubicBezTo>
                    <a:pt x="1358" y="594"/>
                    <a:pt x="1234" y="688"/>
                    <a:pt x="1103" y="726"/>
                  </a:cubicBezTo>
                  <a:cubicBezTo>
                    <a:pt x="972" y="764"/>
                    <a:pt x="749" y="754"/>
                    <a:pt x="578" y="738"/>
                  </a:cubicBezTo>
                  <a:cubicBezTo>
                    <a:pt x="407" y="722"/>
                    <a:pt x="154" y="695"/>
                    <a:pt x="77" y="630"/>
                  </a:cubicBezTo>
                  <a:cubicBezTo>
                    <a:pt x="0" y="565"/>
                    <a:pt x="60" y="426"/>
                    <a:pt x="113" y="348"/>
                  </a:cubicBezTo>
                  <a:close/>
                </a:path>
              </a:pathLst>
            </a:custGeom>
            <a:solidFill>
              <a:srgbClr val="66CCFF"/>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sp>
          <p:nvSpPr>
            <p:cNvPr id="139276" name="Freeform 7"/>
            <p:cNvSpPr>
              <a:spLocks/>
            </p:cNvSpPr>
            <p:nvPr/>
          </p:nvSpPr>
          <p:spPr bwMode="auto">
            <a:xfrm>
              <a:off x="3984" y="1404"/>
              <a:ext cx="222" cy="180"/>
            </a:xfrm>
            <a:custGeom>
              <a:avLst/>
              <a:gdLst>
                <a:gd name="T0" fmla="*/ 0 w 222"/>
                <a:gd name="T1" fmla="*/ 180 h 180"/>
                <a:gd name="T2" fmla="*/ 222 w 222"/>
                <a:gd name="T3" fmla="*/ 0 h 180"/>
                <a:gd name="T4" fmla="*/ 0 60000 65536"/>
                <a:gd name="T5" fmla="*/ 0 60000 65536"/>
                <a:gd name="T6" fmla="*/ 0 w 222"/>
                <a:gd name="T7" fmla="*/ 0 h 180"/>
                <a:gd name="T8" fmla="*/ 222 w 222"/>
                <a:gd name="T9" fmla="*/ 180 h 180"/>
              </a:gdLst>
              <a:ahLst/>
              <a:cxnLst>
                <a:cxn ang="T4">
                  <a:pos x="T0" y="T1"/>
                </a:cxn>
                <a:cxn ang="T5">
                  <a:pos x="T2" y="T3"/>
                </a:cxn>
              </a:cxnLst>
              <a:rect l="T6" t="T7" r="T8" b="T9"/>
              <a:pathLst>
                <a:path w="222" h="180">
                  <a:moveTo>
                    <a:pt x="0" y="180"/>
                  </a:moveTo>
                  <a:lnTo>
                    <a:pt x="222" y="0"/>
                  </a:ln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sp>
          <p:nvSpPr>
            <p:cNvPr id="139277" name="Oval 8"/>
            <p:cNvSpPr>
              <a:spLocks noChangeArrowheads="1"/>
            </p:cNvSpPr>
            <p:nvPr/>
          </p:nvSpPr>
          <p:spPr bwMode="auto">
            <a:xfrm>
              <a:off x="3724" y="1640"/>
              <a:ext cx="313" cy="81"/>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39278" name="Line 9"/>
            <p:cNvSpPr>
              <a:spLocks noChangeShapeType="1"/>
            </p:cNvSpPr>
            <p:nvPr/>
          </p:nvSpPr>
          <p:spPr bwMode="auto">
            <a:xfrm>
              <a:off x="3724" y="1633"/>
              <a:ext cx="1"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39279" name="Line 10"/>
            <p:cNvSpPr>
              <a:spLocks noChangeShapeType="1"/>
            </p:cNvSpPr>
            <p:nvPr/>
          </p:nvSpPr>
          <p:spPr bwMode="auto">
            <a:xfrm>
              <a:off x="4037" y="1633"/>
              <a:ext cx="1"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39280" name="Rectangle 11"/>
            <p:cNvSpPr>
              <a:spLocks noChangeArrowheads="1"/>
            </p:cNvSpPr>
            <p:nvPr/>
          </p:nvSpPr>
          <p:spPr bwMode="auto">
            <a:xfrm>
              <a:off x="3724" y="1633"/>
              <a:ext cx="310" cy="49"/>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sz="2400">
                <a:latin typeface="Times New Roman" charset="0"/>
              </a:endParaRPr>
            </a:p>
          </p:txBody>
        </p:sp>
        <p:sp>
          <p:nvSpPr>
            <p:cNvPr id="139281" name="Oval 12"/>
            <p:cNvSpPr>
              <a:spLocks noChangeArrowheads="1"/>
            </p:cNvSpPr>
            <p:nvPr/>
          </p:nvSpPr>
          <p:spPr bwMode="auto">
            <a:xfrm>
              <a:off x="3721" y="1574"/>
              <a:ext cx="313" cy="95"/>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39282" name="Freeform 13"/>
            <p:cNvSpPr>
              <a:spLocks/>
            </p:cNvSpPr>
            <p:nvPr/>
          </p:nvSpPr>
          <p:spPr bwMode="auto">
            <a:xfrm>
              <a:off x="4389" y="1404"/>
              <a:ext cx="216" cy="189"/>
            </a:xfrm>
            <a:custGeom>
              <a:avLst/>
              <a:gdLst>
                <a:gd name="T0" fmla="*/ 0 w 216"/>
                <a:gd name="T1" fmla="*/ 0 h 189"/>
                <a:gd name="T2" fmla="*/ 216 w 216"/>
                <a:gd name="T3" fmla="*/ 189 h 189"/>
                <a:gd name="T4" fmla="*/ 0 60000 65536"/>
                <a:gd name="T5" fmla="*/ 0 60000 65536"/>
                <a:gd name="T6" fmla="*/ 0 w 216"/>
                <a:gd name="T7" fmla="*/ 0 h 189"/>
                <a:gd name="T8" fmla="*/ 216 w 216"/>
                <a:gd name="T9" fmla="*/ 189 h 189"/>
              </a:gdLst>
              <a:ahLst/>
              <a:cxnLst>
                <a:cxn ang="T4">
                  <a:pos x="T0" y="T1"/>
                </a:cxn>
                <a:cxn ang="T5">
                  <a:pos x="T2" y="T3"/>
                </a:cxn>
              </a:cxnLst>
              <a:rect l="T6" t="T7" r="T8" b="T9"/>
              <a:pathLst>
                <a:path w="216" h="189">
                  <a:moveTo>
                    <a:pt x="0" y="0"/>
                  </a:moveTo>
                  <a:lnTo>
                    <a:pt x="216" y="189"/>
                  </a:ln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sp>
          <p:nvSpPr>
            <p:cNvPr id="139283" name="Freeform 14"/>
            <p:cNvSpPr>
              <a:spLocks/>
            </p:cNvSpPr>
            <p:nvPr/>
          </p:nvSpPr>
          <p:spPr bwMode="auto">
            <a:xfrm>
              <a:off x="4041" y="1668"/>
              <a:ext cx="540" cy="3"/>
            </a:xfrm>
            <a:custGeom>
              <a:avLst/>
              <a:gdLst>
                <a:gd name="T0" fmla="*/ 540 w 540"/>
                <a:gd name="T1" fmla="*/ 3 h 3"/>
                <a:gd name="T2" fmla="*/ 0 w 540"/>
                <a:gd name="T3" fmla="*/ 0 h 3"/>
                <a:gd name="T4" fmla="*/ 0 60000 65536"/>
                <a:gd name="T5" fmla="*/ 0 60000 65536"/>
                <a:gd name="T6" fmla="*/ 0 w 540"/>
                <a:gd name="T7" fmla="*/ 0 h 3"/>
                <a:gd name="T8" fmla="*/ 540 w 540"/>
                <a:gd name="T9" fmla="*/ 3 h 3"/>
              </a:gdLst>
              <a:ahLst/>
              <a:cxnLst>
                <a:cxn ang="T4">
                  <a:pos x="T0" y="T1"/>
                </a:cxn>
                <a:cxn ang="T5">
                  <a:pos x="T2" y="T3"/>
                </a:cxn>
              </a:cxnLst>
              <a:rect l="T6" t="T7" r="T8" b="T9"/>
              <a:pathLst>
                <a:path w="540" h="3">
                  <a:moveTo>
                    <a:pt x="540" y="3"/>
                  </a:moveTo>
                  <a:lnTo>
                    <a:pt x="0" y="0"/>
                  </a:ln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grpSp>
          <p:nvGrpSpPr>
            <p:cNvPr id="139284" name="Group 15"/>
            <p:cNvGrpSpPr>
              <a:grpSpLocks/>
            </p:cNvGrpSpPr>
            <p:nvPr/>
          </p:nvGrpSpPr>
          <p:grpSpPr bwMode="auto">
            <a:xfrm>
              <a:off x="3770" y="1526"/>
              <a:ext cx="210" cy="250"/>
              <a:chOff x="2951" y="2429"/>
              <a:chExt cx="213" cy="250"/>
            </a:xfrm>
          </p:grpSpPr>
          <p:sp>
            <p:nvSpPr>
              <p:cNvPr id="139308" name="Rectangle 16"/>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p>
            </p:txBody>
          </p:sp>
          <p:sp>
            <p:nvSpPr>
              <p:cNvPr id="139309" name="Text Box 17"/>
              <p:cNvSpPr txBox="1">
                <a:spLocks noChangeArrowheads="1"/>
              </p:cNvSpPr>
              <p:nvPr/>
            </p:nvSpPr>
            <p:spPr bwMode="auto">
              <a:xfrm>
                <a:off x="2951" y="2429"/>
                <a:ext cx="213" cy="2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2000">
                    <a:latin typeface="Comic Sans MS" charset="0"/>
                  </a:rPr>
                  <a:t>x</a:t>
                </a:r>
                <a:endParaRPr lang="en-US">
                  <a:latin typeface="Times New Roman" charset="0"/>
                </a:endParaRPr>
              </a:p>
            </p:txBody>
          </p:sp>
        </p:grpSp>
        <p:grpSp>
          <p:nvGrpSpPr>
            <p:cNvPr id="139285" name="Group 18"/>
            <p:cNvGrpSpPr>
              <a:grpSpLocks/>
            </p:cNvGrpSpPr>
            <p:nvPr/>
          </p:nvGrpSpPr>
          <p:grpSpPr bwMode="auto">
            <a:xfrm>
              <a:off x="4566" y="1538"/>
              <a:ext cx="316" cy="250"/>
              <a:chOff x="1740" y="2306"/>
              <a:chExt cx="316" cy="250"/>
            </a:xfrm>
          </p:grpSpPr>
          <p:sp>
            <p:nvSpPr>
              <p:cNvPr id="139300" name="Oval 19"/>
              <p:cNvSpPr>
                <a:spLocks noChangeArrowheads="1"/>
              </p:cNvSpPr>
              <p:nvPr/>
            </p:nvSpPr>
            <p:spPr bwMode="auto">
              <a:xfrm>
                <a:off x="1743" y="2420"/>
                <a:ext cx="313" cy="81"/>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39301" name="Line 20"/>
              <p:cNvSpPr>
                <a:spLocks noChangeShapeType="1"/>
              </p:cNvSpPr>
              <p:nvPr/>
            </p:nvSpPr>
            <p:spPr bwMode="auto">
              <a:xfrm>
                <a:off x="1743" y="2413"/>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39302" name="Line 21"/>
              <p:cNvSpPr>
                <a:spLocks noChangeShapeType="1"/>
              </p:cNvSpPr>
              <p:nvPr/>
            </p:nvSpPr>
            <p:spPr bwMode="auto">
              <a:xfrm>
                <a:off x="2056" y="2413"/>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39303" name="Rectangle 22"/>
              <p:cNvSpPr>
                <a:spLocks noChangeArrowheads="1"/>
              </p:cNvSpPr>
              <p:nvPr/>
            </p:nvSpPr>
            <p:spPr bwMode="auto">
              <a:xfrm>
                <a:off x="1743" y="2413"/>
                <a:ext cx="310" cy="49"/>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sz="2400">
                  <a:latin typeface="Times New Roman" charset="0"/>
                </a:endParaRPr>
              </a:p>
            </p:txBody>
          </p:sp>
          <p:sp>
            <p:nvSpPr>
              <p:cNvPr id="139304" name="Oval 23"/>
              <p:cNvSpPr>
                <a:spLocks noChangeArrowheads="1"/>
              </p:cNvSpPr>
              <p:nvPr/>
            </p:nvSpPr>
            <p:spPr bwMode="auto">
              <a:xfrm>
                <a:off x="1740" y="2354"/>
                <a:ext cx="313" cy="95"/>
              </a:xfrm>
              <a:prstGeom prst="ellipse">
                <a:avLst/>
              </a:prstGeom>
              <a:solidFill>
                <a:schemeClr val="hlink"/>
              </a:solidFill>
              <a:ln w="12700">
                <a:solidFill>
                  <a:schemeClr val="tx1"/>
                </a:solidFill>
                <a:round/>
                <a:headEnd/>
                <a:tailEnd/>
              </a:ln>
            </p:spPr>
            <p:txBody>
              <a:bodyPr wrap="none" anchor="ctr"/>
              <a:lstStyle/>
              <a:p>
                <a:endParaRPr lang="en-US"/>
              </a:p>
            </p:txBody>
          </p:sp>
          <p:grpSp>
            <p:nvGrpSpPr>
              <p:cNvPr id="139305" name="Group 24"/>
              <p:cNvGrpSpPr>
                <a:grpSpLocks/>
              </p:cNvGrpSpPr>
              <p:nvPr/>
            </p:nvGrpSpPr>
            <p:grpSpPr bwMode="auto">
              <a:xfrm>
                <a:off x="1800" y="2306"/>
                <a:ext cx="202" cy="250"/>
                <a:chOff x="2955" y="2429"/>
                <a:chExt cx="205" cy="250"/>
              </a:xfrm>
            </p:grpSpPr>
            <p:sp>
              <p:nvSpPr>
                <p:cNvPr id="139306" name="Rectangle 25"/>
                <p:cNvSpPr>
                  <a:spLocks noChangeArrowheads="1"/>
                </p:cNvSpPr>
                <p:nvPr/>
              </p:nvSpPr>
              <p:spPr bwMode="auto">
                <a:xfrm>
                  <a:off x="2982" y="2490"/>
                  <a:ext cx="143" cy="132"/>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p>
              </p:txBody>
            </p:sp>
            <p:sp>
              <p:nvSpPr>
                <p:cNvPr id="139307" name="Text Box 26"/>
                <p:cNvSpPr txBox="1">
                  <a:spLocks noChangeArrowheads="1"/>
                </p:cNvSpPr>
                <p:nvPr/>
              </p:nvSpPr>
              <p:spPr bwMode="auto">
                <a:xfrm>
                  <a:off x="2955" y="2429"/>
                  <a:ext cx="205" cy="2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2000">
                      <a:latin typeface="Comic Sans MS" charset="0"/>
                    </a:rPr>
                    <a:t>z</a:t>
                  </a:r>
                  <a:endParaRPr lang="en-US">
                    <a:latin typeface="Times New Roman" charset="0"/>
                  </a:endParaRPr>
                </a:p>
              </p:txBody>
            </p:sp>
          </p:grpSp>
        </p:grpSp>
        <p:sp>
          <p:nvSpPr>
            <p:cNvPr id="139286" name="Text Box 27"/>
            <p:cNvSpPr txBox="1">
              <a:spLocks noChangeArrowheads="1"/>
            </p:cNvSpPr>
            <p:nvPr/>
          </p:nvSpPr>
          <p:spPr bwMode="auto">
            <a:xfrm>
              <a:off x="4469" y="1328"/>
              <a:ext cx="181"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latin typeface="Comic Sans MS" charset="0"/>
                </a:rPr>
                <a:t>1</a:t>
              </a:r>
              <a:endParaRPr lang="en-US">
                <a:latin typeface="Times New Roman" charset="0"/>
              </a:endParaRPr>
            </a:p>
          </p:txBody>
        </p:sp>
        <p:sp>
          <p:nvSpPr>
            <p:cNvPr id="139287" name="Text Box 28"/>
            <p:cNvSpPr txBox="1">
              <a:spLocks noChangeArrowheads="1"/>
            </p:cNvSpPr>
            <p:nvPr/>
          </p:nvSpPr>
          <p:spPr bwMode="auto">
            <a:xfrm>
              <a:off x="3930" y="1325"/>
              <a:ext cx="204"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latin typeface="Comic Sans MS" charset="0"/>
                </a:rPr>
                <a:t>4</a:t>
              </a:r>
              <a:endParaRPr lang="en-US">
                <a:latin typeface="Times New Roman" charset="0"/>
              </a:endParaRPr>
            </a:p>
          </p:txBody>
        </p:sp>
        <p:sp>
          <p:nvSpPr>
            <p:cNvPr id="139288" name="Text Box 29"/>
            <p:cNvSpPr txBox="1">
              <a:spLocks noChangeArrowheads="1"/>
            </p:cNvSpPr>
            <p:nvPr/>
          </p:nvSpPr>
          <p:spPr bwMode="auto">
            <a:xfrm>
              <a:off x="4171" y="1658"/>
              <a:ext cx="292"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latin typeface="Comic Sans MS" charset="0"/>
                </a:rPr>
                <a:t>50</a:t>
              </a:r>
              <a:endParaRPr lang="en-US">
                <a:latin typeface="Times New Roman" charset="0"/>
              </a:endParaRPr>
            </a:p>
          </p:txBody>
        </p:sp>
        <p:grpSp>
          <p:nvGrpSpPr>
            <p:cNvPr id="139289" name="Group 30"/>
            <p:cNvGrpSpPr>
              <a:grpSpLocks/>
            </p:cNvGrpSpPr>
            <p:nvPr/>
          </p:nvGrpSpPr>
          <p:grpSpPr bwMode="auto">
            <a:xfrm>
              <a:off x="4146" y="1214"/>
              <a:ext cx="316" cy="250"/>
              <a:chOff x="1740" y="2306"/>
              <a:chExt cx="316" cy="250"/>
            </a:xfrm>
          </p:grpSpPr>
          <p:sp>
            <p:nvSpPr>
              <p:cNvPr id="139292" name="Oval 31"/>
              <p:cNvSpPr>
                <a:spLocks noChangeArrowheads="1"/>
              </p:cNvSpPr>
              <p:nvPr/>
            </p:nvSpPr>
            <p:spPr bwMode="auto">
              <a:xfrm>
                <a:off x="1743" y="2420"/>
                <a:ext cx="313" cy="81"/>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39293" name="Line 32"/>
              <p:cNvSpPr>
                <a:spLocks noChangeShapeType="1"/>
              </p:cNvSpPr>
              <p:nvPr/>
            </p:nvSpPr>
            <p:spPr bwMode="auto">
              <a:xfrm>
                <a:off x="1743" y="2413"/>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39294" name="Line 33"/>
              <p:cNvSpPr>
                <a:spLocks noChangeShapeType="1"/>
              </p:cNvSpPr>
              <p:nvPr/>
            </p:nvSpPr>
            <p:spPr bwMode="auto">
              <a:xfrm>
                <a:off x="2056" y="2413"/>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39295" name="Rectangle 34"/>
              <p:cNvSpPr>
                <a:spLocks noChangeArrowheads="1"/>
              </p:cNvSpPr>
              <p:nvPr/>
            </p:nvSpPr>
            <p:spPr bwMode="auto">
              <a:xfrm>
                <a:off x="1743" y="2413"/>
                <a:ext cx="310" cy="49"/>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sz="2400">
                  <a:latin typeface="Times New Roman" charset="0"/>
                </a:endParaRPr>
              </a:p>
            </p:txBody>
          </p:sp>
          <p:sp>
            <p:nvSpPr>
              <p:cNvPr id="139296" name="Oval 35"/>
              <p:cNvSpPr>
                <a:spLocks noChangeArrowheads="1"/>
              </p:cNvSpPr>
              <p:nvPr/>
            </p:nvSpPr>
            <p:spPr bwMode="auto">
              <a:xfrm>
                <a:off x="1740" y="2354"/>
                <a:ext cx="313" cy="95"/>
              </a:xfrm>
              <a:prstGeom prst="ellipse">
                <a:avLst/>
              </a:prstGeom>
              <a:solidFill>
                <a:schemeClr val="hlink"/>
              </a:solidFill>
              <a:ln w="12700">
                <a:solidFill>
                  <a:schemeClr val="tx1"/>
                </a:solidFill>
                <a:round/>
                <a:headEnd/>
                <a:tailEnd/>
              </a:ln>
            </p:spPr>
            <p:txBody>
              <a:bodyPr wrap="none" anchor="ctr"/>
              <a:lstStyle/>
              <a:p>
                <a:endParaRPr lang="en-US"/>
              </a:p>
            </p:txBody>
          </p:sp>
          <p:grpSp>
            <p:nvGrpSpPr>
              <p:cNvPr id="139297" name="Group 36"/>
              <p:cNvGrpSpPr>
                <a:grpSpLocks/>
              </p:cNvGrpSpPr>
              <p:nvPr/>
            </p:nvGrpSpPr>
            <p:grpSpPr bwMode="auto">
              <a:xfrm>
                <a:off x="1802" y="2306"/>
                <a:ext cx="199" cy="250"/>
                <a:chOff x="2957" y="2429"/>
                <a:chExt cx="202" cy="250"/>
              </a:xfrm>
            </p:grpSpPr>
            <p:sp>
              <p:nvSpPr>
                <p:cNvPr id="139298" name="Rectangle 37"/>
                <p:cNvSpPr>
                  <a:spLocks noChangeArrowheads="1"/>
                </p:cNvSpPr>
                <p:nvPr/>
              </p:nvSpPr>
              <p:spPr bwMode="auto">
                <a:xfrm>
                  <a:off x="2982" y="2490"/>
                  <a:ext cx="143" cy="132"/>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p>
              </p:txBody>
            </p:sp>
            <p:sp>
              <p:nvSpPr>
                <p:cNvPr id="139299" name="Text Box 38"/>
                <p:cNvSpPr txBox="1">
                  <a:spLocks noChangeArrowheads="1"/>
                </p:cNvSpPr>
                <p:nvPr/>
              </p:nvSpPr>
              <p:spPr bwMode="auto">
                <a:xfrm>
                  <a:off x="2957" y="2429"/>
                  <a:ext cx="202" cy="2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2000">
                      <a:latin typeface="Comic Sans MS" charset="0"/>
                    </a:rPr>
                    <a:t>y</a:t>
                  </a:r>
                  <a:endParaRPr lang="en-US">
                    <a:latin typeface="Times New Roman" charset="0"/>
                  </a:endParaRPr>
                </a:p>
              </p:txBody>
            </p:sp>
          </p:grpSp>
        </p:grpSp>
        <p:sp>
          <p:nvSpPr>
            <p:cNvPr id="139290" name="Text Box 39"/>
            <p:cNvSpPr txBox="1">
              <a:spLocks noChangeArrowheads="1"/>
            </p:cNvSpPr>
            <p:nvPr/>
          </p:nvSpPr>
          <p:spPr bwMode="auto">
            <a:xfrm>
              <a:off x="3839" y="1076"/>
              <a:ext cx="181"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solidFill>
                    <a:srgbClr val="FF0000"/>
                  </a:solidFill>
                  <a:latin typeface="Comic Sans MS" charset="0"/>
                </a:rPr>
                <a:t>1</a:t>
              </a:r>
              <a:endParaRPr lang="en-US">
                <a:latin typeface="Times New Roman" charset="0"/>
              </a:endParaRPr>
            </a:p>
          </p:txBody>
        </p:sp>
        <p:sp>
          <p:nvSpPr>
            <p:cNvPr id="139291" name="Line 40"/>
            <p:cNvSpPr>
              <a:spLocks noChangeShapeType="1"/>
            </p:cNvSpPr>
            <p:nvPr/>
          </p:nvSpPr>
          <p:spPr bwMode="auto">
            <a:xfrm flipH="1" flipV="1">
              <a:off x="3948" y="1272"/>
              <a:ext cx="132" cy="228"/>
            </a:xfrm>
            <a:prstGeom prst="line">
              <a:avLst/>
            </a:prstGeom>
            <a:noFill/>
            <a:ln w="19050">
              <a:solidFill>
                <a:srgbClr val="FF0000"/>
              </a:solidFill>
              <a:round/>
              <a:headEnd/>
              <a:tailEnd type="triangle" w="med" len="med"/>
            </a:ln>
            <a:extLst>
              <a:ext uri="{909E8E84-426E-40dd-AFC4-6F175D3DCCD1}">
                <a14:hiddenFill xmlns:a14="http://schemas.microsoft.com/office/drawing/2010/main" xmlns="">
                  <a:noFill/>
                </a14:hiddenFill>
              </a:ext>
            </a:extLst>
          </p:spPr>
          <p:txBody>
            <a:bodyPr wrap="none" anchor="ctr"/>
            <a:lstStyle/>
            <a:p>
              <a:endParaRPr lang="en-US"/>
            </a:p>
          </p:txBody>
        </p:sp>
      </p:grpSp>
      <p:sp>
        <p:nvSpPr>
          <p:cNvPr id="730153" name="Rectangle 41"/>
          <p:cNvSpPr>
            <a:spLocks noChangeArrowheads="1"/>
          </p:cNvSpPr>
          <p:nvPr/>
        </p:nvSpPr>
        <p:spPr bwMode="auto">
          <a:xfrm>
            <a:off x="1698625" y="3633788"/>
            <a:ext cx="6691313" cy="91598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nchor="ctr">
            <a:spAutoFit/>
          </a:bodyPr>
          <a:lstStyle/>
          <a:p>
            <a:pPr>
              <a:tabLst>
                <a:tab pos="228600" algn="l"/>
                <a:tab pos="457200" algn="l"/>
              </a:tabLst>
            </a:pPr>
            <a:r>
              <a:rPr lang="en-US" i="1"/>
              <a:t>t</a:t>
            </a:r>
            <a:r>
              <a:rPr lang="en-US" i="1" baseline="-25000"/>
              <a:t>0 </a:t>
            </a:r>
            <a:r>
              <a:rPr lang="en-US"/>
              <a:t>: </a:t>
            </a:r>
            <a:r>
              <a:rPr lang="en-US" i="1"/>
              <a:t>y</a:t>
            </a:r>
            <a:r>
              <a:rPr lang="en-US"/>
              <a:t> detects link-cost change, updates its DV, informs its neighbors.</a:t>
            </a:r>
          </a:p>
          <a:p>
            <a:pPr>
              <a:tabLst>
                <a:tab pos="228600" algn="l"/>
                <a:tab pos="457200" algn="l"/>
              </a:tabLst>
            </a:pPr>
            <a:endParaRPr lang="en-US"/>
          </a:p>
        </p:txBody>
      </p:sp>
      <p:sp>
        <p:nvSpPr>
          <p:cNvPr id="730154" name="Rectangle 42"/>
          <p:cNvSpPr>
            <a:spLocks noChangeArrowheads="1"/>
          </p:cNvSpPr>
          <p:nvPr/>
        </p:nvSpPr>
        <p:spPr bwMode="auto">
          <a:xfrm>
            <a:off x="1711325" y="4327525"/>
            <a:ext cx="6503988" cy="9159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nchor="ctr">
            <a:spAutoFit/>
          </a:bodyPr>
          <a:lstStyle/>
          <a:p>
            <a:pPr>
              <a:tabLst>
                <a:tab pos="228600" algn="l"/>
                <a:tab pos="457200" algn="l"/>
              </a:tabLst>
            </a:pPr>
            <a:r>
              <a:rPr lang="en-US" i="1"/>
              <a:t>t</a:t>
            </a:r>
            <a:r>
              <a:rPr lang="en-US" i="1" baseline="-25000"/>
              <a:t>1 </a:t>
            </a:r>
            <a:r>
              <a:rPr lang="en-US"/>
              <a:t>: </a:t>
            </a:r>
            <a:r>
              <a:rPr lang="en-US" i="1"/>
              <a:t>z</a:t>
            </a:r>
            <a:r>
              <a:rPr lang="en-US"/>
              <a:t> receives update from </a:t>
            </a:r>
            <a:r>
              <a:rPr lang="en-US" i="1"/>
              <a:t>y</a:t>
            </a:r>
            <a:r>
              <a:rPr lang="en-US"/>
              <a:t>, updates its table, computes new least cost to </a:t>
            </a:r>
            <a:r>
              <a:rPr lang="en-US" i="1"/>
              <a:t>x</a:t>
            </a:r>
            <a:r>
              <a:rPr lang="en-US"/>
              <a:t> , sends its neighbors its DV.</a:t>
            </a:r>
          </a:p>
          <a:p>
            <a:pPr>
              <a:tabLst>
                <a:tab pos="228600" algn="l"/>
                <a:tab pos="457200" algn="l"/>
              </a:tabLst>
            </a:pPr>
            <a:endParaRPr lang="en-US"/>
          </a:p>
        </p:txBody>
      </p:sp>
      <p:sp>
        <p:nvSpPr>
          <p:cNvPr id="730155" name="Rectangle 43"/>
          <p:cNvSpPr>
            <a:spLocks noChangeArrowheads="1"/>
          </p:cNvSpPr>
          <p:nvPr/>
        </p:nvSpPr>
        <p:spPr bwMode="auto">
          <a:xfrm>
            <a:off x="1733550" y="5151438"/>
            <a:ext cx="7158038" cy="91598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nchor="ctr">
            <a:spAutoFit/>
          </a:bodyPr>
          <a:lstStyle/>
          <a:p>
            <a:pPr>
              <a:tabLst>
                <a:tab pos="228600" algn="l"/>
                <a:tab pos="457200" algn="l"/>
              </a:tabLst>
            </a:pPr>
            <a:r>
              <a:rPr lang="en-US" i="1"/>
              <a:t>t</a:t>
            </a:r>
            <a:r>
              <a:rPr lang="en-US" i="1" baseline="-25000"/>
              <a:t>2 </a:t>
            </a:r>
            <a:r>
              <a:rPr lang="en-US"/>
              <a:t>: </a:t>
            </a:r>
            <a:r>
              <a:rPr lang="en-US" i="1"/>
              <a:t>y</a:t>
            </a:r>
            <a:r>
              <a:rPr lang="en-US"/>
              <a:t> receives </a:t>
            </a:r>
            <a:r>
              <a:rPr lang="en-US" i="1"/>
              <a:t>z</a:t>
            </a:r>
            <a:r>
              <a:rPr lang="ja-JP" altLang="en-US"/>
              <a:t>’</a:t>
            </a:r>
            <a:r>
              <a:rPr lang="en-US" altLang="ja-JP"/>
              <a:t>s update, updates its distance table.  </a:t>
            </a:r>
            <a:r>
              <a:rPr lang="en-US" altLang="ja-JP" i="1"/>
              <a:t>y</a:t>
            </a:r>
            <a:r>
              <a:rPr lang="ja-JP" altLang="en-US"/>
              <a:t>’</a:t>
            </a:r>
            <a:r>
              <a:rPr lang="en-US" altLang="ja-JP"/>
              <a:t>s least costs do </a:t>
            </a:r>
            <a:r>
              <a:rPr lang="en-US" altLang="ja-JP" i="1"/>
              <a:t>not</a:t>
            </a:r>
            <a:r>
              <a:rPr lang="en-US" altLang="ja-JP"/>
              <a:t> change, so </a:t>
            </a:r>
            <a:r>
              <a:rPr lang="en-US" altLang="ja-JP" i="1"/>
              <a:t>y</a:t>
            </a:r>
            <a:r>
              <a:rPr lang="en-US" altLang="ja-JP"/>
              <a:t>  does </a:t>
            </a:r>
            <a:r>
              <a:rPr lang="en-US" altLang="ja-JP" i="1"/>
              <a:t>not</a:t>
            </a:r>
            <a:r>
              <a:rPr lang="en-US" altLang="ja-JP"/>
              <a:t> send a message to </a:t>
            </a:r>
            <a:r>
              <a:rPr lang="en-US" altLang="ja-JP" i="1"/>
              <a:t>z</a:t>
            </a:r>
            <a:r>
              <a:rPr lang="en-US" altLang="ja-JP"/>
              <a:t>. </a:t>
            </a:r>
          </a:p>
          <a:p>
            <a:pPr>
              <a:tabLst>
                <a:tab pos="228600" algn="l"/>
                <a:tab pos="457200" algn="l"/>
              </a:tabLst>
            </a:pPr>
            <a:endParaRPr lang="en-US"/>
          </a:p>
        </p:txBody>
      </p:sp>
      <p:sp>
        <p:nvSpPr>
          <p:cNvPr id="47" name="Slide Number Placeholder 5"/>
          <p:cNvSpPr>
            <a:spLocks noGrp="1"/>
          </p:cNvSpPr>
          <p:nvPr>
            <p:ph type="sldNum" sz="quarter" idx="12"/>
          </p:nvPr>
        </p:nvSpPr>
        <p:spPr>
          <a:xfrm>
            <a:off x="8456154" y="6475895"/>
            <a:ext cx="548655" cy="272319"/>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200" dirty="0">
                <a:latin typeface="Tahoma" charset="0"/>
              </a:rPr>
              <a:t>5-</a:t>
            </a:r>
            <a:fld id="{8E8C6E93-DF5B-BC4B-80F9-500DED1EEDCC}" type="slidenum">
              <a:rPr lang="en-US" sz="1200">
                <a:latin typeface="Tahoma" charset="0"/>
              </a:rPr>
              <a:pPr/>
              <a:t>58</a:t>
            </a:fld>
            <a:endParaRPr lang="en-US" sz="1200" dirty="0">
              <a:latin typeface="Tahoma" charset="0"/>
            </a:endParaRPr>
          </a:p>
        </p:txBody>
      </p:sp>
      <p:sp>
        <p:nvSpPr>
          <p:cNvPr id="48" name="Footer Placeholder 2"/>
          <p:cNvSpPr>
            <a:spLocks noGrp="1"/>
          </p:cNvSpPr>
          <p:nvPr>
            <p:ph type="ftr" sz="quarter" idx="11"/>
          </p:nvPr>
        </p:nvSpPr>
        <p:spPr>
          <a:xfrm>
            <a:off x="6375496" y="6475081"/>
            <a:ext cx="2177473" cy="241541"/>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200" dirty="0">
                <a:solidFill>
                  <a:srgbClr val="000000"/>
                </a:solidFill>
                <a:latin typeface="Tahoma" charset="0"/>
                <a:cs typeface="Arial" charset="0"/>
              </a:rPr>
              <a:t>Network Layer: Control Plane</a:t>
            </a:r>
          </a:p>
        </p:txBody>
      </p:sp>
      <p:sp>
        <p:nvSpPr>
          <p:cNvPr id="49" name="TextBox 1"/>
          <p:cNvSpPr txBox="1">
            <a:spLocks noChangeArrowheads="1"/>
          </p:cNvSpPr>
          <p:nvPr/>
        </p:nvSpPr>
        <p:spPr bwMode="auto">
          <a:xfrm>
            <a:off x="339826" y="6198762"/>
            <a:ext cx="4507165" cy="52322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400" dirty="0"/>
              <a:t>* Check out the online interactive exercises for more examples: h</a:t>
            </a:r>
            <a:r>
              <a:rPr lang="en-US" sz="1200" dirty="0"/>
              <a:t>ttp://gaia.cs.umass.edu/kurose_ross/interactive/</a:t>
            </a:r>
          </a:p>
        </p:txBody>
      </p:sp>
    </p:spTree>
    <p:extLst>
      <p:ext uri="{BB962C8B-B14F-4D97-AF65-F5344CB8AC3E}">
        <p14:creationId xmlns:p14="http://schemas.microsoft.com/office/powerpoint/2010/main" val="352354164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30153"/>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730154"/>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73015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30153" grpId="0"/>
      <p:bldP spid="730154" grpId="0"/>
      <p:bldP spid="730155" grpId="0"/>
    </p:bld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0291" name="Picture 2"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01663" y="847725"/>
            <a:ext cx="6856412" cy="1730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40292" name="Rectangle 3"/>
          <p:cNvSpPr>
            <a:spLocks noGrp="1" noChangeArrowheads="1"/>
          </p:cNvSpPr>
          <p:nvPr>
            <p:ph type="title"/>
          </p:nvPr>
        </p:nvSpPr>
        <p:spPr>
          <a:xfrm>
            <a:off x="533400" y="152400"/>
            <a:ext cx="7772400" cy="1008063"/>
          </a:xfrm>
        </p:spPr>
        <p:txBody>
          <a:bodyPr/>
          <a:lstStyle/>
          <a:p>
            <a:r>
              <a:rPr lang="en-US" sz="3600">
                <a:latin typeface="Gill Sans MT" charset="0"/>
              </a:rPr>
              <a:t>Distance vector: link cost changes</a:t>
            </a:r>
            <a:endParaRPr lang="en-US">
              <a:latin typeface="Gill Sans MT" charset="0"/>
            </a:endParaRPr>
          </a:p>
        </p:txBody>
      </p:sp>
      <p:sp>
        <p:nvSpPr>
          <p:cNvPr id="140293" name="Rectangle 4"/>
          <p:cNvSpPr>
            <a:spLocks noChangeArrowheads="1"/>
          </p:cNvSpPr>
          <p:nvPr/>
        </p:nvSpPr>
        <p:spPr bwMode="auto">
          <a:xfrm>
            <a:off x="552450" y="1400175"/>
            <a:ext cx="4867275" cy="25241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342900" indent="-342900">
              <a:lnSpc>
                <a:spcPct val="85000"/>
              </a:lnSpc>
              <a:spcBef>
                <a:spcPct val="20000"/>
              </a:spcBef>
              <a:buClr>
                <a:srgbClr val="000099"/>
              </a:buClr>
              <a:buSzPct val="65000"/>
              <a:buFont typeface="Wingdings" charset="0"/>
              <a:buNone/>
            </a:pPr>
            <a:r>
              <a:rPr lang="en-US" sz="2800" i="1">
                <a:solidFill>
                  <a:srgbClr val="CC0000"/>
                </a:solidFill>
                <a:latin typeface="Gill Sans MT" charset="0"/>
              </a:rPr>
              <a:t>link cost changes:</a:t>
            </a:r>
          </a:p>
          <a:p>
            <a:pPr marL="342900" indent="-342900">
              <a:lnSpc>
                <a:spcPct val="85000"/>
              </a:lnSpc>
              <a:spcBef>
                <a:spcPct val="20000"/>
              </a:spcBef>
              <a:buClr>
                <a:srgbClr val="000099"/>
              </a:buClr>
              <a:buSzPct val="65000"/>
              <a:buFont typeface="Wingdings" charset="0"/>
              <a:buChar char="v"/>
            </a:pPr>
            <a:r>
              <a:rPr lang="en-US" sz="2400">
                <a:latin typeface="Gill Sans MT" charset="0"/>
              </a:rPr>
              <a:t>node detects local link cost change </a:t>
            </a:r>
          </a:p>
          <a:p>
            <a:pPr marL="342900" indent="-342900">
              <a:lnSpc>
                <a:spcPct val="85000"/>
              </a:lnSpc>
              <a:spcBef>
                <a:spcPct val="20000"/>
              </a:spcBef>
              <a:buClr>
                <a:srgbClr val="000099"/>
              </a:buClr>
              <a:buSzPct val="65000"/>
              <a:buFont typeface="Wingdings" charset="0"/>
              <a:buChar char="v"/>
            </a:pPr>
            <a:r>
              <a:rPr lang="en-US" sz="2400" i="1">
                <a:solidFill>
                  <a:srgbClr val="CC0000"/>
                </a:solidFill>
                <a:latin typeface="Gill Sans MT" charset="0"/>
              </a:rPr>
              <a:t>bad news travels slow</a:t>
            </a:r>
            <a:r>
              <a:rPr lang="en-US" sz="2400">
                <a:latin typeface="Gill Sans MT" charset="0"/>
              </a:rPr>
              <a:t> - </a:t>
            </a:r>
            <a:r>
              <a:rPr lang="ja-JP" altLang="en-US" sz="2400">
                <a:latin typeface="Gill Sans MT" charset="0"/>
              </a:rPr>
              <a:t>“</a:t>
            </a:r>
            <a:r>
              <a:rPr lang="en-US" altLang="ja-JP" sz="2400">
                <a:latin typeface="Gill Sans MT" charset="0"/>
              </a:rPr>
              <a:t>count to infinity</a:t>
            </a:r>
            <a:r>
              <a:rPr lang="ja-JP" altLang="en-US" sz="2400">
                <a:latin typeface="Gill Sans MT" charset="0"/>
              </a:rPr>
              <a:t>”</a:t>
            </a:r>
            <a:r>
              <a:rPr lang="en-US" altLang="ja-JP" sz="2400">
                <a:latin typeface="Gill Sans MT" charset="0"/>
              </a:rPr>
              <a:t> problem!</a:t>
            </a:r>
          </a:p>
          <a:p>
            <a:pPr marL="342900" indent="-342900">
              <a:lnSpc>
                <a:spcPct val="85000"/>
              </a:lnSpc>
              <a:spcBef>
                <a:spcPct val="20000"/>
              </a:spcBef>
              <a:buClr>
                <a:srgbClr val="000099"/>
              </a:buClr>
              <a:buSzPct val="65000"/>
              <a:buFont typeface="Wingdings" charset="0"/>
              <a:buChar char="v"/>
            </a:pPr>
            <a:r>
              <a:rPr lang="en-US" sz="2400">
                <a:latin typeface="Gill Sans MT" charset="0"/>
              </a:rPr>
              <a:t>44 iterations before algorithm stabilizes: see text</a:t>
            </a:r>
          </a:p>
        </p:txBody>
      </p:sp>
      <p:grpSp>
        <p:nvGrpSpPr>
          <p:cNvPr id="140294" name="Group 6"/>
          <p:cNvGrpSpPr>
            <a:grpSpLocks/>
          </p:cNvGrpSpPr>
          <p:nvPr/>
        </p:nvGrpSpPr>
        <p:grpSpPr bwMode="auto">
          <a:xfrm>
            <a:off x="5838825" y="1609725"/>
            <a:ext cx="2184400" cy="1314450"/>
            <a:chOff x="3625" y="1076"/>
            <a:chExt cx="1376" cy="828"/>
          </a:xfrm>
        </p:grpSpPr>
        <p:sp>
          <p:nvSpPr>
            <p:cNvPr id="140296" name="Freeform 7"/>
            <p:cNvSpPr>
              <a:spLocks/>
            </p:cNvSpPr>
            <p:nvPr/>
          </p:nvSpPr>
          <p:spPr bwMode="auto">
            <a:xfrm>
              <a:off x="3625" y="1140"/>
              <a:ext cx="1376" cy="764"/>
            </a:xfrm>
            <a:custGeom>
              <a:avLst/>
              <a:gdLst>
                <a:gd name="T0" fmla="*/ 113 w 1376"/>
                <a:gd name="T1" fmla="*/ 348 h 764"/>
                <a:gd name="T2" fmla="*/ 395 w 1376"/>
                <a:gd name="T3" fmla="*/ 162 h 764"/>
                <a:gd name="T4" fmla="*/ 710 w 1376"/>
                <a:gd name="T5" fmla="*/ 9 h 764"/>
                <a:gd name="T6" fmla="*/ 1160 w 1376"/>
                <a:gd name="T7" fmla="*/ 219 h 764"/>
                <a:gd name="T8" fmla="*/ 1367 w 1376"/>
                <a:gd name="T9" fmla="*/ 510 h 764"/>
                <a:gd name="T10" fmla="*/ 1103 w 1376"/>
                <a:gd name="T11" fmla="*/ 726 h 764"/>
                <a:gd name="T12" fmla="*/ 578 w 1376"/>
                <a:gd name="T13" fmla="*/ 738 h 764"/>
                <a:gd name="T14" fmla="*/ 77 w 1376"/>
                <a:gd name="T15" fmla="*/ 630 h 764"/>
                <a:gd name="T16" fmla="*/ 113 w 1376"/>
                <a:gd name="T17" fmla="*/ 348 h 76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376"/>
                <a:gd name="T28" fmla="*/ 0 h 764"/>
                <a:gd name="T29" fmla="*/ 1376 w 1376"/>
                <a:gd name="T30" fmla="*/ 764 h 76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376" h="764">
                  <a:moveTo>
                    <a:pt x="113" y="348"/>
                  </a:moveTo>
                  <a:cubicBezTo>
                    <a:pt x="166" y="270"/>
                    <a:pt x="296" y="218"/>
                    <a:pt x="395" y="162"/>
                  </a:cubicBezTo>
                  <a:cubicBezTo>
                    <a:pt x="494" y="106"/>
                    <a:pt x="583" y="0"/>
                    <a:pt x="710" y="9"/>
                  </a:cubicBezTo>
                  <a:cubicBezTo>
                    <a:pt x="837" y="18"/>
                    <a:pt x="1051" y="136"/>
                    <a:pt x="1160" y="219"/>
                  </a:cubicBezTo>
                  <a:cubicBezTo>
                    <a:pt x="1269" y="302"/>
                    <a:pt x="1376" y="426"/>
                    <a:pt x="1367" y="510"/>
                  </a:cubicBezTo>
                  <a:cubicBezTo>
                    <a:pt x="1358" y="594"/>
                    <a:pt x="1234" y="688"/>
                    <a:pt x="1103" y="726"/>
                  </a:cubicBezTo>
                  <a:cubicBezTo>
                    <a:pt x="972" y="764"/>
                    <a:pt x="749" y="754"/>
                    <a:pt x="578" y="738"/>
                  </a:cubicBezTo>
                  <a:cubicBezTo>
                    <a:pt x="407" y="722"/>
                    <a:pt x="154" y="695"/>
                    <a:pt x="77" y="630"/>
                  </a:cubicBezTo>
                  <a:cubicBezTo>
                    <a:pt x="0" y="565"/>
                    <a:pt x="60" y="426"/>
                    <a:pt x="113" y="348"/>
                  </a:cubicBezTo>
                  <a:close/>
                </a:path>
              </a:pathLst>
            </a:custGeom>
            <a:solidFill>
              <a:srgbClr val="66CCFF"/>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sp>
          <p:nvSpPr>
            <p:cNvPr id="140297" name="Freeform 8"/>
            <p:cNvSpPr>
              <a:spLocks/>
            </p:cNvSpPr>
            <p:nvPr/>
          </p:nvSpPr>
          <p:spPr bwMode="auto">
            <a:xfrm>
              <a:off x="3984" y="1404"/>
              <a:ext cx="222" cy="180"/>
            </a:xfrm>
            <a:custGeom>
              <a:avLst/>
              <a:gdLst>
                <a:gd name="T0" fmla="*/ 0 w 222"/>
                <a:gd name="T1" fmla="*/ 180 h 180"/>
                <a:gd name="T2" fmla="*/ 222 w 222"/>
                <a:gd name="T3" fmla="*/ 0 h 180"/>
                <a:gd name="T4" fmla="*/ 0 60000 65536"/>
                <a:gd name="T5" fmla="*/ 0 60000 65536"/>
                <a:gd name="T6" fmla="*/ 0 w 222"/>
                <a:gd name="T7" fmla="*/ 0 h 180"/>
                <a:gd name="T8" fmla="*/ 222 w 222"/>
                <a:gd name="T9" fmla="*/ 180 h 180"/>
              </a:gdLst>
              <a:ahLst/>
              <a:cxnLst>
                <a:cxn ang="T4">
                  <a:pos x="T0" y="T1"/>
                </a:cxn>
                <a:cxn ang="T5">
                  <a:pos x="T2" y="T3"/>
                </a:cxn>
              </a:cxnLst>
              <a:rect l="T6" t="T7" r="T8" b="T9"/>
              <a:pathLst>
                <a:path w="222" h="180">
                  <a:moveTo>
                    <a:pt x="0" y="180"/>
                  </a:moveTo>
                  <a:lnTo>
                    <a:pt x="222" y="0"/>
                  </a:ln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sp>
          <p:nvSpPr>
            <p:cNvPr id="140298" name="Oval 9"/>
            <p:cNvSpPr>
              <a:spLocks noChangeArrowheads="1"/>
            </p:cNvSpPr>
            <p:nvPr/>
          </p:nvSpPr>
          <p:spPr bwMode="auto">
            <a:xfrm>
              <a:off x="3724" y="1640"/>
              <a:ext cx="313" cy="81"/>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40299" name="Line 10"/>
            <p:cNvSpPr>
              <a:spLocks noChangeShapeType="1"/>
            </p:cNvSpPr>
            <p:nvPr/>
          </p:nvSpPr>
          <p:spPr bwMode="auto">
            <a:xfrm>
              <a:off x="3724" y="1633"/>
              <a:ext cx="1"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40300" name="Line 11"/>
            <p:cNvSpPr>
              <a:spLocks noChangeShapeType="1"/>
            </p:cNvSpPr>
            <p:nvPr/>
          </p:nvSpPr>
          <p:spPr bwMode="auto">
            <a:xfrm>
              <a:off x="4037" y="1633"/>
              <a:ext cx="1"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40301" name="Rectangle 12"/>
            <p:cNvSpPr>
              <a:spLocks noChangeArrowheads="1"/>
            </p:cNvSpPr>
            <p:nvPr/>
          </p:nvSpPr>
          <p:spPr bwMode="auto">
            <a:xfrm>
              <a:off x="3724" y="1633"/>
              <a:ext cx="310" cy="49"/>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sz="2400">
                <a:latin typeface="Times New Roman" charset="0"/>
              </a:endParaRPr>
            </a:p>
          </p:txBody>
        </p:sp>
        <p:sp>
          <p:nvSpPr>
            <p:cNvPr id="140302" name="Oval 13"/>
            <p:cNvSpPr>
              <a:spLocks noChangeArrowheads="1"/>
            </p:cNvSpPr>
            <p:nvPr/>
          </p:nvSpPr>
          <p:spPr bwMode="auto">
            <a:xfrm>
              <a:off x="3721" y="1574"/>
              <a:ext cx="313" cy="95"/>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40303" name="Freeform 14"/>
            <p:cNvSpPr>
              <a:spLocks/>
            </p:cNvSpPr>
            <p:nvPr/>
          </p:nvSpPr>
          <p:spPr bwMode="auto">
            <a:xfrm>
              <a:off x="4389" y="1404"/>
              <a:ext cx="216" cy="189"/>
            </a:xfrm>
            <a:custGeom>
              <a:avLst/>
              <a:gdLst>
                <a:gd name="T0" fmla="*/ 0 w 216"/>
                <a:gd name="T1" fmla="*/ 0 h 189"/>
                <a:gd name="T2" fmla="*/ 216 w 216"/>
                <a:gd name="T3" fmla="*/ 189 h 189"/>
                <a:gd name="T4" fmla="*/ 0 60000 65536"/>
                <a:gd name="T5" fmla="*/ 0 60000 65536"/>
                <a:gd name="T6" fmla="*/ 0 w 216"/>
                <a:gd name="T7" fmla="*/ 0 h 189"/>
                <a:gd name="T8" fmla="*/ 216 w 216"/>
                <a:gd name="T9" fmla="*/ 189 h 189"/>
              </a:gdLst>
              <a:ahLst/>
              <a:cxnLst>
                <a:cxn ang="T4">
                  <a:pos x="T0" y="T1"/>
                </a:cxn>
                <a:cxn ang="T5">
                  <a:pos x="T2" y="T3"/>
                </a:cxn>
              </a:cxnLst>
              <a:rect l="T6" t="T7" r="T8" b="T9"/>
              <a:pathLst>
                <a:path w="216" h="189">
                  <a:moveTo>
                    <a:pt x="0" y="0"/>
                  </a:moveTo>
                  <a:lnTo>
                    <a:pt x="216" y="189"/>
                  </a:ln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sp>
          <p:nvSpPr>
            <p:cNvPr id="140304" name="Freeform 15"/>
            <p:cNvSpPr>
              <a:spLocks/>
            </p:cNvSpPr>
            <p:nvPr/>
          </p:nvSpPr>
          <p:spPr bwMode="auto">
            <a:xfrm>
              <a:off x="4041" y="1668"/>
              <a:ext cx="540" cy="3"/>
            </a:xfrm>
            <a:custGeom>
              <a:avLst/>
              <a:gdLst>
                <a:gd name="T0" fmla="*/ 540 w 540"/>
                <a:gd name="T1" fmla="*/ 3 h 3"/>
                <a:gd name="T2" fmla="*/ 0 w 540"/>
                <a:gd name="T3" fmla="*/ 0 h 3"/>
                <a:gd name="T4" fmla="*/ 0 60000 65536"/>
                <a:gd name="T5" fmla="*/ 0 60000 65536"/>
                <a:gd name="T6" fmla="*/ 0 w 540"/>
                <a:gd name="T7" fmla="*/ 0 h 3"/>
                <a:gd name="T8" fmla="*/ 540 w 540"/>
                <a:gd name="T9" fmla="*/ 3 h 3"/>
              </a:gdLst>
              <a:ahLst/>
              <a:cxnLst>
                <a:cxn ang="T4">
                  <a:pos x="T0" y="T1"/>
                </a:cxn>
                <a:cxn ang="T5">
                  <a:pos x="T2" y="T3"/>
                </a:cxn>
              </a:cxnLst>
              <a:rect l="T6" t="T7" r="T8" b="T9"/>
              <a:pathLst>
                <a:path w="540" h="3">
                  <a:moveTo>
                    <a:pt x="540" y="3"/>
                  </a:moveTo>
                  <a:lnTo>
                    <a:pt x="0" y="0"/>
                  </a:ln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grpSp>
          <p:nvGrpSpPr>
            <p:cNvPr id="140305" name="Group 16"/>
            <p:cNvGrpSpPr>
              <a:grpSpLocks/>
            </p:cNvGrpSpPr>
            <p:nvPr/>
          </p:nvGrpSpPr>
          <p:grpSpPr bwMode="auto">
            <a:xfrm>
              <a:off x="3770" y="1526"/>
              <a:ext cx="210" cy="250"/>
              <a:chOff x="2951" y="2429"/>
              <a:chExt cx="213" cy="250"/>
            </a:xfrm>
          </p:grpSpPr>
          <p:sp>
            <p:nvSpPr>
              <p:cNvPr id="140329" name="Rectangle 17"/>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p>
            </p:txBody>
          </p:sp>
          <p:sp>
            <p:nvSpPr>
              <p:cNvPr id="140330" name="Text Box 18"/>
              <p:cNvSpPr txBox="1">
                <a:spLocks noChangeArrowheads="1"/>
              </p:cNvSpPr>
              <p:nvPr/>
            </p:nvSpPr>
            <p:spPr bwMode="auto">
              <a:xfrm>
                <a:off x="2951" y="2429"/>
                <a:ext cx="213" cy="2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2000">
                    <a:latin typeface="Comic Sans MS" charset="0"/>
                  </a:rPr>
                  <a:t>x</a:t>
                </a:r>
                <a:endParaRPr lang="en-US">
                  <a:latin typeface="Times New Roman" charset="0"/>
                </a:endParaRPr>
              </a:p>
            </p:txBody>
          </p:sp>
        </p:grpSp>
        <p:grpSp>
          <p:nvGrpSpPr>
            <p:cNvPr id="140306" name="Group 19"/>
            <p:cNvGrpSpPr>
              <a:grpSpLocks/>
            </p:cNvGrpSpPr>
            <p:nvPr/>
          </p:nvGrpSpPr>
          <p:grpSpPr bwMode="auto">
            <a:xfrm>
              <a:off x="4566" y="1538"/>
              <a:ext cx="316" cy="250"/>
              <a:chOff x="1740" y="2306"/>
              <a:chExt cx="316" cy="250"/>
            </a:xfrm>
          </p:grpSpPr>
          <p:sp>
            <p:nvSpPr>
              <p:cNvPr id="140321" name="Oval 20"/>
              <p:cNvSpPr>
                <a:spLocks noChangeArrowheads="1"/>
              </p:cNvSpPr>
              <p:nvPr/>
            </p:nvSpPr>
            <p:spPr bwMode="auto">
              <a:xfrm>
                <a:off x="1743" y="2420"/>
                <a:ext cx="313" cy="81"/>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40322" name="Line 21"/>
              <p:cNvSpPr>
                <a:spLocks noChangeShapeType="1"/>
              </p:cNvSpPr>
              <p:nvPr/>
            </p:nvSpPr>
            <p:spPr bwMode="auto">
              <a:xfrm>
                <a:off x="1743" y="2413"/>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40323" name="Line 22"/>
              <p:cNvSpPr>
                <a:spLocks noChangeShapeType="1"/>
              </p:cNvSpPr>
              <p:nvPr/>
            </p:nvSpPr>
            <p:spPr bwMode="auto">
              <a:xfrm>
                <a:off x="2056" y="2413"/>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40324" name="Rectangle 23"/>
              <p:cNvSpPr>
                <a:spLocks noChangeArrowheads="1"/>
              </p:cNvSpPr>
              <p:nvPr/>
            </p:nvSpPr>
            <p:spPr bwMode="auto">
              <a:xfrm>
                <a:off x="1743" y="2413"/>
                <a:ext cx="310" cy="49"/>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sz="2400">
                  <a:latin typeface="Times New Roman" charset="0"/>
                </a:endParaRPr>
              </a:p>
            </p:txBody>
          </p:sp>
          <p:sp>
            <p:nvSpPr>
              <p:cNvPr id="140325" name="Oval 24"/>
              <p:cNvSpPr>
                <a:spLocks noChangeArrowheads="1"/>
              </p:cNvSpPr>
              <p:nvPr/>
            </p:nvSpPr>
            <p:spPr bwMode="auto">
              <a:xfrm>
                <a:off x="1740" y="2354"/>
                <a:ext cx="313" cy="95"/>
              </a:xfrm>
              <a:prstGeom prst="ellipse">
                <a:avLst/>
              </a:prstGeom>
              <a:solidFill>
                <a:schemeClr val="hlink"/>
              </a:solidFill>
              <a:ln w="12700">
                <a:solidFill>
                  <a:schemeClr val="tx1"/>
                </a:solidFill>
                <a:round/>
                <a:headEnd/>
                <a:tailEnd/>
              </a:ln>
            </p:spPr>
            <p:txBody>
              <a:bodyPr wrap="none" anchor="ctr"/>
              <a:lstStyle/>
              <a:p>
                <a:endParaRPr lang="en-US"/>
              </a:p>
            </p:txBody>
          </p:sp>
          <p:grpSp>
            <p:nvGrpSpPr>
              <p:cNvPr id="140326" name="Group 25"/>
              <p:cNvGrpSpPr>
                <a:grpSpLocks/>
              </p:cNvGrpSpPr>
              <p:nvPr/>
            </p:nvGrpSpPr>
            <p:grpSpPr bwMode="auto">
              <a:xfrm>
                <a:off x="1800" y="2306"/>
                <a:ext cx="202" cy="250"/>
                <a:chOff x="2955" y="2429"/>
                <a:chExt cx="205" cy="250"/>
              </a:xfrm>
            </p:grpSpPr>
            <p:sp>
              <p:nvSpPr>
                <p:cNvPr id="140327" name="Rectangle 26"/>
                <p:cNvSpPr>
                  <a:spLocks noChangeArrowheads="1"/>
                </p:cNvSpPr>
                <p:nvPr/>
              </p:nvSpPr>
              <p:spPr bwMode="auto">
                <a:xfrm>
                  <a:off x="2982" y="2490"/>
                  <a:ext cx="143" cy="132"/>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p>
              </p:txBody>
            </p:sp>
            <p:sp>
              <p:nvSpPr>
                <p:cNvPr id="140328" name="Text Box 27"/>
                <p:cNvSpPr txBox="1">
                  <a:spLocks noChangeArrowheads="1"/>
                </p:cNvSpPr>
                <p:nvPr/>
              </p:nvSpPr>
              <p:spPr bwMode="auto">
                <a:xfrm>
                  <a:off x="2955" y="2429"/>
                  <a:ext cx="205" cy="2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2000">
                      <a:latin typeface="Comic Sans MS" charset="0"/>
                    </a:rPr>
                    <a:t>z</a:t>
                  </a:r>
                  <a:endParaRPr lang="en-US">
                    <a:latin typeface="Times New Roman" charset="0"/>
                  </a:endParaRPr>
                </a:p>
              </p:txBody>
            </p:sp>
          </p:grpSp>
        </p:grpSp>
        <p:sp>
          <p:nvSpPr>
            <p:cNvPr id="140307" name="Text Box 28"/>
            <p:cNvSpPr txBox="1">
              <a:spLocks noChangeArrowheads="1"/>
            </p:cNvSpPr>
            <p:nvPr/>
          </p:nvSpPr>
          <p:spPr bwMode="auto">
            <a:xfrm>
              <a:off x="4469" y="1328"/>
              <a:ext cx="181"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latin typeface="Comic Sans MS" charset="0"/>
                </a:rPr>
                <a:t>1</a:t>
              </a:r>
              <a:endParaRPr lang="en-US">
                <a:latin typeface="Times New Roman" charset="0"/>
              </a:endParaRPr>
            </a:p>
          </p:txBody>
        </p:sp>
        <p:sp>
          <p:nvSpPr>
            <p:cNvPr id="140308" name="Text Box 29"/>
            <p:cNvSpPr txBox="1">
              <a:spLocks noChangeArrowheads="1"/>
            </p:cNvSpPr>
            <p:nvPr/>
          </p:nvSpPr>
          <p:spPr bwMode="auto">
            <a:xfrm>
              <a:off x="3930" y="1325"/>
              <a:ext cx="204"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latin typeface="Comic Sans MS" charset="0"/>
                </a:rPr>
                <a:t>4</a:t>
              </a:r>
              <a:endParaRPr lang="en-US">
                <a:latin typeface="Times New Roman" charset="0"/>
              </a:endParaRPr>
            </a:p>
          </p:txBody>
        </p:sp>
        <p:sp>
          <p:nvSpPr>
            <p:cNvPr id="140309" name="Text Box 30"/>
            <p:cNvSpPr txBox="1">
              <a:spLocks noChangeArrowheads="1"/>
            </p:cNvSpPr>
            <p:nvPr/>
          </p:nvSpPr>
          <p:spPr bwMode="auto">
            <a:xfrm>
              <a:off x="4171" y="1658"/>
              <a:ext cx="292"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latin typeface="Comic Sans MS" charset="0"/>
                </a:rPr>
                <a:t>50</a:t>
              </a:r>
              <a:endParaRPr lang="en-US">
                <a:latin typeface="Times New Roman" charset="0"/>
              </a:endParaRPr>
            </a:p>
          </p:txBody>
        </p:sp>
        <p:grpSp>
          <p:nvGrpSpPr>
            <p:cNvPr id="140310" name="Group 31"/>
            <p:cNvGrpSpPr>
              <a:grpSpLocks/>
            </p:cNvGrpSpPr>
            <p:nvPr/>
          </p:nvGrpSpPr>
          <p:grpSpPr bwMode="auto">
            <a:xfrm>
              <a:off x="4146" y="1214"/>
              <a:ext cx="316" cy="250"/>
              <a:chOff x="1740" y="2306"/>
              <a:chExt cx="316" cy="250"/>
            </a:xfrm>
          </p:grpSpPr>
          <p:sp>
            <p:nvSpPr>
              <p:cNvPr id="140313" name="Oval 32"/>
              <p:cNvSpPr>
                <a:spLocks noChangeArrowheads="1"/>
              </p:cNvSpPr>
              <p:nvPr/>
            </p:nvSpPr>
            <p:spPr bwMode="auto">
              <a:xfrm>
                <a:off x="1743" y="2420"/>
                <a:ext cx="313" cy="81"/>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40314" name="Line 33"/>
              <p:cNvSpPr>
                <a:spLocks noChangeShapeType="1"/>
              </p:cNvSpPr>
              <p:nvPr/>
            </p:nvSpPr>
            <p:spPr bwMode="auto">
              <a:xfrm>
                <a:off x="1743" y="2413"/>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40315" name="Line 34"/>
              <p:cNvSpPr>
                <a:spLocks noChangeShapeType="1"/>
              </p:cNvSpPr>
              <p:nvPr/>
            </p:nvSpPr>
            <p:spPr bwMode="auto">
              <a:xfrm>
                <a:off x="2056" y="2413"/>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40316" name="Rectangle 35"/>
              <p:cNvSpPr>
                <a:spLocks noChangeArrowheads="1"/>
              </p:cNvSpPr>
              <p:nvPr/>
            </p:nvSpPr>
            <p:spPr bwMode="auto">
              <a:xfrm>
                <a:off x="1743" y="2413"/>
                <a:ext cx="310" cy="49"/>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sz="2400">
                  <a:latin typeface="Times New Roman" charset="0"/>
                </a:endParaRPr>
              </a:p>
            </p:txBody>
          </p:sp>
          <p:sp>
            <p:nvSpPr>
              <p:cNvPr id="140317" name="Oval 36"/>
              <p:cNvSpPr>
                <a:spLocks noChangeArrowheads="1"/>
              </p:cNvSpPr>
              <p:nvPr/>
            </p:nvSpPr>
            <p:spPr bwMode="auto">
              <a:xfrm>
                <a:off x="1740" y="2354"/>
                <a:ext cx="313" cy="95"/>
              </a:xfrm>
              <a:prstGeom prst="ellipse">
                <a:avLst/>
              </a:prstGeom>
              <a:solidFill>
                <a:schemeClr val="hlink"/>
              </a:solidFill>
              <a:ln w="12700">
                <a:solidFill>
                  <a:schemeClr val="tx1"/>
                </a:solidFill>
                <a:round/>
                <a:headEnd/>
                <a:tailEnd/>
              </a:ln>
            </p:spPr>
            <p:txBody>
              <a:bodyPr wrap="none" anchor="ctr"/>
              <a:lstStyle/>
              <a:p>
                <a:endParaRPr lang="en-US"/>
              </a:p>
            </p:txBody>
          </p:sp>
          <p:grpSp>
            <p:nvGrpSpPr>
              <p:cNvPr id="140318" name="Group 37"/>
              <p:cNvGrpSpPr>
                <a:grpSpLocks/>
              </p:cNvGrpSpPr>
              <p:nvPr/>
            </p:nvGrpSpPr>
            <p:grpSpPr bwMode="auto">
              <a:xfrm>
                <a:off x="1802" y="2306"/>
                <a:ext cx="199" cy="250"/>
                <a:chOff x="2957" y="2429"/>
                <a:chExt cx="202" cy="250"/>
              </a:xfrm>
            </p:grpSpPr>
            <p:sp>
              <p:nvSpPr>
                <p:cNvPr id="140319" name="Rectangle 38"/>
                <p:cNvSpPr>
                  <a:spLocks noChangeArrowheads="1"/>
                </p:cNvSpPr>
                <p:nvPr/>
              </p:nvSpPr>
              <p:spPr bwMode="auto">
                <a:xfrm>
                  <a:off x="2982" y="2490"/>
                  <a:ext cx="143" cy="132"/>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p>
              </p:txBody>
            </p:sp>
            <p:sp>
              <p:nvSpPr>
                <p:cNvPr id="140320" name="Text Box 39"/>
                <p:cNvSpPr txBox="1">
                  <a:spLocks noChangeArrowheads="1"/>
                </p:cNvSpPr>
                <p:nvPr/>
              </p:nvSpPr>
              <p:spPr bwMode="auto">
                <a:xfrm>
                  <a:off x="2957" y="2429"/>
                  <a:ext cx="202" cy="2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2000">
                      <a:latin typeface="Comic Sans MS" charset="0"/>
                    </a:rPr>
                    <a:t>y</a:t>
                  </a:r>
                  <a:endParaRPr lang="en-US">
                    <a:latin typeface="Times New Roman" charset="0"/>
                  </a:endParaRPr>
                </a:p>
              </p:txBody>
            </p:sp>
          </p:grpSp>
        </p:grpSp>
        <p:sp>
          <p:nvSpPr>
            <p:cNvPr id="140311" name="Text Box 40"/>
            <p:cNvSpPr txBox="1">
              <a:spLocks noChangeArrowheads="1"/>
            </p:cNvSpPr>
            <p:nvPr/>
          </p:nvSpPr>
          <p:spPr bwMode="auto">
            <a:xfrm>
              <a:off x="3784" y="1076"/>
              <a:ext cx="292"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solidFill>
                    <a:srgbClr val="FF0000"/>
                  </a:solidFill>
                  <a:latin typeface="Comic Sans MS" charset="0"/>
                </a:rPr>
                <a:t>60</a:t>
              </a:r>
              <a:endParaRPr lang="en-US">
                <a:latin typeface="Times New Roman" charset="0"/>
              </a:endParaRPr>
            </a:p>
          </p:txBody>
        </p:sp>
        <p:sp>
          <p:nvSpPr>
            <p:cNvPr id="140312" name="Line 41"/>
            <p:cNvSpPr>
              <a:spLocks noChangeShapeType="1"/>
            </p:cNvSpPr>
            <p:nvPr/>
          </p:nvSpPr>
          <p:spPr bwMode="auto">
            <a:xfrm flipH="1" flipV="1">
              <a:off x="3948" y="1272"/>
              <a:ext cx="132" cy="228"/>
            </a:xfrm>
            <a:prstGeom prst="line">
              <a:avLst/>
            </a:prstGeom>
            <a:noFill/>
            <a:ln w="19050">
              <a:solidFill>
                <a:srgbClr val="FF0000"/>
              </a:solidFill>
              <a:round/>
              <a:headEnd/>
              <a:tailEnd type="triangle" w="med" len="med"/>
            </a:ln>
            <a:extLst>
              <a:ext uri="{909E8E84-426E-40dd-AFC4-6F175D3DCCD1}">
                <a14:hiddenFill xmlns:a14="http://schemas.microsoft.com/office/drawing/2010/main" xmlns="">
                  <a:noFill/>
                </a14:hiddenFill>
              </a:ext>
            </a:extLst>
          </p:spPr>
          <p:txBody>
            <a:bodyPr wrap="none" anchor="ctr"/>
            <a:lstStyle/>
            <a:p>
              <a:endParaRPr lang="en-US"/>
            </a:p>
          </p:txBody>
        </p:sp>
      </p:grpSp>
      <p:sp>
        <p:nvSpPr>
          <p:cNvPr id="140295" name="Rectangle 45"/>
          <p:cNvSpPr>
            <a:spLocks noChangeArrowheads="1"/>
          </p:cNvSpPr>
          <p:nvPr/>
        </p:nvSpPr>
        <p:spPr bwMode="auto">
          <a:xfrm>
            <a:off x="604838" y="3787775"/>
            <a:ext cx="7210425" cy="14859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342900" indent="-342900">
              <a:lnSpc>
                <a:spcPct val="85000"/>
              </a:lnSpc>
              <a:spcBef>
                <a:spcPct val="20000"/>
              </a:spcBef>
              <a:buClr>
                <a:srgbClr val="000099"/>
              </a:buClr>
              <a:buSzPct val="65000"/>
              <a:buFont typeface="Wingdings" charset="0"/>
              <a:buNone/>
            </a:pPr>
            <a:r>
              <a:rPr lang="en-US" sz="2800" i="1">
                <a:solidFill>
                  <a:srgbClr val="CC0000"/>
                </a:solidFill>
                <a:latin typeface="Gill Sans MT" charset="0"/>
              </a:rPr>
              <a:t>poisoned reverse:</a:t>
            </a:r>
            <a:r>
              <a:rPr lang="en-US" sz="2000">
                <a:latin typeface="Gill Sans MT" charset="0"/>
              </a:rPr>
              <a:t> </a:t>
            </a:r>
          </a:p>
          <a:p>
            <a:pPr marL="342900" indent="-342900">
              <a:lnSpc>
                <a:spcPct val="85000"/>
              </a:lnSpc>
              <a:spcBef>
                <a:spcPct val="20000"/>
              </a:spcBef>
              <a:buClr>
                <a:srgbClr val="000099"/>
              </a:buClr>
              <a:buSzPct val="65000"/>
              <a:buFont typeface="Wingdings" charset="0"/>
              <a:buChar char="v"/>
            </a:pPr>
            <a:r>
              <a:rPr lang="en-US" sz="2400">
                <a:latin typeface="Gill Sans MT" charset="0"/>
              </a:rPr>
              <a:t>If Z routes through Y to get to X :</a:t>
            </a:r>
          </a:p>
          <a:p>
            <a:pPr marL="742950" lvl="1" indent="-285750">
              <a:lnSpc>
                <a:spcPct val="85000"/>
              </a:lnSpc>
              <a:spcBef>
                <a:spcPct val="20000"/>
              </a:spcBef>
              <a:buClr>
                <a:srgbClr val="000099"/>
              </a:buClr>
              <a:buFont typeface="Wingdings" charset="0"/>
              <a:buChar char="§"/>
            </a:pPr>
            <a:r>
              <a:rPr lang="en-US" sz="2000">
                <a:latin typeface="Gill Sans MT" charset="0"/>
              </a:rPr>
              <a:t>Z tells Y its (Z</a:t>
            </a:r>
            <a:r>
              <a:rPr lang="ja-JP" altLang="en-US" sz="2000">
                <a:latin typeface="Gill Sans MT" charset="0"/>
              </a:rPr>
              <a:t>’</a:t>
            </a:r>
            <a:r>
              <a:rPr lang="en-US" altLang="ja-JP" sz="2000">
                <a:latin typeface="Gill Sans MT" charset="0"/>
              </a:rPr>
              <a:t>s) distance to X is infinite (so Y won</a:t>
            </a:r>
            <a:r>
              <a:rPr lang="ja-JP" altLang="en-US" sz="2000">
                <a:latin typeface="Gill Sans MT" charset="0"/>
              </a:rPr>
              <a:t>’</a:t>
            </a:r>
            <a:r>
              <a:rPr lang="en-US" altLang="ja-JP" sz="2000">
                <a:latin typeface="Gill Sans MT" charset="0"/>
              </a:rPr>
              <a:t>t route to X via Z)</a:t>
            </a:r>
          </a:p>
          <a:p>
            <a:pPr marL="342900" indent="-342900">
              <a:lnSpc>
                <a:spcPct val="85000"/>
              </a:lnSpc>
              <a:spcBef>
                <a:spcPct val="20000"/>
              </a:spcBef>
              <a:buClr>
                <a:srgbClr val="000099"/>
              </a:buClr>
              <a:buSzPct val="65000"/>
              <a:buFont typeface="Wingdings" charset="0"/>
              <a:buChar char="v"/>
            </a:pPr>
            <a:r>
              <a:rPr lang="en-US" sz="2400">
                <a:latin typeface="Gill Sans MT" charset="0"/>
              </a:rPr>
              <a:t>will this completely solve count to infinity problem?</a:t>
            </a:r>
          </a:p>
        </p:txBody>
      </p:sp>
      <p:sp>
        <p:nvSpPr>
          <p:cNvPr id="44" name="Slide Number Placeholder 5"/>
          <p:cNvSpPr>
            <a:spLocks noGrp="1"/>
          </p:cNvSpPr>
          <p:nvPr>
            <p:ph type="sldNum" sz="quarter" idx="12"/>
          </p:nvPr>
        </p:nvSpPr>
        <p:spPr>
          <a:xfrm>
            <a:off x="8456154" y="6475895"/>
            <a:ext cx="548655" cy="272319"/>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200" dirty="0">
                <a:latin typeface="Tahoma" charset="0"/>
              </a:rPr>
              <a:t>5-</a:t>
            </a:r>
            <a:fld id="{8E8C6E93-DF5B-BC4B-80F9-500DED1EEDCC}" type="slidenum">
              <a:rPr lang="en-US" sz="1200">
                <a:latin typeface="Tahoma" charset="0"/>
              </a:rPr>
              <a:pPr/>
              <a:t>59</a:t>
            </a:fld>
            <a:endParaRPr lang="en-US" sz="1200" dirty="0">
              <a:latin typeface="Tahoma" charset="0"/>
            </a:endParaRPr>
          </a:p>
        </p:txBody>
      </p:sp>
      <p:sp>
        <p:nvSpPr>
          <p:cNvPr id="45" name="Footer Placeholder 2"/>
          <p:cNvSpPr>
            <a:spLocks noGrp="1"/>
          </p:cNvSpPr>
          <p:nvPr>
            <p:ph type="ftr" sz="quarter" idx="11"/>
          </p:nvPr>
        </p:nvSpPr>
        <p:spPr>
          <a:xfrm>
            <a:off x="6375496" y="6475081"/>
            <a:ext cx="2177473" cy="241541"/>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200" dirty="0">
                <a:solidFill>
                  <a:srgbClr val="000000"/>
                </a:solidFill>
                <a:latin typeface="Tahoma" charset="0"/>
                <a:cs typeface="Arial" charset="0"/>
              </a:rPr>
              <a:t>Network Layer: Control Plane</a:t>
            </a:r>
          </a:p>
        </p:txBody>
      </p:sp>
      <p:sp>
        <p:nvSpPr>
          <p:cNvPr id="2" name="对角圆角矩形 1">
            <a:extLst>
              <a:ext uri="{FF2B5EF4-FFF2-40B4-BE49-F238E27FC236}">
                <a16:creationId xmlns:a16="http://schemas.microsoft.com/office/drawing/2014/main" id="{3AD7DE5E-76F7-3A5D-8C37-9DCD5A01D58C}"/>
              </a:ext>
            </a:extLst>
          </p:cNvPr>
          <p:cNvSpPr/>
          <p:nvPr/>
        </p:nvSpPr>
        <p:spPr bwMode="auto">
          <a:xfrm>
            <a:off x="4919876" y="3430879"/>
            <a:ext cx="3883054" cy="2101821"/>
          </a:xfrm>
          <a:prstGeom prst="round2DiagRect">
            <a:avLst/>
          </a:prstGeom>
          <a:solidFill>
            <a:srgbClr val="800000"/>
          </a:solidFill>
          <a:ln w="9525" cap="flat" cmpd="sng" algn="ctr">
            <a:solidFill>
              <a:schemeClr val="tx1"/>
            </a:solidFill>
            <a:prstDash val="solid"/>
            <a:round/>
            <a:headEnd type="none" w="med" len="med"/>
            <a:tailEnd type="none" w="med" len="med"/>
          </a:ln>
          <a:effectLst/>
          <a:scene3d>
            <a:camera prst="orthographicFront"/>
            <a:lightRig rig="threePt" dir="t"/>
          </a:scene3d>
          <a:sp3d>
            <a:bevelT/>
          </a:sp3d>
        </p:spPr>
        <p:txBody>
          <a:bodyPr lIns="0" rIns="0" anchor="ctr"/>
          <a:lstStyle>
            <a:lvl1pPr>
              <a:defRPr kumimoji="1" sz="2400">
                <a:solidFill>
                  <a:schemeClr val="tx1"/>
                </a:solidFill>
                <a:latin typeface="Comic Sans MS" panose="030F0902030302020204" pitchFamily="66" charset="0"/>
                <a:ea typeface="宋体" panose="02010600030101010101" pitchFamily="2" charset="-122"/>
              </a:defRPr>
            </a:lvl1pPr>
            <a:lvl2pPr marL="742950" indent="-285750">
              <a:defRPr kumimoji="1" sz="2400">
                <a:solidFill>
                  <a:schemeClr val="tx1"/>
                </a:solidFill>
                <a:latin typeface="Comic Sans MS" panose="030F0902030302020204" pitchFamily="66" charset="0"/>
                <a:ea typeface="宋体" panose="02010600030101010101" pitchFamily="2" charset="-122"/>
              </a:defRPr>
            </a:lvl2pPr>
            <a:lvl3pPr marL="1143000" indent="-228600">
              <a:defRPr kumimoji="1" sz="2400">
                <a:solidFill>
                  <a:schemeClr val="tx1"/>
                </a:solidFill>
                <a:latin typeface="Comic Sans MS" panose="030F0902030302020204" pitchFamily="66" charset="0"/>
                <a:ea typeface="宋体" panose="02010600030101010101" pitchFamily="2" charset="-122"/>
              </a:defRPr>
            </a:lvl3pPr>
            <a:lvl4pPr marL="1600200" indent="-228600">
              <a:defRPr kumimoji="1" sz="2400">
                <a:solidFill>
                  <a:schemeClr val="tx1"/>
                </a:solidFill>
                <a:latin typeface="Comic Sans MS" panose="030F0902030302020204" pitchFamily="66" charset="0"/>
                <a:ea typeface="宋体" panose="02010600030101010101" pitchFamily="2" charset="-122"/>
              </a:defRPr>
            </a:lvl4pPr>
            <a:lvl5pPr marL="2057400" indent="-228600">
              <a:defRPr kumimoji="1" sz="2400">
                <a:solidFill>
                  <a:schemeClr val="tx1"/>
                </a:solidFill>
                <a:latin typeface="Comic Sans MS" panose="030F0902030302020204" pitchFamily="66"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Comic Sans MS" panose="030F0902030302020204" pitchFamily="66"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Comic Sans MS" panose="030F0902030302020204" pitchFamily="66"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Comic Sans MS" panose="030F0902030302020204" pitchFamily="66"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Comic Sans MS" panose="030F0902030302020204" pitchFamily="66" charset="0"/>
                <a:ea typeface="宋体" panose="02010600030101010101" pitchFamily="2" charset="-122"/>
              </a:defRPr>
            </a:lvl9pPr>
          </a:lstStyle>
          <a:p>
            <a:pPr>
              <a:defRPr/>
            </a:pPr>
            <a:r>
              <a:rPr kumimoji="0" lang="zh-CN" altLang="en-US" sz="2000" dirty="0">
                <a:solidFill>
                  <a:schemeClr val="bg1"/>
                </a:solidFill>
                <a:latin typeface="Hiragino Sans GB W3" panose="020B0300000000000000" pitchFamily="34" charset="-128"/>
                <a:ea typeface="Hiragino Sans GB W3" panose="020B0300000000000000" pitchFamily="34" charset="-128"/>
              </a:rPr>
              <a:t>针对坏消息产生的“无穷计数”问题：</a:t>
            </a:r>
            <a:endParaRPr kumimoji="0" lang="en-US" altLang="zh-CN" sz="2000" dirty="0">
              <a:solidFill>
                <a:schemeClr val="bg1"/>
              </a:solidFill>
              <a:latin typeface="Hiragino Sans GB W3" panose="020B0300000000000000" pitchFamily="34" charset="-128"/>
              <a:ea typeface="Hiragino Sans GB W3" panose="020B0300000000000000" pitchFamily="34" charset="-128"/>
            </a:endParaRPr>
          </a:p>
          <a:p>
            <a:pPr>
              <a:defRPr/>
            </a:pPr>
            <a:r>
              <a:rPr kumimoji="0" lang="en-US" altLang="zh-CN" sz="2000" dirty="0">
                <a:solidFill>
                  <a:schemeClr val="bg1"/>
                </a:solidFill>
                <a:latin typeface="Hiragino Sans GB W3" panose="020B0300000000000000" pitchFamily="34" charset="-128"/>
                <a:ea typeface="Hiragino Sans GB W3" panose="020B0300000000000000" pitchFamily="34" charset="-128"/>
              </a:rPr>
              <a:t>1</a:t>
            </a:r>
            <a:r>
              <a:rPr kumimoji="0" lang="zh-CN" altLang="en-US" sz="2000" dirty="0">
                <a:solidFill>
                  <a:schemeClr val="bg1"/>
                </a:solidFill>
                <a:latin typeface="Hiragino Sans GB W3" panose="020B0300000000000000" pitchFamily="34" charset="-128"/>
                <a:ea typeface="Hiragino Sans GB W3" panose="020B0300000000000000" pitchFamily="34" charset="-128"/>
              </a:rPr>
              <a:t>）</a:t>
            </a:r>
            <a:r>
              <a:rPr kumimoji="0" lang="en-US" altLang="zh-CN" sz="2000" dirty="0">
                <a:solidFill>
                  <a:schemeClr val="bg1"/>
                </a:solidFill>
                <a:latin typeface="Hiragino Sans GB W3" panose="020B0300000000000000" pitchFamily="34" charset="-128"/>
                <a:ea typeface="Hiragino Sans GB W3" panose="020B0300000000000000" pitchFamily="34" charset="-128"/>
              </a:rPr>
              <a:t>“</a:t>
            </a:r>
            <a:r>
              <a:rPr kumimoji="0" lang="zh-CN" altLang="en-US" sz="2000" dirty="0">
                <a:solidFill>
                  <a:schemeClr val="bg1"/>
                </a:solidFill>
                <a:latin typeface="Hiragino Sans GB W3" panose="020B0300000000000000" pitchFamily="34" charset="-128"/>
                <a:ea typeface="Hiragino Sans GB W3" panose="020B0300000000000000" pitchFamily="34" charset="-128"/>
              </a:rPr>
              <a:t>毒性逆转</a:t>
            </a:r>
            <a:r>
              <a:rPr kumimoji="0" lang="en-US" altLang="zh-CN" sz="2000" dirty="0">
                <a:solidFill>
                  <a:schemeClr val="bg1"/>
                </a:solidFill>
                <a:latin typeface="Hiragino Sans GB W3" panose="020B0300000000000000" pitchFamily="34" charset="-128"/>
                <a:ea typeface="Hiragino Sans GB W3" panose="020B0300000000000000" pitchFamily="34" charset="-128"/>
              </a:rPr>
              <a:t>”</a:t>
            </a:r>
            <a:r>
              <a:rPr kumimoji="0" lang="zh-CN" altLang="en-US" sz="2000" dirty="0">
                <a:solidFill>
                  <a:schemeClr val="bg1"/>
                </a:solidFill>
                <a:latin typeface="Hiragino Sans GB W3" panose="020B0300000000000000" pitchFamily="34" charset="-128"/>
                <a:ea typeface="Hiragino Sans GB W3" panose="020B0300000000000000" pitchFamily="34" charset="-128"/>
              </a:rPr>
              <a:t>原理</a:t>
            </a:r>
            <a:endParaRPr kumimoji="0" lang="en-US" altLang="zh-CN" sz="2000" dirty="0">
              <a:solidFill>
                <a:schemeClr val="bg1"/>
              </a:solidFill>
              <a:latin typeface="Hiragino Sans GB W3" panose="020B0300000000000000" pitchFamily="34" charset="-128"/>
              <a:ea typeface="Hiragino Sans GB W3" panose="020B0300000000000000" pitchFamily="34" charset="-128"/>
            </a:endParaRPr>
          </a:p>
          <a:p>
            <a:pPr>
              <a:defRPr/>
            </a:pPr>
            <a:r>
              <a:rPr kumimoji="0" lang="zh-CN" altLang="en-US" sz="2000" dirty="0">
                <a:solidFill>
                  <a:schemeClr val="bg1"/>
                </a:solidFill>
                <a:latin typeface="Hiragino Sans GB W3" panose="020B0300000000000000" pitchFamily="34" charset="-128"/>
                <a:ea typeface="Hiragino Sans GB W3" panose="020B0300000000000000" pitchFamily="34" charset="-128"/>
              </a:rPr>
              <a:t>2）其他解决办法</a:t>
            </a:r>
            <a:endParaRPr kumimoji="0" lang="en-US" altLang="zh-CN" sz="2000" dirty="0">
              <a:solidFill>
                <a:schemeClr val="bg1"/>
              </a:solidFill>
              <a:latin typeface="Hiragino Sans GB W3" panose="020B0300000000000000" pitchFamily="34" charset="-128"/>
              <a:ea typeface="Hiragino Sans GB W3" panose="020B0300000000000000" pitchFamily="34" charset="-128"/>
            </a:endParaRPr>
          </a:p>
          <a:p>
            <a:pPr>
              <a:defRPr/>
            </a:pPr>
            <a:endParaRPr kumimoji="0" lang="en-US" altLang="zh-CN" sz="2000" dirty="0">
              <a:solidFill>
                <a:schemeClr val="bg1"/>
              </a:solidFill>
              <a:latin typeface="Hiragino Sans GB W3" panose="020B0300000000000000" pitchFamily="34" charset="-128"/>
              <a:ea typeface="Hiragino Sans GB W3" panose="020B0300000000000000" pitchFamily="34" charset="-128"/>
            </a:endParaRPr>
          </a:p>
          <a:p>
            <a:pPr>
              <a:defRPr/>
            </a:pPr>
            <a:r>
              <a:rPr kumimoji="0" lang="zh-CN" altLang="en-US" sz="2000" dirty="0">
                <a:solidFill>
                  <a:schemeClr val="bg1"/>
                </a:solidFill>
                <a:latin typeface="Hiragino Sans GB W3" panose="020B0300000000000000" pitchFamily="34" charset="-128"/>
                <a:ea typeface="Hiragino Sans GB W3" panose="020B0300000000000000" pitchFamily="34" charset="-128"/>
              </a:rPr>
              <a:t>参考哈工大课程视频来理解</a:t>
            </a:r>
          </a:p>
        </p:txBody>
      </p:sp>
    </p:spTree>
    <p:extLst>
      <p:ext uri="{BB962C8B-B14F-4D97-AF65-F5344CB8AC3E}">
        <p14:creationId xmlns:p14="http://schemas.microsoft.com/office/powerpoint/2010/main" val="10745608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1315" name="Picture 7"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09600" y="904875"/>
            <a:ext cx="7313613" cy="1730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6261" name="Rectangle 2"/>
          <p:cNvSpPr>
            <a:spLocks noGrp="1" noChangeArrowheads="1"/>
          </p:cNvSpPr>
          <p:nvPr>
            <p:ph type="title"/>
          </p:nvPr>
        </p:nvSpPr>
        <p:spPr>
          <a:xfrm>
            <a:off x="544513" y="452438"/>
            <a:ext cx="7772400" cy="528637"/>
          </a:xfrm>
        </p:spPr>
        <p:txBody>
          <a:bodyPr/>
          <a:lstStyle/>
          <a:p>
            <a:pPr>
              <a:defRPr/>
            </a:pPr>
            <a:r>
              <a:rPr lang="en-US" sz="3600">
                <a:cs typeface="+mj-cs"/>
              </a:rPr>
              <a:t>Comparison of LS and DV algorithms</a:t>
            </a:r>
          </a:p>
        </p:txBody>
      </p:sp>
      <p:sp>
        <p:nvSpPr>
          <p:cNvPr id="141317" name="Rectangle 3"/>
          <p:cNvSpPr>
            <a:spLocks noGrp="1" noChangeArrowheads="1"/>
          </p:cNvSpPr>
          <p:nvPr>
            <p:ph type="body" sz="half" idx="1"/>
          </p:nvPr>
        </p:nvSpPr>
        <p:spPr>
          <a:xfrm>
            <a:off x="488250" y="1295400"/>
            <a:ext cx="4219575" cy="4648200"/>
          </a:xfrm>
        </p:spPr>
        <p:txBody>
          <a:bodyPr/>
          <a:lstStyle/>
          <a:p>
            <a:pPr>
              <a:buFont typeface="Wingdings" charset="0"/>
              <a:buNone/>
            </a:pPr>
            <a:r>
              <a:rPr lang="en-US" i="1" dirty="0">
                <a:solidFill>
                  <a:srgbClr val="CC0000"/>
                </a:solidFill>
                <a:latin typeface="Gill Sans MT" charset="0"/>
              </a:rPr>
              <a:t>message complexity</a:t>
            </a:r>
          </a:p>
          <a:p>
            <a:r>
              <a:rPr lang="en-US" sz="2000" b="1" i="1" dirty="0">
                <a:solidFill>
                  <a:srgbClr val="CC0000"/>
                </a:solidFill>
                <a:latin typeface="Gill Sans MT" charset="0"/>
              </a:rPr>
              <a:t>LS:</a:t>
            </a:r>
            <a:r>
              <a:rPr lang="en-US" sz="2000" dirty="0">
                <a:latin typeface="Gill Sans MT" charset="0"/>
              </a:rPr>
              <a:t> with n nodes, E links, O(</a:t>
            </a:r>
            <a:r>
              <a:rPr lang="en-US" sz="2000" dirty="0" err="1">
                <a:latin typeface="Gill Sans MT" charset="0"/>
              </a:rPr>
              <a:t>nE</a:t>
            </a:r>
            <a:r>
              <a:rPr lang="en-US" sz="2000" dirty="0">
                <a:latin typeface="Gill Sans MT" charset="0"/>
              </a:rPr>
              <a:t>) </a:t>
            </a:r>
            <a:r>
              <a:rPr lang="en-US" sz="2000" dirty="0" err="1">
                <a:latin typeface="Gill Sans MT" charset="0"/>
              </a:rPr>
              <a:t>msgs</a:t>
            </a:r>
            <a:r>
              <a:rPr lang="en-US" sz="2000" dirty="0">
                <a:latin typeface="Gill Sans MT" charset="0"/>
              </a:rPr>
              <a:t> sent  </a:t>
            </a:r>
          </a:p>
          <a:p>
            <a:r>
              <a:rPr lang="en-US" sz="2000" b="1" i="1" dirty="0">
                <a:solidFill>
                  <a:srgbClr val="CC0000"/>
                </a:solidFill>
                <a:latin typeface="Gill Sans MT" charset="0"/>
              </a:rPr>
              <a:t>DV:</a:t>
            </a:r>
            <a:r>
              <a:rPr lang="en-US" sz="2000" dirty="0">
                <a:solidFill>
                  <a:srgbClr val="FF0000"/>
                </a:solidFill>
                <a:latin typeface="Gill Sans MT" charset="0"/>
              </a:rPr>
              <a:t> </a:t>
            </a:r>
            <a:r>
              <a:rPr lang="en-US" sz="2000" dirty="0">
                <a:latin typeface="Gill Sans MT" charset="0"/>
              </a:rPr>
              <a:t>exchange between neighbors only</a:t>
            </a:r>
          </a:p>
          <a:p>
            <a:pPr lvl="1"/>
            <a:r>
              <a:rPr lang="en-US" sz="2000" dirty="0">
                <a:latin typeface="Gill Sans MT" charset="0"/>
              </a:rPr>
              <a:t>Convergence</a:t>
            </a:r>
            <a:r>
              <a:rPr lang="zh-CN" altLang="en-US" sz="1400" b="1" dirty="0">
                <a:latin typeface="FZKai-Z03" panose="03000509000000000000" pitchFamily="66" charset="-122"/>
                <a:ea typeface="FZKai-Z03" panose="03000509000000000000" pitchFamily="66" charset="-122"/>
              </a:rPr>
              <a:t> </a:t>
            </a:r>
            <a:r>
              <a:rPr lang="en-US" altLang="zh-CN" sz="1400" b="1" dirty="0">
                <a:latin typeface="FZKai-Z03" panose="03000509000000000000" pitchFamily="66" charset="-122"/>
                <a:ea typeface="FZKai-Z03" panose="03000509000000000000" pitchFamily="66" charset="-122"/>
              </a:rPr>
              <a:t>(</a:t>
            </a:r>
            <a:r>
              <a:rPr lang="zh-CN" altLang="en-US" sz="1400" b="1" dirty="0">
                <a:latin typeface="FZKai-Z03" panose="03000509000000000000" pitchFamily="66" charset="-122"/>
                <a:ea typeface="FZKai-Z03" panose="03000509000000000000" pitchFamily="66" charset="-122"/>
              </a:rPr>
              <a:t>收敛</a:t>
            </a:r>
            <a:r>
              <a:rPr lang="en-US" altLang="zh-CN" sz="1400" b="1" dirty="0">
                <a:latin typeface="FZKai-Z03" panose="03000509000000000000" pitchFamily="66" charset="-122"/>
                <a:ea typeface="FZKai-Z03" panose="03000509000000000000" pitchFamily="66" charset="-122"/>
              </a:rPr>
              <a:t>)</a:t>
            </a:r>
            <a:r>
              <a:rPr lang="zh-CN" altLang="en-US" sz="1400" b="1" dirty="0">
                <a:latin typeface="FZKai-Z03" panose="03000509000000000000" pitchFamily="66" charset="-122"/>
                <a:ea typeface="FZKai-Z03" panose="03000509000000000000" pitchFamily="66" charset="-122"/>
              </a:rPr>
              <a:t> </a:t>
            </a:r>
            <a:r>
              <a:rPr lang="en-US" sz="2000" dirty="0">
                <a:latin typeface="Gill Sans MT" charset="0"/>
              </a:rPr>
              <a:t>time varies</a:t>
            </a:r>
          </a:p>
          <a:p>
            <a:pPr>
              <a:spcBef>
                <a:spcPct val="50000"/>
              </a:spcBef>
              <a:buFont typeface="Wingdings" charset="0"/>
              <a:buNone/>
            </a:pPr>
            <a:r>
              <a:rPr lang="en-US" i="1" dirty="0">
                <a:solidFill>
                  <a:srgbClr val="CC0000"/>
                </a:solidFill>
                <a:latin typeface="Gill Sans MT" charset="0"/>
              </a:rPr>
              <a:t>speed of convergence</a:t>
            </a:r>
          </a:p>
          <a:p>
            <a:r>
              <a:rPr lang="en-US" sz="2000" b="1" i="1" dirty="0">
                <a:solidFill>
                  <a:srgbClr val="CC0000"/>
                </a:solidFill>
                <a:latin typeface="Gill Sans MT" charset="0"/>
              </a:rPr>
              <a:t>LS:</a:t>
            </a:r>
            <a:r>
              <a:rPr lang="en-US" sz="2000" dirty="0">
                <a:latin typeface="Gill Sans MT" charset="0"/>
              </a:rPr>
              <a:t> O(n</a:t>
            </a:r>
            <a:r>
              <a:rPr lang="en-US" sz="2000" b="1" baseline="30000" dirty="0">
                <a:latin typeface="Gill Sans MT" charset="0"/>
              </a:rPr>
              <a:t>2</a:t>
            </a:r>
            <a:r>
              <a:rPr lang="en-US" sz="2000" dirty="0">
                <a:latin typeface="Gill Sans MT" charset="0"/>
              </a:rPr>
              <a:t>) algorithm requires O(</a:t>
            </a:r>
            <a:r>
              <a:rPr lang="en-US" sz="2000" dirty="0" err="1">
                <a:latin typeface="Gill Sans MT" charset="0"/>
              </a:rPr>
              <a:t>nE</a:t>
            </a:r>
            <a:r>
              <a:rPr lang="en-US" sz="2000" dirty="0">
                <a:latin typeface="Gill Sans MT" charset="0"/>
              </a:rPr>
              <a:t>) </a:t>
            </a:r>
            <a:r>
              <a:rPr lang="en-US" sz="2000" dirty="0" err="1">
                <a:latin typeface="Gill Sans MT" charset="0"/>
              </a:rPr>
              <a:t>msgs</a:t>
            </a:r>
            <a:endParaRPr lang="en-US" sz="2000" dirty="0">
              <a:latin typeface="Gill Sans MT" charset="0"/>
            </a:endParaRPr>
          </a:p>
          <a:p>
            <a:pPr lvl="1"/>
            <a:r>
              <a:rPr lang="en-US" sz="2000" dirty="0">
                <a:latin typeface="Gill Sans MT" charset="0"/>
              </a:rPr>
              <a:t>may have oscillations</a:t>
            </a:r>
            <a:r>
              <a:rPr lang="zh-CN" altLang="en-US" sz="2000" dirty="0">
                <a:latin typeface="Gill Sans MT" charset="0"/>
              </a:rPr>
              <a:t> </a:t>
            </a:r>
            <a:r>
              <a:rPr lang="en-US" altLang="zh-CN" sz="1400" b="1" dirty="0">
                <a:latin typeface="FZKai-Z03" panose="03000509000000000000" pitchFamily="66" charset="-122"/>
                <a:ea typeface="FZKai-Z03" panose="03000509000000000000" pitchFamily="66" charset="-122"/>
              </a:rPr>
              <a:t>(</a:t>
            </a:r>
            <a:r>
              <a:rPr lang="zh-CN" altLang="en-US" sz="1400" b="1" dirty="0">
                <a:latin typeface="FZKai-Z03" panose="03000509000000000000" pitchFamily="66" charset="-122"/>
                <a:ea typeface="FZKai-Z03" panose="03000509000000000000" pitchFamily="66" charset="-122"/>
              </a:rPr>
              <a:t>震荡</a:t>
            </a:r>
            <a:r>
              <a:rPr lang="en-US" altLang="zh-CN" sz="1400" b="1" dirty="0">
                <a:latin typeface="FZKai-Z03" panose="03000509000000000000" pitchFamily="66" charset="-122"/>
                <a:ea typeface="FZKai-Z03" panose="03000509000000000000" pitchFamily="66" charset="-122"/>
              </a:rPr>
              <a:t>) </a:t>
            </a:r>
            <a:endParaRPr lang="en-US" sz="1400" b="1" dirty="0">
              <a:latin typeface="FZKai-Z03" panose="03000509000000000000" pitchFamily="66" charset="-122"/>
              <a:ea typeface="FZKai-Z03" panose="03000509000000000000" pitchFamily="66" charset="-122"/>
            </a:endParaRPr>
          </a:p>
          <a:p>
            <a:r>
              <a:rPr lang="en-US" sz="2000" b="1" i="1" dirty="0">
                <a:solidFill>
                  <a:srgbClr val="CC0000"/>
                </a:solidFill>
                <a:latin typeface="Gill Sans MT" charset="0"/>
              </a:rPr>
              <a:t>DV:</a:t>
            </a:r>
            <a:r>
              <a:rPr lang="en-US" sz="2000" dirty="0">
                <a:latin typeface="Gill Sans MT" charset="0"/>
              </a:rPr>
              <a:t> convergence time varies</a:t>
            </a:r>
          </a:p>
          <a:p>
            <a:pPr lvl="1"/>
            <a:r>
              <a:rPr lang="en-US" sz="2000" dirty="0">
                <a:latin typeface="Gill Sans MT" charset="0"/>
              </a:rPr>
              <a:t>may be routing loops</a:t>
            </a:r>
          </a:p>
          <a:p>
            <a:pPr lvl="1"/>
            <a:r>
              <a:rPr lang="en-US" sz="2000" dirty="0">
                <a:latin typeface="Gill Sans MT" charset="0"/>
              </a:rPr>
              <a:t>count-to-infinity problem</a:t>
            </a:r>
            <a:endParaRPr lang="en-US" sz="1800" dirty="0">
              <a:latin typeface="Gill Sans MT" charset="0"/>
            </a:endParaRPr>
          </a:p>
        </p:txBody>
      </p:sp>
      <p:sp>
        <p:nvSpPr>
          <p:cNvPr id="141318" name="Rectangle 4"/>
          <p:cNvSpPr>
            <a:spLocks noGrp="1" noChangeArrowheads="1"/>
          </p:cNvSpPr>
          <p:nvPr>
            <p:ph type="body" sz="half" idx="2"/>
          </p:nvPr>
        </p:nvSpPr>
        <p:spPr>
          <a:xfrm>
            <a:off x="4779075" y="1328738"/>
            <a:ext cx="4010025" cy="4648200"/>
          </a:xfrm>
        </p:spPr>
        <p:txBody>
          <a:bodyPr/>
          <a:lstStyle/>
          <a:p>
            <a:pPr>
              <a:buNone/>
            </a:pPr>
            <a:r>
              <a:rPr lang="en-US" sz="2400" i="1" dirty="0">
                <a:solidFill>
                  <a:srgbClr val="CC0000"/>
                </a:solidFill>
                <a:latin typeface="Gill Sans MT" charset="0"/>
              </a:rPr>
              <a:t>robustness:</a:t>
            </a:r>
            <a:r>
              <a:rPr lang="en-US" sz="2400" dirty="0">
                <a:latin typeface="Gill Sans MT" charset="0"/>
              </a:rPr>
              <a:t> what happens if router malfunctions</a:t>
            </a:r>
            <a:r>
              <a:rPr lang="zh-CN" altLang="en-US" sz="2400" dirty="0">
                <a:latin typeface="Gill Sans MT" charset="0"/>
              </a:rPr>
              <a:t> </a:t>
            </a:r>
            <a:r>
              <a:rPr lang="en-US" altLang="zh-CN" sz="1400" b="1" dirty="0">
                <a:latin typeface="FZKai-Z03" panose="03000509000000000000" pitchFamily="66" charset="-122"/>
                <a:ea typeface="FZKai-Z03" panose="03000509000000000000" pitchFamily="66" charset="-122"/>
              </a:rPr>
              <a:t>(</a:t>
            </a:r>
            <a:r>
              <a:rPr lang="zh-CN" altLang="en-US" sz="1400" b="1" dirty="0">
                <a:latin typeface="FZKai-Z03" panose="03000509000000000000" pitchFamily="66" charset="-122"/>
                <a:ea typeface="FZKai-Z03" panose="03000509000000000000" pitchFamily="66" charset="-122"/>
              </a:rPr>
              <a:t>震荡</a:t>
            </a:r>
            <a:r>
              <a:rPr lang="en-US" altLang="zh-CN" sz="1400" b="1" dirty="0">
                <a:latin typeface="FZKai-Z03" panose="03000509000000000000" pitchFamily="66" charset="-122"/>
                <a:ea typeface="FZKai-Z03" panose="03000509000000000000" pitchFamily="66" charset="-122"/>
              </a:rPr>
              <a:t>) </a:t>
            </a:r>
            <a:r>
              <a:rPr lang="en-US" altLang="zh-CN" sz="2400" dirty="0">
                <a:latin typeface="Gill Sans MT" charset="0"/>
              </a:rPr>
              <a:t>?</a:t>
            </a:r>
            <a:endParaRPr lang="en-US" sz="2400" dirty="0">
              <a:latin typeface="Gill Sans MT" charset="0"/>
            </a:endParaRPr>
          </a:p>
          <a:p>
            <a:pPr>
              <a:buFont typeface="Wingdings" charset="0"/>
              <a:buNone/>
            </a:pPr>
            <a:r>
              <a:rPr lang="en-US" sz="2400" i="1" dirty="0">
                <a:solidFill>
                  <a:srgbClr val="CC0000"/>
                </a:solidFill>
                <a:latin typeface="Gill Sans MT" charset="0"/>
              </a:rPr>
              <a:t>LS:</a:t>
            </a:r>
            <a:r>
              <a:rPr lang="en-US" sz="2400" dirty="0">
                <a:latin typeface="Gill Sans MT" charset="0"/>
              </a:rPr>
              <a:t> </a:t>
            </a:r>
          </a:p>
          <a:p>
            <a:pPr marL="533400" lvl="1" indent="-284163"/>
            <a:r>
              <a:rPr lang="en-US" sz="2000" dirty="0">
                <a:latin typeface="Gill Sans MT" charset="0"/>
              </a:rPr>
              <a:t>node can advertise incorrect </a:t>
            </a:r>
            <a:r>
              <a:rPr lang="en-US" sz="2000" i="1" dirty="0">
                <a:solidFill>
                  <a:srgbClr val="000099"/>
                </a:solidFill>
                <a:latin typeface="Gill Sans MT" charset="0"/>
              </a:rPr>
              <a:t>link</a:t>
            </a:r>
            <a:r>
              <a:rPr lang="en-US" sz="2000" dirty="0">
                <a:latin typeface="Gill Sans MT" charset="0"/>
              </a:rPr>
              <a:t> cost</a:t>
            </a:r>
          </a:p>
          <a:p>
            <a:pPr marL="533400" lvl="1" indent="-284163"/>
            <a:r>
              <a:rPr lang="en-US" sz="2000" dirty="0">
                <a:latin typeface="Gill Sans MT" charset="0"/>
              </a:rPr>
              <a:t>each node computes only its </a:t>
            </a:r>
            <a:r>
              <a:rPr lang="en-US" sz="2000" i="1" dirty="0">
                <a:latin typeface="Gill Sans MT" charset="0"/>
              </a:rPr>
              <a:t>own</a:t>
            </a:r>
            <a:r>
              <a:rPr lang="en-US" sz="2000" dirty="0">
                <a:latin typeface="Gill Sans MT" charset="0"/>
              </a:rPr>
              <a:t> table</a:t>
            </a:r>
          </a:p>
          <a:p>
            <a:pPr>
              <a:buFont typeface="Wingdings" charset="0"/>
              <a:buNone/>
            </a:pPr>
            <a:r>
              <a:rPr lang="en-US" sz="2400" i="1" dirty="0">
                <a:solidFill>
                  <a:srgbClr val="CC0000"/>
                </a:solidFill>
                <a:latin typeface="Gill Sans MT" charset="0"/>
              </a:rPr>
              <a:t>DV:</a:t>
            </a:r>
          </a:p>
          <a:p>
            <a:pPr marL="533400" lvl="1" indent="-284163"/>
            <a:r>
              <a:rPr lang="en-US" sz="2000" dirty="0">
                <a:latin typeface="Gill Sans MT" charset="0"/>
              </a:rPr>
              <a:t>DV node can advertise incorrect path cost</a:t>
            </a:r>
          </a:p>
          <a:p>
            <a:pPr marL="533400" lvl="1" indent="-284163"/>
            <a:r>
              <a:rPr lang="en-US" sz="2000" dirty="0">
                <a:latin typeface="Gill Sans MT" charset="0"/>
              </a:rPr>
              <a:t>each node</a:t>
            </a:r>
            <a:r>
              <a:rPr lang="ja-JP" altLang="en-US" sz="2000">
                <a:latin typeface="Gill Sans MT" charset="0"/>
              </a:rPr>
              <a:t>’</a:t>
            </a:r>
            <a:r>
              <a:rPr lang="en-US" altLang="ja-JP" sz="2000" dirty="0">
                <a:latin typeface="Gill Sans MT" charset="0"/>
              </a:rPr>
              <a:t>s table used by others </a:t>
            </a:r>
          </a:p>
          <a:p>
            <a:pPr marL="758825" lvl="2" indent="-225425"/>
            <a:r>
              <a:rPr lang="en-US" sz="1800" dirty="0">
                <a:latin typeface="Comic Sans MS" charset="0"/>
              </a:rPr>
              <a:t>error propagate thru network</a:t>
            </a:r>
          </a:p>
        </p:txBody>
      </p:sp>
      <p:sp>
        <p:nvSpPr>
          <p:cNvPr id="8" name="Slide Number Placeholder 5"/>
          <p:cNvSpPr>
            <a:spLocks noGrp="1"/>
          </p:cNvSpPr>
          <p:nvPr>
            <p:ph type="sldNum" sz="quarter" idx="12"/>
          </p:nvPr>
        </p:nvSpPr>
        <p:spPr>
          <a:xfrm>
            <a:off x="8456154" y="6475895"/>
            <a:ext cx="548655" cy="272319"/>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200" dirty="0">
                <a:latin typeface="Tahoma" charset="0"/>
              </a:rPr>
              <a:t>5-</a:t>
            </a:r>
            <a:fld id="{8E8C6E93-DF5B-BC4B-80F9-500DED1EEDCC}" type="slidenum">
              <a:rPr lang="en-US" sz="1200">
                <a:latin typeface="Tahoma" charset="0"/>
              </a:rPr>
              <a:pPr/>
              <a:t>60</a:t>
            </a:fld>
            <a:endParaRPr lang="en-US" sz="1200" dirty="0">
              <a:latin typeface="Tahoma" charset="0"/>
            </a:endParaRPr>
          </a:p>
        </p:txBody>
      </p:sp>
      <p:sp>
        <p:nvSpPr>
          <p:cNvPr id="9" name="Footer Placeholder 2"/>
          <p:cNvSpPr>
            <a:spLocks noGrp="1"/>
          </p:cNvSpPr>
          <p:nvPr>
            <p:ph type="ftr" sz="quarter" idx="11"/>
          </p:nvPr>
        </p:nvSpPr>
        <p:spPr>
          <a:xfrm>
            <a:off x="6375496" y="6475081"/>
            <a:ext cx="2177473" cy="241541"/>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200" dirty="0">
                <a:solidFill>
                  <a:srgbClr val="000000"/>
                </a:solidFill>
                <a:latin typeface="Tahoma" charset="0"/>
                <a:cs typeface="Arial" charset="0"/>
              </a:rPr>
              <a:t>Network Layer: Control Plane</a:t>
            </a:r>
          </a:p>
        </p:txBody>
      </p:sp>
    </p:spTree>
    <p:extLst>
      <p:ext uri="{BB962C8B-B14F-4D97-AF65-F5344CB8AC3E}">
        <p14:creationId xmlns:p14="http://schemas.microsoft.com/office/powerpoint/2010/main" val="1998231358"/>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0993" name="页脚占位符 5">
            <a:extLst>
              <a:ext uri="{FF2B5EF4-FFF2-40B4-BE49-F238E27FC236}">
                <a16:creationId xmlns:a16="http://schemas.microsoft.com/office/drawing/2014/main" id="{2FE9F8B2-0205-C3BF-DEA8-765EF9A40377}"/>
              </a:ext>
            </a:extLst>
          </p:cNvPr>
          <p:cNvSpPr>
            <a:spLocks noGrp="1"/>
          </p:cNvSpPr>
          <p:nvPr>
            <p:ph type="ftr"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zh-CN" sz="12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rPr>
              <a:t>Network Layer</a:t>
            </a:r>
          </a:p>
        </p:txBody>
      </p:sp>
      <p:sp>
        <p:nvSpPr>
          <p:cNvPr id="340994" name="灯片编号占位符 6">
            <a:extLst>
              <a:ext uri="{FF2B5EF4-FFF2-40B4-BE49-F238E27FC236}">
                <a16:creationId xmlns:a16="http://schemas.microsoft.com/office/drawing/2014/main" id="{3688C5F6-5FC8-01BB-4BBF-48999B1894F8}"/>
              </a:ext>
            </a:extLst>
          </p:cNvPr>
          <p:cNvSpPr>
            <a:spLocks noGrp="1"/>
          </p:cNvSpPr>
          <p:nvPr>
            <p:ph type="sldNum" sz="quarter" idx="12"/>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zh-CN" sz="12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rPr>
              <a:t>4-</a:t>
            </a:r>
            <a:fld id="{C93BE440-0859-9344-B105-F76054315B4B}" type="slidenum">
              <a:rPr kumimoji="0" lang="en-US" altLang="zh-CN" sz="1200" b="0" i="0" u="none" strike="noStrike" kern="1200" cap="none" spc="0" normalizeH="0" baseline="0" noProof="0" smtClean="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rPr>
              <a:pPr marL="0" marR="0" lvl="0" indent="0" algn="r" defTabSz="914400" rtl="0" eaLnBrk="0" fontAlgn="base" latinLnBrk="0" hangingPunct="0">
                <a:lnSpc>
                  <a:spcPct val="100000"/>
                </a:lnSpc>
                <a:spcBef>
                  <a:spcPct val="0"/>
                </a:spcBef>
                <a:spcAft>
                  <a:spcPct val="0"/>
                </a:spcAft>
                <a:buClrTx/>
                <a:buSzTx/>
                <a:buFontTx/>
                <a:buNone/>
                <a:tabLst/>
                <a:defRPr/>
              </a:pPr>
              <a:t>61</a:t>
            </a:fld>
            <a:endParaRPr kumimoji="0" lang="en-US" altLang="zh-CN" sz="12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endParaRPr>
          </a:p>
        </p:txBody>
      </p:sp>
      <p:sp>
        <p:nvSpPr>
          <p:cNvPr id="340995" name="Rectangle 2">
            <a:extLst>
              <a:ext uri="{FF2B5EF4-FFF2-40B4-BE49-F238E27FC236}">
                <a16:creationId xmlns:a16="http://schemas.microsoft.com/office/drawing/2014/main" id="{EAD3DA13-E037-613D-9E89-7E27E3C16ED8}"/>
              </a:ext>
            </a:extLst>
          </p:cNvPr>
          <p:cNvSpPr>
            <a:spLocks noGrp="1" noChangeArrowheads="1"/>
          </p:cNvSpPr>
          <p:nvPr>
            <p:ph type="title"/>
          </p:nvPr>
        </p:nvSpPr>
        <p:spPr/>
        <p:txBody>
          <a:bodyPr/>
          <a:lstStyle/>
          <a:p>
            <a:pPr eaLnBrk="1" hangingPunct="1"/>
            <a:r>
              <a:rPr lang="en-US" altLang="zh-CN">
                <a:ea typeface="宋体" panose="02010600030101010101" pitchFamily="2" charset="-122"/>
              </a:rPr>
              <a:t>Chapter 4: Network Layer</a:t>
            </a:r>
          </a:p>
        </p:txBody>
      </p:sp>
      <p:sp>
        <p:nvSpPr>
          <p:cNvPr id="340997" name="Rectangle 4">
            <a:extLst>
              <a:ext uri="{FF2B5EF4-FFF2-40B4-BE49-F238E27FC236}">
                <a16:creationId xmlns:a16="http://schemas.microsoft.com/office/drawing/2014/main" id="{1B8BFBD7-E899-8528-C03D-9C927915752F}"/>
              </a:ext>
            </a:extLst>
          </p:cNvPr>
          <p:cNvSpPr>
            <a:spLocks noGrp="1" noChangeArrowheads="1"/>
          </p:cNvSpPr>
          <p:nvPr>
            <p:ph type="body" sz="half" idx="2"/>
          </p:nvPr>
        </p:nvSpPr>
        <p:spPr>
          <a:xfrm>
            <a:off x="1315279" y="1615281"/>
            <a:ext cx="3810000" cy="4648200"/>
          </a:xfrm>
        </p:spPr>
        <p:txBody>
          <a:bodyPr/>
          <a:lstStyle/>
          <a:p>
            <a:pPr eaLnBrk="1" hangingPunct="1">
              <a:buFont typeface="Wingdings" pitchFamily="2" charset="2"/>
              <a:buNone/>
            </a:pPr>
            <a:r>
              <a:rPr kumimoji="0" lang="en-US" altLang="zh-CN" sz="2400" dirty="0">
                <a:solidFill>
                  <a:srgbClr val="FF0000"/>
                </a:solidFill>
                <a:ea typeface="宋体" panose="02010600030101010101" pitchFamily="2" charset="-122"/>
              </a:rPr>
              <a:t>Routing in the Internet</a:t>
            </a:r>
          </a:p>
          <a:p>
            <a:pPr lvl="1" eaLnBrk="1" hangingPunct="1"/>
            <a:r>
              <a:rPr kumimoji="0" lang="en-US" altLang="zh-CN" sz="2000" dirty="0">
                <a:ea typeface="宋体" panose="02010600030101010101" pitchFamily="2" charset="-122"/>
              </a:rPr>
              <a:t>RIP</a:t>
            </a:r>
          </a:p>
          <a:p>
            <a:pPr lvl="1" eaLnBrk="1" hangingPunct="1"/>
            <a:r>
              <a:rPr kumimoji="0" lang="en-US" altLang="zh-CN" sz="2000" dirty="0">
                <a:ea typeface="宋体" panose="02010600030101010101" pitchFamily="2" charset="-122"/>
              </a:rPr>
              <a:t>OSPF</a:t>
            </a:r>
          </a:p>
          <a:p>
            <a:pPr lvl="1" eaLnBrk="1" hangingPunct="1"/>
            <a:r>
              <a:rPr kumimoji="0" lang="en-US" altLang="zh-CN" sz="2000" dirty="0">
                <a:ea typeface="宋体" panose="02010600030101010101" pitchFamily="2" charset="-122"/>
              </a:rPr>
              <a:t>BGP</a:t>
            </a:r>
          </a:p>
          <a:p>
            <a:pPr eaLnBrk="1" hangingPunct="1">
              <a:buFont typeface="Wingdings" pitchFamily="2" charset="2"/>
              <a:buNone/>
            </a:pPr>
            <a:endParaRPr kumimoji="0" lang="en-US" altLang="zh-CN" sz="2400" dirty="0">
              <a:ea typeface="宋体" panose="02010600030101010101" pitchFamily="2" charset="-122"/>
            </a:endParaRPr>
          </a:p>
        </p:txBody>
      </p:sp>
    </p:spTree>
    <p:extLst>
      <p:ext uri="{BB962C8B-B14F-4D97-AF65-F5344CB8AC3E}">
        <p14:creationId xmlns:p14="http://schemas.microsoft.com/office/powerpoint/2010/main" val="573841419"/>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2017" name="页脚占位符 4">
            <a:extLst>
              <a:ext uri="{FF2B5EF4-FFF2-40B4-BE49-F238E27FC236}">
                <a16:creationId xmlns:a16="http://schemas.microsoft.com/office/drawing/2014/main" id="{6ED8B857-D8E6-A1EF-31A6-0665887BC370}"/>
              </a:ext>
            </a:extLst>
          </p:cNvPr>
          <p:cNvSpPr>
            <a:spLocks noGrp="1"/>
          </p:cNvSpPr>
          <p:nvPr>
            <p:ph type="ftr"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zh-CN" sz="12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rPr>
              <a:t>Network Layer</a:t>
            </a:r>
          </a:p>
        </p:txBody>
      </p:sp>
      <p:sp>
        <p:nvSpPr>
          <p:cNvPr id="342018" name="灯片编号占位符 5">
            <a:extLst>
              <a:ext uri="{FF2B5EF4-FFF2-40B4-BE49-F238E27FC236}">
                <a16:creationId xmlns:a16="http://schemas.microsoft.com/office/drawing/2014/main" id="{373A3690-C5F3-1086-81A5-D6FAC3F12CBF}"/>
              </a:ext>
            </a:extLst>
          </p:cNvPr>
          <p:cNvSpPr>
            <a:spLocks noGrp="1"/>
          </p:cNvSpPr>
          <p:nvPr>
            <p:ph type="sldNum" sz="quarter" idx="12"/>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zh-CN" sz="12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rPr>
              <a:t>4-</a:t>
            </a:r>
            <a:fld id="{B53D3D01-67A9-A84A-8B7C-8FB1A43257E4}" type="slidenum">
              <a:rPr kumimoji="0" lang="en-US" altLang="zh-CN" sz="1200" b="0" i="0" u="none" strike="noStrike" kern="1200" cap="none" spc="0" normalizeH="0" baseline="0" noProof="0" smtClean="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rPr>
              <a:pPr marL="0" marR="0" lvl="0" indent="0" algn="r" defTabSz="914400" rtl="0" eaLnBrk="0" fontAlgn="base" latinLnBrk="0" hangingPunct="0">
                <a:lnSpc>
                  <a:spcPct val="100000"/>
                </a:lnSpc>
                <a:spcBef>
                  <a:spcPct val="0"/>
                </a:spcBef>
                <a:spcAft>
                  <a:spcPct val="0"/>
                </a:spcAft>
                <a:buClrTx/>
                <a:buSzTx/>
                <a:buFontTx/>
                <a:buNone/>
                <a:tabLst/>
                <a:defRPr/>
              </a:pPr>
              <a:t>62</a:t>
            </a:fld>
            <a:endParaRPr kumimoji="0" lang="en-US" altLang="zh-CN" sz="12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endParaRPr>
          </a:p>
        </p:txBody>
      </p:sp>
      <p:sp>
        <p:nvSpPr>
          <p:cNvPr id="342019" name="Rectangle 2">
            <a:extLst>
              <a:ext uri="{FF2B5EF4-FFF2-40B4-BE49-F238E27FC236}">
                <a16:creationId xmlns:a16="http://schemas.microsoft.com/office/drawing/2014/main" id="{3F74EBD8-9C6D-4F4F-30D2-AF8CC9D5F5B3}"/>
              </a:ext>
            </a:extLst>
          </p:cNvPr>
          <p:cNvSpPr>
            <a:spLocks noGrp="1" noChangeArrowheads="1"/>
          </p:cNvSpPr>
          <p:nvPr>
            <p:ph type="title"/>
          </p:nvPr>
        </p:nvSpPr>
        <p:spPr/>
        <p:txBody>
          <a:bodyPr/>
          <a:lstStyle/>
          <a:p>
            <a:pPr eaLnBrk="1" hangingPunct="1"/>
            <a:r>
              <a:rPr lang="en-US" altLang="zh-CN" sz="3600">
                <a:ea typeface="宋体" panose="02010600030101010101" pitchFamily="2" charset="-122"/>
              </a:rPr>
              <a:t>Intra-AS Routing</a:t>
            </a:r>
          </a:p>
        </p:txBody>
      </p:sp>
      <p:sp>
        <p:nvSpPr>
          <p:cNvPr id="342020" name="Rectangle 3">
            <a:extLst>
              <a:ext uri="{FF2B5EF4-FFF2-40B4-BE49-F238E27FC236}">
                <a16:creationId xmlns:a16="http://schemas.microsoft.com/office/drawing/2014/main" id="{F1F879C8-E5B9-D944-67A8-72E7E5ED751B}"/>
              </a:ext>
            </a:extLst>
          </p:cNvPr>
          <p:cNvSpPr>
            <a:spLocks noGrp="1" noChangeArrowheads="1"/>
          </p:cNvSpPr>
          <p:nvPr>
            <p:ph type="body" idx="1"/>
          </p:nvPr>
        </p:nvSpPr>
        <p:spPr/>
        <p:txBody>
          <a:bodyPr/>
          <a:lstStyle/>
          <a:p>
            <a:pPr eaLnBrk="1" hangingPunct="1"/>
            <a:r>
              <a:rPr kumimoji="0" lang="en-US" altLang="zh-CN" sz="2400">
                <a:ea typeface="宋体" panose="02010600030101010101" pitchFamily="2" charset="-122"/>
              </a:rPr>
              <a:t>also known as </a:t>
            </a:r>
            <a:r>
              <a:rPr kumimoji="0" lang="en-US" altLang="zh-CN" sz="2400">
                <a:solidFill>
                  <a:srgbClr val="FF0000"/>
                </a:solidFill>
                <a:ea typeface="宋体" panose="02010600030101010101" pitchFamily="2" charset="-122"/>
              </a:rPr>
              <a:t>Interior Gateway Protocols (IGP)</a:t>
            </a:r>
            <a:endParaRPr kumimoji="0" lang="en-US" altLang="zh-CN" sz="2400">
              <a:solidFill>
                <a:srgbClr val="CC0000"/>
              </a:solidFill>
              <a:ea typeface="宋体" panose="02010600030101010101" pitchFamily="2" charset="-122"/>
            </a:endParaRPr>
          </a:p>
          <a:p>
            <a:pPr eaLnBrk="1" hangingPunct="1"/>
            <a:r>
              <a:rPr kumimoji="0" lang="en-US" altLang="zh-CN" sz="2400">
                <a:ea typeface="宋体" panose="02010600030101010101" pitchFamily="2" charset="-122"/>
              </a:rPr>
              <a:t>most common Intra-AS routing protocols:</a:t>
            </a:r>
          </a:p>
          <a:p>
            <a:pPr lvl="1" eaLnBrk="1" hangingPunct="1">
              <a:lnSpc>
                <a:spcPct val="60000"/>
              </a:lnSpc>
            </a:pPr>
            <a:endParaRPr kumimoji="0" lang="en-US" altLang="zh-CN" sz="2000">
              <a:ea typeface="宋体" panose="02010600030101010101" pitchFamily="2" charset="-122"/>
            </a:endParaRPr>
          </a:p>
          <a:p>
            <a:pPr lvl="1" eaLnBrk="1" hangingPunct="1"/>
            <a:r>
              <a:rPr kumimoji="0" lang="en-US" altLang="zh-CN">
                <a:ea typeface="宋体" panose="02010600030101010101" pitchFamily="2" charset="-122"/>
              </a:rPr>
              <a:t>RIP: Routing Information Protocol</a:t>
            </a:r>
            <a:endParaRPr kumimoji="0" lang="en-US" altLang="zh-CN" sz="2000">
              <a:ea typeface="宋体" panose="02010600030101010101" pitchFamily="2" charset="-122"/>
            </a:endParaRPr>
          </a:p>
          <a:p>
            <a:pPr lvl="1" eaLnBrk="1" hangingPunct="1">
              <a:lnSpc>
                <a:spcPct val="20000"/>
              </a:lnSpc>
            </a:pPr>
            <a:endParaRPr kumimoji="0" lang="en-US" altLang="zh-CN" sz="2000">
              <a:ea typeface="宋体" panose="02010600030101010101" pitchFamily="2" charset="-122"/>
            </a:endParaRPr>
          </a:p>
          <a:p>
            <a:pPr lvl="1" eaLnBrk="1" hangingPunct="1"/>
            <a:r>
              <a:rPr kumimoji="0" lang="en-US" altLang="zh-CN">
                <a:ea typeface="宋体" panose="02010600030101010101" pitchFamily="2" charset="-122"/>
              </a:rPr>
              <a:t>OSPF: Open Shortest Path First</a:t>
            </a:r>
            <a:endParaRPr kumimoji="0" lang="en-US" altLang="zh-CN" sz="2000">
              <a:ea typeface="宋体" panose="02010600030101010101" pitchFamily="2" charset="-122"/>
            </a:endParaRPr>
          </a:p>
          <a:p>
            <a:pPr lvl="1" eaLnBrk="1" hangingPunct="1">
              <a:lnSpc>
                <a:spcPct val="40000"/>
              </a:lnSpc>
            </a:pPr>
            <a:endParaRPr kumimoji="0" lang="en-US" altLang="zh-CN" sz="2000">
              <a:ea typeface="宋体" panose="02010600030101010101" pitchFamily="2" charset="-122"/>
            </a:endParaRPr>
          </a:p>
          <a:p>
            <a:pPr lvl="1" eaLnBrk="1" hangingPunct="1"/>
            <a:r>
              <a:rPr kumimoji="0" lang="en-US" altLang="zh-CN">
                <a:ea typeface="宋体" panose="02010600030101010101" pitchFamily="2" charset="-122"/>
              </a:rPr>
              <a:t>IGRP: Interior Gateway Routing Protocol (Cisco proprietary)</a:t>
            </a:r>
          </a:p>
        </p:txBody>
      </p:sp>
    </p:spTree>
    <p:extLst>
      <p:ext uri="{BB962C8B-B14F-4D97-AF65-F5344CB8AC3E}">
        <p14:creationId xmlns:p14="http://schemas.microsoft.com/office/powerpoint/2010/main" val="2298229483"/>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3041" name="页脚占位符 4">
            <a:extLst>
              <a:ext uri="{FF2B5EF4-FFF2-40B4-BE49-F238E27FC236}">
                <a16:creationId xmlns:a16="http://schemas.microsoft.com/office/drawing/2014/main" id="{6C15ADBA-C946-BC34-A83F-F986D9DFC964}"/>
              </a:ext>
            </a:extLst>
          </p:cNvPr>
          <p:cNvSpPr>
            <a:spLocks noGrp="1"/>
          </p:cNvSpPr>
          <p:nvPr>
            <p:ph type="ftr"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zh-CN" sz="12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rPr>
              <a:t>Network Layer</a:t>
            </a:r>
          </a:p>
        </p:txBody>
      </p:sp>
      <p:sp>
        <p:nvSpPr>
          <p:cNvPr id="343042" name="灯片编号占位符 5">
            <a:extLst>
              <a:ext uri="{FF2B5EF4-FFF2-40B4-BE49-F238E27FC236}">
                <a16:creationId xmlns:a16="http://schemas.microsoft.com/office/drawing/2014/main" id="{429C2231-3FE2-6521-CB24-2E9B8635A252}"/>
              </a:ext>
            </a:extLst>
          </p:cNvPr>
          <p:cNvSpPr>
            <a:spLocks noGrp="1"/>
          </p:cNvSpPr>
          <p:nvPr>
            <p:ph type="sldNum" sz="quarter" idx="12"/>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zh-CN" sz="12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rPr>
              <a:t>4-</a:t>
            </a:r>
            <a:fld id="{8DB22691-76B4-C648-83B7-FD172D90A0D7}" type="slidenum">
              <a:rPr kumimoji="0" lang="en-US" altLang="zh-CN" sz="1200" b="0" i="0" u="none" strike="noStrike" kern="1200" cap="none" spc="0" normalizeH="0" baseline="0" noProof="0" smtClean="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rPr>
              <a:pPr marL="0" marR="0" lvl="0" indent="0" algn="r" defTabSz="914400" rtl="0" eaLnBrk="0" fontAlgn="base" latinLnBrk="0" hangingPunct="0">
                <a:lnSpc>
                  <a:spcPct val="100000"/>
                </a:lnSpc>
                <a:spcBef>
                  <a:spcPct val="0"/>
                </a:spcBef>
                <a:spcAft>
                  <a:spcPct val="0"/>
                </a:spcAft>
                <a:buClrTx/>
                <a:buSzTx/>
                <a:buFontTx/>
                <a:buNone/>
                <a:tabLst/>
                <a:defRPr/>
              </a:pPr>
              <a:t>63</a:t>
            </a:fld>
            <a:endParaRPr kumimoji="0" lang="en-US" altLang="zh-CN" sz="12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endParaRPr>
          </a:p>
        </p:txBody>
      </p:sp>
      <p:sp>
        <p:nvSpPr>
          <p:cNvPr id="343043" name="Rectangle 2">
            <a:extLst>
              <a:ext uri="{FF2B5EF4-FFF2-40B4-BE49-F238E27FC236}">
                <a16:creationId xmlns:a16="http://schemas.microsoft.com/office/drawing/2014/main" id="{D6AEB1B2-8937-E850-0D16-2908BF330210}"/>
              </a:ext>
            </a:extLst>
          </p:cNvPr>
          <p:cNvSpPr>
            <a:spLocks noGrp="1" noChangeArrowheads="1"/>
          </p:cNvSpPr>
          <p:nvPr>
            <p:ph type="title"/>
          </p:nvPr>
        </p:nvSpPr>
        <p:spPr>
          <a:xfrm>
            <a:off x="533400" y="228600"/>
            <a:ext cx="8170863" cy="1143000"/>
          </a:xfrm>
        </p:spPr>
        <p:txBody>
          <a:bodyPr/>
          <a:lstStyle/>
          <a:p>
            <a:pPr eaLnBrk="1" hangingPunct="1"/>
            <a:r>
              <a:rPr lang="en-US" altLang="zh-CN" sz="3600">
                <a:ea typeface="宋体" panose="02010600030101010101" pitchFamily="2" charset="-122"/>
              </a:rPr>
              <a:t>RIP ( Routing Information Protocol)</a:t>
            </a:r>
          </a:p>
        </p:txBody>
      </p:sp>
      <p:sp>
        <p:nvSpPr>
          <p:cNvPr id="343044" name="Rectangle 3">
            <a:extLst>
              <a:ext uri="{FF2B5EF4-FFF2-40B4-BE49-F238E27FC236}">
                <a16:creationId xmlns:a16="http://schemas.microsoft.com/office/drawing/2014/main" id="{4CC22995-5439-0879-990A-9F894AC62E22}"/>
              </a:ext>
            </a:extLst>
          </p:cNvPr>
          <p:cNvSpPr>
            <a:spLocks noGrp="1" noChangeArrowheads="1"/>
          </p:cNvSpPr>
          <p:nvPr>
            <p:ph type="body" idx="1"/>
          </p:nvPr>
        </p:nvSpPr>
        <p:spPr>
          <a:xfrm>
            <a:off x="333375" y="1289050"/>
            <a:ext cx="8362950" cy="1695450"/>
          </a:xfrm>
        </p:spPr>
        <p:txBody>
          <a:bodyPr/>
          <a:lstStyle/>
          <a:p>
            <a:pPr eaLnBrk="1" hangingPunct="1"/>
            <a:r>
              <a:rPr kumimoji="0" lang="en-US" altLang="zh-CN" sz="2400" dirty="0">
                <a:ea typeface="宋体" panose="02010600030101010101" pitchFamily="2" charset="-122"/>
              </a:rPr>
              <a:t>included in BSD-UNIX distribution in 1982</a:t>
            </a:r>
          </a:p>
          <a:p>
            <a:pPr eaLnBrk="1" hangingPunct="1"/>
            <a:r>
              <a:rPr kumimoji="0" lang="en-US" altLang="zh-CN" sz="2400" dirty="0">
                <a:solidFill>
                  <a:schemeClr val="accent1"/>
                </a:solidFill>
                <a:ea typeface="宋体" panose="02010600030101010101" pitchFamily="2" charset="-122"/>
              </a:rPr>
              <a:t>distance vector </a:t>
            </a:r>
            <a:r>
              <a:rPr kumimoji="0" lang="en-US" altLang="zh-CN" sz="2400" dirty="0">
                <a:ea typeface="宋体" panose="02010600030101010101" pitchFamily="2" charset="-122"/>
              </a:rPr>
              <a:t>algorithm</a:t>
            </a:r>
          </a:p>
          <a:p>
            <a:pPr lvl="1" eaLnBrk="1" hangingPunct="1"/>
            <a:r>
              <a:rPr kumimoji="0" lang="en-US" altLang="zh-CN" sz="2000" dirty="0">
                <a:ea typeface="宋体" panose="02010600030101010101" pitchFamily="2" charset="-122"/>
              </a:rPr>
              <a:t>distance metric: # hops (max = 15 hops), each link has cost 1</a:t>
            </a:r>
          </a:p>
          <a:p>
            <a:pPr lvl="1" eaLnBrk="1" hangingPunct="1"/>
            <a:r>
              <a:rPr kumimoji="0" lang="en-US" altLang="zh-CN" sz="2000" dirty="0">
                <a:ea typeface="宋体" panose="02010600030101010101" pitchFamily="2" charset="-122"/>
              </a:rPr>
              <a:t>DVs exchanged with neighbors every 30 sec in response message (aka </a:t>
            </a:r>
            <a:r>
              <a:rPr kumimoji="0" lang="en-US" altLang="zh-CN" sz="2000" dirty="0">
                <a:solidFill>
                  <a:srgbClr val="FF0000"/>
                </a:solidFill>
                <a:ea typeface="宋体" panose="02010600030101010101" pitchFamily="2" charset="-122"/>
              </a:rPr>
              <a:t>advertisement</a:t>
            </a:r>
            <a:r>
              <a:rPr kumimoji="0" lang="en-US" altLang="zh-CN" sz="2000" dirty="0">
                <a:ea typeface="宋体" panose="02010600030101010101" pitchFamily="2" charset="-122"/>
              </a:rPr>
              <a:t>)</a:t>
            </a:r>
          </a:p>
          <a:p>
            <a:pPr lvl="1" eaLnBrk="1" hangingPunct="1"/>
            <a:r>
              <a:rPr kumimoji="0" lang="en-US" altLang="zh-CN" sz="2000" dirty="0">
                <a:ea typeface="宋体" panose="02010600030101010101" pitchFamily="2" charset="-122"/>
              </a:rPr>
              <a:t>each advertisement: list of up to 25 destination </a:t>
            </a:r>
            <a:r>
              <a:rPr kumimoji="0" lang="en-US" altLang="zh-CN" sz="2000" i="1" dirty="0">
                <a:solidFill>
                  <a:srgbClr val="FF0000"/>
                </a:solidFill>
                <a:ea typeface="宋体" panose="02010600030101010101" pitchFamily="2" charset="-122"/>
              </a:rPr>
              <a:t>subnets </a:t>
            </a:r>
            <a:r>
              <a:rPr kumimoji="0" lang="en-US" altLang="zh-CN" sz="2000" i="1" dirty="0">
                <a:ea typeface="宋体" panose="02010600030101010101" pitchFamily="2" charset="-122"/>
              </a:rPr>
              <a:t>(in IP addressing sense)</a:t>
            </a:r>
          </a:p>
          <a:p>
            <a:pPr eaLnBrk="1" hangingPunct="1"/>
            <a:endParaRPr kumimoji="0" lang="en-US" altLang="zh-CN" sz="2400" dirty="0">
              <a:ea typeface="宋体" panose="02010600030101010101" pitchFamily="2" charset="-122"/>
            </a:endParaRPr>
          </a:p>
          <a:p>
            <a:pPr lvl="1" eaLnBrk="1" hangingPunct="1">
              <a:buFont typeface="Wingdings" pitchFamily="2" charset="2"/>
              <a:buNone/>
            </a:pPr>
            <a:endParaRPr kumimoji="0" lang="en-US" altLang="zh-CN" i="1" dirty="0">
              <a:solidFill>
                <a:schemeClr val="accent2"/>
              </a:solidFill>
              <a:ea typeface="宋体" panose="02010600030101010101" pitchFamily="2" charset="-122"/>
            </a:endParaRPr>
          </a:p>
          <a:p>
            <a:pPr eaLnBrk="1" hangingPunct="1">
              <a:buFont typeface="Wingdings" pitchFamily="2" charset="2"/>
              <a:buNone/>
            </a:pPr>
            <a:endParaRPr kumimoji="0" lang="en-US" altLang="zh-CN" sz="2400" dirty="0">
              <a:ea typeface="宋体" panose="02010600030101010101" pitchFamily="2" charset="-122"/>
            </a:endParaRPr>
          </a:p>
        </p:txBody>
      </p:sp>
      <p:grpSp>
        <p:nvGrpSpPr>
          <p:cNvPr id="343045" name="Group 4">
            <a:extLst>
              <a:ext uri="{FF2B5EF4-FFF2-40B4-BE49-F238E27FC236}">
                <a16:creationId xmlns:a16="http://schemas.microsoft.com/office/drawing/2014/main" id="{2872379B-83AC-75F7-90E5-6E5DCA1C4BB9}"/>
              </a:ext>
            </a:extLst>
          </p:cNvPr>
          <p:cNvGrpSpPr>
            <a:grpSpLocks/>
          </p:cNvGrpSpPr>
          <p:nvPr/>
        </p:nvGrpSpPr>
        <p:grpSpPr bwMode="auto">
          <a:xfrm>
            <a:off x="835025" y="4143375"/>
            <a:ext cx="3968750" cy="2336800"/>
            <a:chOff x="1824" y="912"/>
            <a:chExt cx="2688" cy="1745"/>
          </a:xfrm>
        </p:grpSpPr>
        <p:sp>
          <p:nvSpPr>
            <p:cNvPr id="343048" name="Freeform 5">
              <a:extLst>
                <a:ext uri="{FF2B5EF4-FFF2-40B4-BE49-F238E27FC236}">
                  <a16:creationId xmlns:a16="http://schemas.microsoft.com/office/drawing/2014/main" id="{E88A8570-3971-A13F-91E9-9716EBCA798E}"/>
                </a:ext>
              </a:extLst>
            </p:cNvPr>
            <p:cNvSpPr>
              <a:spLocks/>
            </p:cNvSpPr>
            <p:nvPr/>
          </p:nvSpPr>
          <p:spPr bwMode="auto">
            <a:xfrm>
              <a:off x="1824" y="912"/>
              <a:ext cx="2688" cy="1745"/>
            </a:xfrm>
            <a:custGeom>
              <a:avLst/>
              <a:gdLst>
                <a:gd name="T0" fmla="*/ 0 w 2250"/>
                <a:gd name="T1" fmla="*/ 55699 h 1409"/>
                <a:gd name="T2" fmla="*/ 9188 w 2250"/>
                <a:gd name="T3" fmla="*/ 28734 h 1409"/>
                <a:gd name="T4" fmla="*/ 22180 w 2250"/>
                <a:gd name="T5" fmla="*/ 3117 h 1409"/>
                <a:gd name="T6" fmla="*/ 64992 w 2250"/>
                <a:gd name="T7" fmla="*/ 9884 h 1409"/>
                <a:gd name="T8" fmla="*/ 82459 w 2250"/>
                <a:gd name="T9" fmla="*/ 43140 h 1409"/>
                <a:gd name="T10" fmla="*/ 92135 w 2250"/>
                <a:gd name="T11" fmla="*/ 80812 h 1409"/>
                <a:gd name="T12" fmla="*/ 69516 w 2250"/>
                <a:gd name="T13" fmla="*/ 117268 h 1409"/>
                <a:gd name="T14" fmla="*/ 41620 w 2250"/>
                <a:gd name="T15" fmla="*/ 123709 h 1409"/>
                <a:gd name="T16" fmla="*/ 19464 w 2250"/>
                <a:gd name="T17" fmla="*/ 120959 h 1409"/>
                <a:gd name="T18" fmla="*/ 4260 w 2250"/>
                <a:gd name="T19" fmla="*/ 95322 h 1409"/>
                <a:gd name="T20" fmla="*/ 0 w 2250"/>
                <a:gd name="T21" fmla="*/ 55699 h 140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50"/>
                <a:gd name="T34" fmla="*/ 0 h 1409"/>
                <a:gd name="T35" fmla="*/ 2250 w 2250"/>
                <a:gd name="T36" fmla="*/ 1409 h 140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50" h="1409">
                  <a:moveTo>
                    <a:pt x="0" y="624"/>
                  </a:moveTo>
                  <a:cubicBezTo>
                    <a:pt x="5" y="506"/>
                    <a:pt x="131" y="419"/>
                    <a:pt x="219" y="321"/>
                  </a:cubicBezTo>
                  <a:cubicBezTo>
                    <a:pt x="307" y="223"/>
                    <a:pt x="307" y="70"/>
                    <a:pt x="529" y="35"/>
                  </a:cubicBezTo>
                  <a:cubicBezTo>
                    <a:pt x="751" y="0"/>
                    <a:pt x="1311" y="36"/>
                    <a:pt x="1551" y="111"/>
                  </a:cubicBezTo>
                  <a:cubicBezTo>
                    <a:pt x="1791" y="186"/>
                    <a:pt x="1860" y="351"/>
                    <a:pt x="1968" y="483"/>
                  </a:cubicBezTo>
                  <a:cubicBezTo>
                    <a:pt x="2076" y="615"/>
                    <a:pt x="2250" y="767"/>
                    <a:pt x="2199" y="906"/>
                  </a:cubicBezTo>
                  <a:cubicBezTo>
                    <a:pt x="2148" y="1045"/>
                    <a:pt x="1860" y="1234"/>
                    <a:pt x="1659" y="1314"/>
                  </a:cubicBezTo>
                  <a:cubicBezTo>
                    <a:pt x="1458" y="1394"/>
                    <a:pt x="1192" y="1379"/>
                    <a:pt x="993" y="1386"/>
                  </a:cubicBezTo>
                  <a:cubicBezTo>
                    <a:pt x="794" y="1393"/>
                    <a:pt x="613" y="1409"/>
                    <a:pt x="465" y="1356"/>
                  </a:cubicBezTo>
                  <a:cubicBezTo>
                    <a:pt x="317" y="1303"/>
                    <a:pt x="180" y="1190"/>
                    <a:pt x="102" y="1068"/>
                  </a:cubicBezTo>
                  <a:cubicBezTo>
                    <a:pt x="24" y="946"/>
                    <a:pt x="21" y="716"/>
                    <a:pt x="0" y="624"/>
                  </a:cubicBezTo>
                  <a:close/>
                </a:path>
              </a:pathLst>
            </a:custGeom>
            <a:solidFill>
              <a:srgbClr val="99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sp>
          <p:nvSpPr>
            <p:cNvPr id="343049" name="Oval 6">
              <a:extLst>
                <a:ext uri="{FF2B5EF4-FFF2-40B4-BE49-F238E27FC236}">
                  <a16:creationId xmlns:a16="http://schemas.microsoft.com/office/drawing/2014/main" id="{56E4C35C-D202-2087-257E-7E0019CCDD75}"/>
                </a:ext>
              </a:extLst>
            </p:cNvPr>
            <p:cNvSpPr>
              <a:spLocks noChangeArrowheads="1"/>
            </p:cNvSpPr>
            <p:nvPr/>
          </p:nvSpPr>
          <p:spPr bwMode="auto">
            <a:xfrm>
              <a:off x="2566" y="2186"/>
              <a:ext cx="313" cy="81"/>
            </a:xfrm>
            <a:prstGeom prst="ellipse">
              <a:avLst/>
            </a:prstGeom>
            <a:solidFill>
              <a:schemeClr val="hlink"/>
            </a:solidFill>
            <a:ln w="12700">
              <a:solidFill>
                <a:schemeClr val="tx1"/>
              </a:solidFill>
              <a:round/>
              <a:headEnd/>
              <a:tailEnd/>
            </a:ln>
          </p:spPr>
          <p:txBody>
            <a:bodyPr wrap="none" anchor="ct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panose="020B0604020202020204" pitchFamily="34" charset="0"/>
              </a:endParaRPr>
            </a:p>
          </p:txBody>
        </p:sp>
        <p:sp>
          <p:nvSpPr>
            <p:cNvPr id="343050" name="Line 7">
              <a:extLst>
                <a:ext uri="{FF2B5EF4-FFF2-40B4-BE49-F238E27FC236}">
                  <a16:creationId xmlns:a16="http://schemas.microsoft.com/office/drawing/2014/main" id="{CEDAD077-06B7-57FA-9D18-EC59B28326FA}"/>
                </a:ext>
              </a:extLst>
            </p:cNvPr>
            <p:cNvSpPr>
              <a:spLocks noChangeShapeType="1"/>
            </p:cNvSpPr>
            <p:nvPr/>
          </p:nvSpPr>
          <p:spPr bwMode="auto">
            <a:xfrm>
              <a:off x="2566" y="2179"/>
              <a:ext cx="0" cy="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sp>
          <p:nvSpPr>
            <p:cNvPr id="343051" name="Line 8">
              <a:extLst>
                <a:ext uri="{FF2B5EF4-FFF2-40B4-BE49-F238E27FC236}">
                  <a16:creationId xmlns:a16="http://schemas.microsoft.com/office/drawing/2014/main" id="{BE4BFD79-573D-3615-82AC-4EA17BAC0B29}"/>
                </a:ext>
              </a:extLst>
            </p:cNvPr>
            <p:cNvSpPr>
              <a:spLocks noChangeShapeType="1"/>
            </p:cNvSpPr>
            <p:nvPr/>
          </p:nvSpPr>
          <p:spPr bwMode="auto">
            <a:xfrm>
              <a:off x="2879" y="2179"/>
              <a:ext cx="0" cy="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sp>
          <p:nvSpPr>
            <p:cNvPr id="343052" name="Rectangle 9">
              <a:extLst>
                <a:ext uri="{FF2B5EF4-FFF2-40B4-BE49-F238E27FC236}">
                  <a16:creationId xmlns:a16="http://schemas.microsoft.com/office/drawing/2014/main" id="{9FFB4F2B-A0C1-8794-7FC0-4B32DFF8EE89}"/>
                </a:ext>
              </a:extLst>
            </p:cNvPr>
            <p:cNvSpPr>
              <a:spLocks noChangeArrowheads="1"/>
            </p:cNvSpPr>
            <p:nvPr/>
          </p:nvSpPr>
          <p:spPr bwMode="auto">
            <a:xfrm>
              <a:off x="2566" y="2179"/>
              <a:ext cx="310" cy="49"/>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zh-CN" altLang="en-US" sz="24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Arial" panose="020B0604020202020204" pitchFamily="34" charset="0"/>
              </a:endParaRPr>
            </a:p>
          </p:txBody>
        </p:sp>
        <p:sp>
          <p:nvSpPr>
            <p:cNvPr id="343053" name="Oval 10">
              <a:extLst>
                <a:ext uri="{FF2B5EF4-FFF2-40B4-BE49-F238E27FC236}">
                  <a16:creationId xmlns:a16="http://schemas.microsoft.com/office/drawing/2014/main" id="{F1691D7C-7813-A606-5E2B-CA9D6BF426A7}"/>
                </a:ext>
              </a:extLst>
            </p:cNvPr>
            <p:cNvSpPr>
              <a:spLocks noChangeArrowheads="1"/>
            </p:cNvSpPr>
            <p:nvPr/>
          </p:nvSpPr>
          <p:spPr bwMode="auto">
            <a:xfrm>
              <a:off x="2563" y="2120"/>
              <a:ext cx="313" cy="95"/>
            </a:xfrm>
            <a:prstGeom prst="ellipse">
              <a:avLst/>
            </a:prstGeom>
            <a:solidFill>
              <a:schemeClr val="hlink"/>
            </a:solidFill>
            <a:ln w="12700">
              <a:solidFill>
                <a:schemeClr val="tx1"/>
              </a:solidFill>
              <a:round/>
              <a:headEnd/>
              <a:tailEnd/>
            </a:ln>
          </p:spPr>
          <p:txBody>
            <a:bodyPr wrap="none" anchor="ct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panose="020B0604020202020204" pitchFamily="34" charset="0"/>
              </a:endParaRPr>
            </a:p>
          </p:txBody>
        </p:sp>
        <p:sp>
          <p:nvSpPr>
            <p:cNvPr id="343054" name="Oval 11">
              <a:extLst>
                <a:ext uri="{FF2B5EF4-FFF2-40B4-BE49-F238E27FC236}">
                  <a16:creationId xmlns:a16="http://schemas.microsoft.com/office/drawing/2014/main" id="{1642CC41-17F0-D25D-19AD-F8F7FECA69E5}"/>
                </a:ext>
              </a:extLst>
            </p:cNvPr>
            <p:cNvSpPr>
              <a:spLocks noChangeArrowheads="1"/>
            </p:cNvSpPr>
            <p:nvPr/>
          </p:nvSpPr>
          <p:spPr bwMode="auto">
            <a:xfrm>
              <a:off x="2562" y="1496"/>
              <a:ext cx="313" cy="81"/>
            </a:xfrm>
            <a:prstGeom prst="ellipse">
              <a:avLst/>
            </a:prstGeom>
            <a:solidFill>
              <a:schemeClr val="hlink"/>
            </a:solidFill>
            <a:ln w="12700">
              <a:solidFill>
                <a:schemeClr val="tx1"/>
              </a:solidFill>
              <a:round/>
              <a:headEnd/>
              <a:tailEnd/>
            </a:ln>
          </p:spPr>
          <p:txBody>
            <a:bodyPr wrap="none" anchor="ct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panose="020B0604020202020204" pitchFamily="34" charset="0"/>
              </a:endParaRPr>
            </a:p>
          </p:txBody>
        </p:sp>
        <p:sp>
          <p:nvSpPr>
            <p:cNvPr id="343055" name="Line 12">
              <a:extLst>
                <a:ext uri="{FF2B5EF4-FFF2-40B4-BE49-F238E27FC236}">
                  <a16:creationId xmlns:a16="http://schemas.microsoft.com/office/drawing/2014/main" id="{472E6BA5-C364-AEE2-4166-BD1DBE4DA935}"/>
                </a:ext>
              </a:extLst>
            </p:cNvPr>
            <p:cNvSpPr>
              <a:spLocks noChangeShapeType="1"/>
            </p:cNvSpPr>
            <p:nvPr/>
          </p:nvSpPr>
          <p:spPr bwMode="auto">
            <a:xfrm>
              <a:off x="2562" y="1489"/>
              <a:ext cx="0" cy="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sp>
          <p:nvSpPr>
            <p:cNvPr id="343056" name="Line 13">
              <a:extLst>
                <a:ext uri="{FF2B5EF4-FFF2-40B4-BE49-F238E27FC236}">
                  <a16:creationId xmlns:a16="http://schemas.microsoft.com/office/drawing/2014/main" id="{E63C8380-24CA-AC71-361D-6967C5FF7F0A}"/>
                </a:ext>
              </a:extLst>
            </p:cNvPr>
            <p:cNvSpPr>
              <a:spLocks noChangeShapeType="1"/>
            </p:cNvSpPr>
            <p:nvPr/>
          </p:nvSpPr>
          <p:spPr bwMode="auto">
            <a:xfrm>
              <a:off x="2875" y="1489"/>
              <a:ext cx="0" cy="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sp>
          <p:nvSpPr>
            <p:cNvPr id="343057" name="Rectangle 14">
              <a:extLst>
                <a:ext uri="{FF2B5EF4-FFF2-40B4-BE49-F238E27FC236}">
                  <a16:creationId xmlns:a16="http://schemas.microsoft.com/office/drawing/2014/main" id="{52170083-73BC-B463-754C-A60F604DF800}"/>
                </a:ext>
              </a:extLst>
            </p:cNvPr>
            <p:cNvSpPr>
              <a:spLocks noChangeArrowheads="1"/>
            </p:cNvSpPr>
            <p:nvPr/>
          </p:nvSpPr>
          <p:spPr bwMode="auto">
            <a:xfrm>
              <a:off x="2562" y="1489"/>
              <a:ext cx="310" cy="49"/>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zh-CN" altLang="en-US" sz="24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Arial" panose="020B0604020202020204" pitchFamily="34" charset="0"/>
              </a:endParaRPr>
            </a:p>
          </p:txBody>
        </p:sp>
        <p:sp>
          <p:nvSpPr>
            <p:cNvPr id="343058" name="Oval 15">
              <a:extLst>
                <a:ext uri="{FF2B5EF4-FFF2-40B4-BE49-F238E27FC236}">
                  <a16:creationId xmlns:a16="http://schemas.microsoft.com/office/drawing/2014/main" id="{B7DF8925-D652-5E2E-13CE-5A15EFC05825}"/>
                </a:ext>
              </a:extLst>
            </p:cNvPr>
            <p:cNvSpPr>
              <a:spLocks noChangeArrowheads="1"/>
            </p:cNvSpPr>
            <p:nvPr/>
          </p:nvSpPr>
          <p:spPr bwMode="auto">
            <a:xfrm>
              <a:off x="2559" y="1430"/>
              <a:ext cx="313" cy="95"/>
            </a:xfrm>
            <a:prstGeom prst="ellipse">
              <a:avLst/>
            </a:prstGeom>
            <a:solidFill>
              <a:schemeClr val="hlink"/>
            </a:solidFill>
            <a:ln w="12700">
              <a:solidFill>
                <a:schemeClr val="tx1"/>
              </a:solidFill>
              <a:round/>
              <a:headEnd/>
              <a:tailEnd/>
            </a:ln>
          </p:spPr>
          <p:txBody>
            <a:bodyPr wrap="none" anchor="ct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panose="020B0604020202020204" pitchFamily="34" charset="0"/>
              </a:endParaRPr>
            </a:p>
          </p:txBody>
        </p:sp>
        <p:sp>
          <p:nvSpPr>
            <p:cNvPr id="343059" name="Oval 16">
              <a:extLst>
                <a:ext uri="{FF2B5EF4-FFF2-40B4-BE49-F238E27FC236}">
                  <a16:creationId xmlns:a16="http://schemas.microsoft.com/office/drawing/2014/main" id="{35B4CE57-0332-3771-C67C-6684932ADAEF}"/>
                </a:ext>
              </a:extLst>
            </p:cNvPr>
            <p:cNvSpPr>
              <a:spLocks noChangeArrowheads="1"/>
            </p:cNvSpPr>
            <p:nvPr/>
          </p:nvSpPr>
          <p:spPr bwMode="auto">
            <a:xfrm>
              <a:off x="3245" y="1492"/>
              <a:ext cx="312" cy="81"/>
            </a:xfrm>
            <a:prstGeom prst="ellipse">
              <a:avLst/>
            </a:prstGeom>
            <a:solidFill>
              <a:schemeClr val="hlink"/>
            </a:solidFill>
            <a:ln w="12700">
              <a:solidFill>
                <a:schemeClr val="tx1"/>
              </a:solidFill>
              <a:round/>
              <a:headEnd/>
              <a:tailEnd/>
            </a:ln>
          </p:spPr>
          <p:txBody>
            <a:bodyPr wrap="none" anchor="ct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panose="020B0604020202020204" pitchFamily="34" charset="0"/>
              </a:endParaRPr>
            </a:p>
          </p:txBody>
        </p:sp>
        <p:sp>
          <p:nvSpPr>
            <p:cNvPr id="343060" name="Line 17">
              <a:extLst>
                <a:ext uri="{FF2B5EF4-FFF2-40B4-BE49-F238E27FC236}">
                  <a16:creationId xmlns:a16="http://schemas.microsoft.com/office/drawing/2014/main" id="{041DBA0E-F64E-9615-B91D-7EC877A3FEBD}"/>
                </a:ext>
              </a:extLst>
            </p:cNvPr>
            <p:cNvSpPr>
              <a:spLocks noChangeShapeType="1"/>
            </p:cNvSpPr>
            <p:nvPr/>
          </p:nvSpPr>
          <p:spPr bwMode="auto">
            <a:xfrm>
              <a:off x="3245" y="1485"/>
              <a:ext cx="0" cy="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sp>
          <p:nvSpPr>
            <p:cNvPr id="343061" name="Line 18">
              <a:extLst>
                <a:ext uri="{FF2B5EF4-FFF2-40B4-BE49-F238E27FC236}">
                  <a16:creationId xmlns:a16="http://schemas.microsoft.com/office/drawing/2014/main" id="{EC01EAEC-4D67-4A39-CCFC-FECB6D95A752}"/>
                </a:ext>
              </a:extLst>
            </p:cNvPr>
            <p:cNvSpPr>
              <a:spLocks noChangeShapeType="1"/>
            </p:cNvSpPr>
            <p:nvPr/>
          </p:nvSpPr>
          <p:spPr bwMode="auto">
            <a:xfrm>
              <a:off x="3557" y="1485"/>
              <a:ext cx="0" cy="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sp>
          <p:nvSpPr>
            <p:cNvPr id="343062" name="Rectangle 19">
              <a:extLst>
                <a:ext uri="{FF2B5EF4-FFF2-40B4-BE49-F238E27FC236}">
                  <a16:creationId xmlns:a16="http://schemas.microsoft.com/office/drawing/2014/main" id="{9FF66C17-5947-5719-7EDD-A99FE7163BFB}"/>
                </a:ext>
              </a:extLst>
            </p:cNvPr>
            <p:cNvSpPr>
              <a:spLocks noChangeArrowheads="1"/>
            </p:cNvSpPr>
            <p:nvPr/>
          </p:nvSpPr>
          <p:spPr bwMode="auto">
            <a:xfrm>
              <a:off x="3245" y="1485"/>
              <a:ext cx="309" cy="49"/>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zh-CN" altLang="en-US" sz="24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Arial" panose="020B0604020202020204" pitchFamily="34" charset="0"/>
              </a:endParaRPr>
            </a:p>
          </p:txBody>
        </p:sp>
        <p:sp>
          <p:nvSpPr>
            <p:cNvPr id="343063" name="Oval 20">
              <a:extLst>
                <a:ext uri="{FF2B5EF4-FFF2-40B4-BE49-F238E27FC236}">
                  <a16:creationId xmlns:a16="http://schemas.microsoft.com/office/drawing/2014/main" id="{B774264F-21A9-8AEB-13AD-4308CC66AE01}"/>
                </a:ext>
              </a:extLst>
            </p:cNvPr>
            <p:cNvSpPr>
              <a:spLocks noChangeArrowheads="1"/>
            </p:cNvSpPr>
            <p:nvPr/>
          </p:nvSpPr>
          <p:spPr bwMode="auto">
            <a:xfrm>
              <a:off x="3248" y="1429"/>
              <a:ext cx="312" cy="95"/>
            </a:xfrm>
            <a:prstGeom prst="ellipse">
              <a:avLst/>
            </a:prstGeom>
            <a:solidFill>
              <a:schemeClr val="hlink"/>
            </a:solidFill>
            <a:ln w="12700">
              <a:solidFill>
                <a:schemeClr val="tx1"/>
              </a:solidFill>
              <a:round/>
              <a:headEnd/>
              <a:tailEnd/>
            </a:ln>
          </p:spPr>
          <p:txBody>
            <a:bodyPr wrap="none" anchor="ct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panose="020B0604020202020204" pitchFamily="34" charset="0"/>
              </a:endParaRPr>
            </a:p>
          </p:txBody>
        </p:sp>
        <p:sp>
          <p:nvSpPr>
            <p:cNvPr id="343064" name="Oval 21">
              <a:extLst>
                <a:ext uri="{FF2B5EF4-FFF2-40B4-BE49-F238E27FC236}">
                  <a16:creationId xmlns:a16="http://schemas.microsoft.com/office/drawing/2014/main" id="{E678CC8A-5825-3E37-5E27-6C1F113FF26A}"/>
                </a:ext>
              </a:extLst>
            </p:cNvPr>
            <p:cNvSpPr>
              <a:spLocks noChangeArrowheads="1"/>
            </p:cNvSpPr>
            <p:nvPr/>
          </p:nvSpPr>
          <p:spPr bwMode="auto">
            <a:xfrm>
              <a:off x="3255" y="2183"/>
              <a:ext cx="313" cy="81"/>
            </a:xfrm>
            <a:prstGeom prst="ellipse">
              <a:avLst/>
            </a:prstGeom>
            <a:solidFill>
              <a:schemeClr val="hlink"/>
            </a:solidFill>
            <a:ln w="12700">
              <a:solidFill>
                <a:schemeClr val="tx1"/>
              </a:solidFill>
              <a:round/>
              <a:headEnd/>
              <a:tailEnd/>
            </a:ln>
          </p:spPr>
          <p:txBody>
            <a:bodyPr wrap="none" anchor="ct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panose="020B0604020202020204" pitchFamily="34" charset="0"/>
              </a:endParaRPr>
            </a:p>
          </p:txBody>
        </p:sp>
        <p:sp>
          <p:nvSpPr>
            <p:cNvPr id="343065" name="Line 22">
              <a:extLst>
                <a:ext uri="{FF2B5EF4-FFF2-40B4-BE49-F238E27FC236}">
                  <a16:creationId xmlns:a16="http://schemas.microsoft.com/office/drawing/2014/main" id="{03946B44-EDC0-8EE5-B9F3-6B0E43D46D1A}"/>
                </a:ext>
              </a:extLst>
            </p:cNvPr>
            <p:cNvSpPr>
              <a:spLocks noChangeShapeType="1"/>
            </p:cNvSpPr>
            <p:nvPr/>
          </p:nvSpPr>
          <p:spPr bwMode="auto">
            <a:xfrm>
              <a:off x="3255" y="2176"/>
              <a:ext cx="0" cy="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sp>
          <p:nvSpPr>
            <p:cNvPr id="343066" name="Rectangle 23">
              <a:extLst>
                <a:ext uri="{FF2B5EF4-FFF2-40B4-BE49-F238E27FC236}">
                  <a16:creationId xmlns:a16="http://schemas.microsoft.com/office/drawing/2014/main" id="{F191135D-050E-7A07-733C-17CA32474CCB}"/>
                </a:ext>
              </a:extLst>
            </p:cNvPr>
            <p:cNvSpPr>
              <a:spLocks noChangeArrowheads="1"/>
            </p:cNvSpPr>
            <p:nvPr/>
          </p:nvSpPr>
          <p:spPr bwMode="auto">
            <a:xfrm>
              <a:off x="3255" y="2176"/>
              <a:ext cx="310" cy="49"/>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zh-CN" altLang="en-US" sz="24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Arial" panose="020B0604020202020204" pitchFamily="34" charset="0"/>
              </a:endParaRPr>
            </a:p>
          </p:txBody>
        </p:sp>
        <p:sp>
          <p:nvSpPr>
            <p:cNvPr id="343067" name="Oval 24">
              <a:extLst>
                <a:ext uri="{FF2B5EF4-FFF2-40B4-BE49-F238E27FC236}">
                  <a16:creationId xmlns:a16="http://schemas.microsoft.com/office/drawing/2014/main" id="{B24E1729-51DD-806F-0772-4D3F6F55BA4D}"/>
                </a:ext>
              </a:extLst>
            </p:cNvPr>
            <p:cNvSpPr>
              <a:spLocks noChangeArrowheads="1"/>
            </p:cNvSpPr>
            <p:nvPr/>
          </p:nvSpPr>
          <p:spPr bwMode="auto">
            <a:xfrm>
              <a:off x="3252" y="2117"/>
              <a:ext cx="313" cy="95"/>
            </a:xfrm>
            <a:prstGeom prst="ellipse">
              <a:avLst/>
            </a:prstGeom>
            <a:solidFill>
              <a:schemeClr val="hlink"/>
            </a:solidFill>
            <a:ln w="12700">
              <a:solidFill>
                <a:schemeClr val="tx1"/>
              </a:solidFill>
              <a:round/>
              <a:headEnd/>
              <a:tailEnd/>
            </a:ln>
          </p:spPr>
          <p:txBody>
            <a:bodyPr wrap="none" anchor="ct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panose="020B0604020202020204" pitchFamily="34" charset="0"/>
              </a:endParaRPr>
            </a:p>
          </p:txBody>
        </p:sp>
        <p:sp>
          <p:nvSpPr>
            <p:cNvPr id="343068" name="Freeform 25">
              <a:extLst>
                <a:ext uri="{FF2B5EF4-FFF2-40B4-BE49-F238E27FC236}">
                  <a16:creationId xmlns:a16="http://schemas.microsoft.com/office/drawing/2014/main" id="{EC04B9ED-7AA4-4505-E396-BE26393852CE}"/>
                </a:ext>
              </a:extLst>
            </p:cNvPr>
            <p:cNvSpPr>
              <a:spLocks/>
            </p:cNvSpPr>
            <p:nvPr/>
          </p:nvSpPr>
          <p:spPr bwMode="auto">
            <a:xfrm>
              <a:off x="3411" y="1584"/>
              <a:ext cx="1" cy="522"/>
            </a:xfrm>
            <a:custGeom>
              <a:avLst/>
              <a:gdLst>
                <a:gd name="T0" fmla="*/ 0 w 1"/>
                <a:gd name="T1" fmla="*/ 0 h 522"/>
                <a:gd name="T2" fmla="*/ 0 w 1"/>
                <a:gd name="T3" fmla="*/ 522 h 522"/>
                <a:gd name="T4" fmla="*/ 0 60000 65536"/>
                <a:gd name="T5" fmla="*/ 0 60000 65536"/>
                <a:gd name="T6" fmla="*/ 0 w 1"/>
                <a:gd name="T7" fmla="*/ 0 h 522"/>
                <a:gd name="T8" fmla="*/ 1 w 1"/>
                <a:gd name="T9" fmla="*/ 522 h 522"/>
              </a:gdLst>
              <a:ahLst/>
              <a:cxnLst>
                <a:cxn ang="T4">
                  <a:pos x="T0" y="T1"/>
                </a:cxn>
                <a:cxn ang="T5">
                  <a:pos x="T2" y="T3"/>
                </a:cxn>
              </a:cxnLst>
              <a:rect l="T6" t="T7" r="T8" b="T9"/>
              <a:pathLst>
                <a:path w="1" h="522">
                  <a:moveTo>
                    <a:pt x="0" y="0"/>
                  </a:moveTo>
                  <a:lnTo>
                    <a:pt x="0" y="522"/>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sp>
          <p:nvSpPr>
            <p:cNvPr id="343069" name="Freeform 26">
              <a:extLst>
                <a:ext uri="{FF2B5EF4-FFF2-40B4-BE49-F238E27FC236}">
                  <a16:creationId xmlns:a16="http://schemas.microsoft.com/office/drawing/2014/main" id="{373AC775-89A4-D050-028E-A363A3C323B8}"/>
                </a:ext>
              </a:extLst>
            </p:cNvPr>
            <p:cNvSpPr>
              <a:spLocks/>
            </p:cNvSpPr>
            <p:nvPr/>
          </p:nvSpPr>
          <p:spPr bwMode="auto">
            <a:xfrm>
              <a:off x="2718" y="1590"/>
              <a:ext cx="1" cy="537"/>
            </a:xfrm>
            <a:custGeom>
              <a:avLst/>
              <a:gdLst>
                <a:gd name="T0" fmla="*/ 0 w 1"/>
                <a:gd name="T1" fmla="*/ 0 h 537"/>
                <a:gd name="T2" fmla="*/ 0 w 1"/>
                <a:gd name="T3" fmla="*/ 537 h 537"/>
                <a:gd name="T4" fmla="*/ 0 60000 65536"/>
                <a:gd name="T5" fmla="*/ 0 60000 65536"/>
                <a:gd name="T6" fmla="*/ 0 w 1"/>
                <a:gd name="T7" fmla="*/ 0 h 537"/>
                <a:gd name="T8" fmla="*/ 1 w 1"/>
                <a:gd name="T9" fmla="*/ 537 h 537"/>
              </a:gdLst>
              <a:ahLst/>
              <a:cxnLst>
                <a:cxn ang="T4">
                  <a:pos x="T0" y="T1"/>
                </a:cxn>
                <a:cxn ang="T5">
                  <a:pos x="T2" y="T3"/>
                </a:cxn>
              </a:cxnLst>
              <a:rect l="T6" t="T7" r="T8" b="T9"/>
              <a:pathLst>
                <a:path w="1" h="537">
                  <a:moveTo>
                    <a:pt x="0" y="0"/>
                  </a:moveTo>
                  <a:lnTo>
                    <a:pt x="0" y="537"/>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sp>
          <p:nvSpPr>
            <p:cNvPr id="343070" name="Freeform 27">
              <a:extLst>
                <a:ext uri="{FF2B5EF4-FFF2-40B4-BE49-F238E27FC236}">
                  <a16:creationId xmlns:a16="http://schemas.microsoft.com/office/drawing/2014/main" id="{4D1A7792-8FF2-8DF5-F829-BD2AB57CDB34}"/>
                </a:ext>
              </a:extLst>
            </p:cNvPr>
            <p:cNvSpPr>
              <a:spLocks/>
            </p:cNvSpPr>
            <p:nvPr/>
          </p:nvSpPr>
          <p:spPr bwMode="auto">
            <a:xfrm>
              <a:off x="2889" y="2205"/>
              <a:ext cx="366" cy="1"/>
            </a:xfrm>
            <a:custGeom>
              <a:avLst/>
              <a:gdLst>
                <a:gd name="T0" fmla="*/ 366 w 366"/>
                <a:gd name="T1" fmla="*/ 0 h 1"/>
                <a:gd name="T2" fmla="*/ 0 w 366"/>
                <a:gd name="T3" fmla="*/ 0 h 1"/>
                <a:gd name="T4" fmla="*/ 0 60000 65536"/>
                <a:gd name="T5" fmla="*/ 0 60000 65536"/>
                <a:gd name="T6" fmla="*/ 0 w 366"/>
                <a:gd name="T7" fmla="*/ 0 h 1"/>
                <a:gd name="T8" fmla="*/ 366 w 366"/>
                <a:gd name="T9" fmla="*/ 1 h 1"/>
              </a:gdLst>
              <a:ahLst/>
              <a:cxnLst>
                <a:cxn ang="T4">
                  <a:pos x="T0" y="T1"/>
                </a:cxn>
                <a:cxn ang="T5">
                  <a:pos x="T2" y="T3"/>
                </a:cxn>
              </a:cxnLst>
              <a:rect l="T6" t="T7" r="T8" b="T9"/>
              <a:pathLst>
                <a:path w="366" h="1">
                  <a:moveTo>
                    <a:pt x="366" y="0"/>
                  </a:moveTo>
                  <a:lnTo>
                    <a:pt x="0" y="0"/>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sp>
          <p:nvSpPr>
            <p:cNvPr id="343071" name="Freeform 28">
              <a:extLst>
                <a:ext uri="{FF2B5EF4-FFF2-40B4-BE49-F238E27FC236}">
                  <a16:creationId xmlns:a16="http://schemas.microsoft.com/office/drawing/2014/main" id="{BB517454-0484-9D5A-038A-B7339D8E5AE2}"/>
                </a:ext>
              </a:extLst>
            </p:cNvPr>
            <p:cNvSpPr>
              <a:spLocks/>
            </p:cNvSpPr>
            <p:nvPr/>
          </p:nvSpPr>
          <p:spPr bwMode="auto">
            <a:xfrm>
              <a:off x="2883" y="1515"/>
              <a:ext cx="366" cy="1"/>
            </a:xfrm>
            <a:custGeom>
              <a:avLst/>
              <a:gdLst>
                <a:gd name="T0" fmla="*/ 366 w 366"/>
                <a:gd name="T1" fmla="*/ 0 h 1"/>
                <a:gd name="T2" fmla="*/ 0 w 366"/>
                <a:gd name="T3" fmla="*/ 0 h 1"/>
                <a:gd name="T4" fmla="*/ 0 60000 65536"/>
                <a:gd name="T5" fmla="*/ 0 60000 65536"/>
                <a:gd name="T6" fmla="*/ 0 w 366"/>
                <a:gd name="T7" fmla="*/ 0 h 1"/>
                <a:gd name="T8" fmla="*/ 366 w 366"/>
                <a:gd name="T9" fmla="*/ 1 h 1"/>
              </a:gdLst>
              <a:ahLst/>
              <a:cxnLst>
                <a:cxn ang="T4">
                  <a:pos x="T0" y="T1"/>
                </a:cxn>
                <a:cxn ang="T5">
                  <a:pos x="T2" y="T3"/>
                </a:cxn>
              </a:cxnLst>
              <a:rect l="T6" t="T7" r="T8" b="T9"/>
              <a:pathLst>
                <a:path w="366" h="1">
                  <a:moveTo>
                    <a:pt x="366" y="0"/>
                  </a:moveTo>
                  <a:lnTo>
                    <a:pt x="0" y="0"/>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grpSp>
          <p:nvGrpSpPr>
            <p:cNvPr id="343072" name="Group 29">
              <a:extLst>
                <a:ext uri="{FF2B5EF4-FFF2-40B4-BE49-F238E27FC236}">
                  <a16:creationId xmlns:a16="http://schemas.microsoft.com/office/drawing/2014/main" id="{345C94DB-9117-7923-6EB1-B1435276877C}"/>
                </a:ext>
              </a:extLst>
            </p:cNvPr>
            <p:cNvGrpSpPr>
              <a:grpSpLocks/>
            </p:cNvGrpSpPr>
            <p:nvPr/>
          </p:nvGrpSpPr>
          <p:grpSpPr bwMode="auto">
            <a:xfrm>
              <a:off x="3289" y="2069"/>
              <a:ext cx="249" cy="297"/>
              <a:chOff x="2932" y="2429"/>
              <a:chExt cx="252" cy="297"/>
            </a:xfrm>
          </p:grpSpPr>
          <p:sp>
            <p:nvSpPr>
              <p:cNvPr id="343095" name="Rectangle 30">
                <a:extLst>
                  <a:ext uri="{FF2B5EF4-FFF2-40B4-BE49-F238E27FC236}">
                    <a16:creationId xmlns:a16="http://schemas.microsoft.com/office/drawing/2014/main" id="{774B3062-AF39-1615-3EAB-874DE974E2EB}"/>
                  </a:ext>
                </a:extLst>
              </p:cNvPr>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panose="020B0604020202020204" pitchFamily="34" charset="0"/>
                </a:endParaRPr>
              </a:p>
            </p:txBody>
          </p:sp>
          <p:sp>
            <p:nvSpPr>
              <p:cNvPr id="343096" name="Text Box 31">
                <a:extLst>
                  <a:ext uri="{FF2B5EF4-FFF2-40B4-BE49-F238E27FC236}">
                    <a16:creationId xmlns:a16="http://schemas.microsoft.com/office/drawing/2014/main" id="{84C8507A-8000-0E6A-583D-7B0D007E02DA}"/>
                  </a:ext>
                </a:extLst>
              </p:cNvPr>
              <p:cNvSpPr txBox="1">
                <a:spLocks noChangeArrowheads="1"/>
              </p:cNvSpPr>
              <p:nvPr/>
            </p:nvSpPr>
            <p:spPr bwMode="auto">
              <a:xfrm>
                <a:off x="2932" y="2429"/>
                <a:ext cx="252" cy="2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zh-CN" sz="20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panose="020B0604020202020204" pitchFamily="34" charset="0"/>
                  </a:rPr>
                  <a:t>D</a:t>
                </a:r>
                <a:endParaRPr kumimoji="0" lang="en-US" altLang="zh-CN" sz="24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Arial" panose="020B0604020202020204" pitchFamily="34" charset="0"/>
                </a:endParaRPr>
              </a:p>
            </p:txBody>
          </p:sp>
        </p:grpSp>
        <p:grpSp>
          <p:nvGrpSpPr>
            <p:cNvPr id="343073" name="Group 32">
              <a:extLst>
                <a:ext uri="{FF2B5EF4-FFF2-40B4-BE49-F238E27FC236}">
                  <a16:creationId xmlns:a16="http://schemas.microsoft.com/office/drawing/2014/main" id="{515AA02F-849A-66EB-5833-73C408700DD6}"/>
                </a:ext>
              </a:extLst>
            </p:cNvPr>
            <p:cNvGrpSpPr>
              <a:grpSpLocks/>
            </p:cNvGrpSpPr>
            <p:nvPr/>
          </p:nvGrpSpPr>
          <p:grpSpPr bwMode="auto">
            <a:xfrm>
              <a:off x="2607" y="2036"/>
              <a:ext cx="249" cy="341"/>
              <a:chOff x="2932" y="2399"/>
              <a:chExt cx="250" cy="341"/>
            </a:xfrm>
          </p:grpSpPr>
          <p:sp>
            <p:nvSpPr>
              <p:cNvPr id="343093" name="Rectangle 33">
                <a:extLst>
                  <a:ext uri="{FF2B5EF4-FFF2-40B4-BE49-F238E27FC236}">
                    <a16:creationId xmlns:a16="http://schemas.microsoft.com/office/drawing/2014/main" id="{B038754F-F142-8210-4557-9E3209A008E6}"/>
                  </a:ext>
                </a:extLst>
              </p:cNvPr>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panose="020B0604020202020204" pitchFamily="34" charset="0"/>
                </a:endParaRPr>
              </a:p>
            </p:txBody>
          </p:sp>
          <p:sp>
            <p:nvSpPr>
              <p:cNvPr id="343094" name="Text Box 34">
                <a:extLst>
                  <a:ext uri="{FF2B5EF4-FFF2-40B4-BE49-F238E27FC236}">
                    <a16:creationId xmlns:a16="http://schemas.microsoft.com/office/drawing/2014/main" id="{4CD3F802-6C95-829A-B289-C1439EF17EEA}"/>
                  </a:ext>
                </a:extLst>
              </p:cNvPr>
              <p:cNvSpPr txBox="1">
                <a:spLocks noChangeArrowheads="1"/>
              </p:cNvSpPr>
              <p:nvPr/>
            </p:nvSpPr>
            <p:spPr bwMode="auto">
              <a:xfrm>
                <a:off x="2932" y="2399"/>
                <a:ext cx="250" cy="3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zh-CN" sz="24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panose="020B0604020202020204" pitchFamily="34" charset="0"/>
                  </a:rPr>
                  <a:t>C</a:t>
                </a:r>
              </a:p>
            </p:txBody>
          </p:sp>
        </p:grpSp>
        <p:grpSp>
          <p:nvGrpSpPr>
            <p:cNvPr id="343074" name="Group 35">
              <a:extLst>
                <a:ext uri="{FF2B5EF4-FFF2-40B4-BE49-F238E27FC236}">
                  <a16:creationId xmlns:a16="http://schemas.microsoft.com/office/drawing/2014/main" id="{5BA952B8-A1AB-9DD0-5D35-A2928768EC88}"/>
                </a:ext>
              </a:extLst>
            </p:cNvPr>
            <p:cNvGrpSpPr>
              <a:grpSpLocks/>
            </p:cNvGrpSpPr>
            <p:nvPr/>
          </p:nvGrpSpPr>
          <p:grpSpPr bwMode="auto">
            <a:xfrm>
              <a:off x="3290" y="1379"/>
              <a:ext cx="234" cy="297"/>
              <a:chOff x="2939" y="2429"/>
              <a:chExt cx="237" cy="297"/>
            </a:xfrm>
          </p:grpSpPr>
          <p:sp>
            <p:nvSpPr>
              <p:cNvPr id="343091" name="Rectangle 36">
                <a:extLst>
                  <a:ext uri="{FF2B5EF4-FFF2-40B4-BE49-F238E27FC236}">
                    <a16:creationId xmlns:a16="http://schemas.microsoft.com/office/drawing/2014/main" id="{1C6DBC74-E986-3A95-13BF-8CDC7975C001}"/>
                  </a:ext>
                </a:extLst>
              </p:cNvPr>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panose="020B0604020202020204" pitchFamily="34" charset="0"/>
                </a:endParaRPr>
              </a:p>
            </p:txBody>
          </p:sp>
          <p:sp>
            <p:nvSpPr>
              <p:cNvPr id="343092" name="Text Box 37">
                <a:extLst>
                  <a:ext uri="{FF2B5EF4-FFF2-40B4-BE49-F238E27FC236}">
                    <a16:creationId xmlns:a16="http://schemas.microsoft.com/office/drawing/2014/main" id="{88648C0D-7074-5A52-5464-5229500718D0}"/>
                  </a:ext>
                </a:extLst>
              </p:cNvPr>
              <p:cNvSpPr txBox="1">
                <a:spLocks noChangeArrowheads="1"/>
              </p:cNvSpPr>
              <p:nvPr/>
            </p:nvSpPr>
            <p:spPr bwMode="auto">
              <a:xfrm>
                <a:off x="2939" y="2429"/>
                <a:ext cx="237" cy="2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zh-CN" sz="20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panose="020B0604020202020204" pitchFamily="34" charset="0"/>
                  </a:rPr>
                  <a:t>B</a:t>
                </a:r>
                <a:endParaRPr kumimoji="0" lang="en-US" altLang="zh-CN" sz="24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Arial" panose="020B0604020202020204" pitchFamily="34" charset="0"/>
                </a:endParaRPr>
              </a:p>
            </p:txBody>
          </p:sp>
        </p:grpSp>
        <p:grpSp>
          <p:nvGrpSpPr>
            <p:cNvPr id="343075" name="Group 38">
              <a:extLst>
                <a:ext uri="{FF2B5EF4-FFF2-40B4-BE49-F238E27FC236}">
                  <a16:creationId xmlns:a16="http://schemas.microsoft.com/office/drawing/2014/main" id="{043E19A5-1311-5300-74CF-D25A2C626AE6}"/>
                </a:ext>
              </a:extLst>
            </p:cNvPr>
            <p:cNvGrpSpPr>
              <a:grpSpLocks/>
            </p:cNvGrpSpPr>
            <p:nvPr/>
          </p:nvGrpSpPr>
          <p:grpSpPr bwMode="auto">
            <a:xfrm>
              <a:off x="2598" y="1379"/>
              <a:ext cx="251" cy="297"/>
              <a:chOff x="2931" y="2429"/>
              <a:chExt cx="254" cy="297"/>
            </a:xfrm>
          </p:grpSpPr>
          <p:sp>
            <p:nvSpPr>
              <p:cNvPr id="343089" name="Rectangle 39">
                <a:extLst>
                  <a:ext uri="{FF2B5EF4-FFF2-40B4-BE49-F238E27FC236}">
                    <a16:creationId xmlns:a16="http://schemas.microsoft.com/office/drawing/2014/main" id="{B02DE326-ACAE-A909-9971-78D23F6E7AB0}"/>
                  </a:ext>
                </a:extLst>
              </p:cNvPr>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panose="020B0604020202020204" pitchFamily="34" charset="0"/>
                </a:endParaRPr>
              </a:p>
            </p:txBody>
          </p:sp>
          <p:sp>
            <p:nvSpPr>
              <p:cNvPr id="343090" name="Text Box 40">
                <a:extLst>
                  <a:ext uri="{FF2B5EF4-FFF2-40B4-BE49-F238E27FC236}">
                    <a16:creationId xmlns:a16="http://schemas.microsoft.com/office/drawing/2014/main" id="{47B448CD-A9FC-D94D-6A5B-DBB26C983FDD}"/>
                  </a:ext>
                </a:extLst>
              </p:cNvPr>
              <p:cNvSpPr txBox="1">
                <a:spLocks noChangeArrowheads="1"/>
              </p:cNvSpPr>
              <p:nvPr/>
            </p:nvSpPr>
            <p:spPr bwMode="auto">
              <a:xfrm>
                <a:off x="2931" y="2429"/>
                <a:ext cx="254" cy="2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zh-CN" sz="20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panose="020B0604020202020204" pitchFamily="34" charset="0"/>
                  </a:rPr>
                  <a:t>A</a:t>
                </a:r>
                <a:endParaRPr kumimoji="0" lang="en-US" altLang="zh-CN" sz="24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Arial" panose="020B0604020202020204" pitchFamily="34" charset="0"/>
                </a:endParaRPr>
              </a:p>
            </p:txBody>
          </p:sp>
        </p:grpSp>
        <p:sp>
          <p:nvSpPr>
            <p:cNvPr id="343076" name="Line 41">
              <a:extLst>
                <a:ext uri="{FF2B5EF4-FFF2-40B4-BE49-F238E27FC236}">
                  <a16:creationId xmlns:a16="http://schemas.microsoft.com/office/drawing/2014/main" id="{D594DF49-5A00-90C8-33BB-EE1C60FA77B3}"/>
                </a:ext>
              </a:extLst>
            </p:cNvPr>
            <p:cNvSpPr>
              <a:spLocks noChangeShapeType="1"/>
            </p:cNvSpPr>
            <p:nvPr/>
          </p:nvSpPr>
          <p:spPr bwMode="auto">
            <a:xfrm>
              <a:off x="3552" y="1488"/>
              <a:ext cx="336" cy="14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sp>
          <p:nvSpPr>
            <p:cNvPr id="343077" name="Line 42">
              <a:extLst>
                <a:ext uri="{FF2B5EF4-FFF2-40B4-BE49-F238E27FC236}">
                  <a16:creationId xmlns:a16="http://schemas.microsoft.com/office/drawing/2014/main" id="{C1B3CD8C-86C7-861C-C94B-07A29DE017BD}"/>
                </a:ext>
              </a:extLst>
            </p:cNvPr>
            <p:cNvSpPr>
              <a:spLocks noChangeShapeType="1"/>
            </p:cNvSpPr>
            <p:nvPr/>
          </p:nvSpPr>
          <p:spPr bwMode="auto">
            <a:xfrm flipV="1">
              <a:off x="3504" y="1248"/>
              <a:ext cx="144"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sp>
          <p:nvSpPr>
            <p:cNvPr id="343078" name="Line 43">
              <a:extLst>
                <a:ext uri="{FF2B5EF4-FFF2-40B4-BE49-F238E27FC236}">
                  <a16:creationId xmlns:a16="http://schemas.microsoft.com/office/drawing/2014/main" id="{D6030F27-CEF8-F203-0111-DC7638184B5B}"/>
                </a:ext>
              </a:extLst>
            </p:cNvPr>
            <p:cNvSpPr>
              <a:spLocks noChangeShapeType="1"/>
            </p:cNvSpPr>
            <p:nvPr/>
          </p:nvSpPr>
          <p:spPr bwMode="auto">
            <a:xfrm flipV="1">
              <a:off x="3552" y="1920"/>
              <a:ext cx="240" cy="24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sp>
          <p:nvSpPr>
            <p:cNvPr id="343079" name="Line 44">
              <a:extLst>
                <a:ext uri="{FF2B5EF4-FFF2-40B4-BE49-F238E27FC236}">
                  <a16:creationId xmlns:a16="http://schemas.microsoft.com/office/drawing/2014/main" id="{CAC65EAD-4C12-2B41-F92B-F2B0A9B7912E}"/>
                </a:ext>
              </a:extLst>
            </p:cNvPr>
            <p:cNvSpPr>
              <a:spLocks noChangeShapeType="1"/>
            </p:cNvSpPr>
            <p:nvPr/>
          </p:nvSpPr>
          <p:spPr bwMode="auto">
            <a:xfrm>
              <a:off x="3552" y="2208"/>
              <a:ext cx="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sp>
          <p:nvSpPr>
            <p:cNvPr id="343080" name="Line 45">
              <a:extLst>
                <a:ext uri="{FF2B5EF4-FFF2-40B4-BE49-F238E27FC236}">
                  <a16:creationId xmlns:a16="http://schemas.microsoft.com/office/drawing/2014/main" id="{8BBA4380-595C-C787-C479-6531DB5CB25E}"/>
                </a:ext>
              </a:extLst>
            </p:cNvPr>
            <p:cNvSpPr>
              <a:spLocks noChangeShapeType="1"/>
            </p:cNvSpPr>
            <p:nvPr/>
          </p:nvSpPr>
          <p:spPr bwMode="auto">
            <a:xfrm>
              <a:off x="3552" y="2208"/>
              <a:ext cx="288" cy="9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sp>
          <p:nvSpPr>
            <p:cNvPr id="343081" name="Line 46">
              <a:extLst>
                <a:ext uri="{FF2B5EF4-FFF2-40B4-BE49-F238E27FC236}">
                  <a16:creationId xmlns:a16="http://schemas.microsoft.com/office/drawing/2014/main" id="{8C621FBE-2B66-F614-96B7-DE8DD7925EA6}"/>
                </a:ext>
              </a:extLst>
            </p:cNvPr>
            <p:cNvSpPr>
              <a:spLocks noChangeShapeType="1"/>
            </p:cNvSpPr>
            <p:nvPr/>
          </p:nvSpPr>
          <p:spPr bwMode="auto">
            <a:xfrm flipH="1" flipV="1">
              <a:off x="2352" y="1200"/>
              <a:ext cx="288" cy="24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sp>
          <p:nvSpPr>
            <p:cNvPr id="343082" name="Line 47">
              <a:extLst>
                <a:ext uri="{FF2B5EF4-FFF2-40B4-BE49-F238E27FC236}">
                  <a16:creationId xmlns:a16="http://schemas.microsoft.com/office/drawing/2014/main" id="{02103FCE-21A2-F02B-EA6C-07610B6FD576}"/>
                </a:ext>
              </a:extLst>
            </p:cNvPr>
            <p:cNvSpPr>
              <a:spLocks noChangeShapeType="1"/>
            </p:cNvSpPr>
            <p:nvPr/>
          </p:nvSpPr>
          <p:spPr bwMode="auto">
            <a:xfrm flipH="1" flipV="1">
              <a:off x="2208" y="2112"/>
              <a:ext cx="384" cy="4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sp>
          <p:nvSpPr>
            <p:cNvPr id="343083" name="Text Box 48">
              <a:extLst>
                <a:ext uri="{FF2B5EF4-FFF2-40B4-BE49-F238E27FC236}">
                  <a16:creationId xmlns:a16="http://schemas.microsoft.com/office/drawing/2014/main" id="{998445E0-F5B4-2FC2-F31D-14F77440C14F}"/>
                </a:ext>
              </a:extLst>
            </p:cNvPr>
            <p:cNvSpPr txBox="1">
              <a:spLocks noChangeArrowheads="1"/>
            </p:cNvSpPr>
            <p:nvPr/>
          </p:nvSpPr>
          <p:spPr bwMode="auto">
            <a:xfrm>
              <a:off x="2448" y="1104"/>
              <a:ext cx="205" cy="2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panose="020B0604020202020204" pitchFamily="34" charset="0"/>
                </a:rPr>
                <a:t>u</a:t>
              </a:r>
            </a:p>
          </p:txBody>
        </p:sp>
        <p:sp>
          <p:nvSpPr>
            <p:cNvPr id="343084" name="Text Box 49">
              <a:extLst>
                <a:ext uri="{FF2B5EF4-FFF2-40B4-BE49-F238E27FC236}">
                  <a16:creationId xmlns:a16="http://schemas.microsoft.com/office/drawing/2014/main" id="{E50648EB-0CE1-5F66-46B5-467020AA074A}"/>
                </a:ext>
              </a:extLst>
            </p:cNvPr>
            <p:cNvSpPr txBox="1">
              <a:spLocks noChangeArrowheads="1"/>
            </p:cNvSpPr>
            <p:nvPr/>
          </p:nvSpPr>
          <p:spPr bwMode="auto">
            <a:xfrm>
              <a:off x="3408" y="1106"/>
              <a:ext cx="200" cy="2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panose="020B0604020202020204" pitchFamily="34" charset="0"/>
                </a:rPr>
                <a:t>v</a:t>
              </a:r>
            </a:p>
          </p:txBody>
        </p:sp>
        <p:sp>
          <p:nvSpPr>
            <p:cNvPr id="343085" name="Text Box 50">
              <a:extLst>
                <a:ext uri="{FF2B5EF4-FFF2-40B4-BE49-F238E27FC236}">
                  <a16:creationId xmlns:a16="http://schemas.microsoft.com/office/drawing/2014/main" id="{B1474AC8-3FCF-197E-806A-70F5A1FBD1D2}"/>
                </a:ext>
              </a:extLst>
            </p:cNvPr>
            <p:cNvSpPr txBox="1">
              <a:spLocks noChangeArrowheads="1"/>
            </p:cNvSpPr>
            <p:nvPr/>
          </p:nvSpPr>
          <p:spPr bwMode="auto">
            <a:xfrm>
              <a:off x="3648" y="1347"/>
              <a:ext cx="231" cy="2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panose="020B0604020202020204" pitchFamily="34" charset="0"/>
                </a:rPr>
                <a:t>w</a:t>
              </a:r>
            </a:p>
          </p:txBody>
        </p:sp>
        <p:sp>
          <p:nvSpPr>
            <p:cNvPr id="343086" name="Text Box 51">
              <a:extLst>
                <a:ext uri="{FF2B5EF4-FFF2-40B4-BE49-F238E27FC236}">
                  <a16:creationId xmlns:a16="http://schemas.microsoft.com/office/drawing/2014/main" id="{A759B92C-3BE1-6D4F-16BA-945B8A233C43}"/>
                </a:ext>
              </a:extLst>
            </p:cNvPr>
            <p:cNvSpPr txBox="1">
              <a:spLocks noChangeArrowheads="1"/>
            </p:cNvSpPr>
            <p:nvPr/>
          </p:nvSpPr>
          <p:spPr bwMode="auto">
            <a:xfrm>
              <a:off x="3696" y="1923"/>
              <a:ext cx="216" cy="2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panose="020B0604020202020204" pitchFamily="34" charset="0"/>
                </a:rPr>
                <a:t>x</a:t>
              </a:r>
            </a:p>
          </p:txBody>
        </p:sp>
        <p:sp>
          <p:nvSpPr>
            <p:cNvPr id="343087" name="Text Box 52">
              <a:extLst>
                <a:ext uri="{FF2B5EF4-FFF2-40B4-BE49-F238E27FC236}">
                  <a16:creationId xmlns:a16="http://schemas.microsoft.com/office/drawing/2014/main" id="{63A0E57E-D79E-3E2C-A10D-34D4FD6B7442}"/>
                </a:ext>
              </a:extLst>
            </p:cNvPr>
            <p:cNvSpPr txBox="1">
              <a:spLocks noChangeArrowheads="1"/>
            </p:cNvSpPr>
            <p:nvPr/>
          </p:nvSpPr>
          <p:spPr bwMode="auto">
            <a:xfrm>
              <a:off x="3600" y="2259"/>
              <a:ext cx="206" cy="2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panose="020B0604020202020204" pitchFamily="34" charset="0"/>
                </a:rPr>
                <a:t>y</a:t>
              </a:r>
            </a:p>
          </p:txBody>
        </p:sp>
        <p:sp>
          <p:nvSpPr>
            <p:cNvPr id="343088" name="Text Box 53">
              <a:extLst>
                <a:ext uri="{FF2B5EF4-FFF2-40B4-BE49-F238E27FC236}">
                  <a16:creationId xmlns:a16="http://schemas.microsoft.com/office/drawing/2014/main" id="{FF432C37-F4A4-E64C-47D7-71E6D1923C18}"/>
                </a:ext>
              </a:extLst>
            </p:cNvPr>
            <p:cNvSpPr txBox="1">
              <a:spLocks noChangeArrowheads="1"/>
            </p:cNvSpPr>
            <p:nvPr/>
          </p:nvSpPr>
          <p:spPr bwMode="auto">
            <a:xfrm>
              <a:off x="2304" y="2115"/>
              <a:ext cx="207" cy="2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panose="020B0604020202020204" pitchFamily="34" charset="0"/>
                </a:rPr>
                <a:t>z</a:t>
              </a:r>
            </a:p>
          </p:txBody>
        </p:sp>
      </p:grpSp>
      <p:sp>
        <p:nvSpPr>
          <p:cNvPr id="343046" name="Text Box 54">
            <a:extLst>
              <a:ext uri="{FF2B5EF4-FFF2-40B4-BE49-F238E27FC236}">
                <a16:creationId xmlns:a16="http://schemas.microsoft.com/office/drawing/2014/main" id="{89120328-398F-5921-FBC9-FDE4EC386338}"/>
              </a:ext>
            </a:extLst>
          </p:cNvPr>
          <p:cNvSpPr txBox="1">
            <a:spLocks noChangeArrowheads="1"/>
          </p:cNvSpPr>
          <p:nvPr/>
        </p:nvSpPr>
        <p:spPr bwMode="auto">
          <a:xfrm>
            <a:off x="5811838" y="4398963"/>
            <a:ext cx="1660525" cy="2289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1800" b="0" i="0" u="sng"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panose="020B0604020202020204" pitchFamily="34" charset="0"/>
              </a:rPr>
              <a:t>subnet</a:t>
            </a:r>
            <a:r>
              <a:rPr kumimoji="0" lang="en-US" altLang="zh-CN"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panose="020B0604020202020204" pitchFamily="34" charset="0"/>
              </a:rPr>
              <a:t>    </a:t>
            </a:r>
            <a:r>
              <a:rPr kumimoji="0" lang="en-US" altLang="zh-CN" sz="1800" b="0" i="0" u="sng"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panose="020B0604020202020204" pitchFamily="34" charset="0"/>
              </a:rPr>
              <a:t>hops</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panose="020B0604020202020204" pitchFamily="34" charset="0"/>
              </a:rPr>
              <a:t>      u         1</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panose="020B0604020202020204" pitchFamily="34" charset="0"/>
              </a:rPr>
              <a:t>      v         2</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panose="020B0604020202020204" pitchFamily="34" charset="0"/>
              </a:rPr>
              <a:t>      w        2</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panose="020B0604020202020204" pitchFamily="34" charset="0"/>
              </a:rPr>
              <a:t>      x         3</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panose="020B0604020202020204" pitchFamily="34" charset="0"/>
              </a:rPr>
              <a:t>      y         3</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panose="020B0604020202020204" pitchFamily="34" charset="0"/>
              </a:rPr>
              <a:t>      z         2</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18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rPr>
              <a:t>  </a:t>
            </a:r>
          </a:p>
        </p:txBody>
      </p:sp>
      <p:sp>
        <p:nvSpPr>
          <p:cNvPr id="343047" name="Text Box 55">
            <a:extLst>
              <a:ext uri="{FF2B5EF4-FFF2-40B4-BE49-F238E27FC236}">
                <a16:creationId xmlns:a16="http://schemas.microsoft.com/office/drawing/2014/main" id="{01163CBC-1B15-6453-11B2-0E2F2E116753}"/>
              </a:ext>
            </a:extLst>
          </p:cNvPr>
          <p:cNvSpPr txBox="1">
            <a:spLocks noChangeArrowheads="1"/>
          </p:cNvSpPr>
          <p:nvPr/>
        </p:nvSpPr>
        <p:spPr bwMode="auto">
          <a:xfrm>
            <a:off x="4716463" y="4059238"/>
            <a:ext cx="4224337"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zh-CN" sz="1800" b="0" i="0" u="sng"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panose="020B0604020202020204" pitchFamily="34" charset="0"/>
              </a:rPr>
              <a:t>from router A to destination</a:t>
            </a:r>
            <a:r>
              <a:rPr kumimoji="0" lang="en-US" altLang="zh-CN" sz="1800" b="0" i="0" u="sng" strike="noStrike" kern="1200" cap="none" spc="0" normalizeH="0" baseline="0" noProof="0">
                <a:ln>
                  <a:noFill/>
                </a:ln>
                <a:solidFill>
                  <a:srgbClr val="FF0000"/>
                </a:solidFill>
                <a:effectLst/>
                <a:uLnTx/>
                <a:uFillTx/>
                <a:latin typeface="Comic Sans MS" panose="030F0902030302020204" pitchFamily="66" charset="0"/>
                <a:ea typeface="宋体" panose="02010600030101010101" pitchFamily="2" charset="-122"/>
                <a:cs typeface="Arial" panose="020B0604020202020204" pitchFamily="34" charset="0"/>
              </a:rPr>
              <a:t> subnets:</a:t>
            </a:r>
          </a:p>
        </p:txBody>
      </p:sp>
    </p:spTree>
    <p:extLst>
      <p:ext uri="{BB962C8B-B14F-4D97-AF65-F5344CB8AC3E}">
        <p14:creationId xmlns:p14="http://schemas.microsoft.com/office/powerpoint/2010/main" val="3736396598"/>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4065" name="页脚占位符 4">
            <a:extLst>
              <a:ext uri="{FF2B5EF4-FFF2-40B4-BE49-F238E27FC236}">
                <a16:creationId xmlns:a16="http://schemas.microsoft.com/office/drawing/2014/main" id="{850089EF-83A6-E2AA-A282-76E9C18C82C7}"/>
              </a:ext>
            </a:extLst>
          </p:cNvPr>
          <p:cNvSpPr>
            <a:spLocks noGrp="1"/>
          </p:cNvSpPr>
          <p:nvPr>
            <p:ph type="ftr"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zh-CN" sz="12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rPr>
              <a:t>Network Layer</a:t>
            </a:r>
          </a:p>
        </p:txBody>
      </p:sp>
      <p:sp>
        <p:nvSpPr>
          <p:cNvPr id="344066" name="灯片编号占位符 5">
            <a:extLst>
              <a:ext uri="{FF2B5EF4-FFF2-40B4-BE49-F238E27FC236}">
                <a16:creationId xmlns:a16="http://schemas.microsoft.com/office/drawing/2014/main" id="{4A2D7F81-BE9D-C1E2-F3F5-69A4D2306AAE}"/>
              </a:ext>
            </a:extLst>
          </p:cNvPr>
          <p:cNvSpPr>
            <a:spLocks noGrp="1"/>
          </p:cNvSpPr>
          <p:nvPr>
            <p:ph type="sldNum" sz="quarter" idx="12"/>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zh-CN" sz="12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rPr>
              <a:t>4-</a:t>
            </a:r>
            <a:fld id="{4D11C48A-AFEF-1B43-BBDA-62BD3B1D3AD9}" type="slidenum">
              <a:rPr kumimoji="0" lang="en-US" altLang="zh-CN" sz="1200" b="0" i="0" u="none" strike="noStrike" kern="1200" cap="none" spc="0" normalizeH="0" baseline="0" noProof="0" smtClean="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rPr>
              <a:pPr marL="0" marR="0" lvl="0" indent="0" algn="r" defTabSz="914400" rtl="0" eaLnBrk="0" fontAlgn="base" latinLnBrk="0" hangingPunct="0">
                <a:lnSpc>
                  <a:spcPct val="100000"/>
                </a:lnSpc>
                <a:spcBef>
                  <a:spcPct val="0"/>
                </a:spcBef>
                <a:spcAft>
                  <a:spcPct val="0"/>
                </a:spcAft>
                <a:buClrTx/>
                <a:buSzTx/>
                <a:buFontTx/>
                <a:buNone/>
                <a:tabLst/>
                <a:defRPr/>
              </a:pPr>
              <a:t>64</a:t>
            </a:fld>
            <a:endParaRPr kumimoji="0" lang="en-US" altLang="zh-CN" sz="12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endParaRPr>
          </a:p>
        </p:txBody>
      </p:sp>
      <p:sp>
        <p:nvSpPr>
          <p:cNvPr id="344067" name="Line 2">
            <a:extLst>
              <a:ext uri="{FF2B5EF4-FFF2-40B4-BE49-F238E27FC236}">
                <a16:creationId xmlns:a16="http://schemas.microsoft.com/office/drawing/2014/main" id="{22AF4716-B6AB-3BE0-CCA0-C36D4A1F3223}"/>
              </a:ext>
            </a:extLst>
          </p:cNvPr>
          <p:cNvSpPr>
            <a:spLocks noChangeShapeType="1"/>
          </p:cNvSpPr>
          <p:nvPr/>
        </p:nvSpPr>
        <p:spPr bwMode="auto">
          <a:xfrm>
            <a:off x="6076950" y="2474913"/>
            <a:ext cx="979488"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sp>
        <p:nvSpPr>
          <p:cNvPr id="344068" name="Rectangle 3">
            <a:extLst>
              <a:ext uri="{FF2B5EF4-FFF2-40B4-BE49-F238E27FC236}">
                <a16:creationId xmlns:a16="http://schemas.microsoft.com/office/drawing/2014/main" id="{5E042294-C6DB-B051-61D9-69D0C7146A50}"/>
              </a:ext>
            </a:extLst>
          </p:cNvPr>
          <p:cNvSpPr>
            <a:spLocks noGrp="1" noChangeArrowheads="1"/>
          </p:cNvSpPr>
          <p:nvPr>
            <p:ph type="title"/>
          </p:nvPr>
        </p:nvSpPr>
        <p:spPr>
          <a:xfrm>
            <a:off x="409575" y="0"/>
            <a:ext cx="7772400" cy="1143000"/>
          </a:xfrm>
        </p:spPr>
        <p:txBody>
          <a:bodyPr/>
          <a:lstStyle/>
          <a:p>
            <a:pPr eaLnBrk="1" hangingPunct="1"/>
            <a:r>
              <a:rPr lang="en-US" altLang="zh-CN" sz="3600">
                <a:ea typeface="宋体" panose="02010600030101010101" pitchFamily="2" charset="-122"/>
              </a:rPr>
              <a:t>RIP: Example</a:t>
            </a:r>
            <a:r>
              <a:rPr lang="en-US" altLang="zh-CN" sz="2800">
                <a:ea typeface="宋体" panose="02010600030101010101" pitchFamily="2" charset="-122"/>
              </a:rPr>
              <a:t> </a:t>
            </a:r>
          </a:p>
        </p:txBody>
      </p:sp>
      <p:sp>
        <p:nvSpPr>
          <p:cNvPr id="344069" name="Text Box 4">
            <a:extLst>
              <a:ext uri="{FF2B5EF4-FFF2-40B4-BE49-F238E27FC236}">
                <a16:creationId xmlns:a16="http://schemas.microsoft.com/office/drawing/2014/main" id="{E21CCF2A-5573-1664-56BB-EF3285DCA872}"/>
              </a:ext>
            </a:extLst>
          </p:cNvPr>
          <p:cNvSpPr txBox="1">
            <a:spLocks noChangeArrowheads="1"/>
          </p:cNvSpPr>
          <p:nvPr/>
        </p:nvSpPr>
        <p:spPr bwMode="auto">
          <a:xfrm>
            <a:off x="1220788" y="4205288"/>
            <a:ext cx="6780212" cy="2098675"/>
          </a:xfrm>
          <a:prstGeom prst="rect">
            <a:avLst/>
          </a:prstGeom>
          <a:noFill/>
          <a:ln w="28575">
            <a:solidFill>
              <a:srgbClr val="CC0000"/>
            </a:solidFill>
            <a:miter lim="800000"/>
            <a:headEnd/>
            <a:tailEnd/>
          </a:ln>
          <a:extLst>
            <a:ext uri="{909E8E84-426E-40DD-AFC4-6F175D3DCCD1}">
              <a14:hiddenFill xmlns:a14="http://schemas.microsoft.com/office/drawing/2010/main">
                <a:solidFill>
                  <a:srgbClr val="FFFFFF"/>
                </a:solidFill>
              </a14:hiddenFill>
            </a:ext>
          </a:extLst>
        </p:spPr>
        <p:txBody>
          <a:bodyPr lIns="0" tIns="0" rIns="0" bIns="0">
            <a:spAutoFit/>
          </a:bodyP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zh-CN" sz="2000" b="1" i="0" u="none" strike="noStrike" kern="1200" cap="none" spc="0" normalizeH="0" baseline="0" noProof="0">
                <a:ln>
                  <a:noFill/>
                </a:ln>
                <a:solidFill>
                  <a:srgbClr val="000099"/>
                </a:solidFill>
                <a:effectLst/>
                <a:uLnTx/>
                <a:uFillTx/>
                <a:latin typeface="Arial" panose="020B0604020202020204" pitchFamily="34" charset="0"/>
                <a:ea typeface="宋体" panose="02010600030101010101" pitchFamily="2" charset="-122"/>
                <a:cs typeface="Arial" panose="020B0604020202020204" pitchFamily="34" charset="0"/>
              </a:rPr>
              <a:t>destination subnet	  next  router      # hops to dest</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zh-CN" sz="2000" b="1"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rPr>
              <a:t> 	</a:t>
            </a:r>
            <a:r>
              <a:rPr kumimoji="0" lang="en-US" altLang="zh-CN" sz="2400" b="0" i="0" u="none" strike="noStrike" kern="1200" cap="none" spc="0" normalizeH="0" baseline="0" noProof="0">
                <a:ln>
                  <a:noFill/>
                </a:ln>
                <a:solidFill>
                  <a:srgbClr val="FF0000"/>
                </a:solidFill>
                <a:effectLst/>
                <a:uLnTx/>
                <a:uFillTx/>
                <a:latin typeface="Arial" panose="020B0604020202020204" pitchFamily="34" charset="0"/>
                <a:ea typeface="宋体" panose="02010600030101010101" pitchFamily="2" charset="-122"/>
                <a:cs typeface="Arial" panose="020B0604020202020204" pitchFamily="34" charset="0"/>
              </a:rPr>
              <a:t>w</a:t>
            </a:r>
            <a:r>
              <a:rPr kumimoji="0" lang="en-US" altLang="zh-CN" sz="24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rPr>
              <a:t>			A		2</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zh-CN" sz="24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rPr>
              <a:t>	</a:t>
            </a:r>
            <a:r>
              <a:rPr kumimoji="0" lang="en-US" altLang="zh-CN" sz="2400" b="0" i="0" u="none" strike="noStrike" kern="1200" cap="none" spc="0" normalizeH="0" baseline="0" noProof="0">
                <a:ln>
                  <a:noFill/>
                </a:ln>
                <a:solidFill>
                  <a:srgbClr val="FF0000"/>
                </a:solidFill>
                <a:effectLst/>
                <a:uLnTx/>
                <a:uFillTx/>
                <a:latin typeface="Arial" panose="020B0604020202020204" pitchFamily="34" charset="0"/>
                <a:ea typeface="宋体" panose="02010600030101010101" pitchFamily="2" charset="-122"/>
                <a:cs typeface="Arial" panose="020B0604020202020204" pitchFamily="34" charset="0"/>
              </a:rPr>
              <a:t>y</a:t>
            </a:r>
            <a:r>
              <a:rPr kumimoji="0" lang="en-US" altLang="zh-CN" sz="24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rPr>
              <a:t>			B		2</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zh-CN" sz="24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rPr>
              <a:t> 	</a:t>
            </a:r>
            <a:r>
              <a:rPr kumimoji="0" lang="en-US" altLang="zh-CN" sz="2400" b="0" i="0" u="none" strike="noStrike" kern="1200" cap="none" spc="0" normalizeH="0" baseline="0" noProof="0">
                <a:ln>
                  <a:noFill/>
                </a:ln>
                <a:solidFill>
                  <a:srgbClr val="FF0000"/>
                </a:solidFill>
                <a:effectLst/>
                <a:uLnTx/>
                <a:uFillTx/>
                <a:latin typeface="Arial" panose="020B0604020202020204" pitchFamily="34" charset="0"/>
                <a:ea typeface="宋体" panose="02010600030101010101" pitchFamily="2" charset="-122"/>
                <a:cs typeface="Arial" panose="020B0604020202020204" pitchFamily="34" charset="0"/>
              </a:rPr>
              <a:t>z</a:t>
            </a:r>
            <a:r>
              <a:rPr kumimoji="0" lang="en-US" altLang="zh-CN" sz="24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rPr>
              <a:t>			B		7</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zh-CN" sz="24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rPr>
              <a:t>	</a:t>
            </a:r>
            <a:r>
              <a:rPr kumimoji="0" lang="en-US" altLang="zh-CN" sz="2400" b="0" i="0" u="none" strike="noStrike" kern="1200" cap="none" spc="0" normalizeH="0" baseline="0" noProof="0">
                <a:ln>
                  <a:noFill/>
                </a:ln>
                <a:solidFill>
                  <a:srgbClr val="FF0000"/>
                </a:solidFill>
                <a:effectLst/>
                <a:uLnTx/>
                <a:uFillTx/>
                <a:latin typeface="Arial" panose="020B0604020202020204" pitchFamily="34" charset="0"/>
                <a:ea typeface="宋体" panose="02010600030101010101" pitchFamily="2" charset="-122"/>
                <a:cs typeface="Arial" panose="020B0604020202020204" pitchFamily="34" charset="0"/>
              </a:rPr>
              <a:t>x</a:t>
            </a:r>
            <a:r>
              <a:rPr kumimoji="0" lang="en-US" altLang="zh-CN" sz="24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rPr>
              <a:t>			--		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zh-CN" sz="20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rPr>
              <a:t>	….			….		....</a:t>
            </a:r>
          </a:p>
        </p:txBody>
      </p:sp>
      <p:sp>
        <p:nvSpPr>
          <p:cNvPr id="344070" name="Text Box 5">
            <a:extLst>
              <a:ext uri="{FF2B5EF4-FFF2-40B4-BE49-F238E27FC236}">
                <a16:creationId xmlns:a16="http://schemas.microsoft.com/office/drawing/2014/main" id="{988AB571-884A-78E9-90DC-62B8A32B9A8D}"/>
              </a:ext>
            </a:extLst>
          </p:cNvPr>
          <p:cNvSpPr txBox="1">
            <a:spLocks noChangeArrowheads="1"/>
          </p:cNvSpPr>
          <p:nvPr/>
        </p:nvSpPr>
        <p:spPr bwMode="auto">
          <a:xfrm>
            <a:off x="2898775" y="3830638"/>
            <a:ext cx="2805113"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zh-CN"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panose="020B0604020202020204" pitchFamily="34" charset="0"/>
              </a:rPr>
              <a:t>routing table in router D</a:t>
            </a:r>
          </a:p>
        </p:txBody>
      </p:sp>
      <p:sp>
        <p:nvSpPr>
          <p:cNvPr id="344071" name="Freeform 6">
            <a:extLst>
              <a:ext uri="{FF2B5EF4-FFF2-40B4-BE49-F238E27FC236}">
                <a16:creationId xmlns:a16="http://schemas.microsoft.com/office/drawing/2014/main" id="{61E82779-8CCC-16E1-00F9-C91F2F85123C}"/>
              </a:ext>
            </a:extLst>
          </p:cNvPr>
          <p:cNvSpPr>
            <a:spLocks/>
          </p:cNvSpPr>
          <p:nvPr/>
        </p:nvSpPr>
        <p:spPr bwMode="auto">
          <a:xfrm>
            <a:off x="2528888" y="2486025"/>
            <a:ext cx="1241425" cy="1588"/>
          </a:xfrm>
          <a:custGeom>
            <a:avLst/>
            <a:gdLst>
              <a:gd name="T0" fmla="*/ 0 w 805"/>
              <a:gd name="T1" fmla="*/ 0 h 1"/>
              <a:gd name="T2" fmla="*/ 2147483646 w 805"/>
              <a:gd name="T3" fmla="*/ 2147483646 h 1"/>
              <a:gd name="T4" fmla="*/ 0 60000 65536"/>
              <a:gd name="T5" fmla="*/ 0 60000 65536"/>
              <a:gd name="T6" fmla="*/ 0 w 805"/>
              <a:gd name="T7" fmla="*/ 0 h 1"/>
              <a:gd name="T8" fmla="*/ 805 w 805"/>
              <a:gd name="T9" fmla="*/ 1 h 1"/>
            </a:gdLst>
            <a:ahLst/>
            <a:cxnLst>
              <a:cxn ang="T4">
                <a:pos x="T0" y="T1"/>
              </a:cxn>
              <a:cxn ang="T5">
                <a:pos x="T2" y="T3"/>
              </a:cxn>
            </a:cxnLst>
            <a:rect l="T6" t="T7" r="T8" b="T9"/>
            <a:pathLst>
              <a:path w="805" h="1">
                <a:moveTo>
                  <a:pt x="0" y="0"/>
                </a:moveTo>
                <a:lnTo>
                  <a:pt x="805" y="1"/>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sp>
        <p:nvSpPr>
          <p:cNvPr id="344072" name="Freeform 7">
            <a:extLst>
              <a:ext uri="{FF2B5EF4-FFF2-40B4-BE49-F238E27FC236}">
                <a16:creationId xmlns:a16="http://schemas.microsoft.com/office/drawing/2014/main" id="{6970C3E6-343F-DD42-352B-CF08DCA93337}"/>
              </a:ext>
            </a:extLst>
          </p:cNvPr>
          <p:cNvSpPr>
            <a:spLocks/>
          </p:cNvSpPr>
          <p:nvPr/>
        </p:nvSpPr>
        <p:spPr bwMode="auto">
          <a:xfrm>
            <a:off x="2530475" y="2276475"/>
            <a:ext cx="1065213" cy="385763"/>
          </a:xfrm>
          <a:custGeom>
            <a:avLst/>
            <a:gdLst>
              <a:gd name="T0" fmla="*/ 2147483646 w 690"/>
              <a:gd name="T1" fmla="*/ 2147483646 h 274"/>
              <a:gd name="T2" fmla="*/ 2147483646 w 690"/>
              <a:gd name="T3" fmla="*/ 2147483646 h 274"/>
              <a:gd name="T4" fmla="*/ 2147483646 w 690"/>
              <a:gd name="T5" fmla="*/ 2147483646 h 274"/>
              <a:gd name="T6" fmla="*/ 2147483646 w 690"/>
              <a:gd name="T7" fmla="*/ 2147483646 h 274"/>
              <a:gd name="T8" fmla="*/ 2147483646 w 690"/>
              <a:gd name="T9" fmla="*/ 2147483646 h 274"/>
              <a:gd name="T10" fmla="*/ 2147483646 w 690"/>
              <a:gd name="T11" fmla="*/ 2147483646 h 274"/>
              <a:gd name="T12" fmla="*/ 0 60000 65536"/>
              <a:gd name="T13" fmla="*/ 0 60000 65536"/>
              <a:gd name="T14" fmla="*/ 0 60000 65536"/>
              <a:gd name="T15" fmla="*/ 0 60000 65536"/>
              <a:gd name="T16" fmla="*/ 0 60000 65536"/>
              <a:gd name="T17" fmla="*/ 0 60000 65536"/>
              <a:gd name="T18" fmla="*/ 0 w 690"/>
              <a:gd name="T19" fmla="*/ 0 h 274"/>
              <a:gd name="T20" fmla="*/ 690 w 690"/>
              <a:gd name="T21" fmla="*/ 274 h 274"/>
            </a:gdLst>
            <a:ahLst/>
            <a:cxnLst>
              <a:cxn ang="T12">
                <a:pos x="T0" y="T1"/>
              </a:cxn>
              <a:cxn ang="T13">
                <a:pos x="T2" y="T3"/>
              </a:cxn>
              <a:cxn ang="T14">
                <a:pos x="T4" y="T5"/>
              </a:cxn>
              <a:cxn ang="T15">
                <a:pos x="T6" y="T7"/>
              </a:cxn>
              <a:cxn ang="T16">
                <a:pos x="T8" y="T9"/>
              </a:cxn>
              <a:cxn ang="T17">
                <a:pos x="T10" y="T11"/>
              </a:cxn>
            </a:cxnLst>
            <a:rect l="T18" t="T19" r="T20" b="T21"/>
            <a:pathLst>
              <a:path w="690" h="274">
                <a:moveTo>
                  <a:pt x="391" y="60"/>
                </a:moveTo>
                <a:cubicBezTo>
                  <a:pt x="297" y="52"/>
                  <a:pt x="123" y="0"/>
                  <a:pt x="73" y="30"/>
                </a:cubicBezTo>
                <a:cubicBezTo>
                  <a:pt x="23" y="60"/>
                  <a:pt x="0" y="202"/>
                  <a:pt x="88" y="238"/>
                </a:cubicBezTo>
                <a:cubicBezTo>
                  <a:pt x="176" y="274"/>
                  <a:pt x="508" y="272"/>
                  <a:pt x="599" y="245"/>
                </a:cubicBezTo>
                <a:cubicBezTo>
                  <a:pt x="690" y="218"/>
                  <a:pt x="671" y="106"/>
                  <a:pt x="636" y="75"/>
                </a:cubicBezTo>
                <a:cubicBezTo>
                  <a:pt x="601" y="44"/>
                  <a:pt x="485" y="68"/>
                  <a:pt x="391" y="60"/>
                </a:cubicBezTo>
                <a:close/>
              </a:path>
            </a:pathLst>
          </a:cu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grpSp>
        <p:nvGrpSpPr>
          <p:cNvPr id="344073" name="Group 8">
            <a:extLst>
              <a:ext uri="{FF2B5EF4-FFF2-40B4-BE49-F238E27FC236}">
                <a16:creationId xmlns:a16="http://schemas.microsoft.com/office/drawing/2014/main" id="{43712F97-07E1-86F9-2319-66A971481E7E}"/>
              </a:ext>
            </a:extLst>
          </p:cNvPr>
          <p:cNvGrpSpPr>
            <a:grpSpLocks/>
          </p:cNvGrpSpPr>
          <p:nvPr/>
        </p:nvGrpSpPr>
        <p:grpSpPr bwMode="auto">
          <a:xfrm>
            <a:off x="3632200" y="2325688"/>
            <a:ext cx="660400" cy="277812"/>
            <a:chOff x="3600" y="219"/>
            <a:chExt cx="360" cy="175"/>
          </a:xfrm>
        </p:grpSpPr>
        <p:sp>
          <p:nvSpPr>
            <p:cNvPr id="344162" name="Oval 9">
              <a:extLst>
                <a:ext uri="{FF2B5EF4-FFF2-40B4-BE49-F238E27FC236}">
                  <a16:creationId xmlns:a16="http://schemas.microsoft.com/office/drawing/2014/main" id="{E1FA44FC-A550-928C-FC7B-E96CBC04FBC6}"/>
                </a:ext>
              </a:extLst>
            </p:cNvPr>
            <p:cNvSpPr>
              <a:spLocks noChangeArrowheads="1"/>
            </p:cNvSpPr>
            <p:nvPr/>
          </p:nvSpPr>
          <p:spPr bwMode="auto">
            <a:xfrm>
              <a:off x="3603" y="297"/>
              <a:ext cx="357" cy="97"/>
            </a:xfrm>
            <a:prstGeom prst="ellipse">
              <a:avLst/>
            </a:prstGeom>
            <a:solidFill>
              <a:schemeClr val="hlink"/>
            </a:solidFill>
            <a:ln w="12700">
              <a:solidFill>
                <a:schemeClr val="tx1"/>
              </a:solidFill>
              <a:round/>
              <a:headEnd/>
              <a:tailEnd/>
            </a:ln>
          </p:spPr>
          <p:txBody>
            <a:bodyPr wrap="none" anchor="ct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panose="020B0604020202020204" pitchFamily="34" charset="0"/>
              </a:endParaRPr>
            </a:p>
          </p:txBody>
        </p:sp>
        <p:sp>
          <p:nvSpPr>
            <p:cNvPr id="344163" name="Line 10">
              <a:extLst>
                <a:ext uri="{FF2B5EF4-FFF2-40B4-BE49-F238E27FC236}">
                  <a16:creationId xmlns:a16="http://schemas.microsoft.com/office/drawing/2014/main" id="{50EE28E8-1604-709D-5E90-6E8FC4288437}"/>
                </a:ext>
              </a:extLst>
            </p:cNvPr>
            <p:cNvSpPr>
              <a:spLocks noChangeShapeType="1"/>
            </p:cNvSpPr>
            <p:nvPr/>
          </p:nvSpPr>
          <p:spPr bwMode="auto">
            <a:xfrm>
              <a:off x="3603" y="289"/>
              <a:ext cx="0" cy="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sp>
          <p:nvSpPr>
            <p:cNvPr id="344164" name="Line 11">
              <a:extLst>
                <a:ext uri="{FF2B5EF4-FFF2-40B4-BE49-F238E27FC236}">
                  <a16:creationId xmlns:a16="http://schemas.microsoft.com/office/drawing/2014/main" id="{A8BBE5F4-013D-B116-24B7-7F39DA6EEF1B}"/>
                </a:ext>
              </a:extLst>
            </p:cNvPr>
            <p:cNvSpPr>
              <a:spLocks noChangeShapeType="1"/>
            </p:cNvSpPr>
            <p:nvPr/>
          </p:nvSpPr>
          <p:spPr bwMode="auto">
            <a:xfrm>
              <a:off x="3960" y="289"/>
              <a:ext cx="0" cy="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sp>
          <p:nvSpPr>
            <p:cNvPr id="344165" name="Rectangle 12">
              <a:extLst>
                <a:ext uri="{FF2B5EF4-FFF2-40B4-BE49-F238E27FC236}">
                  <a16:creationId xmlns:a16="http://schemas.microsoft.com/office/drawing/2014/main" id="{2E57FECA-14CF-3D81-2A87-34687376ACD1}"/>
                </a:ext>
              </a:extLst>
            </p:cNvPr>
            <p:cNvSpPr>
              <a:spLocks noChangeArrowheads="1"/>
            </p:cNvSpPr>
            <p:nvPr/>
          </p:nvSpPr>
          <p:spPr bwMode="auto">
            <a:xfrm>
              <a:off x="3603" y="289"/>
              <a:ext cx="354" cy="59"/>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zh-CN" altLang="en-US" sz="24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Arial" panose="020B0604020202020204" pitchFamily="34" charset="0"/>
              </a:endParaRPr>
            </a:p>
          </p:txBody>
        </p:sp>
        <p:sp>
          <p:nvSpPr>
            <p:cNvPr id="344166" name="Oval 13">
              <a:extLst>
                <a:ext uri="{FF2B5EF4-FFF2-40B4-BE49-F238E27FC236}">
                  <a16:creationId xmlns:a16="http://schemas.microsoft.com/office/drawing/2014/main" id="{767D33EA-B9B3-DA3D-CF21-7380F4F100AD}"/>
                </a:ext>
              </a:extLst>
            </p:cNvPr>
            <p:cNvSpPr>
              <a:spLocks noChangeArrowheads="1"/>
            </p:cNvSpPr>
            <p:nvPr/>
          </p:nvSpPr>
          <p:spPr bwMode="auto">
            <a:xfrm>
              <a:off x="3600" y="219"/>
              <a:ext cx="357" cy="113"/>
            </a:xfrm>
            <a:prstGeom prst="ellipse">
              <a:avLst/>
            </a:prstGeom>
            <a:solidFill>
              <a:schemeClr val="hlink"/>
            </a:solidFill>
            <a:ln w="12700">
              <a:solidFill>
                <a:schemeClr val="tx1"/>
              </a:solidFill>
              <a:round/>
              <a:headEnd/>
              <a:tailEnd/>
            </a:ln>
          </p:spPr>
          <p:txBody>
            <a:bodyPr wrap="none" anchor="ct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panose="020B0604020202020204" pitchFamily="34" charset="0"/>
              </a:endParaRPr>
            </a:p>
          </p:txBody>
        </p:sp>
        <p:grpSp>
          <p:nvGrpSpPr>
            <p:cNvPr id="344167" name="Group 14">
              <a:extLst>
                <a:ext uri="{FF2B5EF4-FFF2-40B4-BE49-F238E27FC236}">
                  <a16:creationId xmlns:a16="http://schemas.microsoft.com/office/drawing/2014/main" id="{47BDE2B0-B458-A685-6CA2-41AD3C72FDBE}"/>
                </a:ext>
              </a:extLst>
            </p:cNvPr>
            <p:cNvGrpSpPr>
              <a:grpSpLocks/>
            </p:cNvGrpSpPr>
            <p:nvPr/>
          </p:nvGrpSpPr>
          <p:grpSpPr bwMode="auto">
            <a:xfrm>
              <a:off x="3686" y="244"/>
              <a:ext cx="177" cy="66"/>
              <a:chOff x="2848" y="848"/>
              <a:chExt cx="140" cy="98"/>
            </a:xfrm>
          </p:grpSpPr>
          <p:sp>
            <p:nvSpPr>
              <p:cNvPr id="344172" name="Line 15">
                <a:extLst>
                  <a:ext uri="{FF2B5EF4-FFF2-40B4-BE49-F238E27FC236}">
                    <a16:creationId xmlns:a16="http://schemas.microsoft.com/office/drawing/2014/main" id="{70C4BBFE-3745-5FFE-6A35-E44DB070CDCF}"/>
                  </a:ext>
                </a:extLst>
              </p:cNvPr>
              <p:cNvSpPr>
                <a:spLocks noChangeShapeType="1"/>
              </p:cNvSpPr>
              <p:nvPr/>
            </p:nvSpPr>
            <p:spPr bwMode="auto">
              <a:xfrm flipV="1">
                <a:off x="2848" y="848"/>
                <a:ext cx="50" cy="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sp>
            <p:nvSpPr>
              <p:cNvPr id="344173" name="Line 16">
                <a:extLst>
                  <a:ext uri="{FF2B5EF4-FFF2-40B4-BE49-F238E27FC236}">
                    <a16:creationId xmlns:a16="http://schemas.microsoft.com/office/drawing/2014/main" id="{BEAAEF18-2701-86BF-06D4-5204A84DBF33}"/>
                  </a:ext>
                </a:extLst>
              </p:cNvPr>
              <p:cNvSpPr>
                <a:spLocks noChangeShapeType="1"/>
              </p:cNvSpPr>
              <p:nvPr/>
            </p:nvSpPr>
            <p:spPr bwMode="auto">
              <a:xfrm>
                <a:off x="2944" y="946"/>
                <a:ext cx="44"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sp>
            <p:nvSpPr>
              <p:cNvPr id="344174" name="Line 17">
                <a:extLst>
                  <a:ext uri="{FF2B5EF4-FFF2-40B4-BE49-F238E27FC236}">
                    <a16:creationId xmlns:a16="http://schemas.microsoft.com/office/drawing/2014/main" id="{04A2A7B6-0DCC-5D54-A608-EFD4BB4BB257}"/>
                  </a:ext>
                </a:extLst>
              </p:cNvPr>
              <p:cNvSpPr>
                <a:spLocks noChangeShapeType="1"/>
              </p:cNvSpPr>
              <p:nvPr/>
            </p:nvSpPr>
            <p:spPr bwMode="auto">
              <a:xfrm>
                <a:off x="2894" y="850"/>
                <a:ext cx="52" cy="9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grpSp>
        <p:grpSp>
          <p:nvGrpSpPr>
            <p:cNvPr id="344168" name="Group 18">
              <a:extLst>
                <a:ext uri="{FF2B5EF4-FFF2-40B4-BE49-F238E27FC236}">
                  <a16:creationId xmlns:a16="http://schemas.microsoft.com/office/drawing/2014/main" id="{27DCF2BA-29E8-2B00-D4DC-C2E85A387E4C}"/>
                </a:ext>
              </a:extLst>
            </p:cNvPr>
            <p:cNvGrpSpPr>
              <a:grpSpLocks/>
            </p:cNvGrpSpPr>
            <p:nvPr/>
          </p:nvGrpSpPr>
          <p:grpSpPr bwMode="auto">
            <a:xfrm flipV="1">
              <a:off x="3686" y="243"/>
              <a:ext cx="177" cy="66"/>
              <a:chOff x="2848" y="848"/>
              <a:chExt cx="140" cy="98"/>
            </a:xfrm>
          </p:grpSpPr>
          <p:sp>
            <p:nvSpPr>
              <p:cNvPr id="344169" name="Line 19">
                <a:extLst>
                  <a:ext uri="{FF2B5EF4-FFF2-40B4-BE49-F238E27FC236}">
                    <a16:creationId xmlns:a16="http://schemas.microsoft.com/office/drawing/2014/main" id="{EACE686A-8F7C-7B08-F5C5-55380D17B1E4}"/>
                  </a:ext>
                </a:extLst>
              </p:cNvPr>
              <p:cNvSpPr>
                <a:spLocks noChangeShapeType="1"/>
              </p:cNvSpPr>
              <p:nvPr/>
            </p:nvSpPr>
            <p:spPr bwMode="auto">
              <a:xfrm flipV="1">
                <a:off x="2848" y="848"/>
                <a:ext cx="50" cy="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sp>
            <p:nvSpPr>
              <p:cNvPr id="344170" name="Line 20">
                <a:extLst>
                  <a:ext uri="{FF2B5EF4-FFF2-40B4-BE49-F238E27FC236}">
                    <a16:creationId xmlns:a16="http://schemas.microsoft.com/office/drawing/2014/main" id="{9A76F730-7E84-2BEB-4516-BF99C03DA64C}"/>
                  </a:ext>
                </a:extLst>
              </p:cNvPr>
              <p:cNvSpPr>
                <a:spLocks noChangeShapeType="1"/>
              </p:cNvSpPr>
              <p:nvPr/>
            </p:nvSpPr>
            <p:spPr bwMode="auto">
              <a:xfrm>
                <a:off x="2944" y="946"/>
                <a:ext cx="44"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sp>
            <p:nvSpPr>
              <p:cNvPr id="344171" name="Line 21">
                <a:extLst>
                  <a:ext uri="{FF2B5EF4-FFF2-40B4-BE49-F238E27FC236}">
                    <a16:creationId xmlns:a16="http://schemas.microsoft.com/office/drawing/2014/main" id="{4F4FDC8F-9C23-7DA6-C0E9-B723C2E0A1DB}"/>
                  </a:ext>
                </a:extLst>
              </p:cNvPr>
              <p:cNvSpPr>
                <a:spLocks noChangeShapeType="1"/>
              </p:cNvSpPr>
              <p:nvPr/>
            </p:nvSpPr>
            <p:spPr bwMode="auto">
              <a:xfrm>
                <a:off x="2894" y="850"/>
                <a:ext cx="52" cy="9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grpSp>
      </p:grpSp>
      <p:grpSp>
        <p:nvGrpSpPr>
          <p:cNvPr id="344074" name="Group 22">
            <a:extLst>
              <a:ext uri="{FF2B5EF4-FFF2-40B4-BE49-F238E27FC236}">
                <a16:creationId xmlns:a16="http://schemas.microsoft.com/office/drawing/2014/main" id="{4753D308-2839-7934-D388-19789034B992}"/>
              </a:ext>
            </a:extLst>
          </p:cNvPr>
          <p:cNvGrpSpPr>
            <a:grpSpLocks/>
          </p:cNvGrpSpPr>
          <p:nvPr/>
        </p:nvGrpSpPr>
        <p:grpSpPr bwMode="auto">
          <a:xfrm>
            <a:off x="3619500" y="3030538"/>
            <a:ext cx="657225" cy="277812"/>
            <a:chOff x="3600" y="219"/>
            <a:chExt cx="360" cy="175"/>
          </a:xfrm>
        </p:grpSpPr>
        <p:sp>
          <p:nvSpPr>
            <p:cNvPr id="344149" name="Oval 23">
              <a:extLst>
                <a:ext uri="{FF2B5EF4-FFF2-40B4-BE49-F238E27FC236}">
                  <a16:creationId xmlns:a16="http://schemas.microsoft.com/office/drawing/2014/main" id="{440A9314-4A5D-C785-56AE-E76B267899F6}"/>
                </a:ext>
              </a:extLst>
            </p:cNvPr>
            <p:cNvSpPr>
              <a:spLocks noChangeArrowheads="1"/>
            </p:cNvSpPr>
            <p:nvPr/>
          </p:nvSpPr>
          <p:spPr bwMode="auto">
            <a:xfrm>
              <a:off x="3603" y="297"/>
              <a:ext cx="357" cy="97"/>
            </a:xfrm>
            <a:prstGeom prst="ellipse">
              <a:avLst/>
            </a:prstGeom>
            <a:solidFill>
              <a:schemeClr val="hlink"/>
            </a:solidFill>
            <a:ln w="12700">
              <a:solidFill>
                <a:schemeClr val="tx1"/>
              </a:solidFill>
              <a:round/>
              <a:headEnd/>
              <a:tailEnd/>
            </a:ln>
          </p:spPr>
          <p:txBody>
            <a:bodyPr wrap="none" anchor="ct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panose="020B0604020202020204" pitchFamily="34" charset="0"/>
              </a:endParaRPr>
            </a:p>
          </p:txBody>
        </p:sp>
        <p:sp>
          <p:nvSpPr>
            <p:cNvPr id="344150" name="Line 24">
              <a:extLst>
                <a:ext uri="{FF2B5EF4-FFF2-40B4-BE49-F238E27FC236}">
                  <a16:creationId xmlns:a16="http://schemas.microsoft.com/office/drawing/2014/main" id="{414F1E17-BD12-1FD8-D970-76ACFE0128E0}"/>
                </a:ext>
              </a:extLst>
            </p:cNvPr>
            <p:cNvSpPr>
              <a:spLocks noChangeShapeType="1"/>
            </p:cNvSpPr>
            <p:nvPr/>
          </p:nvSpPr>
          <p:spPr bwMode="auto">
            <a:xfrm>
              <a:off x="3603" y="289"/>
              <a:ext cx="0" cy="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sp>
          <p:nvSpPr>
            <p:cNvPr id="344151" name="Line 25">
              <a:extLst>
                <a:ext uri="{FF2B5EF4-FFF2-40B4-BE49-F238E27FC236}">
                  <a16:creationId xmlns:a16="http://schemas.microsoft.com/office/drawing/2014/main" id="{098CC928-934D-B60D-3B3B-6DAF36D56103}"/>
                </a:ext>
              </a:extLst>
            </p:cNvPr>
            <p:cNvSpPr>
              <a:spLocks noChangeShapeType="1"/>
            </p:cNvSpPr>
            <p:nvPr/>
          </p:nvSpPr>
          <p:spPr bwMode="auto">
            <a:xfrm>
              <a:off x="3960" y="289"/>
              <a:ext cx="0" cy="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sp>
          <p:nvSpPr>
            <p:cNvPr id="344152" name="Rectangle 26">
              <a:extLst>
                <a:ext uri="{FF2B5EF4-FFF2-40B4-BE49-F238E27FC236}">
                  <a16:creationId xmlns:a16="http://schemas.microsoft.com/office/drawing/2014/main" id="{1A913E72-654B-6749-863E-FADAA240B06A}"/>
                </a:ext>
              </a:extLst>
            </p:cNvPr>
            <p:cNvSpPr>
              <a:spLocks noChangeArrowheads="1"/>
            </p:cNvSpPr>
            <p:nvPr/>
          </p:nvSpPr>
          <p:spPr bwMode="auto">
            <a:xfrm>
              <a:off x="3603" y="289"/>
              <a:ext cx="354" cy="59"/>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zh-CN" altLang="en-US" sz="24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Arial" panose="020B0604020202020204" pitchFamily="34" charset="0"/>
              </a:endParaRPr>
            </a:p>
          </p:txBody>
        </p:sp>
        <p:sp>
          <p:nvSpPr>
            <p:cNvPr id="344153" name="Oval 27">
              <a:extLst>
                <a:ext uri="{FF2B5EF4-FFF2-40B4-BE49-F238E27FC236}">
                  <a16:creationId xmlns:a16="http://schemas.microsoft.com/office/drawing/2014/main" id="{018C8AA5-9CA9-8697-FFA3-1D56A0AC7435}"/>
                </a:ext>
              </a:extLst>
            </p:cNvPr>
            <p:cNvSpPr>
              <a:spLocks noChangeArrowheads="1"/>
            </p:cNvSpPr>
            <p:nvPr/>
          </p:nvSpPr>
          <p:spPr bwMode="auto">
            <a:xfrm>
              <a:off x="3600" y="219"/>
              <a:ext cx="357" cy="113"/>
            </a:xfrm>
            <a:prstGeom prst="ellipse">
              <a:avLst/>
            </a:prstGeom>
            <a:solidFill>
              <a:schemeClr val="hlink"/>
            </a:solidFill>
            <a:ln w="12700">
              <a:solidFill>
                <a:schemeClr val="tx1"/>
              </a:solidFill>
              <a:round/>
              <a:headEnd/>
              <a:tailEnd/>
            </a:ln>
          </p:spPr>
          <p:txBody>
            <a:bodyPr wrap="none" anchor="ct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panose="020B0604020202020204" pitchFamily="34" charset="0"/>
              </a:endParaRPr>
            </a:p>
          </p:txBody>
        </p:sp>
        <p:grpSp>
          <p:nvGrpSpPr>
            <p:cNvPr id="344154" name="Group 28">
              <a:extLst>
                <a:ext uri="{FF2B5EF4-FFF2-40B4-BE49-F238E27FC236}">
                  <a16:creationId xmlns:a16="http://schemas.microsoft.com/office/drawing/2014/main" id="{6E1B7758-A930-F7E9-986E-1E6FC610AF55}"/>
                </a:ext>
              </a:extLst>
            </p:cNvPr>
            <p:cNvGrpSpPr>
              <a:grpSpLocks/>
            </p:cNvGrpSpPr>
            <p:nvPr/>
          </p:nvGrpSpPr>
          <p:grpSpPr bwMode="auto">
            <a:xfrm>
              <a:off x="3686" y="244"/>
              <a:ext cx="177" cy="66"/>
              <a:chOff x="2848" y="848"/>
              <a:chExt cx="140" cy="98"/>
            </a:xfrm>
          </p:grpSpPr>
          <p:sp>
            <p:nvSpPr>
              <p:cNvPr id="344159" name="Line 29">
                <a:extLst>
                  <a:ext uri="{FF2B5EF4-FFF2-40B4-BE49-F238E27FC236}">
                    <a16:creationId xmlns:a16="http://schemas.microsoft.com/office/drawing/2014/main" id="{AA913BD6-A40A-98F6-0442-E9A7F06C47DC}"/>
                  </a:ext>
                </a:extLst>
              </p:cNvPr>
              <p:cNvSpPr>
                <a:spLocks noChangeShapeType="1"/>
              </p:cNvSpPr>
              <p:nvPr/>
            </p:nvSpPr>
            <p:spPr bwMode="auto">
              <a:xfrm flipV="1">
                <a:off x="2848" y="848"/>
                <a:ext cx="50" cy="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sp>
            <p:nvSpPr>
              <p:cNvPr id="344160" name="Line 30">
                <a:extLst>
                  <a:ext uri="{FF2B5EF4-FFF2-40B4-BE49-F238E27FC236}">
                    <a16:creationId xmlns:a16="http://schemas.microsoft.com/office/drawing/2014/main" id="{536A41EE-54AE-4CF3-9A49-C558B6ED3E5F}"/>
                  </a:ext>
                </a:extLst>
              </p:cNvPr>
              <p:cNvSpPr>
                <a:spLocks noChangeShapeType="1"/>
              </p:cNvSpPr>
              <p:nvPr/>
            </p:nvSpPr>
            <p:spPr bwMode="auto">
              <a:xfrm>
                <a:off x="2944" y="946"/>
                <a:ext cx="44"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sp>
            <p:nvSpPr>
              <p:cNvPr id="344161" name="Line 31">
                <a:extLst>
                  <a:ext uri="{FF2B5EF4-FFF2-40B4-BE49-F238E27FC236}">
                    <a16:creationId xmlns:a16="http://schemas.microsoft.com/office/drawing/2014/main" id="{0A62EBF1-09B1-A755-CBCB-2B521A8E7CA3}"/>
                  </a:ext>
                </a:extLst>
              </p:cNvPr>
              <p:cNvSpPr>
                <a:spLocks noChangeShapeType="1"/>
              </p:cNvSpPr>
              <p:nvPr/>
            </p:nvSpPr>
            <p:spPr bwMode="auto">
              <a:xfrm>
                <a:off x="2894" y="850"/>
                <a:ext cx="52" cy="9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grpSp>
        <p:grpSp>
          <p:nvGrpSpPr>
            <p:cNvPr id="344155" name="Group 32">
              <a:extLst>
                <a:ext uri="{FF2B5EF4-FFF2-40B4-BE49-F238E27FC236}">
                  <a16:creationId xmlns:a16="http://schemas.microsoft.com/office/drawing/2014/main" id="{ABDC03E8-B640-7447-D303-BB9D1F385C0A}"/>
                </a:ext>
              </a:extLst>
            </p:cNvPr>
            <p:cNvGrpSpPr>
              <a:grpSpLocks/>
            </p:cNvGrpSpPr>
            <p:nvPr/>
          </p:nvGrpSpPr>
          <p:grpSpPr bwMode="auto">
            <a:xfrm flipV="1">
              <a:off x="3686" y="243"/>
              <a:ext cx="177" cy="66"/>
              <a:chOff x="2848" y="848"/>
              <a:chExt cx="140" cy="98"/>
            </a:xfrm>
          </p:grpSpPr>
          <p:sp>
            <p:nvSpPr>
              <p:cNvPr id="344156" name="Line 33">
                <a:extLst>
                  <a:ext uri="{FF2B5EF4-FFF2-40B4-BE49-F238E27FC236}">
                    <a16:creationId xmlns:a16="http://schemas.microsoft.com/office/drawing/2014/main" id="{73C9EC3A-1E6D-85F6-F4FE-321F1634187F}"/>
                  </a:ext>
                </a:extLst>
              </p:cNvPr>
              <p:cNvSpPr>
                <a:spLocks noChangeShapeType="1"/>
              </p:cNvSpPr>
              <p:nvPr/>
            </p:nvSpPr>
            <p:spPr bwMode="auto">
              <a:xfrm flipV="1">
                <a:off x="2848" y="848"/>
                <a:ext cx="50" cy="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sp>
            <p:nvSpPr>
              <p:cNvPr id="344157" name="Line 34">
                <a:extLst>
                  <a:ext uri="{FF2B5EF4-FFF2-40B4-BE49-F238E27FC236}">
                    <a16:creationId xmlns:a16="http://schemas.microsoft.com/office/drawing/2014/main" id="{50A9265E-0EF9-F968-5AB4-F7CF69BBAD90}"/>
                  </a:ext>
                </a:extLst>
              </p:cNvPr>
              <p:cNvSpPr>
                <a:spLocks noChangeShapeType="1"/>
              </p:cNvSpPr>
              <p:nvPr/>
            </p:nvSpPr>
            <p:spPr bwMode="auto">
              <a:xfrm>
                <a:off x="2944" y="946"/>
                <a:ext cx="44"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sp>
            <p:nvSpPr>
              <p:cNvPr id="344158" name="Line 35">
                <a:extLst>
                  <a:ext uri="{FF2B5EF4-FFF2-40B4-BE49-F238E27FC236}">
                    <a16:creationId xmlns:a16="http://schemas.microsoft.com/office/drawing/2014/main" id="{F96F545B-B87A-DA23-DCB2-C42EE9CA3A54}"/>
                  </a:ext>
                </a:extLst>
              </p:cNvPr>
              <p:cNvSpPr>
                <a:spLocks noChangeShapeType="1"/>
              </p:cNvSpPr>
              <p:nvPr/>
            </p:nvSpPr>
            <p:spPr bwMode="auto">
              <a:xfrm>
                <a:off x="2894" y="850"/>
                <a:ext cx="52" cy="9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grpSp>
      </p:grpSp>
      <p:sp>
        <p:nvSpPr>
          <p:cNvPr id="344075" name="Freeform 36">
            <a:extLst>
              <a:ext uri="{FF2B5EF4-FFF2-40B4-BE49-F238E27FC236}">
                <a16:creationId xmlns:a16="http://schemas.microsoft.com/office/drawing/2014/main" id="{F12FB6FA-8824-A404-3BC6-67B7F60DAEE9}"/>
              </a:ext>
            </a:extLst>
          </p:cNvPr>
          <p:cNvSpPr>
            <a:spLocks/>
          </p:cNvSpPr>
          <p:nvPr/>
        </p:nvSpPr>
        <p:spPr bwMode="auto">
          <a:xfrm>
            <a:off x="4322763" y="2486025"/>
            <a:ext cx="1243012" cy="1588"/>
          </a:xfrm>
          <a:custGeom>
            <a:avLst/>
            <a:gdLst>
              <a:gd name="T0" fmla="*/ 0 w 805"/>
              <a:gd name="T1" fmla="*/ 0 h 1"/>
              <a:gd name="T2" fmla="*/ 2147483646 w 805"/>
              <a:gd name="T3" fmla="*/ 2147483646 h 1"/>
              <a:gd name="T4" fmla="*/ 0 60000 65536"/>
              <a:gd name="T5" fmla="*/ 0 60000 65536"/>
              <a:gd name="T6" fmla="*/ 0 w 805"/>
              <a:gd name="T7" fmla="*/ 0 h 1"/>
              <a:gd name="T8" fmla="*/ 805 w 805"/>
              <a:gd name="T9" fmla="*/ 1 h 1"/>
            </a:gdLst>
            <a:ahLst/>
            <a:cxnLst>
              <a:cxn ang="T4">
                <a:pos x="T0" y="T1"/>
              </a:cxn>
              <a:cxn ang="T5">
                <a:pos x="T2" y="T3"/>
              </a:cxn>
            </a:cxnLst>
            <a:rect l="T6" t="T7" r="T8" b="T9"/>
            <a:pathLst>
              <a:path w="805" h="1">
                <a:moveTo>
                  <a:pt x="0" y="0"/>
                </a:moveTo>
                <a:lnTo>
                  <a:pt x="805" y="1"/>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grpSp>
        <p:nvGrpSpPr>
          <p:cNvPr id="344076" name="Group 37">
            <a:extLst>
              <a:ext uri="{FF2B5EF4-FFF2-40B4-BE49-F238E27FC236}">
                <a16:creationId xmlns:a16="http://schemas.microsoft.com/office/drawing/2014/main" id="{6DD0D72D-48ED-1AE2-9954-8A8FC0607DCA}"/>
              </a:ext>
            </a:extLst>
          </p:cNvPr>
          <p:cNvGrpSpPr>
            <a:grpSpLocks/>
          </p:cNvGrpSpPr>
          <p:nvPr/>
        </p:nvGrpSpPr>
        <p:grpSpPr bwMode="auto">
          <a:xfrm>
            <a:off x="5427663" y="2325688"/>
            <a:ext cx="660400" cy="277812"/>
            <a:chOff x="3600" y="219"/>
            <a:chExt cx="360" cy="175"/>
          </a:xfrm>
        </p:grpSpPr>
        <p:sp>
          <p:nvSpPr>
            <p:cNvPr id="344136" name="Oval 38">
              <a:extLst>
                <a:ext uri="{FF2B5EF4-FFF2-40B4-BE49-F238E27FC236}">
                  <a16:creationId xmlns:a16="http://schemas.microsoft.com/office/drawing/2014/main" id="{04E38EA0-9FA7-0585-C632-26BE6550F457}"/>
                </a:ext>
              </a:extLst>
            </p:cNvPr>
            <p:cNvSpPr>
              <a:spLocks noChangeArrowheads="1"/>
            </p:cNvSpPr>
            <p:nvPr/>
          </p:nvSpPr>
          <p:spPr bwMode="auto">
            <a:xfrm>
              <a:off x="3603" y="297"/>
              <a:ext cx="357" cy="97"/>
            </a:xfrm>
            <a:prstGeom prst="ellipse">
              <a:avLst/>
            </a:prstGeom>
            <a:solidFill>
              <a:schemeClr val="hlink"/>
            </a:solidFill>
            <a:ln w="12700">
              <a:solidFill>
                <a:schemeClr val="tx1"/>
              </a:solidFill>
              <a:round/>
              <a:headEnd/>
              <a:tailEnd/>
            </a:ln>
          </p:spPr>
          <p:txBody>
            <a:bodyPr wrap="none" anchor="ct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panose="020B0604020202020204" pitchFamily="34" charset="0"/>
              </a:endParaRPr>
            </a:p>
          </p:txBody>
        </p:sp>
        <p:sp>
          <p:nvSpPr>
            <p:cNvPr id="344137" name="Line 39">
              <a:extLst>
                <a:ext uri="{FF2B5EF4-FFF2-40B4-BE49-F238E27FC236}">
                  <a16:creationId xmlns:a16="http://schemas.microsoft.com/office/drawing/2014/main" id="{C58E2AE5-E91A-F782-5410-18355D8E2A02}"/>
                </a:ext>
              </a:extLst>
            </p:cNvPr>
            <p:cNvSpPr>
              <a:spLocks noChangeShapeType="1"/>
            </p:cNvSpPr>
            <p:nvPr/>
          </p:nvSpPr>
          <p:spPr bwMode="auto">
            <a:xfrm>
              <a:off x="3603" y="289"/>
              <a:ext cx="0" cy="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sp>
          <p:nvSpPr>
            <p:cNvPr id="344138" name="Line 40">
              <a:extLst>
                <a:ext uri="{FF2B5EF4-FFF2-40B4-BE49-F238E27FC236}">
                  <a16:creationId xmlns:a16="http://schemas.microsoft.com/office/drawing/2014/main" id="{67F76FDB-B74D-C796-0511-F3226C2B21E5}"/>
                </a:ext>
              </a:extLst>
            </p:cNvPr>
            <p:cNvSpPr>
              <a:spLocks noChangeShapeType="1"/>
            </p:cNvSpPr>
            <p:nvPr/>
          </p:nvSpPr>
          <p:spPr bwMode="auto">
            <a:xfrm>
              <a:off x="3960" y="289"/>
              <a:ext cx="0" cy="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sp>
          <p:nvSpPr>
            <p:cNvPr id="344139" name="Rectangle 41">
              <a:extLst>
                <a:ext uri="{FF2B5EF4-FFF2-40B4-BE49-F238E27FC236}">
                  <a16:creationId xmlns:a16="http://schemas.microsoft.com/office/drawing/2014/main" id="{5DD109CF-154F-74E4-BFB0-5CEF58C68107}"/>
                </a:ext>
              </a:extLst>
            </p:cNvPr>
            <p:cNvSpPr>
              <a:spLocks noChangeArrowheads="1"/>
            </p:cNvSpPr>
            <p:nvPr/>
          </p:nvSpPr>
          <p:spPr bwMode="auto">
            <a:xfrm>
              <a:off x="3603" y="289"/>
              <a:ext cx="354" cy="59"/>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zh-CN" altLang="en-US" sz="24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Arial" panose="020B0604020202020204" pitchFamily="34" charset="0"/>
              </a:endParaRPr>
            </a:p>
          </p:txBody>
        </p:sp>
        <p:sp>
          <p:nvSpPr>
            <p:cNvPr id="344140" name="Oval 42">
              <a:extLst>
                <a:ext uri="{FF2B5EF4-FFF2-40B4-BE49-F238E27FC236}">
                  <a16:creationId xmlns:a16="http://schemas.microsoft.com/office/drawing/2014/main" id="{DFDDA1C0-396A-C636-2892-1189A54EB364}"/>
                </a:ext>
              </a:extLst>
            </p:cNvPr>
            <p:cNvSpPr>
              <a:spLocks noChangeArrowheads="1"/>
            </p:cNvSpPr>
            <p:nvPr/>
          </p:nvSpPr>
          <p:spPr bwMode="auto">
            <a:xfrm>
              <a:off x="3600" y="219"/>
              <a:ext cx="357" cy="113"/>
            </a:xfrm>
            <a:prstGeom prst="ellipse">
              <a:avLst/>
            </a:prstGeom>
            <a:solidFill>
              <a:schemeClr val="hlink"/>
            </a:solidFill>
            <a:ln w="12700">
              <a:solidFill>
                <a:schemeClr val="tx1"/>
              </a:solidFill>
              <a:round/>
              <a:headEnd/>
              <a:tailEnd/>
            </a:ln>
          </p:spPr>
          <p:txBody>
            <a:bodyPr wrap="none" anchor="ct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panose="020B0604020202020204" pitchFamily="34" charset="0"/>
              </a:endParaRPr>
            </a:p>
          </p:txBody>
        </p:sp>
        <p:grpSp>
          <p:nvGrpSpPr>
            <p:cNvPr id="344141" name="Group 43">
              <a:extLst>
                <a:ext uri="{FF2B5EF4-FFF2-40B4-BE49-F238E27FC236}">
                  <a16:creationId xmlns:a16="http://schemas.microsoft.com/office/drawing/2014/main" id="{F7FFAF7E-351F-91FF-2C55-13E249D36058}"/>
                </a:ext>
              </a:extLst>
            </p:cNvPr>
            <p:cNvGrpSpPr>
              <a:grpSpLocks/>
            </p:cNvGrpSpPr>
            <p:nvPr/>
          </p:nvGrpSpPr>
          <p:grpSpPr bwMode="auto">
            <a:xfrm>
              <a:off x="3686" y="244"/>
              <a:ext cx="177" cy="66"/>
              <a:chOff x="2848" y="848"/>
              <a:chExt cx="140" cy="98"/>
            </a:xfrm>
          </p:grpSpPr>
          <p:sp>
            <p:nvSpPr>
              <p:cNvPr id="344146" name="Line 44">
                <a:extLst>
                  <a:ext uri="{FF2B5EF4-FFF2-40B4-BE49-F238E27FC236}">
                    <a16:creationId xmlns:a16="http://schemas.microsoft.com/office/drawing/2014/main" id="{1A057D53-364A-49F8-DEAE-2BAD94BA8769}"/>
                  </a:ext>
                </a:extLst>
              </p:cNvPr>
              <p:cNvSpPr>
                <a:spLocks noChangeShapeType="1"/>
              </p:cNvSpPr>
              <p:nvPr/>
            </p:nvSpPr>
            <p:spPr bwMode="auto">
              <a:xfrm flipV="1">
                <a:off x="2848" y="848"/>
                <a:ext cx="50" cy="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sp>
            <p:nvSpPr>
              <p:cNvPr id="344147" name="Line 45">
                <a:extLst>
                  <a:ext uri="{FF2B5EF4-FFF2-40B4-BE49-F238E27FC236}">
                    <a16:creationId xmlns:a16="http://schemas.microsoft.com/office/drawing/2014/main" id="{8DA33213-6106-331A-3C75-12F4967902FB}"/>
                  </a:ext>
                </a:extLst>
              </p:cNvPr>
              <p:cNvSpPr>
                <a:spLocks noChangeShapeType="1"/>
              </p:cNvSpPr>
              <p:nvPr/>
            </p:nvSpPr>
            <p:spPr bwMode="auto">
              <a:xfrm>
                <a:off x="2944" y="946"/>
                <a:ext cx="44"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sp>
            <p:nvSpPr>
              <p:cNvPr id="344148" name="Line 46">
                <a:extLst>
                  <a:ext uri="{FF2B5EF4-FFF2-40B4-BE49-F238E27FC236}">
                    <a16:creationId xmlns:a16="http://schemas.microsoft.com/office/drawing/2014/main" id="{9B8F8C69-4605-C364-E8B6-7DF0016CB929}"/>
                  </a:ext>
                </a:extLst>
              </p:cNvPr>
              <p:cNvSpPr>
                <a:spLocks noChangeShapeType="1"/>
              </p:cNvSpPr>
              <p:nvPr/>
            </p:nvSpPr>
            <p:spPr bwMode="auto">
              <a:xfrm>
                <a:off x="2894" y="850"/>
                <a:ext cx="52" cy="9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grpSp>
        <p:grpSp>
          <p:nvGrpSpPr>
            <p:cNvPr id="344142" name="Group 47">
              <a:extLst>
                <a:ext uri="{FF2B5EF4-FFF2-40B4-BE49-F238E27FC236}">
                  <a16:creationId xmlns:a16="http://schemas.microsoft.com/office/drawing/2014/main" id="{20BB1F7A-9CC2-4679-910F-0C34039D6A5F}"/>
                </a:ext>
              </a:extLst>
            </p:cNvPr>
            <p:cNvGrpSpPr>
              <a:grpSpLocks/>
            </p:cNvGrpSpPr>
            <p:nvPr/>
          </p:nvGrpSpPr>
          <p:grpSpPr bwMode="auto">
            <a:xfrm flipV="1">
              <a:off x="3686" y="243"/>
              <a:ext cx="177" cy="66"/>
              <a:chOff x="2848" y="848"/>
              <a:chExt cx="140" cy="98"/>
            </a:xfrm>
          </p:grpSpPr>
          <p:sp>
            <p:nvSpPr>
              <p:cNvPr id="344143" name="Line 48">
                <a:extLst>
                  <a:ext uri="{FF2B5EF4-FFF2-40B4-BE49-F238E27FC236}">
                    <a16:creationId xmlns:a16="http://schemas.microsoft.com/office/drawing/2014/main" id="{FAD5426B-D214-69E0-65AE-83F1747EC608}"/>
                  </a:ext>
                </a:extLst>
              </p:cNvPr>
              <p:cNvSpPr>
                <a:spLocks noChangeShapeType="1"/>
              </p:cNvSpPr>
              <p:nvPr/>
            </p:nvSpPr>
            <p:spPr bwMode="auto">
              <a:xfrm flipV="1">
                <a:off x="2848" y="848"/>
                <a:ext cx="50" cy="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sp>
            <p:nvSpPr>
              <p:cNvPr id="344144" name="Line 49">
                <a:extLst>
                  <a:ext uri="{FF2B5EF4-FFF2-40B4-BE49-F238E27FC236}">
                    <a16:creationId xmlns:a16="http://schemas.microsoft.com/office/drawing/2014/main" id="{BD6A694F-745A-E3CC-71E4-239AF3011B5D}"/>
                  </a:ext>
                </a:extLst>
              </p:cNvPr>
              <p:cNvSpPr>
                <a:spLocks noChangeShapeType="1"/>
              </p:cNvSpPr>
              <p:nvPr/>
            </p:nvSpPr>
            <p:spPr bwMode="auto">
              <a:xfrm>
                <a:off x="2944" y="946"/>
                <a:ext cx="44"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sp>
            <p:nvSpPr>
              <p:cNvPr id="344145" name="Line 50">
                <a:extLst>
                  <a:ext uri="{FF2B5EF4-FFF2-40B4-BE49-F238E27FC236}">
                    <a16:creationId xmlns:a16="http://schemas.microsoft.com/office/drawing/2014/main" id="{F8B557C9-450B-FE65-BB98-D6BC6B3CBC8D}"/>
                  </a:ext>
                </a:extLst>
              </p:cNvPr>
              <p:cNvSpPr>
                <a:spLocks noChangeShapeType="1"/>
              </p:cNvSpPr>
              <p:nvPr/>
            </p:nvSpPr>
            <p:spPr bwMode="auto">
              <a:xfrm>
                <a:off x="2894" y="850"/>
                <a:ext cx="52" cy="9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grpSp>
      </p:grpSp>
      <p:sp>
        <p:nvSpPr>
          <p:cNvPr id="344077" name="Freeform 51">
            <a:extLst>
              <a:ext uri="{FF2B5EF4-FFF2-40B4-BE49-F238E27FC236}">
                <a16:creationId xmlns:a16="http://schemas.microsoft.com/office/drawing/2014/main" id="{D3D2A4B3-5AC9-A773-6F94-116A4EB6B835}"/>
              </a:ext>
            </a:extLst>
          </p:cNvPr>
          <p:cNvSpPr>
            <a:spLocks/>
          </p:cNvSpPr>
          <p:nvPr/>
        </p:nvSpPr>
        <p:spPr bwMode="auto">
          <a:xfrm>
            <a:off x="631825" y="2498725"/>
            <a:ext cx="1243013" cy="0"/>
          </a:xfrm>
          <a:custGeom>
            <a:avLst/>
            <a:gdLst>
              <a:gd name="T0" fmla="*/ 0 w 805"/>
              <a:gd name="T1" fmla="*/ 0 h 1"/>
              <a:gd name="T2" fmla="*/ 2147483646 w 805"/>
              <a:gd name="T3" fmla="*/ 0 h 1"/>
              <a:gd name="T4" fmla="*/ 0 60000 65536"/>
              <a:gd name="T5" fmla="*/ 0 60000 65536"/>
              <a:gd name="T6" fmla="*/ 0 w 805"/>
              <a:gd name="T7" fmla="*/ 0 h 1"/>
              <a:gd name="T8" fmla="*/ 805 w 805"/>
              <a:gd name="T9" fmla="*/ 0 h 1"/>
            </a:gdLst>
            <a:ahLst/>
            <a:cxnLst>
              <a:cxn ang="T4">
                <a:pos x="T0" y="T1"/>
              </a:cxn>
              <a:cxn ang="T5">
                <a:pos x="T2" y="T3"/>
              </a:cxn>
            </a:cxnLst>
            <a:rect l="T6" t="T7" r="T8" b="T9"/>
            <a:pathLst>
              <a:path w="805" h="1">
                <a:moveTo>
                  <a:pt x="0" y="0"/>
                </a:moveTo>
                <a:lnTo>
                  <a:pt x="805" y="1"/>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grpSp>
        <p:nvGrpSpPr>
          <p:cNvPr id="344078" name="Group 52">
            <a:extLst>
              <a:ext uri="{FF2B5EF4-FFF2-40B4-BE49-F238E27FC236}">
                <a16:creationId xmlns:a16="http://schemas.microsoft.com/office/drawing/2014/main" id="{00F25FBC-E5D7-5548-A7EF-6DB948D82909}"/>
              </a:ext>
            </a:extLst>
          </p:cNvPr>
          <p:cNvGrpSpPr>
            <a:grpSpLocks/>
          </p:cNvGrpSpPr>
          <p:nvPr/>
        </p:nvGrpSpPr>
        <p:grpSpPr bwMode="auto">
          <a:xfrm>
            <a:off x="7624763" y="2343150"/>
            <a:ext cx="657225" cy="277813"/>
            <a:chOff x="3600" y="219"/>
            <a:chExt cx="360" cy="175"/>
          </a:xfrm>
        </p:grpSpPr>
        <p:sp>
          <p:nvSpPr>
            <p:cNvPr id="344123" name="Oval 53">
              <a:extLst>
                <a:ext uri="{FF2B5EF4-FFF2-40B4-BE49-F238E27FC236}">
                  <a16:creationId xmlns:a16="http://schemas.microsoft.com/office/drawing/2014/main" id="{0D94D8FD-256E-438E-8CD4-597A4450F840}"/>
                </a:ext>
              </a:extLst>
            </p:cNvPr>
            <p:cNvSpPr>
              <a:spLocks noChangeArrowheads="1"/>
            </p:cNvSpPr>
            <p:nvPr/>
          </p:nvSpPr>
          <p:spPr bwMode="auto">
            <a:xfrm>
              <a:off x="3603" y="297"/>
              <a:ext cx="357" cy="97"/>
            </a:xfrm>
            <a:prstGeom prst="ellipse">
              <a:avLst/>
            </a:prstGeom>
            <a:solidFill>
              <a:schemeClr val="hlink"/>
            </a:solidFill>
            <a:ln w="12700">
              <a:solidFill>
                <a:schemeClr val="tx1"/>
              </a:solidFill>
              <a:round/>
              <a:headEnd/>
              <a:tailEnd/>
            </a:ln>
          </p:spPr>
          <p:txBody>
            <a:bodyPr wrap="none" anchor="ct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panose="020B0604020202020204" pitchFamily="34" charset="0"/>
              </a:endParaRPr>
            </a:p>
          </p:txBody>
        </p:sp>
        <p:sp>
          <p:nvSpPr>
            <p:cNvPr id="344124" name="Line 54">
              <a:extLst>
                <a:ext uri="{FF2B5EF4-FFF2-40B4-BE49-F238E27FC236}">
                  <a16:creationId xmlns:a16="http://schemas.microsoft.com/office/drawing/2014/main" id="{C0E522B5-1215-CA31-5EB8-F7CE053EB706}"/>
                </a:ext>
              </a:extLst>
            </p:cNvPr>
            <p:cNvSpPr>
              <a:spLocks noChangeShapeType="1"/>
            </p:cNvSpPr>
            <p:nvPr/>
          </p:nvSpPr>
          <p:spPr bwMode="auto">
            <a:xfrm>
              <a:off x="3603" y="289"/>
              <a:ext cx="0" cy="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sp>
          <p:nvSpPr>
            <p:cNvPr id="344125" name="Line 55">
              <a:extLst>
                <a:ext uri="{FF2B5EF4-FFF2-40B4-BE49-F238E27FC236}">
                  <a16:creationId xmlns:a16="http://schemas.microsoft.com/office/drawing/2014/main" id="{5B2184E0-75DB-EAB0-58E9-23996B6D1F64}"/>
                </a:ext>
              </a:extLst>
            </p:cNvPr>
            <p:cNvSpPr>
              <a:spLocks noChangeShapeType="1"/>
            </p:cNvSpPr>
            <p:nvPr/>
          </p:nvSpPr>
          <p:spPr bwMode="auto">
            <a:xfrm>
              <a:off x="3960" y="289"/>
              <a:ext cx="0" cy="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sp>
          <p:nvSpPr>
            <p:cNvPr id="344126" name="Rectangle 56">
              <a:extLst>
                <a:ext uri="{FF2B5EF4-FFF2-40B4-BE49-F238E27FC236}">
                  <a16:creationId xmlns:a16="http://schemas.microsoft.com/office/drawing/2014/main" id="{24F035EA-EE2E-D401-6A76-70239C677530}"/>
                </a:ext>
              </a:extLst>
            </p:cNvPr>
            <p:cNvSpPr>
              <a:spLocks noChangeArrowheads="1"/>
            </p:cNvSpPr>
            <p:nvPr/>
          </p:nvSpPr>
          <p:spPr bwMode="auto">
            <a:xfrm>
              <a:off x="3603" y="289"/>
              <a:ext cx="354" cy="59"/>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zh-CN" altLang="en-US" sz="24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Arial" panose="020B0604020202020204" pitchFamily="34" charset="0"/>
              </a:endParaRPr>
            </a:p>
          </p:txBody>
        </p:sp>
        <p:sp>
          <p:nvSpPr>
            <p:cNvPr id="344127" name="Oval 57">
              <a:extLst>
                <a:ext uri="{FF2B5EF4-FFF2-40B4-BE49-F238E27FC236}">
                  <a16:creationId xmlns:a16="http://schemas.microsoft.com/office/drawing/2014/main" id="{77FDD78A-7CAC-2028-C84A-D4597E171584}"/>
                </a:ext>
              </a:extLst>
            </p:cNvPr>
            <p:cNvSpPr>
              <a:spLocks noChangeArrowheads="1"/>
            </p:cNvSpPr>
            <p:nvPr/>
          </p:nvSpPr>
          <p:spPr bwMode="auto">
            <a:xfrm>
              <a:off x="3600" y="219"/>
              <a:ext cx="357" cy="113"/>
            </a:xfrm>
            <a:prstGeom prst="ellipse">
              <a:avLst/>
            </a:prstGeom>
            <a:solidFill>
              <a:schemeClr val="hlink"/>
            </a:solidFill>
            <a:ln w="12700">
              <a:solidFill>
                <a:schemeClr val="tx1"/>
              </a:solidFill>
              <a:round/>
              <a:headEnd/>
              <a:tailEnd/>
            </a:ln>
          </p:spPr>
          <p:txBody>
            <a:bodyPr wrap="none" anchor="ct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panose="020B0604020202020204" pitchFamily="34" charset="0"/>
              </a:endParaRPr>
            </a:p>
          </p:txBody>
        </p:sp>
        <p:grpSp>
          <p:nvGrpSpPr>
            <p:cNvPr id="344128" name="Group 58">
              <a:extLst>
                <a:ext uri="{FF2B5EF4-FFF2-40B4-BE49-F238E27FC236}">
                  <a16:creationId xmlns:a16="http://schemas.microsoft.com/office/drawing/2014/main" id="{9CD97E48-1A54-6B42-F21E-99996BADA108}"/>
                </a:ext>
              </a:extLst>
            </p:cNvPr>
            <p:cNvGrpSpPr>
              <a:grpSpLocks/>
            </p:cNvGrpSpPr>
            <p:nvPr/>
          </p:nvGrpSpPr>
          <p:grpSpPr bwMode="auto">
            <a:xfrm>
              <a:off x="3686" y="244"/>
              <a:ext cx="177" cy="66"/>
              <a:chOff x="2848" y="848"/>
              <a:chExt cx="140" cy="98"/>
            </a:xfrm>
          </p:grpSpPr>
          <p:sp>
            <p:nvSpPr>
              <p:cNvPr id="344133" name="Line 59">
                <a:extLst>
                  <a:ext uri="{FF2B5EF4-FFF2-40B4-BE49-F238E27FC236}">
                    <a16:creationId xmlns:a16="http://schemas.microsoft.com/office/drawing/2014/main" id="{8DF98658-512A-C99A-DECF-08AA64A1614D}"/>
                  </a:ext>
                </a:extLst>
              </p:cNvPr>
              <p:cNvSpPr>
                <a:spLocks noChangeShapeType="1"/>
              </p:cNvSpPr>
              <p:nvPr/>
            </p:nvSpPr>
            <p:spPr bwMode="auto">
              <a:xfrm flipV="1">
                <a:off x="2848" y="848"/>
                <a:ext cx="50" cy="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sp>
            <p:nvSpPr>
              <p:cNvPr id="344134" name="Line 60">
                <a:extLst>
                  <a:ext uri="{FF2B5EF4-FFF2-40B4-BE49-F238E27FC236}">
                    <a16:creationId xmlns:a16="http://schemas.microsoft.com/office/drawing/2014/main" id="{C2A867E1-2D39-0BD9-4EBF-BEF6B0719286}"/>
                  </a:ext>
                </a:extLst>
              </p:cNvPr>
              <p:cNvSpPr>
                <a:spLocks noChangeShapeType="1"/>
              </p:cNvSpPr>
              <p:nvPr/>
            </p:nvSpPr>
            <p:spPr bwMode="auto">
              <a:xfrm>
                <a:off x="2944" y="946"/>
                <a:ext cx="44"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sp>
            <p:nvSpPr>
              <p:cNvPr id="344135" name="Line 61">
                <a:extLst>
                  <a:ext uri="{FF2B5EF4-FFF2-40B4-BE49-F238E27FC236}">
                    <a16:creationId xmlns:a16="http://schemas.microsoft.com/office/drawing/2014/main" id="{61795A35-88B9-83BC-C53E-719B3DB6C37A}"/>
                  </a:ext>
                </a:extLst>
              </p:cNvPr>
              <p:cNvSpPr>
                <a:spLocks noChangeShapeType="1"/>
              </p:cNvSpPr>
              <p:nvPr/>
            </p:nvSpPr>
            <p:spPr bwMode="auto">
              <a:xfrm>
                <a:off x="2894" y="850"/>
                <a:ext cx="52" cy="9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grpSp>
        <p:grpSp>
          <p:nvGrpSpPr>
            <p:cNvPr id="344129" name="Group 62">
              <a:extLst>
                <a:ext uri="{FF2B5EF4-FFF2-40B4-BE49-F238E27FC236}">
                  <a16:creationId xmlns:a16="http://schemas.microsoft.com/office/drawing/2014/main" id="{7F066D40-FD07-A152-BE8F-AFE2E7198C40}"/>
                </a:ext>
              </a:extLst>
            </p:cNvPr>
            <p:cNvGrpSpPr>
              <a:grpSpLocks/>
            </p:cNvGrpSpPr>
            <p:nvPr/>
          </p:nvGrpSpPr>
          <p:grpSpPr bwMode="auto">
            <a:xfrm flipV="1">
              <a:off x="3686" y="243"/>
              <a:ext cx="177" cy="66"/>
              <a:chOff x="2848" y="848"/>
              <a:chExt cx="140" cy="98"/>
            </a:xfrm>
          </p:grpSpPr>
          <p:sp>
            <p:nvSpPr>
              <p:cNvPr id="344130" name="Line 63">
                <a:extLst>
                  <a:ext uri="{FF2B5EF4-FFF2-40B4-BE49-F238E27FC236}">
                    <a16:creationId xmlns:a16="http://schemas.microsoft.com/office/drawing/2014/main" id="{F4F6B392-BA51-08C5-C5BD-59FD4DAE6DD0}"/>
                  </a:ext>
                </a:extLst>
              </p:cNvPr>
              <p:cNvSpPr>
                <a:spLocks noChangeShapeType="1"/>
              </p:cNvSpPr>
              <p:nvPr/>
            </p:nvSpPr>
            <p:spPr bwMode="auto">
              <a:xfrm flipV="1">
                <a:off x="2848" y="848"/>
                <a:ext cx="50" cy="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sp>
            <p:nvSpPr>
              <p:cNvPr id="344131" name="Line 64">
                <a:extLst>
                  <a:ext uri="{FF2B5EF4-FFF2-40B4-BE49-F238E27FC236}">
                    <a16:creationId xmlns:a16="http://schemas.microsoft.com/office/drawing/2014/main" id="{A22AE3DC-AF56-784C-0CF8-80DD802E7744}"/>
                  </a:ext>
                </a:extLst>
              </p:cNvPr>
              <p:cNvSpPr>
                <a:spLocks noChangeShapeType="1"/>
              </p:cNvSpPr>
              <p:nvPr/>
            </p:nvSpPr>
            <p:spPr bwMode="auto">
              <a:xfrm>
                <a:off x="2944" y="946"/>
                <a:ext cx="44"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sp>
            <p:nvSpPr>
              <p:cNvPr id="344132" name="Line 65">
                <a:extLst>
                  <a:ext uri="{FF2B5EF4-FFF2-40B4-BE49-F238E27FC236}">
                    <a16:creationId xmlns:a16="http://schemas.microsoft.com/office/drawing/2014/main" id="{101BE171-C0F9-E03B-0401-E81B3C910897}"/>
                  </a:ext>
                </a:extLst>
              </p:cNvPr>
              <p:cNvSpPr>
                <a:spLocks noChangeShapeType="1"/>
              </p:cNvSpPr>
              <p:nvPr/>
            </p:nvSpPr>
            <p:spPr bwMode="auto">
              <a:xfrm>
                <a:off x="2894" y="850"/>
                <a:ext cx="52" cy="9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grpSp>
      </p:grpSp>
      <p:sp>
        <p:nvSpPr>
          <p:cNvPr id="344079" name="Line 66">
            <a:extLst>
              <a:ext uri="{FF2B5EF4-FFF2-40B4-BE49-F238E27FC236}">
                <a16:creationId xmlns:a16="http://schemas.microsoft.com/office/drawing/2014/main" id="{BD32DA86-469E-1BF7-96E7-75DDCE70A69F}"/>
              </a:ext>
            </a:extLst>
          </p:cNvPr>
          <p:cNvSpPr>
            <a:spLocks noChangeShapeType="1"/>
          </p:cNvSpPr>
          <p:nvPr/>
        </p:nvSpPr>
        <p:spPr bwMode="auto">
          <a:xfrm flipV="1">
            <a:off x="8091488" y="1976438"/>
            <a:ext cx="604837" cy="35401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sp>
        <p:nvSpPr>
          <p:cNvPr id="344080" name="Line 67">
            <a:extLst>
              <a:ext uri="{FF2B5EF4-FFF2-40B4-BE49-F238E27FC236}">
                <a16:creationId xmlns:a16="http://schemas.microsoft.com/office/drawing/2014/main" id="{1970E1B6-76B5-82C9-0674-12B0C31E0661}"/>
              </a:ext>
            </a:extLst>
          </p:cNvPr>
          <p:cNvSpPr>
            <a:spLocks noChangeShapeType="1"/>
          </p:cNvSpPr>
          <p:nvPr/>
        </p:nvSpPr>
        <p:spPr bwMode="auto">
          <a:xfrm>
            <a:off x="8045450" y="2619375"/>
            <a:ext cx="604838" cy="35401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sp>
        <p:nvSpPr>
          <p:cNvPr id="344081" name="Line 68">
            <a:extLst>
              <a:ext uri="{FF2B5EF4-FFF2-40B4-BE49-F238E27FC236}">
                <a16:creationId xmlns:a16="http://schemas.microsoft.com/office/drawing/2014/main" id="{9A46D68D-50D7-6CF3-F1E6-0E608DD85FEF}"/>
              </a:ext>
            </a:extLst>
          </p:cNvPr>
          <p:cNvSpPr>
            <a:spLocks noChangeShapeType="1"/>
          </p:cNvSpPr>
          <p:nvPr/>
        </p:nvSpPr>
        <p:spPr bwMode="auto">
          <a:xfrm>
            <a:off x="2368550" y="2611438"/>
            <a:ext cx="1255713" cy="54768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sp>
        <p:nvSpPr>
          <p:cNvPr id="344082" name="Freeform 69">
            <a:extLst>
              <a:ext uri="{FF2B5EF4-FFF2-40B4-BE49-F238E27FC236}">
                <a16:creationId xmlns:a16="http://schemas.microsoft.com/office/drawing/2014/main" id="{0D2626D6-896C-A214-CC9B-0EA9FCB828B2}"/>
              </a:ext>
            </a:extLst>
          </p:cNvPr>
          <p:cNvSpPr>
            <a:spLocks/>
          </p:cNvSpPr>
          <p:nvPr/>
        </p:nvSpPr>
        <p:spPr bwMode="auto">
          <a:xfrm rot="1183889">
            <a:off x="2522538" y="2776538"/>
            <a:ext cx="1065212" cy="284162"/>
          </a:xfrm>
          <a:custGeom>
            <a:avLst/>
            <a:gdLst>
              <a:gd name="T0" fmla="*/ 2147483646 w 690"/>
              <a:gd name="T1" fmla="*/ 2147483646 h 274"/>
              <a:gd name="T2" fmla="*/ 2147483646 w 690"/>
              <a:gd name="T3" fmla="*/ 2147483646 h 274"/>
              <a:gd name="T4" fmla="*/ 2147483646 w 690"/>
              <a:gd name="T5" fmla="*/ 2147483646 h 274"/>
              <a:gd name="T6" fmla="*/ 2147483646 w 690"/>
              <a:gd name="T7" fmla="*/ 2147483646 h 274"/>
              <a:gd name="T8" fmla="*/ 2147483646 w 690"/>
              <a:gd name="T9" fmla="*/ 2147483646 h 274"/>
              <a:gd name="T10" fmla="*/ 2147483646 w 690"/>
              <a:gd name="T11" fmla="*/ 2147483646 h 274"/>
              <a:gd name="T12" fmla="*/ 0 60000 65536"/>
              <a:gd name="T13" fmla="*/ 0 60000 65536"/>
              <a:gd name="T14" fmla="*/ 0 60000 65536"/>
              <a:gd name="T15" fmla="*/ 0 60000 65536"/>
              <a:gd name="T16" fmla="*/ 0 60000 65536"/>
              <a:gd name="T17" fmla="*/ 0 60000 65536"/>
              <a:gd name="T18" fmla="*/ 0 w 690"/>
              <a:gd name="T19" fmla="*/ 0 h 274"/>
              <a:gd name="T20" fmla="*/ 690 w 690"/>
              <a:gd name="T21" fmla="*/ 274 h 274"/>
            </a:gdLst>
            <a:ahLst/>
            <a:cxnLst>
              <a:cxn ang="T12">
                <a:pos x="T0" y="T1"/>
              </a:cxn>
              <a:cxn ang="T13">
                <a:pos x="T2" y="T3"/>
              </a:cxn>
              <a:cxn ang="T14">
                <a:pos x="T4" y="T5"/>
              </a:cxn>
              <a:cxn ang="T15">
                <a:pos x="T6" y="T7"/>
              </a:cxn>
              <a:cxn ang="T16">
                <a:pos x="T8" y="T9"/>
              </a:cxn>
              <a:cxn ang="T17">
                <a:pos x="T10" y="T11"/>
              </a:cxn>
            </a:cxnLst>
            <a:rect l="T18" t="T19" r="T20" b="T21"/>
            <a:pathLst>
              <a:path w="690" h="274">
                <a:moveTo>
                  <a:pt x="391" y="60"/>
                </a:moveTo>
                <a:cubicBezTo>
                  <a:pt x="297" y="52"/>
                  <a:pt x="123" y="0"/>
                  <a:pt x="73" y="30"/>
                </a:cubicBezTo>
                <a:cubicBezTo>
                  <a:pt x="23" y="60"/>
                  <a:pt x="0" y="202"/>
                  <a:pt x="88" y="238"/>
                </a:cubicBezTo>
                <a:cubicBezTo>
                  <a:pt x="176" y="274"/>
                  <a:pt x="508" y="272"/>
                  <a:pt x="599" y="245"/>
                </a:cubicBezTo>
                <a:cubicBezTo>
                  <a:pt x="690" y="218"/>
                  <a:pt x="671" y="106"/>
                  <a:pt x="636" y="75"/>
                </a:cubicBezTo>
                <a:cubicBezTo>
                  <a:pt x="601" y="44"/>
                  <a:pt x="485" y="68"/>
                  <a:pt x="391" y="60"/>
                </a:cubicBezTo>
                <a:close/>
              </a:path>
            </a:pathLst>
          </a:cu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sp>
        <p:nvSpPr>
          <p:cNvPr id="344083" name="Freeform 70">
            <a:extLst>
              <a:ext uri="{FF2B5EF4-FFF2-40B4-BE49-F238E27FC236}">
                <a16:creationId xmlns:a16="http://schemas.microsoft.com/office/drawing/2014/main" id="{FC01C2D4-1469-455A-5AA8-2FEB03736488}"/>
              </a:ext>
            </a:extLst>
          </p:cNvPr>
          <p:cNvSpPr>
            <a:spLocks/>
          </p:cNvSpPr>
          <p:nvPr/>
        </p:nvSpPr>
        <p:spPr bwMode="auto">
          <a:xfrm>
            <a:off x="633413" y="2289175"/>
            <a:ext cx="1065212" cy="384175"/>
          </a:xfrm>
          <a:custGeom>
            <a:avLst/>
            <a:gdLst>
              <a:gd name="T0" fmla="*/ 2147483646 w 690"/>
              <a:gd name="T1" fmla="*/ 2147483646 h 274"/>
              <a:gd name="T2" fmla="*/ 2147483646 w 690"/>
              <a:gd name="T3" fmla="*/ 2147483646 h 274"/>
              <a:gd name="T4" fmla="*/ 2147483646 w 690"/>
              <a:gd name="T5" fmla="*/ 2147483646 h 274"/>
              <a:gd name="T6" fmla="*/ 2147483646 w 690"/>
              <a:gd name="T7" fmla="*/ 2147483646 h 274"/>
              <a:gd name="T8" fmla="*/ 2147483646 w 690"/>
              <a:gd name="T9" fmla="*/ 2147483646 h 274"/>
              <a:gd name="T10" fmla="*/ 2147483646 w 690"/>
              <a:gd name="T11" fmla="*/ 2147483646 h 274"/>
              <a:gd name="T12" fmla="*/ 0 60000 65536"/>
              <a:gd name="T13" fmla="*/ 0 60000 65536"/>
              <a:gd name="T14" fmla="*/ 0 60000 65536"/>
              <a:gd name="T15" fmla="*/ 0 60000 65536"/>
              <a:gd name="T16" fmla="*/ 0 60000 65536"/>
              <a:gd name="T17" fmla="*/ 0 60000 65536"/>
              <a:gd name="T18" fmla="*/ 0 w 690"/>
              <a:gd name="T19" fmla="*/ 0 h 274"/>
              <a:gd name="T20" fmla="*/ 690 w 690"/>
              <a:gd name="T21" fmla="*/ 274 h 274"/>
            </a:gdLst>
            <a:ahLst/>
            <a:cxnLst>
              <a:cxn ang="T12">
                <a:pos x="T0" y="T1"/>
              </a:cxn>
              <a:cxn ang="T13">
                <a:pos x="T2" y="T3"/>
              </a:cxn>
              <a:cxn ang="T14">
                <a:pos x="T4" y="T5"/>
              </a:cxn>
              <a:cxn ang="T15">
                <a:pos x="T6" y="T7"/>
              </a:cxn>
              <a:cxn ang="T16">
                <a:pos x="T8" y="T9"/>
              </a:cxn>
              <a:cxn ang="T17">
                <a:pos x="T10" y="T11"/>
              </a:cxn>
            </a:cxnLst>
            <a:rect l="T18" t="T19" r="T20" b="T21"/>
            <a:pathLst>
              <a:path w="690" h="274">
                <a:moveTo>
                  <a:pt x="391" y="60"/>
                </a:moveTo>
                <a:cubicBezTo>
                  <a:pt x="297" y="52"/>
                  <a:pt x="123" y="0"/>
                  <a:pt x="73" y="30"/>
                </a:cubicBezTo>
                <a:cubicBezTo>
                  <a:pt x="23" y="60"/>
                  <a:pt x="0" y="202"/>
                  <a:pt x="88" y="238"/>
                </a:cubicBezTo>
                <a:cubicBezTo>
                  <a:pt x="176" y="274"/>
                  <a:pt x="508" y="272"/>
                  <a:pt x="599" y="245"/>
                </a:cubicBezTo>
                <a:cubicBezTo>
                  <a:pt x="690" y="218"/>
                  <a:pt x="671" y="106"/>
                  <a:pt x="636" y="75"/>
                </a:cubicBezTo>
                <a:cubicBezTo>
                  <a:pt x="601" y="44"/>
                  <a:pt x="485" y="68"/>
                  <a:pt x="391" y="60"/>
                </a:cubicBezTo>
                <a:close/>
              </a:path>
            </a:pathLst>
          </a:cu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sp>
        <p:nvSpPr>
          <p:cNvPr id="344084" name="Freeform 71">
            <a:extLst>
              <a:ext uri="{FF2B5EF4-FFF2-40B4-BE49-F238E27FC236}">
                <a16:creationId xmlns:a16="http://schemas.microsoft.com/office/drawing/2014/main" id="{1D6BF44E-CBCF-F44C-EE69-59B661612821}"/>
              </a:ext>
            </a:extLst>
          </p:cNvPr>
          <p:cNvSpPr>
            <a:spLocks/>
          </p:cNvSpPr>
          <p:nvPr/>
        </p:nvSpPr>
        <p:spPr bwMode="auto">
          <a:xfrm>
            <a:off x="4324350" y="2276475"/>
            <a:ext cx="1065213" cy="385763"/>
          </a:xfrm>
          <a:custGeom>
            <a:avLst/>
            <a:gdLst>
              <a:gd name="T0" fmla="*/ 2147483646 w 690"/>
              <a:gd name="T1" fmla="*/ 2147483646 h 274"/>
              <a:gd name="T2" fmla="*/ 2147483646 w 690"/>
              <a:gd name="T3" fmla="*/ 2147483646 h 274"/>
              <a:gd name="T4" fmla="*/ 2147483646 w 690"/>
              <a:gd name="T5" fmla="*/ 2147483646 h 274"/>
              <a:gd name="T6" fmla="*/ 2147483646 w 690"/>
              <a:gd name="T7" fmla="*/ 2147483646 h 274"/>
              <a:gd name="T8" fmla="*/ 2147483646 w 690"/>
              <a:gd name="T9" fmla="*/ 2147483646 h 274"/>
              <a:gd name="T10" fmla="*/ 2147483646 w 690"/>
              <a:gd name="T11" fmla="*/ 2147483646 h 274"/>
              <a:gd name="T12" fmla="*/ 0 60000 65536"/>
              <a:gd name="T13" fmla="*/ 0 60000 65536"/>
              <a:gd name="T14" fmla="*/ 0 60000 65536"/>
              <a:gd name="T15" fmla="*/ 0 60000 65536"/>
              <a:gd name="T16" fmla="*/ 0 60000 65536"/>
              <a:gd name="T17" fmla="*/ 0 60000 65536"/>
              <a:gd name="T18" fmla="*/ 0 w 690"/>
              <a:gd name="T19" fmla="*/ 0 h 274"/>
              <a:gd name="T20" fmla="*/ 690 w 690"/>
              <a:gd name="T21" fmla="*/ 274 h 274"/>
            </a:gdLst>
            <a:ahLst/>
            <a:cxnLst>
              <a:cxn ang="T12">
                <a:pos x="T0" y="T1"/>
              </a:cxn>
              <a:cxn ang="T13">
                <a:pos x="T2" y="T3"/>
              </a:cxn>
              <a:cxn ang="T14">
                <a:pos x="T4" y="T5"/>
              </a:cxn>
              <a:cxn ang="T15">
                <a:pos x="T6" y="T7"/>
              </a:cxn>
              <a:cxn ang="T16">
                <a:pos x="T8" y="T9"/>
              </a:cxn>
              <a:cxn ang="T17">
                <a:pos x="T10" y="T11"/>
              </a:cxn>
            </a:cxnLst>
            <a:rect l="T18" t="T19" r="T20" b="T21"/>
            <a:pathLst>
              <a:path w="690" h="274">
                <a:moveTo>
                  <a:pt x="391" y="60"/>
                </a:moveTo>
                <a:cubicBezTo>
                  <a:pt x="297" y="52"/>
                  <a:pt x="123" y="0"/>
                  <a:pt x="73" y="30"/>
                </a:cubicBezTo>
                <a:cubicBezTo>
                  <a:pt x="23" y="60"/>
                  <a:pt x="0" y="202"/>
                  <a:pt x="88" y="238"/>
                </a:cubicBezTo>
                <a:cubicBezTo>
                  <a:pt x="176" y="274"/>
                  <a:pt x="508" y="272"/>
                  <a:pt x="599" y="245"/>
                </a:cubicBezTo>
                <a:cubicBezTo>
                  <a:pt x="690" y="218"/>
                  <a:pt x="671" y="106"/>
                  <a:pt x="636" y="75"/>
                </a:cubicBezTo>
                <a:cubicBezTo>
                  <a:pt x="601" y="44"/>
                  <a:pt x="485" y="68"/>
                  <a:pt x="391" y="60"/>
                </a:cubicBezTo>
                <a:close/>
              </a:path>
            </a:pathLst>
          </a:cu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sp>
        <p:nvSpPr>
          <p:cNvPr id="344085" name="Freeform 72">
            <a:extLst>
              <a:ext uri="{FF2B5EF4-FFF2-40B4-BE49-F238E27FC236}">
                <a16:creationId xmlns:a16="http://schemas.microsoft.com/office/drawing/2014/main" id="{ABF5E113-1180-DA77-B89C-2266A98734F8}"/>
              </a:ext>
            </a:extLst>
          </p:cNvPr>
          <p:cNvSpPr>
            <a:spLocks/>
          </p:cNvSpPr>
          <p:nvPr/>
        </p:nvSpPr>
        <p:spPr bwMode="auto">
          <a:xfrm>
            <a:off x="6097588" y="2266950"/>
            <a:ext cx="850900" cy="385763"/>
          </a:xfrm>
          <a:custGeom>
            <a:avLst/>
            <a:gdLst>
              <a:gd name="T0" fmla="*/ 2147483646 w 690"/>
              <a:gd name="T1" fmla="*/ 2147483646 h 274"/>
              <a:gd name="T2" fmla="*/ 2147483646 w 690"/>
              <a:gd name="T3" fmla="*/ 2147483646 h 274"/>
              <a:gd name="T4" fmla="*/ 2147483646 w 690"/>
              <a:gd name="T5" fmla="*/ 2147483646 h 274"/>
              <a:gd name="T6" fmla="*/ 2147483646 w 690"/>
              <a:gd name="T7" fmla="*/ 2147483646 h 274"/>
              <a:gd name="T8" fmla="*/ 2147483646 w 690"/>
              <a:gd name="T9" fmla="*/ 2147483646 h 274"/>
              <a:gd name="T10" fmla="*/ 2147483646 w 690"/>
              <a:gd name="T11" fmla="*/ 2147483646 h 274"/>
              <a:gd name="T12" fmla="*/ 0 60000 65536"/>
              <a:gd name="T13" fmla="*/ 0 60000 65536"/>
              <a:gd name="T14" fmla="*/ 0 60000 65536"/>
              <a:gd name="T15" fmla="*/ 0 60000 65536"/>
              <a:gd name="T16" fmla="*/ 0 60000 65536"/>
              <a:gd name="T17" fmla="*/ 0 60000 65536"/>
              <a:gd name="T18" fmla="*/ 0 w 690"/>
              <a:gd name="T19" fmla="*/ 0 h 274"/>
              <a:gd name="T20" fmla="*/ 690 w 690"/>
              <a:gd name="T21" fmla="*/ 274 h 274"/>
            </a:gdLst>
            <a:ahLst/>
            <a:cxnLst>
              <a:cxn ang="T12">
                <a:pos x="T0" y="T1"/>
              </a:cxn>
              <a:cxn ang="T13">
                <a:pos x="T2" y="T3"/>
              </a:cxn>
              <a:cxn ang="T14">
                <a:pos x="T4" y="T5"/>
              </a:cxn>
              <a:cxn ang="T15">
                <a:pos x="T6" y="T7"/>
              </a:cxn>
              <a:cxn ang="T16">
                <a:pos x="T8" y="T9"/>
              </a:cxn>
              <a:cxn ang="T17">
                <a:pos x="T10" y="T11"/>
              </a:cxn>
            </a:cxnLst>
            <a:rect l="T18" t="T19" r="T20" b="T21"/>
            <a:pathLst>
              <a:path w="690" h="274">
                <a:moveTo>
                  <a:pt x="391" y="60"/>
                </a:moveTo>
                <a:cubicBezTo>
                  <a:pt x="297" y="52"/>
                  <a:pt x="123" y="0"/>
                  <a:pt x="73" y="30"/>
                </a:cubicBezTo>
                <a:cubicBezTo>
                  <a:pt x="23" y="60"/>
                  <a:pt x="0" y="202"/>
                  <a:pt x="88" y="238"/>
                </a:cubicBezTo>
                <a:cubicBezTo>
                  <a:pt x="176" y="274"/>
                  <a:pt x="508" y="272"/>
                  <a:pt x="599" y="245"/>
                </a:cubicBezTo>
                <a:cubicBezTo>
                  <a:pt x="690" y="218"/>
                  <a:pt x="671" y="106"/>
                  <a:pt x="636" y="75"/>
                </a:cubicBezTo>
                <a:cubicBezTo>
                  <a:pt x="601" y="44"/>
                  <a:pt x="485" y="68"/>
                  <a:pt x="391" y="60"/>
                </a:cubicBezTo>
                <a:close/>
              </a:path>
            </a:pathLst>
          </a:cu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sp>
        <p:nvSpPr>
          <p:cNvPr id="344086" name="Freeform 73">
            <a:extLst>
              <a:ext uri="{FF2B5EF4-FFF2-40B4-BE49-F238E27FC236}">
                <a16:creationId xmlns:a16="http://schemas.microsoft.com/office/drawing/2014/main" id="{331AF234-7622-CB68-0310-4C0F1415248F}"/>
              </a:ext>
            </a:extLst>
          </p:cNvPr>
          <p:cNvSpPr>
            <a:spLocks/>
          </p:cNvSpPr>
          <p:nvPr/>
        </p:nvSpPr>
        <p:spPr bwMode="auto">
          <a:xfrm rot="-2589433">
            <a:off x="8059738" y="1833563"/>
            <a:ext cx="868362" cy="385762"/>
          </a:xfrm>
          <a:custGeom>
            <a:avLst/>
            <a:gdLst>
              <a:gd name="T0" fmla="*/ 2147483646 w 690"/>
              <a:gd name="T1" fmla="*/ 2147483646 h 274"/>
              <a:gd name="T2" fmla="*/ 2147483646 w 690"/>
              <a:gd name="T3" fmla="*/ 2147483646 h 274"/>
              <a:gd name="T4" fmla="*/ 2147483646 w 690"/>
              <a:gd name="T5" fmla="*/ 2147483646 h 274"/>
              <a:gd name="T6" fmla="*/ 2147483646 w 690"/>
              <a:gd name="T7" fmla="*/ 2147483646 h 274"/>
              <a:gd name="T8" fmla="*/ 2147483646 w 690"/>
              <a:gd name="T9" fmla="*/ 2147483646 h 274"/>
              <a:gd name="T10" fmla="*/ 2147483646 w 690"/>
              <a:gd name="T11" fmla="*/ 2147483646 h 274"/>
              <a:gd name="T12" fmla="*/ 0 60000 65536"/>
              <a:gd name="T13" fmla="*/ 0 60000 65536"/>
              <a:gd name="T14" fmla="*/ 0 60000 65536"/>
              <a:gd name="T15" fmla="*/ 0 60000 65536"/>
              <a:gd name="T16" fmla="*/ 0 60000 65536"/>
              <a:gd name="T17" fmla="*/ 0 60000 65536"/>
              <a:gd name="T18" fmla="*/ 0 w 690"/>
              <a:gd name="T19" fmla="*/ 0 h 274"/>
              <a:gd name="T20" fmla="*/ 690 w 690"/>
              <a:gd name="T21" fmla="*/ 274 h 274"/>
            </a:gdLst>
            <a:ahLst/>
            <a:cxnLst>
              <a:cxn ang="T12">
                <a:pos x="T0" y="T1"/>
              </a:cxn>
              <a:cxn ang="T13">
                <a:pos x="T2" y="T3"/>
              </a:cxn>
              <a:cxn ang="T14">
                <a:pos x="T4" y="T5"/>
              </a:cxn>
              <a:cxn ang="T15">
                <a:pos x="T6" y="T7"/>
              </a:cxn>
              <a:cxn ang="T16">
                <a:pos x="T8" y="T9"/>
              </a:cxn>
              <a:cxn ang="T17">
                <a:pos x="T10" y="T11"/>
              </a:cxn>
            </a:cxnLst>
            <a:rect l="T18" t="T19" r="T20" b="T21"/>
            <a:pathLst>
              <a:path w="690" h="274">
                <a:moveTo>
                  <a:pt x="391" y="60"/>
                </a:moveTo>
                <a:cubicBezTo>
                  <a:pt x="297" y="52"/>
                  <a:pt x="123" y="0"/>
                  <a:pt x="73" y="30"/>
                </a:cubicBezTo>
                <a:cubicBezTo>
                  <a:pt x="23" y="60"/>
                  <a:pt x="0" y="202"/>
                  <a:pt x="88" y="238"/>
                </a:cubicBezTo>
                <a:cubicBezTo>
                  <a:pt x="176" y="274"/>
                  <a:pt x="508" y="272"/>
                  <a:pt x="599" y="245"/>
                </a:cubicBezTo>
                <a:cubicBezTo>
                  <a:pt x="690" y="218"/>
                  <a:pt x="671" y="106"/>
                  <a:pt x="636" y="75"/>
                </a:cubicBezTo>
                <a:cubicBezTo>
                  <a:pt x="601" y="44"/>
                  <a:pt x="485" y="68"/>
                  <a:pt x="391" y="60"/>
                </a:cubicBezTo>
                <a:close/>
              </a:path>
            </a:pathLst>
          </a:cu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sp>
        <p:nvSpPr>
          <p:cNvPr id="344087" name="Text Box 74">
            <a:extLst>
              <a:ext uri="{FF2B5EF4-FFF2-40B4-BE49-F238E27FC236}">
                <a16:creationId xmlns:a16="http://schemas.microsoft.com/office/drawing/2014/main" id="{CF995E88-EF51-66A3-8C30-A1450468E0D5}"/>
              </a:ext>
            </a:extLst>
          </p:cNvPr>
          <p:cNvSpPr txBox="1">
            <a:spLocks noChangeArrowheads="1"/>
          </p:cNvSpPr>
          <p:nvPr/>
        </p:nvSpPr>
        <p:spPr bwMode="auto">
          <a:xfrm>
            <a:off x="919163" y="2241550"/>
            <a:ext cx="39211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zh-CN" sz="2400" b="0" i="0" u="none" strike="noStrike" kern="1200" cap="none" spc="0" normalizeH="0" baseline="0" noProof="0">
                <a:ln>
                  <a:noFill/>
                </a:ln>
                <a:solidFill>
                  <a:srgbClr val="FF0000"/>
                </a:solidFill>
                <a:effectLst/>
                <a:uLnTx/>
                <a:uFillTx/>
                <a:latin typeface="Comic Sans MS" panose="030F0902030302020204" pitchFamily="66" charset="0"/>
                <a:ea typeface="宋体" panose="02010600030101010101" pitchFamily="2" charset="-122"/>
                <a:cs typeface="Arial" panose="020B0604020202020204" pitchFamily="34" charset="0"/>
              </a:rPr>
              <a:t>w</a:t>
            </a:r>
            <a:endParaRPr kumimoji="0" lang="en-US" altLang="zh-CN"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panose="020B0604020202020204" pitchFamily="34" charset="0"/>
            </a:endParaRPr>
          </a:p>
        </p:txBody>
      </p:sp>
      <p:sp>
        <p:nvSpPr>
          <p:cNvPr id="344088" name="Text Box 75">
            <a:extLst>
              <a:ext uri="{FF2B5EF4-FFF2-40B4-BE49-F238E27FC236}">
                <a16:creationId xmlns:a16="http://schemas.microsoft.com/office/drawing/2014/main" id="{591D212E-03E3-FC1D-A7C3-3D5561A3E187}"/>
              </a:ext>
            </a:extLst>
          </p:cNvPr>
          <p:cNvSpPr txBox="1">
            <a:spLocks noChangeArrowheads="1"/>
          </p:cNvSpPr>
          <p:nvPr/>
        </p:nvSpPr>
        <p:spPr bwMode="auto">
          <a:xfrm>
            <a:off x="2873375" y="2284413"/>
            <a:ext cx="36353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zh-CN" sz="2400" b="0" i="0" u="none" strike="noStrike" kern="1200" cap="none" spc="0" normalizeH="0" baseline="0" noProof="0">
                <a:ln>
                  <a:noFill/>
                </a:ln>
                <a:solidFill>
                  <a:srgbClr val="FF0000"/>
                </a:solidFill>
                <a:effectLst/>
                <a:uLnTx/>
                <a:uFillTx/>
                <a:latin typeface="Comic Sans MS" panose="030F0902030302020204" pitchFamily="66" charset="0"/>
                <a:ea typeface="宋体" panose="02010600030101010101" pitchFamily="2" charset="-122"/>
                <a:cs typeface="Arial" panose="020B0604020202020204" pitchFamily="34" charset="0"/>
              </a:rPr>
              <a:t>x</a:t>
            </a:r>
            <a:endParaRPr kumimoji="0" lang="en-US" altLang="zh-CN"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panose="020B0604020202020204" pitchFamily="34" charset="0"/>
            </a:endParaRPr>
          </a:p>
        </p:txBody>
      </p:sp>
      <p:sp>
        <p:nvSpPr>
          <p:cNvPr id="344089" name="Text Box 76">
            <a:extLst>
              <a:ext uri="{FF2B5EF4-FFF2-40B4-BE49-F238E27FC236}">
                <a16:creationId xmlns:a16="http://schemas.microsoft.com/office/drawing/2014/main" id="{9F4FFFFA-01A0-1678-7805-63A05300A946}"/>
              </a:ext>
            </a:extLst>
          </p:cNvPr>
          <p:cNvSpPr txBox="1">
            <a:spLocks noChangeArrowheads="1"/>
          </p:cNvSpPr>
          <p:nvPr/>
        </p:nvSpPr>
        <p:spPr bwMode="auto">
          <a:xfrm>
            <a:off x="6380163" y="2205038"/>
            <a:ext cx="3429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zh-CN" sz="2400" b="0" i="0" u="none" strike="noStrike" kern="1200" cap="none" spc="0" normalizeH="0" baseline="0" noProof="0">
                <a:ln>
                  <a:noFill/>
                </a:ln>
                <a:solidFill>
                  <a:srgbClr val="FF0000"/>
                </a:solidFill>
                <a:effectLst/>
                <a:uLnTx/>
                <a:uFillTx/>
                <a:latin typeface="Comic Sans MS" panose="030F0902030302020204" pitchFamily="66" charset="0"/>
                <a:ea typeface="宋体" panose="02010600030101010101" pitchFamily="2" charset="-122"/>
                <a:cs typeface="Arial" panose="020B0604020202020204" pitchFamily="34" charset="0"/>
              </a:rPr>
              <a:t>y</a:t>
            </a:r>
            <a:endParaRPr kumimoji="0" lang="en-US" altLang="zh-CN"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panose="020B0604020202020204" pitchFamily="34" charset="0"/>
            </a:endParaRPr>
          </a:p>
        </p:txBody>
      </p:sp>
      <p:sp>
        <p:nvSpPr>
          <p:cNvPr id="344090" name="Text Box 77">
            <a:extLst>
              <a:ext uri="{FF2B5EF4-FFF2-40B4-BE49-F238E27FC236}">
                <a16:creationId xmlns:a16="http://schemas.microsoft.com/office/drawing/2014/main" id="{54E336F3-7231-BCA4-F9B0-73B91A1B3BCB}"/>
              </a:ext>
            </a:extLst>
          </p:cNvPr>
          <p:cNvSpPr txBox="1">
            <a:spLocks noChangeArrowheads="1"/>
          </p:cNvSpPr>
          <p:nvPr/>
        </p:nvSpPr>
        <p:spPr bwMode="auto">
          <a:xfrm>
            <a:off x="8294688" y="1827213"/>
            <a:ext cx="3476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zh-CN" sz="2400" b="0" i="0" u="none" strike="noStrike" kern="1200" cap="none" spc="0" normalizeH="0" baseline="0" noProof="0">
                <a:ln>
                  <a:noFill/>
                </a:ln>
                <a:solidFill>
                  <a:srgbClr val="FF0000"/>
                </a:solidFill>
                <a:effectLst/>
                <a:uLnTx/>
                <a:uFillTx/>
                <a:latin typeface="Comic Sans MS" panose="030F0902030302020204" pitchFamily="66" charset="0"/>
                <a:ea typeface="宋体" panose="02010600030101010101" pitchFamily="2" charset="-122"/>
                <a:cs typeface="Arial" panose="020B0604020202020204" pitchFamily="34" charset="0"/>
              </a:rPr>
              <a:t>z</a:t>
            </a:r>
            <a:endParaRPr kumimoji="0" lang="en-US" altLang="zh-CN"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panose="020B0604020202020204" pitchFamily="34" charset="0"/>
            </a:endParaRPr>
          </a:p>
        </p:txBody>
      </p:sp>
      <p:sp>
        <p:nvSpPr>
          <p:cNvPr id="344091" name="Text Box 78">
            <a:extLst>
              <a:ext uri="{FF2B5EF4-FFF2-40B4-BE49-F238E27FC236}">
                <a16:creationId xmlns:a16="http://schemas.microsoft.com/office/drawing/2014/main" id="{C5B0C756-62D3-61EE-9776-94D5C9F8D807}"/>
              </a:ext>
            </a:extLst>
          </p:cNvPr>
          <p:cNvSpPr txBox="1">
            <a:spLocks noChangeArrowheads="1"/>
          </p:cNvSpPr>
          <p:nvPr/>
        </p:nvSpPr>
        <p:spPr bwMode="auto">
          <a:xfrm>
            <a:off x="1947863" y="2563813"/>
            <a:ext cx="4064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zh-CN" sz="24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panose="020B0604020202020204" pitchFamily="34" charset="0"/>
              </a:rPr>
              <a:t>A</a:t>
            </a:r>
          </a:p>
        </p:txBody>
      </p:sp>
      <p:sp>
        <p:nvSpPr>
          <p:cNvPr id="344092" name="Text Box 79">
            <a:extLst>
              <a:ext uri="{FF2B5EF4-FFF2-40B4-BE49-F238E27FC236}">
                <a16:creationId xmlns:a16="http://schemas.microsoft.com/office/drawing/2014/main" id="{1BE70390-6B35-CFAA-BDA4-508273B80B7F}"/>
              </a:ext>
            </a:extLst>
          </p:cNvPr>
          <p:cNvSpPr txBox="1">
            <a:spLocks noChangeArrowheads="1"/>
          </p:cNvSpPr>
          <p:nvPr/>
        </p:nvSpPr>
        <p:spPr bwMode="auto">
          <a:xfrm>
            <a:off x="3775075" y="3271838"/>
            <a:ext cx="3683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zh-CN" sz="24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panose="020B0604020202020204" pitchFamily="34" charset="0"/>
              </a:rPr>
              <a:t>C</a:t>
            </a:r>
          </a:p>
        </p:txBody>
      </p:sp>
      <p:sp>
        <p:nvSpPr>
          <p:cNvPr id="344093" name="Text Box 80">
            <a:extLst>
              <a:ext uri="{FF2B5EF4-FFF2-40B4-BE49-F238E27FC236}">
                <a16:creationId xmlns:a16="http://schemas.microsoft.com/office/drawing/2014/main" id="{A41E2F27-2784-65D0-A3E7-AB4224B7E676}"/>
              </a:ext>
            </a:extLst>
          </p:cNvPr>
          <p:cNvSpPr txBox="1">
            <a:spLocks noChangeArrowheads="1"/>
          </p:cNvSpPr>
          <p:nvPr/>
        </p:nvSpPr>
        <p:spPr bwMode="auto">
          <a:xfrm>
            <a:off x="3775075" y="2528888"/>
            <a:ext cx="40481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zh-CN" sz="24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panose="020B0604020202020204" pitchFamily="34" charset="0"/>
              </a:rPr>
              <a:t>D</a:t>
            </a:r>
          </a:p>
        </p:txBody>
      </p:sp>
      <p:sp>
        <p:nvSpPr>
          <p:cNvPr id="344094" name="Text Box 81">
            <a:extLst>
              <a:ext uri="{FF2B5EF4-FFF2-40B4-BE49-F238E27FC236}">
                <a16:creationId xmlns:a16="http://schemas.microsoft.com/office/drawing/2014/main" id="{2BE487C2-1AD1-9BBC-0770-9DC483B61C09}"/>
              </a:ext>
            </a:extLst>
          </p:cNvPr>
          <p:cNvSpPr txBox="1">
            <a:spLocks noChangeArrowheads="1"/>
          </p:cNvSpPr>
          <p:nvPr/>
        </p:nvSpPr>
        <p:spPr bwMode="auto">
          <a:xfrm>
            <a:off x="5559425" y="2527300"/>
            <a:ext cx="37623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zh-CN" sz="24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panose="020B0604020202020204" pitchFamily="34" charset="0"/>
              </a:rPr>
              <a:t>B</a:t>
            </a:r>
          </a:p>
        </p:txBody>
      </p:sp>
      <p:sp>
        <p:nvSpPr>
          <p:cNvPr id="344095" name="Line 82">
            <a:extLst>
              <a:ext uri="{FF2B5EF4-FFF2-40B4-BE49-F238E27FC236}">
                <a16:creationId xmlns:a16="http://schemas.microsoft.com/office/drawing/2014/main" id="{B118F6E2-D2A6-81A3-9A28-01A49C12F911}"/>
              </a:ext>
            </a:extLst>
          </p:cNvPr>
          <p:cNvSpPr>
            <a:spLocks noChangeShapeType="1"/>
          </p:cNvSpPr>
          <p:nvPr/>
        </p:nvSpPr>
        <p:spPr bwMode="auto">
          <a:xfrm>
            <a:off x="7083425" y="2463800"/>
            <a:ext cx="344488" cy="3175"/>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grpSp>
        <p:nvGrpSpPr>
          <p:cNvPr id="344096" name="Group 83">
            <a:extLst>
              <a:ext uri="{FF2B5EF4-FFF2-40B4-BE49-F238E27FC236}">
                <a16:creationId xmlns:a16="http://schemas.microsoft.com/office/drawing/2014/main" id="{B46F588C-07AB-8BAD-245D-8071604CF81B}"/>
              </a:ext>
            </a:extLst>
          </p:cNvPr>
          <p:cNvGrpSpPr>
            <a:grpSpLocks/>
          </p:cNvGrpSpPr>
          <p:nvPr/>
        </p:nvGrpSpPr>
        <p:grpSpPr bwMode="auto">
          <a:xfrm>
            <a:off x="5922963" y="2008188"/>
            <a:ext cx="615950" cy="363537"/>
            <a:chOff x="3731" y="1153"/>
            <a:chExt cx="388" cy="229"/>
          </a:xfrm>
        </p:grpSpPr>
        <p:sp>
          <p:nvSpPr>
            <p:cNvPr id="344121" name="Line 84">
              <a:extLst>
                <a:ext uri="{FF2B5EF4-FFF2-40B4-BE49-F238E27FC236}">
                  <a16:creationId xmlns:a16="http://schemas.microsoft.com/office/drawing/2014/main" id="{B2BD1ADE-0672-65DC-284B-C056FF1B8B4C}"/>
                </a:ext>
              </a:extLst>
            </p:cNvPr>
            <p:cNvSpPr>
              <a:spLocks noChangeShapeType="1"/>
            </p:cNvSpPr>
            <p:nvPr/>
          </p:nvSpPr>
          <p:spPr bwMode="auto">
            <a:xfrm flipV="1">
              <a:off x="3731" y="1259"/>
              <a:ext cx="205" cy="12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sp>
          <p:nvSpPr>
            <p:cNvPr id="344122" name="Line 85">
              <a:extLst>
                <a:ext uri="{FF2B5EF4-FFF2-40B4-BE49-F238E27FC236}">
                  <a16:creationId xmlns:a16="http://schemas.microsoft.com/office/drawing/2014/main" id="{437AD218-E4A7-14FE-138B-547FE86EDDC4}"/>
                </a:ext>
              </a:extLst>
            </p:cNvPr>
            <p:cNvSpPr>
              <a:spLocks noChangeShapeType="1"/>
            </p:cNvSpPr>
            <p:nvPr/>
          </p:nvSpPr>
          <p:spPr bwMode="auto">
            <a:xfrm flipV="1">
              <a:off x="3944" y="1153"/>
              <a:ext cx="175" cy="98"/>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grpSp>
      <p:grpSp>
        <p:nvGrpSpPr>
          <p:cNvPr id="344097" name="Group 86">
            <a:extLst>
              <a:ext uri="{FF2B5EF4-FFF2-40B4-BE49-F238E27FC236}">
                <a16:creationId xmlns:a16="http://schemas.microsoft.com/office/drawing/2014/main" id="{687046AF-141F-C4A2-3502-2488E272DF57}"/>
              </a:ext>
            </a:extLst>
          </p:cNvPr>
          <p:cNvGrpSpPr>
            <a:grpSpLocks/>
          </p:cNvGrpSpPr>
          <p:nvPr/>
        </p:nvGrpSpPr>
        <p:grpSpPr bwMode="auto">
          <a:xfrm>
            <a:off x="4144963" y="1982788"/>
            <a:ext cx="615950" cy="363537"/>
            <a:chOff x="3731" y="1153"/>
            <a:chExt cx="388" cy="229"/>
          </a:xfrm>
        </p:grpSpPr>
        <p:sp>
          <p:nvSpPr>
            <p:cNvPr id="344119" name="Line 87">
              <a:extLst>
                <a:ext uri="{FF2B5EF4-FFF2-40B4-BE49-F238E27FC236}">
                  <a16:creationId xmlns:a16="http://schemas.microsoft.com/office/drawing/2014/main" id="{423178D4-23C8-61F5-3638-38BEF8577C97}"/>
                </a:ext>
              </a:extLst>
            </p:cNvPr>
            <p:cNvSpPr>
              <a:spLocks noChangeShapeType="1"/>
            </p:cNvSpPr>
            <p:nvPr/>
          </p:nvSpPr>
          <p:spPr bwMode="auto">
            <a:xfrm flipV="1">
              <a:off x="3731" y="1259"/>
              <a:ext cx="205" cy="12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sp>
          <p:nvSpPr>
            <p:cNvPr id="344120" name="Line 88">
              <a:extLst>
                <a:ext uri="{FF2B5EF4-FFF2-40B4-BE49-F238E27FC236}">
                  <a16:creationId xmlns:a16="http://schemas.microsoft.com/office/drawing/2014/main" id="{FEDB185E-C38C-DD3D-0FF4-49AF6AEF634B}"/>
                </a:ext>
              </a:extLst>
            </p:cNvPr>
            <p:cNvSpPr>
              <a:spLocks noChangeShapeType="1"/>
            </p:cNvSpPr>
            <p:nvPr/>
          </p:nvSpPr>
          <p:spPr bwMode="auto">
            <a:xfrm flipV="1">
              <a:off x="3944" y="1153"/>
              <a:ext cx="175" cy="98"/>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grpSp>
      <p:grpSp>
        <p:nvGrpSpPr>
          <p:cNvPr id="344098" name="Group 89">
            <a:extLst>
              <a:ext uri="{FF2B5EF4-FFF2-40B4-BE49-F238E27FC236}">
                <a16:creationId xmlns:a16="http://schemas.microsoft.com/office/drawing/2014/main" id="{1E595823-5AA9-D6A4-0A32-C46558BA68DD}"/>
              </a:ext>
            </a:extLst>
          </p:cNvPr>
          <p:cNvGrpSpPr>
            <a:grpSpLocks/>
          </p:cNvGrpSpPr>
          <p:nvPr/>
        </p:nvGrpSpPr>
        <p:grpSpPr bwMode="auto">
          <a:xfrm>
            <a:off x="2366963" y="1957388"/>
            <a:ext cx="615950" cy="363537"/>
            <a:chOff x="3731" y="1153"/>
            <a:chExt cx="388" cy="229"/>
          </a:xfrm>
        </p:grpSpPr>
        <p:sp>
          <p:nvSpPr>
            <p:cNvPr id="344117" name="Line 90">
              <a:extLst>
                <a:ext uri="{FF2B5EF4-FFF2-40B4-BE49-F238E27FC236}">
                  <a16:creationId xmlns:a16="http://schemas.microsoft.com/office/drawing/2014/main" id="{43F0556E-537E-1A94-8D2D-733DA303A52B}"/>
                </a:ext>
              </a:extLst>
            </p:cNvPr>
            <p:cNvSpPr>
              <a:spLocks noChangeShapeType="1"/>
            </p:cNvSpPr>
            <p:nvPr/>
          </p:nvSpPr>
          <p:spPr bwMode="auto">
            <a:xfrm flipV="1">
              <a:off x="3731" y="1259"/>
              <a:ext cx="205" cy="12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sp>
          <p:nvSpPr>
            <p:cNvPr id="344118" name="Line 91">
              <a:extLst>
                <a:ext uri="{FF2B5EF4-FFF2-40B4-BE49-F238E27FC236}">
                  <a16:creationId xmlns:a16="http://schemas.microsoft.com/office/drawing/2014/main" id="{6BB40C55-DA29-9C2B-D773-9FB00DDC55DF}"/>
                </a:ext>
              </a:extLst>
            </p:cNvPr>
            <p:cNvSpPr>
              <a:spLocks noChangeShapeType="1"/>
            </p:cNvSpPr>
            <p:nvPr/>
          </p:nvSpPr>
          <p:spPr bwMode="auto">
            <a:xfrm flipV="1">
              <a:off x="3944" y="1153"/>
              <a:ext cx="175" cy="98"/>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grpSp>
      <p:sp>
        <p:nvSpPr>
          <p:cNvPr id="344099" name="Line 92">
            <a:extLst>
              <a:ext uri="{FF2B5EF4-FFF2-40B4-BE49-F238E27FC236}">
                <a16:creationId xmlns:a16="http://schemas.microsoft.com/office/drawing/2014/main" id="{7385C18A-9271-0D9A-586D-2C3035E534C6}"/>
              </a:ext>
            </a:extLst>
          </p:cNvPr>
          <p:cNvSpPr>
            <a:spLocks noChangeShapeType="1"/>
          </p:cNvSpPr>
          <p:nvPr/>
        </p:nvSpPr>
        <p:spPr bwMode="auto">
          <a:xfrm>
            <a:off x="4278313" y="3175000"/>
            <a:ext cx="979487"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sp>
        <p:nvSpPr>
          <p:cNvPr id="344100" name="Freeform 93">
            <a:extLst>
              <a:ext uri="{FF2B5EF4-FFF2-40B4-BE49-F238E27FC236}">
                <a16:creationId xmlns:a16="http://schemas.microsoft.com/office/drawing/2014/main" id="{77B130B7-F971-2801-DE10-ED09C593058C}"/>
              </a:ext>
            </a:extLst>
          </p:cNvPr>
          <p:cNvSpPr>
            <a:spLocks/>
          </p:cNvSpPr>
          <p:nvPr/>
        </p:nvSpPr>
        <p:spPr bwMode="auto">
          <a:xfrm>
            <a:off x="4298950" y="2967038"/>
            <a:ext cx="850900" cy="385762"/>
          </a:xfrm>
          <a:custGeom>
            <a:avLst/>
            <a:gdLst>
              <a:gd name="T0" fmla="*/ 2147483646 w 690"/>
              <a:gd name="T1" fmla="*/ 2147483646 h 274"/>
              <a:gd name="T2" fmla="*/ 2147483646 w 690"/>
              <a:gd name="T3" fmla="*/ 2147483646 h 274"/>
              <a:gd name="T4" fmla="*/ 2147483646 w 690"/>
              <a:gd name="T5" fmla="*/ 2147483646 h 274"/>
              <a:gd name="T6" fmla="*/ 2147483646 w 690"/>
              <a:gd name="T7" fmla="*/ 2147483646 h 274"/>
              <a:gd name="T8" fmla="*/ 2147483646 w 690"/>
              <a:gd name="T9" fmla="*/ 2147483646 h 274"/>
              <a:gd name="T10" fmla="*/ 2147483646 w 690"/>
              <a:gd name="T11" fmla="*/ 2147483646 h 274"/>
              <a:gd name="T12" fmla="*/ 0 60000 65536"/>
              <a:gd name="T13" fmla="*/ 0 60000 65536"/>
              <a:gd name="T14" fmla="*/ 0 60000 65536"/>
              <a:gd name="T15" fmla="*/ 0 60000 65536"/>
              <a:gd name="T16" fmla="*/ 0 60000 65536"/>
              <a:gd name="T17" fmla="*/ 0 60000 65536"/>
              <a:gd name="T18" fmla="*/ 0 w 690"/>
              <a:gd name="T19" fmla="*/ 0 h 274"/>
              <a:gd name="T20" fmla="*/ 690 w 690"/>
              <a:gd name="T21" fmla="*/ 274 h 274"/>
            </a:gdLst>
            <a:ahLst/>
            <a:cxnLst>
              <a:cxn ang="T12">
                <a:pos x="T0" y="T1"/>
              </a:cxn>
              <a:cxn ang="T13">
                <a:pos x="T2" y="T3"/>
              </a:cxn>
              <a:cxn ang="T14">
                <a:pos x="T4" y="T5"/>
              </a:cxn>
              <a:cxn ang="T15">
                <a:pos x="T6" y="T7"/>
              </a:cxn>
              <a:cxn ang="T16">
                <a:pos x="T8" y="T9"/>
              </a:cxn>
              <a:cxn ang="T17">
                <a:pos x="T10" y="T11"/>
              </a:cxn>
            </a:cxnLst>
            <a:rect l="T18" t="T19" r="T20" b="T21"/>
            <a:pathLst>
              <a:path w="690" h="274">
                <a:moveTo>
                  <a:pt x="391" y="60"/>
                </a:moveTo>
                <a:cubicBezTo>
                  <a:pt x="297" y="52"/>
                  <a:pt x="123" y="0"/>
                  <a:pt x="73" y="30"/>
                </a:cubicBezTo>
                <a:cubicBezTo>
                  <a:pt x="23" y="60"/>
                  <a:pt x="0" y="202"/>
                  <a:pt x="88" y="238"/>
                </a:cubicBezTo>
                <a:cubicBezTo>
                  <a:pt x="176" y="274"/>
                  <a:pt x="508" y="272"/>
                  <a:pt x="599" y="245"/>
                </a:cubicBezTo>
                <a:cubicBezTo>
                  <a:pt x="690" y="218"/>
                  <a:pt x="671" y="106"/>
                  <a:pt x="636" y="75"/>
                </a:cubicBezTo>
                <a:cubicBezTo>
                  <a:pt x="601" y="44"/>
                  <a:pt x="485" y="68"/>
                  <a:pt x="391" y="60"/>
                </a:cubicBezTo>
                <a:close/>
              </a:path>
            </a:pathLst>
          </a:cu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sp>
        <p:nvSpPr>
          <p:cNvPr id="344101" name="Line 94">
            <a:extLst>
              <a:ext uri="{FF2B5EF4-FFF2-40B4-BE49-F238E27FC236}">
                <a16:creationId xmlns:a16="http://schemas.microsoft.com/office/drawing/2014/main" id="{B67C0CC7-024C-D2D1-FB93-39F1A45E9914}"/>
              </a:ext>
            </a:extLst>
          </p:cNvPr>
          <p:cNvSpPr>
            <a:spLocks noChangeShapeType="1"/>
          </p:cNvSpPr>
          <p:nvPr/>
        </p:nvSpPr>
        <p:spPr bwMode="auto">
          <a:xfrm>
            <a:off x="5284788" y="3163888"/>
            <a:ext cx="344487" cy="3175"/>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grpSp>
        <p:nvGrpSpPr>
          <p:cNvPr id="344102" name="Group 95">
            <a:extLst>
              <a:ext uri="{FF2B5EF4-FFF2-40B4-BE49-F238E27FC236}">
                <a16:creationId xmlns:a16="http://schemas.microsoft.com/office/drawing/2014/main" id="{A5FABE30-37BF-F0D2-8637-280D420EB7A3}"/>
              </a:ext>
            </a:extLst>
          </p:cNvPr>
          <p:cNvGrpSpPr>
            <a:grpSpLocks/>
          </p:cNvGrpSpPr>
          <p:nvPr/>
        </p:nvGrpSpPr>
        <p:grpSpPr bwMode="auto">
          <a:xfrm>
            <a:off x="1854200" y="2324100"/>
            <a:ext cx="660400" cy="277813"/>
            <a:chOff x="3600" y="219"/>
            <a:chExt cx="360" cy="175"/>
          </a:xfrm>
        </p:grpSpPr>
        <p:sp>
          <p:nvSpPr>
            <p:cNvPr id="344104" name="Oval 96">
              <a:extLst>
                <a:ext uri="{FF2B5EF4-FFF2-40B4-BE49-F238E27FC236}">
                  <a16:creationId xmlns:a16="http://schemas.microsoft.com/office/drawing/2014/main" id="{49331DE1-1A61-DD9B-0BD6-EFE1C8395A69}"/>
                </a:ext>
              </a:extLst>
            </p:cNvPr>
            <p:cNvSpPr>
              <a:spLocks noChangeArrowheads="1"/>
            </p:cNvSpPr>
            <p:nvPr/>
          </p:nvSpPr>
          <p:spPr bwMode="auto">
            <a:xfrm>
              <a:off x="3603" y="297"/>
              <a:ext cx="357" cy="97"/>
            </a:xfrm>
            <a:prstGeom prst="ellipse">
              <a:avLst/>
            </a:prstGeom>
            <a:solidFill>
              <a:schemeClr val="hlink"/>
            </a:solidFill>
            <a:ln w="12700">
              <a:solidFill>
                <a:schemeClr val="tx1"/>
              </a:solidFill>
              <a:round/>
              <a:headEnd/>
              <a:tailEnd/>
            </a:ln>
          </p:spPr>
          <p:txBody>
            <a:bodyPr wrap="none" anchor="ct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panose="020B0604020202020204" pitchFamily="34" charset="0"/>
              </a:endParaRPr>
            </a:p>
          </p:txBody>
        </p:sp>
        <p:sp>
          <p:nvSpPr>
            <p:cNvPr id="344105" name="Line 97">
              <a:extLst>
                <a:ext uri="{FF2B5EF4-FFF2-40B4-BE49-F238E27FC236}">
                  <a16:creationId xmlns:a16="http://schemas.microsoft.com/office/drawing/2014/main" id="{5371C0BD-FA67-8FCC-1910-64D8DEDF73F1}"/>
                </a:ext>
              </a:extLst>
            </p:cNvPr>
            <p:cNvSpPr>
              <a:spLocks noChangeShapeType="1"/>
            </p:cNvSpPr>
            <p:nvPr/>
          </p:nvSpPr>
          <p:spPr bwMode="auto">
            <a:xfrm>
              <a:off x="3603" y="289"/>
              <a:ext cx="0" cy="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sp>
          <p:nvSpPr>
            <p:cNvPr id="344106" name="Line 98">
              <a:extLst>
                <a:ext uri="{FF2B5EF4-FFF2-40B4-BE49-F238E27FC236}">
                  <a16:creationId xmlns:a16="http://schemas.microsoft.com/office/drawing/2014/main" id="{CBFE7525-DB50-26B1-E93F-1AD0939F1478}"/>
                </a:ext>
              </a:extLst>
            </p:cNvPr>
            <p:cNvSpPr>
              <a:spLocks noChangeShapeType="1"/>
            </p:cNvSpPr>
            <p:nvPr/>
          </p:nvSpPr>
          <p:spPr bwMode="auto">
            <a:xfrm>
              <a:off x="3960" y="289"/>
              <a:ext cx="0" cy="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sp>
          <p:nvSpPr>
            <p:cNvPr id="344107" name="Rectangle 99">
              <a:extLst>
                <a:ext uri="{FF2B5EF4-FFF2-40B4-BE49-F238E27FC236}">
                  <a16:creationId xmlns:a16="http://schemas.microsoft.com/office/drawing/2014/main" id="{660A0369-DAB5-36C3-B9AC-1A7C2D6CF028}"/>
                </a:ext>
              </a:extLst>
            </p:cNvPr>
            <p:cNvSpPr>
              <a:spLocks noChangeArrowheads="1"/>
            </p:cNvSpPr>
            <p:nvPr/>
          </p:nvSpPr>
          <p:spPr bwMode="auto">
            <a:xfrm>
              <a:off x="3603" y="289"/>
              <a:ext cx="354" cy="59"/>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zh-CN" altLang="en-US" sz="24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Arial" panose="020B0604020202020204" pitchFamily="34" charset="0"/>
              </a:endParaRPr>
            </a:p>
          </p:txBody>
        </p:sp>
        <p:sp>
          <p:nvSpPr>
            <p:cNvPr id="344108" name="Oval 100">
              <a:extLst>
                <a:ext uri="{FF2B5EF4-FFF2-40B4-BE49-F238E27FC236}">
                  <a16:creationId xmlns:a16="http://schemas.microsoft.com/office/drawing/2014/main" id="{14D8A163-DDB8-CF1A-09D8-893F6C2535DA}"/>
                </a:ext>
              </a:extLst>
            </p:cNvPr>
            <p:cNvSpPr>
              <a:spLocks noChangeArrowheads="1"/>
            </p:cNvSpPr>
            <p:nvPr/>
          </p:nvSpPr>
          <p:spPr bwMode="auto">
            <a:xfrm>
              <a:off x="3600" y="219"/>
              <a:ext cx="357" cy="113"/>
            </a:xfrm>
            <a:prstGeom prst="ellipse">
              <a:avLst/>
            </a:prstGeom>
            <a:solidFill>
              <a:schemeClr val="hlink"/>
            </a:solidFill>
            <a:ln w="12700">
              <a:solidFill>
                <a:schemeClr val="tx1"/>
              </a:solidFill>
              <a:round/>
              <a:headEnd/>
              <a:tailEnd/>
            </a:ln>
          </p:spPr>
          <p:txBody>
            <a:bodyPr wrap="none" anchor="ct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panose="020B0604020202020204" pitchFamily="34" charset="0"/>
              </a:endParaRPr>
            </a:p>
          </p:txBody>
        </p:sp>
        <p:grpSp>
          <p:nvGrpSpPr>
            <p:cNvPr id="344109" name="Group 101">
              <a:extLst>
                <a:ext uri="{FF2B5EF4-FFF2-40B4-BE49-F238E27FC236}">
                  <a16:creationId xmlns:a16="http://schemas.microsoft.com/office/drawing/2014/main" id="{D1A9D7BE-90A6-6AD3-FBC3-24065FBDD834}"/>
                </a:ext>
              </a:extLst>
            </p:cNvPr>
            <p:cNvGrpSpPr>
              <a:grpSpLocks/>
            </p:cNvGrpSpPr>
            <p:nvPr/>
          </p:nvGrpSpPr>
          <p:grpSpPr bwMode="auto">
            <a:xfrm>
              <a:off x="3686" y="244"/>
              <a:ext cx="177" cy="66"/>
              <a:chOff x="2848" y="848"/>
              <a:chExt cx="140" cy="98"/>
            </a:xfrm>
          </p:grpSpPr>
          <p:sp>
            <p:nvSpPr>
              <p:cNvPr id="344114" name="Line 102">
                <a:extLst>
                  <a:ext uri="{FF2B5EF4-FFF2-40B4-BE49-F238E27FC236}">
                    <a16:creationId xmlns:a16="http://schemas.microsoft.com/office/drawing/2014/main" id="{F95AAFDA-546E-89BF-E428-F7171B8B99F2}"/>
                  </a:ext>
                </a:extLst>
              </p:cNvPr>
              <p:cNvSpPr>
                <a:spLocks noChangeShapeType="1"/>
              </p:cNvSpPr>
              <p:nvPr/>
            </p:nvSpPr>
            <p:spPr bwMode="auto">
              <a:xfrm flipV="1">
                <a:off x="2848" y="848"/>
                <a:ext cx="50" cy="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sp>
            <p:nvSpPr>
              <p:cNvPr id="344115" name="Line 103">
                <a:extLst>
                  <a:ext uri="{FF2B5EF4-FFF2-40B4-BE49-F238E27FC236}">
                    <a16:creationId xmlns:a16="http://schemas.microsoft.com/office/drawing/2014/main" id="{5C31BA42-BD77-1908-B4B4-6B1D1D164656}"/>
                  </a:ext>
                </a:extLst>
              </p:cNvPr>
              <p:cNvSpPr>
                <a:spLocks noChangeShapeType="1"/>
              </p:cNvSpPr>
              <p:nvPr/>
            </p:nvSpPr>
            <p:spPr bwMode="auto">
              <a:xfrm>
                <a:off x="2944" y="946"/>
                <a:ext cx="44"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sp>
            <p:nvSpPr>
              <p:cNvPr id="344116" name="Line 104">
                <a:extLst>
                  <a:ext uri="{FF2B5EF4-FFF2-40B4-BE49-F238E27FC236}">
                    <a16:creationId xmlns:a16="http://schemas.microsoft.com/office/drawing/2014/main" id="{E3739A83-ADDD-FF5A-2E25-241FCC83D409}"/>
                  </a:ext>
                </a:extLst>
              </p:cNvPr>
              <p:cNvSpPr>
                <a:spLocks noChangeShapeType="1"/>
              </p:cNvSpPr>
              <p:nvPr/>
            </p:nvSpPr>
            <p:spPr bwMode="auto">
              <a:xfrm>
                <a:off x="2894" y="850"/>
                <a:ext cx="52" cy="9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grpSp>
        <p:grpSp>
          <p:nvGrpSpPr>
            <p:cNvPr id="344110" name="Group 105">
              <a:extLst>
                <a:ext uri="{FF2B5EF4-FFF2-40B4-BE49-F238E27FC236}">
                  <a16:creationId xmlns:a16="http://schemas.microsoft.com/office/drawing/2014/main" id="{0CC6367D-BDB8-5251-C674-BF1E3A21FFAB}"/>
                </a:ext>
              </a:extLst>
            </p:cNvPr>
            <p:cNvGrpSpPr>
              <a:grpSpLocks/>
            </p:cNvGrpSpPr>
            <p:nvPr/>
          </p:nvGrpSpPr>
          <p:grpSpPr bwMode="auto">
            <a:xfrm flipV="1">
              <a:off x="3686" y="243"/>
              <a:ext cx="177" cy="66"/>
              <a:chOff x="2848" y="848"/>
              <a:chExt cx="140" cy="98"/>
            </a:xfrm>
          </p:grpSpPr>
          <p:sp>
            <p:nvSpPr>
              <p:cNvPr id="344111" name="Line 106">
                <a:extLst>
                  <a:ext uri="{FF2B5EF4-FFF2-40B4-BE49-F238E27FC236}">
                    <a16:creationId xmlns:a16="http://schemas.microsoft.com/office/drawing/2014/main" id="{DC1EEE4D-A574-B8D5-47D6-15FC0F2B1572}"/>
                  </a:ext>
                </a:extLst>
              </p:cNvPr>
              <p:cNvSpPr>
                <a:spLocks noChangeShapeType="1"/>
              </p:cNvSpPr>
              <p:nvPr/>
            </p:nvSpPr>
            <p:spPr bwMode="auto">
              <a:xfrm flipV="1">
                <a:off x="2848" y="848"/>
                <a:ext cx="50" cy="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sp>
            <p:nvSpPr>
              <p:cNvPr id="344112" name="Line 107">
                <a:extLst>
                  <a:ext uri="{FF2B5EF4-FFF2-40B4-BE49-F238E27FC236}">
                    <a16:creationId xmlns:a16="http://schemas.microsoft.com/office/drawing/2014/main" id="{CCF3C6C7-C8E0-EC19-74E8-F262032279E9}"/>
                  </a:ext>
                </a:extLst>
              </p:cNvPr>
              <p:cNvSpPr>
                <a:spLocks noChangeShapeType="1"/>
              </p:cNvSpPr>
              <p:nvPr/>
            </p:nvSpPr>
            <p:spPr bwMode="auto">
              <a:xfrm>
                <a:off x="2944" y="946"/>
                <a:ext cx="44"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sp>
            <p:nvSpPr>
              <p:cNvPr id="344113" name="Line 108">
                <a:extLst>
                  <a:ext uri="{FF2B5EF4-FFF2-40B4-BE49-F238E27FC236}">
                    <a16:creationId xmlns:a16="http://schemas.microsoft.com/office/drawing/2014/main" id="{FD80691D-3A08-A58A-B554-9892A9CA4A61}"/>
                  </a:ext>
                </a:extLst>
              </p:cNvPr>
              <p:cNvSpPr>
                <a:spLocks noChangeShapeType="1"/>
              </p:cNvSpPr>
              <p:nvPr/>
            </p:nvSpPr>
            <p:spPr bwMode="auto">
              <a:xfrm>
                <a:off x="2894" y="850"/>
                <a:ext cx="52" cy="9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grpSp>
      </p:grpSp>
      <p:sp>
        <p:nvSpPr>
          <p:cNvPr id="744557" name="Rectangle 109">
            <a:extLst>
              <a:ext uri="{FF2B5EF4-FFF2-40B4-BE49-F238E27FC236}">
                <a16:creationId xmlns:a16="http://schemas.microsoft.com/office/drawing/2014/main" id="{753AA5E6-DD87-C1E2-6F7E-205095AD7E48}"/>
              </a:ext>
            </a:extLst>
          </p:cNvPr>
          <p:cNvSpPr>
            <a:spLocks noChangeArrowheads="1"/>
          </p:cNvSpPr>
          <p:nvPr/>
        </p:nvSpPr>
        <p:spPr bwMode="auto">
          <a:xfrm>
            <a:off x="1216025" y="5284788"/>
            <a:ext cx="6802438" cy="312737"/>
          </a:xfrm>
          <a:prstGeom prst="rect">
            <a:avLst/>
          </a:prstGeom>
          <a:gradFill rotWithShape="1">
            <a:gsLst>
              <a:gs pos="0">
                <a:schemeClr val="accent1">
                  <a:alpha val="28998"/>
                </a:schemeClr>
              </a:gs>
              <a:gs pos="100000">
                <a:schemeClr val="accent1">
                  <a:alpha val="25000"/>
                </a:scheme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panose="020B0604020202020204" pitchFamily="34" charset="0"/>
            </a:endParaRPr>
          </a:p>
        </p:txBody>
      </p:sp>
    </p:spTree>
    <p:extLst>
      <p:ext uri="{BB962C8B-B14F-4D97-AF65-F5344CB8AC3E}">
        <p14:creationId xmlns:p14="http://schemas.microsoft.com/office/powerpoint/2010/main" val="157489758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9" presetClass="entr" presetSubtype="0" fill="hold" nodeType="clickEffect">
                                  <p:stCondLst>
                                    <p:cond delay="0"/>
                                  </p:stCondLst>
                                  <p:childTnLst>
                                    <p:set>
                                      <p:cBhvr>
                                        <p:cTn id="6" dur="1" fill="hold">
                                          <p:stCondLst>
                                            <p:cond delay="0"/>
                                          </p:stCondLst>
                                        </p:cTn>
                                        <p:tgtEl>
                                          <p:spTgt spid="744557"/>
                                        </p:tgtEl>
                                        <p:attrNameLst>
                                          <p:attrName>style.visibility</p:attrName>
                                        </p:attrNameLst>
                                      </p:cBhvr>
                                      <p:to>
                                        <p:strVal val="visible"/>
                                      </p:to>
                                    </p:set>
                                    <p:animEffect transition="in" filter="dissolve">
                                      <p:cBhvr>
                                        <p:cTn id="7" dur="500"/>
                                        <p:tgtEl>
                                          <p:spTgt spid="7445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44557" grpId="0" animBg="1"/>
    </p:bld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5089" name="页脚占位符 4">
            <a:extLst>
              <a:ext uri="{FF2B5EF4-FFF2-40B4-BE49-F238E27FC236}">
                <a16:creationId xmlns:a16="http://schemas.microsoft.com/office/drawing/2014/main" id="{84FE1C8A-D422-14E8-0C52-2C0093C2A443}"/>
              </a:ext>
            </a:extLst>
          </p:cNvPr>
          <p:cNvSpPr>
            <a:spLocks noGrp="1"/>
          </p:cNvSpPr>
          <p:nvPr>
            <p:ph type="ftr"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zh-CN" sz="12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rPr>
              <a:t>Network Layer</a:t>
            </a:r>
          </a:p>
        </p:txBody>
      </p:sp>
      <p:sp>
        <p:nvSpPr>
          <p:cNvPr id="345090" name="灯片编号占位符 5">
            <a:extLst>
              <a:ext uri="{FF2B5EF4-FFF2-40B4-BE49-F238E27FC236}">
                <a16:creationId xmlns:a16="http://schemas.microsoft.com/office/drawing/2014/main" id="{FACF8B6C-FC1E-32B5-76EB-FD7D6C570571}"/>
              </a:ext>
            </a:extLst>
          </p:cNvPr>
          <p:cNvSpPr>
            <a:spLocks noGrp="1"/>
          </p:cNvSpPr>
          <p:nvPr>
            <p:ph type="sldNum" sz="quarter" idx="12"/>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zh-CN" sz="12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rPr>
              <a:t>4-</a:t>
            </a:r>
            <a:fld id="{82CA0947-1023-9F4E-AF61-4657409C08F3}" type="slidenum">
              <a:rPr kumimoji="0" lang="en-US" altLang="zh-CN" sz="1200" b="0" i="0" u="none" strike="noStrike" kern="1200" cap="none" spc="0" normalizeH="0" baseline="0" noProof="0" smtClean="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rPr>
              <a:pPr marL="0" marR="0" lvl="0" indent="0" algn="r" defTabSz="914400" rtl="0" eaLnBrk="0" fontAlgn="base" latinLnBrk="0" hangingPunct="0">
                <a:lnSpc>
                  <a:spcPct val="100000"/>
                </a:lnSpc>
                <a:spcBef>
                  <a:spcPct val="0"/>
                </a:spcBef>
                <a:spcAft>
                  <a:spcPct val="0"/>
                </a:spcAft>
                <a:buClrTx/>
                <a:buSzTx/>
                <a:buFontTx/>
                <a:buNone/>
                <a:tabLst/>
                <a:defRPr/>
              </a:pPr>
              <a:t>65</a:t>
            </a:fld>
            <a:endParaRPr kumimoji="0" lang="en-US" altLang="zh-CN" sz="12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endParaRPr>
          </a:p>
        </p:txBody>
      </p:sp>
      <p:sp>
        <p:nvSpPr>
          <p:cNvPr id="345091" name="Rectangle 2">
            <a:extLst>
              <a:ext uri="{FF2B5EF4-FFF2-40B4-BE49-F238E27FC236}">
                <a16:creationId xmlns:a16="http://schemas.microsoft.com/office/drawing/2014/main" id="{B744E0FE-9A01-1978-8327-2B20A574EADF}"/>
              </a:ext>
            </a:extLst>
          </p:cNvPr>
          <p:cNvSpPr>
            <a:spLocks noGrp="1" noChangeArrowheads="1"/>
          </p:cNvSpPr>
          <p:nvPr>
            <p:ph type="title"/>
          </p:nvPr>
        </p:nvSpPr>
        <p:spPr>
          <a:xfrm>
            <a:off x="409575" y="0"/>
            <a:ext cx="7772400" cy="1143000"/>
          </a:xfrm>
        </p:spPr>
        <p:txBody>
          <a:bodyPr/>
          <a:lstStyle/>
          <a:p>
            <a:pPr eaLnBrk="1" hangingPunct="1"/>
            <a:r>
              <a:rPr lang="en-US" altLang="zh-CN" sz="3600">
                <a:ea typeface="宋体" panose="02010600030101010101" pitchFamily="2" charset="-122"/>
              </a:rPr>
              <a:t>RIP: Example</a:t>
            </a:r>
            <a:r>
              <a:rPr lang="en-US" altLang="zh-CN" sz="2800">
                <a:ea typeface="宋体" panose="02010600030101010101" pitchFamily="2" charset="-122"/>
              </a:rPr>
              <a:t> </a:t>
            </a:r>
          </a:p>
        </p:txBody>
      </p:sp>
      <p:sp>
        <p:nvSpPr>
          <p:cNvPr id="345092" name="Text Box 3">
            <a:extLst>
              <a:ext uri="{FF2B5EF4-FFF2-40B4-BE49-F238E27FC236}">
                <a16:creationId xmlns:a16="http://schemas.microsoft.com/office/drawing/2014/main" id="{5638041E-9FAC-59D5-EB10-A6D4C310FC38}"/>
              </a:ext>
            </a:extLst>
          </p:cNvPr>
          <p:cNvSpPr txBox="1">
            <a:spLocks noChangeArrowheads="1"/>
          </p:cNvSpPr>
          <p:nvPr/>
        </p:nvSpPr>
        <p:spPr bwMode="auto">
          <a:xfrm>
            <a:off x="1220788" y="4205288"/>
            <a:ext cx="6780212" cy="2098675"/>
          </a:xfrm>
          <a:prstGeom prst="rect">
            <a:avLst/>
          </a:prstGeom>
          <a:noFill/>
          <a:ln w="28575">
            <a:solidFill>
              <a:srgbClr val="CC0000"/>
            </a:solidFill>
            <a:miter lim="800000"/>
            <a:headEnd/>
            <a:tailEnd/>
          </a:ln>
          <a:extLst>
            <a:ext uri="{909E8E84-426E-40DD-AFC4-6F175D3DCCD1}">
              <a14:hiddenFill xmlns:a14="http://schemas.microsoft.com/office/drawing/2010/main">
                <a:solidFill>
                  <a:srgbClr val="FFFFFF"/>
                </a:solidFill>
              </a14:hiddenFill>
            </a:ext>
          </a:extLst>
        </p:spPr>
        <p:txBody>
          <a:bodyPr lIns="0" tIns="0" rIns="0" bIns="0">
            <a:spAutoFit/>
          </a:bodyP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zh-CN" sz="2000" b="1" i="0" u="none" strike="noStrike" kern="1200" cap="none" spc="0" normalizeH="0" baseline="0" noProof="0">
                <a:ln>
                  <a:noFill/>
                </a:ln>
                <a:solidFill>
                  <a:srgbClr val="000099"/>
                </a:solidFill>
                <a:effectLst/>
                <a:uLnTx/>
                <a:uFillTx/>
                <a:latin typeface="Arial" panose="020B0604020202020204" pitchFamily="34" charset="0"/>
                <a:ea typeface="宋体" panose="02010600030101010101" pitchFamily="2" charset="-122"/>
                <a:cs typeface="Arial" panose="020B0604020202020204" pitchFamily="34" charset="0"/>
              </a:rPr>
              <a:t>destination subnet	  next  router      # hops to dest</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zh-CN" sz="2000" b="1"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rPr>
              <a:t> 	</a:t>
            </a:r>
            <a:r>
              <a:rPr kumimoji="0" lang="en-US" altLang="zh-CN" sz="2400" b="0" i="0" u="none" strike="noStrike" kern="1200" cap="none" spc="0" normalizeH="0" baseline="0" noProof="0">
                <a:ln>
                  <a:noFill/>
                </a:ln>
                <a:solidFill>
                  <a:srgbClr val="FF0000"/>
                </a:solidFill>
                <a:effectLst/>
                <a:uLnTx/>
                <a:uFillTx/>
                <a:latin typeface="Arial" panose="020B0604020202020204" pitchFamily="34" charset="0"/>
                <a:ea typeface="宋体" panose="02010600030101010101" pitchFamily="2" charset="-122"/>
                <a:cs typeface="Arial" panose="020B0604020202020204" pitchFamily="34" charset="0"/>
              </a:rPr>
              <a:t>w</a:t>
            </a:r>
            <a:r>
              <a:rPr kumimoji="0" lang="en-US" altLang="zh-CN" sz="24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rPr>
              <a:t>			A		2</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zh-CN" sz="24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rPr>
              <a:t>	</a:t>
            </a:r>
            <a:r>
              <a:rPr kumimoji="0" lang="en-US" altLang="zh-CN" sz="2400" b="0" i="0" u="none" strike="noStrike" kern="1200" cap="none" spc="0" normalizeH="0" baseline="0" noProof="0">
                <a:ln>
                  <a:noFill/>
                </a:ln>
                <a:solidFill>
                  <a:srgbClr val="FF0000"/>
                </a:solidFill>
                <a:effectLst/>
                <a:uLnTx/>
                <a:uFillTx/>
                <a:latin typeface="Arial" panose="020B0604020202020204" pitchFamily="34" charset="0"/>
                <a:ea typeface="宋体" panose="02010600030101010101" pitchFamily="2" charset="-122"/>
                <a:cs typeface="Arial" panose="020B0604020202020204" pitchFamily="34" charset="0"/>
              </a:rPr>
              <a:t>y</a:t>
            </a:r>
            <a:r>
              <a:rPr kumimoji="0" lang="en-US" altLang="zh-CN" sz="24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rPr>
              <a:t>			B		2</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zh-CN" sz="24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rPr>
              <a:t> 	</a:t>
            </a:r>
            <a:r>
              <a:rPr kumimoji="0" lang="en-US" altLang="zh-CN" sz="2400" b="0" i="0" u="none" strike="noStrike" kern="1200" cap="none" spc="0" normalizeH="0" baseline="0" noProof="0">
                <a:ln>
                  <a:noFill/>
                </a:ln>
                <a:solidFill>
                  <a:srgbClr val="FF0000"/>
                </a:solidFill>
                <a:effectLst/>
                <a:uLnTx/>
                <a:uFillTx/>
                <a:latin typeface="Arial" panose="020B0604020202020204" pitchFamily="34" charset="0"/>
                <a:ea typeface="宋体" panose="02010600030101010101" pitchFamily="2" charset="-122"/>
                <a:cs typeface="Arial" panose="020B0604020202020204" pitchFamily="34" charset="0"/>
              </a:rPr>
              <a:t>z</a:t>
            </a:r>
            <a:r>
              <a:rPr kumimoji="0" lang="en-US" altLang="zh-CN" sz="24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rPr>
              <a:t>			B		7</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zh-CN" sz="24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rPr>
              <a:t>	</a:t>
            </a:r>
            <a:r>
              <a:rPr kumimoji="0" lang="en-US" altLang="zh-CN" sz="2400" b="0" i="0" u="none" strike="noStrike" kern="1200" cap="none" spc="0" normalizeH="0" baseline="0" noProof="0">
                <a:ln>
                  <a:noFill/>
                </a:ln>
                <a:solidFill>
                  <a:srgbClr val="FF0000"/>
                </a:solidFill>
                <a:effectLst/>
                <a:uLnTx/>
                <a:uFillTx/>
                <a:latin typeface="Arial" panose="020B0604020202020204" pitchFamily="34" charset="0"/>
                <a:ea typeface="宋体" panose="02010600030101010101" pitchFamily="2" charset="-122"/>
                <a:cs typeface="Arial" panose="020B0604020202020204" pitchFamily="34" charset="0"/>
              </a:rPr>
              <a:t>x</a:t>
            </a:r>
            <a:r>
              <a:rPr kumimoji="0" lang="en-US" altLang="zh-CN" sz="24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rPr>
              <a:t>			--		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zh-CN" sz="20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rPr>
              <a:t>	….			….		....</a:t>
            </a:r>
          </a:p>
        </p:txBody>
      </p:sp>
      <p:sp>
        <p:nvSpPr>
          <p:cNvPr id="345093" name="Text Box 4">
            <a:extLst>
              <a:ext uri="{FF2B5EF4-FFF2-40B4-BE49-F238E27FC236}">
                <a16:creationId xmlns:a16="http://schemas.microsoft.com/office/drawing/2014/main" id="{EB785524-3CE7-C957-9C77-5AF2119027BC}"/>
              </a:ext>
            </a:extLst>
          </p:cNvPr>
          <p:cNvSpPr txBox="1">
            <a:spLocks noChangeArrowheads="1"/>
          </p:cNvSpPr>
          <p:nvPr/>
        </p:nvSpPr>
        <p:spPr bwMode="auto">
          <a:xfrm>
            <a:off x="2898775" y="3830638"/>
            <a:ext cx="2805113"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zh-CN"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panose="020B0604020202020204" pitchFamily="34" charset="0"/>
              </a:rPr>
              <a:t>routing table in router D</a:t>
            </a:r>
          </a:p>
        </p:txBody>
      </p:sp>
      <p:grpSp>
        <p:nvGrpSpPr>
          <p:cNvPr id="345094" name="Group 5">
            <a:extLst>
              <a:ext uri="{FF2B5EF4-FFF2-40B4-BE49-F238E27FC236}">
                <a16:creationId xmlns:a16="http://schemas.microsoft.com/office/drawing/2014/main" id="{4088DBFB-D756-16AC-6222-154209215C6F}"/>
              </a:ext>
            </a:extLst>
          </p:cNvPr>
          <p:cNvGrpSpPr>
            <a:grpSpLocks/>
          </p:cNvGrpSpPr>
          <p:nvPr/>
        </p:nvGrpSpPr>
        <p:grpSpPr bwMode="auto">
          <a:xfrm>
            <a:off x="631825" y="1827213"/>
            <a:ext cx="8296275" cy="1901825"/>
            <a:chOff x="398" y="1151"/>
            <a:chExt cx="5226" cy="1198"/>
          </a:xfrm>
        </p:grpSpPr>
        <p:sp>
          <p:nvSpPr>
            <p:cNvPr id="345105" name="Line 6">
              <a:extLst>
                <a:ext uri="{FF2B5EF4-FFF2-40B4-BE49-F238E27FC236}">
                  <a16:creationId xmlns:a16="http://schemas.microsoft.com/office/drawing/2014/main" id="{2801B111-A7E4-8A10-4CFE-AA0A13BE9AC4}"/>
                </a:ext>
              </a:extLst>
            </p:cNvPr>
            <p:cNvSpPr>
              <a:spLocks noChangeShapeType="1"/>
            </p:cNvSpPr>
            <p:nvPr/>
          </p:nvSpPr>
          <p:spPr bwMode="auto">
            <a:xfrm>
              <a:off x="3828" y="1559"/>
              <a:ext cx="617"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sp>
          <p:nvSpPr>
            <p:cNvPr id="345106" name="Freeform 7">
              <a:extLst>
                <a:ext uri="{FF2B5EF4-FFF2-40B4-BE49-F238E27FC236}">
                  <a16:creationId xmlns:a16="http://schemas.microsoft.com/office/drawing/2014/main" id="{30D99486-986A-C5A5-E78E-957ED99E2695}"/>
                </a:ext>
              </a:extLst>
            </p:cNvPr>
            <p:cNvSpPr>
              <a:spLocks/>
            </p:cNvSpPr>
            <p:nvPr/>
          </p:nvSpPr>
          <p:spPr bwMode="auto">
            <a:xfrm>
              <a:off x="1593" y="1566"/>
              <a:ext cx="782" cy="1"/>
            </a:xfrm>
            <a:custGeom>
              <a:avLst/>
              <a:gdLst>
                <a:gd name="T0" fmla="*/ 0 w 805"/>
                <a:gd name="T1" fmla="*/ 0 h 1"/>
                <a:gd name="T2" fmla="*/ 439 w 805"/>
                <a:gd name="T3" fmla="*/ 1 h 1"/>
                <a:gd name="T4" fmla="*/ 0 60000 65536"/>
                <a:gd name="T5" fmla="*/ 0 60000 65536"/>
                <a:gd name="T6" fmla="*/ 0 w 805"/>
                <a:gd name="T7" fmla="*/ 0 h 1"/>
                <a:gd name="T8" fmla="*/ 805 w 805"/>
                <a:gd name="T9" fmla="*/ 1 h 1"/>
              </a:gdLst>
              <a:ahLst/>
              <a:cxnLst>
                <a:cxn ang="T4">
                  <a:pos x="T0" y="T1"/>
                </a:cxn>
                <a:cxn ang="T5">
                  <a:pos x="T2" y="T3"/>
                </a:cxn>
              </a:cxnLst>
              <a:rect l="T6" t="T7" r="T8" b="T9"/>
              <a:pathLst>
                <a:path w="805" h="1">
                  <a:moveTo>
                    <a:pt x="0" y="0"/>
                  </a:moveTo>
                  <a:lnTo>
                    <a:pt x="805" y="1"/>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sp>
          <p:nvSpPr>
            <p:cNvPr id="345107" name="Freeform 8">
              <a:extLst>
                <a:ext uri="{FF2B5EF4-FFF2-40B4-BE49-F238E27FC236}">
                  <a16:creationId xmlns:a16="http://schemas.microsoft.com/office/drawing/2014/main" id="{BE2E3157-7F72-3B84-1CB0-E01C06288638}"/>
                </a:ext>
              </a:extLst>
            </p:cNvPr>
            <p:cNvSpPr>
              <a:spLocks/>
            </p:cNvSpPr>
            <p:nvPr/>
          </p:nvSpPr>
          <p:spPr bwMode="auto">
            <a:xfrm>
              <a:off x="1594" y="1434"/>
              <a:ext cx="671" cy="243"/>
            </a:xfrm>
            <a:custGeom>
              <a:avLst/>
              <a:gdLst>
                <a:gd name="T0" fmla="*/ 218 w 690"/>
                <a:gd name="T1" fmla="*/ 4 h 274"/>
                <a:gd name="T2" fmla="*/ 42 w 690"/>
                <a:gd name="T3" fmla="*/ 4 h 274"/>
                <a:gd name="T4" fmla="*/ 50 w 690"/>
                <a:gd name="T5" fmla="*/ 19 h 274"/>
                <a:gd name="T6" fmla="*/ 334 w 690"/>
                <a:gd name="T7" fmla="*/ 20 h 274"/>
                <a:gd name="T8" fmla="*/ 353 w 690"/>
                <a:gd name="T9" fmla="*/ 6 h 274"/>
                <a:gd name="T10" fmla="*/ 218 w 690"/>
                <a:gd name="T11" fmla="*/ 4 h 274"/>
                <a:gd name="T12" fmla="*/ 0 60000 65536"/>
                <a:gd name="T13" fmla="*/ 0 60000 65536"/>
                <a:gd name="T14" fmla="*/ 0 60000 65536"/>
                <a:gd name="T15" fmla="*/ 0 60000 65536"/>
                <a:gd name="T16" fmla="*/ 0 60000 65536"/>
                <a:gd name="T17" fmla="*/ 0 60000 65536"/>
                <a:gd name="T18" fmla="*/ 0 w 690"/>
                <a:gd name="T19" fmla="*/ 0 h 274"/>
                <a:gd name="T20" fmla="*/ 690 w 690"/>
                <a:gd name="T21" fmla="*/ 274 h 274"/>
              </a:gdLst>
              <a:ahLst/>
              <a:cxnLst>
                <a:cxn ang="T12">
                  <a:pos x="T0" y="T1"/>
                </a:cxn>
                <a:cxn ang="T13">
                  <a:pos x="T2" y="T3"/>
                </a:cxn>
                <a:cxn ang="T14">
                  <a:pos x="T4" y="T5"/>
                </a:cxn>
                <a:cxn ang="T15">
                  <a:pos x="T6" y="T7"/>
                </a:cxn>
                <a:cxn ang="T16">
                  <a:pos x="T8" y="T9"/>
                </a:cxn>
                <a:cxn ang="T17">
                  <a:pos x="T10" y="T11"/>
                </a:cxn>
              </a:cxnLst>
              <a:rect l="T18" t="T19" r="T20" b="T21"/>
              <a:pathLst>
                <a:path w="690" h="274">
                  <a:moveTo>
                    <a:pt x="391" y="60"/>
                  </a:moveTo>
                  <a:cubicBezTo>
                    <a:pt x="297" y="52"/>
                    <a:pt x="123" y="0"/>
                    <a:pt x="73" y="30"/>
                  </a:cubicBezTo>
                  <a:cubicBezTo>
                    <a:pt x="23" y="60"/>
                    <a:pt x="0" y="202"/>
                    <a:pt x="88" y="238"/>
                  </a:cubicBezTo>
                  <a:cubicBezTo>
                    <a:pt x="176" y="274"/>
                    <a:pt x="508" y="272"/>
                    <a:pt x="599" y="245"/>
                  </a:cubicBezTo>
                  <a:cubicBezTo>
                    <a:pt x="690" y="218"/>
                    <a:pt x="671" y="106"/>
                    <a:pt x="636" y="75"/>
                  </a:cubicBezTo>
                  <a:cubicBezTo>
                    <a:pt x="601" y="44"/>
                    <a:pt x="485" y="68"/>
                    <a:pt x="391" y="60"/>
                  </a:cubicBezTo>
                  <a:close/>
                </a:path>
              </a:pathLst>
            </a:cu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grpSp>
          <p:nvGrpSpPr>
            <p:cNvPr id="345108" name="Group 9">
              <a:extLst>
                <a:ext uri="{FF2B5EF4-FFF2-40B4-BE49-F238E27FC236}">
                  <a16:creationId xmlns:a16="http://schemas.microsoft.com/office/drawing/2014/main" id="{67823FDB-0670-B1AE-4281-4D96B374F966}"/>
                </a:ext>
              </a:extLst>
            </p:cNvPr>
            <p:cNvGrpSpPr>
              <a:grpSpLocks/>
            </p:cNvGrpSpPr>
            <p:nvPr/>
          </p:nvGrpSpPr>
          <p:grpSpPr bwMode="auto">
            <a:xfrm>
              <a:off x="2288" y="1465"/>
              <a:ext cx="416" cy="175"/>
              <a:chOff x="3600" y="219"/>
              <a:chExt cx="360" cy="175"/>
            </a:xfrm>
          </p:grpSpPr>
          <p:sp>
            <p:nvSpPr>
              <p:cNvPr id="345196" name="Oval 10">
                <a:extLst>
                  <a:ext uri="{FF2B5EF4-FFF2-40B4-BE49-F238E27FC236}">
                    <a16:creationId xmlns:a16="http://schemas.microsoft.com/office/drawing/2014/main" id="{32C99188-5262-3C12-8239-95D9A56508E0}"/>
                  </a:ext>
                </a:extLst>
              </p:cNvPr>
              <p:cNvSpPr>
                <a:spLocks noChangeArrowheads="1"/>
              </p:cNvSpPr>
              <p:nvPr/>
            </p:nvSpPr>
            <p:spPr bwMode="auto">
              <a:xfrm>
                <a:off x="3603" y="297"/>
                <a:ext cx="357" cy="97"/>
              </a:xfrm>
              <a:prstGeom prst="ellipse">
                <a:avLst/>
              </a:prstGeom>
              <a:solidFill>
                <a:schemeClr val="hlink"/>
              </a:solidFill>
              <a:ln w="12700">
                <a:solidFill>
                  <a:schemeClr val="tx1"/>
                </a:solidFill>
                <a:round/>
                <a:headEnd/>
                <a:tailEnd/>
              </a:ln>
            </p:spPr>
            <p:txBody>
              <a:bodyPr wrap="none" anchor="ct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panose="020B0604020202020204" pitchFamily="34" charset="0"/>
                </a:endParaRPr>
              </a:p>
            </p:txBody>
          </p:sp>
          <p:sp>
            <p:nvSpPr>
              <p:cNvPr id="345197" name="Line 11">
                <a:extLst>
                  <a:ext uri="{FF2B5EF4-FFF2-40B4-BE49-F238E27FC236}">
                    <a16:creationId xmlns:a16="http://schemas.microsoft.com/office/drawing/2014/main" id="{9685E25A-D65F-383D-D574-2FD449AE1C9F}"/>
                  </a:ext>
                </a:extLst>
              </p:cNvPr>
              <p:cNvSpPr>
                <a:spLocks noChangeShapeType="1"/>
              </p:cNvSpPr>
              <p:nvPr/>
            </p:nvSpPr>
            <p:spPr bwMode="auto">
              <a:xfrm>
                <a:off x="3603" y="289"/>
                <a:ext cx="0" cy="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sp>
            <p:nvSpPr>
              <p:cNvPr id="345198" name="Line 12">
                <a:extLst>
                  <a:ext uri="{FF2B5EF4-FFF2-40B4-BE49-F238E27FC236}">
                    <a16:creationId xmlns:a16="http://schemas.microsoft.com/office/drawing/2014/main" id="{8BE83CF1-5A27-98A5-CE20-21058E0F0943}"/>
                  </a:ext>
                </a:extLst>
              </p:cNvPr>
              <p:cNvSpPr>
                <a:spLocks noChangeShapeType="1"/>
              </p:cNvSpPr>
              <p:nvPr/>
            </p:nvSpPr>
            <p:spPr bwMode="auto">
              <a:xfrm>
                <a:off x="3960" y="289"/>
                <a:ext cx="0" cy="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sp>
            <p:nvSpPr>
              <p:cNvPr id="345199" name="Rectangle 13">
                <a:extLst>
                  <a:ext uri="{FF2B5EF4-FFF2-40B4-BE49-F238E27FC236}">
                    <a16:creationId xmlns:a16="http://schemas.microsoft.com/office/drawing/2014/main" id="{A7FBFE22-4BFC-7FA9-78D7-E16CFD470F39}"/>
                  </a:ext>
                </a:extLst>
              </p:cNvPr>
              <p:cNvSpPr>
                <a:spLocks noChangeArrowheads="1"/>
              </p:cNvSpPr>
              <p:nvPr/>
            </p:nvSpPr>
            <p:spPr bwMode="auto">
              <a:xfrm>
                <a:off x="3603" y="289"/>
                <a:ext cx="354" cy="59"/>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zh-CN" altLang="en-US" sz="24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Arial" panose="020B0604020202020204" pitchFamily="34" charset="0"/>
                </a:endParaRPr>
              </a:p>
            </p:txBody>
          </p:sp>
          <p:sp>
            <p:nvSpPr>
              <p:cNvPr id="345200" name="Oval 14">
                <a:extLst>
                  <a:ext uri="{FF2B5EF4-FFF2-40B4-BE49-F238E27FC236}">
                    <a16:creationId xmlns:a16="http://schemas.microsoft.com/office/drawing/2014/main" id="{F84D0C8D-B742-EEDE-EC9C-A60A621BA45A}"/>
                  </a:ext>
                </a:extLst>
              </p:cNvPr>
              <p:cNvSpPr>
                <a:spLocks noChangeArrowheads="1"/>
              </p:cNvSpPr>
              <p:nvPr/>
            </p:nvSpPr>
            <p:spPr bwMode="auto">
              <a:xfrm>
                <a:off x="3600" y="219"/>
                <a:ext cx="357" cy="113"/>
              </a:xfrm>
              <a:prstGeom prst="ellipse">
                <a:avLst/>
              </a:prstGeom>
              <a:solidFill>
                <a:schemeClr val="hlink"/>
              </a:solidFill>
              <a:ln w="12700">
                <a:solidFill>
                  <a:schemeClr val="tx1"/>
                </a:solidFill>
                <a:round/>
                <a:headEnd/>
                <a:tailEnd/>
              </a:ln>
            </p:spPr>
            <p:txBody>
              <a:bodyPr wrap="none" anchor="ct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panose="020B0604020202020204" pitchFamily="34" charset="0"/>
                </a:endParaRPr>
              </a:p>
            </p:txBody>
          </p:sp>
          <p:grpSp>
            <p:nvGrpSpPr>
              <p:cNvPr id="345201" name="Group 15">
                <a:extLst>
                  <a:ext uri="{FF2B5EF4-FFF2-40B4-BE49-F238E27FC236}">
                    <a16:creationId xmlns:a16="http://schemas.microsoft.com/office/drawing/2014/main" id="{50D51C90-98FC-B71F-E9F7-339A684208CF}"/>
                  </a:ext>
                </a:extLst>
              </p:cNvPr>
              <p:cNvGrpSpPr>
                <a:grpSpLocks/>
              </p:cNvGrpSpPr>
              <p:nvPr/>
            </p:nvGrpSpPr>
            <p:grpSpPr bwMode="auto">
              <a:xfrm>
                <a:off x="3686" y="244"/>
                <a:ext cx="177" cy="66"/>
                <a:chOff x="2848" y="848"/>
                <a:chExt cx="140" cy="98"/>
              </a:xfrm>
            </p:grpSpPr>
            <p:sp>
              <p:nvSpPr>
                <p:cNvPr id="345206" name="Line 16">
                  <a:extLst>
                    <a:ext uri="{FF2B5EF4-FFF2-40B4-BE49-F238E27FC236}">
                      <a16:creationId xmlns:a16="http://schemas.microsoft.com/office/drawing/2014/main" id="{3AAE3598-F0EA-D236-3F17-92F331A80C7E}"/>
                    </a:ext>
                  </a:extLst>
                </p:cNvPr>
                <p:cNvSpPr>
                  <a:spLocks noChangeShapeType="1"/>
                </p:cNvSpPr>
                <p:nvPr/>
              </p:nvSpPr>
              <p:spPr bwMode="auto">
                <a:xfrm flipV="1">
                  <a:off x="2848" y="848"/>
                  <a:ext cx="50" cy="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sp>
              <p:nvSpPr>
                <p:cNvPr id="345207" name="Line 17">
                  <a:extLst>
                    <a:ext uri="{FF2B5EF4-FFF2-40B4-BE49-F238E27FC236}">
                      <a16:creationId xmlns:a16="http://schemas.microsoft.com/office/drawing/2014/main" id="{D752A926-4A7C-6AEC-85DE-95E190251756}"/>
                    </a:ext>
                  </a:extLst>
                </p:cNvPr>
                <p:cNvSpPr>
                  <a:spLocks noChangeShapeType="1"/>
                </p:cNvSpPr>
                <p:nvPr/>
              </p:nvSpPr>
              <p:spPr bwMode="auto">
                <a:xfrm>
                  <a:off x="2944" y="946"/>
                  <a:ext cx="44"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sp>
              <p:nvSpPr>
                <p:cNvPr id="345208" name="Line 18">
                  <a:extLst>
                    <a:ext uri="{FF2B5EF4-FFF2-40B4-BE49-F238E27FC236}">
                      <a16:creationId xmlns:a16="http://schemas.microsoft.com/office/drawing/2014/main" id="{A60D8513-B2C5-AAD9-01E2-B43750BF50A3}"/>
                    </a:ext>
                  </a:extLst>
                </p:cNvPr>
                <p:cNvSpPr>
                  <a:spLocks noChangeShapeType="1"/>
                </p:cNvSpPr>
                <p:nvPr/>
              </p:nvSpPr>
              <p:spPr bwMode="auto">
                <a:xfrm>
                  <a:off x="2894" y="850"/>
                  <a:ext cx="52" cy="9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grpSp>
          <p:grpSp>
            <p:nvGrpSpPr>
              <p:cNvPr id="345202" name="Group 19">
                <a:extLst>
                  <a:ext uri="{FF2B5EF4-FFF2-40B4-BE49-F238E27FC236}">
                    <a16:creationId xmlns:a16="http://schemas.microsoft.com/office/drawing/2014/main" id="{D2878F91-07DC-06AC-6496-B10FCF0F4A48}"/>
                  </a:ext>
                </a:extLst>
              </p:cNvPr>
              <p:cNvGrpSpPr>
                <a:grpSpLocks/>
              </p:cNvGrpSpPr>
              <p:nvPr/>
            </p:nvGrpSpPr>
            <p:grpSpPr bwMode="auto">
              <a:xfrm flipV="1">
                <a:off x="3686" y="243"/>
                <a:ext cx="177" cy="66"/>
                <a:chOff x="2848" y="848"/>
                <a:chExt cx="140" cy="98"/>
              </a:xfrm>
            </p:grpSpPr>
            <p:sp>
              <p:nvSpPr>
                <p:cNvPr id="345203" name="Line 20">
                  <a:extLst>
                    <a:ext uri="{FF2B5EF4-FFF2-40B4-BE49-F238E27FC236}">
                      <a16:creationId xmlns:a16="http://schemas.microsoft.com/office/drawing/2014/main" id="{F840E901-F4E0-092F-BDFC-CE8A63D65E0D}"/>
                    </a:ext>
                  </a:extLst>
                </p:cNvPr>
                <p:cNvSpPr>
                  <a:spLocks noChangeShapeType="1"/>
                </p:cNvSpPr>
                <p:nvPr/>
              </p:nvSpPr>
              <p:spPr bwMode="auto">
                <a:xfrm flipV="1">
                  <a:off x="2848" y="848"/>
                  <a:ext cx="50" cy="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sp>
              <p:nvSpPr>
                <p:cNvPr id="345204" name="Line 21">
                  <a:extLst>
                    <a:ext uri="{FF2B5EF4-FFF2-40B4-BE49-F238E27FC236}">
                      <a16:creationId xmlns:a16="http://schemas.microsoft.com/office/drawing/2014/main" id="{305890EA-0793-C8B4-A0D7-F1A23AC7D9EB}"/>
                    </a:ext>
                  </a:extLst>
                </p:cNvPr>
                <p:cNvSpPr>
                  <a:spLocks noChangeShapeType="1"/>
                </p:cNvSpPr>
                <p:nvPr/>
              </p:nvSpPr>
              <p:spPr bwMode="auto">
                <a:xfrm>
                  <a:off x="2944" y="946"/>
                  <a:ext cx="44"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sp>
              <p:nvSpPr>
                <p:cNvPr id="345205" name="Line 22">
                  <a:extLst>
                    <a:ext uri="{FF2B5EF4-FFF2-40B4-BE49-F238E27FC236}">
                      <a16:creationId xmlns:a16="http://schemas.microsoft.com/office/drawing/2014/main" id="{2A2A9D7E-55A6-789B-1CC2-9CEFDE5B7866}"/>
                    </a:ext>
                  </a:extLst>
                </p:cNvPr>
                <p:cNvSpPr>
                  <a:spLocks noChangeShapeType="1"/>
                </p:cNvSpPr>
                <p:nvPr/>
              </p:nvSpPr>
              <p:spPr bwMode="auto">
                <a:xfrm>
                  <a:off x="2894" y="850"/>
                  <a:ext cx="52" cy="9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grpSp>
        </p:grpSp>
        <p:grpSp>
          <p:nvGrpSpPr>
            <p:cNvPr id="345109" name="Group 23">
              <a:extLst>
                <a:ext uri="{FF2B5EF4-FFF2-40B4-BE49-F238E27FC236}">
                  <a16:creationId xmlns:a16="http://schemas.microsoft.com/office/drawing/2014/main" id="{894FC9B6-FE11-97FD-DC64-5E78C46827AB}"/>
                </a:ext>
              </a:extLst>
            </p:cNvPr>
            <p:cNvGrpSpPr>
              <a:grpSpLocks/>
            </p:cNvGrpSpPr>
            <p:nvPr/>
          </p:nvGrpSpPr>
          <p:grpSpPr bwMode="auto">
            <a:xfrm>
              <a:off x="2280" y="1909"/>
              <a:ext cx="414" cy="175"/>
              <a:chOff x="3600" y="219"/>
              <a:chExt cx="360" cy="175"/>
            </a:xfrm>
          </p:grpSpPr>
          <p:sp>
            <p:nvSpPr>
              <p:cNvPr id="345183" name="Oval 24">
                <a:extLst>
                  <a:ext uri="{FF2B5EF4-FFF2-40B4-BE49-F238E27FC236}">
                    <a16:creationId xmlns:a16="http://schemas.microsoft.com/office/drawing/2014/main" id="{BA3083D0-2C99-5836-A36F-944D3398A761}"/>
                  </a:ext>
                </a:extLst>
              </p:cNvPr>
              <p:cNvSpPr>
                <a:spLocks noChangeArrowheads="1"/>
              </p:cNvSpPr>
              <p:nvPr/>
            </p:nvSpPr>
            <p:spPr bwMode="auto">
              <a:xfrm>
                <a:off x="3603" y="297"/>
                <a:ext cx="357" cy="97"/>
              </a:xfrm>
              <a:prstGeom prst="ellipse">
                <a:avLst/>
              </a:prstGeom>
              <a:solidFill>
                <a:schemeClr val="hlink"/>
              </a:solidFill>
              <a:ln w="12700">
                <a:solidFill>
                  <a:schemeClr val="tx1"/>
                </a:solidFill>
                <a:round/>
                <a:headEnd/>
                <a:tailEnd/>
              </a:ln>
            </p:spPr>
            <p:txBody>
              <a:bodyPr wrap="none" anchor="ct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panose="020B0604020202020204" pitchFamily="34" charset="0"/>
                </a:endParaRPr>
              </a:p>
            </p:txBody>
          </p:sp>
          <p:sp>
            <p:nvSpPr>
              <p:cNvPr id="345184" name="Line 25">
                <a:extLst>
                  <a:ext uri="{FF2B5EF4-FFF2-40B4-BE49-F238E27FC236}">
                    <a16:creationId xmlns:a16="http://schemas.microsoft.com/office/drawing/2014/main" id="{9F692874-2A75-B620-5BB6-8A92D27C50F5}"/>
                  </a:ext>
                </a:extLst>
              </p:cNvPr>
              <p:cNvSpPr>
                <a:spLocks noChangeShapeType="1"/>
              </p:cNvSpPr>
              <p:nvPr/>
            </p:nvSpPr>
            <p:spPr bwMode="auto">
              <a:xfrm>
                <a:off x="3603" y="289"/>
                <a:ext cx="0" cy="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sp>
            <p:nvSpPr>
              <p:cNvPr id="345185" name="Line 26">
                <a:extLst>
                  <a:ext uri="{FF2B5EF4-FFF2-40B4-BE49-F238E27FC236}">
                    <a16:creationId xmlns:a16="http://schemas.microsoft.com/office/drawing/2014/main" id="{656D93E3-A0BF-04E9-D07B-9F8311D6C0A1}"/>
                  </a:ext>
                </a:extLst>
              </p:cNvPr>
              <p:cNvSpPr>
                <a:spLocks noChangeShapeType="1"/>
              </p:cNvSpPr>
              <p:nvPr/>
            </p:nvSpPr>
            <p:spPr bwMode="auto">
              <a:xfrm>
                <a:off x="3960" y="289"/>
                <a:ext cx="0" cy="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sp>
            <p:nvSpPr>
              <p:cNvPr id="345186" name="Rectangle 27">
                <a:extLst>
                  <a:ext uri="{FF2B5EF4-FFF2-40B4-BE49-F238E27FC236}">
                    <a16:creationId xmlns:a16="http://schemas.microsoft.com/office/drawing/2014/main" id="{FD739869-BBE8-EDE6-3ACA-CD12846B6D6E}"/>
                  </a:ext>
                </a:extLst>
              </p:cNvPr>
              <p:cNvSpPr>
                <a:spLocks noChangeArrowheads="1"/>
              </p:cNvSpPr>
              <p:nvPr/>
            </p:nvSpPr>
            <p:spPr bwMode="auto">
              <a:xfrm>
                <a:off x="3603" y="289"/>
                <a:ext cx="354" cy="59"/>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zh-CN" altLang="en-US" sz="24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Arial" panose="020B0604020202020204" pitchFamily="34" charset="0"/>
                </a:endParaRPr>
              </a:p>
            </p:txBody>
          </p:sp>
          <p:sp>
            <p:nvSpPr>
              <p:cNvPr id="345187" name="Oval 28">
                <a:extLst>
                  <a:ext uri="{FF2B5EF4-FFF2-40B4-BE49-F238E27FC236}">
                    <a16:creationId xmlns:a16="http://schemas.microsoft.com/office/drawing/2014/main" id="{DE0A2BEB-9616-996E-4DA4-F23AC8F3EB76}"/>
                  </a:ext>
                </a:extLst>
              </p:cNvPr>
              <p:cNvSpPr>
                <a:spLocks noChangeArrowheads="1"/>
              </p:cNvSpPr>
              <p:nvPr/>
            </p:nvSpPr>
            <p:spPr bwMode="auto">
              <a:xfrm>
                <a:off x="3600" y="219"/>
                <a:ext cx="357" cy="113"/>
              </a:xfrm>
              <a:prstGeom prst="ellipse">
                <a:avLst/>
              </a:prstGeom>
              <a:solidFill>
                <a:schemeClr val="hlink"/>
              </a:solidFill>
              <a:ln w="12700">
                <a:solidFill>
                  <a:schemeClr val="tx1"/>
                </a:solidFill>
                <a:round/>
                <a:headEnd/>
                <a:tailEnd/>
              </a:ln>
            </p:spPr>
            <p:txBody>
              <a:bodyPr wrap="none" anchor="ct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panose="020B0604020202020204" pitchFamily="34" charset="0"/>
                </a:endParaRPr>
              </a:p>
            </p:txBody>
          </p:sp>
          <p:grpSp>
            <p:nvGrpSpPr>
              <p:cNvPr id="345188" name="Group 29">
                <a:extLst>
                  <a:ext uri="{FF2B5EF4-FFF2-40B4-BE49-F238E27FC236}">
                    <a16:creationId xmlns:a16="http://schemas.microsoft.com/office/drawing/2014/main" id="{49AE8F18-AD69-3327-93F7-2FA993A39192}"/>
                  </a:ext>
                </a:extLst>
              </p:cNvPr>
              <p:cNvGrpSpPr>
                <a:grpSpLocks/>
              </p:cNvGrpSpPr>
              <p:nvPr/>
            </p:nvGrpSpPr>
            <p:grpSpPr bwMode="auto">
              <a:xfrm>
                <a:off x="3686" y="244"/>
                <a:ext cx="177" cy="66"/>
                <a:chOff x="2848" y="848"/>
                <a:chExt cx="140" cy="98"/>
              </a:xfrm>
            </p:grpSpPr>
            <p:sp>
              <p:nvSpPr>
                <p:cNvPr id="345193" name="Line 30">
                  <a:extLst>
                    <a:ext uri="{FF2B5EF4-FFF2-40B4-BE49-F238E27FC236}">
                      <a16:creationId xmlns:a16="http://schemas.microsoft.com/office/drawing/2014/main" id="{D0E3C3D6-D1AD-80F8-CF3C-8DD682F93D8C}"/>
                    </a:ext>
                  </a:extLst>
                </p:cNvPr>
                <p:cNvSpPr>
                  <a:spLocks noChangeShapeType="1"/>
                </p:cNvSpPr>
                <p:nvPr/>
              </p:nvSpPr>
              <p:spPr bwMode="auto">
                <a:xfrm flipV="1">
                  <a:off x="2848" y="848"/>
                  <a:ext cx="50" cy="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sp>
              <p:nvSpPr>
                <p:cNvPr id="345194" name="Line 31">
                  <a:extLst>
                    <a:ext uri="{FF2B5EF4-FFF2-40B4-BE49-F238E27FC236}">
                      <a16:creationId xmlns:a16="http://schemas.microsoft.com/office/drawing/2014/main" id="{DD435B18-7824-7DBF-335E-A9C0B251F9A8}"/>
                    </a:ext>
                  </a:extLst>
                </p:cNvPr>
                <p:cNvSpPr>
                  <a:spLocks noChangeShapeType="1"/>
                </p:cNvSpPr>
                <p:nvPr/>
              </p:nvSpPr>
              <p:spPr bwMode="auto">
                <a:xfrm>
                  <a:off x="2944" y="946"/>
                  <a:ext cx="44"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sp>
              <p:nvSpPr>
                <p:cNvPr id="345195" name="Line 32">
                  <a:extLst>
                    <a:ext uri="{FF2B5EF4-FFF2-40B4-BE49-F238E27FC236}">
                      <a16:creationId xmlns:a16="http://schemas.microsoft.com/office/drawing/2014/main" id="{0EC04C1C-9D9E-70DB-16E5-7FFDB63F84FB}"/>
                    </a:ext>
                  </a:extLst>
                </p:cNvPr>
                <p:cNvSpPr>
                  <a:spLocks noChangeShapeType="1"/>
                </p:cNvSpPr>
                <p:nvPr/>
              </p:nvSpPr>
              <p:spPr bwMode="auto">
                <a:xfrm>
                  <a:off x="2894" y="850"/>
                  <a:ext cx="52" cy="9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grpSp>
          <p:grpSp>
            <p:nvGrpSpPr>
              <p:cNvPr id="345189" name="Group 33">
                <a:extLst>
                  <a:ext uri="{FF2B5EF4-FFF2-40B4-BE49-F238E27FC236}">
                    <a16:creationId xmlns:a16="http://schemas.microsoft.com/office/drawing/2014/main" id="{7E1EF565-CE8A-A4B8-49EC-32297E1FB859}"/>
                  </a:ext>
                </a:extLst>
              </p:cNvPr>
              <p:cNvGrpSpPr>
                <a:grpSpLocks/>
              </p:cNvGrpSpPr>
              <p:nvPr/>
            </p:nvGrpSpPr>
            <p:grpSpPr bwMode="auto">
              <a:xfrm flipV="1">
                <a:off x="3686" y="243"/>
                <a:ext cx="177" cy="66"/>
                <a:chOff x="2848" y="848"/>
                <a:chExt cx="140" cy="98"/>
              </a:xfrm>
            </p:grpSpPr>
            <p:sp>
              <p:nvSpPr>
                <p:cNvPr id="345190" name="Line 34">
                  <a:extLst>
                    <a:ext uri="{FF2B5EF4-FFF2-40B4-BE49-F238E27FC236}">
                      <a16:creationId xmlns:a16="http://schemas.microsoft.com/office/drawing/2014/main" id="{74BC0982-7500-D989-56E5-82826308C212}"/>
                    </a:ext>
                  </a:extLst>
                </p:cNvPr>
                <p:cNvSpPr>
                  <a:spLocks noChangeShapeType="1"/>
                </p:cNvSpPr>
                <p:nvPr/>
              </p:nvSpPr>
              <p:spPr bwMode="auto">
                <a:xfrm flipV="1">
                  <a:off x="2848" y="848"/>
                  <a:ext cx="50" cy="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sp>
              <p:nvSpPr>
                <p:cNvPr id="345191" name="Line 35">
                  <a:extLst>
                    <a:ext uri="{FF2B5EF4-FFF2-40B4-BE49-F238E27FC236}">
                      <a16:creationId xmlns:a16="http://schemas.microsoft.com/office/drawing/2014/main" id="{10BF2244-451C-EFCA-D1C0-373920EFD0BA}"/>
                    </a:ext>
                  </a:extLst>
                </p:cNvPr>
                <p:cNvSpPr>
                  <a:spLocks noChangeShapeType="1"/>
                </p:cNvSpPr>
                <p:nvPr/>
              </p:nvSpPr>
              <p:spPr bwMode="auto">
                <a:xfrm>
                  <a:off x="2944" y="946"/>
                  <a:ext cx="44"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sp>
              <p:nvSpPr>
                <p:cNvPr id="345192" name="Line 36">
                  <a:extLst>
                    <a:ext uri="{FF2B5EF4-FFF2-40B4-BE49-F238E27FC236}">
                      <a16:creationId xmlns:a16="http://schemas.microsoft.com/office/drawing/2014/main" id="{DD9999EB-6F85-12E1-06A4-9774D0CDAA93}"/>
                    </a:ext>
                  </a:extLst>
                </p:cNvPr>
                <p:cNvSpPr>
                  <a:spLocks noChangeShapeType="1"/>
                </p:cNvSpPr>
                <p:nvPr/>
              </p:nvSpPr>
              <p:spPr bwMode="auto">
                <a:xfrm>
                  <a:off x="2894" y="850"/>
                  <a:ext cx="52" cy="9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grpSp>
        </p:grpSp>
        <p:sp>
          <p:nvSpPr>
            <p:cNvPr id="345110" name="Freeform 37">
              <a:extLst>
                <a:ext uri="{FF2B5EF4-FFF2-40B4-BE49-F238E27FC236}">
                  <a16:creationId xmlns:a16="http://schemas.microsoft.com/office/drawing/2014/main" id="{4F9EF29E-01C7-C475-421C-7E89FF67912A}"/>
                </a:ext>
              </a:extLst>
            </p:cNvPr>
            <p:cNvSpPr>
              <a:spLocks/>
            </p:cNvSpPr>
            <p:nvPr/>
          </p:nvSpPr>
          <p:spPr bwMode="auto">
            <a:xfrm>
              <a:off x="2723" y="1566"/>
              <a:ext cx="783" cy="1"/>
            </a:xfrm>
            <a:custGeom>
              <a:avLst/>
              <a:gdLst>
                <a:gd name="T0" fmla="*/ 0 w 805"/>
                <a:gd name="T1" fmla="*/ 0 h 1"/>
                <a:gd name="T2" fmla="*/ 449 w 805"/>
                <a:gd name="T3" fmla="*/ 1 h 1"/>
                <a:gd name="T4" fmla="*/ 0 60000 65536"/>
                <a:gd name="T5" fmla="*/ 0 60000 65536"/>
                <a:gd name="T6" fmla="*/ 0 w 805"/>
                <a:gd name="T7" fmla="*/ 0 h 1"/>
                <a:gd name="T8" fmla="*/ 805 w 805"/>
                <a:gd name="T9" fmla="*/ 1 h 1"/>
              </a:gdLst>
              <a:ahLst/>
              <a:cxnLst>
                <a:cxn ang="T4">
                  <a:pos x="T0" y="T1"/>
                </a:cxn>
                <a:cxn ang="T5">
                  <a:pos x="T2" y="T3"/>
                </a:cxn>
              </a:cxnLst>
              <a:rect l="T6" t="T7" r="T8" b="T9"/>
              <a:pathLst>
                <a:path w="805" h="1">
                  <a:moveTo>
                    <a:pt x="0" y="0"/>
                  </a:moveTo>
                  <a:lnTo>
                    <a:pt x="805" y="1"/>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grpSp>
          <p:nvGrpSpPr>
            <p:cNvPr id="345111" name="Group 38">
              <a:extLst>
                <a:ext uri="{FF2B5EF4-FFF2-40B4-BE49-F238E27FC236}">
                  <a16:creationId xmlns:a16="http://schemas.microsoft.com/office/drawing/2014/main" id="{62027645-ECE2-4FE5-94D2-70D02FD1543A}"/>
                </a:ext>
              </a:extLst>
            </p:cNvPr>
            <p:cNvGrpSpPr>
              <a:grpSpLocks/>
            </p:cNvGrpSpPr>
            <p:nvPr/>
          </p:nvGrpSpPr>
          <p:grpSpPr bwMode="auto">
            <a:xfrm>
              <a:off x="3419" y="1465"/>
              <a:ext cx="416" cy="175"/>
              <a:chOff x="3600" y="219"/>
              <a:chExt cx="360" cy="175"/>
            </a:xfrm>
          </p:grpSpPr>
          <p:sp>
            <p:nvSpPr>
              <p:cNvPr id="345170" name="Oval 39">
                <a:extLst>
                  <a:ext uri="{FF2B5EF4-FFF2-40B4-BE49-F238E27FC236}">
                    <a16:creationId xmlns:a16="http://schemas.microsoft.com/office/drawing/2014/main" id="{ACF0615D-B683-E609-6774-69F8A46D5E7A}"/>
                  </a:ext>
                </a:extLst>
              </p:cNvPr>
              <p:cNvSpPr>
                <a:spLocks noChangeArrowheads="1"/>
              </p:cNvSpPr>
              <p:nvPr/>
            </p:nvSpPr>
            <p:spPr bwMode="auto">
              <a:xfrm>
                <a:off x="3603" y="297"/>
                <a:ext cx="357" cy="97"/>
              </a:xfrm>
              <a:prstGeom prst="ellipse">
                <a:avLst/>
              </a:prstGeom>
              <a:solidFill>
                <a:schemeClr val="hlink"/>
              </a:solidFill>
              <a:ln w="12700">
                <a:solidFill>
                  <a:schemeClr val="tx1"/>
                </a:solidFill>
                <a:round/>
                <a:headEnd/>
                <a:tailEnd/>
              </a:ln>
            </p:spPr>
            <p:txBody>
              <a:bodyPr wrap="none" anchor="ct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panose="020B0604020202020204" pitchFamily="34" charset="0"/>
                </a:endParaRPr>
              </a:p>
            </p:txBody>
          </p:sp>
          <p:sp>
            <p:nvSpPr>
              <p:cNvPr id="345171" name="Line 40">
                <a:extLst>
                  <a:ext uri="{FF2B5EF4-FFF2-40B4-BE49-F238E27FC236}">
                    <a16:creationId xmlns:a16="http://schemas.microsoft.com/office/drawing/2014/main" id="{53A73808-D37E-FDE7-C9C3-52FCFBDEA54A}"/>
                  </a:ext>
                </a:extLst>
              </p:cNvPr>
              <p:cNvSpPr>
                <a:spLocks noChangeShapeType="1"/>
              </p:cNvSpPr>
              <p:nvPr/>
            </p:nvSpPr>
            <p:spPr bwMode="auto">
              <a:xfrm>
                <a:off x="3603" y="289"/>
                <a:ext cx="0" cy="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sp>
            <p:nvSpPr>
              <p:cNvPr id="345172" name="Line 41">
                <a:extLst>
                  <a:ext uri="{FF2B5EF4-FFF2-40B4-BE49-F238E27FC236}">
                    <a16:creationId xmlns:a16="http://schemas.microsoft.com/office/drawing/2014/main" id="{94D4A3CB-3859-BC90-9CF7-93A0BF042025}"/>
                  </a:ext>
                </a:extLst>
              </p:cNvPr>
              <p:cNvSpPr>
                <a:spLocks noChangeShapeType="1"/>
              </p:cNvSpPr>
              <p:nvPr/>
            </p:nvSpPr>
            <p:spPr bwMode="auto">
              <a:xfrm>
                <a:off x="3960" y="289"/>
                <a:ext cx="0" cy="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sp>
            <p:nvSpPr>
              <p:cNvPr id="345173" name="Rectangle 42">
                <a:extLst>
                  <a:ext uri="{FF2B5EF4-FFF2-40B4-BE49-F238E27FC236}">
                    <a16:creationId xmlns:a16="http://schemas.microsoft.com/office/drawing/2014/main" id="{33955833-2781-077E-4CB0-C62DD10E0644}"/>
                  </a:ext>
                </a:extLst>
              </p:cNvPr>
              <p:cNvSpPr>
                <a:spLocks noChangeArrowheads="1"/>
              </p:cNvSpPr>
              <p:nvPr/>
            </p:nvSpPr>
            <p:spPr bwMode="auto">
              <a:xfrm>
                <a:off x="3603" y="289"/>
                <a:ext cx="354" cy="59"/>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zh-CN" altLang="en-US" sz="24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Arial" panose="020B0604020202020204" pitchFamily="34" charset="0"/>
                </a:endParaRPr>
              </a:p>
            </p:txBody>
          </p:sp>
          <p:sp>
            <p:nvSpPr>
              <p:cNvPr id="345174" name="Oval 43">
                <a:extLst>
                  <a:ext uri="{FF2B5EF4-FFF2-40B4-BE49-F238E27FC236}">
                    <a16:creationId xmlns:a16="http://schemas.microsoft.com/office/drawing/2014/main" id="{5094916B-327B-4620-9BBC-7B3210604EB5}"/>
                  </a:ext>
                </a:extLst>
              </p:cNvPr>
              <p:cNvSpPr>
                <a:spLocks noChangeArrowheads="1"/>
              </p:cNvSpPr>
              <p:nvPr/>
            </p:nvSpPr>
            <p:spPr bwMode="auto">
              <a:xfrm>
                <a:off x="3600" y="219"/>
                <a:ext cx="357" cy="113"/>
              </a:xfrm>
              <a:prstGeom prst="ellipse">
                <a:avLst/>
              </a:prstGeom>
              <a:solidFill>
                <a:schemeClr val="hlink"/>
              </a:solidFill>
              <a:ln w="12700">
                <a:solidFill>
                  <a:schemeClr val="tx1"/>
                </a:solidFill>
                <a:round/>
                <a:headEnd/>
                <a:tailEnd/>
              </a:ln>
            </p:spPr>
            <p:txBody>
              <a:bodyPr wrap="none" anchor="ct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panose="020B0604020202020204" pitchFamily="34" charset="0"/>
                </a:endParaRPr>
              </a:p>
            </p:txBody>
          </p:sp>
          <p:grpSp>
            <p:nvGrpSpPr>
              <p:cNvPr id="345175" name="Group 44">
                <a:extLst>
                  <a:ext uri="{FF2B5EF4-FFF2-40B4-BE49-F238E27FC236}">
                    <a16:creationId xmlns:a16="http://schemas.microsoft.com/office/drawing/2014/main" id="{602740F4-C8BB-3033-982E-4EDA6D2BC1A3}"/>
                  </a:ext>
                </a:extLst>
              </p:cNvPr>
              <p:cNvGrpSpPr>
                <a:grpSpLocks/>
              </p:cNvGrpSpPr>
              <p:nvPr/>
            </p:nvGrpSpPr>
            <p:grpSpPr bwMode="auto">
              <a:xfrm>
                <a:off x="3686" y="244"/>
                <a:ext cx="177" cy="66"/>
                <a:chOff x="2848" y="848"/>
                <a:chExt cx="140" cy="98"/>
              </a:xfrm>
            </p:grpSpPr>
            <p:sp>
              <p:nvSpPr>
                <p:cNvPr id="345180" name="Line 45">
                  <a:extLst>
                    <a:ext uri="{FF2B5EF4-FFF2-40B4-BE49-F238E27FC236}">
                      <a16:creationId xmlns:a16="http://schemas.microsoft.com/office/drawing/2014/main" id="{68046EB0-7193-F777-E977-5AF7B76BCD82}"/>
                    </a:ext>
                  </a:extLst>
                </p:cNvPr>
                <p:cNvSpPr>
                  <a:spLocks noChangeShapeType="1"/>
                </p:cNvSpPr>
                <p:nvPr/>
              </p:nvSpPr>
              <p:spPr bwMode="auto">
                <a:xfrm flipV="1">
                  <a:off x="2848" y="848"/>
                  <a:ext cx="50" cy="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sp>
              <p:nvSpPr>
                <p:cNvPr id="345181" name="Line 46">
                  <a:extLst>
                    <a:ext uri="{FF2B5EF4-FFF2-40B4-BE49-F238E27FC236}">
                      <a16:creationId xmlns:a16="http://schemas.microsoft.com/office/drawing/2014/main" id="{A16B710A-8A79-08B4-8D75-31FE1FE93123}"/>
                    </a:ext>
                  </a:extLst>
                </p:cNvPr>
                <p:cNvSpPr>
                  <a:spLocks noChangeShapeType="1"/>
                </p:cNvSpPr>
                <p:nvPr/>
              </p:nvSpPr>
              <p:spPr bwMode="auto">
                <a:xfrm>
                  <a:off x="2944" y="946"/>
                  <a:ext cx="44"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sp>
              <p:nvSpPr>
                <p:cNvPr id="345182" name="Line 47">
                  <a:extLst>
                    <a:ext uri="{FF2B5EF4-FFF2-40B4-BE49-F238E27FC236}">
                      <a16:creationId xmlns:a16="http://schemas.microsoft.com/office/drawing/2014/main" id="{88396D6D-ACFC-0677-6613-E91840BC245E}"/>
                    </a:ext>
                  </a:extLst>
                </p:cNvPr>
                <p:cNvSpPr>
                  <a:spLocks noChangeShapeType="1"/>
                </p:cNvSpPr>
                <p:nvPr/>
              </p:nvSpPr>
              <p:spPr bwMode="auto">
                <a:xfrm>
                  <a:off x="2894" y="850"/>
                  <a:ext cx="52" cy="9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grpSp>
          <p:grpSp>
            <p:nvGrpSpPr>
              <p:cNvPr id="345176" name="Group 48">
                <a:extLst>
                  <a:ext uri="{FF2B5EF4-FFF2-40B4-BE49-F238E27FC236}">
                    <a16:creationId xmlns:a16="http://schemas.microsoft.com/office/drawing/2014/main" id="{4F3F4852-F45E-CC34-AB40-BD16EF83E1DB}"/>
                  </a:ext>
                </a:extLst>
              </p:cNvPr>
              <p:cNvGrpSpPr>
                <a:grpSpLocks/>
              </p:cNvGrpSpPr>
              <p:nvPr/>
            </p:nvGrpSpPr>
            <p:grpSpPr bwMode="auto">
              <a:xfrm flipV="1">
                <a:off x="3686" y="243"/>
                <a:ext cx="177" cy="66"/>
                <a:chOff x="2848" y="848"/>
                <a:chExt cx="140" cy="98"/>
              </a:xfrm>
            </p:grpSpPr>
            <p:sp>
              <p:nvSpPr>
                <p:cNvPr id="345177" name="Line 49">
                  <a:extLst>
                    <a:ext uri="{FF2B5EF4-FFF2-40B4-BE49-F238E27FC236}">
                      <a16:creationId xmlns:a16="http://schemas.microsoft.com/office/drawing/2014/main" id="{58F94F1E-557A-264F-8839-67E92F770654}"/>
                    </a:ext>
                  </a:extLst>
                </p:cNvPr>
                <p:cNvSpPr>
                  <a:spLocks noChangeShapeType="1"/>
                </p:cNvSpPr>
                <p:nvPr/>
              </p:nvSpPr>
              <p:spPr bwMode="auto">
                <a:xfrm flipV="1">
                  <a:off x="2848" y="848"/>
                  <a:ext cx="50" cy="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sp>
              <p:nvSpPr>
                <p:cNvPr id="345178" name="Line 50">
                  <a:extLst>
                    <a:ext uri="{FF2B5EF4-FFF2-40B4-BE49-F238E27FC236}">
                      <a16:creationId xmlns:a16="http://schemas.microsoft.com/office/drawing/2014/main" id="{2E047FB9-181B-AAA6-1496-43FF39500D6B}"/>
                    </a:ext>
                  </a:extLst>
                </p:cNvPr>
                <p:cNvSpPr>
                  <a:spLocks noChangeShapeType="1"/>
                </p:cNvSpPr>
                <p:nvPr/>
              </p:nvSpPr>
              <p:spPr bwMode="auto">
                <a:xfrm>
                  <a:off x="2944" y="946"/>
                  <a:ext cx="44"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sp>
              <p:nvSpPr>
                <p:cNvPr id="345179" name="Line 51">
                  <a:extLst>
                    <a:ext uri="{FF2B5EF4-FFF2-40B4-BE49-F238E27FC236}">
                      <a16:creationId xmlns:a16="http://schemas.microsoft.com/office/drawing/2014/main" id="{D7972DBA-B371-01D9-EC57-30783F4714F6}"/>
                    </a:ext>
                  </a:extLst>
                </p:cNvPr>
                <p:cNvSpPr>
                  <a:spLocks noChangeShapeType="1"/>
                </p:cNvSpPr>
                <p:nvPr/>
              </p:nvSpPr>
              <p:spPr bwMode="auto">
                <a:xfrm>
                  <a:off x="2894" y="850"/>
                  <a:ext cx="52" cy="9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grpSp>
        </p:grpSp>
        <p:sp>
          <p:nvSpPr>
            <p:cNvPr id="345112" name="Freeform 52">
              <a:extLst>
                <a:ext uri="{FF2B5EF4-FFF2-40B4-BE49-F238E27FC236}">
                  <a16:creationId xmlns:a16="http://schemas.microsoft.com/office/drawing/2014/main" id="{237149D1-6E89-D61E-6D72-049E6F18EBEC}"/>
                </a:ext>
              </a:extLst>
            </p:cNvPr>
            <p:cNvSpPr>
              <a:spLocks/>
            </p:cNvSpPr>
            <p:nvPr/>
          </p:nvSpPr>
          <p:spPr bwMode="auto">
            <a:xfrm>
              <a:off x="398" y="1574"/>
              <a:ext cx="783" cy="0"/>
            </a:xfrm>
            <a:custGeom>
              <a:avLst/>
              <a:gdLst>
                <a:gd name="T0" fmla="*/ 0 w 805"/>
                <a:gd name="T1" fmla="*/ 0 h 1"/>
                <a:gd name="T2" fmla="*/ 449 w 805"/>
                <a:gd name="T3" fmla="*/ 0 h 1"/>
                <a:gd name="T4" fmla="*/ 0 60000 65536"/>
                <a:gd name="T5" fmla="*/ 0 60000 65536"/>
                <a:gd name="T6" fmla="*/ 0 w 805"/>
                <a:gd name="T7" fmla="*/ 0 h 1"/>
                <a:gd name="T8" fmla="*/ 805 w 805"/>
                <a:gd name="T9" fmla="*/ 0 h 1"/>
              </a:gdLst>
              <a:ahLst/>
              <a:cxnLst>
                <a:cxn ang="T4">
                  <a:pos x="T0" y="T1"/>
                </a:cxn>
                <a:cxn ang="T5">
                  <a:pos x="T2" y="T3"/>
                </a:cxn>
              </a:cxnLst>
              <a:rect l="T6" t="T7" r="T8" b="T9"/>
              <a:pathLst>
                <a:path w="805" h="1">
                  <a:moveTo>
                    <a:pt x="0" y="0"/>
                  </a:moveTo>
                  <a:lnTo>
                    <a:pt x="805" y="1"/>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grpSp>
          <p:nvGrpSpPr>
            <p:cNvPr id="345113" name="Group 53">
              <a:extLst>
                <a:ext uri="{FF2B5EF4-FFF2-40B4-BE49-F238E27FC236}">
                  <a16:creationId xmlns:a16="http://schemas.microsoft.com/office/drawing/2014/main" id="{A98B2BD4-A549-6ABB-0E01-F3D8ACC161FD}"/>
                </a:ext>
              </a:extLst>
            </p:cNvPr>
            <p:cNvGrpSpPr>
              <a:grpSpLocks/>
            </p:cNvGrpSpPr>
            <p:nvPr/>
          </p:nvGrpSpPr>
          <p:grpSpPr bwMode="auto">
            <a:xfrm>
              <a:off x="4803" y="1476"/>
              <a:ext cx="414" cy="175"/>
              <a:chOff x="3600" y="219"/>
              <a:chExt cx="360" cy="175"/>
            </a:xfrm>
          </p:grpSpPr>
          <p:sp>
            <p:nvSpPr>
              <p:cNvPr id="345157" name="Oval 54">
                <a:extLst>
                  <a:ext uri="{FF2B5EF4-FFF2-40B4-BE49-F238E27FC236}">
                    <a16:creationId xmlns:a16="http://schemas.microsoft.com/office/drawing/2014/main" id="{6F0F6794-053C-9F77-DB14-A8260A0C34E0}"/>
                  </a:ext>
                </a:extLst>
              </p:cNvPr>
              <p:cNvSpPr>
                <a:spLocks noChangeArrowheads="1"/>
              </p:cNvSpPr>
              <p:nvPr/>
            </p:nvSpPr>
            <p:spPr bwMode="auto">
              <a:xfrm>
                <a:off x="3603" y="297"/>
                <a:ext cx="357" cy="97"/>
              </a:xfrm>
              <a:prstGeom prst="ellipse">
                <a:avLst/>
              </a:prstGeom>
              <a:solidFill>
                <a:schemeClr val="hlink"/>
              </a:solidFill>
              <a:ln w="12700">
                <a:solidFill>
                  <a:schemeClr val="tx1"/>
                </a:solidFill>
                <a:round/>
                <a:headEnd/>
                <a:tailEnd/>
              </a:ln>
            </p:spPr>
            <p:txBody>
              <a:bodyPr wrap="none" anchor="ct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panose="020B0604020202020204" pitchFamily="34" charset="0"/>
                </a:endParaRPr>
              </a:p>
            </p:txBody>
          </p:sp>
          <p:sp>
            <p:nvSpPr>
              <p:cNvPr id="345158" name="Line 55">
                <a:extLst>
                  <a:ext uri="{FF2B5EF4-FFF2-40B4-BE49-F238E27FC236}">
                    <a16:creationId xmlns:a16="http://schemas.microsoft.com/office/drawing/2014/main" id="{4E14680B-2BC8-0E3A-4D92-EE2D9806E3B0}"/>
                  </a:ext>
                </a:extLst>
              </p:cNvPr>
              <p:cNvSpPr>
                <a:spLocks noChangeShapeType="1"/>
              </p:cNvSpPr>
              <p:nvPr/>
            </p:nvSpPr>
            <p:spPr bwMode="auto">
              <a:xfrm>
                <a:off x="3603" y="289"/>
                <a:ext cx="0" cy="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sp>
            <p:nvSpPr>
              <p:cNvPr id="345159" name="Line 56">
                <a:extLst>
                  <a:ext uri="{FF2B5EF4-FFF2-40B4-BE49-F238E27FC236}">
                    <a16:creationId xmlns:a16="http://schemas.microsoft.com/office/drawing/2014/main" id="{8BF1C879-4ACF-E859-234C-3D07DF866EA6}"/>
                  </a:ext>
                </a:extLst>
              </p:cNvPr>
              <p:cNvSpPr>
                <a:spLocks noChangeShapeType="1"/>
              </p:cNvSpPr>
              <p:nvPr/>
            </p:nvSpPr>
            <p:spPr bwMode="auto">
              <a:xfrm>
                <a:off x="3960" y="289"/>
                <a:ext cx="0" cy="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sp>
            <p:nvSpPr>
              <p:cNvPr id="345160" name="Rectangle 57">
                <a:extLst>
                  <a:ext uri="{FF2B5EF4-FFF2-40B4-BE49-F238E27FC236}">
                    <a16:creationId xmlns:a16="http://schemas.microsoft.com/office/drawing/2014/main" id="{5E4A7431-615C-A20E-057C-FF7EE3E31CDF}"/>
                  </a:ext>
                </a:extLst>
              </p:cNvPr>
              <p:cNvSpPr>
                <a:spLocks noChangeArrowheads="1"/>
              </p:cNvSpPr>
              <p:nvPr/>
            </p:nvSpPr>
            <p:spPr bwMode="auto">
              <a:xfrm>
                <a:off x="3603" y="289"/>
                <a:ext cx="354" cy="59"/>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zh-CN" altLang="en-US" sz="24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Arial" panose="020B0604020202020204" pitchFamily="34" charset="0"/>
                </a:endParaRPr>
              </a:p>
            </p:txBody>
          </p:sp>
          <p:sp>
            <p:nvSpPr>
              <p:cNvPr id="345161" name="Oval 58">
                <a:extLst>
                  <a:ext uri="{FF2B5EF4-FFF2-40B4-BE49-F238E27FC236}">
                    <a16:creationId xmlns:a16="http://schemas.microsoft.com/office/drawing/2014/main" id="{7F1D6136-09ED-C306-8262-8B5A7E7F5044}"/>
                  </a:ext>
                </a:extLst>
              </p:cNvPr>
              <p:cNvSpPr>
                <a:spLocks noChangeArrowheads="1"/>
              </p:cNvSpPr>
              <p:nvPr/>
            </p:nvSpPr>
            <p:spPr bwMode="auto">
              <a:xfrm>
                <a:off x="3600" y="219"/>
                <a:ext cx="357" cy="113"/>
              </a:xfrm>
              <a:prstGeom prst="ellipse">
                <a:avLst/>
              </a:prstGeom>
              <a:solidFill>
                <a:schemeClr val="hlink"/>
              </a:solidFill>
              <a:ln w="12700">
                <a:solidFill>
                  <a:schemeClr val="tx1"/>
                </a:solidFill>
                <a:round/>
                <a:headEnd/>
                <a:tailEnd/>
              </a:ln>
            </p:spPr>
            <p:txBody>
              <a:bodyPr wrap="none" anchor="ct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panose="020B0604020202020204" pitchFamily="34" charset="0"/>
                </a:endParaRPr>
              </a:p>
            </p:txBody>
          </p:sp>
          <p:grpSp>
            <p:nvGrpSpPr>
              <p:cNvPr id="345162" name="Group 59">
                <a:extLst>
                  <a:ext uri="{FF2B5EF4-FFF2-40B4-BE49-F238E27FC236}">
                    <a16:creationId xmlns:a16="http://schemas.microsoft.com/office/drawing/2014/main" id="{7445426B-5394-4D9B-EFD7-A2AF2D69D1C5}"/>
                  </a:ext>
                </a:extLst>
              </p:cNvPr>
              <p:cNvGrpSpPr>
                <a:grpSpLocks/>
              </p:cNvGrpSpPr>
              <p:nvPr/>
            </p:nvGrpSpPr>
            <p:grpSpPr bwMode="auto">
              <a:xfrm>
                <a:off x="3686" y="244"/>
                <a:ext cx="177" cy="66"/>
                <a:chOff x="2848" y="848"/>
                <a:chExt cx="140" cy="98"/>
              </a:xfrm>
            </p:grpSpPr>
            <p:sp>
              <p:nvSpPr>
                <p:cNvPr id="345167" name="Line 60">
                  <a:extLst>
                    <a:ext uri="{FF2B5EF4-FFF2-40B4-BE49-F238E27FC236}">
                      <a16:creationId xmlns:a16="http://schemas.microsoft.com/office/drawing/2014/main" id="{278332DE-A5E3-AA4C-1706-A65D4CD2566E}"/>
                    </a:ext>
                  </a:extLst>
                </p:cNvPr>
                <p:cNvSpPr>
                  <a:spLocks noChangeShapeType="1"/>
                </p:cNvSpPr>
                <p:nvPr/>
              </p:nvSpPr>
              <p:spPr bwMode="auto">
                <a:xfrm flipV="1">
                  <a:off x="2848" y="848"/>
                  <a:ext cx="50" cy="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sp>
              <p:nvSpPr>
                <p:cNvPr id="345168" name="Line 61">
                  <a:extLst>
                    <a:ext uri="{FF2B5EF4-FFF2-40B4-BE49-F238E27FC236}">
                      <a16:creationId xmlns:a16="http://schemas.microsoft.com/office/drawing/2014/main" id="{9ED0E510-31E5-6B5C-6039-176CDABAFFB1}"/>
                    </a:ext>
                  </a:extLst>
                </p:cNvPr>
                <p:cNvSpPr>
                  <a:spLocks noChangeShapeType="1"/>
                </p:cNvSpPr>
                <p:nvPr/>
              </p:nvSpPr>
              <p:spPr bwMode="auto">
                <a:xfrm>
                  <a:off x="2944" y="946"/>
                  <a:ext cx="44"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sp>
              <p:nvSpPr>
                <p:cNvPr id="345169" name="Line 62">
                  <a:extLst>
                    <a:ext uri="{FF2B5EF4-FFF2-40B4-BE49-F238E27FC236}">
                      <a16:creationId xmlns:a16="http://schemas.microsoft.com/office/drawing/2014/main" id="{5C808846-F7B9-5449-1368-E51EB6C82462}"/>
                    </a:ext>
                  </a:extLst>
                </p:cNvPr>
                <p:cNvSpPr>
                  <a:spLocks noChangeShapeType="1"/>
                </p:cNvSpPr>
                <p:nvPr/>
              </p:nvSpPr>
              <p:spPr bwMode="auto">
                <a:xfrm>
                  <a:off x="2894" y="850"/>
                  <a:ext cx="52" cy="9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grpSp>
          <p:grpSp>
            <p:nvGrpSpPr>
              <p:cNvPr id="345163" name="Group 63">
                <a:extLst>
                  <a:ext uri="{FF2B5EF4-FFF2-40B4-BE49-F238E27FC236}">
                    <a16:creationId xmlns:a16="http://schemas.microsoft.com/office/drawing/2014/main" id="{617A00AB-5E8F-AACF-3E79-58C8BE4F81EF}"/>
                  </a:ext>
                </a:extLst>
              </p:cNvPr>
              <p:cNvGrpSpPr>
                <a:grpSpLocks/>
              </p:cNvGrpSpPr>
              <p:nvPr/>
            </p:nvGrpSpPr>
            <p:grpSpPr bwMode="auto">
              <a:xfrm flipV="1">
                <a:off x="3686" y="243"/>
                <a:ext cx="177" cy="66"/>
                <a:chOff x="2848" y="848"/>
                <a:chExt cx="140" cy="98"/>
              </a:xfrm>
            </p:grpSpPr>
            <p:sp>
              <p:nvSpPr>
                <p:cNvPr id="345164" name="Line 64">
                  <a:extLst>
                    <a:ext uri="{FF2B5EF4-FFF2-40B4-BE49-F238E27FC236}">
                      <a16:creationId xmlns:a16="http://schemas.microsoft.com/office/drawing/2014/main" id="{882F7C3D-3F9B-FBED-80E1-C5D9758ACBA6}"/>
                    </a:ext>
                  </a:extLst>
                </p:cNvPr>
                <p:cNvSpPr>
                  <a:spLocks noChangeShapeType="1"/>
                </p:cNvSpPr>
                <p:nvPr/>
              </p:nvSpPr>
              <p:spPr bwMode="auto">
                <a:xfrm flipV="1">
                  <a:off x="2848" y="848"/>
                  <a:ext cx="50" cy="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sp>
              <p:nvSpPr>
                <p:cNvPr id="345165" name="Line 65">
                  <a:extLst>
                    <a:ext uri="{FF2B5EF4-FFF2-40B4-BE49-F238E27FC236}">
                      <a16:creationId xmlns:a16="http://schemas.microsoft.com/office/drawing/2014/main" id="{491A6650-0EBB-EDCF-5F02-B526A65DEA6D}"/>
                    </a:ext>
                  </a:extLst>
                </p:cNvPr>
                <p:cNvSpPr>
                  <a:spLocks noChangeShapeType="1"/>
                </p:cNvSpPr>
                <p:nvPr/>
              </p:nvSpPr>
              <p:spPr bwMode="auto">
                <a:xfrm>
                  <a:off x="2944" y="946"/>
                  <a:ext cx="44"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sp>
              <p:nvSpPr>
                <p:cNvPr id="345166" name="Line 66">
                  <a:extLst>
                    <a:ext uri="{FF2B5EF4-FFF2-40B4-BE49-F238E27FC236}">
                      <a16:creationId xmlns:a16="http://schemas.microsoft.com/office/drawing/2014/main" id="{382D2400-D1D9-6AEE-DF2B-2D0DF63AA146}"/>
                    </a:ext>
                  </a:extLst>
                </p:cNvPr>
                <p:cNvSpPr>
                  <a:spLocks noChangeShapeType="1"/>
                </p:cNvSpPr>
                <p:nvPr/>
              </p:nvSpPr>
              <p:spPr bwMode="auto">
                <a:xfrm>
                  <a:off x="2894" y="850"/>
                  <a:ext cx="52" cy="9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grpSp>
        </p:grpSp>
        <p:sp>
          <p:nvSpPr>
            <p:cNvPr id="345114" name="Line 67">
              <a:extLst>
                <a:ext uri="{FF2B5EF4-FFF2-40B4-BE49-F238E27FC236}">
                  <a16:creationId xmlns:a16="http://schemas.microsoft.com/office/drawing/2014/main" id="{A8316313-2D6D-24A4-419C-2E46C25D4A3F}"/>
                </a:ext>
              </a:extLst>
            </p:cNvPr>
            <p:cNvSpPr>
              <a:spLocks noChangeShapeType="1"/>
            </p:cNvSpPr>
            <p:nvPr/>
          </p:nvSpPr>
          <p:spPr bwMode="auto">
            <a:xfrm flipV="1">
              <a:off x="5097" y="1245"/>
              <a:ext cx="381" cy="22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sp>
          <p:nvSpPr>
            <p:cNvPr id="345115" name="Line 68">
              <a:extLst>
                <a:ext uri="{FF2B5EF4-FFF2-40B4-BE49-F238E27FC236}">
                  <a16:creationId xmlns:a16="http://schemas.microsoft.com/office/drawing/2014/main" id="{03BF06D4-E801-29E8-1960-F41AADA0C8D7}"/>
                </a:ext>
              </a:extLst>
            </p:cNvPr>
            <p:cNvSpPr>
              <a:spLocks noChangeShapeType="1"/>
            </p:cNvSpPr>
            <p:nvPr/>
          </p:nvSpPr>
          <p:spPr bwMode="auto">
            <a:xfrm>
              <a:off x="5068" y="1650"/>
              <a:ext cx="381" cy="22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sp>
          <p:nvSpPr>
            <p:cNvPr id="345116" name="Line 69">
              <a:extLst>
                <a:ext uri="{FF2B5EF4-FFF2-40B4-BE49-F238E27FC236}">
                  <a16:creationId xmlns:a16="http://schemas.microsoft.com/office/drawing/2014/main" id="{83AF25FD-C7D7-9A28-99D4-217EA343EADA}"/>
                </a:ext>
              </a:extLst>
            </p:cNvPr>
            <p:cNvSpPr>
              <a:spLocks noChangeShapeType="1"/>
            </p:cNvSpPr>
            <p:nvPr/>
          </p:nvSpPr>
          <p:spPr bwMode="auto">
            <a:xfrm>
              <a:off x="1492" y="1645"/>
              <a:ext cx="791" cy="34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sp>
          <p:nvSpPr>
            <p:cNvPr id="345117" name="Freeform 70">
              <a:extLst>
                <a:ext uri="{FF2B5EF4-FFF2-40B4-BE49-F238E27FC236}">
                  <a16:creationId xmlns:a16="http://schemas.microsoft.com/office/drawing/2014/main" id="{09BCD58B-459E-55D1-826E-F527A2F34B47}"/>
                </a:ext>
              </a:extLst>
            </p:cNvPr>
            <p:cNvSpPr>
              <a:spLocks/>
            </p:cNvSpPr>
            <p:nvPr/>
          </p:nvSpPr>
          <p:spPr bwMode="auto">
            <a:xfrm rot="1183889">
              <a:off x="1589" y="1749"/>
              <a:ext cx="671" cy="179"/>
            </a:xfrm>
            <a:custGeom>
              <a:avLst/>
              <a:gdLst>
                <a:gd name="T0" fmla="*/ 218 w 690"/>
                <a:gd name="T1" fmla="*/ 1 h 274"/>
                <a:gd name="T2" fmla="*/ 42 w 690"/>
                <a:gd name="T3" fmla="*/ 1 h 274"/>
                <a:gd name="T4" fmla="*/ 50 w 690"/>
                <a:gd name="T5" fmla="*/ 1 h 274"/>
                <a:gd name="T6" fmla="*/ 334 w 690"/>
                <a:gd name="T7" fmla="*/ 1 h 274"/>
                <a:gd name="T8" fmla="*/ 353 w 690"/>
                <a:gd name="T9" fmla="*/ 1 h 274"/>
                <a:gd name="T10" fmla="*/ 218 w 690"/>
                <a:gd name="T11" fmla="*/ 1 h 274"/>
                <a:gd name="T12" fmla="*/ 0 60000 65536"/>
                <a:gd name="T13" fmla="*/ 0 60000 65536"/>
                <a:gd name="T14" fmla="*/ 0 60000 65536"/>
                <a:gd name="T15" fmla="*/ 0 60000 65536"/>
                <a:gd name="T16" fmla="*/ 0 60000 65536"/>
                <a:gd name="T17" fmla="*/ 0 60000 65536"/>
                <a:gd name="T18" fmla="*/ 0 w 690"/>
                <a:gd name="T19" fmla="*/ 0 h 274"/>
                <a:gd name="T20" fmla="*/ 690 w 690"/>
                <a:gd name="T21" fmla="*/ 274 h 274"/>
              </a:gdLst>
              <a:ahLst/>
              <a:cxnLst>
                <a:cxn ang="T12">
                  <a:pos x="T0" y="T1"/>
                </a:cxn>
                <a:cxn ang="T13">
                  <a:pos x="T2" y="T3"/>
                </a:cxn>
                <a:cxn ang="T14">
                  <a:pos x="T4" y="T5"/>
                </a:cxn>
                <a:cxn ang="T15">
                  <a:pos x="T6" y="T7"/>
                </a:cxn>
                <a:cxn ang="T16">
                  <a:pos x="T8" y="T9"/>
                </a:cxn>
                <a:cxn ang="T17">
                  <a:pos x="T10" y="T11"/>
                </a:cxn>
              </a:cxnLst>
              <a:rect l="T18" t="T19" r="T20" b="T21"/>
              <a:pathLst>
                <a:path w="690" h="274">
                  <a:moveTo>
                    <a:pt x="391" y="60"/>
                  </a:moveTo>
                  <a:cubicBezTo>
                    <a:pt x="297" y="52"/>
                    <a:pt x="123" y="0"/>
                    <a:pt x="73" y="30"/>
                  </a:cubicBezTo>
                  <a:cubicBezTo>
                    <a:pt x="23" y="60"/>
                    <a:pt x="0" y="202"/>
                    <a:pt x="88" y="238"/>
                  </a:cubicBezTo>
                  <a:cubicBezTo>
                    <a:pt x="176" y="274"/>
                    <a:pt x="508" y="272"/>
                    <a:pt x="599" y="245"/>
                  </a:cubicBezTo>
                  <a:cubicBezTo>
                    <a:pt x="690" y="218"/>
                    <a:pt x="671" y="106"/>
                    <a:pt x="636" y="75"/>
                  </a:cubicBezTo>
                  <a:cubicBezTo>
                    <a:pt x="601" y="44"/>
                    <a:pt x="485" y="68"/>
                    <a:pt x="391" y="60"/>
                  </a:cubicBezTo>
                  <a:close/>
                </a:path>
              </a:pathLst>
            </a:cu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sp>
          <p:nvSpPr>
            <p:cNvPr id="345118" name="Freeform 71">
              <a:extLst>
                <a:ext uri="{FF2B5EF4-FFF2-40B4-BE49-F238E27FC236}">
                  <a16:creationId xmlns:a16="http://schemas.microsoft.com/office/drawing/2014/main" id="{CD295A56-328E-E249-7A01-30F4B868C801}"/>
                </a:ext>
              </a:extLst>
            </p:cNvPr>
            <p:cNvSpPr>
              <a:spLocks/>
            </p:cNvSpPr>
            <p:nvPr/>
          </p:nvSpPr>
          <p:spPr bwMode="auto">
            <a:xfrm>
              <a:off x="399" y="1442"/>
              <a:ext cx="671" cy="242"/>
            </a:xfrm>
            <a:custGeom>
              <a:avLst/>
              <a:gdLst>
                <a:gd name="T0" fmla="*/ 218 w 690"/>
                <a:gd name="T1" fmla="*/ 4 h 274"/>
                <a:gd name="T2" fmla="*/ 42 w 690"/>
                <a:gd name="T3" fmla="*/ 4 h 274"/>
                <a:gd name="T4" fmla="*/ 50 w 690"/>
                <a:gd name="T5" fmla="*/ 18 h 274"/>
                <a:gd name="T6" fmla="*/ 334 w 690"/>
                <a:gd name="T7" fmla="*/ 18 h 274"/>
                <a:gd name="T8" fmla="*/ 353 w 690"/>
                <a:gd name="T9" fmla="*/ 5 h 274"/>
                <a:gd name="T10" fmla="*/ 218 w 690"/>
                <a:gd name="T11" fmla="*/ 4 h 274"/>
                <a:gd name="T12" fmla="*/ 0 60000 65536"/>
                <a:gd name="T13" fmla="*/ 0 60000 65536"/>
                <a:gd name="T14" fmla="*/ 0 60000 65536"/>
                <a:gd name="T15" fmla="*/ 0 60000 65536"/>
                <a:gd name="T16" fmla="*/ 0 60000 65536"/>
                <a:gd name="T17" fmla="*/ 0 60000 65536"/>
                <a:gd name="T18" fmla="*/ 0 w 690"/>
                <a:gd name="T19" fmla="*/ 0 h 274"/>
                <a:gd name="T20" fmla="*/ 690 w 690"/>
                <a:gd name="T21" fmla="*/ 274 h 274"/>
              </a:gdLst>
              <a:ahLst/>
              <a:cxnLst>
                <a:cxn ang="T12">
                  <a:pos x="T0" y="T1"/>
                </a:cxn>
                <a:cxn ang="T13">
                  <a:pos x="T2" y="T3"/>
                </a:cxn>
                <a:cxn ang="T14">
                  <a:pos x="T4" y="T5"/>
                </a:cxn>
                <a:cxn ang="T15">
                  <a:pos x="T6" y="T7"/>
                </a:cxn>
                <a:cxn ang="T16">
                  <a:pos x="T8" y="T9"/>
                </a:cxn>
                <a:cxn ang="T17">
                  <a:pos x="T10" y="T11"/>
                </a:cxn>
              </a:cxnLst>
              <a:rect l="T18" t="T19" r="T20" b="T21"/>
              <a:pathLst>
                <a:path w="690" h="274">
                  <a:moveTo>
                    <a:pt x="391" y="60"/>
                  </a:moveTo>
                  <a:cubicBezTo>
                    <a:pt x="297" y="52"/>
                    <a:pt x="123" y="0"/>
                    <a:pt x="73" y="30"/>
                  </a:cubicBezTo>
                  <a:cubicBezTo>
                    <a:pt x="23" y="60"/>
                    <a:pt x="0" y="202"/>
                    <a:pt x="88" y="238"/>
                  </a:cubicBezTo>
                  <a:cubicBezTo>
                    <a:pt x="176" y="274"/>
                    <a:pt x="508" y="272"/>
                    <a:pt x="599" y="245"/>
                  </a:cubicBezTo>
                  <a:cubicBezTo>
                    <a:pt x="690" y="218"/>
                    <a:pt x="671" y="106"/>
                    <a:pt x="636" y="75"/>
                  </a:cubicBezTo>
                  <a:cubicBezTo>
                    <a:pt x="601" y="44"/>
                    <a:pt x="485" y="68"/>
                    <a:pt x="391" y="60"/>
                  </a:cubicBezTo>
                  <a:close/>
                </a:path>
              </a:pathLst>
            </a:cu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sp>
          <p:nvSpPr>
            <p:cNvPr id="345119" name="Freeform 72">
              <a:extLst>
                <a:ext uri="{FF2B5EF4-FFF2-40B4-BE49-F238E27FC236}">
                  <a16:creationId xmlns:a16="http://schemas.microsoft.com/office/drawing/2014/main" id="{F0744567-F548-2CF8-26E8-7849A784FBFF}"/>
                </a:ext>
              </a:extLst>
            </p:cNvPr>
            <p:cNvSpPr>
              <a:spLocks/>
            </p:cNvSpPr>
            <p:nvPr/>
          </p:nvSpPr>
          <p:spPr bwMode="auto">
            <a:xfrm>
              <a:off x="2724" y="1434"/>
              <a:ext cx="671" cy="243"/>
            </a:xfrm>
            <a:custGeom>
              <a:avLst/>
              <a:gdLst>
                <a:gd name="T0" fmla="*/ 218 w 690"/>
                <a:gd name="T1" fmla="*/ 4 h 274"/>
                <a:gd name="T2" fmla="*/ 42 w 690"/>
                <a:gd name="T3" fmla="*/ 4 h 274"/>
                <a:gd name="T4" fmla="*/ 50 w 690"/>
                <a:gd name="T5" fmla="*/ 19 h 274"/>
                <a:gd name="T6" fmla="*/ 334 w 690"/>
                <a:gd name="T7" fmla="*/ 20 h 274"/>
                <a:gd name="T8" fmla="*/ 353 w 690"/>
                <a:gd name="T9" fmla="*/ 6 h 274"/>
                <a:gd name="T10" fmla="*/ 218 w 690"/>
                <a:gd name="T11" fmla="*/ 4 h 274"/>
                <a:gd name="T12" fmla="*/ 0 60000 65536"/>
                <a:gd name="T13" fmla="*/ 0 60000 65536"/>
                <a:gd name="T14" fmla="*/ 0 60000 65536"/>
                <a:gd name="T15" fmla="*/ 0 60000 65536"/>
                <a:gd name="T16" fmla="*/ 0 60000 65536"/>
                <a:gd name="T17" fmla="*/ 0 60000 65536"/>
                <a:gd name="T18" fmla="*/ 0 w 690"/>
                <a:gd name="T19" fmla="*/ 0 h 274"/>
                <a:gd name="T20" fmla="*/ 690 w 690"/>
                <a:gd name="T21" fmla="*/ 274 h 274"/>
              </a:gdLst>
              <a:ahLst/>
              <a:cxnLst>
                <a:cxn ang="T12">
                  <a:pos x="T0" y="T1"/>
                </a:cxn>
                <a:cxn ang="T13">
                  <a:pos x="T2" y="T3"/>
                </a:cxn>
                <a:cxn ang="T14">
                  <a:pos x="T4" y="T5"/>
                </a:cxn>
                <a:cxn ang="T15">
                  <a:pos x="T6" y="T7"/>
                </a:cxn>
                <a:cxn ang="T16">
                  <a:pos x="T8" y="T9"/>
                </a:cxn>
                <a:cxn ang="T17">
                  <a:pos x="T10" y="T11"/>
                </a:cxn>
              </a:cxnLst>
              <a:rect l="T18" t="T19" r="T20" b="T21"/>
              <a:pathLst>
                <a:path w="690" h="274">
                  <a:moveTo>
                    <a:pt x="391" y="60"/>
                  </a:moveTo>
                  <a:cubicBezTo>
                    <a:pt x="297" y="52"/>
                    <a:pt x="123" y="0"/>
                    <a:pt x="73" y="30"/>
                  </a:cubicBezTo>
                  <a:cubicBezTo>
                    <a:pt x="23" y="60"/>
                    <a:pt x="0" y="202"/>
                    <a:pt x="88" y="238"/>
                  </a:cubicBezTo>
                  <a:cubicBezTo>
                    <a:pt x="176" y="274"/>
                    <a:pt x="508" y="272"/>
                    <a:pt x="599" y="245"/>
                  </a:cubicBezTo>
                  <a:cubicBezTo>
                    <a:pt x="690" y="218"/>
                    <a:pt x="671" y="106"/>
                    <a:pt x="636" y="75"/>
                  </a:cubicBezTo>
                  <a:cubicBezTo>
                    <a:pt x="601" y="44"/>
                    <a:pt x="485" y="68"/>
                    <a:pt x="391" y="60"/>
                  </a:cubicBezTo>
                  <a:close/>
                </a:path>
              </a:pathLst>
            </a:cu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sp>
          <p:nvSpPr>
            <p:cNvPr id="345120" name="Freeform 73">
              <a:extLst>
                <a:ext uri="{FF2B5EF4-FFF2-40B4-BE49-F238E27FC236}">
                  <a16:creationId xmlns:a16="http://schemas.microsoft.com/office/drawing/2014/main" id="{B13D3685-61AD-C069-0E2A-FAB4818524E7}"/>
                </a:ext>
              </a:extLst>
            </p:cNvPr>
            <p:cNvSpPr>
              <a:spLocks/>
            </p:cNvSpPr>
            <p:nvPr/>
          </p:nvSpPr>
          <p:spPr bwMode="auto">
            <a:xfrm>
              <a:off x="3841" y="1428"/>
              <a:ext cx="536" cy="243"/>
            </a:xfrm>
            <a:custGeom>
              <a:avLst/>
              <a:gdLst>
                <a:gd name="T0" fmla="*/ 2 w 690"/>
                <a:gd name="T1" fmla="*/ 4 h 274"/>
                <a:gd name="T2" fmla="*/ 2 w 690"/>
                <a:gd name="T3" fmla="*/ 4 h 274"/>
                <a:gd name="T4" fmla="*/ 2 w 690"/>
                <a:gd name="T5" fmla="*/ 19 h 274"/>
                <a:gd name="T6" fmla="*/ 3 w 690"/>
                <a:gd name="T7" fmla="*/ 20 h 274"/>
                <a:gd name="T8" fmla="*/ 3 w 690"/>
                <a:gd name="T9" fmla="*/ 6 h 274"/>
                <a:gd name="T10" fmla="*/ 2 w 690"/>
                <a:gd name="T11" fmla="*/ 4 h 274"/>
                <a:gd name="T12" fmla="*/ 0 60000 65536"/>
                <a:gd name="T13" fmla="*/ 0 60000 65536"/>
                <a:gd name="T14" fmla="*/ 0 60000 65536"/>
                <a:gd name="T15" fmla="*/ 0 60000 65536"/>
                <a:gd name="T16" fmla="*/ 0 60000 65536"/>
                <a:gd name="T17" fmla="*/ 0 60000 65536"/>
                <a:gd name="T18" fmla="*/ 0 w 690"/>
                <a:gd name="T19" fmla="*/ 0 h 274"/>
                <a:gd name="T20" fmla="*/ 690 w 690"/>
                <a:gd name="T21" fmla="*/ 274 h 274"/>
              </a:gdLst>
              <a:ahLst/>
              <a:cxnLst>
                <a:cxn ang="T12">
                  <a:pos x="T0" y="T1"/>
                </a:cxn>
                <a:cxn ang="T13">
                  <a:pos x="T2" y="T3"/>
                </a:cxn>
                <a:cxn ang="T14">
                  <a:pos x="T4" y="T5"/>
                </a:cxn>
                <a:cxn ang="T15">
                  <a:pos x="T6" y="T7"/>
                </a:cxn>
                <a:cxn ang="T16">
                  <a:pos x="T8" y="T9"/>
                </a:cxn>
                <a:cxn ang="T17">
                  <a:pos x="T10" y="T11"/>
                </a:cxn>
              </a:cxnLst>
              <a:rect l="T18" t="T19" r="T20" b="T21"/>
              <a:pathLst>
                <a:path w="690" h="274">
                  <a:moveTo>
                    <a:pt x="391" y="60"/>
                  </a:moveTo>
                  <a:cubicBezTo>
                    <a:pt x="297" y="52"/>
                    <a:pt x="123" y="0"/>
                    <a:pt x="73" y="30"/>
                  </a:cubicBezTo>
                  <a:cubicBezTo>
                    <a:pt x="23" y="60"/>
                    <a:pt x="0" y="202"/>
                    <a:pt x="88" y="238"/>
                  </a:cubicBezTo>
                  <a:cubicBezTo>
                    <a:pt x="176" y="274"/>
                    <a:pt x="508" y="272"/>
                    <a:pt x="599" y="245"/>
                  </a:cubicBezTo>
                  <a:cubicBezTo>
                    <a:pt x="690" y="218"/>
                    <a:pt x="671" y="106"/>
                    <a:pt x="636" y="75"/>
                  </a:cubicBezTo>
                  <a:cubicBezTo>
                    <a:pt x="601" y="44"/>
                    <a:pt x="485" y="68"/>
                    <a:pt x="391" y="60"/>
                  </a:cubicBezTo>
                  <a:close/>
                </a:path>
              </a:pathLst>
            </a:cu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sp>
          <p:nvSpPr>
            <p:cNvPr id="345121" name="Freeform 74">
              <a:extLst>
                <a:ext uri="{FF2B5EF4-FFF2-40B4-BE49-F238E27FC236}">
                  <a16:creationId xmlns:a16="http://schemas.microsoft.com/office/drawing/2014/main" id="{317D060C-183C-4C46-EC3E-2CDE8F1508E5}"/>
                </a:ext>
              </a:extLst>
            </p:cNvPr>
            <p:cNvSpPr>
              <a:spLocks/>
            </p:cNvSpPr>
            <p:nvPr/>
          </p:nvSpPr>
          <p:spPr bwMode="auto">
            <a:xfrm rot="-2589433">
              <a:off x="5077" y="1155"/>
              <a:ext cx="547" cy="243"/>
            </a:xfrm>
            <a:custGeom>
              <a:avLst/>
              <a:gdLst>
                <a:gd name="T0" fmla="*/ 3 w 690"/>
                <a:gd name="T1" fmla="*/ 4 h 274"/>
                <a:gd name="T2" fmla="*/ 2 w 690"/>
                <a:gd name="T3" fmla="*/ 4 h 274"/>
                <a:gd name="T4" fmla="*/ 2 w 690"/>
                <a:gd name="T5" fmla="*/ 19 h 274"/>
                <a:gd name="T6" fmla="*/ 5 w 690"/>
                <a:gd name="T7" fmla="*/ 20 h 274"/>
                <a:gd name="T8" fmla="*/ 5 w 690"/>
                <a:gd name="T9" fmla="*/ 6 h 274"/>
                <a:gd name="T10" fmla="*/ 3 w 690"/>
                <a:gd name="T11" fmla="*/ 4 h 274"/>
                <a:gd name="T12" fmla="*/ 0 60000 65536"/>
                <a:gd name="T13" fmla="*/ 0 60000 65536"/>
                <a:gd name="T14" fmla="*/ 0 60000 65536"/>
                <a:gd name="T15" fmla="*/ 0 60000 65536"/>
                <a:gd name="T16" fmla="*/ 0 60000 65536"/>
                <a:gd name="T17" fmla="*/ 0 60000 65536"/>
                <a:gd name="T18" fmla="*/ 0 w 690"/>
                <a:gd name="T19" fmla="*/ 0 h 274"/>
                <a:gd name="T20" fmla="*/ 690 w 690"/>
                <a:gd name="T21" fmla="*/ 274 h 274"/>
              </a:gdLst>
              <a:ahLst/>
              <a:cxnLst>
                <a:cxn ang="T12">
                  <a:pos x="T0" y="T1"/>
                </a:cxn>
                <a:cxn ang="T13">
                  <a:pos x="T2" y="T3"/>
                </a:cxn>
                <a:cxn ang="T14">
                  <a:pos x="T4" y="T5"/>
                </a:cxn>
                <a:cxn ang="T15">
                  <a:pos x="T6" y="T7"/>
                </a:cxn>
                <a:cxn ang="T16">
                  <a:pos x="T8" y="T9"/>
                </a:cxn>
                <a:cxn ang="T17">
                  <a:pos x="T10" y="T11"/>
                </a:cxn>
              </a:cxnLst>
              <a:rect l="T18" t="T19" r="T20" b="T21"/>
              <a:pathLst>
                <a:path w="690" h="274">
                  <a:moveTo>
                    <a:pt x="391" y="60"/>
                  </a:moveTo>
                  <a:cubicBezTo>
                    <a:pt x="297" y="52"/>
                    <a:pt x="123" y="0"/>
                    <a:pt x="73" y="30"/>
                  </a:cubicBezTo>
                  <a:cubicBezTo>
                    <a:pt x="23" y="60"/>
                    <a:pt x="0" y="202"/>
                    <a:pt x="88" y="238"/>
                  </a:cubicBezTo>
                  <a:cubicBezTo>
                    <a:pt x="176" y="274"/>
                    <a:pt x="508" y="272"/>
                    <a:pt x="599" y="245"/>
                  </a:cubicBezTo>
                  <a:cubicBezTo>
                    <a:pt x="690" y="218"/>
                    <a:pt x="671" y="106"/>
                    <a:pt x="636" y="75"/>
                  </a:cubicBezTo>
                  <a:cubicBezTo>
                    <a:pt x="601" y="44"/>
                    <a:pt x="485" y="68"/>
                    <a:pt x="391" y="60"/>
                  </a:cubicBezTo>
                  <a:close/>
                </a:path>
              </a:pathLst>
            </a:cu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sp>
          <p:nvSpPr>
            <p:cNvPr id="345122" name="Text Box 75">
              <a:extLst>
                <a:ext uri="{FF2B5EF4-FFF2-40B4-BE49-F238E27FC236}">
                  <a16:creationId xmlns:a16="http://schemas.microsoft.com/office/drawing/2014/main" id="{37893CE8-2C02-2572-EB30-78187A85052D}"/>
                </a:ext>
              </a:extLst>
            </p:cNvPr>
            <p:cNvSpPr txBox="1">
              <a:spLocks noChangeArrowheads="1"/>
            </p:cNvSpPr>
            <p:nvPr/>
          </p:nvSpPr>
          <p:spPr bwMode="auto">
            <a:xfrm>
              <a:off x="579" y="1412"/>
              <a:ext cx="247"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zh-CN" sz="2400" b="0" i="0" u="none" strike="noStrike" kern="1200" cap="none" spc="0" normalizeH="0" baseline="0" noProof="0">
                  <a:ln>
                    <a:noFill/>
                  </a:ln>
                  <a:solidFill>
                    <a:srgbClr val="FF0000"/>
                  </a:solidFill>
                  <a:effectLst/>
                  <a:uLnTx/>
                  <a:uFillTx/>
                  <a:latin typeface="Comic Sans MS" panose="030F0902030302020204" pitchFamily="66" charset="0"/>
                  <a:ea typeface="宋体" panose="02010600030101010101" pitchFamily="2" charset="-122"/>
                  <a:cs typeface="Arial" panose="020B0604020202020204" pitchFamily="34" charset="0"/>
                </a:rPr>
                <a:t>w</a:t>
              </a:r>
              <a:endParaRPr kumimoji="0" lang="en-US" altLang="zh-CN"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panose="020B0604020202020204" pitchFamily="34" charset="0"/>
              </a:endParaRPr>
            </a:p>
          </p:txBody>
        </p:sp>
        <p:sp>
          <p:nvSpPr>
            <p:cNvPr id="345123" name="Text Box 76">
              <a:extLst>
                <a:ext uri="{FF2B5EF4-FFF2-40B4-BE49-F238E27FC236}">
                  <a16:creationId xmlns:a16="http://schemas.microsoft.com/office/drawing/2014/main" id="{9B8D7064-DEE4-B695-BF96-0E202DC7FF68}"/>
                </a:ext>
              </a:extLst>
            </p:cNvPr>
            <p:cNvSpPr txBox="1">
              <a:spLocks noChangeArrowheads="1"/>
            </p:cNvSpPr>
            <p:nvPr/>
          </p:nvSpPr>
          <p:spPr bwMode="auto">
            <a:xfrm>
              <a:off x="1810" y="1439"/>
              <a:ext cx="229"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zh-CN" sz="2400" b="0" i="0" u="none" strike="noStrike" kern="1200" cap="none" spc="0" normalizeH="0" baseline="0" noProof="0">
                  <a:ln>
                    <a:noFill/>
                  </a:ln>
                  <a:solidFill>
                    <a:srgbClr val="FF0000"/>
                  </a:solidFill>
                  <a:effectLst/>
                  <a:uLnTx/>
                  <a:uFillTx/>
                  <a:latin typeface="Comic Sans MS" panose="030F0902030302020204" pitchFamily="66" charset="0"/>
                  <a:ea typeface="宋体" panose="02010600030101010101" pitchFamily="2" charset="-122"/>
                  <a:cs typeface="Arial" panose="020B0604020202020204" pitchFamily="34" charset="0"/>
                </a:rPr>
                <a:t>x</a:t>
              </a:r>
              <a:endParaRPr kumimoji="0" lang="en-US" altLang="zh-CN"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panose="020B0604020202020204" pitchFamily="34" charset="0"/>
              </a:endParaRPr>
            </a:p>
          </p:txBody>
        </p:sp>
        <p:sp>
          <p:nvSpPr>
            <p:cNvPr id="345124" name="Text Box 77">
              <a:extLst>
                <a:ext uri="{FF2B5EF4-FFF2-40B4-BE49-F238E27FC236}">
                  <a16:creationId xmlns:a16="http://schemas.microsoft.com/office/drawing/2014/main" id="{EE83F2F9-55C9-5C93-44AE-F8175BE8C6AE}"/>
                </a:ext>
              </a:extLst>
            </p:cNvPr>
            <p:cNvSpPr txBox="1">
              <a:spLocks noChangeArrowheads="1"/>
            </p:cNvSpPr>
            <p:nvPr/>
          </p:nvSpPr>
          <p:spPr bwMode="auto">
            <a:xfrm>
              <a:off x="4019" y="1389"/>
              <a:ext cx="216"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zh-CN" sz="2400" b="0" i="0" u="none" strike="noStrike" kern="1200" cap="none" spc="0" normalizeH="0" baseline="0" noProof="0">
                  <a:ln>
                    <a:noFill/>
                  </a:ln>
                  <a:solidFill>
                    <a:srgbClr val="FF0000"/>
                  </a:solidFill>
                  <a:effectLst/>
                  <a:uLnTx/>
                  <a:uFillTx/>
                  <a:latin typeface="Comic Sans MS" panose="030F0902030302020204" pitchFamily="66" charset="0"/>
                  <a:ea typeface="宋体" panose="02010600030101010101" pitchFamily="2" charset="-122"/>
                  <a:cs typeface="Arial" panose="020B0604020202020204" pitchFamily="34" charset="0"/>
                </a:rPr>
                <a:t>y</a:t>
              </a:r>
              <a:endParaRPr kumimoji="0" lang="en-US" altLang="zh-CN"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panose="020B0604020202020204" pitchFamily="34" charset="0"/>
              </a:endParaRPr>
            </a:p>
          </p:txBody>
        </p:sp>
        <p:sp>
          <p:nvSpPr>
            <p:cNvPr id="345125" name="Text Box 78">
              <a:extLst>
                <a:ext uri="{FF2B5EF4-FFF2-40B4-BE49-F238E27FC236}">
                  <a16:creationId xmlns:a16="http://schemas.microsoft.com/office/drawing/2014/main" id="{1572CE3E-B69E-CC4E-84AE-E89EA440CF8F}"/>
                </a:ext>
              </a:extLst>
            </p:cNvPr>
            <p:cNvSpPr txBox="1">
              <a:spLocks noChangeArrowheads="1"/>
            </p:cNvSpPr>
            <p:nvPr/>
          </p:nvSpPr>
          <p:spPr bwMode="auto">
            <a:xfrm>
              <a:off x="5225" y="1151"/>
              <a:ext cx="219"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zh-CN" sz="2400" b="0" i="0" u="none" strike="noStrike" kern="1200" cap="none" spc="0" normalizeH="0" baseline="0" noProof="0">
                  <a:ln>
                    <a:noFill/>
                  </a:ln>
                  <a:solidFill>
                    <a:srgbClr val="FF0000"/>
                  </a:solidFill>
                  <a:effectLst/>
                  <a:uLnTx/>
                  <a:uFillTx/>
                  <a:latin typeface="Comic Sans MS" panose="030F0902030302020204" pitchFamily="66" charset="0"/>
                  <a:ea typeface="宋体" panose="02010600030101010101" pitchFamily="2" charset="-122"/>
                  <a:cs typeface="Arial" panose="020B0604020202020204" pitchFamily="34" charset="0"/>
                </a:rPr>
                <a:t>z</a:t>
              </a:r>
              <a:endParaRPr kumimoji="0" lang="en-US" altLang="zh-CN"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panose="020B0604020202020204" pitchFamily="34" charset="0"/>
              </a:endParaRPr>
            </a:p>
          </p:txBody>
        </p:sp>
        <p:sp>
          <p:nvSpPr>
            <p:cNvPr id="345126" name="Text Box 79">
              <a:extLst>
                <a:ext uri="{FF2B5EF4-FFF2-40B4-BE49-F238E27FC236}">
                  <a16:creationId xmlns:a16="http://schemas.microsoft.com/office/drawing/2014/main" id="{C979A94C-AF86-0462-4D82-906365B34D4C}"/>
                </a:ext>
              </a:extLst>
            </p:cNvPr>
            <p:cNvSpPr txBox="1">
              <a:spLocks noChangeArrowheads="1"/>
            </p:cNvSpPr>
            <p:nvPr/>
          </p:nvSpPr>
          <p:spPr bwMode="auto">
            <a:xfrm>
              <a:off x="1227" y="1615"/>
              <a:ext cx="256"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zh-CN" sz="24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panose="020B0604020202020204" pitchFamily="34" charset="0"/>
                </a:rPr>
                <a:t>A</a:t>
              </a:r>
            </a:p>
          </p:txBody>
        </p:sp>
        <p:sp>
          <p:nvSpPr>
            <p:cNvPr id="345127" name="Text Box 80">
              <a:extLst>
                <a:ext uri="{FF2B5EF4-FFF2-40B4-BE49-F238E27FC236}">
                  <a16:creationId xmlns:a16="http://schemas.microsoft.com/office/drawing/2014/main" id="{5B25F942-7EDC-8476-92F7-1FCC7C76A365}"/>
                </a:ext>
              </a:extLst>
            </p:cNvPr>
            <p:cNvSpPr txBox="1">
              <a:spLocks noChangeArrowheads="1"/>
            </p:cNvSpPr>
            <p:nvPr/>
          </p:nvSpPr>
          <p:spPr bwMode="auto">
            <a:xfrm>
              <a:off x="2378" y="2061"/>
              <a:ext cx="2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zh-CN" sz="24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panose="020B0604020202020204" pitchFamily="34" charset="0"/>
                </a:rPr>
                <a:t>C</a:t>
              </a:r>
            </a:p>
          </p:txBody>
        </p:sp>
        <p:sp>
          <p:nvSpPr>
            <p:cNvPr id="345128" name="Text Box 81">
              <a:extLst>
                <a:ext uri="{FF2B5EF4-FFF2-40B4-BE49-F238E27FC236}">
                  <a16:creationId xmlns:a16="http://schemas.microsoft.com/office/drawing/2014/main" id="{A9A6AE82-16F8-BC1A-6042-817D225276B1}"/>
                </a:ext>
              </a:extLst>
            </p:cNvPr>
            <p:cNvSpPr txBox="1">
              <a:spLocks noChangeArrowheads="1"/>
            </p:cNvSpPr>
            <p:nvPr/>
          </p:nvSpPr>
          <p:spPr bwMode="auto">
            <a:xfrm>
              <a:off x="2378" y="1593"/>
              <a:ext cx="25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zh-CN" sz="24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panose="020B0604020202020204" pitchFamily="34" charset="0"/>
                </a:rPr>
                <a:t>D</a:t>
              </a:r>
            </a:p>
          </p:txBody>
        </p:sp>
        <p:sp>
          <p:nvSpPr>
            <p:cNvPr id="345129" name="Text Box 82">
              <a:extLst>
                <a:ext uri="{FF2B5EF4-FFF2-40B4-BE49-F238E27FC236}">
                  <a16:creationId xmlns:a16="http://schemas.microsoft.com/office/drawing/2014/main" id="{6339643E-42C2-EBA9-0BF1-F1D6C1B881B5}"/>
                </a:ext>
              </a:extLst>
            </p:cNvPr>
            <p:cNvSpPr txBox="1">
              <a:spLocks noChangeArrowheads="1"/>
            </p:cNvSpPr>
            <p:nvPr/>
          </p:nvSpPr>
          <p:spPr bwMode="auto">
            <a:xfrm>
              <a:off x="3502" y="1592"/>
              <a:ext cx="237"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zh-CN" sz="24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panose="020B0604020202020204" pitchFamily="34" charset="0"/>
                </a:rPr>
                <a:t>B</a:t>
              </a:r>
            </a:p>
          </p:txBody>
        </p:sp>
        <p:sp>
          <p:nvSpPr>
            <p:cNvPr id="345130" name="Line 83">
              <a:extLst>
                <a:ext uri="{FF2B5EF4-FFF2-40B4-BE49-F238E27FC236}">
                  <a16:creationId xmlns:a16="http://schemas.microsoft.com/office/drawing/2014/main" id="{925B9FC8-DF80-D748-8408-B0FC00C0611D}"/>
                </a:ext>
              </a:extLst>
            </p:cNvPr>
            <p:cNvSpPr>
              <a:spLocks noChangeShapeType="1"/>
            </p:cNvSpPr>
            <p:nvPr/>
          </p:nvSpPr>
          <p:spPr bwMode="auto">
            <a:xfrm>
              <a:off x="4462" y="1552"/>
              <a:ext cx="217" cy="2"/>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grpSp>
          <p:nvGrpSpPr>
            <p:cNvPr id="345131" name="Group 84">
              <a:extLst>
                <a:ext uri="{FF2B5EF4-FFF2-40B4-BE49-F238E27FC236}">
                  <a16:creationId xmlns:a16="http://schemas.microsoft.com/office/drawing/2014/main" id="{B63AD07C-2673-2B4F-907B-19A81D522F40}"/>
                </a:ext>
              </a:extLst>
            </p:cNvPr>
            <p:cNvGrpSpPr>
              <a:grpSpLocks/>
            </p:cNvGrpSpPr>
            <p:nvPr/>
          </p:nvGrpSpPr>
          <p:grpSpPr bwMode="auto">
            <a:xfrm>
              <a:off x="3731" y="1265"/>
              <a:ext cx="388" cy="229"/>
              <a:chOff x="3731" y="1153"/>
              <a:chExt cx="388" cy="229"/>
            </a:xfrm>
          </p:grpSpPr>
          <p:sp>
            <p:nvSpPr>
              <p:cNvPr id="345155" name="Line 85">
                <a:extLst>
                  <a:ext uri="{FF2B5EF4-FFF2-40B4-BE49-F238E27FC236}">
                    <a16:creationId xmlns:a16="http://schemas.microsoft.com/office/drawing/2014/main" id="{7FC6DEDB-7BD1-80C3-87AC-FFDE27AC572B}"/>
                  </a:ext>
                </a:extLst>
              </p:cNvPr>
              <p:cNvSpPr>
                <a:spLocks noChangeShapeType="1"/>
              </p:cNvSpPr>
              <p:nvPr/>
            </p:nvSpPr>
            <p:spPr bwMode="auto">
              <a:xfrm flipV="1">
                <a:off x="3731" y="1259"/>
                <a:ext cx="205" cy="12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sp>
            <p:nvSpPr>
              <p:cNvPr id="345156" name="Line 86">
                <a:extLst>
                  <a:ext uri="{FF2B5EF4-FFF2-40B4-BE49-F238E27FC236}">
                    <a16:creationId xmlns:a16="http://schemas.microsoft.com/office/drawing/2014/main" id="{4089522E-A694-15D1-7BDC-C0845D4734D7}"/>
                  </a:ext>
                </a:extLst>
              </p:cNvPr>
              <p:cNvSpPr>
                <a:spLocks noChangeShapeType="1"/>
              </p:cNvSpPr>
              <p:nvPr/>
            </p:nvSpPr>
            <p:spPr bwMode="auto">
              <a:xfrm flipV="1">
                <a:off x="3944" y="1153"/>
                <a:ext cx="175" cy="98"/>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grpSp>
        <p:grpSp>
          <p:nvGrpSpPr>
            <p:cNvPr id="345132" name="Group 87">
              <a:extLst>
                <a:ext uri="{FF2B5EF4-FFF2-40B4-BE49-F238E27FC236}">
                  <a16:creationId xmlns:a16="http://schemas.microsoft.com/office/drawing/2014/main" id="{20E67692-610D-3EF0-B313-47EB820DE3D2}"/>
                </a:ext>
              </a:extLst>
            </p:cNvPr>
            <p:cNvGrpSpPr>
              <a:grpSpLocks/>
            </p:cNvGrpSpPr>
            <p:nvPr/>
          </p:nvGrpSpPr>
          <p:grpSpPr bwMode="auto">
            <a:xfrm>
              <a:off x="2611" y="1249"/>
              <a:ext cx="388" cy="229"/>
              <a:chOff x="3731" y="1153"/>
              <a:chExt cx="388" cy="229"/>
            </a:xfrm>
          </p:grpSpPr>
          <p:sp>
            <p:nvSpPr>
              <p:cNvPr id="345153" name="Line 88">
                <a:extLst>
                  <a:ext uri="{FF2B5EF4-FFF2-40B4-BE49-F238E27FC236}">
                    <a16:creationId xmlns:a16="http://schemas.microsoft.com/office/drawing/2014/main" id="{A191E4B6-CDB6-14C9-2D73-B7BE78EE105B}"/>
                  </a:ext>
                </a:extLst>
              </p:cNvPr>
              <p:cNvSpPr>
                <a:spLocks noChangeShapeType="1"/>
              </p:cNvSpPr>
              <p:nvPr/>
            </p:nvSpPr>
            <p:spPr bwMode="auto">
              <a:xfrm flipV="1">
                <a:off x="3731" y="1259"/>
                <a:ext cx="205" cy="12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sp>
            <p:nvSpPr>
              <p:cNvPr id="345154" name="Line 89">
                <a:extLst>
                  <a:ext uri="{FF2B5EF4-FFF2-40B4-BE49-F238E27FC236}">
                    <a16:creationId xmlns:a16="http://schemas.microsoft.com/office/drawing/2014/main" id="{63F7823E-B2C5-195E-80AB-79F5A8E91408}"/>
                  </a:ext>
                </a:extLst>
              </p:cNvPr>
              <p:cNvSpPr>
                <a:spLocks noChangeShapeType="1"/>
              </p:cNvSpPr>
              <p:nvPr/>
            </p:nvSpPr>
            <p:spPr bwMode="auto">
              <a:xfrm flipV="1">
                <a:off x="3944" y="1153"/>
                <a:ext cx="175" cy="98"/>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grpSp>
        <p:grpSp>
          <p:nvGrpSpPr>
            <p:cNvPr id="345133" name="Group 90">
              <a:extLst>
                <a:ext uri="{FF2B5EF4-FFF2-40B4-BE49-F238E27FC236}">
                  <a16:creationId xmlns:a16="http://schemas.microsoft.com/office/drawing/2014/main" id="{98462430-833A-FD3F-FEDE-21EC682D988E}"/>
                </a:ext>
              </a:extLst>
            </p:cNvPr>
            <p:cNvGrpSpPr>
              <a:grpSpLocks/>
            </p:cNvGrpSpPr>
            <p:nvPr/>
          </p:nvGrpSpPr>
          <p:grpSpPr bwMode="auto">
            <a:xfrm>
              <a:off x="1491" y="1233"/>
              <a:ext cx="388" cy="229"/>
              <a:chOff x="3731" y="1153"/>
              <a:chExt cx="388" cy="229"/>
            </a:xfrm>
          </p:grpSpPr>
          <p:sp>
            <p:nvSpPr>
              <p:cNvPr id="345151" name="Line 91">
                <a:extLst>
                  <a:ext uri="{FF2B5EF4-FFF2-40B4-BE49-F238E27FC236}">
                    <a16:creationId xmlns:a16="http://schemas.microsoft.com/office/drawing/2014/main" id="{14F9170A-CFE8-748D-4452-DB3ECC62BD69}"/>
                  </a:ext>
                </a:extLst>
              </p:cNvPr>
              <p:cNvSpPr>
                <a:spLocks noChangeShapeType="1"/>
              </p:cNvSpPr>
              <p:nvPr/>
            </p:nvSpPr>
            <p:spPr bwMode="auto">
              <a:xfrm flipV="1">
                <a:off x="3731" y="1259"/>
                <a:ext cx="205" cy="12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sp>
            <p:nvSpPr>
              <p:cNvPr id="345152" name="Line 92">
                <a:extLst>
                  <a:ext uri="{FF2B5EF4-FFF2-40B4-BE49-F238E27FC236}">
                    <a16:creationId xmlns:a16="http://schemas.microsoft.com/office/drawing/2014/main" id="{C6BC3FD0-C535-C76E-FEB1-8EAAE868DFE5}"/>
                  </a:ext>
                </a:extLst>
              </p:cNvPr>
              <p:cNvSpPr>
                <a:spLocks noChangeShapeType="1"/>
              </p:cNvSpPr>
              <p:nvPr/>
            </p:nvSpPr>
            <p:spPr bwMode="auto">
              <a:xfrm flipV="1">
                <a:off x="3944" y="1153"/>
                <a:ext cx="175" cy="98"/>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grpSp>
        <p:sp>
          <p:nvSpPr>
            <p:cNvPr id="345134" name="Line 93">
              <a:extLst>
                <a:ext uri="{FF2B5EF4-FFF2-40B4-BE49-F238E27FC236}">
                  <a16:creationId xmlns:a16="http://schemas.microsoft.com/office/drawing/2014/main" id="{1BADB83F-A11B-573A-317F-5CDB23B95AE2}"/>
                </a:ext>
              </a:extLst>
            </p:cNvPr>
            <p:cNvSpPr>
              <a:spLocks noChangeShapeType="1"/>
            </p:cNvSpPr>
            <p:nvPr/>
          </p:nvSpPr>
          <p:spPr bwMode="auto">
            <a:xfrm>
              <a:off x="2695" y="2000"/>
              <a:ext cx="617"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sp>
          <p:nvSpPr>
            <p:cNvPr id="345135" name="Freeform 94">
              <a:extLst>
                <a:ext uri="{FF2B5EF4-FFF2-40B4-BE49-F238E27FC236}">
                  <a16:creationId xmlns:a16="http://schemas.microsoft.com/office/drawing/2014/main" id="{4B8AD68E-506D-3C83-1A17-19778EE0F914}"/>
                </a:ext>
              </a:extLst>
            </p:cNvPr>
            <p:cNvSpPr>
              <a:spLocks/>
            </p:cNvSpPr>
            <p:nvPr/>
          </p:nvSpPr>
          <p:spPr bwMode="auto">
            <a:xfrm>
              <a:off x="2708" y="1869"/>
              <a:ext cx="536" cy="243"/>
            </a:xfrm>
            <a:custGeom>
              <a:avLst/>
              <a:gdLst>
                <a:gd name="T0" fmla="*/ 2 w 690"/>
                <a:gd name="T1" fmla="*/ 4 h 274"/>
                <a:gd name="T2" fmla="*/ 2 w 690"/>
                <a:gd name="T3" fmla="*/ 4 h 274"/>
                <a:gd name="T4" fmla="*/ 2 w 690"/>
                <a:gd name="T5" fmla="*/ 19 h 274"/>
                <a:gd name="T6" fmla="*/ 3 w 690"/>
                <a:gd name="T7" fmla="*/ 20 h 274"/>
                <a:gd name="T8" fmla="*/ 3 w 690"/>
                <a:gd name="T9" fmla="*/ 6 h 274"/>
                <a:gd name="T10" fmla="*/ 2 w 690"/>
                <a:gd name="T11" fmla="*/ 4 h 274"/>
                <a:gd name="T12" fmla="*/ 0 60000 65536"/>
                <a:gd name="T13" fmla="*/ 0 60000 65536"/>
                <a:gd name="T14" fmla="*/ 0 60000 65536"/>
                <a:gd name="T15" fmla="*/ 0 60000 65536"/>
                <a:gd name="T16" fmla="*/ 0 60000 65536"/>
                <a:gd name="T17" fmla="*/ 0 60000 65536"/>
                <a:gd name="T18" fmla="*/ 0 w 690"/>
                <a:gd name="T19" fmla="*/ 0 h 274"/>
                <a:gd name="T20" fmla="*/ 690 w 690"/>
                <a:gd name="T21" fmla="*/ 274 h 274"/>
              </a:gdLst>
              <a:ahLst/>
              <a:cxnLst>
                <a:cxn ang="T12">
                  <a:pos x="T0" y="T1"/>
                </a:cxn>
                <a:cxn ang="T13">
                  <a:pos x="T2" y="T3"/>
                </a:cxn>
                <a:cxn ang="T14">
                  <a:pos x="T4" y="T5"/>
                </a:cxn>
                <a:cxn ang="T15">
                  <a:pos x="T6" y="T7"/>
                </a:cxn>
                <a:cxn ang="T16">
                  <a:pos x="T8" y="T9"/>
                </a:cxn>
                <a:cxn ang="T17">
                  <a:pos x="T10" y="T11"/>
                </a:cxn>
              </a:cxnLst>
              <a:rect l="T18" t="T19" r="T20" b="T21"/>
              <a:pathLst>
                <a:path w="690" h="274">
                  <a:moveTo>
                    <a:pt x="391" y="60"/>
                  </a:moveTo>
                  <a:cubicBezTo>
                    <a:pt x="297" y="52"/>
                    <a:pt x="123" y="0"/>
                    <a:pt x="73" y="30"/>
                  </a:cubicBezTo>
                  <a:cubicBezTo>
                    <a:pt x="23" y="60"/>
                    <a:pt x="0" y="202"/>
                    <a:pt x="88" y="238"/>
                  </a:cubicBezTo>
                  <a:cubicBezTo>
                    <a:pt x="176" y="274"/>
                    <a:pt x="508" y="272"/>
                    <a:pt x="599" y="245"/>
                  </a:cubicBezTo>
                  <a:cubicBezTo>
                    <a:pt x="690" y="218"/>
                    <a:pt x="671" y="106"/>
                    <a:pt x="636" y="75"/>
                  </a:cubicBezTo>
                  <a:cubicBezTo>
                    <a:pt x="601" y="44"/>
                    <a:pt x="485" y="68"/>
                    <a:pt x="391" y="60"/>
                  </a:cubicBezTo>
                  <a:close/>
                </a:path>
              </a:pathLst>
            </a:cu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sp>
          <p:nvSpPr>
            <p:cNvPr id="345136" name="Line 95">
              <a:extLst>
                <a:ext uri="{FF2B5EF4-FFF2-40B4-BE49-F238E27FC236}">
                  <a16:creationId xmlns:a16="http://schemas.microsoft.com/office/drawing/2014/main" id="{1D0D0C8D-DB28-BB2A-F91E-35065570E1A3}"/>
                </a:ext>
              </a:extLst>
            </p:cNvPr>
            <p:cNvSpPr>
              <a:spLocks noChangeShapeType="1"/>
            </p:cNvSpPr>
            <p:nvPr/>
          </p:nvSpPr>
          <p:spPr bwMode="auto">
            <a:xfrm>
              <a:off x="3329" y="1993"/>
              <a:ext cx="217" cy="2"/>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grpSp>
          <p:nvGrpSpPr>
            <p:cNvPr id="345137" name="Group 96">
              <a:extLst>
                <a:ext uri="{FF2B5EF4-FFF2-40B4-BE49-F238E27FC236}">
                  <a16:creationId xmlns:a16="http://schemas.microsoft.com/office/drawing/2014/main" id="{CA98EDA1-C47E-25B7-E887-DBB865F9B1D7}"/>
                </a:ext>
              </a:extLst>
            </p:cNvPr>
            <p:cNvGrpSpPr>
              <a:grpSpLocks/>
            </p:cNvGrpSpPr>
            <p:nvPr/>
          </p:nvGrpSpPr>
          <p:grpSpPr bwMode="auto">
            <a:xfrm>
              <a:off x="1168" y="1464"/>
              <a:ext cx="416" cy="175"/>
              <a:chOff x="3600" y="219"/>
              <a:chExt cx="360" cy="175"/>
            </a:xfrm>
          </p:grpSpPr>
          <p:sp>
            <p:nvSpPr>
              <p:cNvPr id="345138" name="Oval 97">
                <a:extLst>
                  <a:ext uri="{FF2B5EF4-FFF2-40B4-BE49-F238E27FC236}">
                    <a16:creationId xmlns:a16="http://schemas.microsoft.com/office/drawing/2014/main" id="{449B1C1D-7467-D986-0FC9-D2D6F2F648E1}"/>
                  </a:ext>
                </a:extLst>
              </p:cNvPr>
              <p:cNvSpPr>
                <a:spLocks noChangeArrowheads="1"/>
              </p:cNvSpPr>
              <p:nvPr/>
            </p:nvSpPr>
            <p:spPr bwMode="auto">
              <a:xfrm>
                <a:off x="3603" y="297"/>
                <a:ext cx="357" cy="97"/>
              </a:xfrm>
              <a:prstGeom prst="ellipse">
                <a:avLst/>
              </a:prstGeom>
              <a:solidFill>
                <a:schemeClr val="hlink"/>
              </a:solidFill>
              <a:ln w="12700">
                <a:solidFill>
                  <a:schemeClr val="tx1"/>
                </a:solidFill>
                <a:round/>
                <a:headEnd/>
                <a:tailEnd/>
              </a:ln>
            </p:spPr>
            <p:txBody>
              <a:bodyPr wrap="none" anchor="ct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panose="020B0604020202020204" pitchFamily="34" charset="0"/>
                </a:endParaRPr>
              </a:p>
            </p:txBody>
          </p:sp>
          <p:sp>
            <p:nvSpPr>
              <p:cNvPr id="345139" name="Line 98">
                <a:extLst>
                  <a:ext uri="{FF2B5EF4-FFF2-40B4-BE49-F238E27FC236}">
                    <a16:creationId xmlns:a16="http://schemas.microsoft.com/office/drawing/2014/main" id="{605714A1-19CB-675F-4132-750727571E65}"/>
                  </a:ext>
                </a:extLst>
              </p:cNvPr>
              <p:cNvSpPr>
                <a:spLocks noChangeShapeType="1"/>
              </p:cNvSpPr>
              <p:nvPr/>
            </p:nvSpPr>
            <p:spPr bwMode="auto">
              <a:xfrm>
                <a:off x="3603" y="289"/>
                <a:ext cx="0" cy="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sp>
            <p:nvSpPr>
              <p:cNvPr id="345140" name="Line 99">
                <a:extLst>
                  <a:ext uri="{FF2B5EF4-FFF2-40B4-BE49-F238E27FC236}">
                    <a16:creationId xmlns:a16="http://schemas.microsoft.com/office/drawing/2014/main" id="{71D3224F-FDF9-B313-94EB-722C7D08E6CF}"/>
                  </a:ext>
                </a:extLst>
              </p:cNvPr>
              <p:cNvSpPr>
                <a:spLocks noChangeShapeType="1"/>
              </p:cNvSpPr>
              <p:nvPr/>
            </p:nvSpPr>
            <p:spPr bwMode="auto">
              <a:xfrm>
                <a:off x="3960" y="289"/>
                <a:ext cx="0" cy="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sp>
            <p:nvSpPr>
              <p:cNvPr id="345141" name="Rectangle 100">
                <a:extLst>
                  <a:ext uri="{FF2B5EF4-FFF2-40B4-BE49-F238E27FC236}">
                    <a16:creationId xmlns:a16="http://schemas.microsoft.com/office/drawing/2014/main" id="{B4C28F70-CAF5-3665-F1E6-DF604C0A6CB1}"/>
                  </a:ext>
                </a:extLst>
              </p:cNvPr>
              <p:cNvSpPr>
                <a:spLocks noChangeArrowheads="1"/>
              </p:cNvSpPr>
              <p:nvPr/>
            </p:nvSpPr>
            <p:spPr bwMode="auto">
              <a:xfrm>
                <a:off x="3603" y="289"/>
                <a:ext cx="354" cy="59"/>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zh-CN" altLang="en-US" sz="24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Arial" panose="020B0604020202020204" pitchFamily="34" charset="0"/>
                </a:endParaRPr>
              </a:p>
            </p:txBody>
          </p:sp>
          <p:sp>
            <p:nvSpPr>
              <p:cNvPr id="345142" name="Oval 101">
                <a:extLst>
                  <a:ext uri="{FF2B5EF4-FFF2-40B4-BE49-F238E27FC236}">
                    <a16:creationId xmlns:a16="http://schemas.microsoft.com/office/drawing/2014/main" id="{862EDC04-0038-5AD5-E742-C2CAF875B4B4}"/>
                  </a:ext>
                </a:extLst>
              </p:cNvPr>
              <p:cNvSpPr>
                <a:spLocks noChangeArrowheads="1"/>
              </p:cNvSpPr>
              <p:nvPr/>
            </p:nvSpPr>
            <p:spPr bwMode="auto">
              <a:xfrm>
                <a:off x="3600" y="219"/>
                <a:ext cx="357" cy="113"/>
              </a:xfrm>
              <a:prstGeom prst="ellipse">
                <a:avLst/>
              </a:prstGeom>
              <a:solidFill>
                <a:schemeClr val="hlink"/>
              </a:solidFill>
              <a:ln w="12700">
                <a:solidFill>
                  <a:schemeClr val="tx1"/>
                </a:solidFill>
                <a:round/>
                <a:headEnd/>
                <a:tailEnd/>
              </a:ln>
            </p:spPr>
            <p:txBody>
              <a:bodyPr wrap="none" anchor="ct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panose="020B0604020202020204" pitchFamily="34" charset="0"/>
                </a:endParaRPr>
              </a:p>
            </p:txBody>
          </p:sp>
          <p:grpSp>
            <p:nvGrpSpPr>
              <p:cNvPr id="345143" name="Group 102">
                <a:extLst>
                  <a:ext uri="{FF2B5EF4-FFF2-40B4-BE49-F238E27FC236}">
                    <a16:creationId xmlns:a16="http://schemas.microsoft.com/office/drawing/2014/main" id="{3222C988-82C1-2E0A-5E07-757D86590F07}"/>
                  </a:ext>
                </a:extLst>
              </p:cNvPr>
              <p:cNvGrpSpPr>
                <a:grpSpLocks/>
              </p:cNvGrpSpPr>
              <p:nvPr/>
            </p:nvGrpSpPr>
            <p:grpSpPr bwMode="auto">
              <a:xfrm>
                <a:off x="3686" y="244"/>
                <a:ext cx="177" cy="66"/>
                <a:chOff x="2848" y="848"/>
                <a:chExt cx="140" cy="98"/>
              </a:xfrm>
            </p:grpSpPr>
            <p:sp>
              <p:nvSpPr>
                <p:cNvPr id="345148" name="Line 103">
                  <a:extLst>
                    <a:ext uri="{FF2B5EF4-FFF2-40B4-BE49-F238E27FC236}">
                      <a16:creationId xmlns:a16="http://schemas.microsoft.com/office/drawing/2014/main" id="{68DE5357-64E4-7E5E-765E-5B1D55ED36B4}"/>
                    </a:ext>
                  </a:extLst>
                </p:cNvPr>
                <p:cNvSpPr>
                  <a:spLocks noChangeShapeType="1"/>
                </p:cNvSpPr>
                <p:nvPr/>
              </p:nvSpPr>
              <p:spPr bwMode="auto">
                <a:xfrm flipV="1">
                  <a:off x="2848" y="848"/>
                  <a:ext cx="50" cy="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sp>
              <p:nvSpPr>
                <p:cNvPr id="345149" name="Line 104">
                  <a:extLst>
                    <a:ext uri="{FF2B5EF4-FFF2-40B4-BE49-F238E27FC236}">
                      <a16:creationId xmlns:a16="http://schemas.microsoft.com/office/drawing/2014/main" id="{5AE317C6-8D72-378B-F377-A46E43E046C4}"/>
                    </a:ext>
                  </a:extLst>
                </p:cNvPr>
                <p:cNvSpPr>
                  <a:spLocks noChangeShapeType="1"/>
                </p:cNvSpPr>
                <p:nvPr/>
              </p:nvSpPr>
              <p:spPr bwMode="auto">
                <a:xfrm>
                  <a:off x="2944" y="946"/>
                  <a:ext cx="44"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sp>
              <p:nvSpPr>
                <p:cNvPr id="345150" name="Line 105">
                  <a:extLst>
                    <a:ext uri="{FF2B5EF4-FFF2-40B4-BE49-F238E27FC236}">
                      <a16:creationId xmlns:a16="http://schemas.microsoft.com/office/drawing/2014/main" id="{4B4DC8D9-163E-8487-5754-8F2C26F1F568}"/>
                    </a:ext>
                  </a:extLst>
                </p:cNvPr>
                <p:cNvSpPr>
                  <a:spLocks noChangeShapeType="1"/>
                </p:cNvSpPr>
                <p:nvPr/>
              </p:nvSpPr>
              <p:spPr bwMode="auto">
                <a:xfrm>
                  <a:off x="2894" y="850"/>
                  <a:ext cx="52" cy="9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grpSp>
          <p:grpSp>
            <p:nvGrpSpPr>
              <p:cNvPr id="345144" name="Group 106">
                <a:extLst>
                  <a:ext uri="{FF2B5EF4-FFF2-40B4-BE49-F238E27FC236}">
                    <a16:creationId xmlns:a16="http://schemas.microsoft.com/office/drawing/2014/main" id="{DF6129F5-3ADD-E19A-AB98-F27AF7BE75CC}"/>
                  </a:ext>
                </a:extLst>
              </p:cNvPr>
              <p:cNvGrpSpPr>
                <a:grpSpLocks/>
              </p:cNvGrpSpPr>
              <p:nvPr/>
            </p:nvGrpSpPr>
            <p:grpSpPr bwMode="auto">
              <a:xfrm flipV="1">
                <a:off x="3686" y="243"/>
                <a:ext cx="177" cy="66"/>
                <a:chOff x="2848" y="848"/>
                <a:chExt cx="140" cy="98"/>
              </a:xfrm>
            </p:grpSpPr>
            <p:sp>
              <p:nvSpPr>
                <p:cNvPr id="345145" name="Line 107">
                  <a:extLst>
                    <a:ext uri="{FF2B5EF4-FFF2-40B4-BE49-F238E27FC236}">
                      <a16:creationId xmlns:a16="http://schemas.microsoft.com/office/drawing/2014/main" id="{2E47FDD6-54A7-CE5D-6E89-BC83E2041F25}"/>
                    </a:ext>
                  </a:extLst>
                </p:cNvPr>
                <p:cNvSpPr>
                  <a:spLocks noChangeShapeType="1"/>
                </p:cNvSpPr>
                <p:nvPr/>
              </p:nvSpPr>
              <p:spPr bwMode="auto">
                <a:xfrm flipV="1">
                  <a:off x="2848" y="848"/>
                  <a:ext cx="50" cy="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sp>
              <p:nvSpPr>
                <p:cNvPr id="345146" name="Line 108">
                  <a:extLst>
                    <a:ext uri="{FF2B5EF4-FFF2-40B4-BE49-F238E27FC236}">
                      <a16:creationId xmlns:a16="http://schemas.microsoft.com/office/drawing/2014/main" id="{84B1962A-8CF8-DA34-FD71-39A8E08B1F56}"/>
                    </a:ext>
                  </a:extLst>
                </p:cNvPr>
                <p:cNvSpPr>
                  <a:spLocks noChangeShapeType="1"/>
                </p:cNvSpPr>
                <p:nvPr/>
              </p:nvSpPr>
              <p:spPr bwMode="auto">
                <a:xfrm>
                  <a:off x="2944" y="946"/>
                  <a:ext cx="44"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sp>
              <p:nvSpPr>
                <p:cNvPr id="345147" name="Line 109">
                  <a:extLst>
                    <a:ext uri="{FF2B5EF4-FFF2-40B4-BE49-F238E27FC236}">
                      <a16:creationId xmlns:a16="http://schemas.microsoft.com/office/drawing/2014/main" id="{9EF87846-8133-F04D-62F4-8956B92D7DBB}"/>
                    </a:ext>
                  </a:extLst>
                </p:cNvPr>
                <p:cNvSpPr>
                  <a:spLocks noChangeShapeType="1"/>
                </p:cNvSpPr>
                <p:nvPr/>
              </p:nvSpPr>
              <p:spPr bwMode="auto">
                <a:xfrm>
                  <a:off x="2894" y="850"/>
                  <a:ext cx="52" cy="9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grpSp>
        </p:grpSp>
      </p:grpSp>
      <p:grpSp>
        <p:nvGrpSpPr>
          <p:cNvPr id="21" name="Group 110">
            <a:extLst>
              <a:ext uri="{FF2B5EF4-FFF2-40B4-BE49-F238E27FC236}">
                <a16:creationId xmlns:a16="http://schemas.microsoft.com/office/drawing/2014/main" id="{FD1DB711-0A46-36FB-351D-AD41F296961F}"/>
              </a:ext>
            </a:extLst>
          </p:cNvPr>
          <p:cNvGrpSpPr>
            <a:grpSpLocks/>
          </p:cNvGrpSpPr>
          <p:nvPr/>
        </p:nvGrpSpPr>
        <p:grpSpPr bwMode="auto">
          <a:xfrm>
            <a:off x="4738688" y="5032375"/>
            <a:ext cx="896937" cy="576263"/>
            <a:chOff x="2985" y="3170"/>
            <a:chExt cx="565" cy="363"/>
          </a:xfrm>
        </p:grpSpPr>
        <p:sp>
          <p:nvSpPr>
            <p:cNvPr id="345103" name="Line 111">
              <a:extLst>
                <a:ext uri="{FF2B5EF4-FFF2-40B4-BE49-F238E27FC236}">
                  <a16:creationId xmlns:a16="http://schemas.microsoft.com/office/drawing/2014/main" id="{63184B1B-D5A6-39C2-D74E-BAC19194F288}"/>
                </a:ext>
              </a:extLst>
            </p:cNvPr>
            <p:cNvSpPr>
              <a:spLocks noChangeShapeType="1"/>
            </p:cNvSpPr>
            <p:nvPr/>
          </p:nvSpPr>
          <p:spPr bwMode="auto">
            <a:xfrm flipV="1">
              <a:off x="2985" y="3330"/>
              <a:ext cx="345" cy="203"/>
            </a:xfrm>
            <a:prstGeom prst="line">
              <a:avLst/>
            </a:prstGeom>
            <a:noFill/>
            <a:ln w="19050">
              <a:solidFill>
                <a:srgbClr val="FF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sp>
          <p:nvSpPr>
            <p:cNvPr id="345104" name="Text Box 112">
              <a:extLst>
                <a:ext uri="{FF2B5EF4-FFF2-40B4-BE49-F238E27FC236}">
                  <a16:creationId xmlns:a16="http://schemas.microsoft.com/office/drawing/2014/main" id="{412694D7-DD93-B26A-3B7E-3CCA17510CA6}"/>
                </a:ext>
              </a:extLst>
            </p:cNvPr>
            <p:cNvSpPr txBox="1">
              <a:spLocks noChangeArrowheads="1"/>
            </p:cNvSpPr>
            <p:nvPr/>
          </p:nvSpPr>
          <p:spPr bwMode="auto">
            <a:xfrm>
              <a:off x="3306" y="3170"/>
              <a:ext cx="244"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zh-CN" sz="24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rPr>
                <a:t>A</a:t>
              </a:r>
            </a:p>
          </p:txBody>
        </p:sp>
      </p:grpSp>
      <p:grpSp>
        <p:nvGrpSpPr>
          <p:cNvPr id="22" name="Group 113">
            <a:extLst>
              <a:ext uri="{FF2B5EF4-FFF2-40B4-BE49-F238E27FC236}">
                <a16:creationId xmlns:a16="http://schemas.microsoft.com/office/drawing/2014/main" id="{6749E7A0-A7C6-B1B8-DA6F-3701DF35E5F0}"/>
              </a:ext>
            </a:extLst>
          </p:cNvPr>
          <p:cNvGrpSpPr>
            <a:grpSpLocks/>
          </p:cNvGrpSpPr>
          <p:nvPr/>
        </p:nvGrpSpPr>
        <p:grpSpPr bwMode="auto">
          <a:xfrm>
            <a:off x="6551613" y="4995863"/>
            <a:ext cx="863600" cy="576262"/>
            <a:chOff x="2985" y="3170"/>
            <a:chExt cx="544" cy="363"/>
          </a:xfrm>
        </p:grpSpPr>
        <p:sp>
          <p:nvSpPr>
            <p:cNvPr id="345101" name="Line 114">
              <a:extLst>
                <a:ext uri="{FF2B5EF4-FFF2-40B4-BE49-F238E27FC236}">
                  <a16:creationId xmlns:a16="http://schemas.microsoft.com/office/drawing/2014/main" id="{6664D99F-AB8B-A93E-EF95-C4C466A393CE}"/>
                </a:ext>
              </a:extLst>
            </p:cNvPr>
            <p:cNvSpPr>
              <a:spLocks noChangeShapeType="1"/>
            </p:cNvSpPr>
            <p:nvPr/>
          </p:nvSpPr>
          <p:spPr bwMode="auto">
            <a:xfrm flipV="1">
              <a:off x="2985" y="3330"/>
              <a:ext cx="345" cy="203"/>
            </a:xfrm>
            <a:prstGeom prst="line">
              <a:avLst/>
            </a:prstGeom>
            <a:noFill/>
            <a:ln w="19050">
              <a:solidFill>
                <a:srgbClr val="FF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sp>
          <p:nvSpPr>
            <p:cNvPr id="345102" name="Text Box 115">
              <a:extLst>
                <a:ext uri="{FF2B5EF4-FFF2-40B4-BE49-F238E27FC236}">
                  <a16:creationId xmlns:a16="http://schemas.microsoft.com/office/drawing/2014/main" id="{0DDA30C2-9E8B-504D-91DC-DAE515011CFB}"/>
                </a:ext>
              </a:extLst>
            </p:cNvPr>
            <p:cNvSpPr txBox="1">
              <a:spLocks noChangeArrowheads="1"/>
            </p:cNvSpPr>
            <p:nvPr/>
          </p:nvSpPr>
          <p:spPr bwMode="auto">
            <a:xfrm>
              <a:off x="3306" y="3170"/>
              <a:ext cx="223"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zh-CN" sz="24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rPr>
                <a:t>5</a:t>
              </a:r>
            </a:p>
          </p:txBody>
        </p:sp>
      </p:grpSp>
      <p:grpSp>
        <p:nvGrpSpPr>
          <p:cNvPr id="23" name="Group 116">
            <a:extLst>
              <a:ext uri="{FF2B5EF4-FFF2-40B4-BE49-F238E27FC236}">
                <a16:creationId xmlns:a16="http://schemas.microsoft.com/office/drawing/2014/main" id="{229C13AE-7121-23CB-1481-C3A71AC023CB}"/>
              </a:ext>
            </a:extLst>
          </p:cNvPr>
          <p:cNvGrpSpPr>
            <a:grpSpLocks/>
          </p:cNvGrpSpPr>
          <p:nvPr/>
        </p:nvGrpSpPr>
        <p:grpSpPr bwMode="auto">
          <a:xfrm>
            <a:off x="2082800" y="703263"/>
            <a:ext cx="3730625" cy="1724025"/>
            <a:chOff x="1312" y="443"/>
            <a:chExt cx="2350" cy="1086"/>
          </a:xfrm>
        </p:grpSpPr>
        <p:sp>
          <p:nvSpPr>
            <p:cNvPr id="345098" name="Text Box 117">
              <a:extLst>
                <a:ext uri="{FF2B5EF4-FFF2-40B4-BE49-F238E27FC236}">
                  <a16:creationId xmlns:a16="http://schemas.microsoft.com/office/drawing/2014/main" id="{7C25F0E6-4DF5-0433-BA66-BA10240CD091}"/>
                </a:ext>
              </a:extLst>
            </p:cNvPr>
            <p:cNvSpPr txBox="1">
              <a:spLocks noChangeArrowheads="1"/>
            </p:cNvSpPr>
            <p:nvPr/>
          </p:nvSpPr>
          <p:spPr bwMode="auto">
            <a:xfrm>
              <a:off x="1312" y="639"/>
              <a:ext cx="1454" cy="728"/>
            </a:xfrm>
            <a:prstGeom prst="rect">
              <a:avLst/>
            </a:prstGeom>
            <a:noFill/>
            <a:ln w="28575">
              <a:solidFill>
                <a:srgbClr val="CC0000"/>
              </a:solidFill>
              <a:miter lim="800000"/>
              <a:headEnd/>
              <a:tailEnd/>
            </a:ln>
            <a:extLst>
              <a:ext uri="{909E8E84-426E-40DD-AFC4-6F175D3DCCD1}">
                <a14:hiddenFill xmlns:a14="http://schemas.microsoft.com/office/drawing/2010/main">
                  <a:solidFill>
                    <a:srgbClr val="FFFFFF"/>
                  </a:solidFill>
                </a14:hiddenFill>
              </a:ext>
            </a:extLst>
          </p:spPr>
          <p:txBody>
            <a:bodyPr lIns="0" tIns="0" rIns="0" bIns="0">
              <a:spAutoFit/>
            </a:bodyP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zh-CN" sz="1600" b="1" i="0" u="none" strike="noStrike" kern="1200" cap="none" spc="0" normalizeH="0" baseline="0" noProof="0">
                  <a:ln>
                    <a:noFill/>
                  </a:ln>
                  <a:solidFill>
                    <a:srgbClr val="3333CC"/>
                  </a:solidFill>
                  <a:effectLst/>
                  <a:uLnTx/>
                  <a:uFillTx/>
                  <a:latin typeface="Comic Sans MS" panose="030F0902030302020204" pitchFamily="66" charset="0"/>
                  <a:ea typeface="宋体" panose="02010600030101010101" pitchFamily="2" charset="-122"/>
                  <a:cs typeface="Arial" panose="020B0604020202020204" pitchFamily="34" charset="0"/>
                </a:rPr>
                <a:t> </a:t>
              </a:r>
              <a:r>
                <a:rPr kumimoji="0" lang="en-US" altLang="zh-CN" sz="1600" b="1" i="0" u="none" strike="noStrike" kern="1200" cap="none" spc="0" normalizeH="0" baseline="0" noProof="0">
                  <a:ln>
                    <a:noFill/>
                  </a:ln>
                  <a:solidFill>
                    <a:srgbClr val="000099"/>
                  </a:solidFill>
                  <a:effectLst/>
                  <a:uLnTx/>
                  <a:uFillTx/>
                  <a:latin typeface="Arial" panose="020B0604020202020204" pitchFamily="34" charset="0"/>
                  <a:ea typeface="宋体" panose="02010600030101010101" pitchFamily="2" charset="-122"/>
                  <a:cs typeface="Arial" panose="020B0604020202020204" pitchFamily="34" charset="0"/>
                </a:rPr>
                <a:t>dest     next  hops</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zh-CN" sz="1600" b="1"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rPr>
                <a:t>   </a:t>
              </a:r>
              <a:r>
                <a:rPr kumimoji="0" lang="en-US" altLang="zh-CN" sz="1600" b="0" i="0" u="none" strike="noStrike" kern="1200" cap="none" spc="0" normalizeH="0" baseline="0" noProof="0">
                  <a:ln>
                    <a:noFill/>
                  </a:ln>
                  <a:solidFill>
                    <a:srgbClr val="FF0000"/>
                  </a:solidFill>
                  <a:effectLst/>
                  <a:uLnTx/>
                  <a:uFillTx/>
                  <a:latin typeface="Arial" panose="020B0604020202020204" pitchFamily="34" charset="0"/>
                  <a:ea typeface="宋体" panose="02010600030101010101" pitchFamily="2" charset="-122"/>
                  <a:cs typeface="Arial" panose="020B0604020202020204" pitchFamily="34" charset="0"/>
                </a:rPr>
                <a:t>w</a:t>
              </a:r>
              <a:r>
                <a:rPr kumimoji="0" lang="en-US" altLang="zh-CN"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rPr>
                <a:t>	  -       1</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zh-CN"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rPr>
                <a:t>   </a:t>
              </a:r>
              <a:r>
                <a:rPr kumimoji="0" lang="en-US" altLang="zh-CN" sz="1600" b="0" i="0" u="none" strike="noStrike" kern="1200" cap="none" spc="0" normalizeH="0" baseline="0" noProof="0">
                  <a:ln>
                    <a:noFill/>
                  </a:ln>
                  <a:solidFill>
                    <a:srgbClr val="FF0000"/>
                  </a:solidFill>
                  <a:effectLst/>
                  <a:uLnTx/>
                  <a:uFillTx/>
                  <a:latin typeface="Arial" panose="020B0604020202020204" pitchFamily="34" charset="0"/>
                  <a:ea typeface="宋体" panose="02010600030101010101" pitchFamily="2" charset="-122"/>
                  <a:cs typeface="Arial" panose="020B0604020202020204" pitchFamily="34" charset="0"/>
                </a:rPr>
                <a:t>x</a:t>
              </a:r>
              <a:r>
                <a:rPr kumimoji="0" lang="en-US" altLang="zh-CN"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rPr>
                <a:t>	  -       1</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zh-CN" sz="1600" b="0" i="0" u="none" strike="noStrike" kern="1200" cap="none" spc="0" normalizeH="0" baseline="0" noProof="0">
                  <a:ln>
                    <a:noFill/>
                  </a:ln>
                  <a:solidFill>
                    <a:srgbClr val="FF0000"/>
                  </a:solidFill>
                  <a:effectLst/>
                  <a:uLnTx/>
                  <a:uFillTx/>
                  <a:latin typeface="Arial" panose="020B0604020202020204" pitchFamily="34" charset="0"/>
                  <a:ea typeface="宋体" panose="02010600030101010101" pitchFamily="2" charset="-122"/>
                  <a:cs typeface="Arial" panose="020B0604020202020204" pitchFamily="34" charset="0"/>
                </a:rPr>
                <a:t>   z</a:t>
              </a:r>
              <a:r>
                <a:rPr kumimoji="0" lang="en-US" altLang="zh-CN"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rPr>
                <a:t>	  C      4</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zh-CN" sz="16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rPr>
                <a:t>   ….	  …     ...</a:t>
              </a:r>
            </a:p>
          </p:txBody>
        </p:sp>
        <p:sp>
          <p:nvSpPr>
            <p:cNvPr id="345099" name="Text Box 118">
              <a:extLst>
                <a:ext uri="{FF2B5EF4-FFF2-40B4-BE49-F238E27FC236}">
                  <a16:creationId xmlns:a16="http://schemas.microsoft.com/office/drawing/2014/main" id="{268A9030-07FC-A4FB-F2CD-F57DF70F97C7}"/>
                </a:ext>
              </a:extLst>
            </p:cNvPr>
            <p:cNvSpPr txBox="1">
              <a:spLocks noChangeArrowheads="1"/>
            </p:cNvSpPr>
            <p:nvPr/>
          </p:nvSpPr>
          <p:spPr bwMode="auto">
            <a:xfrm>
              <a:off x="2230" y="443"/>
              <a:ext cx="1432"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zh-CN" sz="16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panose="020B0604020202020204" pitchFamily="34" charset="0"/>
                </a:rPr>
                <a:t>A-to-D advertisement</a:t>
              </a:r>
            </a:p>
          </p:txBody>
        </p:sp>
        <p:sp>
          <p:nvSpPr>
            <p:cNvPr id="345100" name="AutoShape 119">
              <a:extLst>
                <a:ext uri="{FF2B5EF4-FFF2-40B4-BE49-F238E27FC236}">
                  <a16:creationId xmlns:a16="http://schemas.microsoft.com/office/drawing/2014/main" id="{DFD4B075-AB6E-044C-8C1A-060CAA379FFF}"/>
                </a:ext>
              </a:extLst>
            </p:cNvPr>
            <p:cNvSpPr>
              <a:spLocks noChangeArrowheads="1"/>
            </p:cNvSpPr>
            <p:nvPr/>
          </p:nvSpPr>
          <p:spPr bwMode="auto">
            <a:xfrm>
              <a:off x="1349" y="1271"/>
              <a:ext cx="1285" cy="258"/>
            </a:xfrm>
            <a:prstGeom prst="curvedDownArrow">
              <a:avLst>
                <a:gd name="adj1" fmla="val 99612"/>
                <a:gd name="adj2" fmla="val 199225"/>
                <a:gd name="adj3" fmla="val 33333"/>
              </a:avLst>
            </a:prstGeom>
            <a:gradFill rotWithShape="1">
              <a:gsLst>
                <a:gs pos="0">
                  <a:schemeClr val="bg1"/>
                </a:gs>
                <a:gs pos="100000">
                  <a:schemeClr val="accent1"/>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panose="020B0604020202020204" pitchFamily="34" charset="0"/>
              </a:endParaRPr>
            </a:p>
          </p:txBody>
        </p:sp>
      </p:grpSp>
    </p:spTree>
    <p:extLst>
      <p:ext uri="{BB962C8B-B14F-4D97-AF65-F5344CB8AC3E}">
        <p14:creationId xmlns:p14="http://schemas.microsoft.com/office/powerpoint/2010/main" val="125995824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nodeType="clickEffect">
                                  <p:stCondLst>
                                    <p:cond delay="0"/>
                                  </p:stCondLst>
                                  <p:childTnLst>
                                    <p:set>
                                      <p:cBhvr>
                                        <p:cTn id="6" dur="1" fill="hold">
                                          <p:stCondLst>
                                            <p:cond delay="0"/>
                                          </p:stCondLst>
                                        </p:cTn>
                                        <p:tgtEl>
                                          <p:spTgt spid="23"/>
                                        </p:tgtEl>
                                        <p:attrNameLst>
                                          <p:attrName>style.visibility</p:attrName>
                                        </p:attrNameLst>
                                      </p:cBhvr>
                                      <p:to>
                                        <p:strVal val="visible"/>
                                      </p:to>
                                    </p:set>
                                    <p:animEffect transition="in" filter="wipe(left)">
                                      <p:cBhvr>
                                        <p:cTn id="7" dur="1000"/>
                                        <p:tgtEl>
                                          <p:spTgt spid="23"/>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8" fill="hold" nodeType="clickEffect">
                                  <p:stCondLst>
                                    <p:cond delay="0"/>
                                  </p:stCondLst>
                                  <p:childTnLst>
                                    <p:set>
                                      <p:cBhvr>
                                        <p:cTn id="11" dur="1" fill="hold">
                                          <p:stCondLst>
                                            <p:cond delay="0"/>
                                          </p:stCondLst>
                                        </p:cTn>
                                        <p:tgtEl>
                                          <p:spTgt spid="21"/>
                                        </p:tgtEl>
                                        <p:attrNameLst>
                                          <p:attrName>style.visibility</p:attrName>
                                        </p:attrNameLst>
                                      </p:cBhvr>
                                      <p:to>
                                        <p:strVal val="visible"/>
                                      </p:to>
                                    </p:set>
                                    <p:animEffect transition="in" filter="wipe(left)">
                                      <p:cBhvr>
                                        <p:cTn id="12" dur="1000"/>
                                        <p:tgtEl>
                                          <p:spTgt spid="21"/>
                                        </p:tgtEl>
                                      </p:cBhvr>
                                    </p:animEffect>
                                  </p:childTnLst>
                                </p:cTn>
                              </p:par>
                              <p:par>
                                <p:cTn id="13" presetID="22" presetClass="entr" presetSubtype="8" fill="hold" nodeType="withEffect">
                                  <p:stCondLst>
                                    <p:cond delay="0"/>
                                  </p:stCondLst>
                                  <p:childTnLst>
                                    <p:set>
                                      <p:cBhvr>
                                        <p:cTn id="14" dur="1" fill="hold">
                                          <p:stCondLst>
                                            <p:cond delay="0"/>
                                          </p:stCondLst>
                                        </p:cTn>
                                        <p:tgtEl>
                                          <p:spTgt spid="22"/>
                                        </p:tgtEl>
                                        <p:attrNameLst>
                                          <p:attrName>style.visibility</p:attrName>
                                        </p:attrNameLst>
                                      </p:cBhvr>
                                      <p:to>
                                        <p:strVal val="visible"/>
                                      </p:to>
                                    </p:set>
                                    <p:animEffect transition="in" filter="wipe(left)">
                                      <p:cBhvr>
                                        <p:cTn id="15" dur="10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6113" name="页脚占位符 4">
            <a:extLst>
              <a:ext uri="{FF2B5EF4-FFF2-40B4-BE49-F238E27FC236}">
                <a16:creationId xmlns:a16="http://schemas.microsoft.com/office/drawing/2014/main" id="{49730755-49CE-8518-6850-8AD5B2CDD20F}"/>
              </a:ext>
            </a:extLst>
          </p:cNvPr>
          <p:cNvSpPr>
            <a:spLocks noGrp="1"/>
          </p:cNvSpPr>
          <p:nvPr>
            <p:ph type="ftr"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zh-CN" sz="12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rPr>
              <a:t>Network Layer</a:t>
            </a:r>
          </a:p>
        </p:txBody>
      </p:sp>
      <p:sp>
        <p:nvSpPr>
          <p:cNvPr id="346114" name="灯片编号占位符 5">
            <a:extLst>
              <a:ext uri="{FF2B5EF4-FFF2-40B4-BE49-F238E27FC236}">
                <a16:creationId xmlns:a16="http://schemas.microsoft.com/office/drawing/2014/main" id="{6B668F9B-C18A-3B62-8BFA-D6465A497BB7}"/>
              </a:ext>
            </a:extLst>
          </p:cNvPr>
          <p:cNvSpPr>
            <a:spLocks noGrp="1"/>
          </p:cNvSpPr>
          <p:nvPr>
            <p:ph type="sldNum" sz="quarter" idx="12"/>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zh-CN" sz="12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rPr>
              <a:t>4-</a:t>
            </a:r>
            <a:fld id="{A474C647-C411-8B47-9944-C028229D452C}" type="slidenum">
              <a:rPr kumimoji="0" lang="en-US" altLang="zh-CN" sz="1200" b="0" i="0" u="none" strike="noStrike" kern="1200" cap="none" spc="0" normalizeH="0" baseline="0" noProof="0" smtClean="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rPr>
              <a:pPr marL="0" marR="0" lvl="0" indent="0" algn="r" defTabSz="914400" rtl="0" eaLnBrk="0" fontAlgn="base" latinLnBrk="0" hangingPunct="0">
                <a:lnSpc>
                  <a:spcPct val="100000"/>
                </a:lnSpc>
                <a:spcBef>
                  <a:spcPct val="0"/>
                </a:spcBef>
                <a:spcAft>
                  <a:spcPct val="0"/>
                </a:spcAft>
                <a:buClrTx/>
                <a:buSzTx/>
                <a:buFontTx/>
                <a:buNone/>
                <a:tabLst/>
                <a:defRPr/>
              </a:pPr>
              <a:t>66</a:t>
            </a:fld>
            <a:endParaRPr kumimoji="0" lang="en-US" altLang="zh-CN" sz="12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endParaRPr>
          </a:p>
        </p:txBody>
      </p:sp>
      <p:sp>
        <p:nvSpPr>
          <p:cNvPr id="346115" name="Rectangle 2">
            <a:extLst>
              <a:ext uri="{FF2B5EF4-FFF2-40B4-BE49-F238E27FC236}">
                <a16:creationId xmlns:a16="http://schemas.microsoft.com/office/drawing/2014/main" id="{5AD682C4-010F-502E-B508-111184BD3290}"/>
              </a:ext>
            </a:extLst>
          </p:cNvPr>
          <p:cNvSpPr>
            <a:spLocks noGrp="1" noChangeArrowheads="1"/>
          </p:cNvSpPr>
          <p:nvPr>
            <p:ph type="title"/>
          </p:nvPr>
        </p:nvSpPr>
        <p:spPr/>
        <p:txBody>
          <a:bodyPr/>
          <a:lstStyle/>
          <a:p>
            <a:pPr eaLnBrk="1" hangingPunct="1"/>
            <a:r>
              <a:rPr lang="en-US" altLang="zh-CN" sz="3600">
                <a:ea typeface="宋体" panose="02010600030101010101" pitchFamily="2" charset="-122"/>
              </a:rPr>
              <a:t>RIP: Link Failure and Recovery</a:t>
            </a:r>
            <a:r>
              <a:rPr lang="en-US" altLang="zh-CN">
                <a:ea typeface="宋体" panose="02010600030101010101" pitchFamily="2" charset="-122"/>
              </a:rPr>
              <a:t> </a:t>
            </a:r>
          </a:p>
        </p:txBody>
      </p:sp>
      <p:sp>
        <p:nvSpPr>
          <p:cNvPr id="346116" name="Rectangle 3">
            <a:extLst>
              <a:ext uri="{FF2B5EF4-FFF2-40B4-BE49-F238E27FC236}">
                <a16:creationId xmlns:a16="http://schemas.microsoft.com/office/drawing/2014/main" id="{E4385FF9-2960-EE11-8883-3C149D88F5F1}"/>
              </a:ext>
            </a:extLst>
          </p:cNvPr>
          <p:cNvSpPr>
            <a:spLocks noGrp="1" noChangeArrowheads="1"/>
          </p:cNvSpPr>
          <p:nvPr>
            <p:ph type="body" idx="1"/>
          </p:nvPr>
        </p:nvSpPr>
        <p:spPr>
          <a:xfrm>
            <a:off x="533400" y="1371600"/>
            <a:ext cx="8229600" cy="5181600"/>
          </a:xfrm>
        </p:spPr>
        <p:txBody>
          <a:bodyPr/>
          <a:lstStyle/>
          <a:p>
            <a:pPr eaLnBrk="1" hangingPunct="1">
              <a:buFont typeface="Wingdings" pitchFamily="2" charset="2"/>
              <a:buNone/>
            </a:pPr>
            <a:r>
              <a:rPr kumimoji="0" lang="en-US" altLang="zh-CN" sz="2400">
                <a:ea typeface="宋体" panose="02010600030101010101" pitchFamily="2" charset="-122"/>
              </a:rPr>
              <a:t>If no advertisement heard after 180 sec --&gt; neighbor/link declared dead</a:t>
            </a:r>
          </a:p>
          <a:p>
            <a:pPr lvl="1" eaLnBrk="1" hangingPunct="1"/>
            <a:r>
              <a:rPr kumimoji="0" lang="en-US" altLang="zh-CN">
                <a:ea typeface="宋体" panose="02010600030101010101" pitchFamily="2" charset="-122"/>
              </a:rPr>
              <a:t>routes via neighbor invalidated</a:t>
            </a:r>
          </a:p>
          <a:p>
            <a:pPr lvl="1" eaLnBrk="1" hangingPunct="1"/>
            <a:r>
              <a:rPr kumimoji="0" lang="en-US" altLang="zh-CN">
                <a:ea typeface="宋体" panose="02010600030101010101" pitchFamily="2" charset="-122"/>
              </a:rPr>
              <a:t>new advertisements sent to neighbors</a:t>
            </a:r>
          </a:p>
          <a:p>
            <a:pPr lvl="1" eaLnBrk="1" hangingPunct="1"/>
            <a:r>
              <a:rPr kumimoji="0" lang="en-US" altLang="zh-CN">
                <a:ea typeface="宋体" panose="02010600030101010101" pitchFamily="2" charset="-122"/>
              </a:rPr>
              <a:t>neighbors in turn send out new advertisements (if tables changed)</a:t>
            </a:r>
          </a:p>
          <a:p>
            <a:pPr lvl="1" eaLnBrk="1" hangingPunct="1"/>
            <a:r>
              <a:rPr kumimoji="0" lang="en-US" altLang="zh-CN">
                <a:ea typeface="宋体" panose="02010600030101010101" pitchFamily="2" charset="-122"/>
              </a:rPr>
              <a:t>link failure info quickly (?) propagates to entire net</a:t>
            </a:r>
          </a:p>
          <a:p>
            <a:pPr lvl="1" eaLnBrk="1" hangingPunct="1"/>
            <a:r>
              <a:rPr kumimoji="0" lang="en-US" altLang="zh-CN" i="1">
                <a:solidFill>
                  <a:srgbClr val="FF0000"/>
                </a:solidFill>
                <a:ea typeface="宋体" panose="02010600030101010101" pitchFamily="2" charset="-122"/>
              </a:rPr>
              <a:t>poison reverse</a:t>
            </a:r>
            <a:r>
              <a:rPr kumimoji="0" lang="en-US" altLang="zh-CN">
                <a:ea typeface="宋体" panose="02010600030101010101" pitchFamily="2" charset="-122"/>
              </a:rPr>
              <a:t> used to prevent ping-pong loops (infinite distance = 16 hops)</a:t>
            </a:r>
          </a:p>
        </p:txBody>
      </p:sp>
    </p:spTree>
    <p:extLst>
      <p:ext uri="{BB962C8B-B14F-4D97-AF65-F5344CB8AC3E}">
        <p14:creationId xmlns:p14="http://schemas.microsoft.com/office/powerpoint/2010/main" val="1127624660"/>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7137" name="页脚占位符 4">
            <a:extLst>
              <a:ext uri="{FF2B5EF4-FFF2-40B4-BE49-F238E27FC236}">
                <a16:creationId xmlns:a16="http://schemas.microsoft.com/office/drawing/2014/main" id="{67D11E41-975E-546D-F7B0-FCDEA3E15A82}"/>
              </a:ext>
            </a:extLst>
          </p:cNvPr>
          <p:cNvSpPr>
            <a:spLocks noGrp="1"/>
          </p:cNvSpPr>
          <p:nvPr>
            <p:ph type="ftr"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zh-CN" sz="12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rPr>
              <a:t>Network Layer</a:t>
            </a:r>
          </a:p>
        </p:txBody>
      </p:sp>
      <p:sp>
        <p:nvSpPr>
          <p:cNvPr id="347138" name="灯片编号占位符 5">
            <a:extLst>
              <a:ext uri="{FF2B5EF4-FFF2-40B4-BE49-F238E27FC236}">
                <a16:creationId xmlns:a16="http://schemas.microsoft.com/office/drawing/2014/main" id="{DFCE8E8B-F16F-EF69-35CB-05022CD6CC0D}"/>
              </a:ext>
            </a:extLst>
          </p:cNvPr>
          <p:cNvSpPr>
            <a:spLocks noGrp="1"/>
          </p:cNvSpPr>
          <p:nvPr>
            <p:ph type="sldNum" sz="quarter" idx="12"/>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zh-CN" sz="12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rPr>
              <a:t>4-</a:t>
            </a:r>
            <a:fld id="{6DECE4C6-2BA8-A340-8832-60EA5234D945}" type="slidenum">
              <a:rPr kumimoji="0" lang="en-US" altLang="zh-CN" sz="1200" b="0" i="0" u="none" strike="noStrike" kern="1200" cap="none" spc="0" normalizeH="0" baseline="0" noProof="0" smtClean="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rPr>
              <a:pPr marL="0" marR="0" lvl="0" indent="0" algn="r" defTabSz="914400" rtl="0" eaLnBrk="0" fontAlgn="base" latinLnBrk="0" hangingPunct="0">
                <a:lnSpc>
                  <a:spcPct val="100000"/>
                </a:lnSpc>
                <a:spcBef>
                  <a:spcPct val="0"/>
                </a:spcBef>
                <a:spcAft>
                  <a:spcPct val="0"/>
                </a:spcAft>
                <a:buClrTx/>
                <a:buSzTx/>
                <a:buFontTx/>
                <a:buNone/>
                <a:tabLst/>
                <a:defRPr/>
              </a:pPr>
              <a:t>67</a:t>
            </a:fld>
            <a:endParaRPr kumimoji="0" lang="en-US" altLang="zh-CN" sz="12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endParaRPr>
          </a:p>
        </p:txBody>
      </p:sp>
      <p:sp>
        <p:nvSpPr>
          <p:cNvPr id="347139" name="Rectangle 2">
            <a:extLst>
              <a:ext uri="{FF2B5EF4-FFF2-40B4-BE49-F238E27FC236}">
                <a16:creationId xmlns:a16="http://schemas.microsoft.com/office/drawing/2014/main" id="{4DB4E4ED-19DC-3D7B-D742-F4F0CAC6D642}"/>
              </a:ext>
            </a:extLst>
          </p:cNvPr>
          <p:cNvSpPr>
            <a:spLocks noGrp="1" noChangeArrowheads="1"/>
          </p:cNvSpPr>
          <p:nvPr>
            <p:ph type="title"/>
          </p:nvPr>
        </p:nvSpPr>
        <p:spPr/>
        <p:txBody>
          <a:bodyPr/>
          <a:lstStyle/>
          <a:p>
            <a:pPr eaLnBrk="1" hangingPunct="1"/>
            <a:r>
              <a:rPr lang="en-US" altLang="zh-CN" sz="3600">
                <a:ea typeface="宋体" panose="02010600030101010101" pitchFamily="2" charset="-122"/>
              </a:rPr>
              <a:t>RIP Table processing</a:t>
            </a:r>
          </a:p>
        </p:txBody>
      </p:sp>
      <p:sp>
        <p:nvSpPr>
          <p:cNvPr id="347140" name="Rectangle 3">
            <a:extLst>
              <a:ext uri="{FF2B5EF4-FFF2-40B4-BE49-F238E27FC236}">
                <a16:creationId xmlns:a16="http://schemas.microsoft.com/office/drawing/2014/main" id="{6F5C51EF-FC03-4C96-EFC0-BC76680B0B02}"/>
              </a:ext>
            </a:extLst>
          </p:cNvPr>
          <p:cNvSpPr>
            <a:spLocks noGrp="1" noChangeArrowheads="1"/>
          </p:cNvSpPr>
          <p:nvPr>
            <p:ph type="body" idx="1"/>
          </p:nvPr>
        </p:nvSpPr>
        <p:spPr/>
        <p:txBody>
          <a:bodyPr/>
          <a:lstStyle/>
          <a:p>
            <a:pPr eaLnBrk="1" hangingPunct="1"/>
            <a:r>
              <a:rPr kumimoji="0" lang="en-US" altLang="zh-CN" sz="2400">
                <a:ea typeface="宋体" panose="02010600030101010101" pitchFamily="2" charset="-122"/>
              </a:rPr>
              <a:t>RIP routing tables managed by </a:t>
            </a:r>
            <a:r>
              <a:rPr kumimoji="0" lang="en-US" altLang="zh-CN" sz="2400" b="1">
                <a:ea typeface="宋体" panose="02010600030101010101" pitchFamily="2" charset="-122"/>
              </a:rPr>
              <a:t>application-level</a:t>
            </a:r>
            <a:r>
              <a:rPr kumimoji="0" lang="en-US" altLang="zh-CN" sz="2400">
                <a:ea typeface="宋体" panose="02010600030101010101" pitchFamily="2" charset="-122"/>
              </a:rPr>
              <a:t> process called route-d (daemon)</a:t>
            </a:r>
          </a:p>
          <a:p>
            <a:pPr eaLnBrk="1" hangingPunct="1"/>
            <a:r>
              <a:rPr kumimoji="0" lang="en-US" altLang="zh-CN" sz="2400">
                <a:ea typeface="宋体" panose="02010600030101010101" pitchFamily="2" charset="-122"/>
              </a:rPr>
              <a:t>advertisements sent in UDP packets, periodically repeated</a:t>
            </a:r>
          </a:p>
        </p:txBody>
      </p:sp>
      <p:sp>
        <p:nvSpPr>
          <p:cNvPr id="347141" name="Text Box 4">
            <a:extLst>
              <a:ext uri="{FF2B5EF4-FFF2-40B4-BE49-F238E27FC236}">
                <a16:creationId xmlns:a16="http://schemas.microsoft.com/office/drawing/2014/main" id="{8E8DFE26-71FC-6ED5-3148-6A95546B5807}"/>
              </a:ext>
            </a:extLst>
          </p:cNvPr>
          <p:cNvSpPr txBox="1">
            <a:spLocks noChangeArrowheads="1"/>
          </p:cNvSpPr>
          <p:nvPr/>
        </p:nvSpPr>
        <p:spPr bwMode="auto">
          <a:xfrm>
            <a:off x="1263650" y="5778500"/>
            <a:ext cx="2655888" cy="376238"/>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zh-CN"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panose="020B0604020202020204" pitchFamily="34" charset="0"/>
              </a:rPr>
              <a:t>physical</a:t>
            </a:r>
          </a:p>
        </p:txBody>
      </p:sp>
      <p:sp>
        <p:nvSpPr>
          <p:cNvPr id="347142" name="Text Box 5">
            <a:extLst>
              <a:ext uri="{FF2B5EF4-FFF2-40B4-BE49-F238E27FC236}">
                <a16:creationId xmlns:a16="http://schemas.microsoft.com/office/drawing/2014/main" id="{81EF962C-6AFA-B1A7-44DD-D385D5C7625E}"/>
              </a:ext>
            </a:extLst>
          </p:cNvPr>
          <p:cNvSpPr txBox="1">
            <a:spLocks noChangeArrowheads="1"/>
          </p:cNvSpPr>
          <p:nvPr/>
        </p:nvSpPr>
        <p:spPr bwMode="auto">
          <a:xfrm>
            <a:off x="1268413" y="5402263"/>
            <a:ext cx="2651125" cy="376237"/>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zh-CN"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panose="020B0604020202020204" pitchFamily="34" charset="0"/>
              </a:rPr>
              <a:t>link</a:t>
            </a:r>
          </a:p>
        </p:txBody>
      </p:sp>
      <p:sp>
        <p:nvSpPr>
          <p:cNvPr id="347143" name="Text Box 6">
            <a:extLst>
              <a:ext uri="{FF2B5EF4-FFF2-40B4-BE49-F238E27FC236}">
                <a16:creationId xmlns:a16="http://schemas.microsoft.com/office/drawing/2014/main" id="{7F47D664-13C8-AC7F-CA0C-7967D4E64FA8}"/>
              </a:ext>
            </a:extLst>
          </p:cNvPr>
          <p:cNvSpPr txBox="1">
            <a:spLocks noChangeArrowheads="1"/>
          </p:cNvSpPr>
          <p:nvPr/>
        </p:nvSpPr>
        <p:spPr bwMode="auto">
          <a:xfrm>
            <a:off x="1268413" y="4751388"/>
            <a:ext cx="2651125" cy="650875"/>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zh-CN"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panose="020B0604020202020204" pitchFamily="34" charset="0"/>
              </a:rPr>
              <a:t>network     forwarding</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zh-CN"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panose="020B0604020202020204" pitchFamily="34" charset="0"/>
              </a:rPr>
              <a:t>   (IP)            table</a:t>
            </a:r>
          </a:p>
        </p:txBody>
      </p:sp>
      <p:sp>
        <p:nvSpPr>
          <p:cNvPr id="347144" name="Rectangle 7">
            <a:extLst>
              <a:ext uri="{FF2B5EF4-FFF2-40B4-BE49-F238E27FC236}">
                <a16:creationId xmlns:a16="http://schemas.microsoft.com/office/drawing/2014/main" id="{6EC97E2C-DBC4-7408-EEE2-9D4E99029E28}"/>
              </a:ext>
            </a:extLst>
          </p:cNvPr>
          <p:cNvSpPr>
            <a:spLocks noChangeArrowheads="1"/>
          </p:cNvSpPr>
          <p:nvPr/>
        </p:nvSpPr>
        <p:spPr bwMode="auto">
          <a:xfrm>
            <a:off x="2527300" y="4787900"/>
            <a:ext cx="1233488" cy="574675"/>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panose="020B0604020202020204" pitchFamily="34" charset="0"/>
            </a:endParaRPr>
          </a:p>
        </p:txBody>
      </p:sp>
      <p:sp>
        <p:nvSpPr>
          <p:cNvPr id="347145" name="Text Box 8">
            <a:extLst>
              <a:ext uri="{FF2B5EF4-FFF2-40B4-BE49-F238E27FC236}">
                <a16:creationId xmlns:a16="http://schemas.microsoft.com/office/drawing/2014/main" id="{8CE203A9-ECE8-38E6-8003-8BE71DBBD7C1}"/>
              </a:ext>
            </a:extLst>
          </p:cNvPr>
          <p:cNvSpPr txBox="1">
            <a:spLocks noChangeArrowheads="1"/>
          </p:cNvSpPr>
          <p:nvPr/>
        </p:nvSpPr>
        <p:spPr bwMode="auto">
          <a:xfrm>
            <a:off x="1268413" y="4100513"/>
            <a:ext cx="2651125" cy="650875"/>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zh-CN"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panose="020B0604020202020204" pitchFamily="34" charset="0"/>
              </a:rPr>
              <a:t>Transport</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zh-CN"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panose="020B0604020202020204" pitchFamily="34" charset="0"/>
              </a:rPr>
              <a:t>  (UDP)</a:t>
            </a:r>
          </a:p>
        </p:txBody>
      </p:sp>
      <p:grpSp>
        <p:nvGrpSpPr>
          <p:cNvPr id="347146" name="Group 9">
            <a:extLst>
              <a:ext uri="{FF2B5EF4-FFF2-40B4-BE49-F238E27FC236}">
                <a16:creationId xmlns:a16="http://schemas.microsoft.com/office/drawing/2014/main" id="{B351AD4F-EC2C-34F0-D4ED-C5AD51F05A7E}"/>
              </a:ext>
            </a:extLst>
          </p:cNvPr>
          <p:cNvGrpSpPr>
            <a:grpSpLocks/>
          </p:cNvGrpSpPr>
          <p:nvPr/>
        </p:nvGrpSpPr>
        <p:grpSpPr bwMode="auto">
          <a:xfrm>
            <a:off x="2112963" y="3346450"/>
            <a:ext cx="1258887" cy="560388"/>
            <a:chOff x="1315" y="2154"/>
            <a:chExt cx="793" cy="353"/>
          </a:xfrm>
        </p:grpSpPr>
        <p:sp>
          <p:nvSpPr>
            <p:cNvPr id="347160" name="Oval 10">
              <a:extLst>
                <a:ext uri="{FF2B5EF4-FFF2-40B4-BE49-F238E27FC236}">
                  <a16:creationId xmlns:a16="http://schemas.microsoft.com/office/drawing/2014/main" id="{D6EE8821-2530-EB6B-0665-4A8062926CAF}"/>
                </a:ext>
              </a:extLst>
            </p:cNvPr>
            <p:cNvSpPr>
              <a:spLocks noChangeArrowheads="1"/>
            </p:cNvSpPr>
            <p:nvPr/>
          </p:nvSpPr>
          <p:spPr bwMode="auto">
            <a:xfrm>
              <a:off x="1315" y="2154"/>
              <a:ext cx="793" cy="353"/>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panose="020B0604020202020204" pitchFamily="34" charset="0"/>
              </a:endParaRPr>
            </a:p>
          </p:txBody>
        </p:sp>
        <p:sp>
          <p:nvSpPr>
            <p:cNvPr id="347161" name="Text Box 11">
              <a:extLst>
                <a:ext uri="{FF2B5EF4-FFF2-40B4-BE49-F238E27FC236}">
                  <a16:creationId xmlns:a16="http://schemas.microsoft.com/office/drawing/2014/main" id="{8389914C-A84E-F97B-4AE7-D340CB7FA857}"/>
                </a:ext>
              </a:extLst>
            </p:cNvPr>
            <p:cNvSpPr txBox="1">
              <a:spLocks noChangeArrowheads="1"/>
            </p:cNvSpPr>
            <p:nvPr/>
          </p:nvSpPr>
          <p:spPr bwMode="auto">
            <a:xfrm>
              <a:off x="1434" y="2211"/>
              <a:ext cx="568"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zh-CN"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panose="020B0604020202020204" pitchFamily="34" charset="0"/>
                </a:rPr>
                <a:t>routed</a:t>
              </a:r>
            </a:p>
          </p:txBody>
        </p:sp>
      </p:grpSp>
      <p:sp>
        <p:nvSpPr>
          <p:cNvPr id="347147" name="Line 12">
            <a:extLst>
              <a:ext uri="{FF2B5EF4-FFF2-40B4-BE49-F238E27FC236}">
                <a16:creationId xmlns:a16="http://schemas.microsoft.com/office/drawing/2014/main" id="{80EBD1D9-ACEE-9BE7-2A3A-063CBC32C9CF}"/>
              </a:ext>
            </a:extLst>
          </p:cNvPr>
          <p:cNvSpPr>
            <a:spLocks noChangeShapeType="1"/>
          </p:cNvSpPr>
          <p:nvPr/>
        </p:nvSpPr>
        <p:spPr bwMode="auto">
          <a:xfrm flipV="1">
            <a:off x="2381250" y="3883025"/>
            <a:ext cx="0" cy="2038350"/>
          </a:xfrm>
          <a:prstGeom prst="line">
            <a:avLst/>
          </a:prstGeom>
          <a:noFill/>
          <a:ln w="19050">
            <a:solidFill>
              <a:schemeClr val="accent2"/>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sp>
        <p:nvSpPr>
          <p:cNvPr id="347148" name="Text Box 13">
            <a:extLst>
              <a:ext uri="{FF2B5EF4-FFF2-40B4-BE49-F238E27FC236}">
                <a16:creationId xmlns:a16="http://schemas.microsoft.com/office/drawing/2014/main" id="{B31214E1-B25F-2411-8C62-6BA52B77C8BC}"/>
              </a:ext>
            </a:extLst>
          </p:cNvPr>
          <p:cNvSpPr txBox="1">
            <a:spLocks noChangeArrowheads="1"/>
          </p:cNvSpPr>
          <p:nvPr/>
        </p:nvSpPr>
        <p:spPr bwMode="auto">
          <a:xfrm>
            <a:off x="5324475" y="5784850"/>
            <a:ext cx="2655888" cy="376238"/>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zh-CN"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panose="020B0604020202020204" pitchFamily="34" charset="0"/>
              </a:rPr>
              <a:t>physical</a:t>
            </a:r>
          </a:p>
        </p:txBody>
      </p:sp>
      <p:sp>
        <p:nvSpPr>
          <p:cNvPr id="347149" name="Text Box 14">
            <a:extLst>
              <a:ext uri="{FF2B5EF4-FFF2-40B4-BE49-F238E27FC236}">
                <a16:creationId xmlns:a16="http://schemas.microsoft.com/office/drawing/2014/main" id="{79C875E7-E8C3-2EE3-A994-9D6F22EDADF2}"/>
              </a:ext>
            </a:extLst>
          </p:cNvPr>
          <p:cNvSpPr txBox="1">
            <a:spLocks noChangeArrowheads="1"/>
          </p:cNvSpPr>
          <p:nvPr/>
        </p:nvSpPr>
        <p:spPr bwMode="auto">
          <a:xfrm>
            <a:off x="5329238" y="5408613"/>
            <a:ext cx="2651125" cy="376237"/>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zh-CN"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panose="020B0604020202020204" pitchFamily="34" charset="0"/>
              </a:rPr>
              <a:t>link</a:t>
            </a:r>
          </a:p>
        </p:txBody>
      </p:sp>
      <p:sp>
        <p:nvSpPr>
          <p:cNvPr id="347150" name="Text Box 15">
            <a:extLst>
              <a:ext uri="{FF2B5EF4-FFF2-40B4-BE49-F238E27FC236}">
                <a16:creationId xmlns:a16="http://schemas.microsoft.com/office/drawing/2014/main" id="{1670ADA0-F2CC-77AD-D554-FF3C92C0CDAE}"/>
              </a:ext>
            </a:extLst>
          </p:cNvPr>
          <p:cNvSpPr txBox="1">
            <a:spLocks noChangeArrowheads="1"/>
          </p:cNvSpPr>
          <p:nvPr/>
        </p:nvSpPr>
        <p:spPr bwMode="auto">
          <a:xfrm>
            <a:off x="5329238" y="4757738"/>
            <a:ext cx="2651125" cy="650875"/>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zh-CN"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panose="020B0604020202020204" pitchFamily="34" charset="0"/>
              </a:rPr>
              <a:t>network</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zh-CN"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panose="020B0604020202020204" pitchFamily="34" charset="0"/>
              </a:rPr>
              <a:t>   (IP)</a:t>
            </a:r>
          </a:p>
        </p:txBody>
      </p:sp>
      <p:sp>
        <p:nvSpPr>
          <p:cNvPr id="347151" name="Text Box 16">
            <a:extLst>
              <a:ext uri="{FF2B5EF4-FFF2-40B4-BE49-F238E27FC236}">
                <a16:creationId xmlns:a16="http://schemas.microsoft.com/office/drawing/2014/main" id="{5F84F9A1-9971-EE6B-9675-FB696409FD59}"/>
              </a:ext>
            </a:extLst>
          </p:cNvPr>
          <p:cNvSpPr txBox="1">
            <a:spLocks noChangeArrowheads="1"/>
          </p:cNvSpPr>
          <p:nvPr/>
        </p:nvSpPr>
        <p:spPr bwMode="auto">
          <a:xfrm>
            <a:off x="5329238" y="4106863"/>
            <a:ext cx="2651125" cy="650875"/>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zh-CN"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panose="020B0604020202020204" pitchFamily="34" charset="0"/>
              </a:rPr>
              <a:t>Transprt</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zh-CN"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panose="020B0604020202020204" pitchFamily="34" charset="0"/>
              </a:rPr>
              <a:t>  (UDP)</a:t>
            </a:r>
          </a:p>
        </p:txBody>
      </p:sp>
      <p:grpSp>
        <p:nvGrpSpPr>
          <p:cNvPr id="347152" name="Group 17">
            <a:extLst>
              <a:ext uri="{FF2B5EF4-FFF2-40B4-BE49-F238E27FC236}">
                <a16:creationId xmlns:a16="http://schemas.microsoft.com/office/drawing/2014/main" id="{83E6C88E-C2E7-D4F4-718B-3783B2ACBE76}"/>
              </a:ext>
            </a:extLst>
          </p:cNvPr>
          <p:cNvGrpSpPr>
            <a:grpSpLocks/>
          </p:cNvGrpSpPr>
          <p:nvPr/>
        </p:nvGrpSpPr>
        <p:grpSpPr bwMode="auto">
          <a:xfrm>
            <a:off x="5978525" y="3352800"/>
            <a:ext cx="1258888" cy="560388"/>
            <a:chOff x="1315" y="2154"/>
            <a:chExt cx="793" cy="353"/>
          </a:xfrm>
        </p:grpSpPr>
        <p:sp>
          <p:nvSpPr>
            <p:cNvPr id="347158" name="Oval 18">
              <a:extLst>
                <a:ext uri="{FF2B5EF4-FFF2-40B4-BE49-F238E27FC236}">
                  <a16:creationId xmlns:a16="http://schemas.microsoft.com/office/drawing/2014/main" id="{040D7599-2978-16A9-3113-B42A5F2A2D8F}"/>
                </a:ext>
              </a:extLst>
            </p:cNvPr>
            <p:cNvSpPr>
              <a:spLocks noChangeArrowheads="1"/>
            </p:cNvSpPr>
            <p:nvPr/>
          </p:nvSpPr>
          <p:spPr bwMode="auto">
            <a:xfrm>
              <a:off x="1315" y="2154"/>
              <a:ext cx="793" cy="353"/>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panose="020B0604020202020204" pitchFamily="34" charset="0"/>
              </a:endParaRPr>
            </a:p>
          </p:txBody>
        </p:sp>
        <p:sp>
          <p:nvSpPr>
            <p:cNvPr id="347159" name="Text Box 19">
              <a:extLst>
                <a:ext uri="{FF2B5EF4-FFF2-40B4-BE49-F238E27FC236}">
                  <a16:creationId xmlns:a16="http://schemas.microsoft.com/office/drawing/2014/main" id="{33DB8766-7F6A-0A9F-8214-D9343B685D77}"/>
                </a:ext>
              </a:extLst>
            </p:cNvPr>
            <p:cNvSpPr txBox="1">
              <a:spLocks noChangeArrowheads="1"/>
            </p:cNvSpPr>
            <p:nvPr/>
          </p:nvSpPr>
          <p:spPr bwMode="auto">
            <a:xfrm>
              <a:off x="1434" y="2211"/>
              <a:ext cx="568"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zh-CN"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panose="020B0604020202020204" pitchFamily="34" charset="0"/>
                </a:rPr>
                <a:t>routed</a:t>
              </a:r>
            </a:p>
          </p:txBody>
        </p:sp>
      </p:grpSp>
      <p:sp>
        <p:nvSpPr>
          <p:cNvPr id="347153" name="Line 20">
            <a:extLst>
              <a:ext uri="{FF2B5EF4-FFF2-40B4-BE49-F238E27FC236}">
                <a16:creationId xmlns:a16="http://schemas.microsoft.com/office/drawing/2014/main" id="{FCBEFBE2-AF8E-D2DE-B987-BE04E8004290}"/>
              </a:ext>
            </a:extLst>
          </p:cNvPr>
          <p:cNvSpPr>
            <a:spLocks noChangeShapeType="1"/>
          </p:cNvSpPr>
          <p:nvPr/>
        </p:nvSpPr>
        <p:spPr bwMode="auto">
          <a:xfrm flipV="1">
            <a:off x="6784975" y="3925888"/>
            <a:ext cx="0" cy="2038350"/>
          </a:xfrm>
          <a:prstGeom prst="line">
            <a:avLst/>
          </a:prstGeom>
          <a:noFill/>
          <a:ln w="19050">
            <a:solidFill>
              <a:schemeClr val="accent2"/>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sp>
        <p:nvSpPr>
          <p:cNvPr id="347154" name="Rectangle 21">
            <a:extLst>
              <a:ext uri="{FF2B5EF4-FFF2-40B4-BE49-F238E27FC236}">
                <a16:creationId xmlns:a16="http://schemas.microsoft.com/office/drawing/2014/main" id="{D14E3908-63D7-CF1C-103D-CEC566921DD7}"/>
              </a:ext>
            </a:extLst>
          </p:cNvPr>
          <p:cNvSpPr>
            <a:spLocks noChangeArrowheads="1"/>
          </p:cNvSpPr>
          <p:nvPr/>
        </p:nvSpPr>
        <p:spPr bwMode="auto">
          <a:xfrm>
            <a:off x="5364163" y="4794250"/>
            <a:ext cx="1233487" cy="574675"/>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rgbClr val="000099"/>
              </a:buClr>
              <a:buSzPct val="75000"/>
              <a:buFont typeface="Wingdings" pitchFamily="2" charset="2"/>
              <a:buChar char="v"/>
              <a:defRPr kumimoji="1" sz="2800">
                <a:solidFill>
                  <a:schemeClr val="tx1"/>
                </a:solidFill>
                <a:latin typeface="Comic Sans MS" panose="030F0902030302020204" pitchFamily="66" charset="0"/>
                <a:ea typeface="宋体" panose="02010600030101010101" pitchFamily="2" charset="-122"/>
                <a:cs typeface="Arial" panose="020B0604020202020204" pitchFamily="34" charset="0"/>
              </a:defRPr>
            </a:lvl1pPr>
            <a:lvl2pPr marL="742950" indent="-285750">
              <a:spcBef>
                <a:spcPct val="20000"/>
              </a:spcBef>
              <a:buClr>
                <a:srgbClr val="000099"/>
              </a:buClr>
              <a:buFont typeface="Wingdings" pitchFamily="2" charset="2"/>
              <a:buChar char="§"/>
              <a:defRPr kumimoji="1" sz="2400">
                <a:solidFill>
                  <a:schemeClr val="tx1"/>
                </a:solidFill>
                <a:latin typeface="Comic Sans MS" panose="030F0902030302020204" pitchFamily="66" charset="0"/>
                <a:ea typeface="Arial" panose="020B0604020202020204" pitchFamily="34" charset="0"/>
                <a:cs typeface="Arial" panose="020B060402020202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20204" pitchFamily="34" charset="0"/>
                <a:cs typeface="Arial" panose="020B0604020202020204" pitchFamily="34" charset="0"/>
              </a:defRPr>
            </a:lvl3pPr>
            <a:lvl4pPr marL="16002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4pPr>
            <a:lvl5pPr marL="2057400" indent="-228600">
              <a:spcBef>
                <a:spcPct val="20000"/>
              </a:spcBef>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Arial" panose="020B0604020202020204" pitchFamily="34" charset="0"/>
                <a:cs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zh-CN"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panose="020B0604020202020204" pitchFamily="34" charset="0"/>
              </a:rPr>
              <a:t>forwarding</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zh-CN"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panose="020B0604020202020204" pitchFamily="34" charset="0"/>
              </a:rPr>
              <a:t>table</a:t>
            </a:r>
          </a:p>
        </p:txBody>
      </p:sp>
      <p:sp>
        <p:nvSpPr>
          <p:cNvPr id="347155" name="Line 22">
            <a:extLst>
              <a:ext uri="{FF2B5EF4-FFF2-40B4-BE49-F238E27FC236}">
                <a16:creationId xmlns:a16="http://schemas.microsoft.com/office/drawing/2014/main" id="{A6284690-A91D-2F6E-4849-D362A54EF38E}"/>
              </a:ext>
            </a:extLst>
          </p:cNvPr>
          <p:cNvSpPr>
            <a:spLocks noChangeShapeType="1"/>
          </p:cNvSpPr>
          <p:nvPr/>
        </p:nvSpPr>
        <p:spPr bwMode="auto">
          <a:xfrm>
            <a:off x="2381250" y="5910263"/>
            <a:ext cx="4408488" cy="0"/>
          </a:xfrm>
          <a:prstGeom prst="line">
            <a:avLst/>
          </a:prstGeom>
          <a:noFill/>
          <a:ln w="19050">
            <a:solidFill>
              <a:schemeClr val="accent2"/>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sp>
        <p:nvSpPr>
          <p:cNvPr id="347156" name="Line 23">
            <a:extLst>
              <a:ext uri="{FF2B5EF4-FFF2-40B4-BE49-F238E27FC236}">
                <a16:creationId xmlns:a16="http://schemas.microsoft.com/office/drawing/2014/main" id="{3E82CB7E-68F9-C360-FF3E-F6E7F39063B2}"/>
              </a:ext>
            </a:extLst>
          </p:cNvPr>
          <p:cNvSpPr>
            <a:spLocks noChangeShapeType="1"/>
          </p:cNvSpPr>
          <p:nvPr/>
        </p:nvSpPr>
        <p:spPr bwMode="auto">
          <a:xfrm>
            <a:off x="2894013" y="3932238"/>
            <a:ext cx="0" cy="866775"/>
          </a:xfrm>
          <a:prstGeom prst="line">
            <a:avLst/>
          </a:prstGeom>
          <a:noFill/>
          <a:ln w="19050">
            <a:solidFill>
              <a:srgbClr val="FF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sp>
        <p:nvSpPr>
          <p:cNvPr id="347157" name="Line 24">
            <a:extLst>
              <a:ext uri="{FF2B5EF4-FFF2-40B4-BE49-F238E27FC236}">
                <a16:creationId xmlns:a16="http://schemas.microsoft.com/office/drawing/2014/main" id="{F74D63CD-C3BB-B93C-9EAF-58930903660B}"/>
              </a:ext>
            </a:extLst>
          </p:cNvPr>
          <p:cNvSpPr>
            <a:spLocks noChangeShapeType="1"/>
          </p:cNvSpPr>
          <p:nvPr/>
        </p:nvSpPr>
        <p:spPr bwMode="auto">
          <a:xfrm>
            <a:off x="6380163" y="3900488"/>
            <a:ext cx="0" cy="866775"/>
          </a:xfrm>
          <a:prstGeom prst="line">
            <a:avLst/>
          </a:prstGeom>
          <a:noFill/>
          <a:ln w="19050">
            <a:solidFill>
              <a:srgbClr val="FF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anose="02010600030101010101" pitchFamily="2" charset="-122"/>
              <a:cs typeface="Arial"/>
            </a:endParaRPr>
          </a:p>
        </p:txBody>
      </p:sp>
    </p:spTree>
    <p:extLst>
      <p:ext uri="{BB962C8B-B14F-4D97-AF65-F5344CB8AC3E}">
        <p14:creationId xmlns:p14="http://schemas.microsoft.com/office/powerpoint/2010/main" val="4127110808"/>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3011" name="Picture 2"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01663" y="1025525"/>
            <a:ext cx="4113212" cy="1730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3012" name="Rectangle 3"/>
          <p:cNvSpPr>
            <a:spLocks noGrp="1" noChangeArrowheads="1"/>
          </p:cNvSpPr>
          <p:nvPr>
            <p:ph type="body" sz="half" idx="1"/>
          </p:nvPr>
        </p:nvSpPr>
        <p:spPr/>
        <p:txBody>
          <a:bodyPr/>
          <a:lstStyle/>
          <a:p>
            <a:pPr>
              <a:lnSpc>
                <a:spcPct val="100000"/>
              </a:lnSpc>
              <a:buFont typeface="Wingdings" charset="0"/>
              <a:buNone/>
            </a:pPr>
            <a:r>
              <a:rPr lang="en-US" sz="2400" dirty="0">
                <a:latin typeface="Gill Sans MT" charset="0"/>
              </a:rPr>
              <a:t>5.1 introduction</a:t>
            </a:r>
          </a:p>
          <a:p>
            <a:pPr>
              <a:lnSpc>
                <a:spcPct val="100000"/>
              </a:lnSpc>
              <a:buFont typeface="Wingdings" charset="0"/>
              <a:buNone/>
            </a:pPr>
            <a:r>
              <a:rPr lang="en-US" sz="2400" dirty="0">
                <a:latin typeface="Gill Sans MT" charset="0"/>
              </a:rPr>
              <a:t>5.2 routing protocols</a:t>
            </a:r>
          </a:p>
          <a:p>
            <a:pPr>
              <a:lnSpc>
                <a:spcPct val="100000"/>
              </a:lnSpc>
            </a:pPr>
            <a:r>
              <a:rPr lang="en-US" sz="2400" dirty="0">
                <a:latin typeface="Gill Sans MT" charset="0"/>
              </a:rPr>
              <a:t>link state</a:t>
            </a:r>
          </a:p>
          <a:p>
            <a:pPr>
              <a:lnSpc>
                <a:spcPct val="100000"/>
              </a:lnSpc>
            </a:pPr>
            <a:r>
              <a:rPr lang="en-US" sz="2400" dirty="0">
                <a:latin typeface="Gill Sans MT" charset="0"/>
              </a:rPr>
              <a:t>distance vector</a:t>
            </a:r>
          </a:p>
          <a:p>
            <a:pPr marL="461963" indent="-461963">
              <a:lnSpc>
                <a:spcPct val="100000"/>
              </a:lnSpc>
              <a:buNone/>
            </a:pPr>
            <a:r>
              <a:rPr lang="en-US" sz="2400" dirty="0">
                <a:solidFill>
                  <a:srgbClr val="CC0000"/>
                </a:solidFill>
              </a:rPr>
              <a:t>5.3 intra-AS routing in the Internet: OSPF</a:t>
            </a:r>
          </a:p>
          <a:p>
            <a:pPr marL="461963" indent="-461963">
              <a:lnSpc>
                <a:spcPct val="100000"/>
              </a:lnSpc>
              <a:buNone/>
            </a:pPr>
            <a:r>
              <a:rPr lang="en-US" sz="2400" dirty="0"/>
              <a:t>5.4 routing among the ISPs: BGP</a:t>
            </a:r>
            <a:endParaRPr lang="en-US" sz="2400" dirty="0">
              <a:latin typeface="Gill Sans MT" charset="0"/>
            </a:endParaRPr>
          </a:p>
        </p:txBody>
      </p:sp>
      <p:sp>
        <p:nvSpPr>
          <p:cNvPr id="43013" name="Rectangle 4"/>
          <p:cNvSpPr>
            <a:spLocks noGrp="1" noChangeArrowheads="1"/>
          </p:cNvSpPr>
          <p:nvPr>
            <p:ph type="body" sz="half" idx="2"/>
          </p:nvPr>
        </p:nvSpPr>
        <p:spPr/>
        <p:txBody>
          <a:bodyPr/>
          <a:lstStyle/>
          <a:p>
            <a:pPr marL="461963" indent="-461963">
              <a:lnSpc>
                <a:spcPct val="100000"/>
              </a:lnSpc>
              <a:buFont typeface="Wingdings" charset="0"/>
              <a:buNone/>
            </a:pPr>
            <a:r>
              <a:rPr lang="en-US" sz="2400" dirty="0">
                <a:latin typeface="Gill Sans MT" charset="0"/>
              </a:rPr>
              <a:t>5.5 The SDN control plane</a:t>
            </a:r>
          </a:p>
          <a:p>
            <a:pPr marL="461963" indent="-461963">
              <a:lnSpc>
                <a:spcPct val="100000"/>
              </a:lnSpc>
              <a:buNone/>
            </a:pPr>
            <a:r>
              <a:rPr lang="en-US" sz="2400" dirty="0">
                <a:solidFill>
                  <a:srgbClr val="000000"/>
                </a:solidFill>
              </a:rPr>
              <a:t>5.6 ICMP: The Internet Control Message Protocol </a:t>
            </a:r>
          </a:p>
          <a:p>
            <a:pPr marL="461963" indent="-461963">
              <a:lnSpc>
                <a:spcPct val="100000"/>
              </a:lnSpc>
              <a:buNone/>
            </a:pPr>
            <a:r>
              <a:rPr lang="en-US" sz="2400" dirty="0"/>
              <a:t>5.7 Network management and SNMP</a:t>
            </a:r>
            <a:endParaRPr lang="en-US" sz="2400" dirty="0">
              <a:latin typeface="Gill Sans MT" charset="0"/>
            </a:endParaRPr>
          </a:p>
        </p:txBody>
      </p:sp>
      <p:sp>
        <p:nvSpPr>
          <p:cNvPr id="43014" name="Rectangle 2"/>
          <p:cNvSpPr>
            <a:spLocks noChangeArrowheads="1"/>
          </p:cNvSpPr>
          <p:nvPr/>
        </p:nvSpPr>
        <p:spPr bwMode="auto">
          <a:xfrm>
            <a:off x="533400" y="228600"/>
            <a:ext cx="7772400" cy="1143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nchor="ctr"/>
          <a:lstStyle/>
          <a:p>
            <a:r>
              <a:rPr lang="en-US" sz="4400" dirty="0">
                <a:solidFill>
                  <a:srgbClr val="000099"/>
                </a:solidFill>
                <a:latin typeface="Gill Sans MT" charset="0"/>
              </a:rPr>
              <a:t>Chapter 5: outline</a:t>
            </a:r>
          </a:p>
        </p:txBody>
      </p:sp>
      <p:sp>
        <p:nvSpPr>
          <p:cNvPr id="8" name="Slide Number Placeholder 5"/>
          <p:cNvSpPr>
            <a:spLocks noGrp="1"/>
          </p:cNvSpPr>
          <p:nvPr>
            <p:ph type="sldNum" sz="quarter" idx="12"/>
          </p:nvPr>
        </p:nvSpPr>
        <p:spPr>
          <a:xfrm>
            <a:off x="8456154" y="6475895"/>
            <a:ext cx="548655" cy="272319"/>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200" dirty="0">
                <a:latin typeface="Tahoma" charset="0"/>
              </a:rPr>
              <a:t>5-</a:t>
            </a:r>
            <a:fld id="{8E8C6E93-DF5B-BC4B-80F9-500DED1EEDCC}" type="slidenum">
              <a:rPr lang="en-US" sz="1200">
                <a:latin typeface="Tahoma" charset="0"/>
              </a:rPr>
              <a:pPr/>
              <a:t>68</a:t>
            </a:fld>
            <a:endParaRPr lang="en-US" sz="1200" dirty="0">
              <a:latin typeface="Tahoma" charset="0"/>
            </a:endParaRPr>
          </a:p>
        </p:txBody>
      </p:sp>
      <p:sp>
        <p:nvSpPr>
          <p:cNvPr id="9" name="Footer Placeholder 2"/>
          <p:cNvSpPr>
            <a:spLocks noGrp="1"/>
          </p:cNvSpPr>
          <p:nvPr>
            <p:ph type="ftr" sz="quarter" idx="11"/>
          </p:nvPr>
        </p:nvSpPr>
        <p:spPr>
          <a:xfrm>
            <a:off x="6375496" y="6475081"/>
            <a:ext cx="2177473" cy="241541"/>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200" dirty="0">
                <a:solidFill>
                  <a:srgbClr val="000000"/>
                </a:solidFill>
                <a:latin typeface="Tahoma" charset="0"/>
                <a:cs typeface="Arial" charset="0"/>
              </a:rPr>
              <a:t>Network Layer: Control Plane</a:t>
            </a:r>
          </a:p>
        </p:txBody>
      </p:sp>
    </p:spTree>
    <p:extLst>
      <p:ext uri="{BB962C8B-B14F-4D97-AF65-F5344CB8AC3E}">
        <p14:creationId xmlns:p14="http://schemas.microsoft.com/office/powerpoint/2010/main" val="3209504113"/>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3363" name="Picture 7"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76263" y="903288"/>
            <a:ext cx="4964972" cy="23209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43364" name="Rectangle 2"/>
          <p:cNvSpPr>
            <a:spLocks noGrp="1" noChangeArrowheads="1"/>
          </p:cNvSpPr>
          <p:nvPr>
            <p:ph type="title"/>
          </p:nvPr>
        </p:nvSpPr>
        <p:spPr>
          <a:xfrm>
            <a:off x="533400" y="241300"/>
            <a:ext cx="5164138" cy="885825"/>
          </a:xfrm>
        </p:spPr>
        <p:txBody>
          <a:bodyPr/>
          <a:lstStyle/>
          <a:p>
            <a:r>
              <a:rPr lang="en-US" sz="4000" dirty="0">
                <a:latin typeface="Gill Sans MT" charset="0"/>
              </a:rPr>
              <a:t>Making routing scalable</a:t>
            </a:r>
            <a:endParaRPr lang="en-US" dirty="0">
              <a:latin typeface="Gill Sans MT" charset="0"/>
            </a:endParaRPr>
          </a:p>
        </p:txBody>
      </p:sp>
      <p:sp>
        <p:nvSpPr>
          <p:cNvPr id="143365" name="Rectangle 3"/>
          <p:cNvSpPr>
            <a:spLocks noGrp="1" noChangeArrowheads="1"/>
          </p:cNvSpPr>
          <p:nvPr>
            <p:ph type="body" sz="half" idx="1"/>
          </p:nvPr>
        </p:nvSpPr>
        <p:spPr>
          <a:xfrm>
            <a:off x="542925" y="3467100"/>
            <a:ext cx="3810000" cy="2266950"/>
          </a:xfrm>
        </p:spPr>
        <p:txBody>
          <a:bodyPr/>
          <a:lstStyle/>
          <a:p>
            <a:pPr>
              <a:buFont typeface="Wingdings" charset="0"/>
              <a:buNone/>
            </a:pPr>
            <a:r>
              <a:rPr lang="en-US" i="1" dirty="0">
                <a:solidFill>
                  <a:srgbClr val="CC0000"/>
                </a:solidFill>
                <a:latin typeface="Gill Sans MT" charset="0"/>
              </a:rPr>
              <a:t>scale:</a:t>
            </a:r>
            <a:r>
              <a:rPr lang="en-US" dirty="0">
                <a:latin typeface="Gill Sans MT" charset="0"/>
              </a:rPr>
              <a:t> with billions of destinations:</a:t>
            </a:r>
          </a:p>
          <a:p>
            <a:r>
              <a:rPr lang="en-US" sz="2400" dirty="0">
                <a:latin typeface="Gill Sans MT" charset="0"/>
              </a:rPr>
              <a:t>can</a:t>
            </a:r>
            <a:r>
              <a:rPr lang="ja-JP" altLang="en-US" sz="2400" dirty="0">
                <a:latin typeface="Gill Sans MT" charset="0"/>
              </a:rPr>
              <a:t>’</a:t>
            </a:r>
            <a:r>
              <a:rPr lang="en-US" altLang="ja-JP" sz="2400" dirty="0">
                <a:latin typeface="Gill Sans MT" charset="0"/>
              </a:rPr>
              <a:t>t store all destinations in routing tables!</a:t>
            </a:r>
          </a:p>
          <a:p>
            <a:r>
              <a:rPr lang="en-US" sz="2400" dirty="0">
                <a:solidFill>
                  <a:srgbClr val="00B050"/>
                </a:solidFill>
                <a:latin typeface="Gill Sans MT" charset="0"/>
              </a:rPr>
              <a:t>routing table exchange would </a:t>
            </a:r>
            <a:r>
              <a:rPr lang="en-US" sz="2400" dirty="0">
                <a:solidFill>
                  <a:srgbClr val="C00000"/>
                </a:solidFill>
                <a:latin typeface="Gill Sans MT" charset="0"/>
              </a:rPr>
              <a:t>swamp</a:t>
            </a:r>
            <a:r>
              <a:rPr lang="en-US" sz="2400" dirty="0">
                <a:solidFill>
                  <a:srgbClr val="00B050"/>
                </a:solidFill>
                <a:latin typeface="Gill Sans MT" charset="0"/>
              </a:rPr>
              <a:t> links!</a:t>
            </a:r>
            <a:r>
              <a:rPr lang="en-US" dirty="0">
                <a:solidFill>
                  <a:srgbClr val="00B050"/>
                </a:solidFill>
                <a:latin typeface="Gill Sans MT" charset="0"/>
              </a:rPr>
              <a:t> </a:t>
            </a:r>
          </a:p>
          <a:p>
            <a:endParaRPr lang="en-US" dirty="0">
              <a:latin typeface="Gill Sans MT" charset="0"/>
            </a:endParaRPr>
          </a:p>
          <a:p>
            <a:endParaRPr lang="en-US" dirty="0">
              <a:latin typeface="Gill Sans MT" charset="0"/>
            </a:endParaRPr>
          </a:p>
        </p:txBody>
      </p:sp>
      <p:sp>
        <p:nvSpPr>
          <p:cNvPr id="98311" name="Rectangle 4"/>
          <p:cNvSpPr>
            <a:spLocks noGrp="1" noChangeArrowheads="1"/>
          </p:cNvSpPr>
          <p:nvPr>
            <p:ph type="body" sz="half" idx="2"/>
          </p:nvPr>
        </p:nvSpPr>
        <p:spPr>
          <a:xfrm>
            <a:off x="4448175" y="3467100"/>
            <a:ext cx="4019550" cy="2514600"/>
          </a:xfrm>
        </p:spPr>
        <p:txBody>
          <a:bodyPr/>
          <a:lstStyle/>
          <a:p>
            <a:pPr>
              <a:buFont typeface="Wingdings" charset="0"/>
              <a:buNone/>
              <a:defRPr/>
            </a:pPr>
            <a:r>
              <a:rPr lang="en-US" i="1" dirty="0">
                <a:solidFill>
                  <a:srgbClr val="CC0000"/>
                </a:solidFill>
                <a:cs typeface="+mn-cs"/>
              </a:rPr>
              <a:t>administrative autonomy</a:t>
            </a:r>
          </a:p>
          <a:p>
            <a:pPr>
              <a:defRPr/>
            </a:pPr>
            <a:r>
              <a:rPr lang="en-US" sz="2400" dirty="0">
                <a:cs typeface="+mn-cs"/>
              </a:rPr>
              <a:t>internet = network of networks</a:t>
            </a:r>
          </a:p>
          <a:p>
            <a:pPr>
              <a:defRPr/>
            </a:pPr>
            <a:r>
              <a:rPr lang="en-US" sz="2400" dirty="0">
                <a:cs typeface="+mn-cs"/>
              </a:rPr>
              <a:t>each network admin may want to control routing in its own network</a:t>
            </a:r>
          </a:p>
        </p:txBody>
      </p:sp>
      <p:sp>
        <p:nvSpPr>
          <p:cNvPr id="143367" name="Rectangle 5"/>
          <p:cNvSpPr>
            <a:spLocks noChangeArrowheads="1"/>
          </p:cNvSpPr>
          <p:nvPr/>
        </p:nvSpPr>
        <p:spPr bwMode="auto">
          <a:xfrm>
            <a:off x="660531" y="1313250"/>
            <a:ext cx="6543675" cy="1600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342900" indent="-342900">
              <a:lnSpc>
                <a:spcPct val="85000"/>
              </a:lnSpc>
              <a:spcBef>
                <a:spcPct val="20000"/>
              </a:spcBef>
              <a:buClr>
                <a:srgbClr val="000099"/>
              </a:buClr>
              <a:buSzPct val="65000"/>
              <a:buFont typeface="Wingdings" charset="0"/>
              <a:buNone/>
            </a:pPr>
            <a:r>
              <a:rPr lang="en-US" sz="2800" dirty="0">
                <a:latin typeface="Gill Sans MT" charset="0"/>
              </a:rPr>
              <a:t>our routing study thus far - idealized </a:t>
            </a:r>
          </a:p>
          <a:p>
            <a:pPr marL="457200" indent="-457200">
              <a:lnSpc>
                <a:spcPct val="85000"/>
              </a:lnSpc>
              <a:spcBef>
                <a:spcPct val="20000"/>
              </a:spcBef>
              <a:buClr>
                <a:srgbClr val="000099"/>
              </a:buClr>
              <a:buSzPct val="100000"/>
              <a:buFont typeface="Wingdings" charset="2"/>
              <a:buChar char="§"/>
            </a:pPr>
            <a:r>
              <a:rPr lang="en-US" sz="2800" dirty="0">
                <a:latin typeface="Gill Sans MT" charset="0"/>
              </a:rPr>
              <a:t>all routers identical</a:t>
            </a:r>
          </a:p>
          <a:p>
            <a:pPr marL="457200" indent="-457200">
              <a:lnSpc>
                <a:spcPct val="85000"/>
              </a:lnSpc>
              <a:spcBef>
                <a:spcPct val="20000"/>
              </a:spcBef>
              <a:buClr>
                <a:srgbClr val="000099"/>
              </a:buClr>
              <a:buSzPct val="100000"/>
              <a:buFont typeface="Wingdings" charset="2"/>
              <a:buChar char="§"/>
            </a:pPr>
            <a:r>
              <a:rPr lang="en-US" sz="2800" dirty="0">
                <a:latin typeface="Gill Sans MT" charset="0"/>
              </a:rPr>
              <a:t>network </a:t>
            </a:r>
            <a:r>
              <a:rPr lang="ja-JP" altLang="en-US" sz="2800" dirty="0">
                <a:latin typeface="Gill Sans MT" charset="0"/>
              </a:rPr>
              <a:t>“</a:t>
            </a:r>
            <a:r>
              <a:rPr lang="en-US" altLang="ja-JP" sz="2800" dirty="0">
                <a:latin typeface="Gill Sans MT" charset="0"/>
              </a:rPr>
              <a:t>flat</a:t>
            </a:r>
            <a:r>
              <a:rPr lang="ja-JP" altLang="en-US" sz="2800" dirty="0">
                <a:latin typeface="Gill Sans MT" charset="0"/>
              </a:rPr>
              <a:t>”</a:t>
            </a:r>
            <a:endParaRPr lang="en-US" altLang="ja-JP" sz="2800" dirty="0">
              <a:latin typeface="Gill Sans MT" charset="0"/>
            </a:endParaRPr>
          </a:p>
          <a:p>
            <a:pPr marL="342900" indent="-342900">
              <a:lnSpc>
                <a:spcPct val="85000"/>
              </a:lnSpc>
              <a:spcBef>
                <a:spcPct val="20000"/>
              </a:spcBef>
              <a:buClr>
                <a:srgbClr val="000099"/>
              </a:buClr>
              <a:buSzPct val="65000"/>
              <a:buFont typeface="Wingdings" charset="0"/>
              <a:buNone/>
            </a:pPr>
            <a:r>
              <a:rPr lang="en-US" sz="2800" i="1" dirty="0">
                <a:latin typeface="Gill Sans MT" charset="0"/>
              </a:rPr>
              <a:t>… not</a:t>
            </a:r>
            <a:r>
              <a:rPr lang="en-US" sz="2800" dirty="0">
                <a:latin typeface="Gill Sans MT" charset="0"/>
              </a:rPr>
              <a:t> true in practice</a:t>
            </a:r>
          </a:p>
        </p:txBody>
      </p:sp>
      <p:sp>
        <p:nvSpPr>
          <p:cNvPr id="9" name="Slide Number Placeholder 5"/>
          <p:cNvSpPr>
            <a:spLocks noGrp="1"/>
          </p:cNvSpPr>
          <p:nvPr>
            <p:ph type="sldNum" sz="quarter" idx="12"/>
          </p:nvPr>
        </p:nvSpPr>
        <p:spPr>
          <a:xfrm>
            <a:off x="8456154" y="6475895"/>
            <a:ext cx="548655" cy="272319"/>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200" dirty="0">
                <a:latin typeface="Tahoma" charset="0"/>
              </a:rPr>
              <a:t>5-</a:t>
            </a:r>
            <a:fld id="{8E8C6E93-DF5B-BC4B-80F9-500DED1EEDCC}" type="slidenum">
              <a:rPr lang="en-US" sz="1200">
                <a:latin typeface="Tahoma" charset="0"/>
              </a:rPr>
              <a:pPr/>
              <a:t>69</a:t>
            </a:fld>
            <a:endParaRPr lang="en-US" sz="1200" dirty="0">
              <a:latin typeface="Tahoma" charset="0"/>
            </a:endParaRPr>
          </a:p>
        </p:txBody>
      </p:sp>
      <p:sp>
        <p:nvSpPr>
          <p:cNvPr id="10" name="Footer Placeholder 2"/>
          <p:cNvSpPr>
            <a:spLocks noGrp="1"/>
          </p:cNvSpPr>
          <p:nvPr>
            <p:ph type="ftr" sz="quarter" idx="11"/>
          </p:nvPr>
        </p:nvSpPr>
        <p:spPr>
          <a:xfrm>
            <a:off x="6375496" y="6475081"/>
            <a:ext cx="2177473" cy="241541"/>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200" dirty="0">
                <a:solidFill>
                  <a:srgbClr val="000000"/>
                </a:solidFill>
                <a:latin typeface="Tahoma" charset="0"/>
                <a:cs typeface="Arial" charset="0"/>
              </a:rPr>
              <a:t>Network Layer: Control Plane</a:t>
            </a:r>
          </a:p>
        </p:txBody>
      </p:sp>
    </p:spTree>
    <p:extLst>
      <p:ext uri="{BB962C8B-B14F-4D97-AF65-F5344CB8AC3E}">
        <p14:creationId xmlns:p14="http://schemas.microsoft.com/office/powerpoint/2010/main" val="2755123101"/>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4387" name="Rectangle 3"/>
          <p:cNvSpPr>
            <a:spLocks noGrp="1" noChangeArrowheads="1"/>
          </p:cNvSpPr>
          <p:nvPr>
            <p:ph type="body" sz="half" idx="1"/>
          </p:nvPr>
        </p:nvSpPr>
        <p:spPr>
          <a:xfrm>
            <a:off x="817100" y="1302987"/>
            <a:ext cx="8192217" cy="910047"/>
          </a:xfrm>
        </p:spPr>
        <p:txBody>
          <a:bodyPr/>
          <a:lstStyle/>
          <a:p>
            <a:pPr marL="0" indent="0">
              <a:lnSpc>
                <a:spcPct val="90000"/>
              </a:lnSpc>
              <a:buNone/>
            </a:pPr>
            <a:r>
              <a:rPr lang="en-US" dirty="0">
                <a:latin typeface="Gill Sans MT"/>
                <a:cs typeface="Gill Sans MT"/>
              </a:rPr>
              <a:t>aggregate routers into regions known as</a:t>
            </a:r>
            <a:r>
              <a:rPr lang="en-US" dirty="0">
                <a:solidFill>
                  <a:srgbClr val="FF0000"/>
                </a:solidFill>
                <a:latin typeface="Gill Sans MT"/>
                <a:cs typeface="Gill Sans MT"/>
              </a:rPr>
              <a:t> </a:t>
            </a:r>
            <a:r>
              <a:rPr lang="ja-JP" altLang="en-US" dirty="0">
                <a:solidFill>
                  <a:srgbClr val="CC0000"/>
                </a:solidFill>
                <a:latin typeface="Gill Sans MT"/>
                <a:cs typeface="Gill Sans MT"/>
              </a:rPr>
              <a:t>“</a:t>
            </a:r>
            <a:r>
              <a:rPr lang="en-US" altLang="ja-JP" dirty="0">
                <a:solidFill>
                  <a:srgbClr val="CC0000"/>
                </a:solidFill>
                <a:latin typeface="Gill Sans MT"/>
                <a:cs typeface="Gill Sans MT"/>
              </a:rPr>
              <a:t>autonomous systems</a:t>
            </a:r>
            <a:r>
              <a:rPr lang="ja-JP" altLang="en-US" dirty="0">
                <a:solidFill>
                  <a:srgbClr val="CC0000"/>
                </a:solidFill>
                <a:latin typeface="Gill Sans MT"/>
                <a:cs typeface="Gill Sans MT"/>
              </a:rPr>
              <a:t>”</a:t>
            </a:r>
            <a:r>
              <a:rPr lang="en-US" altLang="ja-JP" dirty="0">
                <a:solidFill>
                  <a:srgbClr val="CC0000"/>
                </a:solidFill>
                <a:latin typeface="Gill Sans MT"/>
                <a:cs typeface="Gill Sans MT"/>
              </a:rPr>
              <a:t> (AS) (a.k.a. “domains”)</a:t>
            </a:r>
            <a:endParaRPr lang="en-US" dirty="0">
              <a:latin typeface="Gill Sans MT" charset="0"/>
            </a:endParaRPr>
          </a:p>
        </p:txBody>
      </p:sp>
      <p:sp>
        <p:nvSpPr>
          <p:cNvPr id="144388" name="Rectangle 4"/>
          <p:cNvSpPr>
            <a:spLocks noGrp="1" noChangeArrowheads="1"/>
          </p:cNvSpPr>
          <p:nvPr>
            <p:ph type="body" sz="half" idx="2"/>
          </p:nvPr>
        </p:nvSpPr>
        <p:spPr>
          <a:xfrm>
            <a:off x="5006150" y="2636395"/>
            <a:ext cx="3748232" cy="1934001"/>
          </a:xfrm>
        </p:spPr>
        <p:txBody>
          <a:bodyPr/>
          <a:lstStyle/>
          <a:p>
            <a:pPr>
              <a:buFont typeface="Wingdings" charset="0"/>
              <a:buNone/>
            </a:pPr>
            <a:r>
              <a:rPr lang="en-US" dirty="0">
                <a:solidFill>
                  <a:srgbClr val="000090"/>
                </a:solidFill>
                <a:latin typeface="Gill Sans MT" charset="0"/>
              </a:rPr>
              <a:t>inter-AS routing</a:t>
            </a:r>
          </a:p>
          <a:p>
            <a:r>
              <a:rPr lang="en-US" sz="2400" dirty="0">
                <a:latin typeface="Gill Sans MT" charset="0"/>
              </a:rPr>
              <a:t>routing among </a:t>
            </a:r>
            <a:r>
              <a:rPr lang="en-US" sz="2400" dirty="0" err="1">
                <a:latin typeface="Gill Sans MT" charset="0"/>
              </a:rPr>
              <a:t>AS’es</a:t>
            </a:r>
            <a:endParaRPr lang="en-US" sz="2400" dirty="0">
              <a:latin typeface="Gill Sans MT" charset="0"/>
            </a:endParaRPr>
          </a:p>
          <a:p>
            <a:r>
              <a:rPr lang="en-US" sz="2400" dirty="0">
                <a:latin typeface="Gill Sans MT" charset="0"/>
              </a:rPr>
              <a:t>gateways perform inter-domain routing (as well as intra-domain routing)</a:t>
            </a:r>
          </a:p>
        </p:txBody>
      </p:sp>
      <p:pic>
        <p:nvPicPr>
          <p:cNvPr id="144389" name="Picture 6"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76263" y="903288"/>
            <a:ext cx="7831792" cy="21285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9335" name="Rectangle 7"/>
          <p:cNvSpPr>
            <a:spLocks noGrp="1" noChangeArrowheads="1"/>
          </p:cNvSpPr>
          <p:nvPr>
            <p:ph type="title"/>
          </p:nvPr>
        </p:nvSpPr>
        <p:spPr>
          <a:xfrm>
            <a:off x="533400" y="241300"/>
            <a:ext cx="8144020" cy="885825"/>
          </a:xfrm>
        </p:spPr>
        <p:txBody>
          <a:bodyPr/>
          <a:lstStyle/>
          <a:p>
            <a:pPr>
              <a:defRPr/>
            </a:pPr>
            <a:r>
              <a:rPr lang="en-US" sz="4000" dirty="0">
                <a:cs typeface="+mj-cs"/>
              </a:rPr>
              <a:t>Internet approach to scalable routing</a:t>
            </a:r>
          </a:p>
        </p:txBody>
      </p:sp>
      <p:sp>
        <p:nvSpPr>
          <p:cNvPr id="9" name="Rectangle 3"/>
          <p:cNvSpPr txBox="1">
            <a:spLocks noChangeArrowheads="1"/>
          </p:cNvSpPr>
          <p:nvPr/>
        </p:nvSpPr>
        <p:spPr bwMode="auto">
          <a:xfrm>
            <a:off x="674560" y="2540178"/>
            <a:ext cx="4246080" cy="391270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0" indent="0">
              <a:lnSpc>
                <a:spcPct val="90000"/>
              </a:lnSpc>
              <a:buNone/>
            </a:pPr>
            <a:r>
              <a:rPr lang="en-US" altLang="ja-JP" dirty="0">
                <a:solidFill>
                  <a:srgbClr val="000090"/>
                </a:solidFill>
                <a:latin typeface="Gill Sans MT"/>
                <a:cs typeface="Gill Sans MT"/>
              </a:rPr>
              <a:t>intra-AS routing</a:t>
            </a:r>
          </a:p>
          <a:p>
            <a:pPr>
              <a:lnSpc>
                <a:spcPct val="90000"/>
              </a:lnSpc>
            </a:pPr>
            <a:r>
              <a:rPr lang="en-US" altLang="ja-JP" sz="2400" dirty="0">
                <a:latin typeface="Gill Sans MT" charset="0"/>
              </a:rPr>
              <a:t>routing among hosts, routers in same AS (“network”)</a:t>
            </a:r>
          </a:p>
          <a:p>
            <a:pPr>
              <a:lnSpc>
                <a:spcPct val="90000"/>
              </a:lnSpc>
            </a:pPr>
            <a:r>
              <a:rPr lang="en-US" altLang="ja-JP" sz="2400" dirty="0">
                <a:latin typeface="Gill Sans MT" charset="0"/>
              </a:rPr>
              <a:t>all routers in AS must run </a:t>
            </a:r>
            <a:r>
              <a:rPr lang="en-US" altLang="ja-JP" sz="2400" i="1" dirty="0">
                <a:solidFill>
                  <a:srgbClr val="000090"/>
                </a:solidFill>
                <a:latin typeface="Gill Sans MT" charset="0"/>
              </a:rPr>
              <a:t>same</a:t>
            </a:r>
            <a:r>
              <a:rPr lang="en-US" altLang="ja-JP" sz="2400" dirty="0">
                <a:latin typeface="Gill Sans MT" charset="0"/>
              </a:rPr>
              <a:t> intra-domain protocol</a:t>
            </a:r>
          </a:p>
          <a:p>
            <a:pPr>
              <a:lnSpc>
                <a:spcPct val="90000"/>
              </a:lnSpc>
            </a:pPr>
            <a:r>
              <a:rPr lang="en-US" sz="2400" dirty="0">
                <a:latin typeface="Gill Sans MT" charset="0"/>
              </a:rPr>
              <a:t>routers in </a:t>
            </a:r>
            <a:r>
              <a:rPr lang="en-US" sz="2400" i="1" dirty="0">
                <a:latin typeface="Gill Sans MT" charset="0"/>
              </a:rPr>
              <a:t>different</a:t>
            </a:r>
            <a:r>
              <a:rPr lang="en-US" sz="2400" dirty="0">
                <a:latin typeface="Gill Sans MT" charset="0"/>
              </a:rPr>
              <a:t> AS can run </a:t>
            </a:r>
            <a:r>
              <a:rPr lang="en-US" sz="2400" i="1" dirty="0">
                <a:latin typeface="Gill Sans MT" charset="0"/>
              </a:rPr>
              <a:t>different</a:t>
            </a:r>
            <a:r>
              <a:rPr lang="en-US" sz="2400" dirty="0">
                <a:latin typeface="Gill Sans MT" charset="0"/>
              </a:rPr>
              <a:t> intra-domain routing protocol</a:t>
            </a:r>
          </a:p>
          <a:p>
            <a:pPr>
              <a:lnSpc>
                <a:spcPct val="90000"/>
              </a:lnSpc>
            </a:pPr>
            <a:r>
              <a:rPr lang="en-US" sz="2400" dirty="0">
                <a:latin typeface="Gill Sans MT" charset="0"/>
              </a:rPr>
              <a:t>gateway router: at “edge” of its own AS, has link(s) to router(s) in other </a:t>
            </a:r>
            <a:r>
              <a:rPr lang="en-US" sz="2400" dirty="0" err="1">
                <a:latin typeface="Gill Sans MT" charset="0"/>
              </a:rPr>
              <a:t>AS’es</a:t>
            </a:r>
            <a:endParaRPr lang="en-US" sz="2400" dirty="0">
              <a:latin typeface="Gill Sans MT" charset="0"/>
            </a:endParaRPr>
          </a:p>
        </p:txBody>
      </p:sp>
      <p:sp>
        <p:nvSpPr>
          <p:cNvPr id="10" name="Slide Number Placeholder 5"/>
          <p:cNvSpPr>
            <a:spLocks noGrp="1"/>
          </p:cNvSpPr>
          <p:nvPr>
            <p:ph type="sldNum" sz="quarter" idx="12"/>
          </p:nvPr>
        </p:nvSpPr>
        <p:spPr>
          <a:xfrm>
            <a:off x="8456154" y="6475895"/>
            <a:ext cx="548655" cy="272319"/>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200" dirty="0">
                <a:latin typeface="Tahoma" charset="0"/>
              </a:rPr>
              <a:t>5-</a:t>
            </a:r>
            <a:fld id="{8E8C6E93-DF5B-BC4B-80F9-500DED1EEDCC}" type="slidenum">
              <a:rPr lang="en-US" sz="1200">
                <a:latin typeface="Tahoma" charset="0"/>
              </a:rPr>
              <a:pPr/>
              <a:t>70</a:t>
            </a:fld>
            <a:endParaRPr lang="en-US" sz="1200" dirty="0">
              <a:latin typeface="Tahoma" charset="0"/>
            </a:endParaRPr>
          </a:p>
        </p:txBody>
      </p:sp>
      <p:sp>
        <p:nvSpPr>
          <p:cNvPr id="11" name="Footer Placeholder 2"/>
          <p:cNvSpPr>
            <a:spLocks noGrp="1"/>
          </p:cNvSpPr>
          <p:nvPr>
            <p:ph type="ftr" sz="quarter" idx="11"/>
          </p:nvPr>
        </p:nvSpPr>
        <p:spPr>
          <a:xfrm>
            <a:off x="6375496" y="6475081"/>
            <a:ext cx="2177473" cy="241541"/>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200" dirty="0">
                <a:solidFill>
                  <a:srgbClr val="000000"/>
                </a:solidFill>
                <a:latin typeface="Tahoma" charset="0"/>
                <a:cs typeface="Arial" charset="0"/>
              </a:rPr>
              <a:t>Network Layer: Control Plane</a:t>
            </a:r>
          </a:p>
        </p:txBody>
      </p:sp>
    </p:spTree>
    <p:extLst>
      <p:ext uri="{BB962C8B-B14F-4D97-AF65-F5344CB8AC3E}">
        <p14:creationId xmlns:p14="http://schemas.microsoft.com/office/powerpoint/2010/main" val="2839338346"/>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5411" name="Group 2"/>
          <p:cNvGrpSpPr>
            <a:grpSpLocks/>
          </p:cNvGrpSpPr>
          <p:nvPr/>
        </p:nvGrpSpPr>
        <p:grpSpPr bwMode="auto">
          <a:xfrm>
            <a:off x="204788" y="1254125"/>
            <a:ext cx="6178550" cy="4376738"/>
            <a:chOff x="0" y="878"/>
            <a:chExt cx="4232" cy="2968"/>
          </a:xfrm>
        </p:grpSpPr>
        <p:sp>
          <p:nvSpPr>
            <p:cNvPr id="145415" name="Freeform 3"/>
            <p:cNvSpPr>
              <a:spLocks/>
            </p:cNvSpPr>
            <p:nvPr/>
          </p:nvSpPr>
          <p:spPr bwMode="auto">
            <a:xfrm>
              <a:off x="2621" y="1050"/>
              <a:ext cx="1611" cy="1025"/>
            </a:xfrm>
            <a:custGeom>
              <a:avLst/>
              <a:gdLst>
                <a:gd name="T0" fmla="*/ 1063 w 1162"/>
                <a:gd name="T1" fmla="*/ 49351 h 543"/>
                <a:gd name="T2" fmla="*/ 6960 w 1162"/>
                <a:gd name="T3" fmla="*/ 4162 h 543"/>
                <a:gd name="T4" fmla="*/ 17785 w 1162"/>
                <a:gd name="T5" fmla="*/ 23973 h 543"/>
                <a:gd name="T6" fmla="*/ 21649 w 1162"/>
                <a:gd name="T7" fmla="*/ 72662 h 543"/>
                <a:gd name="T8" fmla="*/ 19828 w 1162"/>
                <a:gd name="T9" fmla="*/ 137161 h 543"/>
                <a:gd name="T10" fmla="*/ 11083 w 1162"/>
                <a:gd name="T11" fmla="*/ 164591 h 543"/>
                <a:gd name="T12" fmla="*/ 1657 w 1162"/>
                <a:gd name="T13" fmla="*/ 133650 h 543"/>
                <a:gd name="T14" fmla="*/ 1063 w 1162"/>
                <a:gd name="T15" fmla="*/ 49351 h 543"/>
                <a:gd name="T16" fmla="*/ 0 60000 65536"/>
                <a:gd name="T17" fmla="*/ 0 60000 65536"/>
                <a:gd name="T18" fmla="*/ 0 60000 65536"/>
                <a:gd name="T19" fmla="*/ 0 60000 65536"/>
                <a:gd name="T20" fmla="*/ 0 60000 65536"/>
                <a:gd name="T21" fmla="*/ 0 60000 65536"/>
                <a:gd name="T22" fmla="*/ 0 60000 65536"/>
                <a:gd name="T23" fmla="*/ 0 60000 65536"/>
                <a:gd name="T24" fmla="*/ 0 w 1162"/>
                <a:gd name="T25" fmla="*/ 0 h 543"/>
                <a:gd name="T26" fmla="*/ 1162 w 1162"/>
                <a:gd name="T27" fmla="*/ 543 h 54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62" h="543">
                  <a:moveTo>
                    <a:pt x="56" y="162"/>
                  </a:moveTo>
                  <a:cubicBezTo>
                    <a:pt x="115" y="100"/>
                    <a:pt x="221" y="28"/>
                    <a:pt x="368" y="14"/>
                  </a:cubicBezTo>
                  <a:cubicBezTo>
                    <a:pt x="515" y="0"/>
                    <a:pt x="811" y="42"/>
                    <a:pt x="940" y="79"/>
                  </a:cubicBezTo>
                  <a:cubicBezTo>
                    <a:pt x="1069" y="116"/>
                    <a:pt x="1126" y="177"/>
                    <a:pt x="1144" y="239"/>
                  </a:cubicBezTo>
                  <a:cubicBezTo>
                    <a:pt x="1162" y="301"/>
                    <a:pt x="1141" y="401"/>
                    <a:pt x="1048" y="451"/>
                  </a:cubicBezTo>
                  <a:cubicBezTo>
                    <a:pt x="955" y="501"/>
                    <a:pt x="746" y="543"/>
                    <a:pt x="586" y="541"/>
                  </a:cubicBezTo>
                  <a:cubicBezTo>
                    <a:pt x="426" y="539"/>
                    <a:pt x="176" y="502"/>
                    <a:pt x="88" y="439"/>
                  </a:cubicBezTo>
                  <a:cubicBezTo>
                    <a:pt x="0" y="376"/>
                    <a:pt x="63" y="220"/>
                    <a:pt x="56" y="162"/>
                  </a:cubicBezTo>
                  <a:close/>
                </a:path>
              </a:pathLst>
            </a:custGeom>
            <a:solidFill>
              <a:srgbClr val="66CCFF"/>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sp>
          <p:nvSpPr>
            <p:cNvPr id="145416" name="Freeform 4"/>
            <p:cNvSpPr>
              <a:spLocks/>
            </p:cNvSpPr>
            <p:nvPr/>
          </p:nvSpPr>
          <p:spPr bwMode="auto">
            <a:xfrm>
              <a:off x="0" y="878"/>
              <a:ext cx="1255" cy="1016"/>
            </a:xfrm>
            <a:custGeom>
              <a:avLst/>
              <a:gdLst>
                <a:gd name="T0" fmla="*/ 134 w 1198"/>
                <a:gd name="T1" fmla="*/ 270558 h 451"/>
                <a:gd name="T2" fmla="*/ 273 w 1198"/>
                <a:gd name="T3" fmla="*/ 132828 h 451"/>
                <a:gd name="T4" fmla="*/ 679 w 1198"/>
                <a:gd name="T5" fmla="*/ 73044 h 451"/>
                <a:gd name="T6" fmla="*/ 1501 w 1198"/>
                <a:gd name="T7" fmla="*/ 37135 h 451"/>
                <a:gd name="T8" fmla="*/ 1796 w 1198"/>
                <a:gd name="T9" fmla="*/ 294460 h 451"/>
                <a:gd name="T10" fmla="*/ 1350 w 1198"/>
                <a:gd name="T11" fmla="*/ 616944 h 451"/>
                <a:gd name="T12" fmla="*/ 466 w 1198"/>
                <a:gd name="T13" fmla="*/ 634874 h 451"/>
                <a:gd name="T14" fmla="*/ 54 w 1198"/>
                <a:gd name="T15" fmla="*/ 503524 h 451"/>
                <a:gd name="T16" fmla="*/ 134 w 1198"/>
                <a:gd name="T17" fmla="*/ 270558 h 45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98"/>
                <a:gd name="T28" fmla="*/ 0 h 451"/>
                <a:gd name="T29" fmla="*/ 1198 w 1198"/>
                <a:gd name="T30" fmla="*/ 451 h 45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98" h="451">
                  <a:moveTo>
                    <a:pt x="88" y="181"/>
                  </a:moveTo>
                  <a:cubicBezTo>
                    <a:pt x="159" y="143"/>
                    <a:pt x="120" y="111"/>
                    <a:pt x="180" y="89"/>
                  </a:cubicBezTo>
                  <a:cubicBezTo>
                    <a:pt x="240" y="67"/>
                    <a:pt x="313" y="60"/>
                    <a:pt x="448" y="49"/>
                  </a:cubicBezTo>
                  <a:cubicBezTo>
                    <a:pt x="583" y="38"/>
                    <a:pt x="866" y="0"/>
                    <a:pt x="988" y="25"/>
                  </a:cubicBezTo>
                  <a:cubicBezTo>
                    <a:pt x="1110" y="50"/>
                    <a:pt x="1198" y="132"/>
                    <a:pt x="1181" y="197"/>
                  </a:cubicBezTo>
                  <a:cubicBezTo>
                    <a:pt x="1164" y="262"/>
                    <a:pt x="1034" y="375"/>
                    <a:pt x="889" y="413"/>
                  </a:cubicBezTo>
                  <a:cubicBezTo>
                    <a:pt x="744" y="451"/>
                    <a:pt x="449" y="438"/>
                    <a:pt x="307" y="425"/>
                  </a:cubicBezTo>
                  <a:cubicBezTo>
                    <a:pt x="165" y="412"/>
                    <a:pt x="72" y="378"/>
                    <a:pt x="36" y="337"/>
                  </a:cubicBezTo>
                  <a:cubicBezTo>
                    <a:pt x="0" y="296"/>
                    <a:pt x="77" y="213"/>
                    <a:pt x="88" y="181"/>
                  </a:cubicBezTo>
                  <a:close/>
                </a:path>
              </a:pathLst>
            </a:custGeom>
            <a:solidFill>
              <a:srgbClr val="66CCFF"/>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sp>
          <p:nvSpPr>
            <p:cNvPr id="145417" name="Freeform 5"/>
            <p:cNvSpPr>
              <a:spLocks/>
            </p:cNvSpPr>
            <p:nvPr/>
          </p:nvSpPr>
          <p:spPr bwMode="auto">
            <a:xfrm>
              <a:off x="810" y="1611"/>
              <a:ext cx="2007" cy="792"/>
            </a:xfrm>
            <a:custGeom>
              <a:avLst/>
              <a:gdLst>
                <a:gd name="T0" fmla="*/ 1319 w 1583"/>
                <a:gd name="T1" fmla="*/ 862 h 682"/>
                <a:gd name="T2" fmla="*/ 3445 w 1583"/>
                <a:gd name="T3" fmla="*/ 285 h 682"/>
                <a:gd name="T4" fmla="*/ 6645 w 1583"/>
                <a:gd name="T5" fmla="*/ 77 h 682"/>
                <a:gd name="T6" fmla="*/ 9794 w 1583"/>
                <a:gd name="T7" fmla="*/ 744 h 682"/>
                <a:gd name="T8" fmla="*/ 13238 w 1583"/>
                <a:gd name="T9" fmla="*/ 1642 h 682"/>
                <a:gd name="T10" fmla="*/ 10773 w 1583"/>
                <a:gd name="T11" fmla="*/ 2476 h 682"/>
                <a:gd name="T12" fmla="*/ 5844 w 1583"/>
                <a:gd name="T13" fmla="*/ 2523 h 682"/>
                <a:gd name="T14" fmla="*/ 751 w 1583"/>
                <a:gd name="T15" fmla="*/ 2291 h 682"/>
                <a:gd name="T16" fmla="*/ 1319 w 1583"/>
                <a:gd name="T17" fmla="*/ 862 h 68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83"/>
                <a:gd name="T28" fmla="*/ 0 h 682"/>
                <a:gd name="T29" fmla="*/ 1583 w 1583"/>
                <a:gd name="T30" fmla="*/ 682 h 68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83" h="682">
                  <a:moveTo>
                    <a:pt x="155" y="224"/>
                  </a:moveTo>
                  <a:cubicBezTo>
                    <a:pt x="208" y="137"/>
                    <a:pt x="302" y="108"/>
                    <a:pt x="407" y="74"/>
                  </a:cubicBezTo>
                  <a:cubicBezTo>
                    <a:pt x="512" y="40"/>
                    <a:pt x="660" y="0"/>
                    <a:pt x="785" y="20"/>
                  </a:cubicBezTo>
                  <a:cubicBezTo>
                    <a:pt x="910" y="40"/>
                    <a:pt x="1027" y="126"/>
                    <a:pt x="1157" y="194"/>
                  </a:cubicBezTo>
                  <a:cubicBezTo>
                    <a:pt x="1287" y="262"/>
                    <a:pt x="1545" y="353"/>
                    <a:pt x="1564" y="428"/>
                  </a:cubicBezTo>
                  <a:cubicBezTo>
                    <a:pt x="1583" y="503"/>
                    <a:pt x="1417" y="606"/>
                    <a:pt x="1272" y="644"/>
                  </a:cubicBezTo>
                  <a:cubicBezTo>
                    <a:pt x="1127" y="682"/>
                    <a:pt x="887" y="664"/>
                    <a:pt x="690" y="656"/>
                  </a:cubicBezTo>
                  <a:cubicBezTo>
                    <a:pt x="493" y="648"/>
                    <a:pt x="178" y="668"/>
                    <a:pt x="89" y="596"/>
                  </a:cubicBezTo>
                  <a:cubicBezTo>
                    <a:pt x="0" y="524"/>
                    <a:pt x="102" y="311"/>
                    <a:pt x="155" y="224"/>
                  </a:cubicBezTo>
                  <a:close/>
                </a:path>
              </a:pathLst>
            </a:custGeom>
            <a:solidFill>
              <a:srgbClr val="66CCFF"/>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sp>
          <p:nvSpPr>
            <p:cNvPr id="145418" name="Oval 6"/>
            <p:cNvSpPr>
              <a:spLocks noChangeArrowheads="1"/>
            </p:cNvSpPr>
            <p:nvPr/>
          </p:nvSpPr>
          <p:spPr bwMode="auto">
            <a:xfrm>
              <a:off x="261" y="1610"/>
              <a:ext cx="313" cy="81"/>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45419" name="Line 7"/>
            <p:cNvSpPr>
              <a:spLocks noChangeShapeType="1"/>
            </p:cNvSpPr>
            <p:nvPr/>
          </p:nvSpPr>
          <p:spPr bwMode="auto">
            <a:xfrm>
              <a:off x="261" y="1603"/>
              <a:ext cx="0" cy="52"/>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45420" name="Line 8"/>
            <p:cNvSpPr>
              <a:spLocks noChangeShapeType="1"/>
            </p:cNvSpPr>
            <p:nvPr/>
          </p:nvSpPr>
          <p:spPr bwMode="auto">
            <a:xfrm>
              <a:off x="574" y="1603"/>
              <a:ext cx="0" cy="52"/>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45421" name="Rectangle 9"/>
            <p:cNvSpPr>
              <a:spLocks noChangeArrowheads="1"/>
            </p:cNvSpPr>
            <p:nvPr/>
          </p:nvSpPr>
          <p:spPr bwMode="auto">
            <a:xfrm>
              <a:off x="261" y="1603"/>
              <a:ext cx="310" cy="51"/>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sz="2400"/>
            </a:p>
          </p:txBody>
        </p:sp>
        <p:sp>
          <p:nvSpPr>
            <p:cNvPr id="145422" name="Oval 10"/>
            <p:cNvSpPr>
              <a:spLocks noChangeArrowheads="1"/>
            </p:cNvSpPr>
            <p:nvPr/>
          </p:nvSpPr>
          <p:spPr bwMode="auto">
            <a:xfrm>
              <a:off x="258" y="1544"/>
              <a:ext cx="313" cy="95"/>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45423" name="Rectangle 11"/>
            <p:cNvSpPr>
              <a:spLocks noChangeArrowheads="1"/>
            </p:cNvSpPr>
            <p:nvPr/>
          </p:nvSpPr>
          <p:spPr bwMode="auto">
            <a:xfrm>
              <a:off x="345" y="1557"/>
              <a:ext cx="141" cy="124"/>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p>
          </p:txBody>
        </p:sp>
        <p:sp>
          <p:nvSpPr>
            <p:cNvPr id="145424" name="Text Box 12"/>
            <p:cNvSpPr txBox="1">
              <a:spLocks noChangeArrowheads="1"/>
            </p:cNvSpPr>
            <p:nvPr/>
          </p:nvSpPr>
          <p:spPr bwMode="auto">
            <a:xfrm>
              <a:off x="259" y="1492"/>
              <a:ext cx="320" cy="26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2000"/>
                <a:t>3b</a:t>
              </a:r>
              <a:endParaRPr lang="en-US"/>
            </a:p>
          </p:txBody>
        </p:sp>
        <p:sp>
          <p:nvSpPr>
            <p:cNvPr id="145425" name="Oval 13"/>
            <p:cNvSpPr>
              <a:spLocks noChangeArrowheads="1"/>
            </p:cNvSpPr>
            <p:nvPr/>
          </p:nvSpPr>
          <p:spPr bwMode="auto">
            <a:xfrm>
              <a:off x="1479" y="2216"/>
              <a:ext cx="313" cy="81"/>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45426" name="Line 14"/>
            <p:cNvSpPr>
              <a:spLocks noChangeShapeType="1"/>
            </p:cNvSpPr>
            <p:nvPr/>
          </p:nvSpPr>
          <p:spPr bwMode="auto">
            <a:xfrm>
              <a:off x="1479" y="2209"/>
              <a:ext cx="0" cy="52"/>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45427" name="Line 15"/>
            <p:cNvSpPr>
              <a:spLocks noChangeShapeType="1"/>
            </p:cNvSpPr>
            <p:nvPr/>
          </p:nvSpPr>
          <p:spPr bwMode="auto">
            <a:xfrm>
              <a:off x="1792" y="2209"/>
              <a:ext cx="0" cy="52"/>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45428" name="Rectangle 16"/>
            <p:cNvSpPr>
              <a:spLocks noChangeArrowheads="1"/>
            </p:cNvSpPr>
            <p:nvPr/>
          </p:nvSpPr>
          <p:spPr bwMode="auto">
            <a:xfrm>
              <a:off x="1479" y="2209"/>
              <a:ext cx="310" cy="51"/>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sz="2400"/>
            </a:p>
          </p:txBody>
        </p:sp>
        <p:sp>
          <p:nvSpPr>
            <p:cNvPr id="145429" name="Oval 17"/>
            <p:cNvSpPr>
              <a:spLocks noChangeArrowheads="1"/>
            </p:cNvSpPr>
            <p:nvPr/>
          </p:nvSpPr>
          <p:spPr bwMode="auto">
            <a:xfrm>
              <a:off x="1476" y="2150"/>
              <a:ext cx="313" cy="95"/>
            </a:xfrm>
            <a:prstGeom prst="ellipse">
              <a:avLst/>
            </a:prstGeom>
            <a:solidFill>
              <a:schemeClr val="hlink"/>
            </a:solidFill>
            <a:ln w="12700">
              <a:solidFill>
                <a:schemeClr val="tx1"/>
              </a:solidFill>
              <a:round/>
              <a:headEnd/>
              <a:tailEnd/>
            </a:ln>
          </p:spPr>
          <p:txBody>
            <a:bodyPr wrap="none" anchor="ctr"/>
            <a:lstStyle/>
            <a:p>
              <a:endParaRPr lang="en-US"/>
            </a:p>
          </p:txBody>
        </p:sp>
        <p:grpSp>
          <p:nvGrpSpPr>
            <p:cNvPr id="145430" name="Group 18"/>
            <p:cNvGrpSpPr>
              <a:grpSpLocks/>
            </p:cNvGrpSpPr>
            <p:nvPr/>
          </p:nvGrpSpPr>
          <p:grpSpPr bwMode="auto">
            <a:xfrm>
              <a:off x="1478" y="2092"/>
              <a:ext cx="321" cy="269"/>
              <a:chOff x="2897" y="2425"/>
              <a:chExt cx="323" cy="269"/>
            </a:xfrm>
          </p:grpSpPr>
          <p:sp>
            <p:nvSpPr>
              <p:cNvPr id="145533" name="Rectangle 19"/>
              <p:cNvSpPr>
                <a:spLocks noChangeArrowheads="1"/>
              </p:cNvSpPr>
              <p:nvPr/>
            </p:nvSpPr>
            <p:spPr bwMode="auto">
              <a:xfrm>
                <a:off x="2982" y="2490"/>
                <a:ext cx="142" cy="132"/>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p>
            </p:txBody>
          </p:sp>
          <p:sp>
            <p:nvSpPr>
              <p:cNvPr id="145534" name="Text Box 20"/>
              <p:cNvSpPr txBox="1">
                <a:spLocks noChangeArrowheads="1"/>
              </p:cNvSpPr>
              <p:nvPr/>
            </p:nvSpPr>
            <p:spPr bwMode="auto">
              <a:xfrm>
                <a:off x="2897" y="2425"/>
                <a:ext cx="323" cy="26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2000"/>
                  <a:t>1d</a:t>
                </a:r>
              </a:p>
            </p:txBody>
          </p:sp>
        </p:grpSp>
        <p:sp>
          <p:nvSpPr>
            <p:cNvPr id="145431" name="Oval 21"/>
            <p:cNvSpPr>
              <a:spLocks noChangeArrowheads="1"/>
            </p:cNvSpPr>
            <p:nvPr/>
          </p:nvSpPr>
          <p:spPr bwMode="auto">
            <a:xfrm>
              <a:off x="822" y="1478"/>
              <a:ext cx="313" cy="83"/>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45432" name="Line 22"/>
            <p:cNvSpPr>
              <a:spLocks noChangeShapeType="1"/>
            </p:cNvSpPr>
            <p:nvPr/>
          </p:nvSpPr>
          <p:spPr bwMode="auto">
            <a:xfrm>
              <a:off x="822" y="1471"/>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45433" name="Line 23"/>
            <p:cNvSpPr>
              <a:spLocks noChangeShapeType="1"/>
            </p:cNvSpPr>
            <p:nvPr/>
          </p:nvSpPr>
          <p:spPr bwMode="auto">
            <a:xfrm>
              <a:off x="1135" y="1471"/>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45434" name="Rectangle 24"/>
            <p:cNvSpPr>
              <a:spLocks noChangeArrowheads="1"/>
            </p:cNvSpPr>
            <p:nvPr/>
          </p:nvSpPr>
          <p:spPr bwMode="auto">
            <a:xfrm>
              <a:off x="822" y="1471"/>
              <a:ext cx="310" cy="47"/>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sz="2400"/>
            </a:p>
          </p:txBody>
        </p:sp>
        <p:sp>
          <p:nvSpPr>
            <p:cNvPr id="145435" name="Oval 25"/>
            <p:cNvSpPr>
              <a:spLocks noChangeArrowheads="1"/>
            </p:cNvSpPr>
            <p:nvPr/>
          </p:nvSpPr>
          <p:spPr bwMode="auto">
            <a:xfrm>
              <a:off x="819" y="1412"/>
              <a:ext cx="313" cy="95"/>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45436" name="Rectangle 26"/>
            <p:cNvSpPr>
              <a:spLocks noChangeArrowheads="1"/>
            </p:cNvSpPr>
            <p:nvPr/>
          </p:nvSpPr>
          <p:spPr bwMode="auto">
            <a:xfrm>
              <a:off x="906" y="1425"/>
              <a:ext cx="142" cy="110"/>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p>
          </p:txBody>
        </p:sp>
        <p:sp>
          <p:nvSpPr>
            <p:cNvPr id="145437" name="Text Box 27"/>
            <p:cNvSpPr txBox="1">
              <a:spLocks noChangeArrowheads="1"/>
            </p:cNvSpPr>
            <p:nvPr/>
          </p:nvSpPr>
          <p:spPr bwMode="auto">
            <a:xfrm>
              <a:off x="821" y="1359"/>
              <a:ext cx="320" cy="26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2000"/>
                <a:t>3a</a:t>
              </a:r>
              <a:endParaRPr lang="en-US"/>
            </a:p>
          </p:txBody>
        </p:sp>
        <p:sp>
          <p:nvSpPr>
            <p:cNvPr id="145438" name="Oval 28"/>
            <p:cNvSpPr>
              <a:spLocks noChangeArrowheads="1"/>
            </p:cNvSpPr>
            <p:nvPr/>
          </p:nvSpPr>
          <p:spPr bwMode="auto">
            <a:xfrm>
              <a:off x="1443" y="1820"/>
              <a:ext cx="313" cy="81"/>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45439" name="Line 29"/>
            <p:cNvSpPr>
              <a:spLocks noChangeShapeType="1"/>
            </p:cNvSpPr>
            <p:nvPr/>
          </p:nvSpPr>
          <p:spPr bwMode="auto">
            <a:xfrm>
              <a:off x="1443" y="1814"/>
              <a:ext cx="0" cy="51"/>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45440" name="Line 30"/>
            <p:cNvSpPr>
              <a:spLocks noChangeShapeType="1"/>
            </p:cNvSpPr>
            <p:nvPr/>
          </p:nvSpPr>
          <p:spPr bwMode="auto">
            <a:xfrm>
              <a:off x="1756" y="1814"/>
              <a:ext cx="0" cy="51"/>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45441" name="Rectangle 31"/>
            <p:cNvSpPr>
              <a:spLocks noChangeArrowheads="1"/>
            </p:cNvSpPr>
            <p:nvPr/>
          </p:nvSpPr>
          <p:spPr bwMode="auto">
            <a:xfrm>
              <a:off x="1443" y="1814"/>
              <a:ext cx="310" cy="48"/>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sz="2400"/>
            </a:p>
          </p:txBody>
        </p:sp>
        <p:sp>
          <p:nvSpPr>
            <p:cNvPr id="145442" name="Oval 32"/>
            <p:cNvSpPr>
              <a:spLocks noChangeArrowheads="1"/>
            </p:cNvSpPr>
            <p:nvPr/>
          </p:nvSpPr>
          <p:spPr bwMode="auto">
            <a:xfrm>
              <a:off x="1440" y="1754"/>
              <a:ext cx="313" cy="95"/>
            </a:xfrm>
            <a:prstGeom prst="ellipse">
              <a:avLst/>
            </a:prstGeom>
            <a:solidFill>
              <a:schemeClr val="hlink"/>
            </a:solidFill>
            <a:ln w="12700">
              <a:solidFill>
                <a:schemeClr val="tx1"/>
              </a:solidFill>
              <a:round/>
              <a:headEnd/>
              <a:tailEnd/>
            </a:ln>
          </p:spPr>
          <p:txBody>
            <a:bodyPr wrap="none" anchor="ctr"/>
            <a:lstStyle/>
            <a:p>
              <a:endParaRPr lang="en-US"/>
            </a:p>
          </p:txBody>
        </p:sp>
        <p:grpSp>
          <p:nvGrpSpPr>
            <p:cNvPr id="145443" name="Group 33"/>
            <p:cNvGrpSpPr>
              <a:grpSpLocks/>
            </p:cNvGrpSpPr>
            <p:nvPr/>
          </p:nvGrpSpPr>
          <p:grpSpPr bwMode="auto">
            <a:xfrm>
              <a:off x="1445" y="1696"/>
              <a:ext cx="310" cy="270"/>
              <a:chOff x="2899" y="2425"/>
              <a:chExt cx="319" cy="270"/>
            </a:xfrm>
          </p:grpSpPr>
          <p:sp>
            <p:nvSpPr>
              <p:cNvPr id="145531" name="Rectangle 34"/>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p>
            </p:txBody>
          </p:sp>
          <p:sp>
            <p:nvSpPr>
              <p:cNvPr id="145532" name="Text Box 35"/>
              <p:cNvSpPr txBox="1">
                <a:spLocks noChangeArrowheads="1"/>
              </p:cNvSpPr>
              <p:nvPr/>
            </p:nvSpPr>
            <p:spPr bwMode="auto">
              <a:xfrm>
                <a:off x="2899" y="2425"/>
                <a:ext cx="319" cy="27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2000"/>
                  <a:t>1c</a:t>
                </a:r>
              </a:p>
            </p:txBody>
          </p:sp>
        </p:grpSp>
        <p:sp>
          <p:nvSpPr>
            <p:cNvPr id="145444" name="Line 36"/>
            <p:cNvSpPr>
              <a:spLocks noChangeShapeType="1"/>
            </p:cNvSpPr>
            <p:nvPr/>
          </p:nvSpPr>
          <p:spPr bwMode="auto">
            <a:xfrm>
              <a:off x="3238" y="1632"/>
              <a:ext cx="308" cy="98"/>
            </a:xfrm>
            <a:prstGeom prst="line">
              <a:avLst/>
            </a:prstGeom>
            <a:noFill/>
            <a:ln w="28575">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45445" name="Line 37"/>
            <p:cNvSpPr>
              <a:spLocks noChangeShapeType="1"/>
            </p:cNvSpPr>
            <p:nvPr/>
          </p:nvSpPr>
          <p:spPr bwMode="auto">
            <a:xfrm>
              <a:off x="3562" y="1556"/>
              <a:ext cx="91" cy="116"/>
            </a:xfrm>
            <a:prstGeom prst="line">
              <a:avLst/>
            </a:prstGeom>
            <a:noFill/>
            <a:ln w="28575">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45446" name="Line 38"/>
            <p:cNvSpPr>
              <a:spLocks noChangeShapeType="1"/>
            </p:cNvSpPr>
            <p:nvPr/>
          </p:nvSpPr>
          <p:spPr bwMode="auto">
            <a:xfrm flipV="1">
              <a:off x="3170" y="1512"/>
              <a:ext cx="114" cy="76"/>
            </a:xfrm>
            <a:prstGeom prst="line">
              <a:avLst/>
            </a:prstGeom>
            <a:noFill/>
            <a:ln w="28575">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45447" name="Freeform 39"/>
            <p:cNvSpPr>
              <a:spLocks/>
            </p:cNvSpPr>
            <p:nvPr/>
          </p:nvSpPr>
          <p:spPr bwMode="auto">
            <a:xfrm>
              <a:off x="1790" y="2146"/>
              <a:ext cx="264" cy="82"/>
            </a:xfrm>
            <a:custGeom>
              <a:avLst/>
              <a:gdLst>
                <a:gd name="T0" fmla="*/ 0 w 264"/>
                <a:gd name="T1" fmla="*/ 82 h 82"/>
                <a:gd name="T2" fmla="*/ 264 w 264"/>
                <a:gd name="T3" fmla="*/ 0 h 82"/>
                <a:gd name="T4" fmla="*/ 0 60000 65536"/>
                <a:gd name="T5" fmla="*/ 0 60000 65536"/>
                <a:gd name="T6" fmla="*/ 0 w 264"/>
                <a:gd name="T7" fmla="*/ 0 h 82"/>
                <a:gd name="T8" fmla="*/ 264 w 264"/>
                <a:gd name="T9" fmla="*/ 82 h 82"/>
              </a:gdLst>
              <a:ahLst/>
              <a:cxnLst>
                <a:cxn ang="T4">
                  <a:pos x="T0" y="T1"/>
                </a:cxn>
                <a:cxn ang="T5">
                  <a:pos x="T2" y="T3"/>
                </a:cxn>
              </a:cxnLst>
              <a:rect l="T6" t="T7" r="T8" b="T9"/>
              <a:pathLst>
                <a:path w="264" h="82">
                  <a:moveTo>
                    <a:pt x="0" y="82"/>
                  </a:moveTo>
                  <a:lnTo>
                    <a:pt x="264" y="0"/>
                  </a:lnTo>
                </a:path>
              </a:pathLst>
            </a:custGeom>
            <a:noFill/>
            <a:ln w="28575" cap="flat" cmpd="sng">
              <a:solidFill>
                <a:schemeClr val="tx1"/>
              </a:solidFill>
              <a:prstDash val="solid"/>
              <a:round/>
              <a:headEnd type="none" w="med" len="med"/>
              <a:tailEnd type="none" w="med" len="me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sp>
          <p:nvSpPr>
            <p:cNvPr id="145448" name="Freeform 40"/>
            <p:cNvSpPr>
              <a:spLocks/>
            </p:cNvSpPr>
            <p:nvPr/>
          </p:nvSpPr>
          <p:spPr bwMode="auto">
            <a:xfrm>
              <a:off x="1330" y="2110"/>
              <a:ext cx="152" cy="118"/>
            </a:xfrm>
            <a:custGeom>
              <a:avLst/>
              <a:gdLst>
                <a:gd name="T0" fmla="*/ 0 w 152"/>
                <a:gd name="T1" fmla="*/ 0 h 118"/>
                <a:gd name="T2" fmla="*/ 152 w 152"/>
                <a:gd name="T3" fmla="*/ 118 h 118"/>
                <a:gd name="T4" fmla="*/ 0 60000 65536"/>
                <a:gd name="T5" fmla="*/ 0 60000 65536"/>
                <a:gd name="T6" fmla="*/ 0 w 152"/>
                <a:gd name="T7" fmla="*/ 0 h 118"/>
                <a:gd name="T8" fmla="*/ 152 w 152"/>
                <a:gd name="T9" fmla="*/ 118 h 118"/>
              </a:gdLst>
              <a:ahLst/>
              <a:cxnLst>
                <a:cxn ang="T4">
                  <a:pos x="T0" y="T1"/>
                </a:cxn>
                <a:cxn ang="T5">
                  <a:pos x="T2" y="T3"/>
                </a:cxn>
              </a:cxnLst>
              <a:rect l="T6" t="T7" r="T8" b="T9"/>
              <a:pathLst>
                <a:path w="152" h="118">
                  <a:moveTo>
                    <a:pt x="0" y="0"/>
                  </a:moveTo>
                  <a:lnTo>
                    <a:pt x="152" y="118"/>
                  </a:lnTo>
                </a:path>
              </a:pathLst>
            </a:custGeom>
            <a:noFill/>
            <a:ln w="28575" cap="flat" cmpd="sng">
              <a:solidFill>
                <a:schemeClr val="tx1"/>
              </a:solidFill>
              <a:prstDash val="solid"/>
              <a:round/>
              <a:headEnd type="none" w="med" len="med"/>
              <a:tailEnd type="none" w="med" len="me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sp>
          <p:nvSpPr>
            <p:cNvPr id="145449" name="Freeform 41"/>
            <p:cNvSpPr>
              <a:spLocks/>
            </p:cNvSpPr>
            <p:nvPr/>
          </p:nvSpPr>
          <p:spPr bwMode="auto">
            <a:xfrm>
              <a:off x="1454" y="2040"/>
              <a:ext cx="564" cy="82"/>
            </a:xfrm>
            <a:custGeom>
              <a:avLst/>
              <a:gdLst>
                <a:gd name="T0" fmla="*/ 0 w 564"/>
                <a:gd name="T1" fmla="*/ 0 h 82"/>
                <a:gd name="T2" fmla="*/ 564 w 564"/>
                <a:gd name="T3" fmla="*/ 82 h 82"/>
                <a:gd name="T4" fmla="*/ 0 60000 65536"/>
                <a:gd name="T5" fmla="*/ 0 60000 65536"/>
                <a:gd name="T6" fmla="*/ 0 w 564"/>
                <a:gd name="T7" fmla="*/ 0 h 82"/>
                <a:gd name="T8" fmla="*/ 564 w 564"/>
                <a:gd name="T9" fmla="*/ 82 h 82"/>
              </a:gdLst>
              <a:ahLst/>
              <a:cxnLst>
                <a:cxn ang="T4">
                  <a:pos x="T0" y="T1"/>
                </a:cxn>
                <a:cxn ang="T5">
                  <a:pos x="T2" y="T3"/>
                </a:cxn>
              </a:cxnLst>
              <a:rect l="T6" t="T7" r="T8" b="T9"/>
              <a:pathLst>
                <a:path w="564" h="82">
                  <a:moveTo>
                    <a:pt x="0" y="0"/>
                  </a:moveTo>
                  <a:lnTo>
                    <a:pt x="564" y="82"/>
                  </a:lnTo>
                </a:path>
              </a:pathLst>
            </a:custGeom>
            <a:noFill/>
            <a:ln w="28575" cap="flat" cmpd="sng">
              <a:solidFill>
                <a:schemeClr val="tx1"/>
              </a:solidFill>
              <a:prstDash val="solid"/>
              <a:round/>
              <a:headEnd type="none" w="med" len="med"/>
              <a:tailEnd type="none" w="med" len="me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sp>
          <p:nvSpPr>
            <p:cNvPr id="145450" name="Freeform 42"/>
            <p:cNvSpPr>
              <a:spLocks/>
            </p:cNvSpPr>
            <p:nvPr/>
          </p:nvSpPr>
          <p:spPr bwMode="auto">
            <a:xfrm>
              <a:off x="1392" y="1878"/>
              <a:ext cx="76" cy="94"/>
            </a:xfrm>
            <a:custGeom>
              <a:avLst/>
              <a:gdLst>
                <a:gd name="T0" fmla="*/ 0 w 76"/>
                <a:gd name="T1" fmla="*/ 94 h 94"/>
                <a:gd name="T2" fmla="*/ 76 w 76"/>
                <a:gd name="T3" fmla="*/ 0 h 94"/>
                <a:gd name="T4" fmla="*/ 0 60000 65536"/>
                <a:gd name="T5" fmla="*/ 0 60000 65536"/>
                <a:gd name="T6" fmla="*/ 0 w 76"/>
                <a:gd name="T7" fmla="*/ 0 h 94"/>
                <a:gd name="T8" fmla="*/ 76 w 76"/>
                <a:gd name="T9" fmla="*/ 94 h 94"/>
              </a:gdLst>
              <a:ahLst/>
              <a:cxnLst>
                <a:cxn ang="T4">
                  <a:pos x="T0" y="T1"/>
                </a:cxn>
                <a:cxn ang="T5">
                  <a:pos x="T2" y="T3"/>
                </a:cxn>
              </a:cxnLst>
              <a:rect l="T6" t="T7" r="T8" b="T9"/>
              <a:pathLst>
                <a:path w="76" h="94">
                  <a:moveTo>
                    <a:pt x="0" y="94"/>
                  </a:moveTo>
                  <a:lnTo>
                    <a:pt x="76" y="0"/>
                  </a:lnTo>
                </a:path>
              </a:pathLst>
            </a:custGeom>
            <a:noFill/>
            <a:ln w="28575" cap="flat" cmpd="sng">
              <a:solidFill>
                <a:schemeClr val="tx1"/>
              </a:solidFill>
              <a:prstDash val="solid"/>
              <a:round/>
              <a:headEnd type="none" w="med" len="med"/>
              <a:tailEnd type="none" w="med" len="me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sp>
          <p:nvSpPr>
            <p:cNvPr id="145451" name="Freeform 43"/>
            <p:cNvSpPr>
              <a:spLocks/>
            </p:cNvSpPr>
            <p:nvPr/>
          </p:nvSpPr>
          <p:spPr bwMode="auto">
            <a:xfrm>
              <a:off x="566" y="1502"/>
              <a:ext cx="252" cy="114"/>
            </a:xfrm>
            <a:custGeom>
              <a:avLst/>
              <a:gdLst>
                <a:gd name="T0" fmla="*/ 0 w 252"/>
                <a:gd name="T1" fmla="*/ 114 h 114"/>
                <a:gd name="T2" fmla="*/ 252 w 252"/>
                <a:gd name="T3" fmla="*/ 0 h 114"/>
                <a:gd name="T4" fmla="*/ 0 60000 65536"/>
                <a:gd name="T5" fmla="*/ 0 60000 65536"/>
                <a:gd name="T6" fmla="*/ 0 w 252"/>
                <a:gd name="T7" fmla="*/ 0 h 114"/>
                <a:gd name="T8" fmla="*/ 252 w 252"/>
                <a:gd name="T9" fmla="*/ 114 h 114"/>
              </a:gdLst>
              <a:ahLst/>
              <a:cxnLst>
                <a:cxn ang="T4">
                  <a:pos x="T0" y="T1"/>
                </a:cxn>
                <a:cxn ang="T5">
                  <a:pos x="T2" y="T3"/>
                </a:cxn>
              </a:cxnLst>
              <a:rect l="T6" t="T7" r="T8" b="T9"/>
              <a:pathLst>
                <a:path w="252" h="114">
                  <a:moveTo>
                    <a:pt x="0" y="114"/>
                  </a:moveTo>
                  <a:lnTo>
                    <a:pt x="252" y="0"/>
                  </a:lnTo>
                </a:path>
              </a:pathLst>
            </a:custGeom>
            <a:noFill/>
            <a:ln w="28575" cap="flat" cmpd="sng">
              <a:solidFill>
                <a:schemeClr val="tx1"/>
              </a:solidFill>
              <a:prstDash val="solid"/>
              <a:round/>
              <a:headEnd type="none" w="med" len="med"/>
              <a:tailEnd type="none" w="med" len="me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sp>
          <p:nvSpPr>
            <p:cNvPr id="145452" name="Freeform 44"/>
            <p:cNvSpPr>
              <a:spLocks/>
            </p:cNvSpPr>
            <p:nvPr/>
          </p:nvSpPr>
          <p:spPr bwMode="auto">
            <a:xfrm>
              <a:off x="1002" y="1562"/>
              <a:ext cx="444" cy="258"/>
            </a:xfrm>
            <a:custGeom>
              <a:avLst/>
              <a:gdLst>
                <a:gd name="T0" fmla="*/ 0 w 444"/>
                <a:gd name="T1" fmla="*/ 0 h 258"/>
                <a:gd name="T2" fmla="*/ 444 w 444"/>
                <a:gd name="T3" fmla="*/ 258 h 258"/>
                <a:gd name="T4" fmla="*/ 0 60000 65536"/>
                <a:gd name="T5" fmla="*/ 0 60000 65536"/>
                <a:gd name="T6" fmla="*/ 0 w 444"/>
                <a:gd name="T7" fmla="*/ 0 h 258"/>
                <a:gd name="T8" fmla="*/ 444 w 444"/>
                <a:gd name="T9" fmla="*/ 258 h 258"/>
              </a:gdLst>
              <a:ahLst/>
              <a:cxnLst>
                <a:cxn ang="T4">
                  <a:pos x="T0" y="T1"/>
                </a:cxn>
                <a:cxn ang="T5">
                  <a:pos x="T2" y="T3"/>
                </a:cxn>
              </a:cxnLst>
              <a:rect l="T6" t="T7" r="T8" b="T9"/>
              <a:pathLst>
                <a:path w="444" h="258">
                  <a:moveTo>
                    <a:pt x="0" y="0"/>
                  </a:moveTo>
                  <a:lnTo>
                    <a:pt x="444" y="258"/>
                  </a:lnTo>
                </a:path>
              </a:pathLst>
            </a:custGeom>
            <a:noFill/>
            <a:ln w="28575" cap="flat" cmpd="sng">
              <a:solidFill>
                <a:schemeClr val="tx1"/>
              </a:solidFill>
              <a:prstDash val="solid"/>
              <a:round/>
              <a:headEnd type="none" w="med" len="med"/>
              <a:tailEnd type="none" w="med" len="me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sp>
          <p:nvSpPr>
            <p:cNvPr id="145453" name="Freeform 45"/>
            <p:cNvSpPr>
              <a:spLocks/>
            </p:cNvSpPr>
            <p:nvPr/>
          </p:nvSpPr>
          <p:spPr bwMode="auto">
            <a:xfrm>
              <a:off x="2326" y="1680"/>
              <a:ext cx="654" cy="420"/>
            </a:xfrm>
            <a:custGeom>
              <a:avLst/>
              <a:gdLst>
                <a:gd name="T0" fmla="*/ 0 w 654"/>
                <a:gd name="T1" fmla="*/ 420 h 420"/>
                <a:gd name="T2" fmla="*/ 654 w 654"/>
                <a:gd name="T3" fmla="*/ 0 h 420"/>
                <a:gd name="T4" fmla="*/ 0 60000 65536"/>
                <a:gd name="T5" fmla="*/ 0 60000 65536"/>
                <a:gd name="T6" fmla="*/ 0 w 654"/>
                <a:gd name="T7" fmla="*/ 0 h 420"/>
                <a:gd name="T8" fmla="*/ 654 w 654"/>
                <a:gd name="T9" fmla="*/ 420 h 420"/>
              </a:gdLst>
              <a:ahLst/>
              <a:cxnLst>
                <a:cxn ang="T4">
                  <a:pos x="T0" y="T1"/>
                </a:cxn>
                <a:cxn ang="T5">
                  <a:pos x="T2" y="T3"/>
                </a:cxn>
              </a:cxnLst>
              <a:rect l="T6" t="T7" r="T8" b="T9"/>
              <a:pathLst>
                <a:path w="654" h="420">
                  <a:moveTo>
                    <a:pt x="0" y="420"/>
                  </a:moveTo>
                  <a:lnTo>
                    <a:pt x="654" y="0"/>
                  </a:lnTo>
                </a:path>
              </a:pathLst>
            </a:custGeom>
            <a:noFill/>
            <a:ln w="28575" cap="flat" cmpd="sng">
              <a:solidFill>
                <a:schemeClr val="tx1"/>
              </a:solidFill>
              <a:prstDash val="solid"/>
              <a:round/>
              <a:headEnd type="none" w="med" len="med"/>
              <a:tailEnd type="none" w="med" len="me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sp>
          <p:nvSpPr>
            <p:cNvPr id="145454" name="Oval 46"/>
            <p:cNvSpPr>
              <a:spLocks noChangeArrowheads="1"/>
            </p:cNvSpPr>
            <p:nvPr/>
          </p:nvSpPr>
          <p:spPr bwMode="auto">
            <a:xfrm>
              <a:off x="2925" y="1617"/>
              <a:ext cx="313" cy="82"/>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45455" name="Line 47"/>
            <p:cNvSpPr>
              <a:spLocks noChangeShapeType="1"/>
            </p:cNvSpPr>
            <p:nvPr/>
          </p:nvSpPr>
          <p:spPr bwMode="auto">
            <a:xfrm>
              <a:off x="2925" y="1609"/>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45456" name="Line 48"/>
            <p:cNvSpPr>
              <a:spLocks noChangeShapeType="1"/>
            </p:cNvSpPr>
            <p:nvPr/>
          </p:nvSpPr>
          <p:spPr bwMode="auto">
            <a:xfrm>
              <a:off x="3238" y="1609"/>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45457" name="Rectangle 49"/>
            <p:cNvSpPr>
              <a:spLocks noChangeArrowheads="1"/>
            </p:cNvSpPr>
            <p:nvPr/>
          </p:nvSpPr>
          <p:spPr bwMode="auto">
            <a:xfrm>
              <a:off x="2925" y="1609"/>
              <a:ext cx="310" cy="50"/>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sz="2400"/>
            </a:p>
          </p:txBody>
        </p:sp>
        <p:sp>
          <p:nvSpPr>
            <p:cNvPr id="145458" name="Oval 50"/>
            <p:cNvSpPr>
              <a:spLocks noChangeArrowheads="1"/>
            </p:cNvSpPr>
            <p:nvPr/>
          </p:nvSpPr>
          <p:spPr bwMode="auto">
            <a:xfrm>
              <a:off x="2922" y="1550"/>
              <a:ext cx="313" cy="95"/>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45459" name="Rectangle 51"/>
            <p:cNvSpPr>
              <a:spLocks noChangeArrowheads="1"/>
            </p:cNvSpPr>
            <p:nvPr/>
          </p:nvSpPr>
          <p:spPr bwMode="auto">
            <a:xfrm>
              <a:off x="3009" y="1563"/>
              <a:ext cx="141" cy="122"/>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p>
          </p:txBody>
        </p:sp>
        <p:sp>
          <p:nvSpPr>
            <p:cNvPr id="145460" name="Text Box 52"/>
            <p:cNvSpPr txBox="1">
              <a:spLocks noChangeArrowheads="1"/>
            </p:cNvSpPr>
            <p:nvPr/>
          </p:nvSpPr>
          <p:spPr bwMode="auto">
            <a:xfrm>
              <a:off x="2923" y="1498"/>
              <a:ext cx="320" cy="26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2000"/>
                <a:t>2a</a:t>
              </a:r>
              <a:endParaRPr lang="en-US"/>
            </a:p>
          </p:txBody>
        </p:sp>
        <p:sp>
          <p:nvSpPr>
            <p:cNvPr id="145461" name="Text Box 53"/>
            <p:cNvSpPr txBox="1">
              <a:spLocks noChangeArrowheads="1"/>
            </p:cNvSpPr>
            <p:nvPr/>
          </p:nvSpPr>
          <p:spPr bwMode="auto">
            <a:xfrm>
              <a:off x="597" y="1585"/>
              <a:ext cx="456" cy="26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2000"/>
                <a:t>AS3</a:t>
              </a:r>
              <a:endParaRPr lang="en-US" sz="1800"/>
            </a:p>
          </p:txBody>
        </p:sp>
        <p:sp>
          <p:nvSpPr>
            <p:cNvPr id="145462" name="Text Box 54"/>
            <p:cNvSpPr txBox="1">
              <a:spLocks noChangeArrowheads="1"/>
            </p:cNvSpPr>
            <p:nvPr/>
          </p:nvSpPr>
          <p:spPr bwMode="auto">
            <a:xfrm>
              <a:off x="2380" y="2042"/>
              <a:ext cx="456" cy="26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2000"/>
                <a:t>AS1</a:t>
              </a:r>
              <a:endParaRPr lang="en-US" sz="1800"/>
            </a:p>
          </p:txBody>
        </p:sp>
        <p:sp>
          <p:nvSpPr>
            <p:cNvPr id="145463" name="Text Box 55"/>
            <p:cNvSpPr txBox="1">
              <a:spLocks noChangeArrowheads="1"/>
            </p:cNvSpPr>
            <p:nvPr/>
          </p:nvSpPr>
          <p:spPr bwMode="auto">
            <a:xfrm>
              <a:off x="3207" y="1787"/>
              <a:ext cx="422" cy="2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AS2</a:t>
              </a:r>
            </a:p>
          </p:txBody>
        </p:sp>
        <p:sp>
          <p:nvSpPr>
            <p:cNvPr id="145464" name="Oval 56"/>
            <p:cNvSpPr>
              <a:spLocks noChangeArrowheads="1"/>
            </p:cNvSpPr>
            <p:nvPr/>
          </p:nvSpPr>
          <p:spPr bwMode="auto">
            <a:xfrm>
              <a:off x="1137" y="2030"/>
              <a:ext cx="313" cy="81"/>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45465" name="Line 57"/>
            <p:cNvSpPr>
              <a:spLocks noChangeShapeType="1"/>
            </p:cNvSpPr>
            <p:nvPr/>
          </p:nvSpPr>
          <p:spPr bwMode="auto">
            <a:xfrm>
              <a:off x="1137" y="2023"/>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45466" name="Line 58"/>
            <p:cNvSpPr>
              <a:spLocks noChangeShapeType="1"/>
            </p:cNvSpPr>
            <p:nvPr/>
          </p:nvSpPr>
          <p:spPr bwMode="auto">
            <a:xfrm>
              <a:off x="1451" y="2023"/>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45467" name="Rectangle 59"/>
            <p:cNvSpPr>
              <a:spLocks noChangeArrowheads="1"/>
            </p:cNvSpPr>
            <p:nvPr/>
          </p:nvSpPr>
          <p:spPr bwMode="auto">
            <a:xfrm>
              <a:off x="1137" y="2023"/>
              <a:ext cx="310" cy="47"/>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sz="2400"/>
            </a:p>
          </p:txBody>
        </p:sp>
        <p:sp>
          <p:nvSpPr>
            <p:cNvPr id="145468" name="Oval 60"/>
            <p:cNvSpPr>
              <a:spLocks noChangeArrowheads="1"/>
            </p:cNvSpPr>
            <p:nvPr/>
          </p:nvSpPr>
          <p:spPr bwMode="auto">
            <a:xfrm>
              <a:off x="1134" y="1969"/>
              <a:ext cx="313" cy="96"/>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45469" name="Rectangle 61"/>
            <p:cNvSpPr>
              <a:spLocks noChangeArrowheads="1"/>
            </p:cNvSpPr>
            <p:nvPr/>
          </p:nvSpPr>
          <p:spPr bwMode="auto">
            <a:xfrm>
              <a:off x="1219" y="1995"/>
              <a:ext cx="142" cy="96"/>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p>
          </p:txBody>
        </p:sp>
        <p:sp>
          <p:nvSpPr>
            <p:cNvPr id="145470" name="Text Box 62"/>
            <p:cNvSpPr txBox="1">
              <a:spLocks noChangeArrowheads="1"/>
            </p:cNvSpPr>
            <p:nvPr/>
          </p:nvSpPr>
          <p:spPr bwMode="auto">
            <a:xfrm>
              <a:off x="1137" y="1909"/>
              <a:ext cx="320" cy="26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2000"/>
                <a:t>1a</a:t>
              </a:r>
              <a:endParaRPr lang="en-US"/>
            </a:p>
          </p:txBody>
        </p:sp>
        <p:grpSp>
          <p:nvGrpSpPr>
            <p:cNvPr id="145471" name="Group 63"/>
            <p:cNvGrpSpPr>
              <a:grpSpLocks/>
            </p:cNvGrpSpPr>
            <p:nvPr/>
          </p:nvGrpSpPr>
          <p:grpSpPr bwMode="auto">
            <a:xfrm>
              <a:off x="3270" y="1384"/>
              <a:ext cx="316" cy="269"/>
              <a:chOff x="4320" y="1936"/>
              <a:chExt cx="316" cy="269"/>
            </a:xfrm>
          </p:grpSpPr>
          <p:sp>
            <p:nvSpPr>
              <p:cNvPr id="145524" name="Oval 64"/>
              <p:cNvSpPr>
                <a:spLocks noChangeArrowheads="1"/>
              </p:cNvSpPr>
              <p:nvPr/>
            </p:nvSpPr>
            <p:spPr bwMode="auto">
              <a:xfrm>
                <a:off x="4323" y="2054"/>
                <a:ext cx="313" cy="81"/>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45525" name="Line 65"/>
              <p:cNvSpPr>
                <a:spLocks noChangeShapeType="1"/>
              </p:cNvSpPr>
              <p:nvPr/>
            </p:nvSpPr>
            <p:spPr bwMode="auto">
              <a:xfrm>
                <a:off x="4323" y="2047"/>
                <a:ext cx="0" cy="52"/>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45526" name="Line 66"/>
              <p:cNvSpPr>
                <a:spLocks noChangeShapeType="1"/>
              </p:cNvSpPr>
              <p:nvPr/>
            </p:nvSpPr>
            <p:spPr bwMode="auto">
              <a:xfrm>
                <a:off x="4636" y="2047"/>
                <a:ext cx="0" cy="52"/>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45527" name="Rectangle 67"/>
              <p:cNvSpPr>
                <a:spLocks noChangeArrowheads="1"/>
              </p:cNvSpPr>
              <p:nvPr/>
            </p:nvSpPr>
            <p:spPr bwMode="auto">
              <a:xfrm>
                <a:off x="4323" y="2047"/>
                <a:ext cx="310" cy="51"/>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sz="2400"/>
              </a:p>
            </p:txBody>
          </p:sp>
          <p:sp>
            <p:nvSpPr>
              <p:cNvPr id="145528" name="Oval 68"/>
              <p:cNvSpPr>
                <a:spLocks noChangeArrowheads="1"/>
              </p:cNvSpPr>
              <p:nvPr/>
            </p:nvSpPr>
            <p:spPr bwMode="auto">
              <a:xfrm>
                <a:off x="4320" y="1988"/>
                <a:ext cx="313" cy="97"/>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45529" name="Rectangle 69"/>
              <p:cNvSpPr>
                <a:spLocks noChangeArrowheads="1"/>
              </p:cNvSpPr>
              <p:nvPr/>
            </p:nvSpPr>
            <p:spPr bwMode="auto">
              <a:xfrm>
                <a:off x="4407" y="2001"/>
                <a:ext cx="141" cy="118"/>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p>
            </p:txBody>
          </p:sp>
          <p:sp>
            <p:nvSpPr>
              <p:cNvPr id="145530" name="Text Box 70"/>
              <p:cNvSpPr txBox="1">
                <a:spLocks noChangeArrowheads="1"/>
              </p:cNvSpPr>
              <p:nvPr/>
            </p:nvSpPr>
            <p:spPr bwMode="auto">
              <a:xfrm>
                <a:off x="4325" y="1936"/>
                <a:ext cx="310" cy="26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2000"/>
                  <a:t>2c</a:t>
                </a:r>
                <a:endParaRPr lang="en-US"/>
              </a:p>
            </p:txBody>
          </p:sp>
        </p:grpSp>
        <p:grpSp>
          <p:nvGrpSpPr>
            <p:cNvPr id="145472" name="Group 71"/>
            <p:cNvGrpSpPr>
              <a:grpSpLocks/>
            </p:cNvGrpSpPr>
            <p:nvPr/>
          </p:nvGrpSpPr>
          <p:grpSpPr bwMode="auto">
            <a:xfrm>
              <a:off x="3546" y="1606"/>
              <a:ext cx="321" cy="269"/>
              <a:chOff x="4596" y="2158"/>
              <a:chExt cx="321" cy="269"/>
            </a:xfrm>
          </p:grpSpPr>
          <p:sp>
            <p:nvSpPr>
              <p:cNvPr id="145517" name="Oval 72"/>
              <p:cNvSpPr>
                <a:spLocks noChangeArrowheads="1"/>
              </p:cNvSpPr>
              <p:nvPr/>
            </p:nvSpPr>
            <p:spPr bwMode="auto">
              <a:xfrm>
                <a:off x="4599" y="2276"/>
                <a:ext cx="311" cy="81"/>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45518" name="Line 73"/>
              <p:cNvSpPr>
                <a:spLocks noChangeShapeType="1"/>
              </p:cNvSpPr>
              <p:nvPr/>
            </p:nvSpPr>
            <p:spPr bwMode="auto">
              <a:xfrm>
                <a:off x="4599" y="2269"/>
                <a:ext cx="0" cy="52"/>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45519" name="Line 74"/>
              <p:cNvSpPr>
                <a:spLocks noChangeShapeType="1"/>
              </p:cNvSpPr>
              <p:nvPr/>
            </p:nvSpPr>
            <p:spPr bwMode="auto">
              <a:xfrm>
                <a:off x="4910" y="2269"/>
                <a:ext cx="0" cy="52"/>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45520" name="Rectangle 75"/>
              <p:cNvSpPr>
                <a:spLocks noChangeArrowheads="1"/>
              </p:cNvSpPr>
              <p:nvPr/>
            </p:nvSpPr>
            <p:spPr bwMode="auto">
              <a:xfrm>
                <a:off x="4599" y="2269"/>
                <a:ext cx="310" cy="51"/>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sz="2400"/>
              </a:p>
            </p:txBody>
          </p:sp>
          <p:sp>
            <p:nvSpPr>
              <p:cNvPr id="145521" name="Oval 76"/>
              <p:cNvSpPr>
                <a:spLocks noChangeArrowheads="1"/>
              </p:cNvSpPr>
              <p:nvPr/>
            </p:nvSpPr>
            <p:spPr bwMode="auto">
              <a:xfrm>
                <a:off x="4596" y="2208"/>
                <a:ext cx="313" cy="97"/>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45522" name="Rectangle 77"/>
              <p:cNvSpPr>
                <a:spLocks noChangeArrowheads="1"/>
              </p:cNvSpPr>
              <p:nvPr/>
            </p:nvSpPr>
            <p:spPr bwMode="auto">
              <a:xfrm>
                <a:off x="4683" y="2221"/>
                <a:ext cx="141" cy="112"/>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p>
            </p:txBody>
          </p:sp>
          <p:sp>
            <p:nvSpPr>
              <p:cNvPr id="145523" name="Text Box 78"/>
              <p:cNvSpPr txBox="1">
                <a:spLocks noChangeArrowheads="1"/>
              </p:cNvSpPr>
              <p:nvPr/>
            </p:nvSpPr>
            <p:spPr bwMode="auto">
              <a:xfrm>
                <a:off x="4598" y="2158"/>
                <a:ext cx="319" cy="26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2000"/>
                  <a:t>2b</a:t>
                </a:r>
                <a:endParaRPr lang="en-US"/>
              </a:p>
            </p:txBody>
          </p:sp>
        </p:grpSp>
        <p:grpSp>
          <p:nvGrpSpPr>
            <p:cNvPr id="145473" name="Group 79"/>
            <p:cNvGrpSpPr>
              <a:grpSpLocks/>
            </p:cNvGrpSpPr>
            <p:nvPr/>
          </p:nvGrpSpPr>
          <p:grpSpPr bwMode="auto">
            <a:xfrm>
              <a:off x="2015" y="1976"/>
              <a:ext cx="321" cy="269"/>
              <a:chOff x="2015" y="1976"/>
              <a:chExt cx="321" cy="269"/>
            </a:xfrm>
          </p:grpSpPr>
          <p:sp>
            <p:nvSpPr>
              <p:cNvPr id="145509" name="Oval 80"/>
              <p:cNvSpPr>
                <a:spLocks noChangeArrowheads="1"/>
              </p:cNvSpPr>
              <p:nvPr/>
            </p:nvSpPr>
            <p:spPr bwMode="auto">
              <a:xfrm>
                <a:off x="2019" y="2102"/>
                <a:ext cx="311" cy="81"/>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45510" name="Line 81"/>
              <p:cNvSpPr>
                <a:spLocks noChangeShapeType="1"/>
              </p:cNvSpPr>
              <p:nvPr/>
            </p:nvSpPr>
            <p:spPr bwMode="auto">
              <a:xfrm>
                <a:off x="2019" y="2097"/>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45511" name="Line 82"/>
              <p:cNvSpPr>
                <a:spLocks noChangeShapeType="1"/>
              </p:cNvSpPr>
              <p:nvPr/>
            </p:nvSpPr>
            <p:spPr bwMode="auto">
              <a:xfrm>
                <a:off x="2330" y="2097"/>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45512" name="Rectangle 83"/>
              <p:cNvSpPr>
                <a:spLocks noChangeArrowheads="1"/>
              </p:cNvSpPr>
              <p:nvPr/>
            </p:nvSpPr>
            <p:spPr bwMode="auto">
              <a:xfrm>
                <a:off x="2019" y="2097"/>
                <a:ext cx="310" cy="47"/>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sz="2400"/>
              </a:p>
            </p:txBody>
          </p:sp>
          <p:sp>
            <p:nvSpPr>
              <p:cNvPr id="145513" name="Oval 84"/>
              <p:cNvSpPr>
                <a:spLocks noChangeArrowheads="1"/>
              </p:cNvSpPr>
              <p:nvPr/>
            </p:nvSpPr>
            <p:spPr bwMode="auto">
              <a:xfrm>
                <a:off x="2016" y="2036"/>
                <a:ext cx="313" cy="95"/>
              </a:xfrm>
              <a:prstGeom prst="ellipse">
                <a:avLst/>
              </a:prstGeom>
              <a:solidFill>
                <a:schemeClr val="hlink"/>
              </a:solidFill>
              <a:ln w="12700">
                <a:solidFill>
                  <a:schemeClr val="tx1"/>
                </a:solidFill>
                <a:round/>
                <a:headEnd/>
                <a:tailEnd/>
              </a:ln>
            </p:spPr>
            <p:txBody>
              <a:bodyPr wrap="none" anchor="ctr"/>
              <a:lstStyle/>
              <a:p>
                <a:endParaRPr lang="en-US"/>
              </a:p>
            </p:txBody>
          </p:sp>
          <p:grpSp>
            <p:nvGrpSpPr>
              <p:cNvPr id="145514" name="Group 85"/>
              <p:cNvGrpSpPr>
                <a:grpSpLocks/>
              </p:cNvGrpSpPr>
              <p:nvPr/>
            </p:nvGrpSpPr>
            <p:grpSpPr bwMode="auto">
              <a:xfrm>
                <a:off x="2015" y="1976"/>
                <a:ext cx="321" cy="269"/>
                <a:chOff x="2894" y="2425"/>
                <a:chExt cx="328" cy="269"/>
              </a:xfrm>
            </p:grpSpPr>
            <p:sp>
              <p:nvSpPr>
                <p:cNvPr id="145515" name="Rectangle 86"/>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p>
              </p:txBody>
            </p:sp>
            <p:sp>
              <p:nvSpPr>
                <p:cNvPr id="145516" name="Text Box 87"/>
                <p:cNvSpPr txBox="1">
                  <a:spLocks noChangeArrowheads="1"/>
                </p:cNvSpPr>
                <p:nvPr/>
              </p:nvSpPr>
              <p:spPr bwMode="auto">
                <a:xfrm>
                  <a:off x="2894" y="2425"/>
                  <a:ext cx="328" cy="26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2000"/>
                    <a:t>1b</a:t>
                  </a:r>
                  <a:endParaRPr lang="en-US"/>
                </a:p>
              </p:txBody>
            </p:sp>
          </p:grpSp>
        </p:grpSp>
        <p:sp>
          <p:nvSpPr>
            <p:cNvPr id="145474" name="Freeform 88"/>
            <p:cNvSpPr>
              <a:spLocks/>
            </p:cNvSpPr>
            <p:nvPr/>
          </p:nvSpPr>
          <p:spPr bwMode="auto">
            <a:xfrm>
              <a:off x="1457" y="2302"/>
              <a:ext cx="1848" cy="414"/>
            </a:xfrm>
            <a:custGeom>
              <a:avLst/>
              <a:gdLst>
                <a:gd name="T0" fmla="*/ 0 w 1848"/>
                <a:gd name="T1" fmla="*/ 414 h 414"/>
                <a:gd name="T2" fmla="*/ 84 w 1848"/>
                <a:gd name="T3" fmla="*/ 0 h 414"/>
                <a:gd name="T4" fmla="*/ 384 w 1848"/>
                <a:gd name="T5" fmla="*/ 6 h 414"/>
                <a:gd name="T6" fmla="*/ 1848 w 1848"/>
                <a:gd name="T7" fmla="*/ 414 h 414"/>
                <a:gd name="T8" fmla="*/ 0 w 1848"/>
                <a:gd name="T9" fmla="*/ 414 h 414"/>
                <a:gd name="T10" fmla="*/ 0 60000 65536"/>
                <a:gd name="T11" fmla="*/ 0 60000 65536"/>
                <a:gd name="T12" fmla="*/ 0 60000 65536"/>
                <a:gd name="T13" fmla="*/ 0 60000 65536"/>
                <a:gd name="T14" fmla="*/ 0 60000 65536"/>
                <a:gd name="T15" fmla="*/ 0 w 1848"/>
                <a:gd name="T16" fmla="*/ 0 h 414"/>
                <a:gd name="T17" fmla="*/ 1848 w 1848"/>
                <a:gd name="T18" fmla="*/ 414 h 414"/>
              </a:gdLst>
              <a:ahLst/>
              <a:cxnLst>
                <a:cxn ang="T10">
                  <a:pos x="T0" y="T1"/>
                </a:cxn>
                <a:cxn ang="T11">
                  <a:pos x="T2" y="T3"/>
                </a:cxn>
                <a:cxn ang="T12">
                  <a:pos x="T4" y="T5"/>
                </a:cxn>
                <a:cxn ang="T13">
                  <a:pos x="T6" y="T7"/>
                </a:cxn>
                <a:cxn ang="T14">
                  <a:pos x="T8" y="T9"/>
                </a:cxn>
              </a:cxnLst>
              <a:rect l="T15" t="T16" r="T17" b="T18"/>
              <a:pathLst>
                <a:path w="1848" h="414">
                  <a:moveTo>
                    <a:pt x="0" y="414"/>
                  </a:moveTo>
                  <a:lnTo>
                    <a:pt x="84" y="0"/>
                  </a:lnTo>
                  <a:lnTo>
                    <a:pt x="384" y="6"/>
                  </a:lnTo>
                  <a:lnTo>
                    <a:pt x="1848" y="414"/>
                  </a:lnTo>
                  <a:lnTo>
                    <a:pt x="0" y="414"/>
                  </a:lnTo>
                  <a:close/>
                </a:path>
              </a:pathLst>
            </a:custGeom>
            <a:gradFill rotWithShape="1">
              <a:gsLst>
                <a:gs pos="0">
                  <a:srgbClr val="DDDDDD"/>
                </a:gs>
                <a:gs pos="100000">
                  <a:srgbClr val="5F5F5F"/>
                </a:gs>
              </a:gsLst>
              <a:lin ang="5400000" scaled="1"/>
            </a:gradFill>
            <a:ln w="9525" cap="flat" cmpd="sng">
              <a:solidFill>
                <a:srgbClr val="DDDDDD"/>
              </a:solidFill>
              <a:prstDash val="solid"/>
              <a:round/>
              <a:headEnd/>
              <a:tailEnd/>
            </a:ln>
          </p:spPr>
          <p:txBody>
            <a:bodyPr wrap="none" anchor="ctr"/>
            <a:lstStyle/>
            <a:p>
              <a:endParaRPr lang="en-US"/>
            </a:p>
          </p:txBody>
        </p:sp>
        <p:sp>
          <p:nvSpPr>
            <p:cNvPr id="145475" name="Rectangle 89"/>
            <p:cNvSpPr>
              <a:spLocks noChangeArrowheads="1"/>
            </p:cNvSpPr>
            <p:nvPr/>
          </p:nvSpPr>
          <p:spPr bwMode="auto">
            <a:xfrm>
              <a:off x="1462" y="2729"/>
              <a:ext cx="1833" cy="1117"/>
            </a:xfrm>
            <a:prstGeom prst="rect">
              <a:avLst/>
            </a:prstGeom>
            <a:noFill/>
            <a:ln w="9525">
              <a:solidFill>
                <a:schemeClr val="tx1"/>
              </a:solidFill>
              <a:miter lim="800000"/>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grpSp>
          <p:nvGrpSpPr>
            <p:cNvPr id="145476" name="Group 90"/>
            <p:cNvGrpSpPr>
              <a:grpSpLocks/>
            </p:cNvGrpSpPr>
            <p:nvPr/>
          </p:nvGrpSpPr>
          <p:grpSpPr bwMode="auto">
            <a:xfrm>
              <a:off x="1578" y="2818"/>
              <a:ext cx="736" cy="479"/>
              <a:chOff x="1595" y="2898"/>
              <a:chExt cx="736" cy="479"/>
            </a:xfrm>
          </p:grpSpPr>
          <p:sp>
            <p:nvSpPr>
              <p:cNvPr id="145507" name="Oval 91"/>
              <p:cNvSpPr>
                <a:spLocks noChangeArrowheads="1"/>
              </p:cNvSpPr>
              <p:nvPr/>
            </p:nvSpPr>
            <p:spPr bwMode="auto">
              <a:xfrm>
                <a:off x="1595" y="2898"/>
                <a:ext cx="736" cy="479"/>
              </a:xfrm>
              <a:prstGeom prst="ellipse">
                <a:avLst/>
              </a:prstGeom>
              <a:noFill/>
              <a:ln w="9525">
                <a:solidFill>
                  <a:schemeClr val="accent2"/>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sp>
            <p:nvSpPr>
              <p:cNvPr id="145508" name="Text Box 92"/>
              <p:cNvSpPr txBox="1">
                <a:spLocks noChangeArrowheads="1"/>
              </p:cNvSpPr>
              <p:nvPr/>
            </p:nvSpPr>
            <p:spPr bwMode="auto">
              <a:xfrm>
                <a:off x="1733" y="2933"/>
                <a:ext cx="553" cy="43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200">
                    <a:solidFill>
                      <a:srgbClr val="000099"/>
                    </a:solidFill>
                  </a:rPr>
                  <a:t>Intra-AS</a:t>
                </a:r>
              </a:p>
              <a:p>
                <a:pPr eaLnBrk="1" hangingPunct="1"/>
                <a:r>
                  <a:rPr lang="en-US" sz="1200">
                    <a:solidFill>
                      <a:srgbClr val="000099"/>
                    </a:solidFill>
                  </a:rPr>
                  <a:t>Routing </a:t>
                </a:r>
              </a:p>
              <a:p>
                <a:pPr eaLnBrk="1" hangingPunct="1"/>
                <a:r>
                  <a:rPr lang="en-US" sz="1200">
                    <a:solidFill>
                      <a:srgbClr val="000099"/>
                    </a:solidFill>
                  </a:rPr>
                  <a:t>algorithm</a:t>
                </a:r>
              </a:p>
            </p:txBody>
          </p:sp>
        </p:grpSp>
        <p:grpSp>
          <p:nvGrpSpPr>
            <p:cNvPr id="145477" name="Group 93"/>
            <p:cNvGrpSpPr>
              <a:grpSpLocks/>
            </p:cNvGrpSpPr>
            <p:nvPr/>
          </p:nvGrpSpPr>
          <p:grpSpPr bwMode="auto">
            <a:xfrm>
              <a:off x="2402" y="2826"/>
              <a:ext cx="736" cy="479"/>
              <a:chOff x="2402" y="2826"/>
              <a:chExt cx="736" cy="479"/>
            </a:xfrm>
          </p:grpSpPr>
          <p:sp>
            <p:nvSpPr>
              <p:cNvPr id="145505" name="Oval 94"/>
              <p:cNvSpPr>
                <a:spLocks noChangeArrowheads="1"/>
              </p:cNvSpPr>
              <p:nvPr/>
            </p:nvSpPr>
            <p:spPr bwMode="auto">
              <a:xfrm>
                <a:off x="2402" y="2828"/>
                <a:ext cx="736" cy="477"/>
              </a:xfrm>
              <a:prstGeom prst="ellipse">
                <a:avLst/>
              </a:prstGeom>
              <a:noFill/>
              <a:ln w="9525">
                <a:solidFill>
                  <a:srgbClr val="FF0000"/>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sp>
            <p:nvSpPr>
              <p:cNvPr id="145506" name="Text Box 95"/>
              <p:cNvSpPr txBox="1">
                <a:spLocks noChangeArrowheads="1"/>
              </p:cNvSpPr>
              <p:nvPr/>
            </p:nvSpPr>
            <p:spPr bwMode="auto">
              <a:xfrm>
                <a:off x="2539" y="2862"/>
                <a:ext cx="553" cy="43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200">
                    <a:solidFill>
                      <a:srgbClr val="FF0000"/>
                    </a:solidFill>
                  </a:rPr>
                  <a:t>Inter-AS</a:t>
                </a:r>
              </a:p>
              <a:p>
                <a:pPr eaLnBrk="1" hangingPunct="1"/>
                <a:r>
                  <a:rPr lang="en-US" sz="1200">
                    <a:solidFill>
                      <a:srgbClr val="FF0000"/>
                    </a:solidFill>
                  </a:rPr>
                  <a:t>Routing </a:t>
                </a:r>
              </a:p>
              <a:p>
                <a:pPr eaLnBrk="1" hangingPunct="1"/>
                <a:r>
                  <a:rPr lang="en-US" sz="1200">
                    <a:solidFill>
                      <a:srgbClr val="FF0000"/>
                    </a:solidFill>
                  </a:rPr>
                  <a:t>algorithm</a:t>
                </a:r>
              </a:p>
            </p:txBody>
          </p:sp>
        </p:grpSp>
        <p:sp>
          <p:nvSpPr>
            <p:cNvPr id="145478" name="Rectangle 96"/>
            <p:cNvSpPr>
              <a:spLocks noChangeArrowheads="1"/>
            </p:cNvSpPr>
            <p:nvPr/>
          </p:nvSpPr>
          <p:spPr bwMode="auto">
            <a:xfrm>
              <a:off x="1932" y="3447"/>
              <a:ext cx="780" cy="266"/>
            </a:xfrm>
            <a:prstGeom prst="rect">
              <a:avLst/>
            </a:prstGeom>
            <a:solidFill>
              <a:schemeClr val="accent1"/>
            </a:solidFill>
            <a:ln w="9525">
              <a:solidFill>
                <a:schemeClr val="tx1"/>
              </a:solidFill>
              <a:miter lim="800000"/>
              <a:headEnd/>
              <a:tailEnd/>
            </a:ln>
          </p:spPr>
          <p:txBody>
            <a:bodyPr wrap="none" anchor="ctr"/>
            <a:lstStyle/>
            <a:p>
              <a:pPr algn="ctr" eaLnBrk="1" hangingPunct="1"/>
              <a:r>
                <a:rPr lang="en-US" sz="1400"/>
                <a:t>Forwarding</a:t>
              </a:r>
            </a:p>
            <a:p>
              <a:pPr algn="ctr" eaLnBrk="1" hangingPunct="1"/>
              <a:r>
                <a:rPr lang="en-US" sz="1400"/>
                <a:t>table</a:t>
              </a:r>
            </a:p>
          </p:txBody>
        </p:sp>
        <p:sp>
          <p:nvSpPr>
            <p:cNvPr id="145479" name="Freeform 97"/>
            <p:cNvSpPr>
              <a:spLocks/>
            </p:cNvSpPr>
            <p:nvPr/>
          </p:nvSpPr>
          <p:spPr bwMode="auto">
            <a:xfrm>
              <a:off x="1648" y="3217"/>
              <a:ext cx="275" cy="345"/>
            </a:xfrm>
            <a:custGeom>
              <a:avLst/>
              <a:gdLst>
                <a:gd name="T0" fmla="*/ 0 w 275"/>
                <a:gd name="T1" fmla="*/ 0 h 345"/>
                <a:gd name="T2" fmla="*/ 71 w 275"/>
                <a:gd name="T3" fmla="*/ 230 h 345"/>
                <a:gd name="T4" fmla="*/ 275 w 275"/>
                <a:gd name="T5" fmla="*/ 345 h 345"/>
                <a:gd name="T6" fmla="*/ 0 60000 65536"/>
                <a:gd name="T7" fmla="*/ 0 60000 65536"/>
                <a:gd name="T8" fmla="*/ 0 60000 65536"/>
                <a:gd name="T9" fmla="*/ 0 w 275"/>
                <a:gd name="T10" fmla="*/ 0 h 345"/>
                <a:gd name="T11" fmla="*/ 275 w 275"/>
                <a:gd name="T12" fmla="*/ 345 h 345"/>
              </a:gdLst>
              <a:ahLst/>
              <a:cxnLst>
                <a:cxn ang="T6">
                  <a:pos x="T0" y="T1"/>
                </a:cxn>
                <a:cxn ang="T7">
                  <a:pos x="T2" y="T3"/>
                </a:cxn>
                <a:cxn ang="T8">
                  <a:pos x="T4" y="T5"/>
                </a:cxn>
              </a:cxnLst>
              <a:rect l="T9" t="T10" r="T11" b="T12"/>
              <a:pathLst>
                <a:path w="275" h="345">
                  <a:moveTo>
                    <a:pt x="0" y="0"/>
                  </a:moveTo>
                  <a:cubicBezTo>
                    <a:pt x="12" y="86"/>
                    <a:pt x="25" y="173"/>
                    <a:pt x="71" y="230"/>
                  </a:cubicBezTo>
                  <a:cubicBezTo>
                    <a:pt x="117" y="287"/>
                    <a:pt x="241" y="326"/>
                    <a:pt x="275" y="345"/>
                  </a:cubicBezTo>
                </a:path>
              </a:pathLst>
            </a:custGeom>
            <a:noFill/>
            <a:ln w="9525">
              <a:solidFill>
                <a:schemeClr val="accent2"/>
              </a:solidFill>
              <a:round/>
              <a:headEnd/>
              <a:tailEnd type="triangle" w="med" len="med"/>
            </a:ln>
            <a:extLst>
              <a:ext uri="{909E8E84-426E-40dd-AFC4-6F175D3DCCD1}">
                <a14:hiddenFill xmlns:a14="http://schemas.microsoft.com/office/drawing/2010/main" xmlns="">
                  <a:solidFill>
                    <a:srgbClr val="FFFFFF"/>
                  </a:solidFill>
                </a14:hiddenFill>
              </a:ext>
            </a:extLst>
          </p:spPr>
          <p:txBody>
            <a:bodyPr/>
            <a:lstStyle/>
            <a:p>
              <a:endParaRPr lang="en-US"/>
            </a:p>
          </p:txBody>
        </p:sp>
        <p:sp>
          <p:nvSpPr>
            <p:cNvPr id="145480" name="Freeform 98"/>
            <p:cNvSpPr>
              <a:spLocks/>
            </p:cNvSpPr>
            <p:nvPr/>
          </p:nvSpPr>
          <p:spPr bwMode="auto">
            <a:xfrm>
              <a:off x="2712" y="3217"/>
              <a:ext cx="354" cy="372"/>
            </a:xfrm>
            <a:custGeom>
              <a:avLst/>
              <a:gdLst>
                <a:gd name="T0" fmla="*/ 354 w 354"/>
                <a:gd name="T1" fmla="*/ 0 h 372"/>
                <a:gd name="T2" fmla="*/ 248 w 354"/>
                <a:gd name="T3" fmla="*/ 274 h 372"/>
                <a:gd name="T4" fmla="*/ 0 w 354"/>
                <a:gd name="T5" fmla="*/ 372 h 372"/>
                <a:gd name="T6" fmla="*/ 0 60000 65536"/>
                <a:gd name="T7" fmla="*/ 0 60000 65536"/>
                <a:gd name="T8" fmla="*/ 0 60000 65536"/>
                <a:gd name="T9" fmla="*/ 0 w 354"/>
                <a:gd name="T10" fmla="*/ 0 h 372"/>
                <a:gd name="T11" fmla="*/ 354 w 354"/>
                <a:gd name="T12" fmla="*/ 372 h 372"/>
              </a:gdLst>
              <a:ahLst/>
              <a:cxnLst>
                <a:cxn ang="T6">
                  <a:pos x="T0" y="T1"/>
                </a:cxn>
                <a:cxn ang="T7">
                  <a:pos x="T2" y="T3"/>
                </a:cxn>
                <a:cxn ang="T8">
                  <a:pos x="T4" y="T5"/>
                </a:cxn>
              </a:cxnLst>
              <a:rect l="T9" t="T10" r="T11" b="T12"/>
              <a:pathLst>
                <a:path w="354" h="372">
                  <a:moveTo>
                    <a:pt x="354" y="0"/>
                  </a:moveTo>
                  <a:cubicBezTo>
                    <a:pt x="330" y="106"/>
                    <a:pt x="307" y="212"/>
                    <a:pt x="248" y="274"/>
                  </a:cubicBezTo>
                  <a:cubicBezTo>
                    <a:pt x="189" y="336"/>
                    <a:pt x="41" y="354"/>
                    <a:pt x="0" y="372"/>
                  </a:cubicBezTo>
                </a:path>
              </a:pathLst>
            </a:custGeom>
            <a:noFill/>
            <a:ln w="9525">
              <a:solidFill>
                <a:srgbClr val="FF0000"/>
              </a:solidFill>
              <a:round/>
              <a:headEnd/>
              <a:tailEnd type="triangle" w="med" len="med"/>
            </a:ln>
            <a:extLst>
              <a:ext uri="{909E8E84-426E-40dd-AFC4-6F175D3DCCD1}">
                <a14:hiddenFill xmlns:a14="http://schemas.microsoft.com/office/drawing/2010/main" xmlns="">
                  <a:solidFill>
                    <a:srgbClr val="FFFFFF"/>
                  </a:solidFill>
                </a14:hiddenFill>
              </a:ext>
            </a:extLst>
          </p:spPr>
          <p:txBody>
            <a:bodyPr/>
            <a:lstStyle/>
            <a:p>
              <a:endParaRPr lang="en-US"/>
            </a:p>
          </p:txBody>
        </p:sp>
        <p:grpSp>
          <p:nvGrpSpPr>
            <p:cNvPr id="145481" name="Group 99"/>
            <p:cNvGrpSpPr>
              <a:grpSpLocks/>
            </p:cNvGrpSpPr>
            <p:nvPr/>
          </p:nvGrpSpPr>
          <p:grpSpPr bwMode="auto">
            <a:xfrm>
              <a:off x="419" y="1222"/>
              <a:ext cx="316" cy="269"/>
              <a:chOff x="2016" y="1976"/>
              <a:chExt cx="316" cy="269"/>
            </a:xfrm>
          </p:grpSpPr>
          <p:sp>
            <p:nvSpPr>
              <p:cNvPr id="145497" name="Oval 100"/>
              <p:cNvSpPr>
                <a:spLocks noChangeArrowheads="1"/>
              </p:cNvSpPr>
              <p:nvPr/>
            </p:nvSpPr>
            <p:spPr bwMode="auto">
              <a:xfrm>
                <a:off x="2019" y="2102"/>
                <a:ext cx="313" cy="81"/>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45498" name="Line 101"/>
              <p:cNvSpPr>
                <a:spLocks noChangeShapeType="1"/>
              </p:cNvSpPr>
              <p:nvPr/>
            </p:nvSpPr>
            <p:spPr bwMode="auto">
              <a:xfrm>
                <a:off x="2019" y="2095"/>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45499" name="Line 102"/>
              <p:cNvSpPr>
                <a:spLocks noChangeShapeType="1"/>
              </p:cNvSpPr>
              <p:nvPr/>
            </p:nvSpPr>
            <p:spPr bwMode="auto">
              <a:xfrm>
                <a:off x="2332" y="2095"/>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45500" name="Rectangle 103"/>
              <p:cNvSpPr>
                <a:spLocks noChangeArrowheads="1"/>
              </p:cNvSpPr>
              <p:nvPr/>
            </p:nvSpPr>
            <p:spPr bwMode="auto">
              <a:xfrm>
                <a:off x="2019" y="2095"/>
                <a:ext cx="310" cy="50"/>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sz="2400"/>
              </a:p>
            </p:txBody>
          </p:sp>
          <p:sp>
            <p:nvSpPr>
              <p:cNvPr id="145501" name="Oval 104"/>
              <p:cNvSpPr>
                <a:spLocks noChangeArrowheads="1"/>
              </p:cNvSpPr>
              <p:nvPr/>
            </p:nvSpPr>
            <p:spPr bwMode="auto">
              <a:xfrm>
                <a:off x="2016" y="2037"/>
                <a:ext cx="313" cy="94"/>
              </a:xfrm>
              <a:prstGeom prst="ellipse">
                <a:avLst/>
              </a:prstGeom>
              <a:solidFill>
                <a:schemeClr val="hlink"/>
              </a:solidFill>
              <a:ln w="12700">
                <a:solidFill>
                  <a:schemeClr val="tx1"/>
                </a:solidFill>
                <a:round/>
                <a:headEnd/>
                <a:tailEnd/>
              </a:ln>
            </p:spPr>
            <p:txBody>
              <a:bodyPr wrap="none" anchor="ctr"/>
              <a:lstStyle/>
              <a:p>
                <a:endParaRPr lang="en-US"/>
              </a:p>
            </p:txBody>
          </p:sp>
          <p:grpSp>
            <p:nvGrpSpPr>
              <p:cNvPr id="145502" name="Group 105"/>
              <p:cNvGrpSpPr>
                <a:grpSpLocks/>
              </p:cNvGrpSpPr>
              <p:nvPr/>
            </p:nvGrpSpPr>
            <p:grpSpPr bwMode="auto">
              <a:xfrm>
                <a:off x="2020" y="1976"/>
                <a:ext cx="308" cy="269"/>
                <a:chOff x="2899" y="2425"/>
                <a:chExt cx="315" cy="269"/>
              </a:xfrm>
            </p:grpSpPr>
            <p:sp>
              <p:nvSpPr>
                <p:cNvPr id="145503" name="Rectangle 106"/>
                <p:cNvSpPr>
                  <a:spLocks noChangeArrowheads="1"/>
                </p:cNvSpPr>
                <p:nvPr/>
              </p:nvSpPr>
              <p:spPr bwMode="auto">
                <a:xfrm>
                  <a:off x="2982" y="2490"/>
                  <a:ext cx="142" cy="130"/>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p>
              </p:txBody>
            </p:sp>
            <p:sp>
              <p:nvSpPr>
                <p:cNvPr id="145504" name="Text Box 107"/>
                <p:cNvSpPr txBox="1">
                  <a:spLocks noChangeArrowheads="1"/>
                </p:cNvSpPr>
                <p:nvPr/>
              </p:nvSpPr>
              <p:spPr bwMode="auto">
                <a:xfrm>
                  <a:off x="2899" y="2425"/>
                  <a:ext cx="315" cy="26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2000"/>
                    <a:t>3c</a:t>
                  </a:r>
                  <a:endParaRPr lang="en-US"/>
                </a:p>
              </p:txBody>
            </p:sp>
          </p:grpSp>
        </p:grpSp>
        <p:sp>
          <p:nvSpPr>
            <p:cNvPr id="145482" name="Line 108"/>
            <p:cNvSpPr>
              <a:spLocks noChangeShapeType="1"/>
            </p:cNvSpPr>
            <p:nvPr/>
          </p:nvSpPr>
          <p:spPr bwMode="auto">
            <a:xfrm flipH="1">
              <a:off x="443" y="1436"/>
              <a:ext cx="62" cy="108"/>
            </a:xfrm>
            <a:prstGeom prst="line">
              <a:avLst/>
            </a:prstGeom>
            <a:noFill/>
            <a:ln w="28575">
              <a:solidFill>
                <a:schemeClr val="tx1"/>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45483" name="Line 109"/>
            <p:cNvSpPr>
              <a:spLocks noChangeShapeType="1"/>
            </p:cNvSpPr>
            <p:nvPr/>
          </p:nvSpPr>
          <p:spPr bwMode="auto">
            <a:xfrm>
              <a:off x="136" y="1482"/>
              <a:ext cx="145" cy="110"/>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45484" name="Line 110"/>
            <p:cNvSpPr>
              <a:spLocks noChangeShapeType="1"/>
            </p:cNvSpPr>
            <p:nvPr/>
          </p:nvSpPr>
          <p:spPr bwMode="auto">
            <a:xfrm flipH="1">
              <a:off x="635" y="1127"/>
              <a:ext cx="136" cy="152"/>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45485" name="Line 111"/>
            <p:cNvSpPr>
              <a:spLocks noChangeShapeType="1"/>
            </p:cNvSpPr>
            <p:nvPr/>
          </p:nvSpPr>
          <p:spPr bwMode="auto">
            <a:xfrm>
              <a:off x="356" y="1118"/>
              <a:ext cx="120" cy="178"/>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45486" name="Line 112"/>
            <p:cNvSpPr>
              <a:spLocks noChangeShapeType="1"/>
            </p:cNvSpPr>
            <p:nvPr/>
          </p:nvSpPr>
          <p:spPr bwMode="auto">
            <a:xfrm flipH="1">
              <a:off x="1016" y="1211"/>
              <a:ext cx="70" cy="206"/>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45487" name="Line 113"/>
            <p:cNvSpPr>
              <a:spLocks noChangeShapeType="1"/>
            </p:cNvSpPr>
            <p:nvPr/>
          </p:nvSpPr>
          <p:spPr bwMode="auto">
            <a:xfrm>
              <a:off x="3854" y="1728"/>
              <a:ext cx="222" cy="0"/>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45488" name="Line 114"/>
            <p:cNvSpPr>
              <a:spLocks noChangeShapeType="1"/>
            </p:cNvSpPr>
            <p:nvPr/>
          </p:nvSpPr>
          <p:spPr bwMode="auto">
            <a:xfrm flipV="1">
              <a:off x="3795" y="1415"/>
              <a:ext cx="262" cy="254"/>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45489" name="Line 115"/>
            <p:cNvSpPr>
              <a:spLocks noChangeShapeType="1"/>
            </p:cNvSpPr>
            <p:nvPr/>
          </p:nvSpPr>
          <p:spPr bwMode="auto">
            <a:xfrm flipH="1" flipV="1">
              <a:off x="3244" y="1245"/>
              <a:ext cx="127" cy="202"/>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45490" name="Line 116"/>
            <p:cNvSpPr>
              <a:spLocks noChangeShapeType="1"/>
            </p:cNvSpPr>
            <p:nvPr/>
          </p:nvSpPr>
          <p:spPr bwMode="auto">
            <a:xfrm flipH="1" flipV="1">
              <a:off x="2932" y="1347"/>
              <a:ext cx="136" cy="185"/>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45491" name="Line 117"/>
            <p:cNvSpPr>
              <a:spLocks noChangeShapeType="1"/>
            </p:cNvSpPr>
            <p:nvPr/>
          </p:nvSpPr>
          <p:spPr bwMode="auto">
            <a:xfrm flipH="1">
              <a:off x="1042" y="2092"/>
              <a:ext cx="135" cy="117"/>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45492" name="Line 118"/>
            <p:cNvSpPr>
              <a:spLocks noChangeShapeType="1"/>
            </p:cNvSpPr>
            <p:nvPr/>
          </p:nvSpPr>
          <p:spPr bwMode="auto">
            <a:xfrm flipH="1" flipV="1">
              <a:off x="1008" y="1991"/>
              <a:ext cx="127" cy="8"/>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45493" name="Line 119"/>
            <p:cNvSpPr>
              <a:spLocks noChangeShapeType="1"/>
            </p:cNvSpPr>
            <p:nvPr/>
          </p:nvSpPr>
          <p:spPr bwMode="auto">
            <a:xfrm flipH="1">
              <a:off x="1279" y="2262"/>
              <a:ext cx="212" cy="15"/>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45494" name="Line 120"/>
            <p:cNvSpPr>
              <a:spLocks noChangeShapeType="1"/>
            </p:cNvSpPr>
            <p:nvPr/>
          </p:nvSpPr>
          <p:spPr bwMode="auto">
            <a:xfrm flipV="1">
              <a:off x="1762" y="1804"/>
              <a:ext cx="229" cy="10"/>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45495" name="Line 121"/>
            <p:cNvSpPr>
              <a:spLocks noChangeShapeType="1"/>
            </p:cNvSpPr>
            <p:nvPr/>
          </p:nvSpPr>
          <p:spPr bwMode="auto">
            <a:xfrm>
              <a:off x="2219" y="2177"/>
              <a:ext cx="119" cy="110"/>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45496" name="Line 122"/>
            <p:cNvSpPr>
              <a:spLocks noChangeShapeType="1"/>
            </p:cNvSpPr>
            <p:nvPr/>
          </p:nvSpPr>
          <p:spPr bwMode="auto">
            <a:xfrm>
              <a:off x="1737" y="1880"/>
              <a:ext cx="145" cy="75"/>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a:lstStyle/>
            <a:p>
              <a:endParaRPr lang="en-US"/>
            </a:p>
          </p:txBody>
        </p:sp>
      </p:grpSp>
      <p:sp>
        <p:nvSpPr>
          <p:cNvPr id="100357" name="Rectangle 123"/>
          <p:cNvSpPr>
            <a:spLocks noGrp="1" noChangeArrowheads="1"/>
          </p:cNvSpPr>
          <p:nvPr>
            <p:ph type="title"/>
          </p:nvPr>
        </p:nvSpPr>
        <p:spPr>
          <a:xfrm>
            <a:off x="422275" y="228600"/>
            <a:ext cx="7772400" cy="839788"/>
          </a:xfrm>
        </p:spPr>
        <p:txBody>
          <a:bodyPr/>
          <a:lstStyle/>
          <a:p>
            <a:pPr>
              <a:defRPr/>
            </a:pPr>
            <a:r>
              <a:rPr lang="en-US">
                <a:cs typeface="+mj-cs"/>
              </a:rPr>
              <a:t>Interconnected ASes</a:t>
            </a:r>
          </a:p>
        </p:txBody>
      </p:sp>
      <p:sp>
        <p:nvSpPr>
          <p:cNvPr id="100358" name="Rectangle 124"/>
          <p:cNvSpPr>
            <a:spLocks noGrp="1" noChangeArrowheads="1"/>
          </p:cNvSpPr>
          <p:nvPr>
            <p:ph type="body" sz="half" idx="2"/>
          </p:nvPr>
        </p:nvSpPr>
        <p:spPr>
          <a:xfrm>
            <a:off x="5114925" y="3082149"/>
            <a:ext cx="3810000" cy="3400425"/>
          </a:xfrm>
        </p:spPr>
        <p:txBody>
          <a:bodyPr/>
          <a:lstStyle/>
          <a:p>
            <a:pPr>
              <a:defRPr/>
            </a:pPr>
            <a:r>
              <a:rPr lang="en-US" sz="2400" dirty="0">
                <a:cs typeface="+mn-cs"/>
              </a:rPr>
              <a:t>forwarding table  configured by both intra- and inter-AS routing algorithm</a:t>
            </a:r>
          </a:p>
          <a:p>
            <a:pPr lvl="1">
              <a:defRPr/>
            </a:pPr>
            <a:r>
              <a:rPr lang="en-US" dirty="0"/>
              <a:t>intra-AS routing determine entries for destinations within AS</a:t>
            </a:r>
          </a:p>
          <a:p>
            <a:pPr lvl="1">
              <a:defRPr/>
            </a:pPr>
            <a:r>
              <a:rPr lang="en-US" dirty="0"/>
              <a:t>inter-AS &amp; intra-AS determine entries for external destinations</a:t>
            </a:r>
          </a:p>
        </p:txBody>
      </p:sp>
      <p:pic>
        <p:nvPicPr>
          <p:cNvPr id="145414" name="Picture 126"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52438" y="884238"/>
            <a:ext cx="5027612" cy="1730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28" name="Slide Number Placeholder 5"/>
          <p:cNvSpPr>
            <a:spLocks noGrp="1"/>
          </p:cNvSpPr>
          <p:nvPr>
            <p:ph type="sldNum" sz="quarter" idx="12"/>
          </p:nvPr>
        </p:nvSpPr>
        <p:spPr>
          <a:xfrm>
            <a:off x="8456154" y="6475895"/>
            <a:ext cx="548655" cy="272319"/>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200" dirty="0">
                <a:latin typeface="Tahoma" charset="0"/>
              </a:rPr>
              <a:t>5-</a:t>
            </a:r>
            <a:fld id="{8E8C6E93-DF5B-BC4B-80F9-500DED1EEDCC}" type="slidenum">
              <a:rPr lang="en-US" sz="1200">
                <a:latin typeface="Tahoma" charset="0"/>
              </a:rPr>
              <a:pPr/>
              <a:t>71</a:t>
            </a:fld>
            <a:endParaRPr lang="en-US" sz="1200" dirty="0">
              <a:latin typeface="Tahoma" charset="0"/>
            </a:endParaRPr>
          </a:p>
        </p:txBody>
      </p:sp>
      <p:sp>
        <p:nvSpPr>
          <p:cNvPr id="129" name="Footer Placeholder 2"/>
          <p:cNvSpPr>
            <a:spLocks noGrp="1"/>
          </p:cNvSpPr>
          <p:nvPr>
            <p:ph type="ftr" sz="quarter" idx="11"/>
          </p:nvPr>
        </p:nvSpPr>
        <p:spPr>
          <a:xfrm>
            <a:off x="6375496" y="6475081"/>
            <a:ext cx="2177473" cy="241541"/>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200" dirty="0">
                <a:solidFill>
                  <a:srgbClr val="000000"/>
                </a:solidFill>
                <a:latin typeface="Tahoma" charset="0"/>
                <a:cs typeface="Arial" charset="0"/>
              </a:rPr>
              <a:t>Network Layer: Control Plane</a:t>
            </a:r>
          </a:p>
        </p:txBody>
      </p:sp>
    </p:spTree>
    <p:extLst>
      <p:ext uri="{BB962C8B-B14F-4D97-AF65-F5344CB8AC3E}">
        <p14:creationId xmlns:p14="http://schemas.microsoft.com/office/powerpoint/2010/main" val="927165436"/>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1380" name="Rectangle 2"/>
          <p:cNvSpPr>
            <a:spLocks noGrp="1" noChangeArrowheads="1"/>
          </p:cNvSpPr>
          <p:nvPr>
            <p:ph type="title"/>
          </p:nvPr>
        </p:nvSpPr>
        <p:spPr>
          <a:xfrm>
            <a:off x="557213" y="0"/>
            <a:ext cx="7772400" cy="1143000"/>
          </a:xfrm>
        </p:spPr>
        <p:txBody>
          <a:bodyPr/>
          <a:lstStyle/>
          <a:p>
            <a:pPr>
              <a:defRPr/>
            </a:pPr>
            <a:r>
              <a:rPr lang="en-US">
                <a:cs typeface="+mj-cs"/>
              </a:rPr>
              <a:t>Inter-AS tasks</a:t>
            </a:r>
          </a:p>
        </p:txBody>
      </p:sp>
      <p:sp>
        <p:nvSpPr>
          <p:cNvPr id="101381" name="Rectangle 3"/>
          <p:cNvSpPr>
            <a:spLocks noGrp="1" noChangeArrowheads="1"/>
          </p:cNvSpPr>
          <p:nvPr>
            <p:ph type="body" sz="half" idx="1"/>
          </p:nvPr>
        </p:nvSpPr>
        <p:spPr>
          <a:xfrm>
            <a:off x="531813" y="1195388"/>
            <a:ext cx="3810000" cy="2921000"/>
          </a:xfrm>
        </p:spPr>
        <p:txBody>
          <a:bodyPr/>
          <a:lstStyle/>
          <a:p>
            <a:pPr>
              <a:defRPr/>
            </a:pPr>
            <a:r>
              <a:rPr lang="en-US" sz="2400" dirty="0">
                <a:cs typeface="+mn-cs"/>
              </a:rPr>
              <a:t>suppose router in AS</a:t>
            </a:r>
            <a:r>
              <a:rPr lang="en-US" sz="2400" dirty="0">
                <a:latin typeface="Arial"/>
                <a:cs typeface="Arial"/>
              </a:rPr>
              <a:t>1</a:t>
            </a:r>
            <a:r>
              <a:rPr lang="en-US" sz="2400" dirty="0">
                <a:cs typeface="+mn-cs"/>
              </a:rPr>
              <a:t> receives datagram destined outside of AS</a:t>
            </a:r>
            <a:r>
              <a:rPr lang="en-US" sz="2400" dirty="0">
                <a:latin typeface="Arial"/>
                <a:cs typeface="Arial"/>
              </a:rPr>
              <a:t>1</a:t>
            </a:r>
            <a:r>
              <a:rPr lang="en-US" sz="2400" dirty="0">
                <a:cs typeface="+mn-cs"/>
              </a:rPr>
              <a:t>:</a:t>
            </a:r>
          </a:p>
          <a:p>
            <a:pPr lvl="1">
              <a:defRPr/>
            </a:pPr>
            <a:r>
              <a:rPr lang="en-US" dirty="0"/>
              <a:t>router should forward packet to gateway router, but which one?</a:t>
            </a:r>
          </a:p>
        </p:txBody>
      </p:sp>
      <p:sp>
        <p:nvSpPr>
          <p:cNvPr id="101382" name="Rectangle 4"/>
          <p:cNvSpPr>
            <a:spLocks noGrp="1" noChangeArrowheads="1"/>
          </p:cNvSpPr>
          <p:nvPr>
            <p:ph type="body" sz="half" idx="2"/>
          </p:nvPr>
        </p:nvSpPr>
        <p:spPr>
          <a:xfrm>
            <a:off x="4638675" y="1195388"/>
            <a:ext cx="3810000" cy="4648200"/>
          </a:xfrm>
        </p:spPr>
        <p:txBody>
          <a:bodyPr/>
          <a:lstStyle/>
          <a:p>
            <a:pPr marL="457200" indent="-457200">
              <a:buFont typeface="Wingdings" charset="0"/>
              <a:buNone/>
              <a:defRPr/>
            </a:pPr>
            <a:r>
              <a:rPr lang="en-US" sz="2400" i="1" dirty="0">
                <a:solidFill>
                  <a:srgbClr val="CC0000"/>
                </a:solidFill>
                <a:cs typeface="+mn-cs"/>
              </a:rPr>
              <a:t>AS</a:t>
            </a:r>
            <a:r>
              <a:rPr lang="en-US" sz="2400" i="1" dirty="0">
                <a:solidFill>
                  <a:srgbClr val="CC0000"/>
                </a:solidFill>
                <a:latin typeface="Arial"/>
                <a:cs typeface="Arial"/>
              </a:rPr>
              <a:t>1</a:t>
            </a:r>
            <a:r>
              <a:rPr lang="en-US" sz="2400" i="1" dirty="0">
                <a:solidFill>
                  <a:srgbClr val="CC0000"/>
                </a:solidFill>
                <a:cs typeface="+mn-cs"/>
              </a:rPr>
              <a:t> must:</a:t>
            </a:r>
          </a:p>
          <a:p>
            <a:pPr marL="457200" indent="-457200">
              <a:buFont typeface="ZapfDingbats" charset="0"/>
              <a:buAutoNum type="arabicPeriod"/>
              <a:defRPr/>
            </a:pPr>
            <a:r>
              <a:rPr lang="en-US" sz="2400" dirty="0">
                <a:cs typeface="+mn-cs"/>
              </a:rPr>
              <a:t>learn which </a:t>
            </a:r>
            <a:r>
              <a:rPr lang="en-US" sz="2400" dirty="0" err="1">
                <a:cs typeface="+mn-cs"/>
              </a:rPr>
              <a:t>dests</a:t>
            </a:r>
            <a:r>
              <a:rPr lang="en-US" sz="2400" dirty="0">
                <a:cs typeface="+mn-cs"/>
              </a:rPr>
              <a:t> are reachable through AS2, which through AS3</a:t>
            </a:r>
          </a:p>
          <a:p>
            <a:pPr marL="457200" indent="-457200">
              <a:buFont typeface="ZapfDingbats" charset="0"/>
              <a:buAutoNum type="arabicPeriod"/>
              <a:defRPr/>
            </a:pPr>
            <a:r>
              <a:rPr lang="en-US" sz="2400" dirty="0">
                <a:cs typeface="+mn-cs"/>
              </a:rPr>
              <a:t>propagate this reachability info to all routers in AS</a:t>
            </a:r>
            <a:r>
              <a:rPr lang="en-US" sz="2400" dirty="0">
                <a:latin typeface="Arial"/>
                <a:cs typeface="Arial"/>
              </a:rPr>
              <a:t>1</a:t>
            </a:r>
          </a:p>
          <a:p>
            <a:pPr marL="457200" indent="-457200">
              <a:buFont typeface="Wingdings" charset="0"/>
              <a:buNone/>
              <a:defRPr/>
            </a:pPr>
            <a:r>
              <a:rPr lang="en-US" sz="2400" i="1" dirty="0">
                <a:solidFill>
                  <a:srgbClr val="CC0000"/>
                </a:solidFill>
                <a:cs typeface="+mn-cs"/>
              </a:rPr>
              <a:t>job of inter-AS routing!</a:t>
            </a:r>
          </a:p>
        </p:txBody>
      </p:sp>
      <p:sp>
        <p:nvSpPr>
          <p:cNvPr id="146438" name="Freeform 5"/>
          <p:cNvSpPr>
            <a:spLocks/>
          </p:cNvSpPr>
          <p:nvPr/>
        </p:nvSpPr>
        <p:spPr bwMode="auto">
          <a:xfrm>
            <a:off x="7277100" y="4562475"/>
            <a:ext cx="1171575" cy="1758950"/>
          </a:xfrm>
          <a:custGeom>
            <a:avLst/>
            <a:gdLst>
              <a:gd name="T0" fmla="*/ 2147483647 w 738"/>
              <a:gd name="T1" fmla="*/ 2147483647 h 1108"/>
              <a:gd name="T2" fmla="*/ 2147483647 w 738"/>
              <a:gd name="T3" fmla="*/ 2147483647 h 1108"/>
              <a:gd name="T4" fmla="*/ 2147483647 w 738"/>
              <a:gd name="T5" fmla="*/ 2147483647 h 1108"/>
              <a:gd name="T6" fmla="*/ 2147483647 w 738"/>
              <a:gd name="T7" fmla="*/ 2147483647 h 1108"/>
              <a:gd name="T8" fmla="*/ 2147483647 w 738"/>
              <a:gd name="T9" fmla="*/ 2147483647 h 1108"/>
              <a:gd name="T10" fmla="*/ 2147483647 w 738"/>
              <a:gd name="T11" fmla="*/ 2147483647 h 1108"/>
              <a:gd name="T12" fmla="*/ 2147483647 w 738"/>
              <a:gd name="T13" fmla="*/ 2147483647 h 1108"/>
              <a:gd name="T14" fmla="*/ 2147483647 w 738"/>
              <a:gd name="T15" fmla="*/ 2147483647 h 1108"/>
              <a:gd name="T16" fmla="*/ 0 60000 65536"/>
              <a:gd name="T17" fmla="*/ 0 60000 65536"/>
              <a:gd name="T18" fmla="*/ 0 60000 65536"/>
              <a:gd name="T19" fmla="*/ 0 60000 65536"/>
              <a:gd name="T20" fmla="*/ 0 60000 65536"/>
              <a:gd name="T21" fmla="*/ 0 60000 65536"/>
              <a:gd name="T22" fmla="*/ 0 60000 65536"/>
              <a:gd name="T23" fmla="*/ 0 60000 65536"/>
              <a:gd name="T24" fmla="*/ 0 w 738"/>
              <a:gd name="T25" fmla="*/ 0 h 1108"/>
              <a:gd name="T26" fmla="*/ 738 w 738"/>
              <a:gd name="T27" fmla="*/ 1108 h 110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38" h="1108">
                <a:moveTo>
                  <a:pt x="32" y="394"/>
                </a:moveTo>
                <a:cubicBezTo>
                  <a:pt x="66" y="301"/>
                  <a:pt x="108" y="228"/>
                  <a:pt x="213" y="172"/>
                </a:cubicBezTo>
                <a:cubicBezTo>
                  <a:pt x="318" y="116"/>
                  <a:pt x="588" y="0"/>
                  <a:pt x="663" y="56"/>
                </a:cubicBezTo>
                <a:cubicBezTo>
                  <a:pt x="738" y="112"/>
                  <a:pt x="659" y="346"/>
                  <a:pt x="661" y="509"/>
                </a:cubicBezTo>
                <a:cubicBezTo>
                  <a:pt x="663" y="672"/>
                  <a:pt x="731" y="956"/>
                  <a:pt x="677" y="1032"/>
                </a:cubicBezTo>
                <a:cubicBezTo>
                  <a:pt x="623" y="1108"/>
                  <a:pt x="442" y="999"/>
                  <a:pt x="338" y="962"/>
                </a:cubicBezTo>
                <a:cubicBezTo>
                  <a:pt x="234" y="925"/>
                  <a:pt x="102" y="904"/>
                  <a:pt x="51" y="809"/>
                </a:cubicBezTo>
                <a:cubicBezTo>
                  <a:pt x="0" y="715"/>
                  <a:pt x="36" y="481"/>
                  <a:pt x="32" y="394"/>
                </a:cubicBezTo>
                <a:close/>
              </a:path>
            </a:pathLst>
          </a:custGeom>
          <a:gradFill rotWithShape="1">
            <a:gsLst>
              <a:gs pos="0">
                <a:srgbClr val="66CCFF"/>
              </a:gs>
              <a:gs pos="100000">
                <a:srgbClr val="FFFF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sp>
        <p:nvSpPr>
          <p:cNvPr id="146439" name="Freeform 6"/>
          <p:cNvSpPr>
            <a:spLocks/>
          </p:cNvSpPr>
          <p:nvPr/>
        </p:nvSpPr>
        <p:spPr bwMode="auto">
          <a:xfrm>
            <a:off x="5230813" y="4872038"/>
            <a:ext cx="1944687" cy="1292225"/>
          </a:xfrm>
          <a:custGeom>
            <a:avLst/>
            <a:gdLst>
              <a:gd name="T0" fmla="*/ 2147483647 w 1162"/>
              <a:gd name="T1" fmla="*/ 2147483647 h 543"/>
              <a:gd name="T2" fmla="*/ 2147483647 w 1162"/>
              <a:gd name="T3" fmla="*/ 2147483647 h 543"/>
              <a:gd name="T4" fmla="*/ 2147483647 w 1162"/>
              <a:gd name="T5" fmla="*/ 2147483647 h 543"/>
              <a:gd name="T6" fmla="*/ 2147483647 w 1162"/>
              <a:gd name="T7" fmla="*/ 2147483647 h 543"/>
              <a:gd name="T8" fmla="*/ 2147483647 w 1162"/>
              <a:gd name="T9" fmla="*/ 2147483647 h 543"/>
              <a:gd name="T10" fmla="*/ 2147483647 w 1162"/>
              <a:gd name="T11" fmla="*/ 2147483647 h 543"/>
              <a:gd name="T12" fmla="*/ 2147483647 w 1162"/>
              <a:gd name="T13" fmla="*/ 2147483647 h 543"/>
              <a:gd name="T14" fmla="*/ 2147483647 w 1162"/>
              <a:gd name="T15" fmla="*/ 2147483647 h 543"/>
              <a:gd name="T16" fmla="*/ 0 60000 65536"/>
              <a:gd name="T17" fmla="*/ 0 60000 65536"/>
              <a:gd name="T18" fmla="*/ 0 60000 65536"/>
              <a:gd name="T19" fmla="*/ 0 60000 65536"/>
              <a:gd name="T20" fmla="*/ 0 60000 65536"/>
              <a:gd name="T21" fmla="*/ 0 60000 65536"/>
              <a:gd name="T22" fmla="*/ 0 60000 65536"/>
              <a:gd name="T23" fmla="*/ 0 60000 65536"/>
              <a:gd name="T24" fmla="*/ 0 w 1162"/>
              <a:gd name="T25" fmla="*/ 0 h 543"/>
              <a:gd name="T26" fmla="*/ 1162 w 1162"/>
              <a:gd name="T27" fmla="*/ 543 h 54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62" h="543">
                <a:moveTo>
                  <a:pt x="56" y="162"/>
                </a:moveTo>
                <a:cubicBezTo>
                  <a:pt x="115" y="100"/>
                  <a:pt x="221" y="28"/>
                  <a:pt x="368" y="14"/>
                </a:cubicBezTo>
                <a:cubicBezTo>
                  <a:pt x="515" y="0"/>
                  <a:pt x="811" y="42"/>
                  <a:pt x="940" y="79"/>
                </a:cubicBezTo>
                <a:cubicBezTo>
                  <a:pt x="1069" y="116"/>
                  <a:pt x="1126" y="177"/>
                  <a:pt x="1144" y="239"/>
                </a:cubicBezTo>
                <a:cubicBezTo>
                  <a:pt x="1162" y="301"/>
                  <a:pt x="1141" y="401"/>
                  <a:pt x="1048" y="451"/>
                </a:cubicBezTo>
                <a:cubicBezTo>
                  <a:pt x="955" y="501"/>
                  <a:pt x="746" y="543"/>
                  <a:pt x="586" y="541"/>
                </a:cubicBezTo>
                <a:cubicBezTo>
                  <a:pt x="426" y="539"/>
                  <a:pt x="176" y="502"/>
                  <a:pt x="88" y="439"/>
                </a:cubicBezTo>
                <a:cubicBezTo>
                  <a:pt x="0" y="376"/>
                  <a:pt x="63" y="220"/>
                  <a:pt x="56" y="162"/>
                </a:cubicBezTo>
                <a:close/>
              </a:path>
            </a:pathLst>
          </a:custGeom>
          <a:solidFill>
            <a:srgbClr val="66CCFF"/>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sp>
        <p:nvSpPr>
          <p:cNvPr id="146440" name="Freeform 7"/>
          <p:cNvSpPr>
            <a:spLocks/>
          </p:cNvSpPr>
          <p:nvPr/>
        </p:nvSpPr>
        <p:spPr bwMode="auto">
          <a:xfrm>
            <a:off x="1477963" y="4164013"/>
            <a:ext cx="1679575" cy="1411287"/>
          </a:xfrm>
          <a:custGeom>
            <a:avLst/>
            <a:gdLst>
              <a:gd name="T0" fmla="*/ 2147483647 w 1198"/>
              <a:gd name="T1" fmla="*/ 2147483647 h 451"/>
              <a:gd name="T2" fmla="*/ 2147483647 w 1198"/>
              <a:gd name="T3" fmla="*/ 2147483647 h 451"/>
              <a:gd name="T4" fmla="*/ 2147483647 w 1198"/>
              <a:gd name="T5" fmla="*/ 2147483647 h 451"/>
              <a:gd name="T6" fmla="*/ 2147483647 w 1198"/>
              <a:gd name="T7" fmla="*/ 2147483647 h 451"/>
              <a:gd name="T8" fmla="*/ 2147483647 w 1198"/>
              <a:gd name="T9" fmla="*/ 2147483647 h 451"/>
              <a:gd name="T10" fmla="*/ 2147483647 w 1198"/>
              <a:gd name="T11" fmla="*/ 2147483647 h 451"/>
              <a:gd name="T12" fmla="*/ 2147483647 w 1198"/>
              <a:gd name="T13" fmla="*/ 2147483647 h 451"/>
              <a:gd name="T14" fmla="*/ 2147483647 w 1198"/>
              <a:gd name="T15" fmla="*/ 2147483647 h 451"/>
              <a:gd name="T16" fmla="*/ 2147483647 w 1198"/>
              <a:gd name="T17" fmla="*/ 2147483647 h 45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98"/>
              <a:gd name="T28" fmla="*/ 0 h 451"/>
              <a:gd name="T29" fmla="*/ 1198 w 1198"/>
              <a:gd name="T30" fmla="*/ 451 h 45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98" h="451">
                <a:moveTo>
                  <a:pt x="88" y="181"/>
                </a:moveTo>
                <a:cubicBezTo>
                  <a:pt x="159" y="143"/>
                  <a:pt x="120" y="111"/>
                  <a:pt x="180" y="89"/>
                </a:cubicBezTo>
                <a:cubicBezTo>
                  <a:pt x="240" y="67"/>
                  <a:pt x="313" y="60"/>
                  <a:pt x="448" y="49"/>
                </a:cubicBezTo>
                <a:cubicBezTo>
                  <a:pt x="583" y="38"/>
                  <a:pt x="866" y="0"/>
                  <a:pt x="988" y="25"/>
                </a:cubicBezTo>
                <a:cubicBezTo>
                  <a:pt x="1110" y="50"/>
                  <a:pt x="1198" y="132"/>
                  <a:pt x="1181" y="197"/>
                </a:cubicBezTo>
                <a:cubicBezTo>
                  <a:pt x="1164" y="262"/>
                  <a:pt x="1034" y="375"/>
                  <a:pt x="889" y="413"/>
                </a:cubicBezTo>
                <a:cubicBezTo>
                  <a:pt x="744" y="451"/>
                  <a:pt x="449" y="438"/>
                  <a:pt x="307" y="425"/>
                </a:cubicBezTo>
                <a:cubicBezTo>
                  <a:pt x="165" y="412"/>
                  <a:pt x="72" y="378"/>
                  <a:pt x="36" y="337"/>
                </a:cubicBezTo>
                <a:cubicBezTo>
                  <a:pt x="0" y="296"/>
                  <a:pt x="77" y="213"/>
                  <a:pt x="88" y="181"/>
                </a:cubicBezTo>
                <a:close/>
              </a:path>
            </a:pathLst>
          </a:custGeom>
          <a:solidFill>
            <a:srgbClr val="66CCFF"/>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sp>
        <p:nvSpPr>
          <p:cNvPr id="146441" name="Freeform 8"/>
          <p:cNvSpPr>
            <a:spLocks/>
          </p:cNvSpPr>
          <p:nvPr/>
        </p:nvSpPr>
        <p:spPr bwMode="auto">
          <a:xfrm>
            <a:off x="2108200" y="4908550"/>
            <a:ext cx="400050" cy="180975"/>
          </a:xfrm>
          <a:custGeom>
            <a:avLst/>
            <a:gdLst>
              <a:gd name="T0" fmla="*/ 0 w 252"/>
              <a:gd name="T1" fmla="*/ 2147483647 h 114"/>
              <a:gd name="T2" fmla="*/ 2147483647 w 252"/>
              <a:gd name="T3" fmla="*/ 0 h 114"/>
              <a:gd name="T4" fmla="*/ 0 60000 65536"/>
              <a:gd name="T5" fmla="*/ 0 60000 65536"/>
              <a:gd name="T6" fmla="*/ 0 w 252"/>
              <a:gd name="T7" fmla="*/ 0 h 114"/>
              <a:gd name="T8" fmla="*/ 252 w 252"/>
              <a:gd name="T9" fmla="*/ 114 h 114"/>
            </a:gdLst>
            <a:ahLst/>
            <a:cxnLst>
              <a:cxn ang="T4">
                <a:pos x="T0" y="T1"/>
              </a:cxn>
              <a:cxn ang="T5">
                <a:pos x="T2" y="T3"/>
              </a:cxn>
            </a:cxnLst>
            <a:rect l="T6" t="T7" r="T8" b="T9"/>
            <a:pathLst>
              <a:path w="252" h="114">
                <a:moveTo>
                  <a:pt x="0" y="114"/>
                </a:moveTo>
                <a:lnTo>
                  <a:pt x="252" y="0"/>
                </a:lnTo>
              </a:path>
            </a:pathLst>
          </a:custGeom>
          <a:noFill/>
          <a:ln w="12700" cap="flat" cmpd="sng">
            <a:solidFill>
              <a:schemeClr val="tx1"/>
            </a:solidFill>
            <a:prstDash val="solid"/>
            <a:round/>
            <a:headEnd type="none" w="med" len="med"/>
            <a:tailEnd type="none" w="med" len="me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sp>
        <p:nvSpPr>
          <p:cNvPr id="146442" name="Text Box 9"/>
          <p:cNvSpPr txBox="1">
            <a:spLocks noChangeArrowheads="1"/>
          </p:cNvSpPr>
          <p:nvPr/>
        </p:nvSpPr>
        <p:spPr bwMode="auto">
          <a:xfrm>
            <a:off x="2052638" y="5129213"/>
            <a:ext cx="665162" cy="3968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2000"/>
              <a:t>AS3</a:t>
            </a:r>
            <a:endParaRPr lang="en-US" sz="1800"/>
          </a:p>
        </p:txBody>
      </p:sp>
      <p:sp>
        <p:nvSpPr>
          <p:cNvPr id="146443" name="Text Box 10"/>
          <p:cNvSpPr txBox="1">
            <a:spLocks noChangeArrowheads="1"/>
          </p:cNvSpPr>
          <p:nvPr/>
        </p:nvSpPr>
        <p:spPr bwMode="auto">
          <a:xfrm>
            <a:off x="5867400" y="5794375"/>
            <a:ext cx="615950" cy="3667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AS2</a:t>
            </a:r>
          </a:p>
        </p:txBody>
      </p:sp>
      <p:sp>
        <p:nvSpPr>
          <p:cNvPr id="146444" name="Line 11"/>
          <p:cNvSpPr>
            <a:spLocks noChangeShapeType="1"/>
          </p:cNvSpPr>
          <p:nvPr/>
        </p:nvSpPr>
        <p:spPr bwMode="auto">
          <a:xfrm flipV="1">
            <a:off x="5746750" y="5283200"/>
            <a:ext cx="434975" cy="192088"/>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46445" name="Line 12"/>
          <p:cNvSpPr>
            <a:spLocks noChangeShapeType="1"/>
          </p:cNvSpPr>
          <p:nvPr/>
        </p:nvSpPr>
        <p:spPr bwMode="auto">
          <a:xfrm flipH="1" flipV="1">
            <a:off x="2324100" y="4641850"/>
            <a:ext cx="241300" cy="174625"/>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46446" name="Line 13"/>
          <p:cNvSpPr>
            <a:spLocks noChangeShapeType="1"/>
          </p:cNvSpPr>
          <p:nvPr/>
        </p:nvSpPr>
        <p:spPr bwMode="auto">
          <a:xfrm flipH="1">
            <a:off x="1882775" y="4635500"/>
            <a:ext cx="147638" cy="376238"/>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a:lstStyle/>
          <a:p>
            <a:endParaRPr lang="en-US"/>
          </a:p>
        </p:txBody>
      </p:sp>
      <p:grpSp>
        <p:nvGrpSpPr>
          <p:cNvPr id="146447" name="Group 14"/>
          <p:cNvGrpSpPr>
            <a:grpSpLocks/>
          </p:cNvGrpSpPr>
          <p:nvPr/>
        </p:nvGrpSpPr>
        <p:grpSpPr bwMode="auto">
          <a:xfrm>
            <a:off x="1619250" y="4903788"/>
            <a:ext cx="501650" cy="396875"/>
            <a:chOff x="873" y="3243"/>
            <a:chExt cx="316" cy="250"/>
          </a:xfrm>
        </p:grpSpPr>
        <p:sp>
          <p:nvSpPr>
            <p:cNvPr id="146545" name="Oval 15"/>
            <p:cNvSpPr>
              <a:spLocks noChangeArrowheads="1"/>
            </p:cNvSpPr>
            <p:nvPr/>
          </p:nvSpPr>
          <p:spPr bwMode="auto">
            <a:xfrm>
              <a:off x="876" y="3361"/>
              <a:ext cx="313" cy="81"/>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46546" name="Line 16"/>
            <p:cNvSpPr>
              <a:spLocks noChangeShapeType="1"/>
            </p:cNvSpPr>
            <p:nvPr/>
          </p:nvSpPr>
          <p:spPr bwMode="auto">
            <a:xfrm>
              <a:off x="876" y="3354"/>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46547" name="Line 17"/>
            <p:cNvSpPr>
              <a:spLocks noChangeShapeType="1"/>
            </p:cNvSpPr>
            <p:nvPr/>
          </p:nvSpPr>
          <p:spPr bwMode="auto">
            <a:xfrm>
              <a:off x="1189" y="3354"/>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46548" name="Rectangle 18"/>
            <p:cNvSpPr>
              <a:spLocks noChangeArrowheads="1"/>
            </p:cNvSpPr>
            <p:nvPr/>
          </p:nvSpPr>
          <p:spPr bwMode="auto">
            <a:xfrm>
              <a:off x="876" y="3354"/>
              <a:ext cx="310" cy="49"/>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sz="2400"/>
            </a:p>
          </p:txBody>
        </p:sp>
        <p:sp>
          <p:nvSpPr>
            <p:cNvPr id="146549" name="Oval 19"/>
            <p:cNvSpPr>
              <a:spLocks noChangeArrowheads="1"/>
            </p:cNvSpPr>
            <p:nvPr/>
          </p:nvSpPr>
          <p:spPr bwMode="auto">
            <a:xfrm>
              <a:off x="873" y="3295"/>
              <a:ext cx="313" cy="95"/>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46550" name="Rectangle 20"/>
            <p:cNvSpPr>
              <a:spLocks noChangeArrowheads="1"/>
            </p:cNvSpPr>
            <p:nvPr/>
          </p:nvSpPr>
          <p:spPr bwMode="auto">
            <a:xfrm>
              <a:off x="960" y="3308"/>
              <a:ext cx="141" cy="124"/>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p>
          </p:txBody>
        </p:sp>
        <p:sp>
          <p:nvSpPr>
            <p:cNvPr id="146551" name="Text Box 21"/>
            <p:cNvSpPr txBox="1">
              <a:spLocks noChangeArrowheads="1"/>
            </p:cNvSpPr>
            <p:nvPr/>
          </p:nvSpPr>
          <p:spPr bwMode="auto">
            <a:xfrm>
              <a:off x="887" y="3243"/>
              <a:ext cx="294" cy="2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2000"/>
                <a:t>3b</a:t>
              </a:r>
              <a:endParaRPr lang="en-US"/>
            </a:p>
          </p:txBody>
        </p:sp>
      </p:grpSp>
      <p:grpSp>
        <p:nvGrpSpPr>
          <p:cNvPr id="146448" name="Group 22"/>
          <p:cNvGrpSpPr>
            <a:grpSpLocks/>
          </p:cNvGrpSpPr>
          <p:nvPr/>
        </p:nvGrpSpPr>
        <p:grpSpPr bwMode="auto">
          <a:xfrm>
            <a:off x="1889125" y="4327525"/>
            <a:ext cx="501650" cy="396875"/>
            <a:chOff x="2016" y="1976"/>
            <a:chExt cx="316" cy="250"/>
          </a:xfrm>
        </p:grpSpPr>
        <p:sp>
          <p:nvSpPr>
            <p:cNvPr id="146537" name="Oval 23"/>
            <p:cNvSpPr>
              <a:spLocks noChangeArrowheads="1"/>
            </p:cNvSpPr>
            <p:nvPr/>
          </p:nvSpPr>
          <p:spPr bwMode="auto">
            <a:xfrm>
              <a:off x="2019" y="2102"/>
              <a:ext cx="313" cy="81"/>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46538" name="Line 24"/>
            <p:cNvSpPr>
              <a:spLocks noChangeShapeType="1"/>
            </p:cNvSpPr>
            <p:nvPr/>
          </p:nvSpPr>
          <p:spPr bwMode="auto">
            <a:xfrm>
              <a:off x="2019" y="2095"/>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46539" name="Line 25"/>
            <p:cNvSpPr>
              <a:spLocks noChangeShapeType="1"/>
            </p:cNvSpPr>
            <p:nvPr/>
          </p:nvSpPr>
          <p:spPr bwMode="auto">
            <a:xfrm>
              <a:off x="2332" y="2095"/>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46540" name="Rectangle 26"/>
            <p:cNvSpPr>
              <a:spLocks noChangeArrowheads="1"/>
            </p:cNvSpPr>
            <p:nvPr/>
          </p:nvSpPr>
          <p:spPr bwMode="auto">
            <a:xfrm>
              <a:off x="2019" y="2095"/>
              <a:ext cx="310" cy="49"/>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sz="2400"/>
            </a:p>
          </p:txBody>
        </p:sp>
        <p:sp>
          <p:nvSpPr>
            <p:cNvPr id="146541" name="Oval 27"/>
            <p:cNvSpPr>
              <a:spLocks noChangeArrowheads="1"/>
            </p:cNvSpPr>
            <p:nvPr/>
          </p:nvSpPr>
          <p:spPr bwMode="auto">
            <a:xfrm>
              <a:off x="2016" y="2036"/>
              <a:ext cx="313" cy="95"/>
            </a:xfrm>
            <a:prstGeom prst="ellipse">
              <a:avLst/>
            </a:prstGeom>
            <a:solidFill>
              <a:schemeClr val="hlink"/>
            </a:solidFill>
            <a:ln w="12700">
              <a:solidFill>
                <a:schemeClr val="tx1"/>
              </a:solidFill>
              <a:round/>
              <a:headEnd/>
              <a:tailEnd/>
            </a:ln>
          </p:spPr>
          <p:txBody>
            <a:bodyPr wrap="none" anchor="ctr"/>
            <a:lstStyle/>
            <a:p>
              <a:endParaRPr lang="en-US"/>
            </a:p>
          </p:txBody>
        </p:sp>
        <p:grpSp>
          <p:nvGrpSpPr>
            <p:cNvPr id="146542" name="Group 28"/>
            <p:cNvGrpSpPr>
              <a:grpSpLocks/>
            </p:cNvGrpSpPr>
            <p:nvPr/>
          </p:nvGrpSpPr>
          <p:grpSpPr bwMode="auto">
            <a:xfrm>
              <a:off x="2032" y="1976"/>
              <a:ext cx="285" cy="250"/>
              <a:chOff x="2912" y="2425"/>
              <a:chExt cx="290" cy="250"/>
            </a:xfrm>
          </p:grpSpPr>
          <p:sp>
            <p:nvSpPr>
              <p:cNvPr id="146543" name="Rectangle 29"/>
              <p:cNvSpPr>
                <a:spLocks noChangeArrowheads="1"/>
              </p:cNvSpPr>
              <p:nvPr/>
            </p:nvSpPr>
            <p:spPr bwMode="auto">
              <a:xfrm>
                <a:off x="2982" y="2490"/>
                <a:ext cx="142" cy="132"/>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p>
            </p:txBody>
          </p:sp>
          <p:sp>
            <p:nvSpPr>
              <p:cNvPr id="146544" name="Text Box 30"/>
              <p:cNvSpPr txBox="1">
                <a:spLocks noChangeArrowheads="1"/>
              </p:cNvSpPr>
              <p:nvPr/>
            </p:nvSpPr>
            <p:spPr bwMode="auto">
              <a:xfrm>
                <a:off x="2912" y="2425"/>
                <a:ext cx="290" cy="2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2000"/>
                  <a:t>3c</a:t>
                </a:r>
                <a:endParaRPr lang="en-US"/>
              </a:p>
            </p:txBody>
          </p:sp>
        </p:grpSp>
      </p:grpSp>
      <p:grpSp>
        <p:nvGrpSpPr>
          <p:cNvPr id="146449" name="Group 31"/>
          <p:cNvGrpSpPr>
            <a:grpSpLocks/>
          </p:cNvGrpSpPr>
          <p:nvPr/>
        </p:nvGrpSpPr>
        <p:grpSpPr bwMode="auto">
          <a:xfrm>
            <a:off x="2466975" y="4702175"/>
            <a:ext cx="501650" cy="396875"/>
            <a:chOff x="1434" y="3104"/>
            <a:chExt cx="316" cy="250"/>
          </a:xfrm>
        </p:grpSpPr>
        <p:grpSp>
          <p:nvGrpSpPr>
            <p:cNvPr id="146529" name="Group 32"/>
            <p:cNvGrpSpPr>
              <a:grpSpLocks/>
            </p:cNvGrpSpPr>
            <p:nvPr/>
          </p:nvGrpSpPr>
          <p:grpSpPr bwMode="auto">
            <a:xfrm>
              <a:off x="1434" y="3163"/>
              <a:ext cx="316" cy="147"/>
              <a:chOff x="1434" y="3163"/>
              <a:chExt cx="316" cy="147"/>
            </a:xfrm>
          </p:grpSpPr>
          <p:sp>
            <p:nvSpPr>
              <p:cNvPr id="146531" name="Oval 33"/>
              <p:cNvSpPr>
                <a:spLocks noChangeArrowheads="1"/>
              </p:cNvSpPr>
              <p:nvPr/>
            </p:nvSpPr>
            <p:spPr bwMode="auto">
              <a:xfrm>
                <a:off x="1437" y="3229"/>
                <a:ext cx="313" cy="81"/>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46532" name="Line 34"/>
              <p:cNvSpPr>
                <a:spLocks noChangeShapeType="1"/>
              </p:cNvSpPr>
              <p:nvPr/>
            </p:nvSpPr>
            <p:spPr bwMode="auto">
              <a:xfrm>
                <a:off x="1437" y="3222"/>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46533" name="Line 35"/>
              <p:cNvSpPr>
                <a:spLocks noChangeShapeType="1"/>
              </p:cNvSpPr>
              <p:nvPr/>
            </p:nvSpPr>
            <p:spPr bwMode="auto">
              <a:xfrm>
                <a:off x="1750" y="3222"/>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46534" name="Rectangle 36"/>
              <p:cNvSpPr>
                <a:spLocks noChangeArrowheads="1"/>
              </p:cNvSpPr>
              <p:nvPr/>
            </p:nvSpPr>
            <p:spPr bwMode="auto">
              <a:xfrm>
                <a:off x="1437" y="3222"/>
                <a:ext cx="310" cy="49"/>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sz="2400"/>
              </a:p>
            </p:txBody>
          </p:sp>
          <p:sp>
            <p:nvSpPr>
              <p:cNvPr id="146535" name="Oval 37"/>
              <p:cNvSpPr>
                <a:spLocks noChangeArrowheads="1"/>
              </p:cNvSpPr>
              <p:nvPr/>
            </p:nvSpPr>
            <p:spPr bwMode="auto">
              <a:xfrm>
                <a:off x="1434" y="3163"/>
                <a:ext cx="313" cy="95"/>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46536" name="Rectangle 38"/>
              <p:cNvSpPr>
                <a:spLocks noChangeArrowheads="1"/>
              </p:cNvSpPr>
              <p:nvPr/>
            </p:nvSpPr>
            <p:spPr bwMode="auto">
              <a:xfrm>
                <a:off x="1521" y="3176"/>
                <a:ext cx="142" cy="110"/>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p>
            </p:txBody>
          </p:sp>
        </p:grpSp>
        <p:sp>
          <p:nvSpPr>
            <p:cNvPr id="146530" name="Text Box 39"/>
            <p:cNvSpPr txBox="1">
              <a:spLocks noChangeArrowheads="1"/>
            </p:cNvSpPr>
            <p:nvPr/>
          </p:nvSpPr>
          <p:spPr bwMode="auto">
            <a:xfrm>
              <a:off x="1448" y="3104"/>
              <a:ext cx="294" cy="2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2000"/>
                <a:t>3a</a:t>
              </a:r>
              <a:endParaRPr lang="en-US"/>
            </a:p>
          </p:txBody>
        </p:sp>
      </p:grpSp>
      <p:grpSp>
        <p:nvGrpSpPr>
          <p:cNvPr id="146450" name="Group 40"/>
          <p:cNvGrpSpPr>
            <a:grpSpLocks/>
          </p:cNvGrpSpPr>
          <p:nvPr/>
        </p:nvGrpSpPr>
        <p:grpSpPr bwMode="auto">
          <a:xfrm>
            <a:off x="2495550" y="5227638"/>
            <a:ext cx="2660650" cy="1122362"/>
            <a:chOff x="1572" y="3293"/>
            <a:chExt cx="1676" cy="707"/>
          </a:xfrm>
        </p:grpSpPr>
        <p:sp>
          <p:nvSpPr>
            <p:cNvPr id="146486" name="Freeform 41"/>
            <p:cNvSpPr>
              <a:spLocks/>
            </p:cNvSpPr>
            <p:nvPr/>
          </p:nvSpPr>
          <p:spPr bwMode="auto">
            <a:xfrm>
              <a:off x="1572" y="3293"/>
              <a:ext cx="1676" cy="707"/>
            </a:xfrm>
            <a:custGeom>
              <a:avLst/>
              <a:gdLst>
                <a:gd name="T0" fmla="*/ 259 w 1583"/>
                <a:gd name="T1" fmla="*/ 310 h 682"/>
                <a:gd name="T2" fmla="*/ 681 w 1583"/>
                <a:gd name="T3" fmla="*/ 102 h 682"/>
                <a:gd name="T4" fmla="*/ 1313 w 1583"/>
                <a:gd name="T5" fmla="*/ 29 h 682"/>
                <a:gd name="T6" fmla="*/ 1933 w 1583"/>
                <a:gd name="T7" fmla="*/ 268 h 682"/>
                <a:gd name="T8" fmla="*/ 2613 w 1583"/>
                <a:gd name="T9" fmla="*/ 591 h 682"/>
                <a:gd name="T10" fmla="*/ 2126 w 1583"/>
                <a:gd name="T11" fmla="*/ 888 h 682"/>
                <a:gd name="T12" fmla="*/ 1153 w 1583"/>
                <a:gd name="T13" fmla="*/ 908 h 682"/>
                <a:gd name="T14" fmla="*/ 149 w 1583"/>
                <a:gd name="T15" fmla="*/ 823 h 682"/>
                <a:gd name="T16" fmla="*/ 259 w 1583"/>
                <a:gd name="T17" fmla="*/ 310 h 68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83"/>
                <a:gd name="T28" fmla="*/ 0 h 682"/>
                <a:gd name="T29" fmla="*/ 1583 w 1583"/>
                <a:gd name="T30" fmla="*/ 682 h 68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83" h="682">
                  <a:moveTo>
                    <a:pt x="155" y="224"/>
                  </a:moveTo>
                  <a:cubicBezTo>
                    <a:pt x="208" y="137"/>
                    <a:pt x="302" y="108"/>
                    <a:pt x="407" y="74"/>
                  </a:cubicBezTo>
                  <a:cubicBezTo>
                    <a:pt x="512" y="40"/>
                    <a:pt x="660" y="0"/>
                    <a:pt x="785" y="20"/>
                  </a:cubicBezTo>
                  <a:cubicBezTo>
                    <a:pt x="910" y="40"/>
                    <a:pt x="1027" y="126"/>
                    <a:pt x="1157" y="194"/>
                  </a:cubicBezTo>
                  <a:cubicBezTo>
                    <a:pt x="1287" y="262"/>
                    <a:pt x="1545" y="353"/>
                    <a:pt x="1564" y="428"/>
                  </a:cubicBezTo>
                  <a:cubicBezTo>
                    <a:pt x="1583" y="503"/>
                    <a:pt x="1417" y="606"/>
                    <a:pt x="1272" y="644"/>
                  </a:cubicBezTo>
                  <a:cubicBezTo>
                    <a:pt x="1127" y="682"/>
                    <a:pt x="887" y="664"/>
                    <a:pt x="690" y="656"/>
                  </a:cubicBezTo>
                  <a:cubicBezTo>
                    <a:pt x="493" y="648"/>
                    <a:pt x="178" y="668"/>
                    <a:pt x="89" y="596"/>
                  </a:cubicBezTo>
                  <a:cubicBezTo>
                    <a:pt x="0" y="524"/>
                    <a:pt x="102" y="311"/>
                    <a:pt x="155" y="224"/>
                  </a:cubicBezTo>
                  <a:close/>
                </a:path>
              </a:pathLst>
            </a:custGeom>
            <a:solidFill>
              <a:srgbClr val="66CCFF"/>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sp>
          <p:nvSpPr>
            <p:cNvPr id="146487" name="Text Box 42"/>
            <p:cNvSpPr txBox="1">
              <a:spLocks noChangeArrowheads="1"/>
            </p:cNvSpPr>
            <p:nvPr/>
          </p:nvSpPr>
          <p:spPr bwMode="auto">
            <a:xfrm>
              <a:off x="1719" y="3724"/>
              <a:ext cx="419" cy="2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2000"/>
                <a:t>AS1</a:t>
              </a:r>
              <a:endParaRPr lang="en-US" sz="1800"/>
            </a:p>
          </p:txBody>
        </p:sp>
        <p:sp>
          <p:nvSpPr>
            <p:cNvPr id="146488" name="Line 43"/>
            <p:cNvSpPr>
              <a:spLocks noChangeShapeType="1"/>
            </p:cNvSpPr>
            <p:nvPr/>
          </p:nvSpPr>
          <p:spPr bwMode="auto">
            <a:xfrm flipH="1">
              <a:off x="2134" y="3469"/>
              <a:ext cx="93" cy="102"/>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46489" name="Line 44"/>
            <p:cNvSpPr>
              <a:spLocks noChangeShapeType="1"/>
            </p:cNvSpPr>
            <p:nvPr/>
          </p:nvSpPr>
          <p:spPr bwMode="auto">
            <a:xfrm>
              <a:off x="2388" y="3491"/>
              <a:ext cx="3" cy="285"/>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46490" name="Line 45"/>
            <p:cNvSpPr>
              <a:spLocks noChangeShapeType="1"/>
            </p:cNvSpPr>
            <p:nvPr/>
          </p:nvSpPr>
          <p:spPr bwMode="auto">
            <a:xfrm>
              <a:off x="2490" y="3461"/>
              <a:ext cx="313" cy="211"/>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46491" name="Line 46"/>
            <p:cNvSpPr>
              <a:spLocks noChangeShapeType="1"/>
            </p:cNvSpPr>
            <p:nvPr/>
          </p:nvSpPr>
          <p:spPr bwMode="auto">
            <a:xfrm flipH="1">
              <a:off x="2566" y="3749"/>
              <a:ext cx="237" cy="76"/>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46492" name="Line 47"/>
            <p:cNvSpPr>
              <a:spLocks noChangeShapeType="1"/>
            </p:cNvSpPr>
            <p:nvPr/>
          </p:nvSpPr>
          <p:spPr bwMode="auto">
            <a:xfrm flipH="1" flipV="1">
              <a:off x="2202" y="3638"/>
              <a:ext cx="568" cy="51"/>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46493" name="Line 48"/>
            <p:cNvSpPr>
              <a:spLocks noChangeShapeType="1"/>
            </p:cNvSpPr>
            <p:nvPr/>
          </p:nvSpPr>
          <p:spPr bwMode="auto">
            <a:xfrm>
              <a:off x="2143" y="3689"/>
              <a:ext cx="127" cy="85"/>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a:lstStyle/>
            <a:p>
              <a:endParaRPr lang="en-US"/>
            </a:p>
          </p:txBody>
        </p:sp>
        <p:grpSp>
          <p:nvGrpSpPr>
            <p:cNvPr id="146494" name="Group 49"/>
            <p:cNvGrpSpPr>
              <a:grpSpLocks/>
            </p:cNvGrpSpPr>
            <p:nvPr/>
          </p:nvGrpSpPr>
          <p:grpSpPr bwMode="auto">
            <a:xfrm>
              <a:off x="2202" y="3293"/>
              <a:ext cx="316" cy="250"/>
              <a:chOff x="2055" y="3447"/>
              <a:chExt cx="316" cy="250"/>
            </a:xfrm>
          </p:grpSpPr>
          <p:sp>
            <p:nvSpPr>
              <p:cNvPr id="146521" name="Oval 50"/>
              <p:cNvSpPr>
                <a:spLocks noChangeArrowheads="1"/>
              </p:cNvSpPr>
              <p:nvPr/>
            </p:nvSpPr>
            <p:spPr bwMode="auto">
              <a:xfrm>
                <a:off x="2058" y="3571"/>
                <a:ext cx="313" cy="81"/>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46522" name="Line 51"/>
              <p:cNvSpPr>
                <a:spLocks noChangeShapeType="1"/>
              </p:cNvSpPr>
              <p:nvPr/>
            </p:nvSpPr>
            <p:spPr bwMode="auto">
              <a:xfrm>
                <a:off x="2058" y="3564"/>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46523" name="Line 52"/>
              <p:cNvSpPr>
                <a:spLocks noChangeShapeType="1"/>
              </p:cNvSpPr>
              <p:nvPr/>
            </p:nvSpPr>
            <p:spPr bwMode="auto">
              <a:xfrm>
                <a:off x="2371" y="3564"/>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46524" name="Rectangle 53"/>
              <p:cNvSpPr>
                <a:spLocks noChangeArrowheads="1"/>
              </p:cNvSpPr>
              <p:nvPr/>
            </p:nvSpPr>
            <p:spPr bwMode="auto">
              <a:xfrm>
                <a:off x="2058" y="3564"/>
                <a:ext cx="310" cy="49"/>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sz="2400"/>
              </a:p>
            </p:txBody>
          </p:sp>
          <p:sp>
            <p:nvSpPr>
              <p:cNvPr id="146525" name="Oval 54"/>
              <p:cNvSpPr>
                <a:spLocks noChangeArrowheads="1"/>
              </p:cNvSpPr>
              <p:nvPr/>
            </p:nvSpPr>
            <p:spPr bwMode="auto">
              <a:xfrm>
                <a:off x="2055" y="3505"/>
                <a:ext cx="313" cy="95"/>
              </a:xfrm>
              <a:prstGeom prst="ellipse">
                <a:avLst/>
              </a:prstGeom>
              <a:solidFill>
                <a:schemeClr val="hlink"/>
              </a:solidFill>
              <a:ln w="12700">
                <a:solidFill>
                  <a:schemeClr val="tx1"/>
                </a:solidFill>
                <a:round/>
                <a:headEnd/>
                <a:tailEnd/>
              </a:ln>
            </p:spPr>
            <p:txBody>
              <a:bodyPr wrap="none" anchor="ctr"/>
              <a:lstStyle/>
              <a:p>
                <a:endParaRPr lang="en-US"/>
              </a:p>
            </p:txBody>
          </p:sp>
          <p:grpSp>
            <p:nvGrpSpPr>
              <p:cNvPr id="146526" name="Group 55"/>
              <p:cNvGrpSpPr>
                <a:grpSpLocks/>
              </p:cNvGrpSpPr>
              <p:nvPr/>
            </p:nvGrpSpPr>
            <p:grpSpPr bwMode="auto">
              <a:xfrm>
                <a:off x="2072" y="3447"/>
                <a:ext cx="285" cy="250"/>
                <a:chOff x="2912" y="2425"/>
                <a:chExt cx="292" cy="250"/>
              </a:xfrm>
            </p:grpSpPr>
            <p:sp>
              <p:nvSpPr>
                <p:cNvPr id="146527" name="Rectangle 56"/>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p>
              </p:txBody>
            </p:sp>
            <p:sp>
              <p:nvSpPr>
                <p:cNvPr id="146528" name="Text Box 57"/>
                <p:cNvSpPr txBox="1">
                  <a:spLocks noChangeArrowheads="1"/>
                </p:cNvSpPr>
                <p:nvPr/>
              </p:nvSpPr>
              <p:spPr bwMode="auto">
                <a:xfrm>
                  <a:off x="2912" y="2425"/>
                  <a:ext cx="292" cy="2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2000"/>
                    <a:t>1c</a:t>
                  </a:r>
                </a:p>
              </p:txBody>
            </p:sp>
          </p:grpSp>
        </p:grpSp>
        <p:grpSp>
          <p:nvGrpSpPr>
            <p:cNvPr id="146495" name="Group 58"/>
            <p:cNvGrpSpPr>
              <a:grpSpLocks/>
            </p:cNvGrpSpPr>
            <p:nvPr/>
          </p:nvGrpSpPr>
          <p:grpSpPr bwMode="auto">
            <a:xfrm>
              <a:off x="1896" y="3507"/>
              <a:ext cx="316" cy="250"/>
              <a:chOff x="1749" y="3661"/>
              <a:chExt cx="316" cy="250"/>
            </a:xfrm>
          </p:grpSpPr>
          <p:sp>
            <p:nvSpPr>
              <p:cNvPr id="146514" name="Oval 59"/>
              <p:cNvSpPr>
                <a:spLocks noChangeArrowheads="1"/>
              </p:cNvSpPr>
              <p:nvPr/>
            </p:nvSpPr>
            <p:spPr bwMode="auto">
              <a:xfrm>
                <a:off x="1752" y="3781"/>
                <a:ext cx="313" cy="81"/>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46515" name="Line 60"/>
              <p:cNvSpPr>
                <a:spLocks noChangeShapeType="1"/>
              </p:cNvSpPr>
              <p:nvPr/>
            </p:nvSpPr>
            <p:spPr bwMode="auto">
              <a:xfrm>
                <a:off x="1752" y="3774"/>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46516" name="Line 61"/>
              <p:cNvSpPr>
                <a:spLocks noChangeShapeType="1"/>
              </p:cNvSpPr>
              <p:nvPr/>
            </p:nvSpPr>
            <p:spPr bwMode="auto">
              <a:xfrm>
                <a:off x="2065" y="3774"/>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46517" name="Rectangle 62"/>
              <p:cNvSpPr>
                <a:spLocks noChangeArrowheads="1"/>
              </p:cNvSpPr>
              <p:nvPr/>
            </p:nvSpPr>
            <p:spPr bwMode="auto">
              <a:xfrm>
                <a:off x="1752" y="3774"/>
                <a:ext cx="310" cy="49"/>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sz="2400"/>
              </a:p>
            </p:txBody>
          </p:sp>
          <p:sp>
            <p:nvSpPr>
              <p:cNvPr id="146518" name="Oval 63"/>
              <p:cNvSpPr>
                <a:spLocks noChangeArrowheads="1"/>
              </p:cNvSpPr>
              <p:nvPr/>
            </p:nvSpPr>
            <p:spPr bwMode="auto">
              <a:xfrm>
                <a:off x="1749" y="3719"/>
                <a:ext cx="313" cy="95"/>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46519" name="Rectangle 64"/>
              <p:cNvSpPr>
                <a:spLocks noChangeArrowheads="1"/>
              </p:cNvSpPr>
              <p:nvPr/>
            </p:nvSpPr>
            <p:spPr bwMode="auto">
              <a:xfrm>
                <a:off x="1834" y="3746"/>
                <a:ext cx="142" cy="96"/>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p>
            </p:txBody>
          </p:sp>
          <p:sp>
            <p:nvSpPr>
              <p:cNvPr id="146520" name="Text Box 65"/>
              <p:cNvSpPr txBox="1">
                <a:spLocks noChangeArrowheads="1"/>
              </p:cNvSpPr>
              <p:nvPr/>
            </p:nvSpPr>
            <p:spPr bwMode="auto">
              <a:xfrm>
                <a:off x="1765" y="3661"/>
                <a:ext cx="294" cy="2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2000"/>
                  <a:t>1a</a:t>
                </a:r>
                <a:endParaRPr lang="en-US"/>
              </a:p>
            </p:txBody>
          </p:sp>
        </p:grpSp>
        <p:grpSp>
          <p:nvGrpSpPr>
            <p:cNvPr id="146496" name="Group 66"/>
            <p:cNvGrpSpPr>
              <a:grpSpLocks/>
            </p:cNvGrpSpPr>
            <p:nvPr/>
          </p:nvGrpSpPr>
          <p:grpSpPr bwMode="auto">
            <a:xfrm>
              <a:off x="2238" y="3689"/>
              <a:ext cx="316" cy="250"/>
              <a:chOff x="2091" y="3843"/>
              <a:chExt cx="316" cy="250"/>
            </a:xfrm>
          </p:grpSpPr>
          <p:sp>
            <p:nvSpPr>
              <p:cNvPr id="146506" name="Oval 67"/>
              <p:cNvSpPr>
                <a:spLocks noChangeArrowheads="1"/>
              </p:cNvSpPr>
              <p:nvPr/>
            </p:nvSpPr>
            <p:spPr bwMode="auto">
              <a:xfrm>
                <a:off x="2094" y="3967"/>
                <a:ext cx="313" cy="81"/>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46507" name="Line 68"/>
              <p:cNvSpPr>
                <a:spLocks noChangeShapeType="1"/>
              </p:cNvSpPr>
              <p:nvPr/>
            </p:nvSpPr>
            <p:spPr bwMode="auto">
              <a:xfrm>
                <a:off x="2094" y="3960"/>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46508" name="Line 69"/>
              <p:cNvSpPr>
                <a:spLocks noChangeShapeType="1"/>
              </p:cNvSpPr>
              <p:nvPr/>
            </p:nvSpPr>
            <p:spPr bwMode="auto">
              <a:xfrm>
                <a:off x="2407" y="3960"/>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46509" name="Rectangle 70"/>
              <p:cNvSpPr>
                <a:spLocks noChangeArrowheads="1"/>
              </p:cNvSpPr>
              <p:nvPr/>
            </p:nvSpPr>
            <p:spPr bwMode="auto">
              <a:xfrm>
                <a:off x="2094" y="3960"/>
                <a:ext cx="310" cy="49"/>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sz="2400"/>
              </a:p>
            </p:txBody>
          </p:sp>
          <p:sp>
            <p:nvSpPr>
              <p:cNvPr id="146510" name="Oval 71"/>
              <p:cNvSpPr>
                <a:spLocks noChangeArrowheads="1"/>
              </p:cNvSpPr>
              <p:nvPr/>
            </p:nvSpPr>
            <p:spPr bwMode="auto">
              <a:xfrm>
                <a:off x="2091" y="3901"/>
                <a:ext cx="313" cy="95"/>
              </a:xfrm>
              <a:prstGeom prst="ellipse">
                <a:avLst/>
              </a:prstGeom>
              <a:solidFill>
                <a:schemeClr val="hlink"/>
              </a:solidFill>
              <a:ln w="12700">
                <a:solidFill>
                  <a:schemeClr val="tx1"/>
                </a:solidFill>
                <a:round/>
                <a:headEnd/>
                <a:tailEnd/>
              </a:ln>
            </p:spPr>
            <p:txBody>
              <a:bodyPr wrap="none" anchor="ctr"/>
              <a:lstStyle/>
              <a:p>
                <a:endParaRPr lang="en-US"/>
              </a:p>
            </p:txBody>
          </p:sp>
          <p:grpSp>
            <p:nvGrpSpPr>
              <p:cNvPr id="146511" name="Group 72"/>
              <p:cNvGrpSpPr>
                <a:grpSpLocks/>
              </p:cNvGrpSpPr>
              <p:nvPr/>
            </p:nvGrpSpPr>
            <p:grpSpPr bwMode="auto">
              <a:xfrm>
                <a:off x="2106" y="3843"/>
                <a:ext cx="294" cy="250"/>
                <a:chOff x="2910" y="2425"/>
                <a:chExt cx="296" cy="250"/>
              </a:xfrm>
            </p:grpSpPr>
            <p:sp>
              <p:nvSpPr>
                <p:cNvPr id="146512" name="Rectangle 73"/>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p>
              </p:txBody>
            </p:sp>
            <p:sp>
              <p:nvSpPr>
                <p:cNvPr id="146513" name="Text Box 74"/>
                <p:cNvSpPr txBox="1">
                  <a:spLocks noChangeArrowheads="1"/>
                </p:cNvSpPr>
                <p:nvPr/>
              </p:nvSpPr>
              <p:spPr bwMode="auto">
                <a:xfrm>
                  <a:off x="2910" y="2425"/>
                  <a:ext cx="296" cy="2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2000"/>
                    <a:t>1d</a:t>
                  </a:r>
                </a:p>
              </p:txBody>
            </p:sp>
          </p:grpSp>
        </p:grpSp>
        <p:grpSp>
          <p:nvGrpSpPr>
            <p:cNvPr id="146497" name="Group 75"/>
            <p:cNvGrpSpPr>
              <a:grpSpLocks/>
            </p:cNvGrpSpPr>
            <p:nvPr/>
          </p:nvGrpSpPr>
          <p:grpSpPr bwMode="auto">
            <a:xfrm>
              <a:off x="2778" y="3573"/>
              <a:ext cx="316" cy="250"/>
              <a:chOff x="2016" y="1976"/>
              <a:chExt cx="316" cy="250"/>
            </a:xfrm>
          </p:grpSpPr>
          <p:sp>
            <p:nvSpPr>
              <p:cNvPr id="146498" name="Oval 76"/>
              <p:cNvSpPr>
                <a:spLocks noChangeArrowheads="1"/>
              </p:cNvSpPr>
              <p:nvPr/>
            </p:nvSpPr>
            <p:spPr bwMode="auto">
              <a:xfrm>
                <a:off x="2019" y="2102"/>
                <a:ext cx="313" cy="81"/>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46499" name="Line 77"/>
              <p:cNvSpPr>
                <a:spLocks noChangeShapeType="1"/>
              </p:cNvSpPr>
              <p:nvPr/>
            </p:nvSpPr>
            <p:spPr bwMode="auto">
              <a:xfrm>
                <a:off x="2019" y="2095"/>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46500" name="Line 78"/>
              <p:cNvSpPr>
                <a:spLocks noChangeShapeType="1"/>
              </p:cNvSpPr>
              <p:nvPr/>
            </p:nvSpPr>
            <p:spPr bwMode="auto">
              <a:xfrm>
                <a:off x="2332" y="2095"/>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46501" name="Rectangle 79"/>
              <p:cNvSpPr>
                <a:spLocks noChangeArrowheads="1"/>
              </p:cNvSpPr>
              <p:nvPr/>
            </p:nvSpPr>
            <p:spPr bwMode="auto">
              <a:xfrm>
                <a:off x="2019" y="2095"/>
                <a:ext cx="310" cy="49"/>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sz="2400"/>
              </a:p>
            </p:txBody>
          </p:sp>
          <p:sp>
            <p:nvSpPr>
              <p:cNvPr id="146502" name="Oval 80"/>
              <p:cNvSpPr>
                <a:spLocks noChangeArrowheads="1"/>
              </p:cNvSpPr>
              <p:nvPr/>
            </p:nvSpPr>
            <p:spPr bwMode="auto">
              <a:xfrm>
                <a:off x="2016" y="2036"/>
                <a:ext cx="313" cy="95"/>
              </a:xfrm>
              <a:prstGeom prst="ellipse">
                <a:avLst/>
              </a:prstGeom>
              <a:solidFill>
                <a:schemeClr val="hlink"/>
              </a:solidFill>
              <a:ln w="12700">
                <a:solidFill>
                  <a:schemeClr val="tx1"/>
                </a:solidFill>
                <a:round/>
                <a:headEnd/>
                <a:tailEnd/>
              </a:ln>
            </p:spPr>
            <p:txBody>
              <a:bodyPr wrap="none" anchor="ctr"/>
              <a:lstStyle/>
              <a:p>
                <a:endParaRPr lang="en-US"/>
              </a:p>
            </p:txBody>
          </p:sp>
          <p:grpSp>
            <p:nvGrpSpPr>
              <p:cNvPr id="146503" name="Group 81"/>
              <p:cNvGrpSpPr>
                <a:grpSpLocks/>
              </p:cNvGrpSpPr>
              <p:nvPr/>
            </p:nvGrpSpPr>
            <p:grpSpPr bwMode="auto">
              <a:xfrm>
                <a:off x="2029" y="1976"/>
                <a:ext cx="294" cy="250"/>
                <a:chOff x="2909" y="2425"/>
                <a:chExt cx="299" cy="250"/>
              </a:xfrm>
            </p:grpSpPr>
            <p:sp>
              <p:nvSpPr>
                <p:cNvPr id="146504" name="Rectangle 82"/>
                <p:cNvSpPr>
                  <a:spLocks noChangeArrowheads="1"/>
                </p:cNvSpPr>
                <p:nvPr/>
              </p:nvSpPr>
              <p:spPr bwMode="auto">
                <a:xfrm>
                  <a:off x="2982" y="2490"/>
                  <a:ext cx="142" cy="132"/>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p>
              </p:txBody>
            </p:sp>
            <p:sp>
              <p:nvSpPr>
                <p:cNvPr id="146505" name="Text Box 83"/>
                <p:cNvSpPr txBox="1">
                  <a:spLocks noChangeArrowheads="1"/>
                </p:cNvSpPr>
                <p:nvPr/>
              </p:nvSpPr>
              <p:spPr bwMode="auto">
                <a:xfrm>
                  <a:off x="2909" y="2425"/>
                  <a:ext cx="299" cy="2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2000"/>
                    <a:t>1b</a:t>
                  </a:r>
                  <a:endParaRPr lang="en-US"/>
                </a:p>
              </p:txBody>
            </p:sp>
          </p:grpSp>
        </p:grpSp>
      </p:grpSp>
      <p:grpSp>
        <p:nvGrpSpPr>
          <p:cNvPr id="146451" name="Group 84"/>
          <p:cNvGrpSpPr>
            <a:grpSpLocks/>
          </p:cNvGrpSpPr>
          <p:nvPr/>
        </p:nvGrpSpPr>
        <p:grpSpPr bwMode="auto">
          <a:xfrm>
            <a:off x="5414963" y="5324475"/>
            <a:ext cx="501650" cy="396875"/>
            <a:chOff x="3537" y="3473"/>
            <a:chExt cx="316" cy="250"/>
          </a:xfrm>
        </p:grpSpPr>
        <p:sp>
          <p:nvSpPr>
            <p:cNvPr id="146479" name="Oval 85"/>
            <p:cNvSpPr>
              <a:spLocks noChangeArrowheads="1"/>
            </p:cNvSpPr>
            <p:nvPr/>
          </p:nvSpPr>
          <p:spPr bwMode="auto">
            <a:xfrm>
              <a:off x="3540" y="3598"/>
              <a:ext cx="313" cy="81"/>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46480" name="Line 86"/>
            <p:cNvSpPr>
              <a:spLocks noChangeShapeType="1"/>
            </p:cNvSpPr>
            <p:nvPr/>
          </p:nvSpPr>
          <p:spPr bwMode="auto">
            <a:xfrm>
              <a:off x="3540" y="3591"/>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46481" name="Line 87"/>
            <p:cNvSpPr>
              <a:spLocks noChangeShapeType="1"/>
            </p:cNvSpPr>
            <p:nvPr/>
          </p:nvSpPr>
          <p:spPr bwMode="auto">
            <a:xfrm>
              <a:off x="3853" y="3591"/>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46482" name="Rectangle 88"/>
            <p:cNvSpPr>
              <a:spLocks noChangeArrowheads="1"/>
            </p:cNvSpPr>
            <p:nvPr/>
          </p:nvSpPr>
          <p:spPr bwMode="auto">
            <a:xfrm>
              <a:off x="3540" y="3591"/>
              <a:ext cx="310" cy="49"/>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sz="2400"/>
            </a:p>
          </p:txBody>
        </p:sp>
        <p:sp>
          <p:nvSpPr>
            <p:cNvPr id="146483" name="Oval 89"/>
            <p:cNvSpPr>
              <a:spLocks noChangeArrowheads="1"/>
            </p:cNvSpPr>
            <p:nvPr/>
          </p:nvSpPr>
          <p:spPr bwMode="auto">
            <a:xfrm>
              <a:off x="3537" y="3532"/>
              <a:ext cx="313" cy="95"/>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46484" name="Rectangle 90"/>
            <p:cNvSpPr>
              <a:spLocks noChangeArrowheads="1"/>
            </p:cNvSpPr>
            <p:nvPr/>
          </p:nvSpPr>
          <p:spPr bwMode="auto">
            <a:xfrm>
              <a:off x="3624" y="3545"/>
              <a:ext cx="141" cy="120"/>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p>
          </p:txBody>
        </p:sp>
        <p:sp>
          <p:nvSpPr>
            <p:cNvPr id="146485" name="Text Box 91"/>
            <p:cNvSpPr txBox="1">
              <a:spLocks noChangeArrowheads="1"/>
            </p:cNvSpPr>
            <p:nvPr/>
          </p:nvSpPr>
          <p:spPr bwMode="auto">
            <a:xfrm>
              <a:off x="3551" y="3473"/>
              <a:ext cx="294" cy="2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2000"/>
                <a:t>2a</a:t>
              </a:r>
              <a:endParaRPr lang="en-US"/>
            </a:p>
          </p:txBody>
        </p:sp>
      </p:grpSp>
      <p:sp>
        <p:nvSpPr>
          <p:cNvPr id="146452" name="Line 92"/>
          <p:cNvSpPr>
            <a:spLocks noChangeShapeType="1"/>
          </p:cNvSpPr>
          <p:nvPr/>
        </p:nvSpPr>
        <p:spPr bwMode="auto">
          <a:xfrm>
            <a:off x="6635750" y="5241925"/>
            <a:ext cx="857250" cy="0"/>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wrap="none"/>
          <a:lstStyle/>
          <a:p>
            <a:endParaRPr lang="en-US"/>
          </a:p>
        </p:txBody>
      </p:sp>
      <p:sp>
        <p:nvSpPr>
          <p:cNvPr id="146453" name="Line 93"/>
          <p:cNvSpPr>
            <a:spLocks noChangeShapeType="1"/>
          </p:cNvSpPr>
          <p:nvPr/>
        </p:nvSpPr>
        <p:spPr bwMode="auto">
          <a:xfrm>
            <a:off x="6889750" y="5707063"/>
            <a:ext cx="735013" cy="0"/>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wrap="none"/>
          <a:lstStyle/>
          <a:p>
            <a:endParaRPr lang="en-US"/>
          </a:p>
        </p:txBody>
      </p:sp>
      <p:sp>
        <p:nvSpPr>
          <p:cNvPr id="146454" name="Line 94"/>
          <p:cNvSpPr>
            <a:spLocks noChangeShapeType="1"/>
          </p:cNvSpPr>
          <p:nvPr/>
        </p:nvSpPr>
        <p:spPr bwMode="auto">
          <a:xfrm>
            <a:off x="5921375" y="5553075"/>
            <a:ext cx="488950" cy="15240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46455" name="Line 95"/>
          <p:cNvSpPr>
            <a:spLocks noChangeShapeType="1"/>
          </p:cNvSpPr>
          <p:nvPr/>
        </p:nvSpPr>
        <p:spPr bwMode="auto">
          <a:xfrm>
            <a:off x="6530975" y="5351463"/>
            <a:ext cx="68263" cy="22860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a:lstStyle/>
          <a:p>
            <a:endParaRPr lang="en-US"/>
          </a:p>
        </p:txBody>
      </p:sp>
      <p:grpSp>
        <p:nvGrpSpPr>
          <p:cNvPr id="146456" name="Group 96"/>
          <p:cNvGrpSpPr>
            <a:grpSpLocks/>
          </p:cNvGrpSpPr>
          <p:nvPr/>
        </p:nvGrpSpPr>
        <p:grpSpPr bwMode="auto">
          <a:xfrm>
            <a:off x="6142038" y="5046663"/>
            <a:ext cx="501650" cy="396875"/>
            <a:chOff x="4320" y="1936"/>
            <a:chExt cx="316" cy="250"/>
          </a:xfrm>
        </p:grpSpPr>
        <p:sp>
          <p:nvSpPr>
            <p:cNvPr id="146472" name="Oval 97"/>
            <p:cNvSpPr>
              <a:spLocks noChangeArrowheads="1"/>
            </p:cNvSpPr>
            <p:nvPr/>
          </p:nvSpPr>
          <p:spPr bwMode="auto">
            <a:xfrm>
              <a:off x="4323" y="2054"/>
              <a:ext cx="313" cy="81"/>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46473" name="Line 98"/>
            <p:cNvSpPr>
              <a:spLocks noChangeShapeType="1"/>
            </p:cNvSpPr>
            <p:nvPr/>
          </p:nvSpPr>
          <p:spPr bwMode="auto">
            <a:xfrm>
              <a:off x="4323" y="2047"/>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46474" name="Line 99"/>
            <p:cNvSpPr>
              <a:spLocks noChangeShapeType="1"/>
            </p:cNvSpPr>
            <p:nvPr/>
          </p:nvSpPr>
          <p:spPr bwMode="auto">
            <a:xfrm>
              <a:off x="4636" y="2047"/>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46475" name="Rectangle 100"/>
            <p:cNvSpPr>
              <a:spLocks noChangeArrowheads="1"/>
            </p:cNvSpPr>
            <p:nvPr/>
          </p:nvSpPr>
          <p:spPr bwMode="auto">
            <a:xfrm>
              <a:off x="4323" y="2047"/>
              <a:ext cx="310" cy="49"/>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sz="2400"/>
            </a:p>
          </p:txBody>
        </p:sp>
        <p:sp>
          <p:nvSpPr>
            <p:cNvPr id="146476" name="Oval 101"/>
            <p:cNvSpPr>
              <a:spLocks noChangeArrowheads="1"/>
            </p:cNvSpPr>
            <p:nvPr/>
          </p:nvSpPr>
          <p:spPr bwMode="auto">
            <a:xfrm>
              <a:off x="4320" y="1988"/>
              <a:ext cx="313" cy="95"/>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46477" name="Rectangle 102"/>
            <p:cNvSpPr>
              <a:spLocks noChangeArrowheads="1"/>
            </p:cNvSpPr>
            <p:nvPr/>
          </p:nvSpPr>
          <p:spPr bwMode="auto">
            <a:xfrm>
              <a:off x="4407" y="2001"/>
              <a:ext cx="141" cy="118"/>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p>
          </p:txBody>
        </p:sp>
        <p:sp>
          <p:nvSpPr>
            <p:cNvPr id="146478" name="Text Box 103"/>
            <p:cNvSpPr txBox="1">
              <a:spLocks noChangeArrowheads="1"/>
            </p:cNvSpPr>
            <p:nvPr/>
          </p:nvSpPr>
          <p:spPr bwMode="auto">
            <a:xfrm>
              <a:off x="4338" y="1936"/>
              <a:ext cx="285" cy="2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2000"/>
                <a:t>2c</a:t>
              </a:r>
              <a:endParaRPr lang="en-US"/>
            </a:p>
          </p:txBody>
        </p:sp>
      </p:grpSp>
      <p:grpSp>
        <p:nvGrpSpPr>
          <p:cNvPr id="146457" name="Group 104"/>
          <p:cNvGrpSpPr>
            <a:grpSpLocks/>
          </p:cNvGrpSpPr>
          <p:nvPr/>
        </p:nvGrpSpPr>
        <p:grpSpPr bwMode="auto">
          <a:xfrm>
            <a:off x="6405563" y="5502275"/>
            <a:ext cx="501650" cy="396875"/>
            <a:chOff x="4596" y="2158"/>
            <a:chExt cx="316" cy="250"/>
          </a:xfrm>
        </p:grpSpPr>
        <p:sp>
          <p:nvSpPr>
            <p:cNvPr id="146465" name="Oval 105"/>
            <p:cNvSpPr>
              <a:spLocks noChangeArrowheads="1"/>
            </p:cNvSpPr>
            <p:nvPr/>
          </p:nvSpPr>
          <p:spPr bwMode="auto">
            <a:xfrm>
              <a:off x="4599" y="2276"/>
              <a:ext cx="313" cy="81"/>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46466" name="Line 106"/>
            <p:cNvSpPr>
              <a:spLocks noChangeShapeType="1"/>
            </p:cNvSpPr>
            <p:nvPr/>
          </p:nvSpPr>
          <p:spPr bwMode="auto">
            <a:xfrm>
              <a:off x="4599" y="2269"/>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46467" name="Line 107"/>
            <p:cNvSpPr>
              <a:spLocks noChangeShapeType="1"/>
            </p:cNvSpPr>
            <p:nvPr/>
          </p:nvSpPr>
          <p:spPr bwMode="auto">
            <a:xfrm>
              <a:off x="4912" y="2269"/>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46468" name="Rectangle 108"/>
            <p:cNvSpPr>
              <a:spLocks noChangeArrowheads="1"/>
            </p:cNvSpPr>
            <p:nvPr/>
          </p:nvSpPr>
          <p:spPr bwMode="auto">
            <a:xfrm>
              <a:off x="4599" y="2269"/>
              <a:ext cx="310" cy="49"/>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sz="2400"/>
            </a:p>
          </p:txBody>
        </p:sp>
        <p:sp>
          <p:nvSpPr>
            <p:cNvPr id="146469" name="Oval 109"/>
            <p:cNvSpPr>
              <a:spLocks noChangeArrowheads="1"/>
            </p:cNvSpPr>
            <p:nvPr/>
          </p:nvSpPr>
          <p:spPr bwMode="auto">
            <a:xfrm>
              <a:off x="4596" y="2210"/>
              <a:ext cx="313" cy="95"/>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46470" name="Rectangle 110"/>
            <p:cNvSpPr>
              <a:spLocks noChangeArrowheads="1"/>
            </p:cNvSpPr>
            <p:nvPr/>
          </p:nvSpPr>
          <p:spPr bwMode="auto">
            <a:xfrm>
              <a:off x="4683" y="2223"/>
              <a:ext cx="142" cy="110"/>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p>
          </p:txBody>
        </p:sp>
        <p:sp>
          <p:nvSpPr>
            <p:cNvPr id="146471" name="Text Box 111"/>
            <p:cNvSpPr txBox="1">
              <a:spLocks noChangeArrowheads="1"/>
            </p:cNvSpPr>
            <p:nvPr/>
          </p:nvSpPr>
          <p:spPr bwMode="auto">
            <a:xfrm>
              <a:off x="4610" y="2158"/>
              <a:ext cx="294" cy="2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2000"/>
                <a:t>2b</a:t>
              </a:r>
              <a:endParaRPr lang="en-US"/>
            </a:p>
          </p:txBody>
        </p:sp>
      </p:grpSp>
      <p:sp>
        <p:nvSpPr>
          <p:cNvPr id="146458" name="Text Box 112"/>
          <p:cNvSpPr txBox="1">
            <a:spLocks noChangeArrowheads="1"/>
          </p:cNvSpPr>
          <p:nvPr/>
        </p:nvSpPr>
        <p:spPr bwMode="auto">
          <a:xfrm>
            <a:off x="7656513" y="5159375"/>
            <a:ext cx="893762" cy="5175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400"/>
              <a:t>other</a:t>
            </a:r>
          </a:p>
          <a:p>
            <a:r>
              <a:rPr lang="en-US" sz="1400"/>
              <a:t>networks</a:t>
            </a:r>
          </a:p>
        </p:txBody>
      </p:sp>
      <p:sp>
        <p:nvSpPr>
          <p:cNvPr id="146459" name="Freeform 113"/>
          <p:cNvSpPr>
            <a:spLocks/>
          </p:cNvSpPr>
          <p:nvPr/>
        </p:nvSpPr>
        <p:spPr bwMode="auto">
          <a:xfrm flipH="1">
            <a:off x="292100" y="4772025"/>
            <a:ext cx="1171575" cy="1758950"/>
          </a:xfrm>
          <a:custGeom>
            <a:avLst/>
            <a:gdLst>
              <a:gd name="T0" fmla="*/ 2147483647 w 738"/>
              <a:gd name="T1" fmla="*/ 2147483647 h 1108"/>
              <a:gd name="T2" fmla="*/ 2147483647 w 738"/>
              <a:gd name="T3" fmla="*/ 2147483647 h 1108"/>
              <a:gd name="T4" fmla="*/ 2147483647 w 738"/>
              <a:gd name="T5" fmla="*/ 2147483647 h 1108"/>
              <a:gd name="T6" fmla="*/ 2147483647 w 738"/>
              <a:gd name="T7" fmla="*/ 2147483647 h 1108"/>
              <a:gd name="T8" fmla="*/ 2147483647 w 738"/>
              <a:gd name="T9" fmla="*/ 2147483647 h 1108"/>
              <a:gd name="T10" fmla="*/ 2147483647 w 738"/>
              <a:gd name="T11" fmla="*/ 2147483647 h 1108"/>
              <a:gd name="T12" fmla="*/ 2147483647 w 738"/>
              <a:gd name="T13" fmla="*/ 2147483647 h 1108"/>
              <a:gd name="T14" fmla="*/ 2147483647 w 738"/>
              <a:gd name="T15" fmla="*/ 2147483647 h 1108"/>
              <a:gd name="T16" fmla="*/ 0 60000 65536"/>
              <a:gd name="T17" fmla="*/ 0 60000 65536"/>
              <a:gd name="T18" fmla="*/ 0 60000 65536"/>
              <a:gd name="T19" fmla="*/ 0 60000 65536"/>
              <a:gd name="T20" fmla="*/ 0 60000 65536"/>
              <a:gd name="T21" fmla="*/ 0 60000 65536"/>
              <a:gd name="T22" fmla="*/ 0 60000 65536"/>
              <a:gd name="T23" fmla="*/ 0 60000 65536"/>
              <a:gd name="T24" fmla="*/ 0 w 738"/>
              <a:gd name="T25" fmla="*/ 0 h 1108"/>
              <a:gd name="T26" fmla="*/ 738 w 738"/>
              <a:gd name="T27" fmla="*/ 1108 h 110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38" h="1108">
                <a:moveTo>
                  <a:pt x="32" y="394"/>
                </a:moveTo>
                <a:cubicBezTo>
                  <a:pt x="66" y="301"/>
                  <a:pt x="108" y="228"/>
                  <a:pt x="213" y="172"/>
                </a:cubicBezTo>
                <a:cubicBezTo>
                  <a:pt x="318" y="116"/>
                  <a:pt x="588" y="0"/>
                  <a:pt x="663" y="56"/>
                </a:cubicBezTo>
                <a:cubicBezTo>
                  <a:pt x="738" y="112"/>
                  <a:pt x="659" y="346"/>
                  <a:pt x="661" y="509"/>
                </a:cubicBezTo>
                <a:cubicBezTo>
                  <a:pt x="663" y="672"/>
                  <a:pt x="731" y="956"/>
                  <a:pt x="677" y="1032"/>
                </a:cubicBezTo>
                <a:cubicBezTo>
                  <a:pt x="623" y="1108"/>
                  <a:pt x="442" y="999"/>
                  <a:pt x="338" y="962"/>
                </a:cubicBezTo>
                <a:cubicBezTo>
                  <a:pt x="234" y="925"/>
                  <a:pt x="102" y="904"/>
                  <a:pt x="51" y="809"/>
                </a:cubicBezTo>
                <a:cubicBezTo>
                  <a:pt x="0" y="715"/>
                  <a:pt x="36" y="481"/>
                  <a:pt x="32" y="394"/>
                </a:cubicBezTo>
                <a:close/>
              </a:path>
            </a:pathLst>
          </a:custGeom>
          <a:gradFill rotWithShape="1">
            <a:gsLst>
              <a:gs pos="0">
                <a:srgbClr val="66CCFF"/>
              </a:gs>
              <a:gs pos="100000">
                <a:srgbClr val="FFFF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sp>
        <p:nvSpPr>
          <p:cNvPr id="146460" name="Text Box 114"/>
          <p:cNvSpPr txBox="1">
            <a:spLocks noChangeArrowheads="1"/>
          </p:cNvSpPr>
          <p:nvPr/>
        </p:nvSpPr>
        <p:spPr bwMode="auto">
          <a:xfrm>
            <a:off x="349250" y="5556250"/>
            <a:ext cx="893763" cy="5175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400"/>
              <a:t>other</a:t>
            </a:r>
          </a:p>
          <a:p>
            <a:r>
              <a:rPr lang="en-US" sz="1400"/>
              <a:t>networks</a:t>
            </a:r>
          </a:p>
        </p:txBody>
      </p:sp>
      <p:sp>
        <p:nvSpPr>
          <p:cNvPr id="146461" name="Line 115"/>
          <p:cNvSpPr>
            <a:spLocks noChangeShapeType="1"/>
          </p:cNvSpPr>
          <p:nvPr/>
        </p:nvSpPr>
        <p:spPr bwMode="auto">
          <a:xfrm flipH="1">
            <a:off x="1149350" y="5118100"/>
            <a:ext cx="468313" cy="268288"/>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lstStyle/>
          <a:p>
            <a:endParaRPr lang="en-US"/>
          </a:p>
        </p:txBody>
      </p:sp>
      <p:sp>
        <p:nvSpPr>
          <p:cNvPr id="146462" name="Freeform 116"/>
          <p:cNvSpPr>
            <a:spLocks/>
          </p:cNvSpPr>
          <p:nvPr/>
        </p:nvSpPr>
        <p:spPr bwMode="auto">
          <a:xfrm>
            <a:off x="4913313" y="5607050"/>
            <a:ext cx="523875" cy="261938"/>
          </a:xfrm>
          <a:custGeom>
            <a:avLst/>
            <a:gdLst>
              <a:gd name="T0" fmla="*/ 0 w 654"/>
              <a:gd name="T1" fmla="*/ 2147483647 h 420"/>
              <a:gd name="T2" fmla="*/ 2147483647 w 654"/>
              <a:gd name="T3" fmla="*/ 0 h 420"/>
              <a:gd name="T4" fmla="*/ 0 60000 65536"/>
              <a:gd name="T5" fmla="*/ 0 60000 65536"/>
              <a:gd name="T6" fmla="*/ 0 w 654"/>
              <a:gd name="T7" fmla="*/ 0 h 420"/>
              <a:gd name="T8" fmla="*/ 654 w 654"/>
              <a:gd name="T9" fmla="*/ 420 h 420"/>
            </a:gdLst>
            <a:ahLst/>
            <a:cxnLst>
              <a:cxn ang="T4">
                <a:pos x="T0" y="T1"/>
              </a:cxn>
              <a:cxn ang="T5">
                <a:pos x="T2" y="T3"/>
              </a:cxn>
            </a:cxnLst>
            <a:rect l="T6" t="T7" r="T8" b="T9"/>
            <a:pathLst>
              <a:path w="654" h="420">
                <a:moveTo>
                  <a:pt x="0" y="420"/>
                </a:moveTo>
                <a:lnTo>
                  <a:pt x="654" y="0"/>
                </a:lnTo>
              </a:path>
            </a:pathLst>
          </a:custGeom>
          <a:noFill/>
          <a:ln w="19050" cap="flat" cmpd="sng">
            <a:solidFill>
              <a:schemeClr val="tx1"/>
            </a:solidFill>
            <a:prstDash val="solid"/>
            <a:round/>
            <a:headEnd type="none" w="med" len="med"/>
            <a:tailEnd type="none" w="med" len="me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sp>
        <p:nvSpPr>
          <p:cNvPr id="146463" name="Freeform 117"/>
          <p:cNvSpPr>
            <a:spLocks/>
          </p:cNvSpPr>
          <p:nvPr/>
        </p:nvSpPr>
        <p:spPr bwMode="auto">
          <a:xfrm>
            <a:off x="2800350" y="5014913"/>
            <a:ext cx="704850" cy="409575"/>
          </a:xfrm>
          <a:custGeom>
            <a:avLst/>
            <a:gdLst>
              <a:gd name="T0" fmla="*/ 0 w 444"/>
              <a:gd name="T1" fmla="*/ 0 h 258"/>
              <a:gd name="T2" fmla="*/ 2147483647 w 444"/>
              <a:gd name="T3" fmla="*/ 2147483647 h 258"/>
              <a:gd name="T4" fmla="*/ 0 60000 65536"/>
              <a:gd name="T5" fmla="*/ 0 60000 65536"/>
              <a:gd name="T6" fmla="*/ 0 w 444"/>
              <a:gd name="T7" fmla="*/ 0 h 258"/>
              <a:gd name="T8" fmla="*/ 444 w 444"/>
              <a:gd name="T9" fmla="*/ 258 h 258"/>
            </a:gdLst>
            <a:ahLst/>
            <a:cxnLst>
              <a:cxn ang="T4">
                <a:pos x="T0" y="T1"/>
              </a:cxn>
              <a:cxn ang="T5">
                <a:pos x="T2" y="T3"/>
              </a:cxn>
            </a:cxnLst>
            <a:rect l="T6" t="T7" r="T8" b="T9"/>
            <a:pathLst>
              <a:path w="444" h="258">
                <a:moveTo>
                  <a:pt x="0" y="0"/>
                </a:moveTo>
                <a:lnTo>
                  <a:pt x="444" y="258"/>
                </a:lnTo>
              </a:path>
            </a:pathLst>
          </a:custGeom>
          <a:noFill/>
          <a:ln w="19050" cap="flat" cmpd="sng">
            <a:solidFill>
              <a:schemeClr val="tx1"/>
            </a:solidFill>
            <a:prstDash val="solid"/>
            <a:round/>
            <a:headEnd type="none" w="med" len="med"/>
            <a:tailEnd type="none" w="med" len="me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pic>
        <p:nvPicPr>
          <p:cNvPr id="146464" name="Picture 118"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55625" y="800100"/>
            <a:ext cx="3656013" cy="1730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21" name="Slide Number Placeholder 5"/>
          <p:cNvSpPr>
            <a:spLocks noGrp="1"/>
          </p:cNvSpPr>
          <p:nvPr>
            <p:ph type="sldNum" sz="quarter" idx="12"/>
          </p:nvPr>
        </p:nvSpPr>
        <p:spPr>
          <a:xfrm>
            <a:off x="8456154" y="6475895"/>
            <a:ext cx="548655" cy="272319"/>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200" dirty="0">
                <a:latin typeface="Tahoma" charset="0"/>
              </a:rPr>
              <a:t>5-</a:t>
            </a:r>
            <a:fld id="{8E8C6E93-DF5B-BC4B-80F9-500DED1EEDCC}" type="slidenum">
              <a:rPr lang="en-US" sz="1200">
                <a:latin typeface="Tahoma" charset="0"/>
              </a:rPr>
              <a:pPr/>
              <a:t>72</a:t>
            </a:fld>
            <a:endParaRPr lang="en-US" sz="1200" dirty="0">
              <a:latin typeface="Tahoma" charset="0"/>
            </a:endParaRPr>
          </a:p>
        </p:txBody>
      </p:sp>
      <p:sp>
        <p:nvSpPr>
          <p:cNvPr id="122" name="Footer Placeholder 2"/>
          <p:cNvSpPr>
            <a:spLocks noGrp="1"/>
          </p:cNvSpPr>
          <p:nvPr>
            <p:ph type="ftr" sz="quarter" idx="11"/>
          </p:nvPr>
        </p:nvSpPr>
        <p:spPr>
          <a:xfrm>
            <a:off x="6375496" y="6475081"/>
            <a:ext cx="2177473" cy="241541"/>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200" dirty="0">
                <a:solidFill>
                  <a:srgbClr val="000000"/>
                </a:solidFill>
                <a:latin typeface="Tahoma" charset="0"/>
                <a:cs typeface="Arial" charset="0"/>
              </a:rPr>
              <a:t>Network Layer: Control Plane</a:t>
            </a:r>
          </a:p>
        </p:txBody>
      </p:sp>
    </p:spTree>
    <p:extLst>
      <p:ext uri="{BB962C8B-B14F-4D97-AF65-F5344CB8AC3E}">
        <p14:creationId xmlns:p14="http://schemas.microsoft.com/office/powerpoint/2010/main" val="208821105"/>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6500" name="Rectangle 2"/>
          <p:cNvSpPr>
            <a:spLocks noGrp="1" noChangeArrowheads="1"/>
          </p:cNvSpPr>
          <p:nvPr>
            <p:ph type="title"/>
          </p:nvPr>
        </p:nvSpPr>
        <p:spPr/>
        <p:txBody>
          <a:bodyPr/>
          <a:lstStyle/>
          <a:p>
            <a:pPr>
              <a:defRPr/>
            </a:pPr>
            <a:r>
              <a:rPr lang="en-US" sz="4000" dirty="0">
                <a:cs typeface="+mj-cs"/>
              </a:rPr>
              <a:t>Intra-AS Routing</a:t>
            </a:r>
          </a:p>
        </p:txBody>
      </p:sp>
      <p:sp>
        <p:nvSpPr>
          <p:cNvPr id="106501" name="Rectangle 3"/>
          <p:cNvSpPr>
            <a:spLocks noGrp="1" noChangeArrowheads="1"/>
          </p:cNvSpPr>
          <p:nvPr>
            <p:ph type="body" idx="1"/>
          </p:nvPr>
        </p:nvSpPr>
        <p:spPr/>
        <p:txBody>
          <a:bodyPr/>
          <a:lstStyle/>
          <a:p>
            <a:pPr>
              <a:defRPr/>
            </a:pPr>
            <a:r>
              <a:rPr lang="en-US" dirty="0">
                <a:cs typeface="+mn-cs"/>
              </a:rPr>
              <a:t>also known as </a:t>
            </a:r>
            <a:r>
              <a:rPr lang="en-US" i="1" dirty="0">
                <a:solidFill>
                  <a:srgbClr val="CC0000"/>
                </a:solidFill>
                <a:cs typeface="+mn-cs"/>
              </a:rPr>
              <a:t>interior gateway protocols (IGP)</a:t>
            </a:r>
          </a:p>
          <a:p>
            <a:pPr>
              <a:defRPr/>
            </a:pPr>
            <a:r>
              <a:rPr lang="en-US" dirty="0">
                <a:cs typeface="+mn-cs"/>
              </a:rPr>
              <a:t>most common intra-AS routing protocols:</a:t>
            </a:r>
          </a:p>
          <a:p>
            <a:pPr lvl="1">
              <a:defRPr/>
            </a:pPr>
            <a:r>
              <a:rPr lang="en-US" sz="2800" dirty="0"/>
              <a:t>RIP: Routing Information Protocol</a:t>
            </a:r>
          </a:p>
          <a:p>
            <a:pPr lvl="1">
              <a:defRPr/>
            </a:pPr>
            <a:r>
              <a:rPr lang="en-US" sz="2800" dirty="0"/>
              <a:t>OSPF: Open Shortest Path First (IS-IS protocol essentially same as OSPF)</a:t>
            </a:r>
          </a:p>
          <a:p>
            <a:pPr lvl="1">
              <a:defRPr/>
            </a:pPr>
            <a:r>
              <a:rPr lang="en-US" sz="2800" dirty="0"/>
              <a:t>IGRP: Interior Gateway Routing Protocol (Cisco proprietary </a:t>
            </a:r>
            <a:r>
              <a:rPr lang="en-US" sz="2000" dirty="0"/>
              <a:t>for decades, until 2016</a:t>
            </a:r>
            <a:r>
              <a:rPr lang="en-US" sz="2800" dirty="0"/>
              <a:t>)</a:t>
            </a:r>
          </a:p>
        </p:txBody>
      </p:sp>
      <p:pic>
        <p:nvPicPr>
          <p:cNvPr id="151557" name="Picture 4"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11175" y="1031875"/>
            <a:ext cx="4113213" cy="1730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7" name="Slide Number Placeholder 5"/>
          <p:cNvSpPr>
            <a:spLocks noGrp="1"/>
          </p:cNvSpPr>
          <p:nvPr>
            <p:ph type="sldNum" sz="quarter" idx="12"/>
          </p:nvPr>
        </p:nvSpPr>
        <p:spPr>
          <a:xfrm>
            <a:off x="8456154" y="6475895"/>
            <a:ext cx="548655" cy="272319"/>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200" dirty="0">
                <a:latin typeface="Tahoma" charset="0"/>
              </a:rPr>
              <a:t>5-</a:t>
            </a:r>
            <a:fld id="{8E8C6E93-DF5B-BC4B-80F9-500DED1EEDCC}" type="slidenum">
              <a:rPr lang="en-US" sz="1200">
                <a:latin typeface="Tahoma" charset="0"/>
              </a:rPr>
              <a:pPr/>
              <a:t>73</a:t>
            </a:fld>
            <a:endParaRPr lang="en-US" sz="1200" dirty="0">
              <a:latin typeface="Tahoma" charset="0"/>
            </a:endParaRPr>
          </a:p>
        </p:txBody>
      </p:sp>
      <p:sp>
        <p:nvSpPr>
          <p:cNvPr id="8" name="Footer Placeholder 2"/>
          <p:cNvSpPr>
            <a:spLocks noGrp="1"/>
          </p:cNvSpPr>
          <p:nvPr>
            <p:ph type="ftr" sz="quarter" idx="11"/>
          </p:nvPr>
        </p:nvSpPr>
        <p:spPr>
          <a:xfrm>
            <a:off x="6375496" y="6475081"/>
            <a:ext cx="2177473" cy="241541"/>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200" dirty="0">
                <a:solidFill>
                  <a:srgbClr val="000000"/>
                </a:solidFill>
                <a:latin typeface="Tahoma" charset="0"/>
                <a:cs typeface="Arial" charset="0"/>
              </a:rPr>
              <a:t>Network Layer: Control Plane</a:t>
            </a:r>
          </a:p>
        </p:txBody>
      </p:sp>
      <p:sp>
        <p:nvSpPr>
          <p:cNvPr id="3" name="文本框 2">
            <a:extLst>
              <a:ext uri="{FF2B5EF4-FFF2-40B4-BE49-F238E27FC236}">
                <a16:creationId xmlns:a16="http://schemas.microsoft.com/office/drawing/2014/main" id="{CE03B8ED-D7F9-C159-3C68-096949DFB20E}"/>
              </a:ext>
            </a:extLst>
          </p:cNvPr>
          <p:cNvSpPr txBox="1"/>
          <p:nvPr/>
        </p:nvSpPr>
        <p:spPr>
          <a:xfrm>
            <a:off x="3884154" y="1300275"/>
            <a:ext cx="1693686" cy="369332"/>
          </a:xfrm>
          <a:prstGeom prst="rect">
            <a:avLst/>
          </a:prstGeom>
          <a:noFill/>
        </p:spPr>
        <p:txBody>
          <a:bodyPr wrap="square">
            <a:spAutoFit/>
          </a:bodyPr>
          <a:lstStyle/>
          <a:p>
            <a:pPr algn="ctr"/>
            <a:r>
              <a:rPr lang="zh-CN" altLang="en-US" dirty="0">
                <a:solidFill>
                  <a:schemeClr val="accent2"/>
                </a:solidFill>
                <a:latin typeface="FZKai-Z03" panose="03000509000000000000" pitchFamily="66" charset="-122"/>
                <a:ea typeface="FZKai-Z03" panose="03000509000000000000" pitchFamily="66" charset="-122"/>
              </a:rPr>
              <a:t>内部网关协议</a:t>
            </a:r>
          </a:p>
        </p:txBody>
      </p:sp>
    </p:spTree>
    <p:extLst>
      <p:ext uri="{BB962C8B-B14F-4D97-AF65-F5344CB8AC3E}">
        <p14:creationId xmlns:p14="http://schemas.microsoft.com/office/powerpoint/2010/main" val="3158460458"/>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7699" name="Picture 5"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09600" y="1004888"/>
            <a:ext cx="7313613" cy="1730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12645" name="Rectangle 2"/>
          <p:cNvSpPr>
            <a:spLocks noGrp="1" noChangeArrowheads="1"/>
          </p:cNvSpPr>
          <p:nvPr>
            <p:ph type="title"/>
          </p:nvPr>
        </p:nvSpPr>
        <p:spPr/>
        <p:txBody>
          <a:bodyPr/>
          <a:lstStyle/>
          <a:p>
            <a:pPr>
              <a:defRPr/>
            </a:pPr>
            <a:r>
              <a:rPr lang="en-US" sz="4000">
                <a:cs typeface="+mj-cs"/>
              </a:rPr>
              <a:t>OSPF (Open Shortest Path First)</a:t>
            </a:r>
          </a:p>
        </p:txBody>
      </p:sp>
      <p:sp>
        <p:nvSpPr>
          <p:cNvPr id="157701" name="Rectangle 3"/>
          <p:cNvSpPr>
            <a:spLocks noGrp="1" noChangeArrowheads="1"/>
          </p:cNvSpPr>
          <p:nvPr>
            <p:ph type="body" idx="1"/>
          </p:nvPr>
        </p:nvSpPr>
        <p:spPr>
          <a:xfrm>
            <a:off x="533400" y="1447800"/>
            <a:ext cx="8229600" cy="5105400"/>
          </a:xfrm>
        </p:spPr>
        <p:txBody>
          <a:bodyPr/>
          <a:lstStyle/>
          <a:p>
            <a:r>
              <a:rPr lang="ja-JP" altLang="en-US" dirty="0">
                <a:latin typeface="Gill Sans MT" charset="0"/>
              </a:rPr>
              <a:t>“</a:t>
            </a:r>
            <a:r>
              <a:rPr lang="en-US" altLang="ja-JP" dirty="0">
                <a:latin typeface="Gill Sans MT" charset="0"/>
              </a:rPr>
              <a:t>open</a:t>
            </a:r>
            <a:r>
              <a:rPr lang="ja-JP" altLang="en-US" dirty="0">
                <a:latin typeface="Gill Sans MT" charset="0"/>
              </a:rPr>
              <a:t>”</a:t>
            </a:r>
            <a:r>
              <a:rPr lang="en-US" altLang="ja-JP" dirty="0">
                <a:latin typeface="Gill Sans MT" charset="0"/>
              </a:rPr>
              <a:t>: publicly available</a:t>
            </a:r>
          </a:p>
          <a:p>
            <a:r>
              <a:rPr lang="en-US" dirty="0">
                <a:latin typeface="Gill Sans MT" charset="0"/>
              </a:rPr>
              <a:t>uses link-state algorithm </a:t>
            </a:r>
          </a:p>
          <a:p>
            <a:pPr lvl="1"/>
            <a:r>
              <a:rPr lang="en-US" dirty="0">
                <a:latin typeface="Gill Sans MT" charset="0"/>
              </a:rPr>
              <a:t>link state packet dissemination</a:t>
            </a:r>
          </a:p>
          <a:p>
            <a:pPr lvl="1"/>
            <a:r>
              <a:rPr lang="en-US" dirty="0">
                <a:latin typeface="Gill Sans MT" charset="0"/>
              </a:rPr>
              <a:t>topology map at each node</a:t>
            </a:r>
          </a:p>
          <a:p>
            <a:pPr lvl="1"/>
            <a:r>
              <a:rPr lang="en-US" dirty="0">
                <a:latin typeface="Gill Sans MT" charset="0"/>
              </a:rPr>
              <a:t>route computation using Dijkstra</a:t>
            </a:r>
            <a:r>
              <a:rPr lang="ja-JP" altLang="en-US" dirty="0">
                <a:latin typeface="Gill Sans MT" charset="0"/>
              </a:rPr>
              <a:t>’</a:t>
            </a:r>
            <a:r>
              <a:rPr lang="en-US" altLang="ja-JP" dirty="0">
                <a:latin typeface="Gill Sans MT" charset="0"/>
              </a:rPr>
              <a:t>s algorithm</a:t>
            </a:r>
          </a:p>
          <a:p>
            <a:r>
              <a:rPr lang="en-US" dirty="0">
                <a:latin typeface="Gill Sans MT" charset="0"/>
              </a:rPr>
              <a:t>router floods OSPF link-state advertisements to all other routers in </a:t>
            </a:r>
            <a:r>
              <a:rPr lang="en-US" i="1" dirty="0">
                <a:solidFill>
                  <a:srgbClr val="CC0000"/>
                </a:solidFill>
                <a:latin typeface="Gill Sans MT" charset="0"/>
              </a:rPr>
              <a:t>entire</a:t>
            </a:r>
            <a:r>
              <a:rPr lang="en-US" dirty="0">
                <a:latin typeface="Gill Sans MT" charset="0"/>
              </a:rPr>
              <a:t> AS</a:t>
            </a:r>
          </a:p>
          <a:p>
            <a:pPr lvl="1"/>
            <a:r>
              <a:rPr lang="en-US" dirty="0">
                <a:latin typeface="Gill Sans MT" charset="0"/>
              </a:rPr>
              <a:t>carried in OSPF messages directly over IP (rather than TCP or UDP</a:t>
            </a:r>
          </a:p>
          <a:p>
            <a:pPr lvl="1"/>
            <a:r>
              <a:rPr lang="en-US" dirty="0">
                <a:latin typeface="Gill Sans MT" charset="0"/>
              </a:rPr>
              <a:t>link state: for each attached link</a:t>
            </a:r>
          </a:p>
          <a:p>
            <a:r>
              <a:rPr lang="en-US" i="1" dirty="0">
                <a:solidFill>
                  <a:srgbClr val="CC0000"/>
                </a:solidFill>
                <a:latin typeface="Gill Sans MT" charset="0"/>
              </a:rPr>
              <a:t>IS-IS routing</a:t>
            </a:r>
            <a:r>
              <a:rPr lang="en-US" dirty="0">
                <a:latin typeface="Gill Sans MT" charset="0"/>
              </a:rPr>
              <a:t> protocol: nearly identical to OSPF</a:t>
            </a:r>
          </a:p>
        </p:txBody>
      </p:sp>
      <p:sp>
        <p:nvSpPr>
          <p:cNvPr id="7" name="Slide Number Placeholder 5"/>
          <p:cNvSpPr>
            <a:spLocks noGrp="1"/>
          </p:cNvSpPr>
          <p:nvPr>
            <p:ph type="sldNum" sz="quarter" idx="12"/>
          </p:nvPr>
        </p:nvSpPr>
        <p:spPr>
          <a:xfrm>
            <a:off x="8456154" y="6475895"/>
            <a:ext cx="548655" cy="272319"/>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200" dirty="0">
                <a:latin typeface="Tahoma" charset="0"/>
              </a:rPr>
              <a:t>5-</a:t>
            </a:r>
            <a:fld id="{8E8C6E93-DF5B-BC4B-80F9-500DED1EEDCC}" type="slidenum">
              <a:rPr lang="en-US" sz="1200">
                <a:latin typeface="Tahoma" charset="0"/>
              </a:rPr>
              <a:pPr/>
              <a:t>74</a:t>
            </a:fld>
            <a:endParaRPr lang="en-US" sz="1200" dirty="0">
              <a:latin typeface="Tahoma" charset="0"/>
            </a:endParaRPr>
          </a:p>
        </p:txBody>
      </p:sp>
      <p:sp>
        <p:nvSpPr>
          <p:cNvPr id="8" name="Footer Placeholder 2"/>
          <p:cNvSpPr>
            <a:spLocks noGrp="1"/>
          </p:cNvSpPr>
          <p:nvPr>
            <p:ph type="ftr" sz="quarter" idx="11"/>
          </p:nvPr>
        </p:nvSpPr>
        <p:spPr>
          <a:xfrm>
            <a:off x="6375496" y="6475081"/>
            <a:ext cx="2177473" cy="241541"/>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200" dirty="0">
                <a:solidFill>
                  <a:srgbClr val="000000"/>
                </a:solidFill>
                <a:latin typeface="Tahoma" charset="0"/>
                <a:cs typeface="Arial" charset="0"/>
              </a:rPr>
              <a:t>Network Layer: Control Plane</a:t>
            </a:r>
          </a:p>
        </p:txBody>
      </p:sp>
    </p:spTree>
    <p:extLst>
      <p:ext uri="{BB962C8B-B14F-4D97-AF65-F5344CB8AC3E}">
        <p14:creationId xmlns:p14="http://schemas.microsoft.com/office/powerpoint/2010/main" val="188600348"/>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8723" name="Picture 5"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09600" y="1005343"/>
            <a:ext cx="5308773" cy="21940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58724" name="Rectangle 2"/>
          <p:cNvSpPr>
            <a:spLocks noGrp="1" noChangeArrowheads="1"/>
          </p:cNvSpPr>
          <p:nvPr>
            <p:ph type="title"/>
          </p:nvPr>
        </p:nvSpPr>
        <p:spPr/>
        <p:txBody>
          <a:bodyPr/>
          <a:lstStyle/>
          <a:p>
            <a:r>
              <a:rPr lang="en-US" sz="3600" dirty="0">
                <a:latin typeface="Gill Sans MT" charset="0"/>
              </a:rPr>
              <a:t>OSPF </a:t>
            </a:r>
            <a:r>
              <a:rPr lang="ja-JP" altLang="en-US" sz="3600" dirty="0">
                <a:latin typeface="Gill Sans MT" charset="0"/>
              </a:rPr>
              <a:t>“</a:t>
            </a:r>
            <a:r>
              <a:rPr lang="en-US" altLang="ja-JP" sz="3600" dirty="0">
                <a:latin typeface="Gill Sans MT" charset="0"/>
              </a:rPr>
              <a:t>advanced</a:t>
            </a:r>
            <a:r>
              <a:rPr lang="ja-JP" altLang="en-US" sz="3600" dirty="0">
                <a:latin typeface="Gill Sans MT" charset="0"/>
              </a:rPr>
              <a:t>”</a:t>
            </a:r>
            <a:r>
              <a:rPr lang="en-US" altLang="ja-JP" sz="3600" dirty="0">
                <a:latin typeface="Gill Sans MT" charset="0"/>
              </a:rPr>
              <a:t> features</a:t>
            </a:r>
            <a:endParaRPr lang="en-US" dirty="0">
              <a:latin typeface="Gill Sans MT" charset="0"/>
            </a:endParaRPr>
          </a:p>
        </p:txBody>
      </p:sp>
      <p:sp>
        <p:nvSpPr>
          <p:cNvPr id="158725" name="Rectangle 3"/>
          <p:cNvSpPr>
            <a:spLocks noGrp="1" noChangeArrowheads="1"/>
          </p:cNvSpPr>
          <p:nvPr>
            <p:ph type="body" idx="1"/>
          </p:nvPr>
        </p:nvSpPr>
        <p:spPr>
          <a:xfrm>
            <a:off x="500063" y="1385888"/>
            <a:ext cx="8229600" cy="4876800"/>
          </a:xfrm>
        </p:spPr>
        <p:txBody>
          <a:bodyPr/>
          <a:lstStyle/>
          <a:p>
            <a:r>
              <a:rPr lang="en-US" i="1" dirty="0">
                <a:solidFill>
                  <a:srgbClr val="CC0000"/>
                </a:solidFill>
                <a:latin typeface="Gill Sans MT" charset="0"/>
              </a:rPr>
              <a:t>security:</a:t>
            </a:r>
            <a:r>
              <a:rPr lang="en-US" dirty="0">
                <a:latin typeface="Gill Sans MT" charset="0"/>
              </a:rPr>
              <a:t> all OSPF messages authenticated (to prevent malicious intrusion) </a:t>
            </a:r>
          </a:p>
          <a:p>
            <a:r>
              <a:rPr lang="en-US" dirty="0">
                <a:solidFill>
                  <a:srgbClr val="CC0000"/>
                </a:solidFill>
                <a:latin typeface="Gill Sans MT" charset="0"/>
              </a:rPr>
              <a:t>multiple </a:t>
            </a:r>
            <a:r>
              <a:rPr lang="en-US" dirty="0">
                <a:latin typeface="Gill Sans MT" charset="0"/>
              </a:rPr>
              <a:t>same-cost </a:t>
            </a:r>
            <a:r>
              <a:rPr lang="en-US" dirty="0">
                <a:solidFill>
                  <a:srgbClr val="CC0000"/>
                </a:solidFill>
                <a:latin typeface="Gill Sans MT" charset="0"/>
              </a:rPr>
              <a:t>paths</a:t>
            </a:r>
            <a:r>
              <a:rPr lang="en-US" dirty="0">
                <a:latin typeface="Gill Sans MT" charset="0"/>
              </a:rPr>
              <a:t> allowed (only one path in RIP)</a:t>
            </a:r>
          </a:p>
          <a:p>
            <a:r>
              <a:rPr lang="en-US" dirty="0">
                <a:latin typeface="Gill Sans MT" charset="0"/>
              </a:rPr>
              <a:t>for each link, multiple cost metrics for different </a:t>
            </a:r>
            <a:r>
              <a:rPr lang="en-US" dirty="0">
                <a:solidFill>
                  <a:srgbClr val="CC0000"/>
                </a:solidFill>
                <a:latin typeface="Gill Sans MT" charset="0"/>
              </a:rPr>
              <a:t>TOS</a:t>
            </a:r>
            <a:r>
              <a:rPr lang="en-US" dirty="0">
                <a:solidFill>
                  <a:srgbClr val="FF0000"/>
                </a:solidFill>
                <a:latin typeface="Gill Sans MT" charset="0"/>
              </a:rPr>
              <a:t> </a:t>
            </a:r>
            <a:r>
              <a:rPr lang="en-US" dirty="0">
                <a:latin typeface="Gill Sans MT" charset="0"/>
              </a:rPr>
              <a:t>(e.g., satellite link cost set </a:t>
            </a:r>
            <a:r>
              <a:rPr lang="en-US" altLang="ja-JP" dirty="0">
                <a:latin typeface="Gill Sans MT" charset="0"/>
              </a:rPr>
              <a:t>low for best effort </a:t>
            </a:r>
            <a:r>
              <a:rPr lang="en-US" altLang="ja-JP" dirty="0" err="1">
                <a:latin typeface="Gill Sans MT" charset="0"/>
              </a:rPr>
              <a:t>ToS</a:t>
            </a:r>
            <a:r>
              <a:rPr lang="en-US" altLang="ja-JP" dirty="0">
                <a:latin typeface="Gill Sans MT" charset="0"/>
              </a:rPr>
              <a:t>; high for real-time </a:t>
            </a:r>
            <a:r>
              <a:rPr lang="en-US" altLang="ja-JP" dirty="0" err="1">
                <a:latin typeface="Gill Sans MT" charset="0"/>
              </a:rPr>
              <a:t>ToS</a:t>
            </a:r>
            <a:r>
              <a:rPr lang="en-US" altLang="ja-JP" dirty="0">
                <a:latin typeface="Gill Sans MT" charset="0"/>
              </a:rPr>
              <a:t>)</a:t>
            </a:r>
          </a:p>
          <a:p>
            <a:r>
              <a:rPr lang="en-US" dirty="0">
                <a:latin typeface="Gill Sans MT" charset="0"/>
              </a:rPr>
              <a:t>integrated </a:t>
            </a:r>
            <a:r>
              <a:rPr lang="en-US" dirty="0" err="1">
                <a:latin typeface="Gill Sans MT" charset="0"/>
              </a:rPr>
              <a:t>uni</a:t>
            </a:r>
            <a:r>
              <a:rPr lang="en-US" dirty="0">
                <a:latin typeface="Gill Sans MT" charset="0"/>
              </a:rPr>
              <a:t>- and </a:t>
            </a:r>
            <a:r>
              <a:rPr lang="en-US" dirty="0">
                <a:solidFill>
                  <a:srgbClr val="CC0000"/>
                </a:solidFill>
                <a:latin typeface="Gill Sans MT" charset="0"/>
              </a:rPr>
              <a:t>multi-cast</a:t>
            </a:r>
            <a:r>
              <a:rPr lang="en-US" dirty="0">
                <a:latin typeface="Gill Sans MT" charset="0"/>
              </a:rPr>
              <a:t> support: </a:t>
            </a:r>
          </a:p>
          <a:p>
            <a:pPr lvl="1"/>
            <a:r>
              <a:rPr lang="en-US" sz="2800" dirty="0">
                <a:latin typeface="Gill Sans MT" charset="0"/>
              </a:rPr>
              <a:t>Multicast OSPF (MOSPF) uses same topology data base as OSPF</a:t>
            </a:r>
          </a:p>
          <a:p>
            <a:r>
              <a:rPr lang="en-US" dirty="0">
                <a:solidFill>
                  <a:srgbClr val="CC0000"/>
                </a:solidFill>
                <a:latin typeface="Gill Sans MT" charset="0"/>
              </a:rPr>
              <a:t>hierarchical</a:t>
            </a:r>
            <a:r>
              <a:rPr lang="en-US" dirty="0">
                <a:latin typeface="Gill Sans MT" charset="0"/>
              </a:rPr>
              <a:t> OSPF in large domains.</a:t>
            </a:r>
          </a:p>
          <a:p>
            <a:endParaRPr lang="en-US" dirty="0">
              <a:latin typeface="Gill Sans MT" charset="0"/>
            </a:endParaRPr>
          </a:p>
        </p:txBody>
      </p:sp>
      <p:sp>
        <p:nvSpPr>
          <p:cNvPr id="7" name="Slide Number Placeholder 5"/>
          <p:cNvSpPr>
            <a:spLocks noGrp="1"/>
          </p:cNvSpPr>
          <p:nvPr>
            <p:ph type="sldNum" sz="quarter" idx="12"/>
          </p:nvPr>
        </p:nvSpPr>
        <p:spPr>
          <a:xfrm>
            <a:off x="8456154" y="6475895"/>
            <a:ext cx="548655" cy="272319"/>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200" dirty="0">
                <a:latin typeface="Tahoma" charset="0"/>
              </a:rPr>
              <a:t>5-</a:t>
            </a:r>
            <a:fld id="{8E8C6E93-DF5B-BC4B-80F9-500DED1EEDCC}" type="slidenum">
              <a:rPr lang="en-US" sz="1200">
                <a:latin typeface="Tahoma" charset="0"/>
              </a:rPr>
              <a:pPr/>
              <a:t>75</a:t>
            </a:fld>
            <a:endParaRPr lang="en-US" sz="1200" dirty="0">
              <a:latin typeface="Tahoma" charset="0"/>
            </a:endParaRPr>
          </a:p>
        </p:txBody>
      </p:sp>
      <p:sp>
        <p:nvSpPr>
          <p:cNvPr id="8" name="Footer Placeholder 2"/>
          <p:cNvSpPr>
            <a:spLocks noGrp="1"/>
          </p:cNvSpPr>
          <p:nvPr>
            <p:ph type="ftr" sz="quarter" idx="11"/>
          </p:nvPr>
        </p:nvSpPr>
        <p:spPr>
          <a:xfrm>
            <a:off x="6375496" y="6475081"/>
            <a:ext cx="2177473" cy="241541"/>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200" dirty="0">
                <a:solidFill>
                  <a:srgbClr val="000000"/>
                </a:solidFill>
                <a:latin typeface="Tahoma" charset="0"/>
                <a:cs typeface="Arial" charset="0"/>
              </a:rPr>
              <a:t>Network Layer: Control Plane</a:t>
            </a:r>
          </a:p>
        </p:txBody>
      </p:sp>
    </p:spTree>
    <p:extLst>
      <p:ext uri="{BB962C8B-B14F-4D97-AF65-F5344CB8AC3E}">
        <p14:creationId xmlns:p14="http://schemas.microsoft.com/office/powerpoint/2010/main" val="2005773468"/>
      </p:ext>
    </p:extLst>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9747" name="Freeform 2"/>
          <p:cNvSpPr>
            <a:spLocks/>
          </p:cNvSpPr>
          <p:nvPr/>
        </p:nvSpPr>
        <p:spPr bwMode="auto">
          <a:xfrm>
            <a:off x="2027238" y="1652588"/>
            <a:ext cx="6010275" cy="2206625"/>
          </a:xfrm>
          <a:custGeom>
            <a:avLst/>
            <a:gdLst>
              <a:gd name="T0" fmla="*/ 2147483647 w 3786"/>
              <a:gd name="T1" fmla="*/ 2147483647 h 1390"/>
              <a:gd name="T2" fmla="*/ 2147483647 w 3786"/>
              <a:gd name="T3" fmla="*/ 2147483647 h 1390"/>
              <a:gd name="T4" fmla="*/ 2147483647 w 3786"/>
              <a:gd name="T5" fmla="*/ 2147483647 h 1390"/>
              <a:gd name="T6" fmla="*/ 2147483647 w 3786"/>
              <a:gd name="T7" fmla="*/ 2147483647 h 1390"/>
              <a:gd name="T8" fmla="*/ 2147483647 w 3786"/>
              <a:gd name="T9" fmla="*/ 2147483647 h 1390"/>
              <a:gd name="T10" fmla="*/ 2147483647 w 3786"/>
              <a:gd name="T11" fmla="*/ 2147483647 h 1390"/>
              <a:gd name="T12" fmla="*/ 2147483647 w 3786"/>
              <a:gd name="T13" fmla="*/ 2147483647 h 1390"/>
              <a:gd name="T14" fmla="*/ 2147483647 w 3786"/>
              <a:gd name="T15" fmla="*/ 2147483647 h 1390"/>
              <a:gd name="T16" fmla="*/ 2147483647 w 3786"/>
              <a:gd name="T17" fmla="*/ 2147483647 h 1390"/>
              <a:gd name="T18" fmla="*/ 2147483647 w 3786"/>
              <a:gd name="T19" fmla="*/ 2147483647 h 1390"/>
              <a:gd name="T20" fmla="*/ 2147483647 w 3786"/>
              <a:gd name="T21" fmla="*/ 2147483647 h 1390"/>
              <a:gd name="T22" fmla="*/ 2147483647 w 3786"/>
              <a:gd name="T23" fmla="*/ 2147483647 h 1390"/>
              <a:gd name="T24" fmla="*/ 2147483647 w 3786"/>
              <a:gd name="T25" fmla="*/ 2147483647 h 1390"/>
              <a:gd name="T26" fmla="*/ 2147483647 w 3786"/>
              <a:gd name="T27" fmla="*/ 2147483647 h 139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786"/>
              <a:gd name="T43" fmla="*/ 0 h 1390"/>
              <a:gd name="T44" fmla="*/ 3786 w 3786"/>
              <a:gd name="T45" fmla="*/ 1390 h 139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786" h="1390">
                <a:moveTo>
                  <a:pt x="408" y="575"/>
                </a:moveTo>
                <a:cubicBezTo>
                  <a:pt x="689" y="273"/>
                  <a:pt x="1286" y="110"/>
                  <a:pt x="1693" y="55"/>
                </a:cubicBezTo>
                <a:cubicBezTo>
                  <a:pt x="2100" y="0"/>
                  <a:pt x="2585" y="164"/>
                  <a:pt x="2852" y="245"/>
                </a:cubicBezTo>
                <a:cubicBezTo>
                  <a:pt x="3119" y="326"/>
                  <a:pt x="3163" y="420"/>
                  <a:pt x="3295" y="540"/>
                </a:cubicBezTo>
                <a:cubicBezTo>
                  <a:pt x="3427" y="660"/>
                  <a:pt x="3786" y="870"/>
                  <a:pt x="3702" y="1130"/>
                </a:cubicBezTo>
                <a:cubicBezTo>
                  <a:pt x="3618" y="1390"/>
                  <a:pt x="3209" y="1190"/>
                  <a:pt x="3035" y="1214"/>
                </a:cubicBezTo>
                <a:cubicBezTo>
                  <a:pt x="2870" y="1266"/>
                  <a:pt x="2655" y="1277"/>
                  <a:pt x="2655" y="1277"/>
                </a:cubicBezTo>
                <a:cubicBezTo>
                  <a:pt x="2655" y="1277"/>
                  <a:pt x="2160" y="1316"/>
                  <a:pt x="1918" y="1326"/>
                </a:cubicBezTo>
                <a:cubicBezTo>
                  <a:pt x="1676" y="1336"/>
                  <a:pt x="1387" y="1353"/>
                  <a:pt x="1201" y="1340"/>
                </a:cubicBezTo>
                <a:cubicBezTo>
                  <a:pt x="1015" y="1327"/>
                  <a:pt x="913" y="1278"/>
                  <a:pt x="801" y="1249"/>
                </a:cubicBezTo>
                <a:lnTo>
                  <a:pt x="527" y="1165"/>
                </a:lnTo>
                <a:cubicBezTo>
                  <a:pt x="404" y="1140"/>
                  <a:pt x="126" y="1159"/>
                  <a:pt x="63" y="1102"/>
                </a:cubicBezTo>
                <a:cubicBezTo>
                  <a:pt x="0" y="1045"/>
                  <a:pt x="85" y="919"/>
                  <a:pt x="148" y="821"/>
                </a:cubicBezTo>
                <a:cubicBezTo>
                  <a:pt x="205" y="733"/>
                  <a:pt x="127" y="877"/>
                  <a:pt x="408" y="575"/>
                </a:cubicBezTo>
                <a:close/>
              </a:path>
            </a:pathLst>
          </a:custGeom>
          <a:solidFill>
            <a:srgbClr val="3399FF"/>
          </a:solidFill>
          <a:ln>
            <a:noFill/>
          </a:ln>
          <a:extLst>
            <a:ext uri="{91240B29-F687-4f45-9708-019B960494DF}">
              <a14:hiddenLine xmlns:a14="http://schemas.microsoft.com/office/drawing/2010/main" xmlns="" w="9525" cap="flat" cmpd="sng">
                <a:solidFill>
                  <a:srgbClr val="000000"/>
                </a:solidFill>
                <a:prstDash val="solid"/>
                <a:round/>
                <a:headEnd/>
                <a:tailEnd/>
              </a14:hiddenLine>
            </a:ext>
          </a:extLst>
        </p:spPr>
        <p:txBody>
          <a:bodyPr wrap="none"/>
          <a:lstStyle/>
          <a:p>
            <a:endParaRPr lang="en-US"/>
          </a:p>
        </p:txBody>
      </p:sp>
      <p:sp>
        <p:nvSpPr>
          <p:cNvPr id="159748" name="Rectangle 3"/>
          <p:cNvSpPr>
            <a:spLocks noGrp="1" noChangeArrowheads="1"/>
          </p:cNvSpPr>
          <p:nvPr>
            <p:ph type="title"/>
          </p:nvPr>
        </p:nvSpPr>
        <p:spPr>
          <a:xfrm>
            <a:off x="427038" y="169863"/>
            <a:ext cx="4438650" cy="1143000"/>
          </a:xfrm>
        </p:spPr>
        <p:txBody>
          <a:bodyPr/>
          <a:lstStyle/>
          <a:p>
            <a:r>
              <a:rPr lang="en-US" sz="4000">
                <a:latin typeface="Gill Sans MT" charset="0"/>
              </a:rPr>
              <a:t>Hierarchical OSPF</a:t>
            </a:r>
            <a:endParaRPr lang="en-US">
              <a:latin typeface="Gill Sans MT" charset="0"/>
            </a:endParaRPr>
          </a:p>
        </p:txBody>
      </p:sp>
      <p:sp>
        <p:nvSpPr>
          <p:cNvPr id="159749" name="Line 4"/>
          <p:cNvSpPr>
            <a:spLocks noChangeShapeType="1"/>
          </p:cNvSpPr>
          <p:nvPr/>
        </p:nvSpPr>
        <p:spPr bwMode="auto">
          <a:xfrm flipV="1">
            <a:off x="3679825" y="2039938"/>
            <a:ext cx="1058863" cy="346075"/>
          </a:xfrm>
          <a:prstGeom prst="line">
            <a:avLst/>
          </a:prstGeom>
          <a:noFill/>
          <a:ln w="19050">
            <a:solidFill>
              <a:schemeClr val="tx1"/>
            </a:solidFill>
            <a:round/>
            <a:headEnd/>
            <a:tailEnd/>
          </a:ln>
          <a:extLst>
            <a:ext uri="{909E8E84-426E-40dd-AFC4-6F175D3DCCD1}">
              <a14:hiddenFill xmlns:a14="http://schemas.microsoft.com/office/drawing/2010/main" xmlns="">
                <a:noFill/>
              </a14:hiddenFill>
            </a:ext>
          </a:extLst>
        </p:spPr>
        <p:txBody>
          <a:bodyPr wrap="none"/>
          <a:lstStyle/>
          <a:p>
            <a:endParaRPr lang="en-US"/>
          </a:p>
        </p:txBody>
      </p:sp>
      <p:sp>
        <p:nvSpPr>
          <p:cNvPr id="159750" name="Line 5"/>
          <p:cNvSpPr>
            <a:spLocks noChangeShapeType="1"/>
          </p:cNvSpPr>
          <p:nvPr/>
        </p:nvSpPr>
        <p:spPr bwMode="auto">
          <a:xfrm>
            <a:off x="4957763" y="2036763"/>
            <a:ext cx="1169987" cy="344487"/>
          </a:xfrm>
          <a:prstGeom prst="line">
            <a:avLst/>
          </a:prstGeom>
          <a:noFill/>
          <a:ln w="19050">
            <a:solidFill>
              <a:schemeClr val="tx1"/>
            </a:solidFill>
            <a:round/>
            <a:headEnd/>
            <a:tailEnd/>
          </a:ln>
          <a:extLst>
            <a:ext uri="{909E8E84-426E-40dd-AFC4-6F175D3DCCD1}">
              <a14:hiddenFill xmlns:a14="http://schemas.microsoft.com/office/drawing/2010/main" xmlns="">
                <a:noFill/>
              </a14:hiddenFill>
            </a:ext>
          </a:extLst>
        </p:spPr>
        <p:txBody>
          <a:bodyPr wrap="none"/>
          <a:lstStyle/>
          <a:p>
            <a:endParaRPr lang="en-US"/>
          </a:p>
        </p:txBody>
      </p:sp>
      <p:sp>
        <p:nvSpPr>
          <p:cNvPr id="159751" name="Line 6"/>
          <p:cNvSpPr>
            <a:spLocks noChangeShapeType="1"/>
          </p:cNvSpPr>
          <p:nvPr/>
        </p:nvSpPr>
        <p:spPr bwMode="auto">
          <a:xfrm>
            <a:off x="6369050" y="2435225"/>
            <a:ext cx="803275" cy="801688"/>
          </a:xfrm>
          <a:prstGeom prst="line">
            <a:avLst/>
          </a:prstGeom>
          <a:noFill/>
          <a:ln w="19050">
            <a:solidFill>
              <a:schemeClr val="tx1"/>
            </a:solidFill>
            <a:round/>
            <a:headEnd/>
            <a:tailEnd/>
          </a:ln>
          <a:extLst>
            <a:ext uri="{909E8E84-426E-40dd-AFC4-6F175D3DCCD1}">
              <a14:hiddenFill xmlns:a14="http://schemas.microsoft.com/office/drawing/2010/main" xmlns="">
                <a:noFill/>
              </a14:hiddenFill>
            </a:ext>
          </a:extLst>
        </p:spPr>
        <p:txBody>
          <a:bodyPr wrap="none"/>
          <a:lstStyle/>
          <a:p>
            <a:endParaRPr lang="en-US"/>
          </a:p>
        </p:txBody>
      </p:sp>
      <p:sp>
        <p:nvSpPr>
          <p:cNvPr id="159752" name="Line 7"/>
          <p:cNvSpPr>
            <a:spLocks noChangeShapeType="1"/>
          </p:cNvSpPr>
          <p:nvPr/>
        </p:nvSpPr>
        <p:spPr bwMode="auto">
          <a:xfrm flipV="1">
            <a:off x="4948238" y="2330450"/>
            <a:ext cx="1271587" cy="1182688"/>
          </a:xfrm>
          <a:prstGeom prst="line">
            <a:avLst/>
          </a:prstGeom>
          <a:noFill/>
          <a:ln w="19050">
            <a:solidFill>
              <a:schemeClr val="tx1"/>
            </a:solidFill>
            <a:round/>
            <a:headEnd/>
            <a:tailEnd/>
          </a:ln>
          <a:extLst>
            <a:ext uri="{909E8E84-426E-40dd-AFC4-6F175D3DCCD1}">
              <a14:hiddenFill xmlns:a14="http://schemas.microsoft.com/office/drawing/2010/main" xmlns="">
                <a:noFill/>
              </a14:hiddenFill>
            </a:ext>
          </a:extLst>
        </p:spPr>
        <p:txBody>
          <a:bodyPr wrap="none"/>
          <a:lstStyle/>
          <a:p>
            <a:endParaRPr lang="en-US"/>
          </a:p>
        </p:txBody>
      </p:sp>
      <p:sp>
        <p:nvSpPr>
          <p:cNvPr id="159753" name="Line 8"/>
          <p:cNvSpPr>
            <a:spLocks noChangeShapeType="1"/>
          </p:cNvSpPr>
          <p:nvPr/>
        </p:nvSpPr>
        <p:spPr bwMode="auto">
          <a:xfrm>
            <a:off x="3683000" y="2471738"/>
            <a:ext cx="1138238" cy="992187"/>
          </a:xfrm>
          <a:prstGeom prst="line">
            <a:avLst/>
          </a:prstGeom>
          <a:noFill/>
          <a:ln w="19050">
            <a:solidFill>
              <a:schemeClr val="tx1"/>
            </a:solidFill>
            <a:round/>
            <a:headEnd/>
            <a:tailEnd/>
          </a:ln>
          <a:extLst>
            <a:ext uri="{909E8E84-426E-40dd-AFC4-6F175D3DCCD1}">
              <a14:hiddenFill xmlns:a14="http://schemas.microsoft.com/office/drawing/2010/main" xmlns="">
                <a:noFill/>
              </a14:hiddenFill>
            </a:ext>
          </a:extLst>
        </p:spPr>
        <p:txBody>
          <a:bodyPr wrap="none"/>
          <a:lstStyle/>
          <a:p>
            <a:endParaRPr lang="en-US"/>
          </a:p>
        </p:txBody>
      </p:sp>
      <p:sp>
        <p:nvSpPr>
          <p:cNvPr id="159754" name="Line 9"/>
          <p:cNvSpPr>
            <a:spLocks noChangeShapeType="1"/>
          </p:cNvSpPr>
          <p:nvPr/>
        </p:nvSpPr>
        <p:spPr bwMode="auto">
          <a:xfrm flipH="1">
            <a:off x="6780213" y="3236913"/>
            <a:ext cx="400050" cy="881062"/>
          </a:xfrm>
          <a:prstGeom prst="line">
            <a:avLst/>
          </a:prstGeom>
          <a:noFill/>
          <a:ln w="19050">
            <a:solidFill>
              <a:schemeClr val="tx1"/>
            </a:solidFill>
            <a:round/>
            <a:headEnd/>
            <a:tailEnd/>
          </a:ln>
          <a:extLst>
            <a:ext uri="{909E8E84-426E-40dd-AFC4-6F175D3DCCD1}">
              <a14:hiddenFill xmlns:a14="http://schemas.microsoft.com/office/drawing/2010/main" xmlns="">
                <a:noFill/>
              </a14:hiddenFill>
            </a:ext>
          </a:extLst>
        </p:spPr>
        <p:txBody>
          <a:bodyPr wrap="none"/>
          <a:lstStyle/>
          <a:p>
            <a:endParaRPr lang="en-US"/>
          </a:p>
        </p:txBody>
      </p:sp>
      <p:sp>
        <p:nvSpPr>
          <p:cNvPr id="159755" name="Line 10"/>
          <p:cNvSpPr>
            <a:spLocks noChangeShapeType="1"/>
          </p:cNvSpPr>
          <p:nvPr/>
        </p:nvSpPr>
        <p:spPr bwMode="auto">
          <a:xfrm>
            <a:off x="6808788" y="4090988"/>
            <a:ext cx="893762" cy="836612"/>
          </a:xfrm>
          <a:prstGeom prst="line">
            <a:avLst/>
          </a:prstGeom>
          <a:noFill/>
          <a:ln w="19050">
            <a:solidFill>
              <a:schemeClr val="tx1"/>
            </a:solidFill>
            <a:round/>
            <a:headEnd/>
            <a:tailEnd/>
          </a:ln>
          <a:extLst>
            <a:ext uri="{909E8E84-426E-40dd-AFC4-6F175D3DCCD1}">
              <a14:hiddenFill xmlns:a14="http://schemas.microsoft.com/office/drawing/2010/main" xmlns="">
                <a:noFill/>
              </a14:hiddenFill>
            </a:ext>
          </a:extLst>
        </p:spPr>
        <p:txBody>
          <a:bodyPr wrap="none"/>
          <a:lstStyle/>
          <a:p>
            <a:endParaRPr lang="en-US"/>
          </a:p>
        </p:txBody>
      </p:sp>
      <p:sp>
        <p:nvSpPr>
          <p:cNvPr id="159756" name="Line 11"/>
          <p:cNvSpPr>
            <a:spLocks noChangeShapeType="1"/>
          </p:cNvSpPr>
          <p:nvPr/>
        </p:nvSpPr>
        <p:spPr bwMode="auto">
          <a:xfrm>
            <a:off x="4841875" y="3405188"/>
            <a:ext cx="547688" cy="1338262"/>
          </a:xfrm>
          <a:prstGeom prst="line">
            <a:avLst/>
          </a:prstGeom>
          <a:noFill/>
          <a:ln w="19050">
            <a:solidFill>
              <a:schemeClr val="tx1"/>
            </a:solidFill>
            <a:round/>
            <a:headEnd/>
            <a:tailEnd/>
          </a:ln>
          <a:extLst>
            <a:ext uri="{909E8E84-426E-40dd-AFC4-6F175D3DCCD1}">
              <a14:hiddenFill xmlns:a14="http://schemas.microsoft.com/office/drawing/2010/main" xmlns="">
                <a:noFill/>
              </a14:hiddenFill>
            </a:ext>
          </a:extLst>
        </p:spPr>
        <p:txBody>
          <a:bodyPr wrap="none"/>
          <a:lstStyle/>
          <a:p>
            <a:endParaRPr lang="en-US"/>
          </a:p>
        </p:txBody>
      </p:sp>
      <p:sp>
        <p:nvSpPr>
          <p:cNvPr id="159757" name="Line 12"/>
          <p:cNvSpPr>
            <a:spLocks noChangeShapeType="1"/>
          </p:cNvSpPr>
          <p:nvPr/>
        </p:nvSpPr>
        <p:spPr bwMode="auto">
          <a:xfrm>
            <a:off x="4403725" y="4268788"/>
            <a:ext cx="246063" cy="971550"/>
          </a:xfrm>
          <a:prstGeom prst="line">
            <a:avLst/>
          </a:prstGeom>
          <a:noFill/>
          <a:ln w="19050">
            <a:solidFill>
              <a:schemeClr val="tx1"/>
            </a:solidFill>
            <a:round/>
            <a:headEnd/>
            <a:tailEnd/>
          </a:ln>
          <a:extLst>
            <a:ext uri="{909E8E84-426E-40dd-AFC4-6F175D3DCCD1}">
              <a14:hiddenFill xmlns:a14="http://schemas.microsoft.com/office/drawing/2010/main" xmlns="">
                <a:noFill/>
              </a14:hiddenFill>
            </a:ext>
          </a:extLst>
        </p:spPr>
        <p:txBody>
          <a:bodyPr wrap="none"/>
          <a:lstStyle/>
          <a:p>
            <a:endParaRPr lang="en-US"/>
          </a:p>
        </p:txBody>
      </p:sp>
      <p:sp>
        <p:nvSpPr>
          <p:cNvPr id="159758" name="Line 13"/>
          <p:cNvSpPr>
            <a:spLocks noChangeShapeType="1"/>
          </p:cNvSpPr>
          <p:nvPr/>
        </p:nvSpPr>
        <p:spPr bwMode="auto">
          <a:xfrm flipH="1">
            <a:off x="4646613" y="4775200"/>
            <a:ext cx="723900" cy="457200"/>
          </a:xfrm>
          <a:prstGeom prst="line">
            <a:avLst/>
          </a:prstGeom>
          <a:noFill/>
          <a:ln w="19050">
            <a:solidFill>
              <a:schemeClr val="tx1"/>
            </a:solidFill>
            <a:round/>
            <a:headEnd/>
            <a:tailEnd/>
          </a:ln>
          <a:extLst>
            <a:ext uri="{909E8E84-426E-40dd-AFC4-6F175D3DCCD1}">
              <a14:hiddenFill xmlns:a14="http://schemas.microsoft.com/office/drawing/2010/main" xmlns="">
                <a:noFill/>
              </a14:hiddenFill>
            </a:ext>
          </a:extLst>
        </p:spPr>
        <p:txBody>
          <a:bodyPr wrap="none"/>
          <a:lstStyle/>
          <a:p>
            <a:endParaRPr lang="en-US"/>
          </a:p>
        </p:txBody>
      </p:sp>
      <p:sp>
        <p:nvSpPr>
          <p:cNvPr id="159759" name="Line 14"/>
          <p:cNvSpPr>
            <a:spLocks noChangeShapeType="1"/>
          </p:cNvSpPr>
          <p:nvPr/>
        </p:nvSpPr>
        <p:spPr bwMode="auto">
          <a:xfrm flipH="1">
            <a:off x="4454525" y="3519488"/>
            <a:ext cx="388938" cy="779462"/>
          </a:xfrm>
          <a:prstGeom prst="line">
            <a:avLst/>
          </a:prstGeom>
          <a:noFill/>
          <a:ln w="19050">
            <a:solidFill>
              <a:schemeClr val="tx1"/>
            </a:solidFill>
            <a:round/>
            <a:headEnd/>
            <a:tailEnd/>
          </a:ln>
          <a:extLst>
            <a:ext uri="{909E8E84-426E-40dd-AFC4-6F175D3DCCD1}">
              <a14:hiddenFill xmlns:a14="http://schemas.microsoft.com/office/drawing/2010/main" xmlns="">
                <a:noFill/>
              </a14:hiddenFill>
            </a:ext>
          </a:extLst>
        </p:spPr>
        <p:txBody>
          <a:bodyPr wrap="none"/>
          <a:lstStyle/>
          <a:p>
            <a:endParaRPr lang="en-US"/>
          </a:p>
        </p:txBody>
      </p:sp>
      <p:sp>
        <p:nvSpPr>
          <p:cNvPr id="159760" name="Line 15"/>
          <p:cNvSpPr>
            <a:spLocks noChangeShapeType="1"/>
          </p:cNvSpPr>
          <p:nvPr/>
        </p:nvSpPr>
        <p:spPr bwMode="auto">
          <a:xfrm flipH="1">
            <a:off x="2689225" y="2319338"/>
            <a:ext cx="857250" cy="846137"/>
          </a:xfrm>
          <a:prstGeom prst="line">
            <a:avLst/>
          </a:prstGeom>
          <a:noFill/>
          <a:ln w="19050">
            <a:solidFill>
              <a:schemeClr val="tx1"/>
            </a:solidFill>
            <a:round/>
            <a:headEnd/>
            <a:tailEnd/>
          </a:ln>
          <a:extLst>
            <a:ext uri="{909E8E84-426E-40dd-AFC4-6F175D3DCCD1}">
              <a14:hiddenFill xmlns:a14="http://schemas.microsoft.com/office/drawing/2010/main" xmlns="">
                <a:noFill/>
              </a14:hiddenFill>
            </a:ext>
          </a:extLst>
        </p:spPr>
        <p:txBody>
          <a:bodyPr wrap="none"/>
          <a:lstStyle/>
          <a:p>
            <a:endParaRPr lang="en-US"/>
          </a:p>
        </p:txBody>
      </p:sp>
      <p:sp>
        <p:nvSpPr>
          <p:cNvPr id="159761" name="Line 16"/>
          <p:cNvSpPr>
            <a:spLocks noChangeShapeType="1"/>
          </p:cNvSpPr>
          <p:nvPr/>
        </p:nvSpPr>
        <p:spPr bwMode="auto">
          <a:xfrm flipH="1">
            <a:off x="2084388" y="3171825"/>
            <a:ext cx="577850" cy="790575"/>
          </a:xfrm>
          <a:prstGeom prst="line">
            <a:avLst/>
          </a:prstGeom>
          <a:noFill/>
          <a:ln w="19050">
            <a:solidFill>
              <a:schemeClr val="tx1"/>
            </a:solidFill>
            <a:round/>
            <a:headEnd/>
            <a:tailEnd/>
          </a:ln>
          <a:extLst>
            <a:ext uri="{909E8E84-426E-40dd-AFC4-6F175D3DCCD1}">
              <a14:hiddenFill xmlns:a14="http://schemas.microsoft.com/office/drawing/2010/main" xmlns="">
                <a:noFill/>
              </a14:hiddenFill>
            </a:ext>
          </a:extLst>
        </p:spPr>
        <p:txBody>
          <a:bodyPr wrap="none"/>
          <a:lstStyle/>
          <a:p>
            <a:endParaRPr lang="en-US"/>
          </a:p>
        </p:txBody>
      </p:sp>
      <p:sp>
        <p:nvSpPr>
          <p:cNvPr id="159762" name="Line 17"/>
          <p:cNvSpPr>
            <a:spLocks noChangeShapeType="1"/>
          </p:cNvSpPr>
          <p:nvPr/>
        </p:nvSpPr>
        <p:spPr bwMode="auto">
          <a:xfrm flipH="1">
            <a:off x="1435100" y="4024313"/>
            <a:ext cx="622300" cy="600075"/>
          </a:xfrm>
          <a:prstGeom prst="line">
            <a:avLst/>
          </a:prstGeom>
          <a:noFill/>
          <a:ln w="19050">
            <a:solidFill>
              <a:schemeClr val="tx1"/>
            </a:solidFill>
            <a:round/>
            <a:headEnd/>
            <a:tailEnd/>
          </a:ln>
          <a:extLst>
            <a:ext uri="{909E8E84-426E-40dd-AFC4-6F175D3DCCD1}">
              <a14:hiddenFill xmlns:a14="http://schemas.microsoft.com/office/drawing/2010/main" xmlns="">
                <a:noFill/>
              </a14:hiddenFill>
            </a:ext>
          </a:extLst>
        </p:spPr>
        <p:txBody>
          <a:bodyPr wrap="none"/>
          <a:lstStyle/>
          <a:p>
            <a:endParaRPr lang="en-US"/>
          </a:p>
        </p:txBody>
      </p:sp>
      <p:sp>
        <p:nvSpPr>
          <p:cNvPr id="159763" name="Line 18"/>
          <p:cNvSpPr>
            <a:spLocks noChangeShapeType="1"/>
          </p:cNvSpPr>
          <p:nvPr/>
        </p:nvSpPr>
        <p:spPr bwMode="auto">
          <a:xfrm flipH="1">
            <a:off x="2290763" y="4552950"/>
            <a:ext cx="433387" cy="677863"/>
          </a:xfrm>
          <a:prstGeom prst="line">
            <a:avLst/>
          </a:prstGeom>
          <a:noFill/>
          <a:ln w="19050">
            <a:solidFill>
              <a:schemeClr val="tx1"/>
            </a:solidFill>
            <a:round/>
            <a:headEnd/>
            <a:tailEnd/>
          </a:ln>
          <a:extLst>
            <a:ext uri="{909E8E84-426E-40dd-AFC4-6F175D3DCCD1}">
              <a14:hiddenFill xmlns:a14="http://schemas.microsoft.com/office/drawing/2010/main" xmlns="">
                <a:noFill/>
              </a14:hiddenFill>
            </a:ext>
          </a:extLst>
        </p:spPr>
        <p:txBody>
          <a:bodyPr wrap="none"/>
          <a:lstStyle/>
          <a:p>
            <a:endParaRPr lang="en-US"/>
          </a:p>
        </p:txBody>
      </p:sp>
      <p:sp>
        <p:nvSpPr>
          <p:cNvPr id="159764" name="Line 19"/>
          <p:cNvSpPr>
            <a:spLocks noChangeShapeType="1"/>
          </p:cNvSpPr>
          <p:nvPr/>
        </p:nvSpPr>
        <p:spPr bwMode="auto">
          <a:xfrm>
            <a:off x="2163763" y="3981450"/>
            <a:ext cx="636587" cy="520700"/>
          </a:xfrm>
          <a:prstGeom prst="line">
            <a:avLst/>
          </a:prstGeom>
          <a:noFill/>
          <a:ln w="19050">
            <a:solidFill>
              <a:schemeClr val="tx1"/>
            </a:solidFill>
            <a:round/>
            <a:headEnd/>
            <a:tailEnd/>
          </a:ln>
          <a:extLst>
            <a:ext uri="{909E8E84-426E-40dd-AFC4-6F175D3DCCD1}">
              <a14:hiddenFill xmlns:a14="http://schemas.microsoft.com/office/drawing/2010/main" xmlns="">
                <a:noFill/>
              </a14:hiddenFill>
            </a:ext>
          </a:extLst>
        </p:spPr>
        <p:txBody>
          <a:bodyPr wrap="none"/>
          <a:lstStyle/>
          <a:p>
            <a:endParaRPr lang="en-US"/>
          </a:p>
        </p:txBody>
      </p:sp>
      <p:sp>
        <p:nvSpPr>
          <p:cNvPr id="159765" name="Freeform 20"/>
          <p:cNvSpPr>
            <a:spLocks/>
          </p:cNvSpPr>
          <p:nvPr/>
        </p:nvSpPr>
        <p:spPr bwMode="auto">
          <a:xfrm>
            <a:off x="1087438" y="2833688"/>
            <a:ext cx="2185987" cy="2820987"/>
          </a:xfrm>
          <a:custGeom>
            <a:avLst/>
            <a:gdLst>
              <a:gd name="T0" fmla="*/ 2147483647 w 1377"/>
              <a:gd name="T1" fmla="*/ 2147483647 h 1777"/>
              <a:gd name="T2" fmla="*/ 2147483647 w 1377"/>
              <a:gd name="T3" fmla="*/ 2147483647 h 1777"/>
              <a:gd name="T4" fmla="*/ 2147483647 w 1377"/>
              <a:gd name="T5" fmla="*/ 2147483647 h 1777"/>
              <a:gd name="T6" fmla="*/ 2147483647 w 1377"/>
              <a:gd name="T7" fmla="*/ 2147483647 h 1777"/>
              <a:gd name="T8" fmla="*/ 2147483647 w 1377"/>
              <a:gd name="T9" fmla="*/ 2147483647 h 1777"/>
              <a:gd name="T10" fmla="*/ 2147483647 w 1377"/>
              <a:gd name="T11" fmla="*/ 2147483647 h 1777"/>
              <a:gd name="T12" fmla="*/ 2147483647 w 1377"/>
              <a:gd name="T13" fmla="*/ 2147483647 h 1777"/>
              <a:gd name="T14" fmla="*/ 2147483647 w 1377"/>
              <a:gd name="T15" fmla="*/ 2147483647 h 1777"/>
              <a:gd name="T16" fmla="*/ 2147483647 w 1377"/>
              <a:gd name="T17" fmla="*/ 2147483647 h 1777"/>
              <a:gd name="T18" fmla="*/ 2147483647 w 1377"/>
              <a:gd name="T19" fmla="*/ 2147483647 h 1777"/>
              <a:gd name="T20" fmla="*/ 2147483647 w 1377"/>
              <a:gd name="T21" fmla="*/ 2147483647 h 1777"/>
              <a:gd name="T22" fmla="*/ 2147483647 w 1377"/>
              <a:gd name="T23" fmla="*/ 2147483647 h 1777"/>
              <a:gd name="T24" fmla="*/ 2147483647 w 1377"/>
              <a:gd name="T25" fmla="*/ 2147483647 h 1777"/>
              <a:gd name="T26" fmla="*/ 2147483647 w 1377"/>
              <a:gd name="T27" fmla="*/ 2147483647 h 1777"/>
              <a:gd name="T28" fmla="*/ 2147483647 w 1377"/>
              <a:gd name="T29" fmla="*/ 2147483647 h 1777"/>
              <a:gd name="T30" fmla="*/ 2147483647 w 1377"/>
              <a:gd name="T31" fmla="*/ 2147483647 h 1777"/>
              <a:gd name="T32" fmla="*/ 2147483647 w 1377"/>
              <a:gd name="T33" fmla="*/ 2147483647 h 177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77"/>
              <a:gd name="T52" fmla="*/ 0 h 1777"/>
              <a:gd name="T53" fmla="*/ 1377 w 1377"/>
              <a:gd name="T54" fmla="*/ 1777 h 177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77" h="1777">
                <a:moveTo>
                  <a:pt x="671" y="245"/>
                </a:moveTo>
                <a:cubicBezTo>
                  <a:pt x="604" y="317"/>
                  <a:pt x="533" y="382"/>
                  <a:pt x="474" y="463"/>
                </a:cubicBezTo>
                <a:cubicBezTo>
                  <a:pt x="415" y="544"/>
                  <a:pt x="366" y="663"/>
                  <a:pt x="319" y="730"/>
                </a:cubicBezTo>
                <a:cubicBezTo>
                  <a:pt x="272" y="797"/>
                  <a:pt x="242" y="800"/>
                  <a:pt x="193" y="863"/>
                </a:cubicBezTo>
                <a:cubicBezTo>
                  <a:pt x="144" y="926"/>
                  <a:pt x="48" y="1027"/>
                  <a:pt x="24" y="1109"/>
                </a:cubicBezTo>
                <a:cubicBezTo>
                  <a:pt x="0" y="1191"/>
                  <a:pt x="10" y="1295"/>
                  <a:pt x="46" y="1355"/>
                </a:cubicBezTo>
                <a:cubicBezTo>
                  <a:pt x="82" y="1415"/>
                  <a:pt x="172" y="1437"/>
                  <a:pt x="242" y="1467"/>
                </a:cubicBezTo>
                <a:cubicBezTo>
                  <a:pt x="312" y="1497"/>
                  <a:pt x="404" y="1499"/>
                  <a:pt x="467" y="1538"/>
                </a:cubicBezTo>
                <a:cubicBezTo>
                  <a:pt x="530" y="1577"/>
                  <a:pt x="518" y="1669"/>
                  <a:pt x="622" y="1699"/>
                </a:cubicBezTo>
                <a:cubicBezTo>
                  <a:pt x="726" y="1729"/>
                  <a:pt x="986" y="1777"/>
                  <a:pt x="1092" y="1720"/>
                </a:cubicBezTo>
                <a:cubicBezTo>
                  <a:pt x="1198" y="1663"/>
                  <a:pt x="1219" y="1471"/>
                  <a:pt x="1261" y="1355"/>
                </a:cubicBezTo>
                <a:cubicBezTo>
                  <a:pt x="1303" y="1239"/>
                  <a:pt x="1377" y="1150"/>
                  <a:pt x="1345" y="1025"/>
                </a:cubicBezTo>
                <a:cubicBezTo>
                  <a:pt x="1313" y="900"/>
                  <a:pt x="1084" y="727"/>
                  <a:pt x="1071" y="603"/>
                </a:cubicBezTo>
                <a:cubicBezTo>
                  <a:pt x="1058" y="479"/>
                  <a:pt x="1237" y="374"/>
                  <a:pt x="1268" y="280"/>
                </a:cubicBezTo>
                <a:cubicBezTo>
                  <a:pt x="1299" y="186"/>
                  <a:pt x="1320" y="82"/>
                  <a:pt x="1254" y="41"/>
                </a:cubicBezTo>
                <a:cubicBezTo>
                  <a:pt x="1188" y="0"/>
                  <a:pt x="970" y="2"/>
                  <a:pt x="874" y="34"/>
                </a:cubicBezTo>
                <a:cubicBezTo>
                  <a:pt x="778" y="66"/>
                  <a:pt x="738" y="173"/>
                  <a:pt x="671" y="245"/>
                </a:cubicBezTo>
                <a:close/>
              </a:path>
            </a:pathLst>
          </a:custGeom>
          <a:noFill/>
          <a:ln w="19050" cap="flat" cmpd="sng">
            <a:solidFill>
              <a:schemeClr val="tx1"/>
            </a:solidFill>
            <a:prstDash val="dash"/>
            <a:round/>
            <a:headEnd/>
            <a:tailEnd/>
          </a:ln>
          <a:extLst>
            <a:ext uri="{909E8E84-426E-40dd-AFC4-6F175D3DCCD1}">
              <a14:hiddenFill xmlns:a14="http://schemas.microsoft.com/office/drawing/2010/main" xmlns="">
                <a:solidFill>
                  <a:srgbClr val="FFFFFF"/>
                </a:solidFill>
              </a14:hiddenFill>
            </a:ext>
          </a:extLst>
        </p:spPr>
        <p:txBody>
          <a:bodyPr wrap="none"/>
          <a:lstStyle/>
          <a:p>
            <a:endParaRPr lang="en-US"/>
          </a:p>
        </p:txBody>
      </p:sp>
      <p:sp>
        <p:nvSpPr>
          <p:cNvPr id="159766" name="Freeform 21"/>
          <p:cNvSpPr>
            <a:spLocks/>
          </p:cNvSpPr>
          <p:nvPr/>
        </p:nvSpPr>
        <p:spPr bwMode="auto">
          <a:xfrm>
            <a:off x="3951288" y="3068638"/>
            <a:ext cx="1903412" cy="2730500"/>
          </a:xfrm>
          <a:custGeom>
            <a:avLst/>
            <a:gdLst>
              <a:gd name="T0" fmla="*/ 2147483647 w 1199"/>
              <a:gd name="T1" fmla="*/ 2147483647 h 1720"/>
              <a:gd name="T2" fmla="*/ 2147483647 w 1199"/>
              <a:gd name="T3" fmla="*/ 2147483647 h 1720"/>
              <a:gd name="T4" fmla="*/ 2147483647 w 1199"/>
              <a:gd name="T5" fmla="*/ 2147483647 h 1720"/>
              <a:gd name="T6" fmla="*/ 2147483647 w 1199"/>
              <a:gd name="T7" fmla="*/ 2147483647 h 1720"/>
              <a:gd name="T8" fmla="*/ 2147483647 w 1199"/>
              <a:gd name="T9" fmla="*/ 2147483647 h 1720"/>
              <a:gd name="T10" fmla="*/ 2147483647 w 1199"/>
              <a:gd name="T11" fmla="*/ 2147483647 h 1720"/>
              <a:gd name="T12" fmla="*/ 2147483647 w 1199"/>
              <a:gd name="T13" fmla="*/ 2147483647 h 1720"/>
              <a:gd name="T14" fmla="*/ 2147483647 w 1199"/>
              <a:gd name="T15" fmla="*/ 2147483647 h 1720"/>
              <a:gd name="T16" fmla="*/ 2147483647 w 1199"/>
              <a:gd name="T17" fmla="*/ 2147483647 h 1720"/>
              <a:gd name="T18" fmla="*/ 2147483647 w 1199"/>
              <a:gd name="T19" fmla="*/ 2147483647 h 1720"/>
              <a:gd name="T20" fmla="*/ 2147483647 w 1199"/>
              <a:gd name="T21" fmla="*/ 2147483647 h 1720"/>
              <a:gd name="T22" fmla="*/ 2147483647 w 1199"/>
              <a:gd name="T23" fmla="*/ 2147483647 h 1720"/>
              <a:gd name="T24" fmla="*/ 2147483647 w 1199"/>
              <a:gd name="T25" fmla="*/ 2147483647 h 1720"/>
              <a:gd name="T26" fmla="*/ 2147483647 w 1199"/>
              <a:gd name="T27" fmla="*/ 2147483647 h 1720"/>
              <a:gd name="T28" fmla="*/ 2147483647 w 1199"/>
              <a:gd name="T29" fmla="*/ 2147483647 h 172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99"/>
              <a:gd name="T46" fmla="*/ 0 h 1720"/>
              <a:gd name="T47" fmla="*/ 1199 w 1199"/>
              <a:gd name="T48" fmla="*/ 1720 h 172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99" h="1720">
                <a:moveTo>
                  <a:pt x="651" y="20"/>
                </a:moveTo>
                <a:cubicBezTo>
                  <a:pt x="595" y="0"/>
                  <a:pt x="643" y="10"/>
                  <a:pt x="609" y="20"/>
                </a:cubicBezTo>
                <a:cubicBezTo>
                  <a:pt x="575" y="30"/>
                  <a:pt x="499" y="45"/>
                  <a:pt x="447" y="83"/>
                </a:cubicBezTo>
                <a:cubicBezTo>
                  <a:pt x="395" y="121"/>
                  <a:pt x="354" y="178"/>
                  <a:pt x="300" y="245"/>
                </a:cubicBezTo>
                <a:cubicBezTo>
                  <a:pt x="246" y="312"/>
                  <a:pt x="173" y="379"/>
                  <a:pt x="124" y="483"/>
                </a:cubicBezTo>
                <a:cubicBezTo>
                  <a:pt x="75" y="587"/>
                  <a:pt x="10" y="742"/>
                  <a:pt x="5" y="870"/>
                </a:cubicBezTo>
                <a:cubicBezTo>
                  <a:pt x="0" y="998"/>
                  <a:pt x="50" y="1122"/>
                  <a:pt x="96" y="1249"/>
                </a:cubicBezTo>
                <a:cubicBezTo>
                  <a:pt x="142" y="1376"/>
                  <a:pt x="153" y="1564"/>
                  <a:pt x="279" y="1635"/>
                </a:cubicBezTo>
                <a:cubicBezTo>
                  <a:pt x="405" y="1706"/>
                  <a:pt x="711" y="1720"/>
                  <a:pt x="855" y="1678"/>
                </a:cubicBezTo>
                <a:cubicBezTo>
                  <a:pt x="999" y="1636"/>
                  <a:pt x="1089" y="1492"/>
                  <a:pt x="1143" y="1383"/>
                </a:cubicBezTo>
                <a:cubicBezTo>
                  <a:pt x="1197" y="1274"/>
                  <a:pt x="1199" y="1129"/>
                  <a:pt x="1178" y="1024"/>
                </a:cubicBezTo>
                <a:cubicBezTo>
                  <a:pt x="1157" y="919"/>
                  <a:pt x="1057" y="854"/>
                  <a:pt x="1016" y="750"/>
                </a:cubicBezTo>
                <a:cubicBezTo>
                  <a:pt x="975" y="646"/>
                  <a:pt x="944" y="501"/>
                  <a:pt x="932" y="399"/>
                </a:cubicBezTo>
                <a:cubicBezTo>
                  <a:pt x="920" y="297"/>
                  <a:pt x="994" y="203"/>
                  <a:pt x="946" y="139"/>
                </a:cubicBezTo>
                <a:cubicBezTo>
                  <a:pt x="898" y="75"/>
                  <a:pt x="707" y="40"/>
                  <a:pt x="651" y="20"/>
                </a:cubicBezTo>
                <a:close/>
              </a:path>
            </a:pathLst>
          </a:custGeom>
          <a:noFill/>
          <a:ln w="19050" cap="flat" cmpd="sng">
            <a:solidFill>
              <a:schemeClr val="tx1"/>
            </a:solidFill>
            <a:prstDash val="dash"/>
            <a:round/>
            <a:headEnd/>
            <a:tailEnd/>
          </a:ln>
          <a:extLst>
            <a:ext uri="{909E8E84-426E-40dd-AFC4-6F175D3DCCD1}">
              <a14:hiddenFill xmlns:a14="http://schemas.microsoft.com/office/drawing/2010/main" xmlns="">
                <a:solidFill>
                  <a:srgbClr val="FFFFFF"/>
                </a:solidFill>
              </a14:hiddenFill>
            </a:ext>
          </a:extLst>
        </p:spPr>
        <p:txBody>
          <a:bodyPr wrap="none"/>
          <a:lstStyle/>
          <a:p>
            <a:endParaRPr lang="en-US"/>
          </a:p>
        </p:txBody>
      </p:sp>
      <p:sp>
        <p:nvSpPr>
          <p:cNvPr id="159767" name="Freeform 22"/>
          <p:cNvSpPr>
            <a:spLocks/>
          </p:cNvSpPr>
          <p:nvPr/>
        </p:nvSpPr>
        <p:spPr bwMode="auto">
          <a:xfrm>
            <a:off x="6380163" y="2774950"/>
            <a:ext cx="2079625" cy="2720975"/>
          </a:xfrm>
          <a:custGeom>
            <a:avLst/>
            <a:gdLst>
              <a:gd name="T0" fmla="*/ 2147483647 w 1310"/>
              <a:gd name="T1" fmla="*/ 2147483647 h 1714"/>
              <a:gd name="T2" fmla="*/ 2147483647 w 1310"/>
              <a:gd name="T3" fmla="*/ 2147483647 h 1714"/>
              <a:gd name="T4" fmla="*/ 2147483647 w 1310"/>
              <a:gd name="T5" fmla="*/ 2147483647 h 1714"/>
              <a:gd name="T6" fmla="*/ 2147483647 w 1310"/>
              <a:gd name="T7" fmla="*/ 2147483647 h 1714"/>
              <a:gd name="T8" fmla="*/ 2147483647 w 1310"/>
              <a:gd name="T9" fmla="*/ 2147483647 h 1714"/>
              <a:gd name="T10" fmla="*/ 2147483647 w 1310"/>
              <a:gd name="T11" fmla="*/ 2147483647 h 1714"/>
              <a:gd name="T12" fmla="*/ 2147483647 w 1310"/>
              <a:gd name="T13" fmla="*/ 2147483647 h 1714"/>
              <a:gd name="T14" fmla="*/ 2147483647 w 1310"/>
              <a:gd name="T15" fmla="*/ 2147483647 h 1714"/>
              <a:gd name="T16" fmla="*/ 2147483647 w 1310"/>
              <a:gd name="T17" fmla="*/ 2147483647 h 1714"/>
              <a:gd name="T18" fmla="*/ 2147483647 w 1310"/>
              <a:gd name="T19" fmla="*/ 2147483647 h 1714"/>
              <a:gd name="T20" fmla="*/ 2147483647 w 1310"/>
              <a:gd name="T21" fmla="*/ 2147483647 h 1714"/>
              <a:gd name="T22" fmla="*/ 2147483647 w 1310"/>
              <a:gd name="T23" fmla="*/ 2147483647 h 1714"/>
              <a:gd name="T24" fmla="*/ 2147483647 w 1310"/>
              <a:gd name="T25" fmla="*/ 2147483647 h 17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10"/>
              <a:gd name="T40" fmla="*/ 0 h 1714"/>
              <a:gd name="T41" fmla="*/ 1310 w 1310"/>
              <a:gd name="T42" fmla="*/ 1714 h 171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10" h="1714">
                <a:moveTo>
                  <a:pt x="470" y="29"/>
                </a:moveTo>
                <a:cubicBezTo>
                  <a:pt x="373" y="0"/>
                  <a:pt x="308" y="123"/>
                  <a:pt x="245" y="198"/>
                </a:cubicBezTo>
                <a:cubicBezTo>
                  <a:pt x="182" y="273"/>
                  <a:pt x="130" y="385"/>
                  <a:pt x="90" y="479"/>
                </a:cubicBezTo>
                <a:cubicBezTo>
                  <a:pt x="50" y="573"/>
                  <a:pt x="12" y="651"/>
                  <a:pt x="6" y="760"/>
                </a:cubicBezTo>
                <a:cubicBezTo>
                  <a:pt x="0" y="869"/>
                  <a:pt x="7" y="1042"/>
                  <a:pt x="55" y="1132"/>
                </a:cubicBezTo>
                <a:cubicBezTo>
                  <a:pt x="103" y="1222"/>
                  <a:pt x="191" y="1232"/>
                  <a:pt x="294" y="1301"/>
                </a:cubicBezTo>
                <a:cubicBezTo>
                  <a:pt x="397" y="1370"/>
                  <a:pt x="536" y="1479"/>
                  <a:pt x="673" y="1546"/>
                </a:cubicBezTo>
                <a:cubicBezTo>
                  <a:pt x="810" y="1613"/>
                  <a:pt x="1018" y="1714"/>
                  <a:pt x="1116" y="1701"/>
                </a:cubicBezTo>
                <a:cubicBezTo>
                  <a:pt x="1214" y="1688"/>
                  <a:pt x="1310" y="1559"/>
                  <a:pt x="1263" y="1469"/>
                </a:cubicBezTo>
                <a:cubicBezTo>
                  <a:pt x="1216" y="1379"/>
                  <a:pt x="925" y="1270"/>
                  <a:pt x="835" y="1160"/>
                </a:cubicBezTo>
                <a:cubicBezTo>
                  <a:pt x="745" y="1050"/>
                  <a:pt x="723" y="940"/>
                  <a:pt x="722" y="809"/>
                </a:cubicBezTo>
                <a:cubicBezTo>
                  <a:pt x="721" y="678"/>
                  <a:pt x="871" y="504"/>
                  <a:pt x="828" y="373"/>
                </a:cubicBezTo>
                <a:cubicBezTo>
                  <a:pt x="785" y="242"/>
                  <a:pt x="567" y="58"/>
                  <a:pt x="470" y="29"/>
                </a:cubicBezTo>
                <a:close/>
              </a:path>
            </a:pathLst>
          </a:custGeom>
          <a:noFill/>
          <a:ln w="19050" cap="flat" cmpd="sng">
            <a:solidFill>
              <a:schemeClr val="tx1"/>
            </a:solidFill>
            <a:prstDash val="dash"/>
            <a:round/>
            <a:headEnd/>
            <a:tailEnd/>
          </a:ln>
          <a:extLst>
            <a:ext uri="{909E8E84-426E-40dd-AFC4-6F175D3DCCD1}">
              <a14:hiddenFill xmlns:a14="http://schemas.microsoft.com/office/drawing/2010/main" xmlns="">
                <a:solidFill>
                  <a:srgbClr val="FFFFFF"/>
                </a:solidFill>
              </a14:hiddenFill>
            </a:ext>
          </a:extLst>
        </p:spPr>
        <p:txBody>
          <a:bodyPr wrap="none"/>
          <a:lstStyle/>
          <a:p>
            <a:endParaRPr lang="en-US"/>
          </a:p>
        </p:txBody>
      </p:sp>
      <p:sp>
        <p:nvSpPr>
          <p:cNvPr id="159768" name="Text Box 23"/>
          <p:cNvSpPr txBox="1">
            <a:spLocks noChangeArrowheads="1"/>
          </p:cNvSpPr>
          <p:nvPr/>
        </p:nvSpPr>
        <p:spPr bwMode="auto">
          <a:xfrm>
            <a:off x="5092700" y="1293813"/>
            <a:ext cx="17970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solidFill>
                  <a:srgbClr val="CC0000"/>
                </a:solidFill>
              </a:rPr>
              <a:t>boundary router</a:t>
            </a:r>
          </a:p>
        </p:txBody>
      </p:sp>
      <p:sp>
        <p:nvSpPr>
          <p:cNvPr id="159769" name="Text Box 24"/>
          <p:cNvSpPr txBox="1">
            <a:spLocks noChangeArrowheads="1"/>
          </p:cNvSpPr>
          <p:nvPr/>
        </p:nvSpPr>
        <p:spPr bwMode="auto">
          <a:xfrm>
            <a:off x="6616700" y="1714500"/>
            <a:ext cx="1835150" cy="3667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solidFill>
                  <a:srgbClr val="CC0000"/>
                </a:solidFill>
              </a:rPr>
              <a:t>backbone router</a:t>
            </a:r>
          </a:p>
        </p:txBody>
      </p:sp>
      <p:sp>
        <p:nvSpPr>
          <p:cNvPr id="159770" name="Text Box 25"/>
          <p:cNvSpPr txBox="1">
            <a:spLocks noChangeArrowheads="1"/>
          </p:cNvSpPr>
          <p:nvPr/>
        </p:nvSpPr>
        <p:spPr bwMode="auto">
          <a:xfrm>
            <a:off x="936625" y="5357813"/>
            <a:ext cx="8318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area 1</a:t>
            </a:r>
          </a:p>
        </p:txBody>
      </p:sp>
      <p:sp>
        <p:nvSpPr>
          <p:cNvPr id="159771" name="Text Box 26"/>
          <p:cNvSpPr txBox="1">
            <a:spLocks noChangeArrowheads="1"/>
          </p:cNvSpPr>
          <p:nvPr/>
        </p:nvSpPr>
        <p:spPr bwMode="auto">
          <a:xfrm>
            <a:off x="4502150" y="5734050"/>
            <a:ext cx="831850" cy="3667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area 2</a:t>
            </a:r>
          </a:p>
        </p:txBody>
      </p:sp>
      <p:sp>
        <p:nvSpPr>
          <p:cNvPr id="159772" name="Text Box 27"/>
          <p:cNvSpPr txBox="1">
            <a:spLocks noChangeArrowheads="1"/>
          </p:cNvSpPr>
          <p:nvPr/>
        </p:nvSpPr>
        <p:spPr bwMode="auto">
          <a:xfrm>
            <a:off x="7586663" y="4113213"/>
            <a:ext cx="8318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area 3</a:t>
            </a:r>
          </a:p>
        </p:txBody>
      </p:sp>
      <p:sp>
        <p:nvSpPr>
          <p:cNvPr id="159773" name="Text Box 28"/>
          <p:cNvSpPr txBox="1">
            <a:spLocks noChangeArrowheads="1"/>
          </p:cNvSpPr>
          <p:nvPr/>
        </p:nvSpPr>
        <p:spPr bwMode="auto">
          <a:xfrm>
            <a:off x="4394200" y="2411413"/>
            <a:ext cx="1285875" cy="3968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2000">
                <a:solidFill>
                  <a:schemeClr val="bg1"/>
                </a:solidFill>
              </a:rPr>
              <a:t>backbone</a:t>
            </a:r>
          </a:p>
        </p:txBody>
      </p:sp>
      <p:sp>
        <p:nvSpPr>
          <p:cNvPr id="159774" name="Text Box 29"/>
          <p:cNvSpPr txBox="1">
            <a:spLocks noChangeArrowheads="1"/>
          </p:cNvSpPr>
          <p:nvPr/>
        </p:nvSpPr>
        <p:spPr bwMode="auto">
          <a:xfrm>
            <a:off x="3219450" y="2822575"/>
            <a:ext cx="895350" cy="7921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nSpc>
                <a:spcPct val="85000"/>
              </a:lnSpc>
            </a:pPr>
            <a:r>
              <a:rPr lang="en-US" sz="1800">
                <a:solidFill>
                  <a:schemeClr val="bg1"/>
                </a:solidFill>
              </a:rPr>
              <a:t>area</a:t>
            </a:r>
          </a:p>
          <a:p>
            <a:pPr>
              <a:lnSpc>
                <a:spcPct val="85000"/>
              </a:lnSpc>
            </a:pPr>
            <a:r>
              <a:rPr lang="en-US" sz="1800">
                <a:solidFill>
                  <a:schemeClr val="bg1"/>
                </a:solidFill>
              </a:rPr>
              <a:t>border</a:t>
            </a:r>
          </a:p>
          <a:p>
            <a:pPr>
              <a:lnSpc>
                <a:spcPct val="85000"/>
              </a:lnSpc>
            </a:pPr>
            <a:r>
              <a:rPr lang="en-US" sz="1800">
                <a:solidFill>
                  <a:schemeClr val="bg1"/>
                </a:solidFill>
              </a:rPr>
              <a:t>routers</a:t>
            </a:r>
          </a:p>
        </p:txBody>
      </p:sp>
      <p:sp>
        <p:nvSpPr>
          <p:cNvPr id="159775" name="Text Box 30"/>
          <p:cNvSpPr txBox="1">
            <a:spLocks noChangeArrowheads="1"/>
          </p:cNvSpPr>
          <p:nvPr/>
        </p:nvSpPr>
        <p:spPr bwMode="auto">
          <a:xfrm>
            <a:off x="5969000" y="5048250"/>
            <a:ext cx="933450" cy="558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nSpc>
                <a:spcPct val="85000"/>
              </a:lnSpc>
            </a:pPr>
            <a:r>
              <a:rPr lang="en-US" sz="1800">
                <a:solidFill>
                  <a:srgbClr val="CC0000"/>
                </a:solidFill>
              </a:rPr>
              <a:t>internal</a:t>
            </a:r>
          </a:p>
          <a:p>
            <a:pPr>
              <a:lnSpc>
                <a:spcPct val="85000"/>
              </a:lnSpc>
            </a:pPr>
            <a:r>
              <a:rPr lang="en-US" sz="1800">
                <a:solidFill>
                  <a:srgbClr val="CC0000"/>
                </a:solidFill>
              </a:rPr>
              <a:t>routers</a:t>
            </a:r>
          </a:p>
        </p:txBody>
      </p:sp>
      <p:sp>
        <p:nvSpPr>
          <p:cNvPr id="159776" name="Line 242"/>
          <p:cNvSpPr>
            <a:spLocks noChangeShapeType="1"/>
          </p:cNvSpPr>
          <p:nvPr/>
        </p:nvSpPr>
        <p:spPr bwMode="auto">
          <a:xfrm flipV="1">
            <a:off x="6946900" y="5018088"/>
            <a:ext cx="490538" cy="200025"/>
          </a:xfrm>
          <a:prstGeom prst="line">
            <a:avLst/>
          </a:prstGeom>
          <a:noFill/>
          <a:ln w="9525">
            <a:solidFill>
              <a:srgbClr val="CC0000"/>
            </a:solidFill>
            <a:round/>
            <a:headEnd/>
            <a:tailEnd type="triangle" w="med" len="med"/>
          </a:ln>
          <a:extLst>
            <a:ext uri="{909E8E84-426E-40dd-AFC4-6F175D3DCCD1}">
              <a14:hiddenFill xmlns:a14="http://schemas.microsoft.com/office/drawing/2010/main" xmlns="">
                <a:noFill/>
              </a14:hiddenFill>
            </a:ext>
          </a:extLst>
        </p:spPr>
        <p:txBody>
          <a:bodyPr wrap="none"/>
          <a:lstStyle/>
          <a:p>
            <a:endParaRPr lang="en-US"/>
          </a:p>
        </p:txBody>
      </p:sp>
      <p:sp>
        <p:nvSpPr>
          <p:cNvPr id="159777" name="Line 243"/>
          <p:cNvSpPr>
            <a:spLocks noChangeShapeType="1"/>
          </p:cNvSpPr>
          <p:nvPr/>
        </p:nvSpPr>
        <p:spPr bwMode="auto">
          <a:xfrm flipH="1" flipV="1">
            <a:off x="5559425" y="4892675"/>
            <a:ext cx="481013" cy="300038"/>
          </a:xfrm>
          <a:prstGeom prst="line">
            <a:avLst/>
          </a:prstGeom>
          <a:noFill/>
          <a:ln w="9525">
            <a:solidFill>
              <a:srgbClr val="CC0000"/>
            </a:solidFill>
            <a:round/>
            <a:headEnd/>
            <a:tailEnd type="triangle" w="med" len="med"/>
          </a:ln>
          <a:extLst>
            <a:ext uri="{909E8E84-426E-40dd-AFC4-6F175D3DCCD1}">
              <a14:hiddenFill xmlns:a14="http://schemas.microsoft.com/office/drawing/2010/main" xmlns="">
                <a:noFill/>
              </a14:hiddenFill>
            </a:ext>
          </a:extLst>
        </p:spPr>
        <p:txBody>
          <a:bodyPr wrap="none"/>
          <a:lstStyle/>
          <a:p>
            <a:endParaRPr lang="en-US"/>
          </a:p>
        </p:txBody>
      </p:sp>
      <p:sp>
        <p:nvSpPr>
          <p:cNvPr id="159778" name="Line 244"/>
          <p:cNvSpPr>
            <a:spLocks noChangeShapeType="1"/>
          </p:cNvSpPr>
          <p:nvPr/>
        </p:nvSpPr>
        <p:spPr bwMode="auto">
          <a:xfrm flipV="1">
            <a:off x="4862513" y="1081088"/>
            <a:ext cx="0" cy="792162"/>
          </a:xfrm>
          <a:prstGeom prst="line">
            <a:avLst/>
          </a:prstGeom>
          <a:noFill/>
          <a:ln w="19050">
            <a:solidFill>
              <a:schemeClr val="tx1"/>
            </a:solidFill>
            <a:round/>
            <a:headEnd/>
            <a:tailEnd/>
          </a:ln>
          <a:extLst>
            <a:ext uri="{909E8E84-426E-40dd-AFC4-6F175D3DCCD1}">
              <a14:hiddenFill xmlns:a14="http://schemas.microsoft.com/office/drawing/2010/main" xmlns="">
                <a:noFill/>
              </a14:hiddenFill>
            </a:ext>
          </a:extLst>
        </p:spPr>
        <p:txBody>
          <a:bodyPr wrap="none"/>
          <a:lstStyle/>
          <a:p>
            <a:endParaRPr lang="en-US"/>
          </a:p>
        </p:txBody>
      </p:sp>
      <p:sp>
        <p:nvSpPr>
          <p:cNvPr id="159779" name="Line 245"/>
          <p:cNvSpPr>
            <a:spLocks noChangeShapeType="1"/>
          </p:cNvSpPr>
          <p:nvPr/>
        </p:nvSpPr>
        <p:spPr bwMode="auto">
          <a:xfrm flipH="1">
            <a:off x="6534150" y="2039938"/>
            <a:ext cx="312738" cy="201612"/>
          </a:xfrm>
          <a:prstGeom prst="line">
            <a:avLst/>
          </a:prstGeom>
          <a:noFill/>
          <a:ln w="9525">
            <a:solidFill>
              <a:srgbClr val="CC0000"/>
            </a:solidFill>
            <a:round/>
            <a:headEnd/>
            <a:tailEnd type="triangle" w="med" len="med"/>
          </a:ln>
          <a:extLst>
            <a:ext uri="{909E8E84-426E-40dd-AFC4-6F175D3DCCD1}">
              <a14:hiddenFill xmlns:a14="http://schemas.microsoft.com/office/drawing/2010/main" xmlns="">
                <a:noFill/>
              </a14:hiddenFill>
            </a:ext>
          </a:extLst>
        </p:spPr>
        <p:txBody>
          <a:bodyPr wrap="none"/>
          <a:lstStyle/>
          <a:p>
            <a:endParaRPr lang="en-US"/>
          </a:p>
        </p:txBody>
      </p:sp>
      <p:sp>
        <p:nvSpPr>
          <p:cNvPr id="159780" name="Line 246"/>
          <p:cNvSpPr>
            <a:spLocks noChangeShapeType="1"/>
          </p:cNvSpPr>
          <p:nvPr/>
        </p:nvSpPr>
        <p:spPr bwMode="auto">
          <a:xfrm flipH="1">
            <a:off x="5024438" y="1646238"/>
            <a:ext cx="312737" cy="201612"/>
          </a:xfrm>
          <a:prstGeom prst="line">
            <a:avLst/>
          </a:prstGeom>
          <a:noFill/>
          <a:ln w="9525">
            <a:solidFill>
              <a:srgbClr val="CC0000"/>
            </a:solidFill>
            <a:round/>
            <a:headEnd/>
            <a:tailEnd type="triangle" w="med" len="med"/>
          </a:ln>
          <a:extLst>
            <a:ext uri="{909E8E84-426E-40dd-AFC4-6F175D3DCCD1}">
              <a14:hiddenFill xmlns:a14="http://schemas.microsoft.com/office/drawing/2010/main" xmlns="">
                <a:noFill/>
              </a14:hiddenFill>
            </a:ext>
          </a:extLst>
        </p:spPr>
        <p:txBody>
          <a:bodyPr wrap="none"/>
          <a:lstStyle/>
          <a:p>
            <a:endParaRPr lang="en-US"/>
          </a:p>
        </p:txBody>
      </p:sp>
      <p:sp>
        <p:nvSpPr>
          <p:cNvPr id="159781" name="Line 247"/>
          <p:cNvSpPr>
            <a:spLocks noChangeShapeType="1"/>
          </p:cNvSpPr>
          <p:nvPr/>
        </p:nvSpPr>
        <p:spPr bwMode="auto">
          <a:xfrm>
            <a:off x="4154488" y="3463925"/>
            <a:ext cx="334962" cy="55563"/>
          </a:xfrm>
          <a:prstGeom prst="line">
            <a:avLst/>
          </a:prstGeom>
          <a:noFill/>
          <a:ln w="9525">
            <a:solidFill>
              <a:schemeClr val="bg1"/>
            </a:solidFill>
            <a:round/>
            <a:headEnd/>
            <a:tailEnd type="triangle" w="med" len="med"/>
          </a:ln>
          <a:extLst>
            <a:ext uri="{909E8E84-426E-40dd-AFC4-6F175D3DCCD1}">
              <a14:hiddenFill xmlns:a14="http://schemas.microsoft.com/office/drawing/2010/main" xmlns="">
                <a:noFill/>
              </a14:hiddenFill>
            </a:ext>
          </a:extLst>
        </p:spPr>
        <p:txBody>
          <a:bodyPr wrap="none"/>
          <a:lstStyle/>
          <a:p>
            <a:endParaRPr lang="en-US"/>
          </a:p>
        </p:txBody>
      </p:sp>
      <p:sp>
        <p:nvSpPr>
          <p:cNvPr id="159782" name="Line 248"/>
          <p:cNvSpPr>
            <a:spLocks noChangeShapeType="1"/>
          </p:cNvSpPr>
          <p:nvPr/>
        </p:nvSpPr>
        <p:spPr bwMode="auto">
          <a:xfrm flipH="1" flipV="1">
            <a:off x="2968625" y="3270250"/>
            <a:ext cx="257175" cy="157163"/>
          </a:xfrm>
          <a:prstGeom prst="line">
            <a:avLst/>
          </a:prstGeom>
          <a:noFill/>
          <a:ln w="9525">
            <a:solidFill>
              <a:schemeClr val="bg1"/>
            </a:solidFill>
            <a:round/>
            <a:headEnd/>
            <a:tailEnd type="triangle" w="med" len="med"/>
          </a:ln>
          <a:extLst>
            <a:ext uri="{909E8E84-426E-40dd-AFC4-6F175D3DCCD1}">
              <a14:hiddenFill xmlns:a14="http://schemas.microsoft.com/office/drawing/2010/main" xmlns="">
                <a:noFill/>
              </a14:hiddenFill>
            </a:ext>
          </a:extLst>
        </p:spPr>
        <p:txBody>
          <a:bodyPr wrap="none"/>
          <a:lstStyle/>
          <a:p>
            <a:endParaRPr lang="en-US"/>
          </a:p>
        </p:txBody>
      </p:sp>
      <p:grpSp>
        <p:nvGrpSpPr>
          <p:cNvPr id="159783" name="Group 249"/>
          <p:cNvGrpSpPr>
            <a:grpSpLocks/>
          </p:cNvGrpSpPr>
          <p:nvPr/>
        </p:nvGrpSpPr>
        <p:grpSpPr bwMode="auto">
          <a:xfrm>
            <a:off x="5902325" y="2276475"/>
            <a:ext cx="644525" cy="282575"/>
            <a:chOff x="4396" y="1245"/>
            <a:chExt cx="672" cy="248"/>
          </a:xfrm>
        </p:grpSpPr>
        <p:sp>
          <p:nvSpPr>
            <p:cNvPr id="159911" name="Oval 407"/>
            <p:cNvSpPr>
              <a:spLocks noChangeArrowheads="1"/>
            </p:cNvSpPr>
            <p:nvPr/>
          </p:nvSpPr>
          <p:spPr bwMode="auto">
            <a:xfrm>
              <a:off x="4399" y="1355"/>
              <a:ext cx="666" cy="138"/>
            </a:xfrm>
            <a:prstGeom prst="ellipse">
              <a:avLst/>
            </a:prstGeom>
            <a:gradFill rotWithShape="1">
              <a:gsLst>
                <a:gs pos="0">
                  <a:srgbClr val="CCCCFF"/>
                </a:gs>
                <a:gs pos="100000">
                  <a:srgbClr val="FFFFFF"/>
                </a:gs>
              </a:gsLst>
              <a:lin ang="0" scaled="1"/>
            </a:gradFill>
            <a:ln w="12700">
              <a:solidFill>
                <a:srgbClr val="000000"/>
              </a:solidFill>
              <a:round/>
              <a:headEnd/>
              <a:tailEnd/>
            </a:ln>
          </p:spPr>
          <p:txBody>
            <a:bodyPr wrap="none" anchor="ctr"/>
            <a:lstStyle/>
            <a:p>
              <a:endParaRPr lang="en-US" sz="2400">
                <a:latin typeface="Times New Roman" charset="0"/>
                <a:cs typeface="Arial" charset="0"/>
              </a:endParaRPr>
            </a:p>
          </p:txBody>
        </p:sp>
        <p:sp>
          <p:nvSpPr>
            <p:cNvPr id="159912" name="Rectangle 410"/>
            <p:cNvSpPr>
              <a:spLocks noChangeArrowheads="1"/>
            </p:cNvSpPr>
            <p:nvPr/>
          </p:nvSpPr>
          <p:spPr bwMode="auto">
            <a:xfrm>
              <a:off x="4399" y="1339"/>
              <a:ext cx="669" cy="86"/>
            </a:xfrm>
            <a:prstGeom prst="rect">
              <a:avLst/>
            </a:prstGeom>
            <a:gradFill rotWithShape="1">
              <a:gsLst>
                <a:gs pos="0">
                  <a:srgbClr val="CCCCFF"/>
                </a:gs>
                <a:gs pos="100000">
                  <a:srgbClr val="FFFFFF"/>
                </a:gs>
              </a:gsLst>
              <a:lin ang="0" scaled="1"/>
            </a:gradFill>
            <a:ln>
              <a:noFill/>
            </a:ln>
            <a:extLst>
              <a:ext uri="{91240B29-F687-4f45-9708-019B960494DF}">
                <a14:hiddenLine xmlns:a14="http://schemas.microsoft.com/office/drawing/2010/main" xmlns="" w="12700">
                  <a:solidFill>
                    <a:srgbClr val="000000"/>
                  </a:solidFill>
                  <a:miter lim="800000"/>
                  <a:headEnd/>
                  <a:tailEnd/>
                </a14:hiddenLine>
              </a:ext>
            </a:extLst>
          </p:spPr>
          <p:txBody>
            <a:bodyPr wrap="none" anchor="ctr"/>
            <a:lstStyle/>
            <a:p>
              <a:pPr algn="ctr"/>
              <a:endParaRPr lang="en-US" sz="2400">
                <a:latin typeface="Times New Roman" charset="0"/>
                <a:cs typeface="Arial" charset="0"/>
              </a:endParaRPr>
            </a:p>
          </p:txBody>
        </p:sp>
        <p:sp>
          <p:nvSpPr>
            <p:cNvPr id="159913" name="Oval 411"/>
            <p:cNvSpPr>
              <a:spLocks noChangeArrowheads="1"/>
            </p:cNvSpPr>
            <p:nvPr/>
          </p:nvSpPr>
          <p:spPr bwMode="auto">
            <a:xfrm>
              <a:off x="4396" y="1245"/>
              <a:ext cx="667" cy="162"/>
            </a:xfrm>
            <a:prstGeom prst="ellipse">
              <a:avLst/>
            </a:prstGeom>
            <a:gradFill rotWithShape="1">
              <a:gsLst>
                <a:gs pos="0">
                  <a:srgbClr val="CCCCFF"/>
                </a:gs>
                <a:gs pos="100000">
                  <a:srgbClr val="FFFFFF"/>
                </a:gs>
              </a:gsLst>
              <a:lin ang="0" scaled="1"/>
            </a:gradFill>
            <a:ln w="12700">
              <a:solidFill>
                <a:srgbClr val="000000"/>
              </a:solidFill>
              <a:round/>
              <a:headEnd/>
              <a:tailEnd/>
            </a:ln>
          </p:spPr>
          <p:txBody>
            <a:bodyPr wrap="none" anchor="ctr"/>
            <a:lstStyle/>
            <a:p>
              <a:endParaRPr lang="en-US" sz="2400">
                <a:latin typeface="Times New Roman" charset="0"/>
                <a:cs typeface="Arial" charset="0"/>
              </a:endParaRPr>
            </a:p>
          </p:txBody>
        </p:sp>
        <p:grpSp>
          <p:nvGrpSpPr>
            <p:cNvPr id="159914" name="Group 253"/>
            <p:cNvGrpSpPr>
              <a:grpSpLocks/>
            </p:cNvGrpSpPr>
            <p:nvPr/>
          </p:nvGrpSpPr>
          <p:grpSpPr bwMode="auto">
            <a:xfrm>
              <a:off x="4530" y="1287"/>
              <a:ext cx="377" cy="75"/>
              <a:chOff x="2468" y="1332"/>
              <a:chExt cx="310" cy="60"/>
            </a:xfrm>
          </p:grpSpPr>
          <p:sp>
            <p:nvSpPr>
              <p:cNvPr id="159917" name="Freeform 254"/>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19050" cmpd="sng">
                <a:solidFill>
                  <a:srgbClr val="000000"/>
                </a:solidFill>
                <a:round/>
                <a:headEnd/>
                <a:tailEnd/>
              </a:ln>
              <a:extLst>
                <a:ext uri="{909E8E84-426E-40dd-AFC4-6F175D3DCCD1}">
                  <a14:hiddenFill xmlns:a14="http://schemas.microsoft.com/office/drawing/2010/main" xmlns="">
                    <a:solidFill>
                      <a:srgbClr val="FFFFFF"/>
                    </a:solidFill>
                  </a14:hiddenFill>
                </a:ext>
              </a:extLst>
            </p:spPr>
            <p:txBody>
              <a:bodyPr/>
              <a:lstStyle/>
              <a:p>
                <a:endParaRPr lang="en-US"/>
              </a:p>
            </p:txBody>
          </p:sp>
          <p:sp>
            <p:nvSpPr>
              <p:cNvPr id="159918" name="Freeform 255"/>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19050" cmpd="sng">
                <a:solidFill>
                  <a:srgbClr val="000000"/>
                </a:solidFill>
                <a:round/>
                <a:headEnd/>
                <a:tailEnd/>
              </a:ln>
              <a:extLst>
                <a:ext uri="{909E8E84-426E-40dd-AFC4-6F175D3DCCD1}">
                  <a14:hiddenFill xmlns:a14="http://schemas.microsoft.com/office/drawing/2010/main" xmlns="">
                    <a:solidFill>
                      <a:srgbClr val="FFFFFF"/>
                    </a:solidFill>
                  </a14:hiddenFill>
                </a:ext>
              </a:extLst>
            </p:spPr>
            <p:txBody>
              <a:bodyPr/>
              <a:lstStyle/>
              <a:p>
                <a:endParaRPr lang="en-US"/>
              </a:p>
            </p:txBody>
          </p:sp>
        </p:grpSp>
        <p:sp>
          <p:nvSpPr>
            <p:cNvPr id="159915" name="Line 256"/>
            <p:cNvSpPr>
              <a:spLocks noChangeShapeType="1"/>
            </p:cNvSpPr>
            <p:nvPr/>
          </p:nvSpPr>
          <p:spPr bwMode="auto">
            <a:xfrm>
              <a:off x="4399" y="1322"/>
              <a:ext cx="0" cy="11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59916" name="Line 257"/>
            <p:cNvSpPr>
              <a:spLocks noChangeShapeType="1"/>
            </p:cNvSpPr>
            <p:nvPr/>
          </p:nvSpPr>
          <p:spPr bwMode="auto">
            <a:xfrm>
              <a:off x="5063" y="1326"/>
              <a:ext cx="0" cy="107"/>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a:lstStyle/>
            <a:p>
              <a:endParaRPr lang="en-US"/>
            </a:p>
          </p:txBody>
        </p:sp>
      </p:grpSp>
      <p:grpSp>
        <p:nvGrpSpPr>
          <p:cNvPr id="159784" name="Group 258"/>
          <p:cNvGrpSpPr>
            <a:grpSpLocks/>
          </p:cNvGrpSpPr>
          <p:nvPr/>
        </p:nvGrpSpPr>
        <p:grpSpPr bwMode="auto">
          <a:xfrm>
            <a:off x="6824663" y="3119438"/>
            <a:ext cx="644525" cy="282575"/>
            <a:chOff x="4396" y="1245"/>
            <a:chExt cx="672" cy="248"/>
          </a:xfrm>
        </p:grpSpPr>
        <p:sp>
          <p:nvSpPr>
            <p:cNvPr id="159903" name="Oval 407"/>
            <p:cNvSpPr>
              <a:spLocks noChangeArrowheads="1"/>
            </p:cNvSpPr>
            <p:nvPr/>
          </p:nvSpPr>
          <p:spPr bwMode="auto">
            <a:xfrm>
              <a:off x="4399" y="1355"/>
              <a:ext cx="666" cy="138"/>
            </a:xfrm>
            <a:prstGeom prst="ellipse">
              <a:avLst/>
            </a:prstGeom>
            <a:gradFill rotWithShape="1">
              <a:gsLst>
                <a:gs pos="0">
                  <a:srgbClr val="CCCCFF"/>
                </a:gs>
                <a:gs pos="100000">
                  <a:srgbClr val="FFFFFF"/>
                </a:gs>
              </a:gsLst>
              <a:lin ang="0" scaled="1"/>
            </a:gradFill>
            <a:ln w="12700">
              <a:solidFill>
                <a:srgbClr val="000000"/>
              </a:solidFill>
              <a:round/>
              <a:headEnd/>
              <a:tailEnd/>
            </a:ln>
          </p:spPr>
          <p:txBody>
            <a:bodyPr wrap="none" anchor="ctr"/>
            <a:lstStyle/>
            <a:p>
              <a:endParaRPr lang="en-US" sz="2400">
                <a:latin typeface="Times New Roman" charset="0"/>
                <a:cs typeface="Arial" charset="0"/>
              </a:endParaRPr>
            </a:p>
          </p:txBody>
        </p:sp>
        <p:sp>
          <p:nvSpPr>
            <p:cNvPr id="159904" name="Rectangle 410"/>
            <p:cNvSpPr>
              <a:spLocks noChangeArrowheads="1"/>
            </p:cNvSpPr>
            <p:nvPr/>
          </p:nvSpPr>
          <p:spPr bwMode="auto">
            <a:xfrm>
              <a:off x="4399" y="1339"/>
              <a:ext cx="669" cy="86"/>
            </a:xfrm>
            <a:prstGeom prst="rect">
              <a:avLst/>
            </a:prstGeom>
            <a:gradFill rotWithShape="1">
              <a:gsLst>
                <a:gs pos="0">
                  <a:srgbClr val="CCCCFF"/>
                </a:gs>
                <a:gs pos="100000">
                  <a:srgbClr val="FFFFFF"/>
                </a:gs>
              </a:gsLst>
              <a:lin ang="0" scaled="1"/>
            </a:gradFill>
            <a:ln>
              <a:noFill/>
            </a:ln>
            <a:extLst>
              <a:ext uri="{91240B29-F687-4f45-9708-019B960494DF}">
                <a14:hiddenLine xmlns:a14="http://schemas.microsoft.com/office/drawing/2010/main" xmlns="" w="12700">
                  <a:solidFill>
                    <a:srgbClr val="000000"/>
                  </a:solidFill>
                  <a:miter lim="800000"/>
                  <a:headEnd/>
                  <a:tailEnd/>
                </a14:hiddenLine>
              </a:ext>
            </a:extLst>
          </p:spPr>
          <p:txBody>
            <a:bodyPr wrap="none" anchor="ctr"/>
            <a:lstStyle/>
            <a:p>
              <a:pPr algn="ctr"/>
              <a:endParaRPr lang="en-US" sz="2400">
                <a:latin typeface="Times New Roman" charset="0"/>
                <a:cs typeface="Arial" charset="0"/>
              </a:endParaRPr>
            </a:p>
          </p:txBody>
        </p:sp>
        <p:sp>
          <p:nvSpPr>
            <p:cNvPr id="159905" name="Oval 411"/>
            <p:cNvSpPr>
              <a:spLocks noChangeArrowheads="1"/>
            </p:cNvSpPr>
            <p:nvPr/>
          </p:nvSpPr>
          <p:spPr bwMode="auto">
            <a:xfrm>
              <a:off x="4396" y="1245"/>
              <a:ext cx="667" cy="162"/>
            </a:xfrm>
            <a:prstGeom prst="ellipse">
              <a:avLst/>
            </a:prstGeom>
            <a:gradFill rotWithShape="1">
              <a:gsLst>
                <a:gs pos="0">
                  <a:srgbClr val="CCCCFF"/>
                </a:gs>
                <a:gs pos="100000">
                  <a:srgbClr val="FFFFFF"/>
                </a:gs>
              </a:gsLst>
              <a:lin ang="0" scaled="1"/>
            </a:gradFill>
            <a:ln w="12700">
              <a:solidFill>
                <a:srgbClr val="000000"/>
              </a:solidFill>
              <a:round/>
              <a:headEnd/>
              <a:tailEnd/>
            </a:ln>
          </p:spPr>
          <p:txBody>
            <a:bodyPr wrap="none" anchor="ctr"/>
            <a:lstStyle/>
            <a:p>
              <a:endParaRPr lang="en-US" sz="2400">
                <a:latin typeface="Times New Roman" charset="0"/>
                <a:cs typeface="Arial" charset="0"/>
              </a:endParaRPr>
            </a:p>
          </p:txBody>
        </p:sp>
        <p:grpSp>
          <p:nvGrpSpPr>
            <p:cNvPr id="159906" name="Group 262"/>
            <p:cNvGrpSpPr>
              <a:grpSpLocks/>
            </p:cNvGrpSpPr>
            <p:nvPr/>
          </p:nvGrpSpPr>
          <p:grpSpPr bwMode="auto">
            <a:xfrm>
              <a:off x="4530" y="1287"/>
              <a:ext cx="377" cy="75"/>
              <a:chOff x="2468" y="1332"/>
              <a:chExt cx="310" cy="60"/>
            </a:xfrm>
          </p:grpSpPr>
          <p:sp>
            <p:nvSpPr>
              <p:cNvPr id="159909" name="Freeform 263"/>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19050" cmpd="sng">
                <a:solidFill>
                  <a:srgbClr val="000000"/>
                </a:solidFill>
                <a:round/>
                <a:headEnd/>
                <a:tailEnd/>
              </a:ln>
              <a:extLst>
                <a:ext uri="{909E8E84-426E-40dd-AFC4-6F175D3DCCD1}">
                  <a14:hiddenFill xmlns:a14="http://schemas.microsoft.com/office/drawing/2010/main" xmlns="">
                    <a:solidFill>
                      <a:srgbClr val="FFFFFF"/>
                    </a:solidFill>
                  </a14:hiddenFill>
                </a:ext>
              </a:extLst>
            </p:spPr>
            <p:txBody>
              <a:bodyPr/>
              <a:lstStyle/>
              <a:p>
                <a:endParaRPr lang="en-US"/>
              </a:p>
            </p:txBody>
          </p:sp>
          <p:sp>
            <p:nvSpPr>
              <p:cNvPr id="159910" name="Freeform 264"/>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19050" cmpd="sng">
                <a:solidFill>
                  <a:srgbClr val="000000"/>
                </a:solidFill>
                <a:round/>
                <a:headEnd/>
                <a:tailEnd/>
              </a:ln>
              <a:extLst>
                <a:ext uri="{909E8E84-426E-40dd-AFC4-6F175D3DCCD1}">
                  <a14:hiddenFill xmlns:a14="http://schemas.microsoft.com/office/drawing/2010/main" xmlns="">
                    <a:solidFill>
                      <a:srgbClr val="FFFFFF"/>
                    </a:solidFill>
                  </a14:hiddenFill>
                </a:ext>
              </a:extLst>
            </p:spPr>
            <p:txBody>
              <a:bodyPr/>
              <a:lstStyle/>
              <a:p>
                <a:endParaRPr lang="en-US"/>
              </a:p>
            </p:txBody>
          </p:sp>
        </p:grpSp>
        <p:sp>
          <p:nvSpPr>
            <p:cNvPr id="159907" name="Line 265"/>
            <p:cNvSpPr>
              <a:spLocks noChangeShapeType="1"/>
            </p:cNvSpPr>
            <p:nvPr/>
          </p:nvSpPr>
          <p:spPr bwMode="auto">
            <a:xfrm>
              <a:off x="4399" y="1322"/>
              <a:ext cx="0" cy="11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59908" name="Line 266"/>
            <p:cNvSpPr>
              <a:spLocks noChangeShapeType="1"/>
            </p:cNvSpPr>
            <p:nvPr/>
          </p:nvSpPr>
          <p:spPr bwMode="auto">
            <a:xfrm>
              <a:off x="5063" y="1326"/>
              <a:ext cx="0" cy="107"/>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a:lstStyle/>
            <a:p>
              <a:endParaRPr lang="en-US"/>
            </a:p>
          </p:txBody>
        </p:sp>
      </p:grpSp>
      <p:grpSp>
        <p:nvGrpSpPr>
          <p:cNvPr id="159785" name="Group 267"/>
          <p:cNvGrpSpPr>
            <a:grpSpLocks/>
          </p:cNvGrpSpPr>
          <p:nvPr/>
        </p:nvGrpSpPr>
        <p:grpSpPr bwMode="auto">
          <a:xfrm>
            <a:off x="6608763" y="3952875"/>
            <a:ext cx="644525" cy="282575"/>
            <a:chOff x="4396" y="1245"/>
            <a:chExt cx="672" cy="248"/>
          </a:xfrm>
        </p:grpSpPr>
        <p:sp>
          <p:nvSpPr>
            <p:cNvPr id="159895" name="Oval 407"/>
            <p:cNvSpPr>
              <a:spLocks noChangeArrowheads="1"/>
            </p:cNvSpPr>
            <p:nvPr/>
          </p:nvSpPr>
          <p:spPr bwMode="auto">
            <a:xfrm>
              <a:off x="4399" y="1355"/>
              <a:ext cx="666" cy="138"/>
            </a:xfrm>
            <a:prstGeom prst="ellipse">
              <a:avLst/>
            </a:prstGeom>
            <a:gradFill rotWithShape="1">
              <a:gsLst>
                <a:gs pos="0">
                  <a:srgbClr val="CCCCFF"/>
                </a:gs>
                <a:gs pos="100000">
                  <a:srgbClr val="FFFFFF"/>
                </a:gs>
              </a:gsLst>
              <a:lin ang="0" scaled="1"/>
            </a:gradFill>
            <a:ln w="12700">
              <a:solidFill>
                <a:srgbClr val="000000"/>
              </a:solidFill>
              <a:round/>
              <a:headEnd/>
              <a:tailEnd/>
            </a:ln>
          </p:spPr>
          <p:txBody>
            <a:bodyPr wrap="none" anchor="ctr"/>
            <a:lstStyle/>
            <a:p>
              <a:endParaRPr lang="en-US" sz="2400">
                <a:latin typeface="Times New Roman" charset="0"/>
                <a:cs typeface="Arial" charset="0"/>
              </a:endParaRPr>
            </a:p>
          </p:txBody>
        </p:sp>
        <p:sp>
          <p:nvSpPr>
            <p:cNvPr id="159896" name="Rectangle 410"/>
            <p:cNvSpPr>
              <a:spLocks noChangeArrowheads="1"/>
            </p:cNvSpPr>
            <p:nvPr/>
          </p:nvSpPr>
          <p:spPr bwMode="auto">
            <a:xfrm>
              <a:off x="4399" y="1339"/>
              <a:ext cx="669" cy="86"/>
            </a:xfrm>
            <a:prstGeom prst="rect">
              <a:avLst/>
            </a:prstGeom>
            <a:gradFill rotWithShape="1">
              <a:gsLst>
                <a:gs pos="0">
                  <a:srgbClr val="CCCCFF"/>
                </a:gs>
                <a:gs pos="100000">
                  <a:srgbClr val="FFFFFF"/>
                </a:gs>
              </a:gsLst>
              <a:lin ang="0" scaled="1"/>
            </a:gradFill>
            <a:ln>
              <a:noFill/>
            </a:ln>
            <a:extLst>
              <a:ext uri="{91240B29-F687-4f45-9708-019B960494DF}">
                <a14:hiddenLine xmlns:a14="http://schemas.microsoft.com/office/drawing/2010/main" xmlns="" w="12700">
                  <a:solidFill>
                    <a:srgbClr val="000000"/>
                  </a:solidFill>
                  <a:miter lim="800000"/>
                  <a:headEnd/>
                  <a:tailEnd/>
                </a14:hiddenLine>
              </a:ext>
            </a:extLst>
          </p:spPr>
          <p:txBody>
            <a:bodyPr wrap="none" anchor="ctr"/>
            <a:lstStyle/>
            <a:p>
              <a:pPr algn="ctr"/>
              <a:endParaRPr lang="en-US" sz="2400">
                <a:latin typeface="Times New Roman" charset="0"/>
                <a:cs typeface="Arial" charset="0"/>
              </a:endParaRPr>
            </a:p>
          </p:txBody>
        </p:sp>
        <p:sp>
          <p:nvSpPr>
            <p:cNvPr id="159897" name="Oval 411"/>
            <p:cNvSpPr>
              <a:spLocks noChangeArrowheads="1"/>
            </p:cNvSpPr>
            <p:nvPr/>
          </p:nvSpPr>
          <p:spPr bwMode="auto">
            <a:xfrm>
              <a:off x="4396" y="1245"/>
              <a:ext cx="667" cy="162"/>
            </a:xfrm>
            <a:prstGeom prst="ellipse">
              <a:avLst/>
            </a:prstGeom>
            <a:gradFill rotWithShape="1">
              <a:gsLst>
                <a:gs pos="0">
                  <a:srgbClr val="CCCCFF"/>
                </a:gs>
                <a:gs pos="100000">
                  <a:srgbClr val="FFFFFF"/>
                </a:gs>
              </a:gsLst>
              <a:lin ang="0" scaled="1"/>
            </a:gradFill>
            <a:ln w="12700">
              <a:solidFill>
                <a:srgbClr val="000000"/>
              </a:solidFill>
              <a:round/>
              <a:headEnd/>
              <a:tailEnd/>
            </a:ln>
          </p:spPr>
          <p:txBody>
            <a:bodyPr wrap="none" anchor="ctr"/>
            <a:lstStyle/>
            <a:p>
              <a:endParaRPr lang="en-US" sz="2400">
                <a:latin typeface="Times New Roman" charset="0"/>
                <a:cs typeface="Arial" charset="0"/>
              </a:endParaRPr>
            </a:p>
          </p:txBody>
        </p:sp>
        <p:grpSp>
          <p:nvGrpSpPr>
            <p:cNvPr id="159898" name="Group 271"/>
            <p:cNvGrpSpPr>
              <a:grpSpLocks/>
            </p:cNvGrpSpPr>
            <p:nvPr/>
          </p:nvGrpSpPr>
          <p:grpSpPr bwMode="auto">
            <a:xfrm>
              <a:off x="4530" y="1287"/>
              <a:ext cx="377" cy="75"/>
              <a:chOff x="2468" y="1332"/>
              <a:chExt cx="310" cy="60"/>
            </a:xfrm>
          </p:grpSpPr>
          <p:sp>
            <p:nvSpPr>
              <p:cNvPr id="159901" name="Freeform 272"/>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19050" cmpd="sng">
                <a:solidFill>
                  <a:srgbClr val="000000"/>
                </a:solidFill>
                <a:round/>
                <a:headEnd/>
                <a:tailEnd/>
              </a:ln>
              <a:extLst>
                <a:ext uri="{909E8E84-426E-40dd-AFC4-6F175D3DCCD1}">
                  <a14:hiddenFill xmlns:a14="http://schemas.microsoft.com/office/drawing/2010/main" xmlns="">
                    <a:solidFill>
                      <a:srgbClr val="FFFFFF"/>
                    </a:solidFill>
                  </a14:hiddenFill>
                </a:ext>
              </a:extLst>
            </p:spPr>
            <p:txBody>
              <a:bodyPr/>
              <a:lstStyle/>
              <a:p>
                <a:endParaRPr lang="en-US"/>
              </a:p>
            </p:txBody>
          </p:sp>
          <p:sp>
            <p:nvSpPr>
              <p:cNvPr id="159902" name="Freeform 273"/>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19050" cmpd="sng">
                <a:solidFill>
                  <a:srgbClr val="000000"/>
                </a:solidFill>
                <a:round/>
                <a:headEnd/>
                <a:tailEnd/>
              </a:ln>
              <a:extLst>
                <a:ext uri="{909E8E84-426E-40dd-AFC4-6F175D3DCCD1}">
                  <a14:hiddenFill xmlns:a14="http://schemas.microsoft.com/office/drawing/2010/main" xmlns="">
                    <a:solidFill>
                      <a:srgbClr val="FFFFFF"/>
                    </a:solidFill>
                  </a14:hiddenFill>
                </a:ext>
              </a:extLst>
            </p:spPr>
            <p:txBody>
              <a:bodyPr/>
              <a:lstStyle/>
              <a:p>
                <a:endParaRPr lang="en-US"/>
              </a:p>
            </p:txBody>
          </p:sp>
        </p:grpSp>
        <p:sp>
          <p:nvSpPr>
            <p:cNvPr id="159899" name="Line 274"/>
            <p:cNvSpPr>
              <a:spLocks noChangeShapeType="1"/>
            </p:cNvSpPr>
            <p:nvPr/>
          </p:nvSpPr>
          <p:spPr bwMode="auto">
            <a:xfrm>
              <a:off x="4399" y="1322"/>
              <a:ext cx="0" cy="11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59900" name="Line 275"/>
            <p:cNvSpPr>
              <a:spLocks noChangeShapeType="1"/>
            </p:cNvSpPr>
            <p:nvPr/>
          </p:nvSpPr>
          <p:spPr bwMode="auto">
            <a:xfrm>
              <a:off x="5063" y="1326"/>
              <a:ext cx="0" cy="107"/>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a:lstStyle/>
            <a:p>
              <a:endParaRPr lang="en-US"/>
            </a:p>
          </p:txBody>
        </p:sp>
      </p:grpSp>
      <p:grpSp>
        <p:nvGrpSpPr>
          <p:cNvPr id="159786" name="Group 276"/>
          <p:cNvGrpSpPr>
            <a:grpSpLocks/>
          </p:cNvGrpSpPr>
          <p:nvPr/>
        </p:nvGrpSpPr>
        <p:grpSpPr bwMode="auto">
          <a:xfrm>
            <a:off x="7418388" y="4797425"/>
            <a:ext cx="644525" cy="282575"/>
            <a:chOff x="4396" y="1245"/>
            <a:chExt cx="672" cy="248"/>
          </a:xfrm>
        </p:grpSpPr>
        <p:sp>
          <p:nvSpPr>
            <p:cNvPr id="159887" name="Oval 407"/>
            <p:cNvSpPr>
              <a:spLocks noChangeArrowheads="1"/>
            </p:cNvSpPr>
            <p:nvPr/>
          </p:nvSpPr>
          <p:spPr bwMode="auto">
            <a:xfrm>
              <a:off x="4399" y="1355"/>
              <a:ext cx="666" cy="138"/>
            </a:xfrm>
            <a:prstGeom prst="ellipse">
              <a:avLst/>
            </a:prstGeom>
            <a:gradFill rotWithShape="1">
              <a:gsLst>
                <a:gs pos="0">
                  <a:srgbClr val="CCCCFF"/>
                </a:gs>
                <a:gs pos="100000">
                  <a:srgbClr val="FFFFFF"/>
                </a:gs>
              </a:gsLst>
              <a:lin ang="0" scaled="1"/>
            </a:gradFill>
            <a:ln w="12700">
              <a:solidFill>
                <a:srgbClr val="000000"/>
              </a:solidFill>
              <a:round/>
              <a:headEnd/>
              <a:tailEnd/>
            </a:ln>
          </p:spPr>
          <p:txBody>
            <a:bodyPr wrap="none" anchor="ctr"/>
            <a:lstStyle/>
            <a:p>
              <a:endParaRPr lang="en-US" sz="2400">
                <a:latin typeface="Times New Roman" charset="0"/>
                <a:cs typeface="Arial" charset="0"/>
              </a:endParaRPr>
            </a:p>
          </p:txBody>
        </p:sp>
        <p:sp>
          <p:nvSpPr>
            <p:cNvPr id="159888" name="Rectangle 410"/>
            <p:cNvSpPr>
              <a:spLocks noChangeArrowheads="1"/>
            </p:cNvSpPr>
            <p:nvPr/>
          </p:nvSpPr>
          <p:spPr bwMode="auto">
            <a:xfrm>
              <a:off x="4399" y="1339"/>
              <a:ext cx="669" cy="86"/>
            </a:xfrm>
            <a:prstGeom prst="rect">
              <a:avLst/>
            </a:prstGeom>
            <a:gradFill rotWithShape="1">
              <a:gsLst>
                <a:gs pos="0">
                  <a:srgbClr val="CCCCFF"/>
                </a:gs>
                <a:gs pos="100000">
                  <a:srgbClr val="FFFFFF"/>
                </a:gs>
              </a:gsLst>
              <a:lin ang="0" scaled="1"/>
            </a:gradFill>
            <a:ln>
              <a:noFill/>
            </a:ln>
            <a:extLst>
              <a:ext uri="{91240B29-F687-4f45-9708-019B960494DF}">
                <a14:hiddenLine xmlns:a14="http://schemas.microsoft.com/office/drawing/2010/main" xmlns="" w="12700">
                  <a:solidFill>
                    <a:srgbClr val="000000"/>
                  </a:solidFill>
                  <a:miter lim="800000"/>
                  <a:headEnd/>
                  <a:tailEnd/>
                </a14:hiddenLine>
              </a:ext>
            </a:extLst>
          </p:spPr>
          <p:txBody>
            <a:bodyPr wrap="none" anchor="ctr"/>
            <a:lstStyle/>
            <a:p>
              <a:pPr algn="ctr"/>
              <a:endParaRPr lang="en-US" sz="2400">
                <a:latin typeface="Times New Roman" charset="0"/>
                <a:cs typeface="Arial" charset="0"/>
              </a:endParaRPr>
            </a:p>
          </p:txBody>
        </p:sp>
        <p:sp>
          <p:nvSpPr>
            <p:cNvPr id="159889" name="Oval 411"/>
            <p:cNvSpPr>
              <a:spLocks noChangeArrowheads="1"/>
            </p:cNvSpPr>
            <p:nvPr/>
          </p:nvSpPr>
          <p:spPr bwMode="auto">
            <a:xfrm>
              <a:off x="4396" y="1245"/>
              <a:ext cx="667" cy="162"/>
            </a:xfrm>
            <a:prstGeom prst="ellipse">
              <a:avLst/>
            </a:prstGeom>
            <a:gradFill rotWithShape="1">
              <a:gsLst>
                <a:gs pos="0">
                  <a:srgbClr val="CCCCFF"/>
                </a:gs>
                <a:gs pos="100000">
                  <a:srgbClr val="FFFFFF"/>
                </a:gs>
              </a:gsLst>
              <a:lin ang="0" scaled="1"/>
            </a:gradFill>
            <a:ln w="12700">
              <a:solidFill>
                <a:srgbClr val="000000"/>
              </a:solidFill>
              <a:round/>
              <a:headEnd/>
              <a:tailEnd/>
            </a:ln>
          </p:spPr>
          <p:txBody>
            <a:bodyPr wrap="none" anchor="ctr"/>
            <a:lstStyle/>
            <a:p>
              <a:endParaRPr lang="en-US" sz="2400">
                <a:latin typeface="Times New Roman" charset="0"/>
                <a:cs typeface="Arial" charset="0"/>
              </a:endParaRPr>
            </a:p>
          </p:txBody>
        </p:sp>
        <p:grpSp>
          <p:nvGrpSpPr>
            <p:cNvPr id="159890" name="Group 280"/>
            <p:cNvGrpSpPr>
              <a:grpSpLocks/>
            </p:cNvGrpSpPr>
            <p:nvPr/>
          </p:nvGrpSpPr>
          <p:grpSpPr bwMode="auto">
            <a:xfrm>
              <a:off x="4530" y="1287"/>
              <a:ext cx="377" cy="75"/>
              <a:chOff x="2468" y="1332"/>
              <a:chExt cx="310" cy="60"/>
            </a:xfrm>
          </p:grpSpPr>
          <p:sp>
            <p:nvSpPr>
              <p:cNvPr id="159893" name="Freeform 281"/>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19050" cmpd="sng">
                <a:solidFill>
                  <a:srgbClr val="000000"/>
                </a:solidFill>
                <a:round/>
                <a:headEnd/>
                <a:tailEnd/>
              </a:ln>
              <a:extLst>
                <a:ext uri="{909E8E84-426E-40dd-AFC4-6F175D3DCCD1}">
                  <a14:hiddenFill xmlns:a14="http://schemas.microsoft.com/office/drawing/2010/main" xmlns="">
                    <a:solidFill>
                      <a:srgbClr val="FFFFFF"/>
                    </a:solidFill>
                  </a14:hiddenFill>
                </a:ext>
              </a:extLst>
            </p:spPr>
            <p:txBody>
              <a:bodyPr/>
              <a:lstStyle/>
              <a:p>
                <a:endParaRPr lang="en-US"/>
              </a:p>
            </p:txBody>
          </p:sp>
          <p:sp>
            <p:nvSpPr>
              <p:cNvPr id="159894" name="Freeform 282"/>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19050" cmpd="sng">
                <a:solidFill>
                  <a:srgbClr val="000000"/>
                </a:solidFill>
                <a:round/>
                <a:headEnd/>
                <a:tailEnd/>
              </a:ln>
              <a:extLst>
                <a:ext uri="{909E8E84-426E-40dd-AFC4-6F175D3DCCD1}">
                  <a14:hiddenFill xmlns:a14="http://schemas.microsoft.com/office/drawing/2010/main" xmlns="">
                    <a:solidFill>
                      <a:srgbClr val="FFFFFF"/>
                    </a:solidFill>
                  </a14:hiddenFill>
                </a:ext>
              </a:extLst>
            </p:spPr>
            <p:txBody>
              <a:bodyPr/>
              <a:lstStyle/>
              <a:p>
                <a:endParaRPr lang="en-US"/>
              </a:p>
            </p:txBody>
          </p:sp>
        </p:grpSp>
        <p:sp>
          <p:nvSpPr>
            <p:cNvPr id="159891" name="Line 283"/>
            <p:cNvSpPr>
              <a:spLocks noChangeShapeType="1"/>
            </p:cNvSpPr>
            <p:nvPr/>
          </p:nvSpPr>
          <p:spPr bwMode="auto">
            <a:xfrm>
              <a:off x="4399" y="1322"/>
              <a:ext cx="0" cy="11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59892" name="Line 284"/>
            <p:cNvSpPr>
              <a:spLocks noChangeShapeType="1"/>
            </p:cNvSpPr>
            <p:nvPr/>
          </p:nvSpPr>
          <p:spPr bwMode="auto">
            <a:xfrm>
              <a:off x="5063" y="1326"/>
              <a:ext cx="0" cy="107"/>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a:lstStyle/>
            <a:p>
              <a:endParaRPr lang="en-US"/>
            </a:p>
          </p:txBody>
        </p:sp>
      </p:grpSp>
      <p:grpSp>
        <p:nvGrpSpPr>
          <p:cNvPr id="159787" name="Group 285"/>
          <p:cNvGrpSpPr>
            <a:grpSpLocks/>
          </p:cNvGrpSpPr>
          <p:nvPr/>
        </p:nvGrpSpPr>
        <p:grpSpPr bwMode="auto">
          <a:xfrm>
            <a:off x="4548188" y="1871663"/>
            <a:ext cx="644525" cy="282575"/>
            <a:chOff x="4396" y="1245"/>
            <a:chExt cx="672" cy="248"/>
          </a:xfrm>
        </p:grpSpPr>
        <p:sp>
          <p:nvSpPr>
            <p:cNvPr id="159879" name="Oval 407"/>
            <p:cNvSpPr>
              <a:spLocks noChangeArrowheads="1"/>
            </p:cNvSpPr>
            <p:nvPr/>
          </p:nvSpPr>
          <p:spPr bwMode="auto">
            <a:xfrm>
              <a:off x="4399" y="1355"/>
              <a:ext cx="666" cy="138"/>
            </a:xfrm>
            <a:prstGeom prst="ellipse">
              <a:avLst/>
            </a:prstGeom>
            <a:gradFill rotWithShape="1">
              <a:gsLst>
                <a:gs pos="0">
                  <a:srgbClr val="CCCCFF"/>
                </a:gs>
                <a:gs pos="100000">
                  <a:srgbClr val="FFFFFF"/>
                </a:gs>
              </a:gsLst>
              <a:lin ang="0" scaled="1"/>
            </a:gradFill>
            <a:ln w="12700">
              <a:solidFill>
                <a:srgbClr val="000000"/>
              </a:solidFill>
              <a:round/>
              <a:headEnd/>
              <a:tailEnd/>
            </a:ln>
          </p:spPr>
          <p:txBody>
            <a:bodyPr wrap="none" anchor="ctr"/>
            <a:lstStyle/>
            <a:p>
              <a:endParaRPr lang="en-US" sz="2400">
                <a:latin typeface="Times New Roman" charset="0"/>
                <a:cs typeface="Arial" charset="0"/>
              </a:endParaRPr>
            </a:p>
          </p:txBody>
        </p:sp>
        <p:sp>
          <p:nvSpPr>
            <p:cNvPr id="159880" name="Rectangle 410"/>
            <p:cNvSpPr>
              <a:spLocks noChangeArrowheads="1"/>
            </p:cNvSpPr>
            <p:nvPr/>
          </p:nvSpPr>
          <p:spPr bwMode="auto">
            <a:xfrm>
              <a:off x="4399" y="1339"/>
              <a:ext cx="669" cy="86"/>
            </a:xfrm>
            <a:prstGeom prst="rect">
              <a:avLst/>
            </a:prstGeom>
            <a:gradFill rotWithShape="1">
              <a:gsLst>
                <a:gs pos="0">
                  <a:srgbClr val="CCCCFF"/>
                </a:gs>
                <a:gs pos="100000">
                  <a:srgbClr val="FFFFFF"/>
                </a:gs>
              </a:gsLst>
              <a:lin ang="0" scaled="1"/>
            </a:gradFill>
            <a:ln>
              <a:noFill/>
            </a:ln>
            <a:extLst>
              <a:ext uri="{91240B29-F687-4f45-9708-019B960494DF}">
                <a14:hiddenLine xmlns:a14="http://schemas.microsoft.com/office/drawing/2010/main" xmlns="" w="12700">
                  <a:solidFill>
                    <a:srgbClr val="000000"/>
                  </a:solidFill>
                  <a:miter lim="800000"/>
                  <a:headEnd/>
                  <a:tailEnd/>
                </a14:hiddenLine>
              </a:ext>
            </a:extLst>
          </p:spPr>
          <p:txBody>
            <a:bodyPr wrap="none" anchor="ctr"/>
            <a:lstStyle/>
            <a:p>
              <a:pPr algn="ctr"/>
              <a:endParaRPr lang="en-US" sz="2400">
                <a:latin typeface="Times New Roman" charset="0"/>
                <a:cs typeface="Arial" charset="0"/>
              </a:endParaRPr>
            </a:p>
          </p:txBody>
        </p:sp>
        <p:sp>
          <p:nvSpPr>
            <p:cNvPr id="159881" name="Oval 411"/>
            <p:cNvSpPr>
              <a:spLocks noChangeArrowheads="1"/>
            </p:cNvSpPr>
            <p:nvPr/>
          </p:nvSpPr>
          <p:spPr bwMode="auto">
            <a:xfrm>
              <a:off x="4396" y="1245"/>
              <a:ext cx="667" cy="162"/>
            </a:xfrm>
            <a:prstGeom prst="ellipse">
              <a:avLst/>
            </a:prstGeom>
            <a:gradFill rotWithShape="1">
              <a:gsLst>
                <a:gs pos="0">
                  <a:srgbClr val="CCCCFF"/>
                </a:gs>
                <a:gs pos="100000">
                  <a:srgbClr val="FFFFFF"/>
                </a:gs>
              </a:gsLst>
              <a:lin ang="0" scaled="1"/>
            </a:gradFill>
            <a:ln w="12700">
              <a:solidFill>
                <a:srgbClr val="000000"/>
              </a:solidFill>
              <a:round/>
              <a:headEnd/>
              <a:tailEnd/>
            </a:ln>
          </p:spPr>
          <p:txBody>
            <a:bodyPr wrap="none" anchor="ctr"/>
            <a:lstStyle/>
            <a:p>
              <a:endParaRPr lang="en-US" sz="2400">
                <a:latin typeface="Times New Roman" charset="0"/>
                <a:cs typeface="Arial" charset="0"/>
              </a:endParaRPr>
            </a:p>
          </p:txBody>
        </p:sp>
        <p:grpSp>
          <p:nvGrpSpPr>
            <p:cNvPr id="159882" name="Group 289"/>
            <p:cNvGrpSpPr>
              <a:grpSpLocks/>
            </p:cNvGrpSpPr>
            <p:nvPr/>
          </p:nvGrpSpPr>
          <p:grpSpPr bwMode="auto">
            <a:xfrm>
              <a:off x="4530" y="1287"/>
              <a:ext cx="377" cy="75"/>
              <a:chOff x="2468" y="1332"/>
              <a:chExt cx="310" cy="60"/>
            </a:xfrm>
          </p:grpSpPr>
          <p:sp>
            <p:nvSpPr>
              <p:cNvPr id="159885" name="Freeform 290"/>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19050" cmpd="sng">
                <a:solidFill>
                  <a:srgbClr val="000000"/>
                </a:solidFill>
                <a:round/>
                <a:headEnd/>
                <a:tailEnd/>
              </a:ln>
              <a:extLst>
                <a:ext uri="{909E8E84-426E-40dd-AFC4-6F175D3DCCD1}">
                  <a14:hiddenFill xmlns:a14="http://schemas.microsoft.com/office/drawing/2010/main" xmlns="">
                    <a:solidFill>
                      <a:srgbClr val="FFFFFF"/>
                    </a:solidFill>
                  </a14:hiddenFill>
                </a:ext>
              </a:extLst>
            </p:spPr>
            <p:txBody>
              <a:bodyPr/>
              <a:lstStyle/>
              <a:p>
                <a:endParaRPr lang="en-US"/>
              </a:p>
            </p:txBody>
          </p:sp>
          <p:sp>
            <p:nvSpPr>
              <p:cNvPr id="159886" name="Freeform 291"/>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19050" cmpd="sng">
                <a:solidFill>
                  <a:srgbClr val="000000"/>
                </a:solidFill>
                <a:round/>
                <a:headEnd/>
                <a:tailEnd/>
              </a:ln>
              <a:extLst>
                <a:ext uri="{909E8E84-426E-40dd-AFC4-6F175D3DCCD1}">
                  <a14:hiddenFill xmlns:a14="http://schemas.microsoft.com/office/drawing/2010/main" xmlns="">
                    <a:solidFill>
                      <a:srgbClr val="FFFFFF"/>
                    </a:solidFill>
                  </a14:hiddenFill>
                </a:ext>
              </a:extLst>
            </p:spPr>
            <p:txBody>
              <a:bodyPr/>
              <a:lstStyle/>
              <a:p>
                <a:endParaRPr lang="en-US"/>
              </a:p>
            </p:txBody>
          </p:sp>
        </p:grpSp>
        <p:sp>
          <p:nvSpPr>
            <p:cNvPr id="159883" name="Line 292"/>
            <p:cNvSpPr>
              <a:spLocks noChangeShapeType="1"/>
            </p:cNvSpPr>
            <p:nvPr/>
          </p:nvSpPr>
          <p:spPr bwMode="auto">
            <a:xfrm>
              <a:off x="4399" y="1322"/>
              <a:ext cx="0" cy="11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59884" name="Line 293"/>
            <p:cNvSpPr>
              <a:spLocks noChangeShapeType="1"/>
            </p:cNvSpPr>
            <p:nvPr/>
          </p:nvSpPr>
          <p:spPr bwMode="auto">
            <a:xfrm>
              <a:off x="5063" y="1326"/>
              <a:ext cx="0" cy="107"/>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a:lstStyle/>
            <a:p>
              <a:endParaRPr lang="en-US"/>
            </a:p>
          </p:txBody>
        </p:sp>
      </p:grpSp>
      <p:grpSp>
        <p:nvGrpSpPr>
          <p:cNvPr id="159788" name="Group 294"/>
          <p:cNvGrpSpPr>
            <a:grpSpLocks/>
          </p:cNvGrpSpPr>
          <p:nvPr/>
        </p:nvGrpSpPr>
        <p:grpSpPr bwMode="auto">
          <a:xfrm>
            <a:off x="4567238" y="3273425"/>
            <a:ext cx="644525" cy="282575"/>
            <a:chOff x="4396" y="1245"/>
            <a:chExt cx="672" cy="248"/>
          </a:xfrm>
        </p:grpSpPr>
        <p:sp>
          <p:nvSpPr>
            <p:cNvPr id="159871" name="Oval 407"/>
            <p:cNvSpPr>
              <a:spLocks noChangeArrowheads="1"/>
            </p:cNvSpPr>
            <p:nvPr/>
          </p:nvSpPr>
          <p:spPr bwMode="auto">
            <a:xfrm>
              <a:off x="4399" y="1355"/>
              <a:ext cx="666" cy="138"/>
            </a:xfrm>
            <a:prstGeom prst="ellipse">
              <a:avLst/>
            </a:prstGeom>
            <a:gradFill rotWithShape="1">
              <a:gsLst>
                <a:gs pos="0">
                  <a:srgbClr val="CCCCFF"/>
                </a:gs>
                <a:gs pos="100000">
                  <a:srgbClr val="FFFFFF"/>
                </a:gs>
              </a:gsLst>
              <a:lin ang="0" scaled="1"/>
            </a:gradFill>
            <a:ln w="12700">
              <a:solidFill>
                <a:srgbClr val="000000"/>
              </a:solidFill>
              <a:round/>
              <a:headEnd/>
              <a:tailEnd/>
            </a:ln>
          </p:spPr>
          <p:txBody>
            <a:bodyPr wrap="none" anchor="ctr"/>
            <a:lstStyle/>
            <a:p>
              <a:endParaRPr lang="en-US" sz="2400">
                <a:latin typeface="Times New Roman" charset="0"/>
                <a:cs typeface="Arial" charset="0"/>
              </a:endParaRPr>
            </a:p>
          </p:txBody>
        </p:sp>
        <p:sp>
          <p:nvSpPr>
            <p:cNvPr id="159872" name="Rectangle 410"/>
            <p:cNvSpPr>
              <a:spLocks noChangeArrowheads="1"/>
            </p:cNvSpPr>
            <p:nvPr/>
          </p:nvSpPr>
          <p:spPr bwMode="auto">
            <a:xfrm>
              <a:off x="4399" y="1339"/>
              <a:ext cx="669" cy="86"/>
            </a:xfrm>
            <a:prstGeom prst="rect">
              <a:avLst/>
            </a:prstGeom>
            <a:gradFill rotWithShape="1">
              <a:gsLst>
                <a:gs pos="0">
                  <a:srgbClr val="CCCCFF"/>
                </a:gs>
                <a:gs pos="100000">
                  <a:srgbClr val="FFFFFF"/>
                </a:gs>
              </a:gsLst>
              <a:lin ang="0" scaled="1"/>
            </a:gradFill>
            <a:ln>
              <a:noFill/>
            </a:ln>
            <a:extLst>
              <a:ext uri="{91240B29-F687-4f45-9708-019B960494DF}">
                <a14:hiddenLine xmlns:a14="http://schemas.microsoft.com/office/drawing/2010/main" xmlns="" w="12700">
                  <a:solidFill>
                    <a:srgbClr val="000000"/>
                  </a:solidFill>
                  <a:miter lim="800000"/>
                  <a:headEnd/>
                  <a:tailEnd/>
                </a14:hiddenLine>
              </a:ext>
            </a:extLst>
          </p:spPr>
          <p:txBody>
            <a:bodyPr wrap="none" anchor="ctr"/>
            <a:lstStyle/>
            <a:p>
              <a:pPr algn="ctr"/>
              <a:endParaRPr lang="en-US" sz="2400">
                <a:latin typeface="Times New Roman" charset="0"/>
                <a:cs typeface="Arial" charset="0"/>
              </a:endParaRPr>
            </a:p>
          </p:txBody>
        </p:sp>
        <p:sp>
          <p:nvSpPr>
            <p:cNvPr id="159873" name="Oval 411"/>
            <p:cNvSpPr>
              <a:spLocks noChangeArrowheads="1"/>
            </p:cNvSpPr>
            <p:nvPr/>
          </p:nvSpPr>
          <p:spPr bwMode="auto">
            <a:xfrm>
              <a:off x="4396" y="1245"/>
              <a:ext cx="667" cy="162"/>
            </a:xfrm>
            <a:prstGeom prst="ellipse">
              <a:avLst/>
            </a:prstGeom>
            <a:gradFill rotWithShape="1">
              <a:gsLst>
                <a:gs pos="0">
                  <a:srgbClr val="CCCCFF"/>
                </a:gs>
                <a:gs pos="100000">
                  <a:srgbClr val="FFFFFF"/>
                </a:gs>
              </a:gsLst>
              <a:lin ang="0" scaled="1"/>
            </a:gradFill>
            <a:ln w="12700">
              <a:solidFill>
                <a:srgbClr val="000000"/>
              </a:solidFill>
              <a:round/>
              <a:headEnd/>
              <a:tailEnd/>
            </a:ln>
          </p:spPr>
          <p:txBody>
            <a:bodyPr wrap="none" anchor="ctr"/>
            <a:lstStyle/>
            <a:p>
              <a:endParaRPr lang="en-US" sz="2400">
                <a:latin typeface="Times New Roman" charset="0"/>
                <a:cs typeface="Arial" charset="0"/>
              </a:endParaRPr>
            </a:p>
          </p:txBody>
        </p:sp>
        <p:grpSp>
          <p:nvGrpSpPr>
            <p:cNvPr id="159874" name="Group 298"/>
            <p:cNvGrpSpPr>
              <a:grpSpLocks/>
            </p:cNvGrpSpPr>
            <p:nvPr/>
          </p:nvGrpSpPr>
          <p:grpSpPr bwMode="auto">
            <a:xfrm>
              <a:off x="4530" y="1287"/>
              <a:ext cx="377" cy="75"/>
              <a:chOff x="2468" y="1332"/>
              <a:chExt cx="310" cy="60"/>
            </a:xfrm>
          </p:grpSpPr>
          <p:sp>
            <p:nvSpPr>
              <p:cNvPr id="159877" name="Freeform 299"/>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19050" cmpd="sng">
                <a:solidFill>
                  <a:srgbClr val="000000"/>
                </a:solidFill>
                <a:round/>
                <a:headEnd/>
                <a:tailEnd/>
              </a:ln>
              <a:extLst>
                <a:ext uri="{909E8E84-426E-40dd-AFC4-6F175D3DCCD1}">
                  <a14:hiddenFill xmlns:a14="http://schemas.microsoft.com/office/drawing/2010/main" xmlns="">
                    <a:solidFill>
                      <a:srgbClr val="FFFFFF"/>
                    </a:solidFill>
                  </a14:hiddenFill>
                </a:ext>
              </a:extLst>
            </p:spPr>
            <p:txBody>
              <a:bodyPr/>
              <a:lstStyle/>
              <a:p>
                <a:endParaRPr lang="en-US"/>
              </a:p>
            </p:txBody>
          </p:sp>
          <p:sp>
            <p:nvSpPr>
              <p:cNvPr id="159878" name="Freeform 300"/>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19050" cmpd="sng">
                <a:solidFill>
                  <a:srgbClr val="000000"/>
                </a:solidFill>
                <a:round/>
                <a:headEnd/>
                <a:tailEnd/>
              </a:ln>
              <a:extLst>
                <a:ext uri="{909E8E84-426E-40dd-AFC4-6F175D3DCCD1}">
                  <a14:hiddenFill xmlns:a14="http://schemas.microsoft.com/office/drawing/2010/main" xmlns="">
                    <a:solidFill>
                      <a:srgbClr val="FFFFFF"/>
                    </a:solidFill>
                  </a14:hiddenFill>
                </a:ext>
              </a:extLst>
            </p:spPr>
            <p:txBody>
              <a:bodyPr/>
              <a:lstStyle/>
              <a:p>
                <a:endParaRPr lang="en-US"/>
              </a:p>
            </p:txBody>
          </p:sp>
        </p:grpSp>
        <p:sp>
          <p:nvSpPr>
            <p:cNvPr id="159875" name="Line 301"/>
            <p:cNvSpPr>
              <a:spLocks noChangeShapeType="1"/>
            </p:cNvSpPr>
            <p:nvPr/>
          </p:nvSpPr>
          <p:spPr bwMode="auto">
            <a:xfrm>
              <a:off x="4399" y="1322"/>
              <a:ext cx="0" cy="11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59876" name="Line 302"/>
            <p:cNvSpPr>
              <a:spLocks noChangeShapeType="1"/>
            </p:cNvSpPr>
            <p:nvPr/>
          </p:nvSpPr>
          <p:spPr bwMode="auto">
            <a:xfrm>
              <a:off x="5063" y="1326"/>
              <a:ext cx="0" cy="107"/>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a:lstStyle/>
            <a:p>
              <a:endParaRPr lang="en-US"/>
            </a:p>
          </p:txBody>
        </p:sp>
      </p:grpSp>
      <p:grpSp>
        <p:nvGrpSpPr>
          <p:cNvPr id="159789" name="Group 303"/>
          <p:cNvGrpSpPr>
            <a:grpSpLocks/>
          </p:cNvGrpSpPr>
          <p:nvPr/>
        </p:nvGrpSpPr>
        <p:grpSpPr bwMode="auto">
          <a:xfrm>
            <a:off x="3314700" y="2276475"/>
            <a:ext cx="644525" cy="282575"/>
            <a:chOff x="4396" y="1245"/>
            <a:chExt cx="672" cy="248"/>
          </a:xfrm>
        </p:grpSpPr>
        <p:sp>
          <p:nvSpPr>
            <p:cNvPr id="159863" name="Oval 407"/>
            <p:cNvSpPr>
              <a:spLocks noChangeArrowheads="1"/>
            </p:cNvSpPr>
            <p:nvPr/>
          </p:nvSpPr>
          <p:spPr bwMode="auto">
            <a:xfrm>
              <a:off x="4399" y="1355"/>
              <a:ext cx="666" cy="138"/>
            </a:xfrm>
            <a:prstGeom prst="ellipse">
              <a:avLst/>
            </a:prstGeom>
            <a:gradFill rotWithShape="1">
              <a:gsLst>
                <a:gs pos="0">
                  <a:srgbClr val="CCCCFF"/>
                </a:gs>
                <a:gs pos="100000">
                  <a:srgbClr val="FFFFFF"/>
                </a:gs>
              </a:gsLst>
              <a:lin ang="0" scaled="1"/>
            </a:gradFill>
            <a:ln w="12700">
              <a:solidFill>
                <a:srgbClr val="000000"/>
              </a:solidFill>
              <a:round/>
              <a:headEnd/>
              <a:tailEnd/>
            </a:ln>
          </p:spPr>
          <p:txBody>
            <a:bodyPr wrap="none" anchor="ctr"/>
            <a:lstStyle/>
            <a:p>
              <a:endParaRPr lang="en-US" sz="2400">
                <a:latin typeface="Times New Roman" charset="0"/>
                <a:cs typeface="Arial" charset="0"/>
              </a:endParaRPr>
            </a:p>
          </p:txBody>
        </p:sp>
        <p:sp>
          <p:nvSpPr>
            <p:cNvPr id="159864" name="Rectangle 410"/>
            <p:cNvSpPr>
              <a:spLocks noChangeArrowheads="1"/>
            </p:cNvSpPr>
            <p:nvPr/>
          </p:nvSpPr>
          <p:spPr bwMode="auto">
            <a:xfrm>
              <a:off x="4399" y="1339"/>
              <a:ext cx="669" cy="86"/>
            </a:xfrm>
            <a:prstGeom prst="rect">
              <a:avLst/>
            </a:prstGeom>
            <a:gradFill rotWithShape="1">
              <a:gsLst>
                <a:gs pos="0">
                  <a:srgbClr val="CCCCFF"/>
                </a:gs>
                <a:gs pos="100000">
                  <a:srgbClr val="FFFFFF"/>
                </a:gs>
              </a:gsLst>
              <a:lin ang="0" scaled="1"/>
            </a:gradFill>
            <a:ln>
              <a:noFill/>
            </a:ln>
            <a:extLst>
              <a:ext uri="{91240B29-F687-4f45-9708-019B960494DF}">
                <a14:hiddenLine xmlns:a14="http://schemas.microsoft.com/office/drawing/2010/main" xmlns="" w="12700">
                  <a:solidFill>
                    <a:srgbClr val="000000"/>
                  </a:solidFill>
                  <a:miter lim="800000"/>
                  <a:headEnd/>
                  <a:tailEnd/>
                </a14:hiddenLine>
              </a:ext>
            </a:extLst>
          </p:spPr>
          <p:txBody>
            <a:bodyPr wrap="none" anchor="ctr"/>
            <a:lstStyle/>
            <a:p>
              <a:pPr algn="ctr"/>
              <a:endParaRPr lang="en-US" sz="2400">
                <a:latin typeface="Times New Roman" charset="0"/>
                <a:cs typeface="Arial" charset="0"/>
              </a:endParaRPr>
            </a:p>
          </p:txBody>
        </p:sp>
        <p:sp>
          <p:nvSpPr>
            <p:cNvPr id="159865" name="Oval 411"/>
            <p:cNvSpPr>
              <a:spLocks noChangeArrowheads="1"/>
            </p:cNvSpPr>
            <p:nvPr/>
          </p:nvSpPr>
          <p:spPr bwMode="auto">
            <a:xfrm>
              <a:off x="4396" y="1245"/>
              <a:ext cx="667" cy="162"/>
            </a:xfrm>
            <a:prstGeom prst="ellipse">
              <a:avLst/>
            </a:prstGeom>
            <a:gradFill rotWithShape="1">
              <a:gsLst>
                <a:gs pos="0">
                  <a:srgbClr val="CCCCFF"/>
                </a:gs>
                <a:gs pos="100000">
                  <a:srgbClr val="FFFFFF"/>
                </a:gs>
              </a:gsLst>
              <a:lin ang="0" scaled="1"/>
            </a:gradFill>
            <a:ln w="12700">
              <a:solidFill>
                <a:srgbClr val="000000"/>
              </a:solidFill>
              <a:round/>
              <a:headEnd/>
              <a:tailEnd/>
            </a:ln>
          </p:spPr>
          <p:txBody>
            <a:bodyPr wrap="none" anchor="ctr"/>
            <a:lstStyle/>
            <a:p>
              <a:endParaRPr lang="en-US" sz="2400">
                <a:latin typeface="Times New Roman" charset="0"/>
                <a:cs typeface="Arial" charset="0"/>
              </a:endParaRPr>
            </a:p>
          </p:txBody>
        </p:sp>
        <p:grpSp>
          <p:nvGrpSpPr>
            <p:cNvPr id="159866" name="Group 307"/>
            <p:cNvGrpSpPr>
              <a:grpSpLocks/>
            </p:cNvGrpSpPr>
            <p:nvPr/>
          </p:nvGrpSpPr>
          <p:grpSpPr bwMode="auto">
            <a:xfrm>
              <a:off x="4530" y="1287"/>
              <a:ext cx="377" cy="75"/>
              <a:chOff x="2468" y="1332"/>
              <a:chExt cx="310" cy="60"/>
            </a:xfrm>
          </p:grpSpPr>
          <p:sp>
            <p:nvSpPr>
              <p:cNvPr id="159869" name="Freeform 308"/>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19050" cmpd="sng">
                <a:solidFill>
                  <a:srgbClr val="000000"/>
                </a:solidFill>
                <a:round/>
                <a:headEnd/>
                <a:tailEnd/>
              </a:ln>
              <a:extLst>
                <a:ext uri="{909E8E84-426E-40dd-AFC4-6F175D3DCCD1}">
                  <a14:hiddenFill xmlns:a14="http://schemas.microsoft.com/office/drawing/2010/main" xmlns="">
                    <a:solidFill>
                      <a:srgbClr val="FFFFFF"/>
                    </a:solidFill>
                  </a14:hiddenFill>
                </a:ext>
              </a:extLst>
            </p:spPr>
            <p:txBody>
              <a:bodyPr/>
              <a:lstStyle/>
              <a:p>
                <a:endParaRPr lang="en-US"/>
              </a:p>
            </p:txBody>
          </p:sp>
          <p:sp>
            <p:nvSpPr>
              <p:cNvPr id="159870" name="Freeform 309"/>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19050" cmpd="sng">
                <a:solidFill>
                  <a:srgbClr val="000000"/>
                </a:solidFill>
                <a:round/>
                <a:headEnd/>
                <a:tailEnd/>
              </a:ln>
              <a:extLst>
                <a:ext uri="{909E8E84-426E-40dd-AFC4-6F175D3DCCD1}">
                  <a14:hiddenFill xmlns:a14="http://schemas.microsoft.com/office/drawing/2010/main" xmlns="">
                    <a:solidFill>
                      <a:srgbClr val="FFFFFF"/>
                    </a:solidFill>
                  </a14:hiddenFill>
                </a:ext>
              </a:extLst>
            </p:spPr>
            <p:txBody>
              <a:bodyPr/>
              <a:lstStyle/>
              <a:p>
                <a:endParaRPr lang="en-US"/>
              </a:p>
            </p:txBody>
          </p:sp>
        </p:grpSp>
        <p:sp>
          <p:nvSpPr>
            <p:cNvPr id="159867" name="Line 310"/>
            <p:cNvSpPr>
              <a:spLocks noChangeShapeType="1"/>
            </p:cNvSpPr>
            <p:nvPr/>
          </p:nvSpPr>
          <p:spPr bwMode="auto">
            <a:xfrm>
              <a:off x="4399" y="1322"/>
              <a:ext cx="0" cy="11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59868" name="Line 311"/>
            <p:cNvSpPr>
              <a:spLocks noChangeShapeType="1"/>
            </p:cNvSpPr>
            <p:nvPr/>
          </p:nvSpPr>
          <p:spPr bwMode="auto">
            <a:xfrm>
              <a:off x="5063" y="1326"/>
              <a:ext cx="0" cy="107"/>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a:lstStyle/>
            <a:p>
              <a:endParaRPr lang="en-US"/>
            </a:p>
          </p:txBody>
        </p:sp>
      </p:grpSp>
      <p:grpSp>
        <p:nvGrpSpPr>
          <p:cNvPr id="159790" name="Group 312"/>
          <p:cNvGrpSpPr>
            <a:grpSpLocks/>
          </p:cNvGrpSpPr>
          <p:nvPr/>
        </p:nvGrpSpPr>
        <p:grpSpPr bwMode="auto">
          <a:xfrm>
            <a:off x="2330450" y="3063875"/>
            <a:ext cx="644525" cy="282575"/>
            <a:chOff x="4396" y="1245"/>
            <a:chExt cx="672" cy="248"/>
          </a:xfrm>
        </p:grpSpPr>
        <p:sp>
          <p:nvSpPr>
            <p:cNvPr id="159855" name="Oval 407"/>
            <p:cNvSpPr>
              <a:spLocks noChangeArrowheads="1"/>
            </p:cNvSpPr>
            <p:nvPr/>
          </p:nvSpPr>
          <p:spPr bwMode="auto">
            <a:xfrm>
              <a:off x="4399" y="1355"/>
              <a:ext cx="666" cy="138"/>
            </a:xfrm>
            <a:prstGeom prst="ellipse">
              <a:avLst/>
            </a:prstGeom>
            <a:gradFill rotWithShape="1">
              <a:gsLst>
                <a:gs pos="0">
                  <a:srgbClr val="CCCCFF"/>
                </a:gs>
                <a:gs pos="100000">
                  <a:srgbClr val="FFFFFF"/>
                </a:gs>
              </a:gsLst>
              <a:lin ang="0" scaled="1"/>
            </a:gradFill>
            <a:ln w="12700">
              <a:solidFill>
                <a:srgbClr val="000000"/>
              </a:solidFill>
              <a:round/>
              <a:headEnd/>
              <a:tailEnd/>
            </a:ln>
          </p:spPr>
          <p:txBody>
            <a:bodyPr wrap="none" anchor="ctr"/>
            <a:lstStyle/>
            <a:p>
              <a:endParaRPr lang="en-US" sz="2400">
                <a:latin typeface="Times New Roman" charset="0"/>
                <a:cs typeface="Arial" charset="0"/>
              </a:endParaRPr>
            </a:p>
          </p:txBody>
        </p:sp>
        <p:sp>
          <p:nvSpPr>
            <p:cNvPr id="159856" name="Rectangle 410"/>
            <p:cNvSpPr>
              <a:spLocks noChangeArrowheads="1"/>
            </p:cNvSpPr>
            <p:nvPr/>
          </p:nvSpPr>
          <p:spPr bwMode="auto">
            <a:xfrm>
              <a:off x="4399" y="1339"/>
              <a:ext cx="669" cy="86"/>
            </a:xfrm>
            <a:prstGeom prst="rect">
              <a:avLst/>
            </a:prstGeom>
            <a:gradFill rotWithShape="1">
              <a:gsLst>
                <a:gs pos="0">
                  <a:srgbClr val="CCCCFF"/>
                </a:gs>
                <a:gs pos="100000">
                  <a:srgbClr val="FFFFFF"/>
                </a:gs>
              </a:gsLst>
              <a:lin ang="0" scaled="1"/>
            </a:gradFill>
            <a:ln>
              <a:noFill/>
            </a:ln>
            <a:extLst>
              <a:ext uri="{91240B29-F687-4f45-9708-019B960494DF}">
                <a14:hiddenLine xmlns:a14="http://schemas.microsoft.com/office/drawing/2010/main" xmlns="" w="12700">
                  <a:solidFill>
                    <a:srgbClr val="000000"/>
                  </a:solidFill>
                  <a:miter lim="800000"/>
                  <a:headEnd/>
                  <a:tailEnd/>
                </a14:hiddenLine>
              </a:ext>
            </a:extLst>
          </p:spPr>
          <p:txBody>
            <a:bodyPr wrap="none" anchor="ctr"/>
            <a:lstStyle/>
            <a:p>
              <a:pPr algn="ctr"/>
              <a:endParaRPr lang="en-US" sz="2400">
                <a:latin typeface="Times New Roman" charset="0"/>
                <a:cs typeface="Arial" charset="0"/>
              </a:endParaRPr>
            </a:p>
          </p:txBody>
        </p:sp>
        <p:sp>
          <p:nvSpPr>
            <p:cNvPr id="159857" name="Oval 411"/>
            <p:cNvSpPr>
              <a:spLocks noChangeArrowheads="1"/>
            </p:cNvSpPr>
            <p:nvPr/>
          </p:nvSpPr>
          <p:spPr bwMode="auto">
            <a:xfrm>
              <a:off x="4396" y="1245"/>
              <a:ext cx="667" cy="162"/>
            </a:xfrm>
            <a:prstGeom prst="ellipse">
              <a:avLst/>
            </a:prstGeom>
            <a:gradFill rotWithShape="1">
              <a:gsLst>
                <a:gs pos="0">
                  <a:srgbClr val="CCCCFF"/>
                </a:gs>
                <a:gs pos="100000">
                  <a:srgbClr val="FFFFFF"/>
                </a:gs>
              </a:gsLst>
              <a:lin ang="0" scaled="1"/>
            </a:gradFill>
            <a:ln w="12700">
              <a:solidFill>
                <a:srgbClr val="000000"/>
              </a:solidFill>
              <a:round/>
              <a:headEnd/>
              <a:tailEnd/>
            </a:ln>
          </p:spPr>
          <p:txBody>
            <a:bodyPr wrap="none" anchor="ctr"/>
            <a:lstStyle/>
            <a:p>
              <a:endParaRPr lang="en-US" sz="2400">
                <a:latin typeface="Times New Roman" charset="0"/>
                <a:cs typeface="Arial" charset="0"/>
              </a:endParaRPr>
            </a:p>
          </p:txBody>
        </p:sp>
        <p:grpSp>
          <p:nvGrpSpPr>
            <p:cNvPr id="159858" name="Group 316"/>
            <p:cNvGrpSpPr>
              <a:grpSpLocks/>
            </p:cNvGrpSpPr>
            <p:nvPr/>
          </p:nvGrpSpPr>
          <p:grpSpPr bwMode="auto">
            <a:xfrm>
              <a:off x="4530" y="1287"/>
              <a:ext cx="377" cy="75"/>
              <a:chOff x="2468" y="1332"/>
              <a:chExt cx="310" cy="60"/>
            </a:xfrm>
          </p:grpSpPr>
          <p:sp>
            <p:nvSpPr>
              <p:cNvPr id="159861" name="Freeform 317"/>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19050" cmpd="sng">
                <a:solidFill>
                  <a:srgbClr val="000000"/>
                </a:solidFill>
                <a:round/>
                <a:headEnd/>
                <a:tailEnd/>
              </a:ln>
              <a:extLst>
                <a:ext uri="{909E8E84-426E-40dd-AFC4-6F175D3DCCD1}">
                  <a14:hiddenFill xmlns:a14="http://schemas.microsoft.com/office/drawing/2010/main" xmlns="">
                    <a:solidFill>
                      <a:srgbClr val="FFFFFF"/>
                    </a:solidFill>
                  </a14:hiddenFill>
                </a:ext>
              </a:extLst>
            </p:spPr>
            <p:txBody>
              <a:bodyPr/>
              <a:lstStyle/>
              <a:p>
                <a:endParaRPr lang="en-US"/>
              </a:p>
            </p:txBody>
          </p:sp>
          <p:sp>
            <p:nvSpPr>
              <p:cNvPr id="159862" name="Freeform 318"/>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19050" cmpd="sng">
                <a:solidFill>
                  <a:srgbClr val="000000"/>
                </a:solidFill>
                <a:round/>
                <a:headEnd/>
                <a:tailEnd/>
              </a:ln>
              <a:extLst>
                <a:ext uri="{909E8E84-426E-40dd-AFC4-6F175D3DCCD1}">
                  <a14:hiddenFill xmlns:a14="http://schemas.microsoft.com/office/drawing/2010/main" xmlns="">
                    <a:solidFill>
                      <a:srgbClr val="FFFFFF"/>
                    </a:solidFill>
                  </a14:hiddenFill>
                </a:ext>
              </a:extLst>
            </p:spPr>
            <p:txBody>
              <a:bodyPr/>
              <a:lstStyle/>
              <a:p>
                <a:endParaRPr lang="en-US"/>
              </a:p>
            </p:txBody>
          </p:sp>
        </p:grpSp>
        <p:sp>
          <p:nvSpPr>
            <p:cNvPr id="159859" name="Line 319"/>
            <p:cNvSpPr>
              <a:spLocks noChangeShapeType="1"/>
            </p:cNvSpPr>
            <p:nvPr/>
          </p:nvSpPr>
          <p:spPr bwMode="auto">
            <a:xfrm>
              <a:off x="4399" y="1322"/>
              <a:ext cx="0" cy="11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59860" name="Line 320"/>
            <p:cNvSpPr>
              <a:spLocks noChangeShapeType="1"/>
            </p:cNvSpPr>
            <p:nvPr/>
          </p:nvSpPr>
          <p:spPr bwMode="auto">
            <a:xfrm>
              <a:off x="5063" y="1326"/>
              <a:ext cx="0" cy="107"/>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a:lstStyle/>
            <a:p>
              <a:endParaRPr lang="en-US"/>
            </a:p>
          </p:txBody>
        </p:sp>
      </p:grpSp>
      <p:grpSp>
        <p:nvGrpSpPr>
          <p:cNvPr id="159791" name="Group 321"/>
          <p:cNvGrpSpPr>
            <a:grpSpLocks/>
          </p:cNvGrpSpPr>
          <p:nvPr/>
        </p:nvGrpSpPr>
        <p:grpSpPr bwMode="auto">
          <a:xfrm>
            <a:off x="1781175" y="3841750"/>
            <a:ext cx="644525" cy="282575"/>
            <a:chOff x="4396" y="1245"/>
            <a:chExt cx="672" cy="248"/>
          </a:xfrm>
        </p:grpSpPr>
        <p:sp>
          <p:nvSpPr>
            <p:cNvPr id="159847" name="Oval 407"/>
            <p:cNvSpPr>
              <a:spLocks noChangeArrowheads="1"/>
            </p:cNvSpPr>
            <p:nvPr/>
          </p:nvSpPr>
          <p:spPr bwMode="auto">
            <a:xfrm>
              <a:off x="4399" y="1355"/>
              <a:ext cx="666" cy="138"/>
            </a:xfrm>
            <a:prstGeom prst="ellipse">
              <a:avLst/>
            </a:prstGeom>
            <a:gradFill rotWithShape="1">
              <a:gsLst>
                <a:gs pos="0">
                  <a:srgbClr val="CCCCFF"/>
                </a:gs>
                <a:gs pos="100000">
                  <a:srgbClr val="FFFFFF"/>
                </a:gs>
              </a:gsLst>
              <a:lin ang="0" scaled="1"/>
            </a:gradFill>
            <a:ln w="12700">
              <a:solidFill>
                <a:srgbClr val="000000"/>
              </a:solidFill>
              <a:round/>
              <a:headEnd/>
              <a:tailEnd/>
            </a:ln>
          </p:spPr>
          <p:txBody>
            <a:bodyPr wrap="none" anchor="ctr"/>
            <a:lstStyle/>
            <a:p>
              <a:endParaRPr lang="en-US" sz="2400">
                <a:latin typeface="Times New Roman" charset="0"/>
                <a:cs typeface="Arial" charset="0"/>
              </a:endParaRPr>
            </a:p>
          </p:txBody>
        </p:sp>
        <p:sp>
          <p:nvSpPr>
            <p:cNvPr id="159848" name="Rectangle 410"/>
            <p:cNvSpPr>
              <a:spLocks noChangeArrowheads="1"/>
            </p:cNvSpPr>
            <p:nvPr/>
          </p:nvSpPr>
          <p:spPr bwMode="auto">
            <a:xfrm>
              <a:off x="4399" y="1339"/>
              <a:ext cx="669" cy="86"/>
            </a:xfrm>
            <a:prstGeom prst="rect">
              <a:avLst/>
            </a:prstGeom>
            <a:gradFill rotWithShape="1">
              <a:gsLst>
                <a:gs pos="0">
                  <a:srgbClr val="CCCCFF"/>
                </a:gs>
                <a:gs pos="100000">
                  <a:srgbClr val="FFFFFF"/>
                </a:gs>
              </a:gsLst>
              <a:lin ang="0" scaled="1"/>
            </a:gradFill>
            <a:ln>
              <a:noFill/>
            </a:ln>
            <a:extLst>
              <a:ext uri="{91240B29-F687-4f45-9708-019B960494DF}">
                <a14:hiddenLine xmlns:a14="http://schemas.microsoft.com/office/drawing/2010/main" xmlns="" w="12700">
                  <a:solidFill>
                    <a:srgbClr val="000000"/>
                  </a:solidFill>
                  <a:miter lim="800000"/>
                  <a:headEnd/>
                  <a:tailEnd/>
                </a14:hiddenLine>
              </a:ext>
            </a:extLst>
          </p:spPr>
          <p:txBody>
            <a:bodyPr wrap="none" anchor="ctr"/>
            <a:lstStyle/>
            <a:p>
              <a:pPr algn="ctr"/>
              <a:endParaRPr lang="en-US" sz="2400">
                <a:latin typeface="Times New Roman" charset="0"/>
                <a:cs typeface="Arial" charset="0"/>
              </a:endParaRPr>
            </a:p>
          </p:txBody>
        </p:sp>
        <p:sp>
          <p:nvSpPr>
            <p:cNvPr id="159849" name="Oval 411"/>
            <p:cNvSpPr>
              <a:spLocks noChangeArrowheads="1"/>
            </p:cNvSpPr>
            <p:nvPr/>
          </p:nvSpPr>
          <p:spPr bwMode="auto">
            <a:xfrm>
              <a:off x="4396" y="1245"/>
              <a:ext cx="667" cy="162"/>
            </a:xfrm>
            <a:prstGeom prst="ellipse">
              <a:avLst/>
            </a:prstGeom>
            <a:gradFill rotWithShape="1">
              <a:gsLst>
                <a:gs pos="0">
                  <a:srgbClr val="CCCCFF"/>
                </a:gs>
                <a:gs pos="100000">
                  <a:srgbClr val="FFFFFF"/>
                </a:gs>
              </a:gsLst>
              <a:lin ang="0" scaled="1"/>
            </a:gradFill>
            <a:ln w="12700">
              <a:solidFill>
                <a:srgbClr val="000000"/>
              </a:solidFill>
              <a:round/>
              <a:headEnd/>
              <a:tailEnd/>
            </a:ln>
          </p:spPr>
          <p:txBody>
            <a:bodyPr wrap="none" anchor="ctr"/>
            <a:lstStyle/>
            <a:p>
              <a:endParaRPr lang="en-US" sz="2400">
                <a:latin typeface="Times New Roman" charset="0"/>
                <a:cs typeface="Arial" charset="0"/>
              </a:endParaRPr>
            </a:p>
          </p:txBody>
        </p:sp>
        <p:grpSp>
          <p:nvGrpSpPr>
            <p:cNvPr id="159850" name="Group 325"/>
            <p:cNvGrpSpPr>
              <a:grpSpLocks/>
            </p:cNvGrpSpPr>
            <p:nvPr/>
          </p:nvGrpSpPr>
          <p:grpSpPr bwMode="auto">
            <a:xfrm>
              <a:off x="4530" y="1287"/>
              <a:ext cx="377" cy="75"/>
              <a:chOff x="2468" y="1332"/>
              <a:chExt cx="310" cy="60"/>
            </a:xfrm>
          </p:grpSpPr>
          <p:sp>
            <p:nvSpPr>
              <p:cNvPr id="159853" name="Freeform 326"/>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19050" cmpd="sng">
                <a:solidFill>
                  <a:srgbClr val="000000"/>
                </a:solidFill>
                <a:round/>
                <a:headEnd/>
                <a:tailEnd/>
              </a:ln>
              <a:extLst>
                <a:ext uri="{909E8E84-426E-40dd-AFC4-6F175D3DCCD1}">
                  <a14:hiddenFill xmlns:a14="http://schemas.microsoft.com/office/drawing/2010/main" xmlns="">
                    <a:solidFill>
                      <a:srgbClr val="FFFFFF"/>
                    </a:solidFill>
                  </a14:hiddenFill>
                </a:ext>
              </a:extLst>
            </p:spPr>
            <p:txBody>
              <a:bodyPr/>
              <a:lstStyle/>
              <a:p>
                <a:endParaRPr lang="en-US"/>
              </a:p>
            </p:txBody>
          </p:sp>
          <p:sp>
            <p:nvSpPr>
              <p:cNvPr id="159854" name="Freeform 327"/>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19050" cmpd="sng">
                <a:solidFill>
                  <a:srgbClr val="000000"/>
                </a:solidFill>
                <a:round/>
                <a:headEnd/>
                <a:tailEnd/>
              </a:ln>
              <a:extLst>
                <a:ext uri="{909E8E84-426E-40dd-AFC4-6F175D3DCCD1}">
                  <a14:hiddenFill xmlns:a14="http://schemas.microsoft.com/office/drawing/2010/main" xmlns="">
                    <a:solidFill>
                      <a:srgbClr val="FFFFFF"/>
                    </a:solidFill>
                  </a14:hiddenFill>
                </a:ext>
              </a:extLst>
            </p:spPr>
            <p:txBody>
              <a:bodyPr/>
              <a:lstStyle/>
              <a:p>
                <a:endParaRPr lang="en-US"/>
              </a:p>
            </p:txBody>
          </p:sp>
        </p:grpSp>
        <p:sp>
          <p:nvSpPr>
            <p:cNvPr id="159851" name="Line 328"/>
            <p:cNvSpPr>
              <a:spLocks noChangeShapeType="1"/>
            </p:cNvSpPr>
            <p:nvPr/>
          </p:nvSpPr>
          <p:spPr bwMode="auto">
            <a:xfrm>
              <a:off x="4399" y="1322"/>
              <a:ext cx="0" cy="11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59852" name="Line 329"/>
            <p:cNvSpPr>
              <a:spLocks noChangeShapeType="1"/>
            </p:cNvSpPr>
            <p:nvPr/>
          </p:nvSpPr>
          <p:spPr bwMode="auto">
            <a:xfrm>
              <a:off x="5063" y="1326"/>
              <a:ext cx="0" cy="107"/>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a:lstStyle/>
            <a:p>
              <a:endParaRPr lang="en-US"/>
            </a:p>
          </p:txBody>
        </p:sp>
      </p:grpSp>
      <p:grpSp>
        <p:nvGrpSpPr>
          <p:cNvPr id="159792" name="Group 330"/>
          <p:cNvGrpSpPr>
            <a:grpSpLocks/>
          </p:cNvGrpSpPr>
          <p:nvPr/>
        </p:nvGrpSpPr>
        <p:grpSpPr bwMode="auto">
          <a:xfrm>
            <a:off x="2368550" y="4362450"/>
            <a:ext cx="644525" cy="282575"/>
            <a:chOff x="4396" y="1245"/>
            <a:chExt cx="672" cy="248"/>
          </a:xfrm>
        </p:grpSpPr>
        <p:sp>
          <p:nvSpPr>
            <p:cNvPr id="159839" name="Oval 407"/>
            <p:cNvSpPr>
              <a:spLocks noChangeArrowheads="1"/>
            </p:cNvSpPr>
            <p:nvPr/>
          </p:nvSpPr>
          <p:spPr bwMode="auto">
            <a:xfrm>
              <a:off x="4399" y="1355"/>
              <a:ext cx="666" cy="138"/>
            </a:xfrm>
            <a:prstGeom prst="ellipse">
              <a:avLst/>
            </a:prstGeom>
            <a:gradFill rotWithShape="1">
              <a:gsLst>
                <a:gs pos="0">
                  <a:srgbClr val="CCCCFF"/>
                </a:gs>
                <a:gs pos="100000">
                  <a:srgbClr val="FFFFFF"/>
                </a:gs>
              </a:gsLst>
              <a:lin ang="0" scaled="1"/>
            </a:gradFill>
            <a:ln w="12700">
              <a:solidFill>
                <a:srgbClr val="000000"/>
              </a:solidFill>
              <a:round/>
              <a:headEnd/>
              <a:tailEnd/>
            </a:ln>
          </p:spPr>
          <p:txBody>
            <a:bodyPr wrap="none" anchor="ctr"/>
            <a:lstStyle/>
            <a:p>
              <a:endParaRPr lang="en-US" sz="2400">
                <a:latin typeface="Times New Roman" charset="0"/>
                <a:cs typeface="Arial" charset="0"/>
              </a:endParaRPr>
            </a:p>
          </p:txBody>
        </p:sp>
        <p:sp>
          <p:nvSpPr>
            <p:cNvPr id="159840" name="Rectangle 410"/>
            <p:cNvSpPr>
              <a:spLocks noChangeArrowheads="1"/>
            </p:cNvSpPr>
            <p:nvPr/>
          </p:nvSpPr>
          <p:spPr bwMode="auto">
            <a:xfrm>
              <a:off x="4399" y="1339"/>
              <a:ext cx="669" cy="86"/>
            </a:xfrm>
            <a:prstGeom prst="rect">
              <a:avLst/>
            </a:prstGeom>
            <a:gradFill rotWithShape="1">
              <a:gsLst>
                <a:gs pos="0">
                  <a:srgbClr val="CCCCFF"/>
                </a:gs>
                <a:gs pos="100000">
                  <a:srgbClr val="FFFFFF"/>
                </a:gs>
              </a:gsLst>
              <a:lin ang="0" scaled="1"/>
            </a:gradFill>
            <a:ln>
              <a:noFill/>
            </a:ln>
            <a:extLst>
              <a:ext uri="{91240B29-F687-4f45-9708-019B960494DF}">
                <a14:hiddenLine xmlns:a14="http://schemas.microsoft.com/office/drawing/2010/main" xmlns="" w="12700">
                  <a:solidFill>
                    <a:srgbClr val="000000"/>
                  </a:solidFill>
                  <a:miter lim="800000"/>
                  <a:headEnd/>
                  <a:tailEnd/>
                </a14:hiddenLine>
              </a:ext>
            </a:extLst>
          </p:spPr>
          <p:txBody>
            <a:bodyPr wrap="none" anchor="ctr"/>
            <a:lstStyle/>
            <a:p>
              <a:pPr algn="ctr"/>
              <a:endParaRPr lang="en-US" sz="2400">
                <a:latin typeface="Times New Roman" charset="0"/>
                <a:cs typeface="Arial" charset="0"/>
              </a:endParaRPr>
            </a:p>
          </p:txBody>
        </p:sp>
        <p:sp>
          <p:nvSpPr>
            <p:cNvPr id="159841" name="Oval 411"/>
            <p:cNvSpPr>
              <a:spLocks noChangeArrowheads="1"/>
            </p:cNvSpPr>
            <p:nvPr/>
          </p:nvSpPr>
          <p:spPr bwMode="auto">
            <a:xfrm>
              <a:off x="4396" y="1245"/>
              <a:ext cx="667" cy="162"/>
            </a:xfrm>
            <a:prstGeom prst="ellipse">
              <a:avLst/>
            </a:prstGeom>
            <a:gradFill rotWithShape="1">
              <a:gsLst>
                <a:gs pos="0">
                  <a:srgbClr val="CCCCFF"/>
                </a:gs>
                <a:gs pos="100000">
                  <a:srgbClr val="FFFFFF"/>
                </a:gs>
              </a:gsLst>
              <a:lin ang="0" scaled="1"/>
            </a:gradFill>
            <a:ln w="12700">
              <a:solidFill>
                <a:srgbClr val="000000"/>
              </a:solidFill>
              <a:round/>
              <a:headEnd/>
              <a:tailEnd/>
            </a:ln>
          </p:spPr>
          <p:txBody>
            <a:bodyPr wrap="none" anchor="ctr"/>
            <a:lstStyle/>
            <a:p>
              <a:endParaRPr lang="en-US" sz="2400">
                <a:latin typeface="Times New Roman" charset="0"/>
                <a:cs typeface="Arial" charset="0"/>
              </a:endParaRPr>
            </a:p>
          </p:txBody>
        </p:sp>
        <p:grpSp>
          <p:nvGrpSpPr>
            <p:cNvPr id="159842" name="Group 334"/>
            <p:cNvGrpSpPr>
              <a:grpSpLocks/>
            </p:cNvGrpSpPr>
            <p:nvPr/>
          </p:nvGrpSpPr>
          <p:grpSpPr bwMode="auto">
            <a:xfrm>
              <a:off x="4530" y="1287"/>
              <a:ext cx="377" cy="75"/>
              <a:chOff x="2468" y="1332"/>
              <a:chExt cx="310" cy="60"/>
            </a:xfrm>
          </p:grpSpPr>
          <p:sp>
            <p:nvSpPr>
              <p:cNvPr id="159845" name="Freeform 335"/>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19050" cmpd="sng">
                <a:solidFill>
                  <a:srgbClr val="000000"/>
                </a:solidFill>
                <a:round/>
                <a:headEnd/>
                <a:tailEnd/>
              </a:ln>
              <a:extLst>
                <a:ext uri="{909E8E84-426E-40dd-AFC4-6F175D3DCCD1}">
                  <a14:hiddenFill xmlns:a14="http://schemas.microsoft.com/office/drawing/2010/main" xmlns="">
                    <a:solidFill>
                      <a:srgbClr val="FFFFFF"/>
                    </a:solidFill>
                  </a14:hiddenFill>
                </a:ext>
              </a:extLst>
            </p:spPr>
            <p:txBody>
              <a:bodyPr/>
              <a:lstStyle/>
              <a:p>
                <a:endParaRPr lang="en-US"/>
              </a:p>
            </p:txBody>
          </p:sp>
          <p:sp>
            <p:nvSpPr>
              <p:cNvPr id="159846" name="Freeform 336"/>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19050" cmpd="sng">
                <a:solidFill>
                  <a:srgbClr val="000000"/>
                </a:solidFill>
                <a:round/>
                <a:headEnd/>
                <a:tailEnd/>
              </a:ln>
              <a:extLst>
                <a:ext uri="{909E8E84-426E-40dd-AFC4-6F175D3DCCD1}">
                  <a14:hiddenFill xmlns:a14="http://schemas.microsoft.com/office/drawing/2010/main" xmlns="">
                    <a:solidFill>
                      <a:srgbClr val="FFFFFF"/>
                    </a:solidFill>
                  </a14:hiddenFill>
                </a:ext>
              </a:extLst>
            </p:spPr>
            <p:txBody>
              <a:bodyPr/>
              <a:lstStyle/>
              <a:p>
                <a:endParaRPr lang="en-US"/>
              </a:p>
            </p:txBody>
          </p:sp>
        </p:grpSp>
        <p:sp>
          <p:nvSpPr>
            <p:cNvPr id="159843" name="Line 337"/>
            <p:cNvSpPr>
              <a:spLocks noChangeShapeType="1"/>
            </p:cNvSpPr>
            <p:nvPr/>
          </p:nvSpPr>
          <p:spPr bwMode="auto">
            <a:xfrm>
              <a:off x="4399" y="1322"/>
              <a:ext cx="0" cy="11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59844" name="Line 338"/>
            <p:cNvSpPr>
              <a:spLocks noChangeShapeType="1"/>
            </p:cNvSpPr>
            <p:nvPr/>
          </p:nvSpPr>
          <p:spPr bwMode="auto">
            <a:xfrm>
              <a:off x="5063" y="1326"/>
              <a:ext cx="0" cy="107"/>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a:lstStyle/>
            <a:p>
              <a:endParaRPr lang="en-US"/>
            </a:p>
          </p:txBody>
        </p:sp>
      </p:grpSp>
      <p:grpSp>
        <p:nvGrpSpPr>
          <p:cNvPr id="159793" name="Group 339"/>
          <p:cNvGrpSpPr>
            <a:grpSpLocks/>
          </p:cNvGrpSpPr>
          <p:nvPr/>
        </p:nvGrpSpPr>
        <p:grpSpPr bwMode="auto">
          <a:xfrm>
            <a:off x="2019300" y="5095875"/>
            <a:ext cx="644525" cy="282575"/>
            <a:chOff x="4396" y="1245"/>
            <a:chExt cx="672" cy="248"/>
          </a:xfrm>
        </p:grpSpPr>
        <p:sp>
          <p:nvSpPr>
            <p:cNvPr id="159831" name="Oval 407"/>
            <p:cNvSpPr>
              <a:spLocks noChangeArrowheads="1"/>
            </p:cNvSpPr>
            <p:nvPr/>
          </p:nvSpPr>
          <p:spPr bwMode="auto">
            <a:xfrm>
              <a:off x="4399" y="1355"/>
              <a:ext cx="666" cy="138"/>
            </a:xfrm>
            <a:prstGeom prst="ellipse">
              <a:avLst/>
            </a:prstGeom>
            <a:gradFill rotWithShape="1">
              <a:gsLst>
                <a:gs pos="0">
                  <a:srgbClr val="CCCCFF"/>
                </a:gs>
                <a:gs pos="100000">
                  <a:srgbClr val="FFFFFF"/>
                </a:gs>
              </a:gsLst>
              <a:lin ang="0" scaled="1"/>
            </a:gradFill>
            <a:ln w="12700">
              <a:solidFill>
                <a:srgbClr val="000000"/>
              </a:solidFill>
              <a:round/>
              <a:headEnd/>
              <a:tailEnd/>
            </a:ln>
          </p:spPr>
          <p:txBody>
            <a:bodyPr wrap="none" anchor="ctr"/>
            <a:lstStyle/>
            <a:p>
              <a:endParaRPr lang="en-US" sz="2400">
                <a:latin typeface="Times New Roman" charset="0"/>
                <a:cs typeface="Arial" charset="0"/>
              </a:endParaRPr>
            </a:p>
          </p:txBody>
        </p:sp>
        <p:sp>
          <p:nvSpPr>
            <p:cNvPr id="159832" name="Rectangle 410"/>
            <p:cNvSpPr>
              <a:spLocks noChangeArrowheads="1"/>
            </p:cNvSpPr>
            <p:nvPr/>
          </p:nvSpPr>
          <p:spPr bwMode="auto">
            <a:xfrm>
              <a:off x="4399" y="1339"/>
              <a:ext cx="669" cy="86"/>
            </a:xfrm>
            <a:prstGeom prst="rect">
              <a:avLst/>
            </a:prstGeom>
            <a:gradFill rotWithShape="1">
              <a:gsLst>
                <a:gs pos="0">
                  <a:srgbClr val="CCCCFF"/>
                </a:gs>
                <a:gs pos="100000">
                  <a:srgbClr val="FFFFFF"/>
                </a:gs>
              </a:gsLst>
              <a:lin ang="0" scaled="1"/>
            </a:gradFill>
            <a:ln>
              <a:noFill/>
            </a:ln>
            <a:extLst>
              <a:ext uri="{91240B29-F687-4f45-9708-019B960494DF}">
                <a14:hiddenLine xmlns:a14="http://schemas.microsoft.com/office/drawing/2010/main" xmlns="" w="12700">
                  <a:solidFill>
                    <a:srgbClr val="000000"/>
                  </a:solidFill>
                  <a:miter lim="800000"/>
                  <a:headEnd/>
                  <a:tailEnd/>
                </a14:hiddenLine>
              </a:ext>
            </a:extLst>
          </p:spPr>
          <p:txBody>
            <a:bodyPr wrap="none" anchor="ctr"/>
            <a:lstStyle/>
            <a:p>
              <a:pPr algn="ctr"/>
              <a:endParaRPr lang="en-US" sz="2400">
                <a:latin typeface="Times New Roman" charset="0"/>
                <a:cs typeface="Arial" charset="0"/>
              </a:endParaRPr>
            </a:p>
          </p:txBody>
        </p:sp>
        <p:sp>
          <p:nvSpPr>
            <p:cNvPr id="159833" name="Oval 411"/>
            <p:cNvSpPr>
              <a:spLocks noChangeArrowheads="1"/>
            </p:cNvSpPr>
            <p:nvPr/>
          </p:nvSpPr>
          <p:spPr bwMode="auto">
            <a:xfrm>
              <a:off x="4396" y="1245"/>
              <a:ext cx="667" cy="162"/>
            </a:xfrm>
            <a:prstGeom prst="ellipse">
              <a:avLst/>
            </a:prstGeom>
            <a:gradFill rotWithShape="1">
              <a:gsLst>
                <a:gs pos="0">
                  <a:srgbClr val="CCCCFF"/>
                </a:gs>
                <a:gs pos="100000">
                  <a:srgbClr val="FFFFFF"/>
                </a:gs>
              </a:gsLst>
              <a:lin ang="0" scaled="1"/>
            </a:gradFill>
            <a:ln w="12700">
              <a:solidFill>
                <a:srgbClr val="000000"/>
              </a:solidFill>
              <a:round/>
              <a:headEnd/>
              <a:tailEnd/>
            </a:ln>
          </p:spPr>
          <p:txBody>
            <a:bodyPr wrap="none" anchor="ctr"/>
            <a:lstStyle/>
            <a:p>
              <a:endParaRPr lang="en-US" sz="2400">
                <a:latin typeface="Times New Roman" charset="0"/>
                <a:cs typeface="Arial" charset="0"/>
              </a:endParaRPr>
            </a:p>
          </p:txBody>
        </p:sp>
        <p:grpSp>
          <p:nvGrpSpPr>
            <p:cNvPr id="159834" name="Group 343"/>
            <p:cNvGrpSpPr>
              <a:grpSpLocks/>
            </p:cNvGrpSpPr>
            <p:nvPr/>
          </p:nvGrpSpPr>
          <p:grpSpPr bwMode="auto">
            <a:xfrm>
              <a:off x="4530" y="1287"/>
              <a:ext cx="377" cy="75"/>
              <a:chOff x="2468" y="1332"/>
              <a:chExt cx="310" cy="60"/>
            </a:xfrm>
          </p:grpSpPr>
          <p:sp>
            <p:nvSpPr>
              <p:cNvPr id="159837" name="Freeform 344"/>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19050" cmpd="sng">
                <a:solidFill>
                  <a:srgbClr val="000000"/>
                </a:solidFill>
                <a:round/>
                <a:headEnd/>
                <a:tailEnd/>
              </a:ln>
              <a:extLst>
                <a:ext uri="{909E8E84-426E-40dd-AFC4-6F175D3DCCD1}">
                  <a14:hiddenFill xmlns:a14="http://schemas.microsoft.com/office/drawing/2010/main" xmlns="">
                    <a:solidFill>
                      <a:srgbClr val="FFFFFF"/>
                    </a:solidFill>
                  </a14:hiddenFill>
                </a:ext>
              </a:extLst>
            </p:spPr>
            <p:txBody>
              <a:bodyPr/>
              <a:lstStyle/>
              <a:p>
                <a:endParaRPr lang="en-US"/>
              </a:p>
            </p:txBody>
          </p:sp>
          <p:sp>
            <p:nvSpPr>
              <p:cNvPr id="159838" name="Freeform 345"/>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19050" cmpd="sng">
                <a:solidFill>
                  <a:srgbClr val="000000"/>
                </a:solidFill>
                <a:round/>
                <a:headEnd/>
                <a:tailEnd/>
              </a:ln>
              <a:extLst>
                <a:ext uri="{909E8E84-426E-40dd-AFC4-6F175D3DCCD1}">
                  <a14:hiddenFill xmlns:a14="http://schemas.microsoft.com/office/drawing/2010/main" xmlns="">
                    <a:solidFill>
                      <a:srgbClr val="FFFFFF"/>
                    </a:solidFill>
                  </a14:hiddenFill>
                </a:ext>
              </a:extLst>
            </p:spPr>
            <p:txBody>
              <a:bodyPr/>
              <a:lstStyle/>
              <a:p>
                <a:endParaRPr lang="en-US"/>
              </a:p>
            </p:txBody>
          </p:sp>
        </p:grpSp>
        <p:sp>
          <p:nvSpPr>
            <p:cNvPr id="159835" name="Line 346"/>
            <p:cNvSpPr>
              <a:spLocks noChangeShapeType="1"/>
            </p:cNvSpPr>
            <p:nvPr/>
          </p:nvSpPr>
          <p:spPr bwMode="auto">
            <a:xfrm>
              <a:off x="4399" y="1322"/>
              <a:ext cx="0" cy="11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59836" name="Line 347"/>
            <p:cNvSpPr>
              <a:spLocks noChangeShapeType="1"/>
            </p:cNvSpPr>
            <p:nvPr/>
          </p:nvSpPr>
          <p:spPr bwMode="auto">
            <a:xfrm>
              <a:off x="5063" y="1326"/>
              <a:ext cx="0" cy="107"/>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a:lstStyle/>
            <a:p>
              <a:endParaRPr lang="en-US"/>
            </a:p>
          </p:txBody>
        </p:sp>
      </p:grpSp>
      <p:grpSp>
        <p:nvGrpSpPr>
          <p:cNvPr id="159794" name="Group 348"/>
          <p:cNvGrpSpPr>
            <a:grpSpLocks/>
          </p:cNvGrpSpPr>
          <p:nvPr/>
        </p:nvGrpSpPr>
        <p:grpSpPr bwMode="auto">
          <a:xfrm>
            <a:off x="1189038" y="4511675"/>
            <a:ext cx="644525" cy="282575"/>
            <a:chOff x="4396" y="1245"/>
            <a:chExt cx="672" cy="248"/>
          </a:xfrm>
        </p:grpSpPr>
        <p:sp>
          <p:nvSpPr>
            <p:cNvPr id="159823" name="Oval 407"/>
            <p:cNvSpPr>
              <a:spLocks noChangeArrowheads="1"/>
            </p:cNvSpPr>
            <p:nvPr/>
          </p:nvSpPr>
          <p:spPr bwMode="auto">
            <a:xfrm>
              <a:off x="4399" y="1355"/>
              <a:ext cx="666" cy="138"/>
            </a:xfrm>
            <a:prstGeom prst="ellipse">
              <a:avLst/>
            </a:prstGeom>
            <a:gradFill rotWithShape="1">
              <a:gsLst>
                <a:gs pos="0">
                  <a:srgbClr val="CCCCFF"/>
                </a:gs>
                <a:gs pos="100000">
                  <a:srgbClr val="FFFFFF"/>
                </a:gs>
              </a:gsLst>
              <a:lin ang="0" scaled="1"/>
            </a:gradFill>
            <a:ln w="12700">
              <a:solidFill>
                <a:srgbClr val="000000"/>
              </a:solidFill>
              <a:round/>
              <a:headEnd/>
              <a:tailEnd/>
            </a:ln>
          </p:spPr>
          <p:txBody>
            <a:bodyPr wrap="none" anchor="ctr"/>
            <a:lstStyle/>
            <a:p>
              <a:endParaRPr lang="en-US" sz="2400">
                <a:latin typeface="Times New Roman" charset="0"/>
                <a:cs typeface="Arial" charset="0"/>
              </a:endParaRPr>
            </a:p>
          </p:txBody>
        </p:sp>
        <p:sp>
          <p:nvSpPr>
            <p:cNvPr id="159824" name="Rectangle 410"/>
            <p:cNvSpPr>
              <a:spLocks noChangeArrowheads="1"/>
            </p:cNvSpPr>
            <p:nvPr/>
          </p:nvSpPr>
          <p:spPr bwMode="auto">
            <a:xfrm>
              <a:off x="4399" y="1339"/>
              <a:ext cx="669" cy="86"/>
            </a:xfrm>
            <a:prstGeom prst="rect">
              <a:avLst/>
            </a:prstGeom>
            <a:gradFill rotWithShape="1">
              <a:gsLst>
                <a:gs pos="0">
                  <a:srgbClr val="CCCCFF"/>
                </a:gs>
                <a:gs pos="100000">
                  <a:srgbClr val="FFFFFF"/>
                </a:gs>
              </a:gsLst>
              <a:lin ang="0" scaled="1"/>
            </a:gradFill>
            <a:ln>
              <a:noFill/>
            </a:ln>
            <a:extLst>
              <a:ext uri="{91240B29-F687-4f45-9708-019B960494DF}">
                <a14:hiddenLine xmlns:a14="http://schemas.microsoft.com/office/drawing/2010/main" xmlns="" w="12700">
                  <a:solidFill>
                    <a:srgbClr val="000000"/>
                  </a:solidFill>
                  <a:miter lim="800000"/>
                  <a:headEnd/>
                  <a:tailEnd/>
                </a14:hiddenLine>
              </a:ext>
            </a:extLst>
          </p:spPr>
          <p:txBody>
            <a:bodyPr wrap="none" anchor="ctr"/>
            <a:lstStyle/>
            <a:p>
              <a:pPr algn="ctr"/>
              <a:endParaRPr lang="en-US" sz="2400">
                <a:latin typeface="Times New Roman" charset="0"/>
                <a:cs typeface="Arial" charset="0"/>
              </a:endParaRPr>
            </a:p>
          </p:txBody>
        </p:sp>
        <p:sp>
          <p:nvSpPr>
            <p:cNvPr id="159825" name="Oval 411"/>
            <p:cNvSpPr>
              <a:spLocks noChangeArrowheads="1"/>
            </p:cNvSpPr>
            <p:nvPr/>
          </p:nvSpPr>
          <p:spPr bwMode="auto">
            <a:xfrm>
              <a:off x="4396" y="1245"/>
              <a:ext cx="667" cy="162"/>
            </a:xfrm>
            <a:prstGeom prst="ellipse">
              <a:avLst/>
            </a:prstGeom>
            <a:gradFill rotWithShape="1">
              <a:gsLst>
                <a:gs pos="0">
                  <a:srgbClr val="CCCCFF"/>
                </a:gs>
                <a:gs pos="100000">
                  <a:srgbClr val="FFFFFF"/>
                </a:gs>
              </a:gsLst>
              <a:lin ang="0" scaled="1"/>
            </a:gradFill>
            <a:ln w="12700">
              <a:solidFill>
                <a:srgbClr val="000000"/>
              </a:solidFill>
              <a:round/>
              <a:headEnd/>
              <a:tailEnd/>
            </a:ln>
          </p:spPr>
          <p:txBody>
            <a:bodyPr wrap="none" anchor="ctr"/>
            <a:lstStyle/>
            <a:p>
              <a:endParaRPr lang="en-US" sz="2400">
                <a:latin typeface="Times New Roman" charset="0"/>
                <a:cs typeface="Arial" charset="0"/>
              </a:endParaRPr>
            </a:p>
          </p:txBody>
        </p:sp>
        <p:grpSp>
          <p:nvGrpSpPr>
            <p:cNvPr id="159826" name="Group 352"/>
            <p:cNvGrpSpPr>
              <a:grpSpLocks/>
            </p:cNvGrpSpPr>
            <p:nvPr/>
          </p:nvGrpSpPr>
          <p:grpSpPr bwMode="auto">
            <a:xfrm>
              <a:off x="4530" y="1287"/>
              <a:ext cx="377" cy="75"/>
              <a:chOff x="2468" y="1332"/>
              <a:chExt cx="310" cy="60"/>
            </a:xfrm>
          </p:grpSpPr>
          <p:sp>
            <p:nvSpPr>
              <p:cNvPr id="159829" name="Freeform 353"/>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19050" cmpd="sng">
                <a:solidFill>
                  <a:srgbClr val="000000"/>
                </a:solidFill>
                <a:round/>
                <a:headEnd/>
                <a:tailEnd/>
              </a:ln>
              <a:extLst>
                <a:ext uri="{909E8E84-426E-40dd-AFC4-6F175D3DCCD1}">
                  <a14:hiddenFill xmlns:a14="http://schemas.microsoft.com/office/drawing/2010/main" xmlns="">
                    <a:solidFill>
                      <a:srgbClr val="FFFFFF"/>
                    </a:solidFill>
                  </a14:hiddenFill>
                </a:ext>
              </a:extLst>
            </p:spPr>
            <p:txBody>
              <a:bodyPr/>
              <a:lstStyle/>
              <a:p>
                <a:endParaRPr lang="en-US"/>
              </a:p>
            </p:txBody>
          </p:sp>
          <p:sp>
            <p:nvSpPr>
              <p:cNvPr id="159830" name="Freeform 354"/>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19050" cmpd="sng">
                <a:solidFill>
                  <a:srgbClr val="000000"/>
                </a:solidFill>
                <a:round/>
                <a:headEnd/>
                <a:tailEnd/>
              </a:ln>
              <a:extLst>
                <a:ext uri="{909E8E84-426E-40dd-AFC4-6F175D3DCCD1}">
                  <a14:hiddenFill xmlns:a14="http://schemas.microsoft.com/office/drawing/2010/main" xmlns="">
                    <a:solidFill>
                      <a:srgbClr val="FFFFFF"/>
                    </a:solidFill>
                  </a14:hiddenFill>
                </a:ext>
              </a:extLst>
            </p:spPr>
            <p:txBody>
              <a:bodyPr/>
              <a:lstStyle/>
              <a:p>
                <a:endParaRPr lang="en-US"/>
              </a:p>
            </p:txBody>
          </p:sp>
        </p:grpSp>
        <p:sp>
          <p:nvSpPr>
            <p:cNvPr id="159827" name="Line 355"/>
            <p:cNvSpPr>
              <a:spLocks noChangeShapeType="1"/>
            </p:cNvSpPr>
            <p:nvPr/>
          </p:nvSpPr>
          <p:spPr bwMode="auto">
            <a:xfrm>
              <a:off x="4399" y="1322"/>
              <a:ext cx="0" cy="11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59828" name="Line 356"/>
            <p:cNvSpPr>
              <a:spLocks noChangeShapeType="1"/>
            </p:cNvSpPr>
            <p:nvPr/>
          </p:nvSpPr>
          <p:spPr bwMode="auto">
            <a:xfrm>
              <a:off x="5063" y="1326"/>
              <a:ext cx="0" cy="107"/>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a:lstStyle/>
            <a:p>
              <a:endParaRPr lang="en-US"/>
            </a:p>
          </p:txBody>
        </p:sp>
      </p:grpSp>
      <p:grpSp>
        <p:nvGrpSpPr>
          <p:cNvPr id="159795" name="Group 357"/>
          <p:cNvGrpSpPr>
            <a:grpSpLocks/>
          </p:cNvGrpSpPr>
          <p:nvPr/>
        </p:nvGrpSpPr>
        <p:grpSpPr bwMode="auto">
          <a:xfrm>
            <a:off x="4149725" y="4191000"/>
            <a:ext cx="644525" cy="282575"/>
            <a:chOff x="4396" y="1245"/>
            <a:chExt cx="672" cy="248"/>
          </a:xfrm>
        </p:grpSpPr>
        <p:sp>
          <p:nvSpPr>
            <p:cNvPr id="159815" name="Oval 407"/>
            <p:cNvSpPr>
              <a:spLocks noChangeArrowheads="1"/>
            </p:cNvSpPr>
            <p:nvPr/>
          </p:nvSpPr>
          <p:spPr bwMode="auto">
            <a:xfrm>
              <a:off x="4399" y="1355"/>
              <a:ext cx="666" cy="138"/>
            </a:xfrm>
            <a:prstGeom prst="ellipse">
              <a:avLst/>
            </a:prstGeom>
            <a:gradFill rotWithShape="1">
              <a:gsLst>
                <a:gs pos="0">
                  <a:srgbClr val="CCCCFF"/>
                </a:gs>
                <a:gs pos="100000">
                  <a:srgbClr val="FFFFFF"/>
                </a:gs>
              </a:gsLst>
              <a:lin ang="0" scaled="1"/>
            </a:gradFill>
            <a:ln w="12700">
              <a:solidFill>
                <a:srgbClr val="000000"/>
              </a:solidFill>
              <a:round/>
              <a:headEnd/>
              <a:tailEnd/>
            </a:ln>
          </p:spPr>
          <p:txBody>
            <a:bodyPr wrap="none" anchor="ctr"/>
            <a:lstStyle/>
            <a:p>
              <a:endParaRPr lang="en-US" sz="2400">
                <a:latin typeface="Times New Roman" charset="0"/>
                <a:cs typeface="Arial" charset="0"/>
              </a:endParaRPr>
            </a:p>
          </p:txBody>
        </p:sp>
        <p:sp>
          <p:nvSpPr>
            <p:cNvPr id="159816" name="Rectangle 410"/>
            <p:cNvSpPr>
              <a:spLocks noChangeArrowheads="1"/>
            </p:cNvSpPr>
            <p:nvPr/>
          </p:nvSpPr>
          <p:spPr bwMode="auto">
            <a:xfrm>
              <a:off x="4399" y="1339"/>
              <a:ext cx="669" cy="86"/>
            </a:xfrm>
            <a:prstGeom prst="rect">
              <a:avLst/>
            </a:prstGeom>
            <a:gradFill rotWithShape="1">
              <a:gsLst>
                <a:gs pos="0">
                  <a:srgbClr val="CCCCFF"/>
                </a:gs>
                <a:gs pos="100000">
                  <a:srgbClr val="FFFFFF"/>
                </a:gs>
              </a:gsLst>
              <a:lin ang="0" scaled="1"/>
            </a:gradFill>
            <a:ln>
              <a:noFill/>
            </a:ln>
            <a:extLst>
              <a:ext uri="{91240B29-F687-4f45-9708-019B960494DF}">
                <a14:hiddenLine xmlns:a14="http://schemas.microsoft.com/office/drawing/2010/main" xmlns="" w="12700">
                  <a:solidFill>
                    <a:srgbClr val="000000"/>
                  </a:solidFill>
                  <a:miter lim="800000"/>
                  <a:headEnd/>
                  <a:tailEnd/>
                </a14:hiddenLine>
              </a:ext>
            </a:extLst>
          </p:spPr>
          <p:txBody>
            <a:bodyPr wrap="none" anchor="ctr"/>
            <a:lstStyle/>
            <a:p>
              <a:pPr algn="ctr"/>
              <a:endParaRPr lang="en-US" sz="2400">
                <a:latin typeface="Times New Roman" charset="0"/>
                <a:cs typeface="Arial" charset="0"/>
              </a:endParaRPr>
            </a:p>
          </p:txBody>
        </p:sp>
        <p:sp>
          <p:nvSpPr>
            <p:cNvPr id="159817" name="Oval 411"/>
            <p:cNvSpPr>
              <a:spLocks noChangeArrowheads="1"/>
            </p:cNvSpPr>
            <p:nvPr/>
          </p:nvSpPr>
          <p:spPr bwMode="auto">
            <a:xfrm>
              <a:off x="4396" y="1245"/>
              <a:ext cx="667" cy="162"/>
            </a:xfrm>
            <a:prstGeom prst="ellipse">
              <a:avLst/>
            </a:prstGeom>
            <a:gradFill rotWithShape="1">
              <a:gsLst>
                <a:gs pos="0">
                  <a:srgbClr val="CCCCFF"/>
                </a:gs>
                <a:gs pos="100000">
                  <a:srgbClr val="FFFFFF"/>
                </a:gs>
              </a:gsLst>
              <a:lin ang="0" scaled="1"/>
            </a:gradFill>
            <a:ln w="12700">
              <a:solidFill>
                <a:srgbClr val="000000"/>
              </a:solidFill>
              <a:round/>
              <a:headEnd/>
              <a:tailEnd/>
            </a:ln>
          </p:spPr>
          <p:txBody>
            <a:bodyPr wrap="none" anchor="ctr"/>
            <a:lstStyle/>
            <a:p>
              <a:endParaRPr lang="en-US" sz="2400">
                <a:latin typeface="Times New Roman" charset="0"/>
                <a:cs typeface="Arial" charset="0"/>
              </a:endParaRPr>
            </a:p>
          </p:txBody>
        </p:sp>
        <p:grpSp>
          <p:nvGrpSpPr>
            <p:cNvPr id="159818" name="Group 361"/>
            <p:cNvGrpSpPr>
              <a:grpSpLocks/>
            </p:cNvGrpSpPr>
            <p:nvPr/>
          </p:nvGrpSpPr>
          <p:grpSpPr bwMode="auto">
            <a:xfrm>
              <a:off x="4530" y="1287"/>
              <a:ext cx="377" cy="75"/>
              <a:chOff x="2468" y="1332"/>
              <a:chExt cx="310" cy="60"/>
            </a:xfrm>
          </p:grpSpPr>
          <p:sp>
            <p:nvSpPr>
              <p:cNvPr id="159821" name="Freeform 362"/>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19050" cmpd="sng">
                <a:solidFill>
                  <a:srgbClr val="000000"/>
                </a:solidFill>
                <a:round/>
                <a:headEnd/>
                <a:tailEnd/>
              </a:ln>
              <a:extLst>
                <a:ext uri="{909E8E84-426E-40dd-AFC4-6F175D3DCCD1}">
                  <a14:hiddenFill xmlns:a14="http://schemas.microsoft.com/office/drawing/2010/main" xmlns="">
                    <a:solidFill>
                      <a:srgbClr val="FFFFFF"/>
                    </a:solidFill>
                  </a14:hiddenFill>
                </a:ext>
              </a:extLst>
            </p:spPr>
            <p:txBody>
              <a:bodyPr/>
              <a:lstStyle/>
              <a:p>
                <a:endParaRPr lang="en-US"/>
              </a:p>
            </p:txBody>
          </p:sp>
          <p:sp>
            <p:nvSpPr>
              <p:cNvPr id="159822" name="Freeform 363"/>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19050" cmpd="sng">
                <a:solidFill>
                  <a:srgbClr val="000000"/>
                </a:solidFill>
                <a:round/>
                <a:headEnd/>
                <a:tailEnd/>
              </a:ln>
              <a:extLst>
                <a:ext uri="{909E8E84-426E-40dd-AFC4-6F175D3DCCD1}">
                  <a14:hiddenFill xmlns:a14="http://schemas.microsoft.com/office/drawing/2010/main" xmlns="">
                    <a:solidFill>
                      <a:srgbClr val="FFFFFF"/>
                    </a:solidFill>
                  </a14:hiddenFill>
                </a:ext>
              </a:extLst>
            </p:spPr>
            <p:txBody>
              <a:bodyPr/>
              <a:lstStyle/>
              <a:p>
                <a:endParaRPr lang="en-US"/>
              </a:p>
            </p:txBody>
          </p:sp>
        </p:grpSp>
        <p:sp>
          <p:nvSpPr>
            <p:cNvPr id="159819" name="Line 364"/>
            <p:cNvSpPr>
              <a:spLocks noChangeShapeType="1"/>
            </p:cNvSpPr>
            <p:nvPr/>
          </p:nvSpPr>
          <p:spPr bwMode="auto">
            <a:xfrm>
              <a:off x="4399" y="1322"/>
              <a:ext cx="0" cy="11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59820" name="Line 365"/>
            <p:cNvSpPr>
              <a:spLocks noChangeShapeType="1"/>
            </p:cNvSpPr>
            <p:nvPr/>
          </p:nvSpPr>
          <p:spPr bwMode="auto">
            <a:xfrm>
              <a:off x="5063" y="1326"/>
              <a:ext cx="0" cy="107"/>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a:lstStyle/>
            <a:p>
              <a:endParaRPr lang="en-US"/>
            </a:p>
          </p:txBody>
        </p:sp>
      </p:grpSp>
      <p:grpSp>
        <p:nvGrpSpPr>
          <p:cNvPr id="159796" name="Group 366"/>
          <p:cNvGrpSpPr>
            <a:grpSpLocks/>
          </p:cNvGrpSpPr>
          <p:nvPr/>
        </p:nvGrpSpPr>
        <p:grpSpPr bwMode="auto">
          <a:xfrm>
            <a:off x="4960938" y="4610100"/>
            <a:ext cx="644525" cy="282575"/>
            <a:chOff x="4396" y="1245"/>
            <a:chExt cx="672" cy="248"/>
          </a:xfrm>
        </p:grpSpPr>
        <p:sp>
          <p:nvSpPr>
            <p:cNvPr id="159807" name="Oval 407"/>
            <p:cNvSpPr>
              <a:spLocks noChangeArrowheads="1"/>
            </p:cNvSpPr>
            <p:nvPr/>
          </p:nvSpPr>
          <p:spPr bwMode="auto">
            <a:xfrm>
              <a:off x="4399" y="1355"/>
              <a:ext cx="666" cy="138"/>
            </a:xfrm>
            <a:prstGeom prst="ellipse">
              <a:avLst/>
            </a:prstGeom>
            <a:gradFill rotWithShape="1">
              <a:gsLst>
                <a:gs pos="0">
                  <a:srgbClr val="CCCCFF"/>
                </a:gs>
                <a:gs pos="100000">
                  <a:srgbClr val="FFFFFF"/>
                </a:gs>
              </a:gsLst>
              <a:lin ang="0" scaled="1"/>
            </a:gradFill>
            <a:ln w="12700">
              <a:solidFill>
                <a:srgbClr val="000000"/>
              </a:solidFill>
              <a:round/>
              <a:headEnd/>
              <a:tailEnd/>
            </a:ln>
          </p:spPr>
          <p:txBody>
            <a:bodyPr wrap="none" anchor="ctr"/>
            <a:lstStyle/>
            <a:p>
              <a:endParaRPr lang="en-US" sz="2400">
                <a:latin typeface="Times New Roman" charset="0"/>
                <a:cs typeface="Arial" charset="0"/>
              </a:endParaRPr>
            </a:p>
          </p:txBody>
        </p:sp>
        <p:sp>
          <p:nvSpPr>
            <p:cNvPr id="159808" name="Rectangle 410"/>
            <p:cNvSpPr>
              <a:spLocks noChangeArrowheads="1"/>
            </p:cNvSpPr>
            <p:nvPr/>
          </p:nvSpPr>
          <p:spPr bwMode="auto">
            <a:xfrm>
              <a:off x="4399" y="1339"/>
              <a:ext cx="669" cy="86"/>
            </a:xfrm>
            <a:prstGeom prst="rect">
              <a:avLst/>
            </a:prstGeom>
            <a:gradFill rotWithShape="1">
              <a:gsLst>
                <a:gs pos="0">
                  <a:srgbClr val="CCCCFF"/>
                </a:gs>
                <a:gs pos="100000">
                  <a:srgbClr val="FFFFFF"/>
                </a:gs>
              </a:gsLst>
              <a:lin ang="0" scaled="1"/>
            </a:gradFill>
            <a:ln>
              <a:noFill/>
            </a:ln>
            <a:extLst>
              <a:ext uri="{91240B29-F687-4f45-9708-019B960494DF}">
                <a14:hiddenLine xmlns:a14="http://schemas.microsoft.com/office/drawing/2010/main" xmlns="" w="12700">
                  <a:solidFill>
                    <a:srgbClr val="000000"/>
                  </a:solidFill>
                  <a:miter lim="800000"/>
                  <a:headEnd/>
                  <a:tailEnd/>
                </a14:hiddenLine>
              </a:ext>
            </a:extLst>
          </p:spPr>
          <p:txBody>
            <a:bodyPr wrap="none" anchor="ctr"/>
            <a:lstStyle/>
            <a:p>
              <a:pPr algn="ctr"/>
              <a:endParaRPr lang="en-US" sz="2400">
                <a:latin typeface="Times New Roman" charset="0"/>
                <a:cs typeface="Arial" charset="0"/>
              </a:endParaRPr>
            </a:p>
          </p:txBody>
        </p:sp>
        <p:sp>
          <p:nvSpPr>
            <p:cNvPr id="159809" name="Oval 411"/>
            <p:cNvSpPr>
              <a:spLocks noChangeArrowheads="1"/>
            </p:cNvSpPr>
            <p:nvPr/>
          </p:nvSpPr>
          <p:spPr bwMode="auto">
            <a:xfrm>
              <a:off x="4396" y="1245"/>
              <a:ext cx="667" cy="162"/>
            </a:xfrm>
            <a:prstGeom prst="ellipse">
              <a:avLst/>
            </a:prstGeom>
            <a:gradFill rotWithShape="1">
              <a:gsLst>
                <a:gs pos="0">
                  <a:srgbClr val="CCCCFF"/>
                </a:gs>
                <a:gs pos="100000">
                  <a:srgbClr val="FFFFFF"/>
                </a:gs>
              </a:gsLst>
              <a:lin ang="0" scaled="1"/>
            </a:gradFill>
            <a:ln w="12700">
              <a:solidFill>
                <a:srgbClr val="000000"/>
              </a:solidFill>
              <a:round/>
              <a:headEnd/>
              <a:tailEnd/>
            </a:ln>
          </p:spPr>
          <p:txBody>
            <a:bodyPr wrap="none" anchor="ctr"/>
            <a:lstStyle/>
            <a:p>
              <a:endParaRPr lang="en-US" sz="2400">
                <a:latin typeface="Times New Roman" charset="0"/>
                <a:cs typeface="Arial" charset="0"/>
              </a:endParaRPr>
            </a:p>
          </p:txBody>
        </p:sp>
        <p:grpSp>
          <p:nvGrpSpPr>
            <p:cNvPr id="159810" name="Group 370"/>
            <p:cNvGrpSpPr>
              <a:grpSpLocks/>
            </p:cNvGrpSpPr>
            <p:nvPr/>
          </p:nvGrpSpPr>
          <p:grpSpPr bwMode="auto">
            <a:xfrm>
              <a:off x="4530" y="1287"/>
              <a:ext cx="377" cy="75"/>
              <a:chOff x="2468" y="1332"/>
              <a:chExt cx="310" cy="60"/>
            </a:xfrm>
          </p:grpSpPr>
          <p:sp>
            <p:nvSpPr>
              <p:cNvPr id="159813" name="Freeform 371"/>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19050" cmpd="sng">
                <a:solidFill>
                  <a:srgbClr val="000000"/>
                </a:solidFill>
                <a:round/>
                <a:headEnd/>
                <a:tailEnd/>
              </a:ln>
              <a:extLst>
                <a:ext uri="{909E8E84-426E-40dd-AFC4-6F175D3DCCD1}">
                  <a14:hiddenFill xmlns:a14="http://schemas.microsoft.com/office/drawing/2010/main" xmlns="">
                    <a:solidFill>
                      <a:srgbClr val="FFFFFF"/>
                    </a:solidFill>
                  </a14:hiddenFill>
                </a:ext>
              </a:extLst>
            </p:spPr>
            <p:txBody>
              <a:bodyPr/>
              <a:lstStyle/>
              <a:p>
                <a:endParaRPr lang="en-US"/>
              </a:p>
            </p:txBody>
          </p:sp>
          <p:sp>
            <p:nvSpPr>
              <p:cNvPr id="159814" name="Freeform 372"/>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19050" cmpd="sng">
                <a:solidFill>
                  <a:srgbClr val="000000"/>
                </a:solidFill>
                <a:round/>
                <a:headEnd/>
                <a:tailEnd/>
              </a:ln>
              <a:extLst>
                <a:ext uri="{909E8E84-426E-40dd-AFC4-6F175D3DCCD1}">
                  <a14:hiddenFill xmlns:a14="http://schemas.microsoft.com/office/drawing/2010/main" xmlns="">
                    <a:solidFill>
                      <a:srgbClr val="FFFFFF"/>
                    </a:solidFill>
                  </a14:hiddenFill>
                </a:ext>
              </a:extLst>
            </p:spPr>
            <p:txBody>
              <a:bodyPr/>
              <a:lstStyle/>
              <a:p>
                <a:endParaRPr lang="en-US"/>
              </a:p>
            </p:txBody>
          </p:sp>
        </p:grpSp>
        <p:sp>
          <p:nvSpPr>
            <p:cNvPr id="159811" name="Line 373"/>
            <p:cNvSpPr>
              <a:spLocks noChangeShapeType="1"/>
            </p:cNvSpPr>
            <p:nvPr/>
          </p:nvSpPr>
          <p:spPr bwMode="auto">
            <a:xfrm>
              <a:off x="4399" y="1322"/>
              <a:ext cx="0" cy="11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59812" name="Line 374"/>
            <p:cNvSpPr>
              <a:spLocks noChangeShapeType="1"/>
            </p:cNvSpPr>
            <p:nvPr/>
          </p:nvSpPr>
          <p:spPr bwMode="auto">
            <a:xfrm>
              <a:off x="5063" y="1326"/>
              <a:ext cx="0" cy="107"/>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a:lstStyle/>
            <a:p>
              <a:endParaRPr lang="en-US"/>
            </a:p>
          </p:txBody>
        </p:sp>
      </p:grpSp>
      <p:grpSp>
        <p:nvGrpSpPr>
          <p:cNvPr id="159797" name="Group 375"/>
          <p:cNvGrpSpPr>
            <a:grpSpLocks/>
          </p:cNvGrpSpPr>
          <p:nvPr/>
        </p:nvGrpSpPr>
        <p:grpSpPr bwMode="auto">
          <a:xfrm>
            <a:off x="4376738" y="5051425"/>
            <a:ext cx="644525" cy="282575"/>
            <a:chOff x="4396" y="1245"/>
            <a:chExt cx="672" cy="248"/>
          </a:xfrm>
        </p:grpSpPr>
        <p:sp>
          <p:nvSpPr>
            <p:cNvPr id="159799" name="Oval 407"/>
            <p:cNvSpPr>
              <a:spLocks noChangeArrowheads="1"/>
            </p:cNvSpPr>
            <p:nvPr/>
          </p:nvSpPr>
          <p:spPr bwMode="auto">
            <a:xfrm>
              <a:off x="4399" y="1355"/>
              <a:ext cx="666" cy="138"/>
            </a:xfrm>
            <a:prstGeom prst="ellipse">
              <a:avLst/>
            </a:prstGeom>
            <a:gradFill rotWithShape="1">
              <a:gsLst>
                <a:gs pos="0">
                  <a:srgbClr val="CCCCFF"/>
                </a:gs>
                <a:gs pos="100000">
                  <a:srgbClr val="FFFFFF"/>
                </a:gs>
              </a:gsLst>
              <a:lin ang="0" scaled="1"/>
            </a:gradFill>
            <a:ln w="12700">
              <a:solidFill>
                <a:srgbClr val="000000"/>
              </a:solidFill>
              <a:round/>
              <a:headEnd/>
              <a:tailEnd/>
            </a:ln>
          </p:spPr>
          <p:txBody>
            <a:bodyPr wrap="none" anchor="ctr"/>
            <a:lstStyle/>
            <a:p>
              <a:endParaRPr lang="en-US" sz="2400">
                <a:latin typeface="Times New Roman" charset="0"/>
                <a:cs typeface="Arial" charset="0"/>
              </a:endParaRPr>
            </a:p>
          </p:txBody>
        </p:sp>
        <p:sp>
          <p:nvSpPr>
            <p:cNvPr id="159800" name="Rectangle 410"/>
            <p:cNvSpPr>
              <a:spLocks noChangeArrowheads="1"/>
            </p:cNvSpPr>
            <p:nvPr/>
          </p:nvSpPr>
          <p:spPr bwMode="auto">
            <a:xfrm>
              <a:off x="4399" y="1339"/>
              <a:ext cx="669" cy="86"/>
            </a:xfrm>
            <a:prstGeom prst="rect">
              <a:avLst/>
            </a:prstGeom>
            <a:gradFill rotWithShape="1">
              <a:gsLst>
                <a:gs pos="0">
                  <a:srgbClr val="CCCCFF"/>
                </a:gs>
                <a:gs pos="100000">
                  <a:srgbClr val="FFFFFF"/>
                </a:gs>
              </a:gsLst>
              <a:lin ang="0" scaled="1"/>
            </a:gradFill>
            <a:ln>
              <a:noFill/>
            </a:ln>
            <a:extLst>
              <a:ext uri="{91240B29-F687-4f45-9708-019B960494DF}">
                <a14:hiddenLine xmlns:a14="http://schemas.microsoft.com/office/drawing/2010/main" xmlns="" w="12700">
                  <a:solidFill>
                    <a:srgbClr val="000000"/>
                  </a:solidFill>
                  <a:miter lim="800000"/>
                  <a:headEnd/>
                  <a:tailEnd/>
                </a14:hiddenLine>
              </a:ext>
            </a:extLst>
          </p:spPr>
          <p:txBody>
            <a:bodyPr wrap="none" anchor="ctr"/>
            <a:lstStyle/>
            <a:p>
              <a:pPr algn="ctr"/>
              <a:endParaRPr lang="en-US" sz="2400">
                <a:latin typeface="Times New Roman" charset="0"/>
                <a:cs typeface="Arial" charset="0"/>
              </a:endParaRPr>
            </a:p>
          </p:txBody>
        </p:sp>
        <p:sp>
          <p:nvSpPr>
            <p:cNvPr id="159801" name="Oval 411"/>
            <p:cNvSpPr>
              <a:spLocks noChangeArrowheads="1"/>
            </p:cNvSpPr>
            <p:nvPr/>
          </p:nvSpPr>
          <p:spPr bwMode="auto">
            <a:xfrm>
              <a:off x="4396" y="1245"/>
              <a:ext cx="667" cy="162"/>
            </a:xfrm>
            <a:prstGeom prst="ellipse">
              <a:avLst/>
            </a:prstGeom>
            <a:gradFill rotWithShape="1">
              <a:gsLst>
                <a:gs pos="0">
                  <a:srgbClr val="CCCCFF"/>
                </a:gs>
                <a:gs pos="100000">
                  <a:srgbClr val="FFFFFF"/>
                </a:gs>
              </a:gsLst>
              <a:lin ang="0" scaled="1"/>
            </a:gradFill>
            <a:ln w="12700">
              <a:solidFill>
                <a:srgbClr val="000000"/>
              </a:solidFill>
              <a:round/>
              <a:headEnd/>
              <a:tailEnd/>
            </a:ln>
          </p:spPr>
          <p:txBody>
            <a:bodyPr wrap="none" anchor="ctr"/>
            <a:lstStyle/>
            <a:p>
              <a:endParaRPr lang="en-US" sz="2400">
                <a:latin typeface="Times New Roman" charset="0"/>
                <a:cs typeface="Arial" charset="0"/>
              </a:endParaRPr>
            </a:p>
          </p:txBody>
        </p:sp>
        <p:grpSp>
          <p:nvGrpSpPr>
            <p:cNvPr id="159802" name="Group 379"/>
            <p:cNvGrpSpPr>
              <a:grpSpLocks/>
            </p:cNvGrpSpPr>
            <p:nvPr/>
          </p:nvGrpSpPr>
          <p:grpSpPr bwMode="auto">
            <a:xfrm>
              <a:off x="4530" y="1287"/>
              <a:ext cx="377" cy="75"/>
              <a:chOff x="2468" y="1332"/>
              <a:chExt cx="310" cy="60"/>
            </a:xfrm>
          </p:grpSpPr>
          <p:sp>
            <p:nvSpPr>
              <p:cNvPr id="159805" name="Freeform 380"/>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19050" cmpd="sng">
                <a:solidFill>
                  <a:srgbClr val="000000"/>
                </a:solidFill>
                <a:round/>
                <a:headEnd/>
                <a:tailEnd/>
              </a:ln>
              <a:extLst>
                <a:ext uri="{909E8E84-426E-40dd-AFC4-6F175D3DCCD1}">
                  <a14:hiddenFill xmlns:a14="http://schemas.microsoft.com/office/drawing/2010/main" xmlns="">
                    <a:solidFill>
                      <a:srgbClr val="FFFFFF"/>
                    </a:solidFill>
                  </a14:hiddenFill>
                </a:ext>
              </a:extLst>
            </p:spPr>
            <p:txBody>
              <a:bodyPr/>
              <a:lstStyle/>
              <a:p>
                <a:endParaRPr lang="en-US"/>
              </a:p>
            </p:txBody>
          </p:sp>
          <p:sp>
            <p:nvSpPr>
              <p:cNvPr id="159806" name="Freeform 381"/>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19050" cmpd="sng">
                <a:solidFill>
                  <a:srgbClr val="000000"/>
                </a:solidFill>
                <a:round/>
                <a:headEnd/>
                <a:tailEnd/>
              </a:ln>
              <a:extLst>
                <a:ext uri="{909E8E84-426E-40dd-AFC4-6F175D3DCCD1}">
                  <a14:hiddenFill xmlns:a14="http://schemas.microsoft.com/office/drawing/2010/main" xmlns="">
                    <a:solidFill>
                      <a:srgbClr val="FFFFFF"/>
                    </a:solidFill>
                  </a14:hiddenFill>
                </a:ext>
              </a:extLst>
            </p:spPr>
            <p:txBody>
              <a:bodyPr/>
              <a:lstStyle/>
              <a:p>
                <a:endParaRPr lang="en-US"/>
              </a:p>
            </p:txBody>
          </p:sp>
        </p:grpSp>
        <p:sp>
          <p:nvSpPr>
            <p:cNvPr id="159803" name="Line 382"/>
            <p:cNvSpPr>
              <a:spLocks noChangeShapeType="1"/>
            </p:cNvSpPr>
            <p:nvPr/>
          </p:nvSpPr>
          <p:spPr bwMode="auto">
            <a:xfrm>
              <a:off x="4399" y="1322"/>
              <a:ext cx="0" cy="11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59804" name="Line 383"/>
            <p:cNvSpPr>
              <a:spLocks noChangeShapeType="1"/>
            </p:cNvSpPr>
            <p:nvPr/>
          </p:nvSpPr>
          <p:spPr bwMode="auto">
            <a:xfrm>
              <a:off x="5063" y="1326"/>
              <a:ext cx="0" cy="107"/>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a:lstStyle/>
            <a:p>
              <a:endParaRPr lang="en-US"/>
            </a:p>
          </p:txBody>
        </p:sp>
      </p:grpSp>
      <p:pic>
        <p:nvPicPr>
          <p:cNvPr id="159798" name="Picture 384"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66725" y="976313"/>
            <a:ext cx="4113213" cy="1730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76" name="Slide Number Placeholder 5"/>
          <p:cNvSpPr>
            <a:spLocks noGrp="1"/>
          </p:cNvSpPr>
          <p:nvPr>
            <p:ph type="sldNum" sz="quarter" idx="12"/>
          </p:nvPr>
        </p:nvSpPr>
        <p:spPr>
          <a:xfrm>
            <a:off x="8456154" y="6475895"/>
            <a:ext cx="548655" cy="272319"/>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200" dirty="0">
                <a:latin typeface="Tahoma" charset="0"/>
              </a:rPr>
              <a:t>5-</a:t>
            </a:r>
            <a:fld id="{8E8C6E93-DF5B-BC4B-80F9-500DED1EEDCC}" type="slidenum">
              <a:rPr lang="en-US" sz="1200">
                <a:latin typeface="Tahoma" charset="0"/>
              </a:rPr>
              <a:pPr/>
              <a:t>76</a:t>
            </a:fld>
            <a:endParaRPr lang="en-US" sz="1200" dirty="0">
              <a:latin typeface="Tahoma" charset="0"/>
            </a:endParaRPr>
          </a:p>
        </p:txBody>
      </p:sp>
      <p:sp>
        <p:nvSpPr>
          <p:cNvPr id="177" name="Footer Placeholder 2"/>
          <p:cNvSpPr>
            <a:spLocks noGrp="1"/>
          </p:cNvSpPr>
          <p:nvPr>
            <p:ph type="ftr" sz="quarter" idx="11"/>
          </p:nvPr>
        </p:nvSpPr>
        <p:spPr>
          <a:xfrm>
            <a:off x="6375496" y="6475081"/>
            <a:ext cx="2177473" cy="241541"/>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200" dirty="0">
                <a:solidFill>
                  <a:srgbClr val="000000"/>
                </a:solidFill>
                <a:latin typeface="Tahoma" charset="0"/>
                <a:cs typeface="Arial" charset="0"/>
              </a:rPr>
              <a:t>Network Layer: Control Plane</a:t>
            </a:r>
          </a:p>
        </p:txBody>
      </p:sp>
    </p:spTree>
    <p:extLst>
      <p:ext uri="{BB962C8B-B14F-4D97-AF65-F5344CB8AC3E}">
        <p14:creationId xmlns:p14="http://schemas.microsoft.com/office/powerpoint/2010/main" val="442119797"/>
      </p:ext>
    </p:ext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0771" name="Rectangle 3"/>
          <p:cNvSpPr>
            <a:spLocks noGrp="1" noChangeArrowheads="1"/>
          </p:cNvSpPr>
          <p:nvPr>
            <p:ph type="body" idx="1"/>
          </p:nvPr>
        </p:nvSpPr>
        <p:spPr>
          <a:xfrm>
            <a:off x="520700" y="1468438"/>
            <a:ext cx="8229600" cy="4008437"/>
          </a:xfrm>
        </p:spPr>
        <p:txBody>
          <a:bodyPr/>
          <a:lstStyle/>
          <a:p>
            <a:r>
              <a:rPr lang="en-US" i="1" dirty="0">
                <a:solidFill>
                  <a:srgbClr val="CC0000"/>
                </a:solidFill>
                <a:latin typeface="Gill Sans MT" charset="0"/>
              </a:rPr>
              <a:t>two-level hierarchy:</a:t>
            </a:r>
            <a:r>
              <a:rPr lang="en-US" dirty="0">
                <a:latin typeface="Gill Sans MT" charset="0"/>
              </a:rPr>
              <a:t> local area, backbone.</a:t>
            </a:r>
          </a:p>
          <a:p>
            <a:pPr lvl="1"/>
            <a:r>
              <a:rPr lang="en-US" sz="2800" dirty="0">
                <a:latin typeface="Gill Sans MT" charset="0"/>
              </a:rPr>
              <a:t>link-state advertisements only in area </a:t>
            </a:r>
          </a:p>
          <a:p>
            <a:pPr lvl="1"/>
            <a:r>
              <a:rPr lang="en-US" sz="2800" dirty="0">
                <a:latin typeface="Gill Sans MT" charset="0"/>
              </a:rPr>
              <a:t>each nodes has detailed area topology; only know direction (shortest path) to nets in other areas.</a:t>
            </a:r>
            <a:endParaRPr lang="en-US" dirty="0">
              <a:latin typeface="Gill Sans MT" charset="0"/>
            </a:endParaRPr>
          </a:p>
          <a:p>
            <a:r>
              <a:rPr lang="en-US" i="1" dirty="0">
                <a:solidFill>
                  <a:srgbClr val="CC0000"/>
                </a:solidFill>
                <a:latin typeface="Gill Sans MT" charset="0"/>
              </a:rPr>
              <a:t>area border routers:</a:t>
            </a:r>
            <a:r>
              <a:rPr lang="en-US" b="1" dirty="0">
                <a:solidFill>
                  <a:schemeClr val="accent2"/>
                </a:solidFill>
                <a:latin typeface="Gill Sans MT" charset="0"/>
              </a:rPr>
              <a:t> </a:t>
            </a:r>
            <a:r>
              <a:rPr lang="ja-JP" altLang="en-US" dirty="0">
                <a:latin typeface="Gill Sans MT" charset="0"/>
              </a:rPr>
              <a:t>“</a:t>
            </a:r>
            <a:r>
              <a:rPr lang="en-US" altLang="ja-JP" dirty="0">
                <a:latin typeface="Gill Sans MT" charset="0"/>
              </a:rPr>
              <a:t>summarize</a:t>
            </a:r>
            <a:r>
              <a:rPr lang="ja-JP" altLang="en-US" dirty="0">
                <a:latin typeface="Gill Sans MT" charset="0"/>
              </a:rPr>
              <a:t>”</a:t>
            </a:r>
            <a:r>
              <a:rPr lang="en-US" altLang="ja-JP" dirty="0">
                <a:latin typeface="Gill Sans MT" charset="0"/>
              </a:rPr>
              <a:t> distances  to nets in own area, advertise to other Area Border routers.</a:t>
            </a:r>
          </a:p>
          <a:p>
            <a:r>
              <a:rPr lang="en-US" i="1" dirty="0">
                <a:solidFill>
                  <a:srgbClr val="CC0000"/>
                </a:solidFill>
                <a:latin typeface="Gill Sans MT" charset="0"/>
              </a:rPr>
              <a:t>backbone routers:</a:t>
            </a:r>
            <a:r>
              <a:rPr lang="en-US" dirty="0">
                <a:latin typeface="Gill Sans MT" charset="0"/>
              </a:rPr>
              <a:t> run OSPF routing limited to backbone.</a:t>
            </a:r>
          </a:p>
          <a:p>
            <a:r>
              <a:rPr lang="en-US" i="1" dirty="0">
                <a:solidFill>
                  <a:srgbClr val="CC0000"/>
                </a:solidFill>
                <a:latin typeface="Gill Sans MT" charset="0"/>
              </a:rPr>
              <a:t>boundary routers:</a:t>
            </a:r>
            <a:r>
              <a:rPr lang="en-US" dirty="0">
                <a:latin typeface="Gill Sans MT" charset="0"/>
              </a:rPr>
              <a:t> connect to other AS</a:t>
            </a:r>
            <a:r>
              <a:rPr lang="ja-JP" altLang="en-US" dirty="0">
                <a:latin typeface="Gill Sans MT" charset="0"/>
              </a:rPr>
              <a:t>’</a:t>
            </a:r>
            <a:r>
              <a:rPr lang="en-US" altLang="ja-JP" dirty="0" err="1">
                <a:latin typeface="Gill Sans MT" charset="0"/>
              </a:rPr>
              <a:t>es</a:t>
            </a:r>
            <a:r>
              <a:rPr lang="en-US" altLang="ja-JP" dirty="0">
                <a:latin typeface="Gill Sans MT" charset="0"/>
              </a:rPr>
              <a:t>.</a:t>
            </a:r>
            <a:endParaRPr lang="en-US" altLang="ja-JP" sz="2400" dirty="0">
              <a:latin typeface="Gill Sans MT" charset="0"/>
            </a:endParaRPr>
          </a:p>
          <a:p>
            <a:endParaRPr lang="en-US" sz="2400" dirty="0">
              <a:latin typeface="Gill Sans MT" charset="0"/>
            </a:endParaRPr>
          </a:p>
        </p:txBody>
      </p:sp>
      <p:sp>
        <p:nvSpPr>
          <p:cNvPr id="115717" name="Rectangle 5"/>
          <p:cNvSpPr>
            <a:spLocks noGrp="1" noChangeArrowheads="1"/>
          </p:cNvSpPr>
          <p:nvPr>
            <p:ph type="title"/>
          </p:nvPr>
        </p:nvSpPr>
        <p:spPr>
          <a:xfrm>
            <a:off x="427038" y="169863"/>
            <a:ext cx="4438650" cy="1143000"/>
          </a:xfrm>
        </p:spPr>
        <p:txBody>
          <a:bodyPr/>
          <a:lstStyle/>
          <a:p>
            <a:pPr>
              <a:defRPr/>
            </a:pPr>
            <a:r>
              <a:rPr lang="en-US">
                <a:cs typeface="+mj-cs"/>
              </a:rPr>
              <a:t>Hierarchical OSPF</a:t>
            </a:r>
          </a:p>
        </p:txBody>
      </p:sp>
      <p:pic>
        <p:nvPicPr>
          <p:cNvPr id="160773" name="Picture 6"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66725" y="976313"/>
            <a:ext cx="4113213" cy="1730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7" name="Slide Number Placeholder 5"/>
          <p:cNvSpPr>
            <a:spLocks noGrp="1"/>
          </p:cNvSpPr>
          <p:nvPr>
            <p:ph type="sldNum" sz="quarter" idx="12"/>
          </p:nvPr>
        </p:nvSpPr>
        <p:spPr>
          <a:xfrm>
            <a:off x="8456154" y="6475895"/>
            <a:ext cx="548655" cy="272319"/>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200" dirty="0">
                <a:latin typeface="Tahoma" charset="0"/>
              </a:rPr>
              <a:t>5-</a:t>
            </a:r>
            <a:fld id="{8E8C6E93-DF5B-BC4B-80F9-500DED1EEDCC}" type="slidenum">
              <a:rPr lang="en-US" sz="1200">
                <a:latin typeface="Tahoma" charset="0"/>
              </a:rPr>
              <a:pPr/>
              <a:t>77</a:t>
            </a:fld>
            <a:endParaRPr lang="en-US" sz="1200" dirty="0">
              <a:latin typeface="Tahoma" charset="0"/>
            </a:endParaRPr>
          </a:p>
        </p:txBody>
      </p:sp>
      <p:sp>
        <p:nvSpPr>
          <p:cNvPr id="8" name="Footer Placeholder 2"/>
          <p:cNvSpPr>
            <a:spLocks noGrp="1"/>
          </p:cNvSpPr>
          <p:nvPr>
            <p:ph type="ftr" sz="quarter" idx="11"/>
          </p:nvPr>
        </p:nvSpPr>
        <p:spPr>
          <a:xfrm>
            <a:off x="6375496" y="6475081"/>
            <a:ext cx="2177473" cy="241541"/>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200" dirty="0">
                <a:solidFill>
                  <a:srgbClr val="000000"/>
                </a:solidFill>
                <a:latin typeface="Tahoma" charset="0"/>
                <a:cs typeface="Arial" charset="0"/>
              </a:rPr>
              <a:t>Network Layer: Control Plane</a:t>
            </a:r>
          </a:p>
        </p:txBody>
      </p:sp>
    </p:spTree>
    <p:extLst>
      <p:ext uri="{BB962C8B-B14F-4D97-AF65-F5344CB8AC3E}">
        <p14:creationId xmlns:p14="http://schemas.microsoft.com/office/powerpoint/2010/main" val="506445234"/>
      </p:ext>
    </p:extLst>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3011" name="Picture 2"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01663" y="1025525"/>
            <a:ext cx="4113212" cy="1730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3012" name="Rectangle 3"/>
          <p:cNvSpPr>
            <a:spLocks noGrp="1" noChangeArrowheads="1"/>
          </p:cNvSpPr>
          <p:nvPr>
            <p:ph type="body" sz="half" idx="1"/>
          </p:nvPr>
        </p:nvSpPr>
        <p:spPr/>
        <p:txBody>
          <a:bodyPr/>
          <a:lstStyle/>
          <a:p>
            <a:pPr>
              <a:lnSpc>
                <a:spcPct val="100000"/>
              </a:lnSpc>
              <a:buFont typeface="Wingdings" charset="0"/>
              <a:buNone/>
            </a:pPr>
            <a:r>
              <a:rPr lang="en-US" sz="2400" dirty="0">
                <a:latin typeface="Gill Sans MT" charset="0"/>
              </a:rPr>
              <a:t>5.1 introduction</a:t>
            </a:r>
          </a:p>
          <a:p>
            <a:pPr>
              <a:lnSpc>
                <a:spcPct val="100000"/>
              </a:lnSpc>
              <a:buFont typeface="Wingdings" charset="0"/>
              <a:buNone/>
            </a:pPr>
            <a:r>
              <a:rPr lang="en-US" sz="2400" dirty="0">
                <a:latin typeface="Gill Sans MT" charset="0"/>
              </a:rPr>
              <a:t>5.2 routing protocols</a:t>
            </a:r>
          </a:p>
          <a:p>
            <a:pPr>
              <a:lnSpc>
                <a:spcPct val="100000"/>
              </a:lnSpc>
            </a:pPr>
            <a:r>
              <a:rPr lang="en-US" sz="2400" dirty="0">
                <a:latin typeface="Gill Sans MT" charset="0"/>
              </a:rPr>
              <a:t>link state</a:t>
            </a:r>
          </a:p>
          <a:p>
            <a:pPr>
              <a:lnSpc>
                <a:spcPct val="100000"/>
              </a:lnSpc>
            </a:pPr>
            <a:r>
              <a:rPr lang="en-US" sz="2400" dirty="0">
                <a:latin typeface="Gill Sans MT" charset="0"/>
              </a:rPr>
              <a:t>distance vector</a:t>
            </a:r>
          </a:p>
          <a:p>
            <a:pPr marL="461963" indent="-461963">
              <a:lnSpc>
                <a:spcPct val="100000"/>
              </a:lnSpc>
              <a:buNone/>
            </a:pPr>
            <a:r>
              <a:rPr lang="en-US" sz="2400" dirty="0"/>
              <a:t>5.3 intra-AS routing in the Internet: OSPF</a:t>
            </a:r>
          </a:p>
          <a:p>
            <a:pPr marL="461963" indent="-461963">
              <a:lnSpc>
                <a:spcPct val="100000"/>
              </a:lnSpc>
              <a:buNone/>
            </a:pPr>
            <a:r>
              <a:rPr lang="en-US" sz="2400" dirty="0">
                <a:solidFill>
                  <a:srgbClr val="CC0000"/>
                </a:solidFill>
              </a:rPr>
              <a:t>5.4 routing among the ISPs: BGP</a:t>
            </a:r>
            <a:endParaRPr lang="en-US" sz="2400" dirty="0">
              <a:solidFill>
                <a:srgbClr val="CC0000"/>
              </a:solidFill>
              <a:latin typeface="Gill Sans MT" charset="0"/>
            </a:endParaRPr>
          </a:p>
        </p:txBody>
      </p:sp>
      <p:sp>
        <p:nvSpPr>
          <p:cNvPr id="43013" name="Rectangle 4"/>
          <p:cNvSpPr>
            <a:spLocks noGrp="1" noChangeArrowheads="1"/>
          </p:cNvSpPr>
          <p:nvPr>
            <p:ph type="body" sz="half" idx="2"/>
          </p:nvPr>
        </p:nvSpPr>
        <p:spPr/>
        <p:txBody>
          <a:bodyPr/>
          <a:lstStyle/>
          <a:p>
            <a:pPr marL="461963" indent="-461963">
              <a:lnSpc>
                <a:spcPct val="100000"/>
              </a:lnSpc>
              <a:buFont typeface="Wingdings" charset="0"/>
              <a:buNone/>
            </a:pPr>
            <a:r>
              <a:rPr lang="en-US" sz="2400" dirty="0">
                <a:latin typeface="Gill Sans MT" charset="0"/>
              </a:rPr>
              <a:t>5.5 The SDN control plane</a:t>
            </a:r>
          </a:p>
          <a:p>
            <a:pPr marL="461963" indent="-461963">
              <a:lnSpc>
                <a:spcPct val="100000"/>
              </a:lnSpc>
              <a:buNone/>
            </a:pPr>
            <a:r>
              <a:rPr lang="en-US" sz="2400" dirty="0">
                <a:solidFill>
                  <a:srgbClr val="000000"/>
                </a:solidFill>
              </a:rPr>
              <a:t>5.6 ICMP: The Internet Control Message Protocol </a:t>
            </a:r>
          </a:p>
          <a:p>
            <a:pPr marL="461963" indent="-461963">
              <a:lnSpc>
                <a:spcPct val="100000"/>
              </a:lnSpc>
              <a:buNone/>
            </a:pPr>
            <a:r>
              <a:rPr lang="en-US" sz="2400" dirty="0"/>
              <a:t>5.7 Network management and SNMP</a:t>
            </a:r>
            <a:endParaRPr lang="en-US" sz="2400" dirty="0">
              <a:latin typeface="Gill Sans MT" charset="0"/>
            </a:endParaRPr>
          </a:p>
        </p:txBody>
      </p:sp>
      <p:sp>
        <p:nvSpPr>
          <p:cNvPr id="43014" name="Rectangle 2"/>
          <p:cNvSpPr>
            <a:spLocks noChangeArrowheads="1"/>
          </p:cNvSpPr>
          <p:nvPr/>
        </p:nvSpPr>
        <p:spPr bwMode="auto">
          <a:xfrm>
            <a:off x="533400" y="228600"/>
            <a:ext cx="7772400" cy="1143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nchor="ctr"/>
          <a:lstStyle/>
          <a:p>
            <a:r>
              <a:rPr lang="en-US" sz="4400" dirty="0">
                <a:solidFill>
                  <a:srgbClr val="000099"/>
                </a:solidFill>
                <a:latin typeface="Gill Sans MT" charset="0"/>
              </a:rPr>
              <a:t>Chapter 5: outline</a:t>
            </a:r>
          </a:p>
        </p:txBody>
      </p:sp>
      <p:sp>
        <p:nvSpPr>
          <p:cNvPr id="6" name="Slide Number Placeholder 5"/>
          <p:cNvSpPr>
            <a:spLocks noGrp="1"/>
          </p:cNvSpPr>
          <p:nvPr>
            <p:ph type="sldNum" sz="quarter" idx="12"/>
          </p:nvPr>
        </p:nvSpPr>
        <p:spPr>
          <a:xfrm>
            <a:off x="8456154" y="6475895"/>
            <a:ext cx="548655" cy="272319"/>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200" dirty="0">
                <a:latin typeface="Tahoma" charset="0"/>
              </a:rPr>
              <a:t>5-</a:t>
            </a:r>
            <a:fld id="{8E8C6E93-DF5B-BC4B-80F9-500DED1EEDCC}" type="slidenum">
              <a:rPr lang="en-US" sz="1200">
                <a:latin typeface="Tahoma" charset="0"/>
              </a:rPr>
              <a:pPr/>
              <a:t>78</a:t>
            </a:fld>
            <a:endParaRPr lang="en-US" sz="1200" dirty="0">
              <a:latin typeface="Tahoma" charset="0"/>
            </a:endParaRPr>
          </a:p>
        </p:txBody>
      </p:sp>
      <p:sp>
        <p:nvSpPr>
          <p:cNvPr id="7" name="Footer Placeholder 2"/>
          <p:cNvSpPr>
            <a:spLocks noGrp="1"/>
          </p:cNvSpPr>
          <p:nvPr>
            <p:ph type="ftr" sz="quarter" idx="11"/>
          </p:nvPr>
        </p:nvSpPr>
        <p:spPr>
          <a:xfrm>
            <a:off x="6375496" y="6475081"/>
            <a:ext cx="2177473" cy="241541"/>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200" dirty="0">
                <a:solidFill>
                  <a:srgbClr val="000000"/>
                </a:solidFill>
                <a:latin typeface="Tahoma" charset="0"/>
                <a:cs typeface="Arial" charset="0"/>
              </a:rPr>
              <a:t>Network Layer: Control Plane</a:t>
            </a:r>
          </a:p>
        </p:txBody>
      </p:sp>
    </p:spTree>
    <p:extLst>
      <p:ext uri="{BB962C8B-B14F-4D97-AF65-F5344CB8AC3E}">
        <p14:creationId xmlns:p14="http://schemas.microsoft.com/office/powerpoint/2010/main" val="3346046900"/>
      </p:ext>
    </p:extLst>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1795" name="Picture 4"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79438" y="1014413"/>
            <a:ext cx="6856412" cy="1730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61796" name="Rectangle 2"/>
          <p:cNvSpPr>
            <a:spLocks noGrp="1" noChangeArrowheads="1"/>
          </p:cNvSpPr>
          <p:nvPr>
            <p:ph type="title"/>
          </p:nvPr>
        </p:nvSpPr>
        <p:spPr/>
        <p:txBody>
          <a:bodyPr/>
          <a:lstStyle/>
          <a:p>
            <a:r>
              <a:rPr lang="en-US" sz="4000">
                <a:latin typeface="Gill Sans MT" charset="0"/>
              </a:rPr>
              <a:t>Internet inter-AS routing: BGP</a:t>
            </a:r>
            <a:endParaRPr lang="en-US" sz="3200">
              <a:latin typeface="Gill Sans MT" charset="0"/>
            </a:endParaRPr>
          </a:p>
        </p:txBody>
      </p:sp>
      <p:sp>
        <p:nvSpPr>
          <p:cNvPr id="161797" name="Rectangle 3"/>
          <p:cNvSpPr>
            <a:spLocks noGrp="1" noChangeArrowheads="1"/>
          </p:cNvSpPr>
          <p:nvPr>
            <p:ph type="body" idx="1"/>
          </p:nvPr>
        </p:nvSpPr>
        <p:spPr>
          <a:xfrm>
            <a:off x="533400" y="1422400"/>
            <a:ext cx="7772400" cy="4927600"/>
          </a:xfrm>
        </p:spPr>
        <p:txBody>
          <a:bodyPr/>
          <a:lstStyle/>
          <a:p>
            <a:pPr marL="381000" indent="-381000"/>
            <a:r>
              <a:rPr lang="en-US" dirty="0">
                <a:solidFill>
                  <a:srgbClr val="CC0000"/>
                </a:solidFill>
                <a:latin typeface="Gill Sans MT" charset="0"/>
              </a:rPr>
              <a:t>BGP (Border Gateway Protocol):</a:t>
            </a:r>
            <a:r>
              <a:rPr lang="en-US" dirty="0">
                <a:latin typeface="Gill Sans MT" charset="0"/>
              </a:rPr>
              <a:t> </a:t>
            </a:r>
            <a:r>
              <a:rPr lang="en-US" i="1" dirty="0">
                <a:latin typeface="Gill Sans MT" charset="0"/>
              </a:rPr>
              <a:t>the</a:t>
            </a:r>
            <a:r>
              <a:rPr lang="en-US" dirty="0">
                <a:latin typeface="Gill Sans MT" charset="0"/>
              </a:rPr>
              <a:t> de facto inter-domain routing protocol</a:t>
            </a:r>
          </a:p>
          <a:p>
            <a:pPr marL="800100" lvl="1" indent="-342900"/>
            <a:r>
              <a:rPr lang="ja-JP" altLang="en-US">
                <a:latin typeface="Gill Sans MT" charset="0"/>
              </a:rPr>
              <a:t>“</a:t>
            </a:r>
            <a:r>
              <a:rPr lang="en-US" altLang="ja-JP" dirty="0">
                <a:latin typeface="Gill Sans MT" charset="0"/>
              </a:rPr>
              <a:t>glue</a:t>
            </a:r>
            <a:r>
              <a:rPr lang="zh-CN" altLang="en-US" sz="1800" dirty="0">
                <a:latin typeface="FZKai-Z03" panose="03000509000000000000" pitchFamily="66" charset="-122"/>
                <a:ea typeface="FZKai-Z03" panose="03000509000000000000" pitchFamily="66" charset="-122"/>
              </a:rPr>
              <a:t>（胶水）</a:t>
            </a:r>
            <a:r>
              <a:rPr lang="en-US" altLang="ja-JP" dirty="0">
                <a:latin typeface="Gill Sans MT" charset="0"/>
              </a:rPr>
              <a:t> that holds the Internet together</a:t>
            </a:r>
            <a:r>
              <a:rPr lang="ja-JP" altLang="en-US" dirty="0">
                <a:latin typeface="Gill Sans MT" charset="0"/>
              </a:rPr>
              <a:t>”</a:t>
            </a:r>
            <a:endParaRPr lang="en-US" altLang="ja-JP" dirty="0">
              <a:latin typeface="Gill Sans MT" charset="0"/>
            </a:endParaRPr>
          </a:p>
          <a:p>
            <a:pPr marL="381000" indent="-381000"/>
            <a:r>
              <a:rPr lang="en-US" dirty="0">
                <a:latin typeface="Gill Sans MT" charset="0"/>
              </a:rPr>
              <a:t>BGP provides each AS a means to:</a:t>
            </a:r>
          </a:p>
          <a:p>
            <a:pPr marL="800100" lvl="1" indent="-342900"/>
            <a:r>
              <a:rPr lang="en-US" sz="2800" dirty="0">
                <a:solidFill>
                  <a:srgbClr val="CC0000"/>
                </a:solidFill>
                <a:latin typeface="Gill Sans MT" charset="0"/>
              </a:rPr>
              <a:t>eBGP:</a:t>
            </a:r>
            <a:r>
              <a:rPr lang="en-US" dirty="0">
                <a:latin typeface="Gill Sans MT" charset="0"/>
              </a:rPr>
              <a:t> obtain subnet reachability information from neighboring </a:t>
            </a:r>
            <a:r>
              <a:rPr lang="en-US" dirty="0" err="1">
                <a:latin typeface="Gill Sans MT" charset="0"/>
              </a:rPr>
              <a:t>ASes</a:t>
            </a:r>
            <a:endParaRPr lang="en-US" dirty="0">
              <a:latin typeface="Gill Sans MT" charset="0"/>
            </a:endParaRPr>
          </a:p>
          <a:p>
            <a:pPr marL="800100" lvl="1" indent="-342900"/>
            <a:r>
              <a:rPr lang="en-US" sz="2800" dirty="0">
                <a:solidFill>
                  <a:srgbClr val="CC0000"/>
                </a:solidFill>
                <a:latin typeface="Gill Sans MT" charset="0"/>
              </a:rPr>
              <a:t>iBGP:</a:t>
            </a:r>
            <a:r>
              <a:rPr lang="en-US" dirty="0">
                <a:latin typeface="Gill Sans MT" charset="0"/>
              </a:rPr>
              <a:t> propagate reachability information to all AS-internal routers.</a:t>
            </a:r>
          </a:p>
          <a:p>
            <a:pPr marL="800100" lvl="1" indent="-342900"/>
            <a:r>
              <a:rPr lang="en-US" dirty="0">
                <a:latin typeface="Gill Sans MT" charset="0"/>
              </a:rPr>
              <a:t>determine </a:t>
            </a:r>
            <a:r>
              <a:rPr lang="ja-JP" altLang="en-US" dirty="0">
                <a:latin typeface="Gill Sans MT" charset="0"/>
              </a:rPr>
              <a:t>“</a:t>
            </a:r>
            <a:r>
              <a:rPr lang="en-US" altLang="ja-JP" dirty="0">
                <a:latin typeface="Gill Sans MT" charset="0"/>
              </a:rPr>
              <a:t>good</a:t>
            </a:r>
            <a:r>
              <a:rPr lang="ja-JP" altLang="en-US" dirty="0">
                <a:latin typeface="Gill Sans MT" charset="0"/>
              </a:rPr>
              <a:t>”</a:t>
            </a:r>
            <a:r>
              <a:rPr lang="en-US" altLang="ja-JP" dirty="0">
                <a:latin typeface="Gill Sans MT" charset="0"/>
              </a:rPr>
              <a:t> routes to other networks based on reachability information and </a:t>
            </a:r>
            <a:r>
              <a:rPr lang="en-US" altLang="ja-JP" i="1" dirty="0">
                <a:solidFill>
                  <a:srgbClr val="000090"/>
                </a:solidFill>
                <a:latin typeface="Gill Sans MT" charset="0"/>
              </a:rPr>
              <a:t>policy</a:t>
            </a:r>
            <a:endParaRPr lang="en-US" altLang="ja-JP" dirty="0">
              <a:solidFill>
                <a:srgbClr val="000090"/>
              </a:solidFill>
              <a:latin typeface="Gill Sans MT" charset="0"/>
            </a:endParaRPr>
          </a:p>
          <a:p>
            <a:pPr marL="381000" indent="-381000"/>
            <a:r>
              <a:rPr lang="en-US" dirty="0">
                <a:latin typeface="Gill Sans MT" charset="0"/>
              </a:rPr>
              <a:t>allows subnet to advertise its existence to rest of Internet: </a:t>
            </a:r>
            <a:r>
              <a:rPr lang="ja-JP" altLang="en-US" i="1" dirty="0">
                <a:solidFill>
                  <a:srgbClr val="000099"/>
                </a:solidFill>
                <a:latin typeface="Gill Sans MT" charset="0"/>
              </a:rPr>
              <a:t>“</a:t>
            </a:r>
            <a:r>
              <a:rPr lang="en-US" altLang="ja-JP" i="1" dirty="0">
                <a:solidFill>
                  <a:srgbClr val="000099"/>
                </a:solidFill>
                <a:latin typeface="Gill Sans MT" charset="0"/>
              </a:rPr>
              <a:t>I am here</a:t>
            </a:r>
            <a:r>
              <a:rPr lang="ja-JP" altLang="en-US" i="1" dirty="0">
                <a:solidFill>
                  <a:srgbClr val="000099"/>
                </a:solidFill>
                <a:latin typeface="Gill Sans MT" charset="0"/>
              </a:rPr>
              <a:t>”</a:t>
            </a:r>
            <a:endParaRPr lang="en-US" i="1" dirty="0">
              <a:solidFill>
                <a:srgbClr val="000099"/>
              </a:solidFill>
              <a:latin typeface="Gill Sans MT" charset="0"/>
            </a:endParaRPr>
          </a:p>
        </p:txBody>
      </p:sp>
      <p:sp>
        <p:nvSpPr>
          <p:cNvPr id="5" name="Slide Number Placeholder 5"/>
          <p:cNvSpPr>
            <a:spLocks noGrp="1"/>
          </p:cNvSpPr>
          <p:nvPr>
            <p:ph type="sldNum" sz="quarter" idx="12"/>
          </p:nvPr>
        </p:nvSpPr>
        <p:spPr>
          <a:xfrm>
            <a:off x="8456154" y="6475895"/>
            <a:ext cx="548655" cy="272319"/>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200" dirty="0">
                <a:latin typeface="Tahoma" charset="0"/>
              </a:rPr>
              <a:t>5-</a:t>
            </a:r>
            <a:fld id="{8E8C6E93-DF5B-BC4B-80F9-500DED1EEDCC}" type="slidenum">
              <a:rPr lang="en-US" sz="1200">
                <a:latin typeface="Tahoma" charset="0"/>
              </a:rPr>
              <a:pPr/>
              <a:t>79</a:t>
            </a:fld>
            <a:endParaRPr lang="en-US" sz="1200" dirty="0">
              <a:latin typeface="Tahoma" charset="0"/>
            </a:endParaRPr>
          </a:p>
        </p:txBody>
      </p:sp>
      <p:sp>
        <p:nvSpPr>
          <p:cNvPr id="6" name="Footer Placeholder 2"/>
          <p:cNvSpPr>
            <a:spLocks noGrp="1"/>
          </p:cNvSpPr>
          <p:nvPr>
            <p:ph type="ftr" sz="quarter" idx="11"/>
          </p:nvPr>
        </p:nvSpPr>
        <p:spPr>
          <a:xfrm>
            <a:off x="6375496" y="6475081"/>
            <a:ext cx="2177473" cy="241541"/>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200" dirty="0">
                <a:solidFill>
                  <a:srgbClr val="000000"/>
                </a:solidFill>
                <a:latin typeface="Tahoma" charset="0"/>
                <a:cs typeface="Arial" charset="0"/>
              </a:rPr>
              <a:t>Network Layer: Control Plane</a:t>
            </a:r>
          </a:p>
        </p:txBody>
      </p:sp>
    </p:spTree>
    <p:extLst>
      <p:ext uri="{BB962C8B-B14F-4D97-AF65-F5344CB8AC3E}">
        <p14:creationId xmlns:p14="http://schemas.microsoft.com/office/powerpoint/2010/main" val="1667733345"/>
      </p:ext>
    </p:extLst>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eBGP, iBGP connections</a:t>
            </a:r>
          </a:p>
        </p:txBody>
      </p:sp>
      <p:grpSp>
        <p:nvGrpSpPr>
          <p:cNvPr id="283" name="Group 282"/>
          <p:cNvGrpSpPr/>
          <p:nvPr/>
        </p:nvGrpSpPr>
        <p:grpSpPr>
          <a:xfrm>
            <a:off x="3374823" y="4578799"/>
            <a:ext cx="2923580" cy="635979"/>
            <a:chOff x="7493868" y="5383138"/>
            <a:chExt cx="2923580" cy="635979"/>
          </a:xfrm>
        </p:grpSpPr>
        <p:cxnSp>
          <p:nvCxnSpPr>
            <p:cNvPr id="273" name="Straight Connector 272"/>
            <p:cNvCxnSpPr/>
            <p:nvPr/>
          </p:nvCxnSpPr>
          <p:spPr bwMode="auto">
            <a:xfrm flipH="1" flipV="1">
              <a:off x="7493868" y="5589319"/>
              <a:ext cx="749784" cy="11598"/>
            </a:xfrm>
            <a:prstGeom prst="line">
              <a:avLst/>
            </a:prstGeom>
            <a:solidFill>
              <a:schemeClr val="accent1"/>
            </a:solidFill>
            <a:ln w="38100" cap="flat" cmpd="sng" algn="ctr">
              <a:solidFill>
                <a:srgbClr val="CC000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274" name="Straight Connector 273"/>
            <p:cNvCxnSpPr/>
            <p:nvPr/>
          </p:nvCxnSpPr>
          <p:spPr bwMode="auto">
            <a:xfrm flipV="1">
              <a:off x="7523346" y="5869497"/>
              <a:ext cx="699488" cy="690"/>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sp>
          <p:nvSpPr>
            <p:cNvPr id="281" name="TextBox 280"/>
            <p:cNvSpPr txBox="1"/>
            <p:nvPr/>
          </p:nvSpPr>
          <p:spPr>
            <a:xfrm>
              <a:off x="8347651" y="5383138"/>
              <a:ext cx="2069797" cy="369332"/>
            </a:xfrm>
            <a:prstGeom prst="rect">
              <a:avLst/>
            </a:prstGeom>
            <a:noFill/>
          </p:spPr>
          <p:txBody>
            <a:bodyPr wrap="none" rtlCol="0">
              <a:spAutoFit/>
            </a:bodyPr>
            <a:lstStyle/>
            <a:p>
              <a:r>
                <a:rPr lang="en-US" dirty="0">
                  <a:solidFill>
                    <a:srgbClr val="CC0000"/>
                  </a:solidFill>
                </a:rPr>
                <a:t>eBGP connectivity</a:t>
              </a:r>
            </a:p>
          </p:txBody>
        </p:sp>
        <p:sp>
          <p:nvSpPr>
            <p:cNvPr id="282" name="TextBox 281"/>
            <p:cNvSpPr txBox="1"/>
            <p:nvPr/>
          </p:nvSpPr>
          <p:spPr>
            <a:xfrm>
              <a:off x="8372607" y="5649785"/>
              <a:ext cx="1992853" cy="369332"/>
            </a:xfrm>
            <a:prstGeom prst="rect">
              <a:avLst/>
            </a:prstGeom>
            <a:noFill/>
          </p:spPr>
          <p:txBody>
            <a:bodyPr wrap="none" rtlCol="0">
              <a:spAutoFit/>
            </a:bodyPr>
            <a:lstStyle/>
            <a:p>
              <a:r>
                <a:rPr lang="en-US" dirty="0">
                  <a:solidFill>
                    <a:srgbClr val="000090"/>
                  </a:solidFill>
                </a:rPr>
                <a:t>iBGP connectivity</a:t>
              </a:r>
            </a:p>
          </p:txBody>
        </p:sp>
      </p:grpSp>
      <p:sp>
        <p:nvSpPr>
          <p:cNvPr id="135" name="Freeform 2"/>
          <p:cNvSpPr>
            <a:spLocks/>
          </p:cNvSpPr>
          <p:nvPr/>
        </p:nvSpPr>
        <p:spPr bwMode="auto">
          <a:xfrm>
            <a:off x="558931" y="2655625"/>
            <a:ext cx="2712783" cy="1853712"/>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 fmla="*/ 4 w 8600"/>
              <a:gd name="connsiteY0" fmla="*/ 4042 h 10128"/>
              <a:gd name="connsiteX1" fmla="*/ 715 w 8600"/>
              <a:gd name="connsiteY1" fmla="*/ 1598 h 10128"/>
              <a:gd name="connsiteX2" fmla="*/ 3130 w 8600"/>
              <a:gd name="connsiteY2" fmla="*/ 1009 h 10128"/>
              <a:gd name="connsiteX3" fmla="*/ 4995 w 8600"/>
              <a:gd name="connsiteY3" fmla="*/ 3 h 10128"/>
              <a:gd name="connsiteX4" fmla="*/ 6720 w 8600"/>
              <a:gd name="connsiteY4" fmla="*/ 1012 h 10128"/>
              <a:gd name="connsiteX5" fmla="*/ 8599 w 8600"/>
              <a:gd name="connsiteY5" fmla="*/ 6800 h 10128"/>
              <a:gd name="connsiteX6" fmla="*/ 6995 w 8600"/>
              <a:gd name="connsiteY6" fmla="*/ 9325 h 10128"/>
              <a:gd name="connsiteX7" fmla="*/ 5307 w 8600"/>
              <a:gd name="connsiteY7" fmla="*/ 8846 h 10128"/>
              <a:gd name="connsiteX8" fmla="*/ 4371 w 8600"/>
              <a:gd name="connsiteY8" fmla="*/ 9915 h 10128"/>
              <a:gd name="connsiteX9" fmla="*/ 3140 w 8600"/>
              <a:gd name="connsiteY9" fmla="*/ 10022 h 10128"/>
              <a:gd name="connsiteX10" fmla="*/ 2179 w 8600"/>
              <a:gd name="connsiteY10" fmla="*/ 7898 h 10128"/>
              <a:gd name="connsiteX11" fmla="*/ 1187 w 8600"/>
              <a:gd name="connsiteY11" fmla="*/ 7498 h 10128"/>
              <a:gd name="connsiteX12" fmla="*/ 4 w 8600"/>
              <a:gd name="connsiteY12" fmla="*/ 4042 h 10128"/>
              <a:gd name="connsiteX0" fmla="*/ 4 w 9326"/>
              <a:gd name="connsiteY0" fmla="*/ 3988 h 9997"/>
              <a:gd name="connsiteX1" fmla="*/ 830 w 9326"/>
              <a:gd name="connsiteY1" fmla="*/ 1575 h 9997"/>
              <a:gd name="connsiteX2" fmla="*/ 3639 w 9326"/>
              <a:gd name="connsiteY2" fmla="*/ 993 h 9997"/>
              <a:gd name="connsiteX3" fmla="*/ 5807 w 9326"/>
              <a:gd name="connsiteY3" fmla="*/ 0 h 9997"/>
              <a:gd name="connsiteX4" fmla="*/ 7813 w 9326"/>
              <a:gd name="connsiteY4" fmla="*/ 996 h 9997"/>
              <a:gd name="connsiteX5" fmla="*/ 9324 w 9326"/>
              <a:gd name="connsiteY5" fmla="*/ 5746 h 9997"/>
              <a:gd name="connsiteX6" fmla="*/ 8133 w 9326"/>
              <a:gd name="connsiteY6" fmla="*/ 9204 h 9997"/>
              <a:gd name="connsiteX7" fmla="*/ 6170 w 9326"/>
              <a:gd name="connsiteY7" fmla="*/ 8731 h 9997"/>
              <a:gd name="connsiteX8" fmla="*/ 5082 w 9326"/>
              <a:gd name="connsiteY8" fmla="*/ 9787 h 9997"/>
              <a:gd name="connsiteX9" fmla="*/ 3650 w 9326"/>
              <a:gd name="connsiteY9" fmla="*/ 9892 h 9997"/>
              <a:gd name="connsiteX10" fmla="*/ 2533 w 9326"/>
              <a:gd name="connsiteY10" fmla="*/ 7795 h 9997"/>
              <a:gd name="connsiteX11" fmla="*/ 1379 w 9326"/>
              <a:gd name="connsiteY11" fmla="*/ 7400 h 9997"/>
              <a:gd name="connsiteX12" fmla="*/ 4 w 9326"/>
              <a:gd name="connsiteY12" fmla="*/ 3988 h 9997"/>
              <a:gd name="connsiteX0" fmla="*/ 4 w 10001"/>
              <a:gd name="connsiteY0" fmla="*/ 3989 h 10041"/>
              <a:gd name="connsiteX1" fmla="*/ 890 w 10001"/>
              <a:gd name="connsiteY1" fmla="*/ 1575 h 10041"/>
              <a:gd name="connsiteX2" fmla="*/ 3902 w 10001"/>
              <a:gd name="connsiteY2" fmla="*/ 993 h 10041"/>
              <a:gd name="connsiteX3" fmla="*/ 6227 w 10001"/>
              <a:gd name="connsiteY3" fmla="*/ 0 h 10041"/>
              <a:gd name="connsiteX4" fmla="*/ 8378 w 10001"/>
              <a:gd name="connsiteY4" fmla="*/ 996 h 10041"/>
              <a:gd name="connsiteX5" fmla="*/ 9998 w 10001"/>
              <a:gd name="connsiteY5" fmla="*/ 5748 h 10041"/>
              <a:gd name="connsiteX6" fmla="*/ 8721 w 10001"/>
              <a:gd name="connsiteY6" fmla="*/ 9207 h 10041"/>
              <a:gd name="connsiteX7" fmla="*/ 5449 w 10001"/>
              <a:gd name="connsiteY7" fmla="*/ 9790 h 10041"/>
              <a:gd name="connsiteX8" fmla="*/ 3914 w 10001"/>
              <a:gd name="connsiteY8" fmla="*/ 9895 h 10041"/>
              <a:gd name="connsiteX9" fmla="*/ 2716 w 10001"/>
              <a:gd name="connsiteY9" fmla="*/ 7797 h 10041"/>
              <a:gd name="connsiteX10" fmla="*/ 1479 w 10001"/>
              <a:gd name="connsiteY10" fmla="*/ 7402 h 10041"/>
              <a:gd name="connsiteX11" fmla="*/ 4 w 10001"/>
              <a:gd name="connsiteY11" fmla="*/ 3989 h 10041"/>
              <a:gd name="connsiteX0" fmla="*/ 4 w 10001"/>
              <a:gd name="connsiteY0" fmla="*/ 3989 h 14825"/>
              <a:gd name="connsiteX1" fmla="*/ 890 w 10001"/>
              <a:gd name="connsiteY1" fmla="*/ 1575 h 14825"/>
              <a:gd name="connsiteX2" fmla="*/ 3902 w 10001"/>
              <a:gd name="connsiteY2" fmla="*/ 993 h 14825"/>
              <a:gd name="connsiteX3" fmla="*/ 6227 w 10001"/>
              <a:gd name="connsiteY3" fmla="*/ 0 h 14825"/>
              <a:gd name="connsiteX4" fmla="*/ 8378 w 10001"/>
              <a:gd name="connsiteY4" fmla="*/ 996 h 14825"/>
              <a:gd name="connsiteX5" fmla="*/ 9998 w 10001"/>
              <a:gd name="connsiteY5" fmla="*/ 5748 h 14825"/>
              <a:gd name="connsiteX6" fmla="*/ 8721 w 10001"/>
              <a:gd name="connsiteY6" fmla="*/ 9207 h 14825"/>
              <a:gd name="connsiteX7" fmla="*/ 6011 w 10001"/>
              <a:gd name="connsiteY7" fmla="*/ 14823 h 14825"/>
              <a:gd name="connsiteX8" fmla="*/ 3914 w 10001"/>
              <a:gd name="connsiteY8" fmla="*/ 9895 h 14825"/>
              <a:gd name="connsiteX9" fmla="*/ 2716 w 10001"/>
              <a:gd name="connsiteY9" fmla="*/ 7797 h 14825"/>
              <a:gd name="connsiteX10" fmla="*/ 1479 w 10001"/>
              <a:gd name="connsiteY10" fmla="*/ 7402 h 14825"/>
              <a:gd name="connsiteX11" fmla="*/ 4 w 10001"/>
              <a:gd name="connsiteY11" fmla="*/ 3989 h 14825"/>
              <a:gd name="connsiteX0" fmla="*/ 4 w 10001"/>
              <a:gd name="connsiteY0" fmla="*/ 7436 h 18272"/>
              <a:gd name="connsiteX1" fmla="*/ 890 w 10001"/>
              <a:gd name="connsiteY1" fmla="*/ 5022 h 18272"/>
              <a:gd name="connsiteX2" fmla="*/ 3902 w 10001"/>
              <a:gd name="connsiteY2" fmla="*/ 4440 h 18272"/>
              <a:gd name="connsiteX3" fmla="*/ 6026 w 10001"/>
              <a:gd name="connsiteY3" fmla="*/ 0 h 18272"/>
              <a:gd name="connsiteX4" fmla="*/ 8378 w 10001"/>
              <a:gd name="connsiteY4" fmla="*/ 4443 h 18272"/>
              <a:gd name="connsiteX5" fmla="*/ 9998 w 10001"/>
              <a:gd name="connsiteY5" fmla="*/ 9195 h 18272"/>
              <a:gd name="connsiteX6" fmla="*/ 8721 w 10001"/>
              <a:gd name="connsiteY6" fmla="*/ 12654 h 18272"/>
              <a:gd name="connsiteX7" fmla="*/ 6011 w 10001"/>
              <a:gd name="connsiteY7" fmla="*/ 18270 h 18272"/>
              <a:gd name="connsiteX8" fmla="*/ 3914 w 10001"/>
              <a:gd name="connsiteY8" fmla="*/ 13342 h 18272"/>
              <a:gd name="connsiteX9" fmla="*/ 2716 w 10001"/>
              <a:gd name="connsiteY9" fmla="*/ 11244 h 18272"/>
              <a:gd name="connsiteX10" fmla="*/ 1479 w 10001"/>
              <a:gd name="connsiteY10" fmla="*/ 10849 h 18272"/>
              <a:gd name="connsiteX11" fmla="*/ 4 w 10001"/>
              <a:gd name="connsiteY11" fmla="*/ 7436 h 18272"/>
              <a:gd name="connsiteX0" fmla="*/ 1 w 9998"/>
              <a:gd name="connsiteY0" fmla="*/ 7436 h 18272"/>
              <a:gd name="connsiteX1" fmla="*/ 3899 w 9998"/>
              <a:gd name="connsiteY1" fmla="*/ 4440 h 18272"/>
              <a:gd name="connsiteX2" fmla="*/ 6023 w 9998"/>
              <a:gd name="connsiteY2" fmla="*/ 0 h 18272"/>
              <a:gd name="connsiteX3" fmla="*/ 8375 w 9998"/>
              <a:gd name="connsiteY3" fmla="*/ 4443 h 18272"/>
              <a:gd name="connsiteX4" fmla="*/ 9995 w 9998"/>
              <a:gd name="connsiteY4" fmla="*/ 9195 h 18272"/>
              <a:gd name="connsiteX5" fmla="*/ 8718 w 9998"/>
              <a:gd name="connsiteY5" fmla="*/ 12654 h 18272"/>
              <a:gd name="connsiteX6" fmla="*/ 6008 w 9998"/>
              <a:gd name="connsiteY6" fmla="*/ 18270 h 18272"/>
              <a:gd name="connsiteX7" fmla="*/ 3911 w 9998"/>
              <a:gd name="connsiteY7" fmla="*/ 13342 h 18272"/>
              <a:gd name="connsiteX8" fmla="*/ 2713 w 9998"/>
              <a:gd name="connsiteY8" fmla="*/ 11244 h 18272"/>
              <a:gd name="connsiteX9" fmla="*/ 1476 w 9998"/>
              <a:gd name="connsiteY9" fmla="*/ 10849 h 18272"/>
              <a:gd name="connsiteX10" fmla="*/ 1 w 9998"/>
              <a:gd name="connsiteY10" fmla="*/ 7436 h 18272"/>
              <a:gd name="connsiteX0" fmla="*/ 35 w 8559"/>
              <a:gd name="connsiteY0" fmla="*/ 5938 h 10000"/>
              <a:gd name="connsiteX1" fmla="*/ 2459 w 8559"/>
              <a:gd name="connsiteY1" fmla="*/ 2430 h 10000"/>
              <a:gd name="connsiteX2" fmla="*/ 4583 w 8559"/>
              <a:gd name="connsiteY2" fmla="*/ 0 h 10000"/>
              <a:gd name="connsiteX3" fmla="*/ 6936 w 8559"/>
              <a:gd name="connsiteY3" fmla="*/ 2432 h 10000"/>
              <a:gd name="connsiteX4" fmla="*/ 8556 w 8559"/>
              <a:gd name="connsiteY4" fmla="*/ 5032 h 10000"/>
              <a:gd name="connsiteX5" fmla="*/ 7279 w 8559"/>
              <a:gd name="connsiteY5" fmla="*/ 6925 h 10000"/>
              <a:gd name="connsiteX6" fmla="*/ 4568 w 8559"/>
              <a:gd name="connsiteY6" fmla="*/ 9999 h 10000"/>
              <a:gd name="connsiteX7" fmla="*/ 2471 w 8559"/>
              <a:gd name="connsiteY7" fmla="*/ 7302 h 10000"/>
              <a:gd name="connsiteX8" fmla="*/ 1273 w 8559"/>
              <a:gd name="connsiteY8" fmla="*/ 6154 h 10000"/>
              <a:gd name="connsiteX9" fmla="*/ 35 w 8559"/>
              <a:gd name="connsiteY9" fmla="*/ 5938 h 10000"/>
              <a:gd name="connsiteX0" fmla="*/ 49 w 9820"/>
              <a:gd name="connsiteY0" fmla="*/ 4655 h 10000"/>
              <a:gd name="connsiteX1" fmla="*/ 2693 w 9820"/>
              <a:gd name="connsiteY1" fmla="*/ 2430 h 10000"/>
              <a:gd name="connsiteX2" fmla="*/ 5175 w 9820"/>
              <a:gd name="connsiteY2" fmla="*/ 0 h 10000"/>
              <a:gd name="connsiteX3" fmla="*/ 7924 w 9820"/>
              <a:gd name="connsiteY3" fmla="*/ 2432 h 10000"/>
              <a:gd name="connsiteX4" fmla="*/ 9816 w 9820"/>
              <a:gd name="connsiteY4" fmla="*/ 5032 h 10000"/>
              <a:gd name="connsiteX5" fmla="*/ 8324 w 9820"/>
              <a:gd name="connsiteY5" fmla="*/ 6925 h 10000"/>
              <a:gd name="connsiteX6" fmla="*/ 5157 w 9820"/>
              <a:gd name="connsiteY6" fmla="*/ 9999 h 10000"/>
              <a:gd name="connsiteX7" fmla="*/ 2707 w 9820"/>
              <a:gd name="connsiteY7" fmla="*/ 7302 h 10000"/>
              <a:gd name="connsiteX8" fmla="*/ 1307 w 9820"/>
              <a:gd name="connsiteY8" fmla="*/ 6154 h 10000"/>
              <a:gd name="connsiteX9" fmla="*/ 49 w 9820"/>
              <a:gd name="connsiteY9" fmla="*/ 4655 h 10000"/>
              <a:gd name="connsiteX0" fmla="*/ 45 w 9995"/>
              <a:gd name="connsiteY0" fmla="*/ 4655 h 10000"/>
              <a:gd name="connsiteX1" fmla="*/ 2737 w 9995"/>
              <a:gd name="connsiteY1" fmla="*/ 2430 h 10000"/>
              <a:gd name="connsiteX2" fmla="*/ 5265 w 9995"/>
              <a:gd name="connsiteY2" fmla="*/ 0 h 10000"/>
              <a:gd name="connsiteX3" fmla="*/ 8064 w 9995"/>
              <a:gd name="connsiteY3" fmla="*/ 2432 h 10000"/>
              <a:gd name="connsiteX4" fmla="*/ 9991 w 9995"/>
              <a:gd name="connsiteY4" fmla="*/ 5032 h 10000"/>
              <a:gd name="connsiteX5" fmla="*/ 8472 w 9995"/>
              <a:gd name="connsiteY5" fmla="*/ 6925 h 10000"/>
              <a:gd name="connsiteX6" fmla="*/ 5247 w 9995"/>
              <a:gd name="connsiteY6" fmla="*/ 9999 h 10000"/>
              <a:gd name="connsiteX7" fmla="*/ 2752 w 9995"/>
              <a:gd name="connsiteY7" fmla="*/ 7302 h 10000"/>
              <a:gd name="connsiteX8" fmla="*/ 1374 w 9995"/>
              <a:gd name="connsiteY8" fmla="*/ 6984 h 10000"/>
              <a:gd name="connsiteX9" fmla="*/ 45 w 9995"/>
              <a:gd name="connsiteY9" fmla="*/ 4655 h 10000"/>
              <a:gd name="connsiteX0" fmla="*/ 45 w 10000"/>
              <a:gd name="connsiteY0" fmla="*/ 5032 h 10377"/>
              <a:gd name="connsiteX1" fmla="*/ 2738 w 10000"/>
              <a:gd name="connsiteY1" fmla="*/ 2807 h 10377"/>
              <a:gd name="connsiteX2" fmla="*/ 4886 w 10000"/>
              <a:gd name="connsiteY2" fmla="*/ 0 h 10377"/>
              <a:gd name="connsiteX3" fmla="*/ 8068 w 10000"/>
              <a:gd name="connsiteY3" fmla="*/ 2809 h 10377"/>
              <a:gd name="connsiteX4" fmla="*/ 9996 w 10000"/>
              <a:gd name="connsiteY4" fmla="*/ 5409 h 10377"/>
              <a:gd name="connsiteX5" fmla="*/ 8476 w 10000"/>
              <a:gd name="connsiteY5" fmla="*/ 7302 h 10377"/>
              <a:gd name="connsiteX6" fmla="*/ 5250 w 10000"/>
              <a:gd name="connsiteY6" fmla="*/ 10376 h 10377"/>
              <a:gd name="connsiteX7" fmla="*/ 2753 w 10000"/>
              <a:gd name="connsiteY7" fmla="*/ 7679 h 10377"/>
              <a:gd name="connsiteX8" fmla="*/ 1375 w 10000"/>
              <a:gd name="connsiteY8" fmla="*/ 7361 h 10377"/>
              <a:gd name="connsiteX9" fmla="*/ 45 w 10000"/>
              <a:gd name="connsiteY9" fmla="*/ 5032 h 10377"/>
              <a:gd name="connsiteX0" fmla="*/ 45 w 10000"/>
              <a:gd name="connsiteY0" fmla="*/ 5036 h 10381"/>
              <a:gd name="connsiteX1" fmla="*/ 2738 w 10000"/>
              <a:gd name="connsiteY1" fmla="*/ 2811 h 10381"/>
              <a:gd name="connsiteX2" fmla="*/ 4886 w 10000"/>
              <a:gd name="connsiteY2" fmla="*/ 4 h 10381"/>
              <a:gd name="connsiteX3" fmla="*/ 8068 w 10000"/>
              <a:gd name="connsiteY3" fmla="*/ 2813 h 10381"/>
              <a:gd name="connsiteX4" fmla="*/ 9996 w 10000"/>
              <a:gd name="connsiteY4" fmla="*/ 5413 h 10381"/>
              <a:gd name="connsiteX5" fmla="*/ 8476 w 10000"/>
              <a:gd name="connsiteY5" fmla="*/ 7306 h 10381"/>
              <a:gd name="connsiteX6" fmla="*/ 5250 w 10000"/>
              <a:gd name="connsiteY6" fmla="*/ 10380 h 10381"/>
              <a:gd name="connsiteX7" fmla="*/ 2753 w 10000"/>
              <a:gd name="connsiteY7" fmla="*/ 7683 h 10381"/>
              <a:gd name="connsiteX8" fmla="*/ 1375 w 10000"/>
              <a:gd name="connsiteY8" fmla="*/ 7365 h 10381"/>
              <a:gd name="connsiteX9" fmla="*/ 45 w 10000"/>
              <a:gd name="connsiteY9" fmla="*/ 5036 h 10381"/>
              <a:gd name="connsiteX0" fmla="*/ 45 w 10000"/>
              <a:gd name="connsiteY0" fmla="*/ 5036 h 10796"/>
              <a:gd name="connsiteX1" fmla="*/ 2738 w 10000"/>
              <a:gd name="connsiteY1" fmla="*/ 2811 h 10796"/>
              <a:gd name="connsiteX2" fmla="*/ 4886 w 10000"/>
              <a:gd name="connsiteY2" fmla="*/ 4 h 10796"/>
              <a:gd name="connsiteX3" fmla="*/ 8068 w 10000"/>
              <a:gd name="connsiteY3" fmla="*/ 2813 h 10796"/>
              <a:gd name="connsiteX4" fmla="*/ 9996 w 10000"/>
              <a:gd name="connsiteY4" fmla="*/ 5413 h 10796"/>
              <a:gd name="connsiteX5" fmla="*/ 8476 w 10000"/>
              <a:gd name="connsiteY5" fmla="*/ 7306 h 10796"/>
              <a:gd name="connsiteX6" fmla="*/ 5202 w 10000"/>
              <a:gd name="connsiteY6" fmla="*/ 10795 h 10796"/>
              <a:gd name="connsiteX7" fmla="*/ 2753 w 10000"/>
              <a:gd name="connsiteY7" fmla="*/ 7683 h 10796"/>
              <a:gd name="connsiteX8" fmla="*/ 1375 w 10000"/>
              <a:gd name="connsiteY8" fmla="*/ 7365 h 10796"/>
              <a:gd name="connsiteX9" fmla="*/ 45 w 10000"/>
              <a:gd name="connsiteY9" fmla="*/ 5036 h 10796"/>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00" h="10795">
                <a:moveTo>
                  <a:pt x="45" y="5036"/>
                </a:moveTo>
                <a:cubicBezTo>
                  <a:pt x="272" y="4277"/>
                  <a:pt x="1931" y="3650"/>
                  <a:pt x="2738" y="2811"/>
                </a:cubicBezTo>
                <a:cubicBezTo>
                  <a:pt x="3545" y="1972"/>
                  <a:pt x="3352" y="117"/>
                  <a:pt x="4886" y="4"/>
                </a:cubicBezTo>
                <a:cubicBezTo>
                  <a:pt x="6420" y="-109"/>
                  <a:pt x="7216" y="1912"/>
                  <a:pt x="8068" y="2813"/>
                </a:cubicBezTo>
                <a:cubicBezTo>
                  <a:pt x="8920" y="3715"/>
                  <a:pt x="9928" y="3420"/>
                  <a:pt x="9996" y="5413"/>
                </a:cubicBezTo>
                <a:cubicBezTo>
                  <a:pt x="10064" y="7406"/>
                  <a:pt x="9275" y="6409"/>
                  <a:pt x="8476" y="7306"/>
                </a:cubicBezTo>
                <a:cubicBezTo>
                  <a:pt x="7677" y="8203"/>
                  <a:pt x="7086" y="10770"/>
                  <a:pt x="5202" y="10795"/>
                </a:cubicBezTo>
                <a:cubicBezTo>
                  <a:pt x="3318" y="10820"/>
                  <a:pt x="3391" y="8255"/>
                  <a:pt x="2753" y="7683"/>
                </a:cubicBezTo>
                <a:cubicBezTo>
                  <a:pt x="2115" y="7111"/>
                  <a:pt x="2326" y="7496"/>
                  <a:pt x="1375" y="7365"/>
                </a:cubicBezTo>
                <a:cubicBezTo>
                  <a:pt x="493" y="6773"/>
                  <a:pt x="-182" y="5795"/>
                  <a:pt x="45" y="5036"/>
                </a:cubicBezTo>
                <a:close/>
              </a:path>
            </a:pathLst>
          </a:custGeom>
          <a:solidFill>
            <a:srgbClr val="66CCFF"/>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grpSp>
        <p:nvGrpSpPr>
          <p:cNvPr id="73" name="Group 72"/>
          <p:cNvGrpSpPr/>
          <p:nvPr/>
        </p:nvGrpSpPr>
        <p:grpSpPr>
          <a:xfrm>
            <a:off x="1697092" y="2806487"/>
            <a:ext cx="565150" cy="369332"/>
            <a:chOff x="1736090" y="2873352"/>
            <a:chExt cx="565150" cy="369332"/>
          </a:xfrm>
        </p:grpSpPr>
        <p:grpSp>
          <p:nvGrpSpPr>
            <p:cNvPr id="26" name="Group 327"/>
            <p:cNvGrpSpPr>
              <a:grpSpLocks/>
            </p:cNvGrpSpPr>
            <p:nvPr/>
          </p:nvGrpSpPr>
          <p:grpSpPr bwMode="auto">
            <a:xfrm>
              <a:off x="1736090" y="2893762"/>
              <a:ext cx="565150" cy="292100"/>
              <a:chOff x="1871277" y="1576300"/>
              <a:chExt cx="1128371" cy="437861"/>
            </a:xfrm>
          </p:grpSpPr>
          <p:sp>
            <p:nvSpPr>
              <p:cNvPr id="27" name="Oval 26"/>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8" name="Rectangle 27"/>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9" name="Oval 28"/>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0" name="Freeform 29"/>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1" name="Freeform 30"/>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2" name="Freeform 31"/>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3" name="Freeform 32"/>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4" name="Straight Connector 33"/>
              <p:cNvCxnSpPr>
                <a:endCxn id="29"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5" name="Straight Connector 34"/>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72" name="Group 71"/>
            <p:cNvGrpSpPr/>
            <p:nvPr/>
          </p:nvGrpSpPr>
          <p:grpSpPr>
            <a:xfrm>
              <a:off x="1770362" y="2873352"/>
              <a:ext cx="441422" cy="369332"/>
              <a:chOff x="667045" y="1708643"/>
              <a:chExt cx="441422" cy="369332"/>
            </a:xfrm>
          </p:grpSpPr>
          <p:sp>
            <p:nvSpPr>
              <p:cNvPr id="69" name="Oval 68"/>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66" name="TextBox 65"/>
              <p:cNvSpPr txBox="1"/>
              <p:nvPr/>
            </p:nvSpPr>
            <p:spPr>
              <a:xfrm>
                <a:off x="667045" y="1708643"/>
                <a:ext cx="441422" cy="369332"/>
              </a:xfrm>
              <a:prstGeom prst="rect">
                <a:avLst/>
              </a:prstGeom>
              <a:noFill/>
            </p:spPr>
            <p:txBody>
              <a:bodyPr wrap="none" rtlCol="0">
                <a:spAutoFit/>
              </a:bodyPr>
              <a:lstStyle/>
              <a:p>
                <a:r>
                  <a:rPr lang="en-US" dirty="0"/>
                  <a:t>1b</a:t>
                </a:r>
              </a:p>
            </p:txBody>
          </p:sp>
        </p:grpSp>
      </p:grpSp>
      <p:grpSp>
        <p:nvGrpSpPr>
          <p:cNvPr id="74" name="Group 73"/>
          <p:cNvGrpSpPr/>
          <p:nvPr/>
        </p:nvGrpSpPr>
        <p:grpSpPr>
          <a:xfrm>
            <a:off x="1701322" y="4027804"/>
            <a:ext cx="565150" cy="369332"/>
            <a:chOff x="1736090" y="2873352"/>
            <a:chExt cx="565150" cy="369332"/>
          </a:xfrm>
        </p:grpSpPr>
        <p:grpSp>
          <p:nvGrpSpPr>
            <p:cNvPr id="75" name="Group 327"/>
            <p:cNvGrpSpPr>
              <a:grpSpLocks/>
            </p:cNvGrpSpPr>
            <p:nvPr/>
          </p:nvGrpSpPr>
          <p:grpSpPr bwMode="auto">
            <a:xfrm>
              <a:off x="1736090" y="2893762"/>
              <a:ext cx="565150" cy="292100"/>
              <a:chOff x="1871277" y="1576300"/>
              <a:chExt cx="1128371" cy="437861"/>
            </a:xfrm>
          </p:grpSpPr>
          <p:sp>
            <p:nvSpPr>
              <p:cNvPr id="79" name="Oval 78"/>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80" name="Rectangle 79"/>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81" name="Oval 80"/>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82" name="Freeform 81"/>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83" name="Freeform 82"/>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84" name="Freeform 83"/>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85" name="Freeform 84"/>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86" name="Straight Connector 85"/>
              <p:cNvCxnSpPr>
                <a:endCxn id="81"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87" name="Straight Connector 86"/>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76" name="Group 75"/>
            <p:cNvGrpSpPr/>
            <p:nvPr/>
          </p:nvGrpSpPr>
          <p:grpSpPr>
            <a:xfrm>
              <a:off x="1770362" y="2873352"/>
              <a:ext cx="441422" cy="369332"/>
              <a:chOff x="667045" y="1708643"/>
              <a:chExt cx="441422" cy="369332"/>
            </a:xfrm>
          </p:grpSpPr>
          <p:sp>
            <p:nvSpPr>
              <p:cNvPr id="77" name="Oval 76"/>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78" name="TextBox 77"/>
              <p:cNvSpPr txBox="1"/>
              <p:nvPr/>
            </p:nvSpPr>
            <p:spPr>
              <a:xfrm>
                <a:off x="667045" y="1708643"/>
                <a:ext cx="441422" cy="369332"/>
              </a:xfrm>
              <a:prstGeom prst="rect">
                <a:avLst/>
              </a:prstGeom>
              <a:noFill/>
            </p:spPr>
            <p:txBody>
              <a:bodyPr wrap="none" rtlCol="0">
                <a:spAutoFit/>
              </a:bodyPr>
              <a:lstStyle/>
              <a:p>
                <a:r>
                  <a:rPr lang="en-US" dirty="0"/>
                  <a:t>1d</a:t>
                </a:r>
              </a:p>
            </p:txBody>
          </p:sp>
        </p:grpSp>
      </p:grpSp>
      <p:grpSp>
        <p:nvGrpSpPr>
          <p:cNvPr id="88" name="Group 87"/>
          <p:cNvGrpSpPr/>
          <p:nvPr/>
        </p:nvGrpSpPr>
        <p:grpSpPr>
          <a:xfrm>
            <a:off x="2562808" y="3418207"/>
            <a:ext cx="565150" cy="369332"/>
            <a:chOff x="1736090" y="2873352"/>
            <a:chExt cx="565150" cy="369332"/>
          </a:xfrm>
        </p:grpSpPr>
        <p:grpSp>
          <p:nvGrpSpPr>
            <p:cNvPr id="89" name="Group 327"/>
            <p:cNvGrpSpPr>
              <a:grpSpLocks/>
            </p:cNvGrpSpPr>
            <p:nvPr/>
          </p:nvGrpSpPr>
          <p:grpSpPr bwMode="auto">
            <a:xfrm>
              <a:off x="1736090" y="2893762"/>
              <a:ext cx="565150" cy="292100"/>
              <a:chOff x="1871277" y="1576300"/>
              <a:chExt cx="1128371" cy="437861"/>
            </a:xfrm>
          </p:grpSpPr>
          <p:sp>
            <p:nvSpPr>
              <p:cNvPr id="93" name="Oval 92"/>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94" name="Rectangle 93"/>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95" name="Oval 94"/>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96" name="Freeform 95"/>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97" name="Freeform 96"/>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98" name="Freeform 97"/>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99" name="Freeform 98"/>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00" name="Straight Connector 99"/>
              <p:cNvCxnSpPr>
                <a:endCxn id="95"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01" name="Straight Connector 100"/>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90" name="Group 89"/>
            <p:cNvGrpSpPr/>
            <p:nvPr/>
          </p:nvGrpSpPr>
          <p:grpSpPr>
            <a:xfrm>
              <a:off x="1770362" y="2873352"/>
              <a:ext cx="428460" cy="369332"/>
              <a:chOff x="667045" y="1708643"/>
              <a:chExt cx="428460" cy="369332"/>
            </a:xfrm>
          </p:grpSpPr>
          <p:sp>
            <p:nvSpPr>
              <p:cNvPr id="91" name="Oval 90"/>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92" name="TextBox 91"/>
              <p:cNvSpPr txBox="1"/>
              <p:nvPr/>
            </p:nvSpPr>
            <p:spPr>
              <a:xfrm>
                <a:off x="667045" y="1708643"/>
                <a:ext cx="428460" cy="369332"/>
              </a:xfrm>
              <a:prstGeom prst="rect">
                <a:avLst/>
              </a:prstGeom>
              <a:noFill/>
            </p:spPr>
            <p:txBody>
              <a:bodyPr wrap="none" rtlCol="0">
                <a:spAutoFit/>
              </a:bodyPr>
              <a:lstStyle/>
              <a:p>
                <a:r>
                  <a:rPr lang="en-US" dirty="0"/>
                  <a:t>1c</a:t>
                </a:r>
              </a:p>
            </p:txBody>
          </p:sp>
        </p:grpSp>
      </p:grpSp>
      <p:grpSp>
        <p:nvGrpSpPr>
          <p:cNvPr id="102" name="Group 101"/>
          <p:cNvGrpSpPr/>
          <p:nvPr/>
        </p:nvGrpSpPr>
        <p:grpSpPr>
          <a:xfrm>
            <a:off x="794333" y="3411854"/>
            <a:ext cx="565150" cy="369332"/>
            <a:chOff x="1736090" y="2873352"/>
            <a:chExt cx="565150" cy="369332"/>
          </a:xfrm>
        </p:grpSpPr>
        <p:grpSp>
          <p:nvGrpSpPr>
            <p:cNvPr id="103" name="Group 327"/>
            <p:cNvGrpSpPr>
              <a:grpSpLocks/>
            </p:cNvGrpSpPr>
            <p:nvPr/>
          </p:nvGrpSpPr>
          <p:grpSpPr bwMode="auto">
            <a:xfrm>
              <a:off x="1736090" y="2893762"/>
              <a:ext cx="565150" cy="292100"/>
              <a:chOff x="1871277" y="1576300"/>
              <a:chExt cx="1128371" cy="437861"/>
            </a:xfrm>
          </p:grpSpPr>
          <p:sp>
            <p:nvSpPr>
              <p:cNvPr id="107" name="Oval 106"/>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08" name="Rectangle 107"/>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09" name="Oval 108"/>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10" name="Freeform 109"/>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11" name="Freeform 110"/>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12" name="Freeform 111"/>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13" name="Freeform 112"/>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14" name="Straight Connector 113"/>
              <p:cNvCxnSpPr>
                <a:endCxn id="109"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15" name="Straight Connector 114"/>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04" name="Group 103"/>
            <p:cNvGrpSpPr/>
            <p:nvPr/>
          </p:nvGrpSpPr>
          <p:grpSpPr>
            <a:xfrm>
              <a:off x="1770362" y="2873352"/>
              <a:ext cx="441422" cy="369332"/>
              <a:chOff x="667045" y="1708643"/>
              <a:chExt cx="441422" cy="369332"/>
            </a:xfrm>
          </p:grpSpPr>
          <p:sp>
            <p:nvSpPr>
              <p:cNvPr id="105" name="Oval 104"/>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06" name="TextBox 105"/>
              <p:cNvSpPr txBox="1"/>
              <p:nvPr/>
            </p:nvSpPr>
            <p:spPr>
              <a:xfrm>
                <a:off x="667045" y="1708643"/>
                <a:ext cx="441422" cy="369332"/>
              </a:xfrm>
              <a:prstGeom prst="rect">
                <a:avLst/>
              </a:prstGeom>
              <a:noFill/>
            </p:spPr>
            <p:txBody>
              <a:bodyPr wrap="none" rtlCol="0">
                <a:spAutoFit/>
              </a:bodyPr>
              <a:lstStyle/>
              <a:p>
                <a:r>
                  <a:rPr lang="en-US" dirty="0"/>
                  <a:t>1a</a:t>
                </a:r>
              </a:p>
            </p:txBody>
          </p:sp>
        </p:grpSp>
      </p:grpSp>
      <p:cxnSp>
        <p:nvCxnSpPr>
          <p:cNvPr id="117" name="Straight Connector 116"/>
          <p:cNvCxnSpPr>
            <a:stCxn id="66" idx="2"/>
            <a:endCxn id="78" idx="0"/>
          </p:cNvCxnSpPr>
          <p:nvPr/>
        </p:nvCxnSpPr>
        <p:spPr bwMode="auto">
          <a:xfrm>
            <a:off x="1952075" y="3175819"/>
            <a:ext cx="4230" cy="851985"/>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118" name="Straight Connector 117"/>
          <p:cNvCxnSpPr/>
          <p:nvPr/>
        </p:nvCxnSpPr>
        <p:spPr bwMode="auto">
          <a:xfrm>
            <a:off x="1368479" y="3581756"/>
            <a:ext cx="1204913" cy="6353"/>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121" name="Straight Connector 120"/>
          <p:cNvCxnSpPr>
            <a:stCxn id="27" idx="7"/>
          </p:cNvCxnSpPr>
          <p:nvPr/>
        </p:nvCxnSpPr>
        <p:spPr bwMode="auto">
          <a:xfrm>
            <a:off x="2179710" y="3087612"/>
            <a:ext cx="480042" cy="369773"/>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124" name="Straight Connector 123"/>
          <p:cNvCxnSpPr/>
          <p:nvPr/>
        </p:nvCxnSpPr>
        <p:spPr bwMode="auto">
          <a:xfrm>
            <a:off x="1261075" y="3719439"/>
            <a:ext cx="477927" cy="357071"/>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129" name="Straight Connector 128"/>
          <p:cNvCxnSpPr/>
          <p:nvPr/>
        </p:nvCxnSpPr>
        <p:spPr bwMode="auto">
          <a:xfrm flipH="1">
            <a:off x="2157044" y="3716677"/>
            <a:ext cx="508002" cy="349250"/>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133" name="Straight Connector 132"/>
          <p:cNvCxnSpPr/>
          <p:nvPr/>
        </p:nvCxnSpPr>
        <p:spPr bwMode="auto">
          <a:xfrm flipH="1">
            <a:off x="1248555" y="3100081"/>
            <a:ext cx="508002" cy="349250"/>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grpSp>
        <p:nvGrpSpPr>
          <p:cNvPr id="137" name="Group 136"/>
          <p:cNvGrpSpPr/>
          <p:nvPr/>
        </p:nvGrpSpPr>
        <p:grpSpPr>
          <a:xfrm>
            <a:off x="3167773" y="1871068"/>
            <a:ext cx="2712783" cy="1853712"/>
            <a:chOff x="-2170772" y="2784954"/>
            <a:chExt cx="2712783" cy="1853712"/>
          </a:xfrm>
        </p:grpSpPr>
        <p:sp>
          <p:nvSpPr>
            <p:cNvPr id="138" name="Freeform 2"/>
            <p:cNvSpPr>
              <a:spLocks/>
            </p:cNvSpPr>
            <p:nvPr/>
          </p:nvSpPr>
          <p:spPr bwMode="auto">
            <a:xfrm>
              <a:off x="-2170772" y="2784954"/>
              <a:ext cx="2712783" cy="1853712"/>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 fmla="*/ 4 w 8600"/>
                <a:gd name="connsiteY0" fmla="*/ 4042 h 10128"/>
                <a:gd name="connsiteX1" fmla="*/ 715 w 8600"/>
                <a:gd name="connsiteY1" fmla="*/ 1598 h 10128"/>
                <a:gd name="connsiteX2" fmla="*/ 3130 w 8600"/>
                <a:gd name="connsiteY2" fmla="*/ 1009 h 10128"/>
                <a:gd name="connsiteX3" fmla="*/ 4995 w 8600"/>
                <a:gd name="connsiteY3" fmla="*/ 3 h 10128"/>
                <a:gd name="connsiteX4" fmla="*/ 6720 w 8600"/>
                <a:gd name="connsiteY4" fmla="*/ 1012 h 10128"/>
                <a:gd name="connsiteX5" fmla="*/ 8599 w 8600"/>
                <a:gd name="connsiteY5" fmla="*/ 6800 h 10128"/>
                <a:gd name="connsiteX6" fmla="*/ 6995 w 8600"/>
                <a:gd name="connsiteY6" fmla="*/ 9325 h 10128"/>
                <a:gd name="connsiteX7" fmla="*/ 5307 w 8600"/>
                <a:gd name="connsiteY7" fmla="*/ 8846 h 10128"/>
                <a:gd name="connsiteX8" fmla="*/ 4371 w 8600"/>
                <a:gd name="connsiteY8" fmla="*/ 9915 h 10128"/>
                <a:gd name="connsiteX9" fmla="*/ 3140 w 8600"/>
                <a:gd name="connsiteY9" fmla="*/ 10022 h 10128"/>
                <a:gd name="connsiteX10" fmla="*/ 2179 w 8600"/>
                <a:gd name="connsiteY10" fmla="*/ 7898 h 10128"/>
                <a:gd name="connsiteX11" fmla="*/ 1187 w 8600"/>
                <a:gd name="connsiteY11" fmla="*/ 7498 h 10128"/>
                <a:gd name="connsiteX12" fmla="*/ 4 w 8600"/>
                <a:gd name="connsiteY12" fmla="*/ 4042 h 10128"/>
                <a:gd name="connsiteX0" fmla="*/ 4 w 9326"/>
                <a:gd name="connsiteY0" fmla="*/ 3988 h 9997"/>
                <a:gd name="connsiteX1" fmla="*/ 830 w 9326"/>
                <a:gd name="connsiteY1" fmla="*/ 1575 h 9997"/>
                <a:gd name="connsiteX2" fmla="*/ 3639 w 9326"/>
                <a:gd name="connsiteY2" fmla="*/ 993 h 9997"/>
                <a:gd name="connsiteX3" fmla="*/ 5807 w 9326"/>
                <a:gd name="connsiteY3" fmla="*/ 0 h 9997"/>
                <a:gd name="connsiteX4" fmla="*/ 7813 w 9326"/>
                <a:gd name="connsiteY4" fmla="*/ 996 h 9997"/>
                <a:gd name="connsiteX5" fmla="*/ 9324 w 9326"/>
                <a:gd name="connsiteY5" fmla="*/ 5746 h 9997"/>
                <a:gd name="connsiteX6" fmla="*/ 8133 w 9326"/>
                <a:gd name="connsiteY6" fmla="*/ 9204 h 9997"/>
                <a:gd name="connsiteX7" fmla="*/ 6170 w 9326"/>
                <a:gd name="connsiteY7" fmla="*/ 8731 h 9997"/>
                <a:gd name="connsiteX8" fmla="*/ 5082 w 9326"/>
                <a:gd name="connsiteY8" fmla="*/ 9787 h 9997"/>
                <a:gd name="connsiteX9" fmla="*/ 3650 w 9326"/>
                <a:gd name="connsiteY9" fmla="*/ 9892 h 9997"/>
                <a:gd name="connsiteX10" fmla="*/ 2533 w 9326"/>
                <a:gd name="connsiteY10" fmla="*/ 7795 h 9997"/>
                <a:gd name="connsiteX11" fmla="*/ 1379 w 9326"/>
                <a:gd name="connsiteY11" fmla="*/ 7400 h 9997"/>
                <a:gd name="connsiteX12" fmla="*/ 4 w 9326"/>
                <a:gd name="connsiteY12" fmla="*/ 3988 h 9997"/>
                <a:gd name="connsiteX0" fmla="*/ 4 w 10001"/>
                <a:gd name="connsiteY0" fmla="*/ 3989 h 10041"/>
                <a:gd name="connsiteX1" fmla="*/ 890 w 10001"/>
                <a:gd name="connsiteY1" fmla="*/ 1575 h 10041"/>
                <a:gd name="connsiteX2" fmla="*/ 3902 w 10001"/>
                <a:gd name="connsiteY2" fmla="*/ 993 h 10041"/>
                <a:gd name="connsiteX3" fmla="*/ 6227 w 10001"/>
                <a:gd name="connsiteY3" fmla="*/ 0 h 10041"/>
                <a:gd name="connsiteX4" fmla="*/ 8378 w 10001"/>
                <a:gd name="connsiteY4" fmla="*/ 996 h 10041"/>
                <a:gd name="connsiteX5" fmla="*/ 9998 w 10001"/>
                <a:gd name="connsiteY5" fmla="*/ 5748 h 10041"/>
                <a:gd name="connsiteX6" fmla="*/ 8721 w 10001"/>
                <a:gd name="connsiteY6" fmla="*/ 9207 h 10041"/>
                <a:gd name="connsiteX7" fmla="*/ 5449 w 10001"/>
                <a:gd name="connsiteY7" fmla="*/ 9790 h 10041"/>
                <a:gd name="connsiteX8" fmla="*/ 3914 w 10001"/>
                <a:gd name="connsiteY8" fmla="*/ 9895 h 10041"/>
                <a:gd name="connsiteX9" fmla="*/ 2716 w 10001"/>
                <a:gd name="connsiteY9" fmla="*/ 7797 h 10041"/>
                <a:gd name="connsiteX10" fmla="*/ 1479 w 10001"/>
                <a:gd name="connsiteY10" fmla="*/ 7402 h 10041"/>
                <a:gd name="connsiteX11" fmla="*/ 4 w 10001"/>
                <a:gd name="connsiteY11" fmla="*/ 3989 h 10041"/>
                <a:gd name="connsiteX0" fmla="*/ 4 w 10001"/>
                <a:gd name="connsiteY0" fmla="*/ 3989 h 14825"/>
                <a:gd name="connsiteX1" fmla="*/ 890 w 10001"/>
                <a:gd name="connsiteY1" fmla="*/ 1575 h 14825"/>
                <a:gd name="connsiteX2" fmla="*/ 3902 w 10001"/>
                <a:gd name="connsiteY2" fmla="*/ 993 h 14825"/>
                <a:gd name="connsiteX3" fmla="*/ 6227 w 10001"/>
                <a:gd name="connsiteY3" fmla="*/ 0 h 14825"/>
                <a:gd name="connsiteX4" fmla="*/ 8378 w 10001"/>
                <a:gd name="connsiteY4" fmla="*/ 996 h 14825"/>
                <a:gd name="connsiteX5" fmla="*/ 9998 w 10001"/>
                <a:gd name="connsiteY5" fmla="*/ 5748 h 14825"/>
                <a:gd name="connsiteX6" fmla="*/ 8721 w 10001"/>
                <a:gd name="connsiteY6" fmla="*/ 9207 h 14825"/>
                <a:gd name="connsiteX7" fmla="*/ 6011 w 10001"/>
                <a:gd name="connsiteY7" fmla="*/ 14823 h 14825"/>
                <a:gd name="connsiteX8" fmla="*/ 3914 w 10001"/>
                <a:gd name="connsiteY8" fmla="*/ 9895 h 14825"/>
                <a:gd name="connsiteX9" fmla="*/ 2716 w 10001"/>
                <a:gd name="connsiteY9" fmla="*/ 7797 h 14825"/>
                <a:gd name="connsiteX10" fmla="*/ 1479 w 10001"/>
                <a:gd name="connsiteY10" fmla="*/ 7402 h 14825"/>
                <a:gd name="connsiteX11" fmla="*/ 4 w 10001"/>
                <a:gd name="connsiteY11" fmla="*/ 3989 h 14825"/>
                <a:gd name="connsiteX0" fmla="*/ 4 w 10001"/>
                <a:gd name="connsiteY0" fmla="*/ 7436 h 18272"/>
                <a:gd name="connsiteX1" fmla="*/ 890 w 10001"/>
                <a:gd name="connsiteY1" fmla="*/ 5022 h 18272"/>
                <a:gd name="connsiteX2" fmla="*/ 3902 w 10001"/>
                <a:gd name="connsiteY2" fmla="*/ 4440 h 18272"/>
                <a:gd name="connsiteX3" fmla="*/ 6026 w 10001"/>
                <a:gd name="connsiteY3" fmla="*/ 0 h 18272"/>
                <a:gd name="connsiteX4" fmla="*/ 8378 w 10001"/>
                <a:gd name="connsiteY4" fmla="*/ 4443 h 18272"/>
                <a:gd name="connsiteX5" fmla="*/ 9998 w 10001"/>
                <a:gd name="connsiteY5" fmla="*/ 9195 h 18272"/>
                <a:gd name="connsiteX6" fmla="*/ 8721 w 10001"/>
                <a:gd name="connsiteY6" fmla="*/ 12654 h 18272"/>
                <a:gd name="connsiteX7" fmla="*/ 6011 w 10001"/>
                <a:gd name="connsiteY7" fmla="*/ 18270 h 18272"/>
                <a:gd name="connsiteX8" fmla="*/ 3914 w 10001"/>
                <a:gd name="connsiteY8" fmla="*/ 13342 h 18272"/>
                <a:gd name="connsiteX9" fmla="*/ 2716 w 10001"/>
                <a:gd name="connsiteY9" fmla="*/ 11244 h 18272"/>
                <a:gd name="connsiteX10" fmla="*/ 1479 w 10001"/>
                <a:gd name="connsiteY10" fmla="*/ 10849 h 18272"/>
                <a:gd name="connsiteX11" fmla="*/ 4 w 10001"/>
                <a:gd name="connsiteY11" fmla="*/ 7436 h 18272"/>
                <a:gd name="connsiteX0" fmla="*/ 1 w 9998"/>
                <a:gd name="connsiteY0" fmla="*/ 7436 h 18272"/>
                <a:gd name="connsiteX1" fmla="*/ 3899 w 9998"/>
                <a:gd name="connsiteY1" fmla="*/ 4440 h 18272"/>
                <a:gd name="connsiteX2" fmla="*/ 6023 w 9998"/>
                <a:gd name="connsiteY2" fmla="*/ 0 h 18272"/>
                <a:gd name="connsiteX3" fmla="*/ 8375 w 9998"/>
                <a:gd name="connsiteY3" fmla="*/ 4443 h 18272"/>
                <a:gd name="connsiteX4" fmla="*/ 9995 w 9998"/>
                <a:gd name="connsiteY4" fmla="*/ 9195 h 18272"/>
                <a:gd name="connsiteX5" fmla="*/ 8718 w 9998"/>
                <a:gd name="connsiteY5" fmla="*/ 12654 h 18272"/>
                <a:gd name="connsiteX6" fmla="*/ 6008 w 9998"/>
                <a:gd name="connsiteY6" fmla="*/ 18270 h 18272"/>
                <a:gd name="connsiteX7" fmla="*/ 3911 w 9998"/>
                <a:gd name="connsiteY7" fmla="*/ 13342 h 18272"/>
                <a:gd name="connsiteX8" fmla="*/ 2713 w 9998"/>
                <a:gd name="connsiteY8" fmla="*/ 11244 h 18272"/>
                <a:gd name="connsiteX9" fmla="*/ 1476 w 9998"/>
                <a:gd name="connsiteY9" fmla="*/ 10849 h 18272"/>
                <a:gd name="connsiteX10" fmla="*/ 1 w 9998"/>
                <a:gd name="connsiteY10" fmla="*/ 7436 h 18272"/>
                <a:gd name="connsiteX0" fmla="*/ 35 w 8559"/>
                <a:gd name="connsiteY0" fmla="*/ 5938 h 10000"/>
                <a:gd name="connsiteX1" fmla="*/ 2459 w 8559"/>
                <a:gd name="connsiteY1" fmla="*/ 2430 h 10000"/>
                <a:gd name="connsiteX2" fmla="*/ 4583 w 8559"/>
                <a:gd name="connsiteY2" fmla="*/ 0 h 10000"/>
                <a:gd name="connsiteX3" fmla="*/ 6936 w 8559"/>
                <a:gd name="connsiteY3" fmla="*/ 2432 h 10000"/>
                <a:gd name="connsiteX4" fmla="*/ 8556 w 8559"/>
                <a:gd name="connsiteY4" fmla="*/ 5032 h 10000"/>
                <a:gd name="connsiteX5" fmla="*/ 7279 w 8559"/>
                <a:gd name="connsiteY5" fmla="*/ 6925 h 10000"/>
                <a:gd name="connsiteX6" fmla="*/ 4568 w 8559"/>
                <a:gd name="connsiteY6" fmla="*/ 9999 h 10000"/>
                <a:gd name="connsiteX7" fmla="*/ 2471 w 8559"/>
                <a:gd name="connsiteY7" fmla="*/ 7302 h 10000"/>
                <a:gd name="connsiteX8" fmla="*/ 1273 w 8559"/>
                <a:gd name="connsiteY8" fmla="*/ 6154 h 10000"/>
                <a:gd name="connsiteX9" fmla="*/ 35 w 8559"/>
                <a:gd name="connsiteY9" fmla="*/ 5938 h 10000"/>
                <a:gd name="connsiteX0" fmla="*/ 49 w 9820"/>
                <a:gd name="connsiteY0" fmla="*/ 4655 h 10000"/>
                <a:gd name="connsiteX1" fmla="*/ 2693 w 9820"/>
                <a:gd name="connsiteY1" fmla="*/ 2430 h 10000"/>
                <a:gd name="connsiteX2" fmla="*/ 5175 w 9820"/>
                <a:gd name="connsiteY2" fmla="*/ 0 h 10000"/>
                <a:gd name="connsiteX3" fmla="*/ 7924 w 9820"/>
                <a:gd name="connsiteY3" fmla="*/ 2432 h 10000"/>
                <a:gd name="connsiteX4" fmla="*/ 9816 w 9820"/>
                <a:gd name="connsiteY4" fmla="*/ 5032 h 10000"/>
                <a:gd name="connsiteX5" fmla="*/ 8324 w 9820"/>
                <a:gd name="connsiteY5" fmla="*/ 6925 h 10000"/>
                <a:gd name="connsiteX6" fmla="*/ 5157 w 9820"/>
                <a:gd name="connsiteY6" fmla="*/ 9999 h 10000"/>
                <a:gd name="connsiteX7" fmla="*/ 2707 w 9820"/>
                <a:gd name="connsiteY7" fmla="*/ 7302 h 10000"/>
                <a:gd name="connsiteX8" fmla="*/ 1307 w 9820"/>
                <a:gd name="connsiteY8" fmla="*/ 6154 h 10000"/>
                <a:gd name="connsiteX9" fmla="*/ 49 w 9820"/>
                <a:gd name="connsiteY9" fmla="*/ 4655 h 10000"/>
                <a:gd name="connsiteX0" fmla="*/ 45 w 9995"/>
                <a:gd name="connsiteY0" fmla="*/ 4655 h 10000"/>
                <a:gd name="connsiteX1" fmla="*/ 2737 w 9995"/>
                <a:gd name="connsiteY1" fmla="*/ 2430 h 10000"/>
                <a:gd name="connsiteX2" fmla="*/ 5265 w 9995"/>
                <a:gd name="connsiteY2" fmla="*/ 0 h 10000"/>
                <a:gd name="connsiteX3" fmla="*/ 8064 w 9995"/>
                <a:gd name="connsiteY3" fmla="*/ 2432 h 10000"/>
                <a:gd name="connsiteX4" fmla="*/ 9991 w 9995"/>
                <a:gd name="connsiteY4" fmla="*/ 5032 h 10000"/>
                <a:gd name="connsiteX5" fmla="*/ 8472 w 9995"/>
                <a:gd name="connsiteY5" fmla="*/ 6925 h 10000"/>
                <a:gd name="connsiteX6" fmla="*/ 5247 w 9995"/>
                <a:gd name="connsiteY6" fmla="*/ 9999 h 10000"/>
                <a:gd name="connsiteX7" fmla="*/ 2752 w 9995"/>
                <a:gd name="connsiteY7" fmla="*/ 7302 h 10000"/>
                <a:gd name="connsiteX8" fmla="*/ 1374 w 9995"/>
                <a:gd name="connsiteY8" fmla="*/ 6984 h 10000"/>
                <a:gd name="connsiteX9" fmla="*/ 45 w 9995"/>
                <a:gd name="connsiteY9" fmla="*/ 4655 h 10000"/>
                <a:gd name="connsiteX0" fmla="*/ 45 w 10000"/>
                <a:gd name="connsiteY0" fmla="*/ 5032 h 10377"/>
                <a:gd name="connsiteX1" fmla="*/ 2738 w 10000"/>
                <a:gd name="connsiteY1" fmla="*/ 2807 h 10377"/>
                <a:gd name="connsiteX2" fmla="*/ 4886 w 10000"/>
                <a:gd name="connsiteY2" fmla="*/ 0 h 10377"/>
                <a:gd name="connsiteX3" fmla="*/ 8068 w 10000"/>
                <a:gd name="connsiteY3" fmla="*/ 2809 h 10377"/>
                <a:gd name="connsiteX4" fmla="*/ 9996 w 10000"/>
                <a:gd name="connsiteY4" fmla="*/ 5409 h 10377"/>
                <a:gd name="connsiteX5" fmla="*/ 8476 w 10000"/>
                <a:gd name="connsiteY5" fmla="*/ 7302 h 10377"/>
                <a:gd name="connsiteX6" fmla="*/ 5250 w 10000"/>
                <a:gd name="connsiteY6" fmla="*/ 10376 h 10377"/>
                <a:gd name="connsiteX7" fmla="*/ 2753 w 10000"/>
                <a:gd name="connsiteY7" fmla="*/ 7679 h 10377"/>
                <a:gd name="connsiteX8" fmla="*/ 1375 w 10000"/>
                <a:gd name="connsiteY8" fmla="*/ 7361 h 10377"/>
                <a:gd name="connsiteX9" fmla="*/ 45 w 10000"/>
                <a:gd name="connsiteY9" fmla="*/ 5032 h 10377"/>
                <a:gd name="connsiteX0" fmla="*/ 45 w 10000"/>
                <a:gd name="connsiteY0" fmla="*/ 5036 h 10381"/>
                <a:gd name="connsiteX1" fmla="*/ 2738 w 10000"/>
                <a:gd name="connsiteY1" fmla="*/ 2811 h 10381"/>
                <a:gd name="connsiteX2" fmla="*/ 4886 w 10000"/>
                <a:gd name="connsiteY2" fmla="*/ 4 h 10381"/>
                <a:gd name="connsiteX3" fmla="*/ 8068 w 10000"/>
                <a:gd name="connsiteY3" fmla="*/ 2813 h 10381"/>
                <a:gd name="connsiteX4" fmla="*/ 9996 w 10000"/>
                <a:gd name="connsiteY4" fmla="*/ 5413 h 10381"/>
                <a:gd name="connsiteX5" fmla="*/ 8476 w 10000"/>
                <a:gd name="connsiteY5" fmla="*/ 7306 h 10381"/>
                <a:gd name="connsiteX6" fmla="*/ 5250 w 10000"/>
                <a:gd name="connsiteY6" fmla="*/ 10380 h 10381"/>
                <a:gd name="connsiteX7" fmla="*/ 2753 w 10000"/>
                <a:gd name="connsiteY7" fmla="*/ 7683 h 10381"/>
                <a:gd name="connsiteX8" fmla="*/ 1375 w 10000"/>
                <a:gd name="connsiteY8" fmla="*/ 7365 h 10381"/>
                <a:gd name="connsiteX9" fmla="*/ 45 w 10000"/>
                <a:gd name="connsiteY9" fmla="*/ 5036 h 10381"/>
                <a:gd name="connsiteX0" fmla="*/ 45 w 10000"/>
                <a:gd name="connsiteY0" fmla="*/ 5036 h 10796"/>
                <a:gd name="connsiteX1" fmla="*/ 2738 w 10000"/>
                <a:gd name="connsiteY1" fmla="*/ 2811 h 10796"/>
                <a:gd name="connsiteX2" fmla="*/ 4886 w 10000"/>
                <a:gd name="connsiteY2" fmla="*/ 4 h 10796"/>
                <a:gd name="connsiteX3" fmla="*/ 8068 w 10000"/>
                <a:gd name="connsiteY3" fmla="*/ 2813 h 10796"/>
                <a:gd name="connsiteX4" fmla="*/ 9996 w 10000"/>
                <a:gd name="connsiteY4" fmla="*/ 5413 h 10796"/>
                <a:gd name="connsiteX5" fmla="*/ 8476 w 10000"/>
                <a:gd name="connsiteY5" fmla="*/ 7306 h 10796"/>
                <a:gd name="connsiteX6" fmla="*/ 5202 w 10000"/>
                <a:gd name="connsiteY6" fmla="*/ 10795 h 10796"/>
                <a:gd name="connsiteX7" fmla="*/ 2753 w 10000"/>
                <a:gd name="connsiteY7" fmla="*/ 7683 h 10796"/>
                <a:gd name="connsiteX8" fmla="*/ 1375 w 10000"/>
                <a:gd name="connsiteY8" fmla="*/ 7365 h 10796"/>
                <a:gd name="connsiteX9" fmla="*/ 45 w 10000"/>
                <a:gd name="connsiteY9" fmla="*/ 5036 h 10796"/>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00" h="10795">
                  <a:moveTo>
                    <a:pt x="45" y="5036"/>
                  </a:moveTo>
                  <a:cubicBezTo>
                    <a:pt x="272" y="4277"/>
                    <a:pt x="1931" y="3650"/>
                    <a:pt x="2738" y="2811"/>
                  </a:cubicBezTo>
                  <a:cubicBezTo>
                    <a:pt x="3545" y="1972"/>
                    <a:pt x="3352" y="117"/>
                    <a:pt x="4886" y="4"/>
                  </a:cubicBezTo>
                  <a:cubicBezTo>
                    <a:pt x="6420" y="-109"/>
                    <a:pt x="7216" y="1912"/>
                    <a:pt x="8068" y="2813"/>
                  </a:cubicBezTo>
                  <a:cubicBezTo>
                    <a:pt x="8920" y="3715"/>
                    <a:pt x="9928" y="3420"/>
                    <a:pt x="9996" y="5413"/>
                  </a:cubicBezTo>
                  <a:cubicBezTo>
                    <a:pt x="10064" y="7406"/>
                    <a:pt x="9275" y="6409"/>
                    <a:pt x="8476" y="7306"/>
                  </a:cubicBezTo>
                  <a:cubicBezTo>
                    <a:pt x="7677" y="8203"/>
                    <a:pt x="7086" y="10770"/>
                    <a:pt x="5202" y="10795"/>
                  </a:cubicBezTo>
                  <a:cubicBezTo>
                    <a:pt x="3318" y="10820"/>
                    <a:pt x="3391" y="8255"/>
                    <a:pt x="2753" y="7683"/>
                  </a:cubicBezTo>
                  <a:cubicBezTo>
                    <a:pt x="2115" y="7111"/>
                    <a:pt x="2326" y="7496"/>
                    <a:pt x="1375" y="7365"/>
                  </a:cubicBezTo>
                  <a:cubicBezTo>
                    <a:pt x="493" y="6773"/>
                    <a:pt x="-182" y="5795"/>
                    <a:pt x="45" y="5036"/>
                  </a:cubicBezTo>
                  <a:close/>
                </a:path>
              </a:pathLst>
            </a:custGeom>
            <a:solidFill>
              <a:srgbClr val="66CCFF"/>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grpSp>
          <p:nvGrpSpPr>
            <p:cNvPr id="139" name="Group 138"/>
            <p:cNvGrpSpPr/>
            <p:nvPr/>
          </p:nvGrpSpPr>
          <p:grpSpPr>
            <a:xfrm>
              <a:off x="-1935370" y="2935816"/>
              <a:ext cx="2333625" cy="1590649"/>
              <a:chOff x="833331" y="2873352"/>
              <a:chExt cx="2333625" cy="1590649"/>
            </a:xfrm>
          </p:grpSpPr>
          <p:grpSp>
            <p:nvGrpSpPr>
              <p:cNvPr id="140" name="Group 139"/>
              <p:cNvGrpSpPr/>
              <p:nvPr/>
            </p:nvGrpSpPr>
            <p:grpSpPr>
              <a:xfrm>
                <a:off x="1736090" y="2873352"/>
                <a:ext cx="565150" cy="369332"/>
                <a:chOff x="1736090" y="2873352"/>
                <a:chExt cx="565150" cy="369332"/>
              </a:xfrm>
            </p:grpSpPr>
            <p:grpSp>
              <p:nvGrpSpPr>
                <p:cNvPr id="189" name="Group 327"/>
                <p:cNvGrpSpPr>
                  <a:grpSpLocks/>
                </p:cNvGrpSpPr>
                <p:nvPr/>
              </p:nvGrpSpPr>
              <p:grpSpPr bwMode="auto">
                <a:xfrm>
                  <a:off x="1736090" y="2893762"/>
                  <a:ext cx="565150" cy="292100"/>
                  <a:chOff x="1871277" y="1576300"/>
                  <a:chExt cx="1128371" cy="437861"/>
                </a:xfrm>
              </p:grpSpPr>
              <p:sp>
                <p:nvSpPr>
                  <p:cNvPr id="193" name="Oval 192"/>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94" name="Rectangle 193"/>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95" name="Oval 194"/>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96" name="Freeform 195"/>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97" name="Freeform 196"/>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98" name="Freeform 197"/>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99" name="Freeform 198"/>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00" name="Straight Connector 199"/>
                  <p:cNvCxnSpPr>
                    <a:endCxn id="195"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01" name="Straight Connector 200"/>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90" name="Group 189"/>
                <p:cNvGrpSpPr/>
                <p:nvPr/>
              </p:nvGrpSpPr>
              <p:grpSpPr>
                <a:xfrm>
                  <a:off x="1770362" y="2873352"/>
                  <a:ext cx="441422" cy="369332"/>
                  <a:chOff x="667045" y="1708643"/>
                  <a:chExt cx="441422" cy="369332"/>
                </a:xfrm>
              </p:grpSpPr>
              <p:sp>
                <p:nvSpPr>
                  <p:cNvPr id="191" name="Oval 190"/>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92" name="TextBox 191"/>
                  <p:cNvSpPr txBox="1"/>
                  <p:nvPr/>
                </p:nvSpPr>
                <p:spPr>
                  <a:xfrm>
                    <a:off x="667045" y="1708643"/>
                    <a:ext cx="441422" cy="369332"/>
                  </a:xfrm>
                  <a:prstGeom prst="rect">
                    <a:avLst/>
                  </a:prstGeom>
                  <a:noFill/>
                </p:spPr>
                <p:txBody>
                  <a:bodyPr wrap="none" rtlCol="0">
                    <a:spAutoFit/>
                  </a:bodyPr>
                  <a:lstStyle/>
                  <a:p>
                    <a:r>
                      <a:rPr lang="en-US" dirty="0"/>
                      <a:t>2b</a:t>
                    </a:r>
                  </a:p>
                </p:txBody>
              </p:sp>
            </p:grpSp>
          </p:grpSp>
          <p:grpSp>
            <p:nvGrpSpPr>
              <p:cNvPr id="141" name="Group 140"/>
              <p:cNvGrpSpPr/>
              <p:nvPr/>
            </p:nvGrpSpPr>
            <p:grpSpPr>
              <a:xfrm>
                <a:off x="1740320" y="4094669"/>
                <a:ext cx="565150" cy="369332"/>
                <a:chOff x="1736090" y="2873352"/>
                <a:chExt cx="565150" cy="369332"/>
              </a:xfrm>
            </p:grpSpPr>
            <p:grpSp>
              <p:nvGrpSpPr>
                <p:cNvPr id="176" name="Group 327"/>
                <p:cNvGrpSpPr>
                  <a:grpSpLocks/>
                </p:cNvGrpSpPr>
                <p:nvPr/>
              </p:nvGrpSpPr>
              <p:grpSpPr bwMode="auto">
                <a:xfrm>
                  <a:off x="1736090" y="2893762"/>
                  <a:ext cx="565150" cy="292100"/>
                  <a:chOff x="1871277" y="1576300"/>
                  <a:chExt cx="1128371" cy="437861"/>
                </a:xfrm>
              </p:grpSpPr>
              <p:sp>
                <p:nvSpPr>
                  <p:cNvPr id="180" name="Oval 179"/>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81" name="Rectangle 180"/>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82" name="Oval 181"/>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83" name="Freeform 182"/>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84" name="Freeform 183"/>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85" name="Freeform 184"/>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86" name="Freeform 185"/>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87" name="Straight Connector 186"/>
                  <p:cNvCxnSpPr>
                    <a:endCxn id="182"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88" name="Straight Connector 187"/>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77" name="Group 176"/>
                <p:cNvGrpSpPr/>
                <p:nvPr/>
              </p:nvGrpSpPr>
              <p:grpSpPr>
                <a:xfrm>
                  <a:off x="1770362" y="2873352"/>
                  <a:ext cx="441422" cy="369332"/>
                  <a:chOff x="667045" y="1708643"/>
                  <a:chExt cx="441422" cy="369332"/>
                </a:xfrm>
              </p:grpSpPr>
              <p:sp>
                <p:nvSpPr>
                  <p:cNvPr id="178" name="Oval 177"/>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79" name="TextBox 178"/>
                  <p:cNvSpPr txBox="1"/>
                  <p:nvPr/>
                </p:nvSpPr>
                <p:spPr>
                  <a:xfrm>
                    <a:off x="667045" y="1708643"/>
                    <a:ext cx="441422" cy="369332"/>
                  </a:xfrm>
                  <a:prstGeom prst="rect">
                    <a:avLst/>
                  </a:prstGeom>
                  <a:noFill/>
                </p:spPr>
                <p:txBody>
                  <a:bodyPr wrap="none" rtlCol="0">
                    <a:spAutoFit/>
                  </a:bodyPr>
                  <a:lstStyle/>
                  <a:p>
                    <a:r>
                      <a:rPr lang="en-US" dirty="0"/>
                      <a:t>2d</a:t>
                    </a:r>
                  </a:p>
                </p:txBody>
              </p:sp>
            </p:grpSp>
          </p:grpSp>
          <p:grpSp>
            <p:nvGrpSpPr>
              <p:cNvPr id="142" name="Group 141"/>
              <p:cNvGrpSpPr/>
              <p:nvPr/>
            </p:nvGrpSpPr>
            <p:grpSpPr>
              <a:xfrm>
                <a:off x="2601806" y="3485072"/>
                <a:ext cx="565150" cy="369332"/>
                <a:chOff x="1736090" y="2873352"/>
                <a:chExt cx="565150" cy="369332"/>
              </a:xfrm>
            </p:grpSpPr>
            <p:grpSp>
              <p:nvGrpSpPr>
                <p:cNvPr id="163" name="Group 327"/>
                <p:cNvGrpSpPr>
                  <a:grpSpLocks/>
                </p:cNvGrpSpPr>
                <p:nvPr/>
              </p:nvGrpSpPr>
              <p:grpSpPr bwMode="auto">
                <a:xfrm>
                  <a:off x="1736090" y="2893762"/>
                  <a:ext cx="565150" cy="292100"/>
                  <a:chOff x="1871277" y="1576300"/>
                  <a:chExt cx="1128371" cy="437861"/>
                </a:xfrm>
              </p:grpSpPr>
              <p:sp>
                <p:nvSpPr>
                  <p:cNvPr id="167" name="Oval 166"/>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68" name="Rectangle 167"/>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69" name="Oval 168"/>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70" name="Freeform 169"/>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71" name="Freeform 170"/>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72" name="Freeform 171"/>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73" name="Freeform 172"/>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74" name="Straight Connector 173"/>
                  <p:cNvCxnSpPr>
                    <a:endCxn id="169"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75" name="Straight Connector 174"/>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64" name="Group 163"/>
                <p:cNvGrpSpPr/>
                <p:nvPr/>
              </p:nvGrpSpPr>
              <p:grpSpPr>
                <a:xfrm>
                  <a:off x="1770362" y="2873352"/>
                  <a:ext cx="428460" cy="369332"/>
                  <a:chOff x="667045" y="1708643"/>
                  <a:chExt cx="428460" cy="369332"/>
                </a:xfrm>
              </p:grpSpPr>
              <p:sp>
                <p:nvSpPr>
                  <p:cNvPr id="165" name="Oval 164"/>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66" name="TextBox 165"/>
                  <p:cNvSpPr txBox="1"/>
                  <p:nvPr/>
                </p:nvSpPr>
                <p:spPr>
                  <a:xfrm>
                    <a:off x="667045" y="1708643"/>
                    <a:ext cx="428460" cy="369332"/>
                  </a:xfrm>
                  <a:prstGeom prst="rect">
                    <a:avLst/>
                  </a:prstGeom>
                  <a:noFill/>
                </p:spPr>
                <p:txBody>
                  <a:bodyPr wrap="none" rtlCol="0">
                    <a:spAutoFit/>
                  </a:bodyPr>
                  <a:lstStyle/>
                  <a:p>
                    <a:r>
                      <a:rPr lang="en-US" dirty="0"/>
                      <a:t>2c</a:t>
                    </a:r>
                  </a:p>
                </p:txBody>
              </p:sp>
            </p:grpSp>
          </p:grpSp>
          <p:grpSp>
            <p:nvGrpSpPr>
              <p:cNvPr id="143" name="Group 142"/>
              <p:cNvGrpSpPr/>
              <p:nvPr/>
            </p:nvGrpSpPr>
            <p:grpSpPr>
              <a:xfrm>
                <a:off x="833331" y="3478719"/>
                <a:ext cx="565150" cy="369332"/>
                <a:chOff x="1736090" y="2873352"/>
                <a:chExt cx="565150" cy="369332"/>
              </a:xfrm>
            </p:grpSpPr>
            <p:grpSp>
              <p:nvGrpSpPr>
                <p:cNvPr id="150" name="Group 327"/>
                <p:cNvGrpSpPr>
                  <a:grpSpLocks/>
                </p:cNvGrpSpPr>
                <p:nvPr/>
              </p:nvGrpSpPr>
              <p:grpSpPr bwMode="auto">
                <a:xfrm>
                  <a:off x="1736090" y="2893762"/>
                  <a:ext cx="565150" cy="292100"/>
                  <a:chOff x="1871277" y="1576300"/>
                  <a:chExt cx="1128371" cy="437861"/>
                </a:xfrm>
              </p:grpSpPr>
              <p:sp>
                <p:nvSpPr>
                  <p:cNvPr id="154" name="Oval 153"/>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55" name="Rectangle 154"/>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56" name="Oval 155"/>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57" name="Freeform 156"/>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58" name="Freeform 157"/>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59" name="Freeform 158"/>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60" name="Freeform 159"/>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61" name="Straight Connector 160"/>
                  <p:cNvCxnSpPr>
                    <a:endCxn id="156"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62" name="Straight Connector 161"/>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51" name="Group 150"/>
                <p:cNvGrpSpPr/>
                <p:nvPr/>
              </p:nvGrpSpPr>
              <p:grpSpPr>
                <a:xfrm>
                  <a:off x="1770362" y="2873352"/>
                  <a:ext cx="441422" cy="369332"/>
                  <a:chOff x="667045" y="1708643"/>
                  <a:chExt cx="441422" cy="369332"/>
                </a:xfrm>
              </p:grpSpPr>
              <p:sp>
                <p:nvSpPr>
                  <p:cNvPr id="152" name="Oval 151"/>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53" name="TextBox 152"/>
                  <p:cNvSpPr txBox="1"/>
                  <p:nvPr/>
                </p:nvSpPr>
                <p:spPr>
                  <a:xfrm>
                    <a:off x="667045" y="1708643"/>
                    <a:ext cx="441422" cy="369332"/>
                  </a:xfrm>
                  <a:prstGeom prst="rect">
                    <a:avLst/>
                  </a:prstGeom>
                  <a:noFill/>
                </p:spPr>
                <p:txBody>
                  <a:bodyPr wrap="none" rtlCol="0">
                    <a:spAutoFit/>
                  </a:bodyPr>
                  <a:lstStyle/>
                  <a:p>
                    <a:r>
                      <a:rPr lang="en-US" dirty="0"/>
                      <a:t>2a</a:t>
                    </a:r>
                  </a:p>
                </p:txBody>
              </p:sp>
            </p:grpSp>
          </p:grpSp>
          <p:cxnSp>
            <p:nvCxnSpPr>
              <p:cNvPr id="144" name="Straight Connector 143"/>
              <p:cNvCxnSpPr>
                <a:stCxn id="192" idx="2"/>
                <a:endCxn id="179" idx="0"/>
              </p:cNvCxnSpPr>
              <p:nvPr/>
            </p:nvCxnSpPr>
            <p:spPr bwMode="auto">
              <a:xfrm>
                <a:off x="1991073" y="3242684"/>
                <a:ext cx="4230" cy="851985"/>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145" name="Straight Connector 144"/>
              <p:cNvCxnSpPr/>
              <p:nvPr/>
            </p:nvCxnSpPr>
            <p:spPr bwMode="auto">
              <a:xfrm>
                <a:off x="1407477" y="3648621"/>
                <a:ext cx="1204913" cy="6353"/>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146" name="Straight Connector 145"/>
              <p:cNvCxnSpPr>
                <a:stCxn id="193" idx="7"/>
              </p:cNvCxnSpPr>
              <p:nvPr/>
            </p:nvCxnSpPr>
            <p:spPr bwMode="auto">
              <a:xfrm>
                <a:off x="2218708" y="3154477"/>
                <a:ext cx="480042" cy="369773"/>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147" name="Straight Connector 146"/>
              <p:cNvCxnSpPr/>
              <p:nvPr/>
            </p:nvCxnSpPr>
            <p:spPr bwMode="auto">
              <a:xfrm>
                <a:off x="1300073" y="3786304"/>
                <a:ext cx="477927" cy="357071"/>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148" name="Straight Connector 147"/>
              <p:cNvCxnSpPr/>
              <p:nvPr/>
            </p:nvCxnSpPr>
            <p:spPr bwMode="auto">
              <a:xfrm flipH="1">
                <a:off x="2196042" y="3783542"/>
                <a:ext cx="508002" cy="349250"/>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149" name="Straight Connector 148"/>
              <p:cNvCxnSpPr/>
              <p:nvPr/>
            </p:nvCxnSpPr>
            <p:spPr bwMode="auto">
              <a:xfrm flipH="1">
                <a:off x="1287553" y="3166946"/>
                <a:ext cx="508002" cy="349250"/>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grpSp>
      </p:grpSp>
      <p:grpSp>
        <p:nvGrpSpPr>
          <p:cNvPr id="202" name="Group 201"/>
          <p:cNvGrpSpPr/>
          <p:nvPr/>
        </p:nvGrpSpPr>
        <p:grpSpPr>
          <a:xfrm>
            <a:off x="5839067" y="2689747"/>
            <a:ext cx="2712783" cy="1853712"/>
            <a:chOff x="-2170772" y="2784954"/>
            <a:chExt cx="2712783" cy="1853712"/>
          </a:xfrm>
        </p:grpSpPr>
        <p:sp>
          <p:nvSpPr>
            <p:cNvPr id="203" name="Freeform 2"/>
            <p:cNvSpPr>
              <a:spLocks/>
            </p:cNvSpPr>
            <p:nvPr/>
          </p:nvSpPr>
          <p:spPr bwMode="auto">
            <a:xfrm>
              <a:off x="-2170772" y="2784954"/>
              <a:ext cx="2712783" cy="1853712"/>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 fmla="*/ 4 w 8600"/>
                <a:gd name="connsiteY0" fmla="*/ 4042 h 10128"/>
                <a:gd name="connsiteX1" fmla="*/ 715 w 8600"/>
                <a:gd name="connsiteY1" fmla="*/ 1598 h 10128"/>
                <a:gd name="connsiteX2" fmla="*/ 3130 w 8600"/>
                <a:gd name="connsiteY2" fmla="*/ 1009 h 10128"/>
                <a:gd name="connsiteX3" fmla="*/ 4995 w 8600"/>
                <a:gd name="connsiteY3" fmla="*/ 3 h 10128"/>
                <a:gd name="connsiteX4" fmla="*/ 6720 w 8600"/>
                <a:gd name="connsiteY4" fmla="*/ 1012 h 10128"/>
                <a:gd name="connsiteX5" fmla="*/ 8599 w 8600"/>
                <a:gd name="connsiteY5" fmla="*/ 6800 h 10128"/>
                <a:gd name="connsiteX6" fmla="*/ 6995 w 8600"/>
                <a:gd name="connsiteY6" fmla="*/ 9325 h 10128"/>
                <a:gd name="connsiteX7" fmla="*/ 5307 w 8600"/>
                <a:gd name="connsiteY7" fmla="*/ 8846 h 10128"/>
                <a:gd name="connsiteX8" fmla="*/ 4371 w 8600"/>
                <a:gd name="connsiteY8" fmla="*/ 9915 h 10128"/>
                <a:gd name="connsiteX9" fmla="*/ 3140 w 8600"/>
                <a:gd name="connsiteY9" fmla="*/ 10022 h 10128"/>
                <a:gd name="connsiteX10" fmla="*/ 2179 w 8600"/>
                <a:gd name="connsiteY10" fmla="*/ 7898 h 10128"/>
                <a:gd name="connsiteX11" fmla="*/ 1187 w 8600"/>
                <a:gd name="connsiteY11" fmla="*/ 7498 h 10128"/>
                <a:gd name="connsiteX12" fmla="*/ 4 w 8600"/>
                <a:gd name="connsiteY12" fmla="*/ 4042 h 10128"/>
                <a:gd name="connsiteX0" fmla="*/ 4 w 9326"/>
                <a:gd name="connsiteY0" fmla="*/ 3988 h 9997"/>
                <a:gd name="connsiteX1" fmla="*/ 830 w 9326"/>
                <a:gd name="connsiteY1" fmla="*/ 1575 h 9997"/>
                <a:gd name="connsiteX2" fmla="*/ 3639 w 9326"/>
                <a:gd name="connsiteY2" fmla="*/ 993 h 9997"/>
                <a:gd name="connsiteX3" fmla="*/ 5807 w 9326"/>
                <a:gd name="connsiteY3" fmla="*/ 0 h 9997"/>
                <a:gd name="connsiteX4" fmla="*/ 7813 w 9326"/>
                <a:gd name="connsiteY4" fmla="*/ 996 h 9997"/>
                <a:gd name="connsiteX5" fmla="*/ 9324 w 9326"/>
                <a:gd name="connsiteY5" fmla="*/ 5746 h 9997"/>
                <a:gd name="connsiteX6" fmla="*/ 8133 w 9326"/>
                <a:gd name="connsiteY6" fmla="*/ 9204 h 9997"/>
                <a:gd name="connsiteX7" fmla="*/ 6170 w 9326"/>
                <a:gd name="connsiteY7" fmla="*/ 8731 h 9997"/>
                <a:gd name="connsiteX8" fmla="*/ 5082 w 9326"/>
                <a:gd name="connsiteY8" fmla="*/ 9787 h 9997"/>
                <a:gd name="connsiteX9" fmla="*/ 3650 w 9326"/>
                <a:gd name="connsiteY9" fmla="*/ 9892 h 9997"/>
                <a:gd name="connsiteX10" fmla="*/ 2533 w 9326"/>
                <a:gd name="connsiteY10" fmla="*/ 7795 h 9997"/>
                <a:gd name="connsiteX11" fmla="*/ 1379 w 9326"/>
                <a:gd name="connsiteY11" fmla="*/ 7400 h 9997"/>
                <a:gd name="connsiteX12" fmla="*/ 4 w 9326"/>
                <a:gd name="connsiteY12" fmla="*/ 3988 h 9997"/>
                <a:gd name="connsiteX0" fmla="*/ 4 w 10001"/>
                <a:gd name="connsiteY0" fmla="*/ 3989 h 10041"/>
                <a:gd name="connsiteX1" fmla="*/ 890 w 10001"/>
                <a:gd name="connsiteY1" fmla="*/ 1575 h 10041"/>
                <a:gd name="connsiteX2" fmla="*/ 3902 w 10001"/>
                <a:gd name="connsiteY2" fmla="*/ 993 h 10041"/>
                <a:gd name="connsiteX3" fmla="*/ 6227 w 10001"/>
                <a:gd name="connsiteY3" fmla="*/ 0 h 10041"/>
                <a:gd name="connsiteX4" fmla="*/ 8378 w 10001"/>
                <a:gd name="connsiteY4" fmla="*/ 996 h 10041"/>
                <a:gd name="connsiteX5" fmla="*/ 9998 w 10001"/>
                <a:gd name="connsiteY5" fmla="*/ 5748 h 10041"/>
                <a:gd name="connsiteX6" fmla="*/ 8721 w 10001"/>
                <a:gd name="connsiteY6" fmla="*/ 9207 h 10041"/>
                <a:gd name="connsiteX7" fmla="*/ 5449 w 10001"/>
                <a:gd name="connsiteY7" fmla="*/ 9790 h 10041"/>
                <a:gd name="connsiteX8" fmla="*/ 3914 w 10001"/>
                <a:gd name="connsiteY8" fmla="*/ 9895 h 10041"/>
                <a:gd name="connsiteX9" fmla="*/ 2716 w 10001"/>
                <a:gd name="connsiteY9" fmla="*/ 7797 h 10041"/>
                <a:gd name="connsiteX10" fmla="*/ 1479 w 10001"/>
                <a:gd name="connsiteY10" fmla="*/ 7402 h 10041"/>
                <a:gd name="connsiteX11" fmla="*/ 4 w 10001"/>
                <a:gd name="connsiteY11" fmla="*/ 3989 h 10041"/>
                <a:gd name="connsiteX0" fmla="*/ 4 w 10001"/>
                <a:gd name="connsiteY0" fmla="*/ 3989 h 14825"/>
                <a:gd name="connsiteX1" fmla="*/ 890 w 10001"/>
                <a:gd name="connsiteY1" fmla="*/ 1575 h 14825"/>
                <a:gd name="connsiteX2" fmla="*/ 3902 w 10001"/>
                <a:gd name="connsiteY2" fmla="*/ 993 h 14825"/>
                <a:gd name="connsiteX3" fmla="*/ 6227 w 10001"/>
                <a:gd name="connsiteY3" fmla="*/ 0 h 14825"/>
                <a:gd name="connsiteX4" fmla="*/ 8378 w 10001"/>
                <a:gd name="connsiteY4" fmla="*/ 996 h 14825"/>
                <a:gd name="connsiteX5" fmla="*/ 9998 w 10001"/>
                <a:gd name="connsiteY5" fmla="*/ 5748 h 14825"/>
                <a:gd name="connsiteX6" fmla="*/ 8721 w 10001"/>
                <a:gd name="connsiteY6" fmla="*/ 9207 h 14825"/>
                <a:gd name="connsiteX7" fmla="*/ 6011 w 10001"/>
                <a:gd name="connsiteY7" fmla="*/ 14823 h 14825"/>
                <a:gd name="connsiteX8" fmla="*/ 3914 w 10001"/>
                <a:gd name="connsiteY8" fmla="*/ 9895 h 14825"/>
                <a:gd name="connsiteX9" fmla="*/ 2716 w 10001"/>
                <a:gd name="connsiteY9" fmla="*/ 7797 h 14825"/>
                <a:gd name="connsiteX10" fmla="*/ 1479 w 10001"/>
                <a:gd name="connsiteY10" fmla="*/ 7402 h 14825"/>
                <a:gd name="connsiteX11" fmla="*/ 4 w 10001"/>
                <a:gd name="connsiteY11" fmla="*/ 3989 h 14825"/>
                <a:gd name="connsiteX0" fmla="*/ 4 w 10001"/>
                <a:gd name="connsiteY0" fmla="*/ 7436 h 18272"/>
                <a:gd name="connsiteX1" fmla="*/ 890 w 10001"/>
                <a:gd name="connsiteY1" fmla="*/ 5022 h 18272"/>
                <a:gd name="connsiteX2" fmla="*/ 3902 w 10001"/>
                <a:gd name="connsiteY2" fmla="*/ 4440 h 18272"/>
                <a:gd name="connsiteX3" fmla="*/ 6026 w 10001"/>
                <a:gd name="connsiteY3" fmla="*/ 0 h 18272"/>
                <a:gd name="connsiteX4" fmla="*/ 8378 w 10001"/>
                <a:gd name="connsiteY4" fmla="*/ 4443 h 18272"/>
                <a:gd name="connsiteX5" fmla="*/ 9998 w 10001"/>
                <a:gd name="connsiteY5" fmla="*/ 9195 h 18272"/>
                <a:gd name="connsiteX6" fmla="*/ 8721 w 10001"/>
                <a:gd name="connsiteY6" fmla="*/ 12654 h 18272"/>
                <a:gd name="connsiteX7" fmla="*/ 6011 w 10001"/>
                <a:gd name="connsiteY7" fmla="*/ 18270 h 18272"/>
                <a:gd name="connsiteX8" fmla="*/ 3914 w 10001"/>
                <a:gd name="connsiteY8" fmla="*/ 13342 h 18272"/>
                <a:gd name="connsiteX9" fmla="*/ 2716 w 10001"/>
                <a:gd name="connsiteY9" fmla="*/ 11244 h 18272"/>
                <a:gd name="connsiteX10" fmla="*/ 1479 w 10001"/>
                <a:gd name="connsiteY10" fmla="*/ 10849 h 18272"/>
                <a:gd name="connsiteX11" fmla="*/ 4 w 10001"/>
                <a:gd name="connsiteY11" fmla="*/ 7436 h 18272"/>
                <a:gd name="connsiteX0" fmla="*/ 1 w 9998"/>
                <a:gd name="connsiteY0" fmla="*/ 7436 h 18272"/>
                <a:gd name="connsiteX1" fmla="*/ 3899 w 9998"/>
                <a:gd name="connsiteY1" fmla="*/ 4440 h 18272"/>
                <a:gd name="connsiteX2" fmla="*/ 6023 w 9998"/>
                <a:gd name="connsiteY2" fmla="*/ 0 h 18272"/>
                <a:gd name="connsiteX3" fmla="*/ 8375 w 9998"/>
                <a:gd name="connsiteY3" fmla="*/ 4443 h 18272"/>
                <a:gd name="connsiteX4" fmla="*/ 9995 w 9998"/>
                <a:gd name="connsiteY4" fmla="*/ 9195 h 18272"/>
                <a:gd name="connsiteX5" fmla="*/ 8718 w 9998"/>
                <a:gd name="connsiteY5" fmla="*/ 12654 h 18272"/>
                <a:gd name="connsiteX6" fmla="*/ 6008 w 9998"/>
                <a:gd name="connsiteY6" fmla="*/ 18270 h 18272"/>
                <a:gd name="connsiteX7" fmla="*/ 3911 w 9998"/>
                <a:gd name="connsiteY7" fmla="*/ 13342 h 18272"/>
                <a:gd name="connsiteX8" fmla="*/ 2713 w 9998"/>
                <a:gd name="connsiteY8" fmla="*/ 11244 h 18272"/>
                <a:gd name="connsiteX9" fmla="*/ 1476 w 9998"/>
                <a:gd name="connsiteY9" fmla="*/ 10849 h 18272"/>
                <a:gd name="connsiteX10" fmla="*/ 1 w 9998"/>
                <a:gd name="connsiteY10" fmla="*/ 7436 h 18272"/>
                <a:gd name="connsiteX0" fmla="*/ 35 w 8559"/>
                <a:gd name="connsiteY0" fmla="*/ 5938 h 10000"/>
                <a:gd name="connsiteX1" fmla="*/ 2459 w 8559"/>
                <a:gd name="connsiteY1" fmla="*/ 2430 h 10000"/>
                <a:gd name="connsiteX2" fmla="*/ 4583 w 8559"/>
                <a:gd name="connsiteY2" fmla="*/ 0 h 10000"/>
                <a:gd name="connsiteX3" fmla="*/ 6936 w 8559"/>
                <a:gd name="connsiteY3" fmla="*/ 2432 h 10000"/>
                <a:gd name="connsiteX4" fmla="*/ 8556 w 8559"/>
                <a:gd name="connsiteY4" fmla="*/ 5032 h 10000"/>
                <a:gd name="connsiteX5" fmla="*/ 7279 w 8559"/>
                <a:gd name="connsiteY5" fmla="*/ 6925 h 10000"/>
                <a:gd name="connsiteX6" fmla="*/ 4568 w 8559"/>
                <a:gd name="connsiteY6" fmla="*/ 9999 h 10000"/>
                <a:gd name="connsiteX7" fmla="*/ 2471 w 8559"/>
                <a:gd name="connsiteY7" fmla="*/ 7302 h 10000"/>
                <a:gd name="connsiteX8" fmla="*/ 1273 w 8559"/>
                <a:gd name="connsiteY8" fmla="*/ 6154 h 10000"/>
                <a:gd name="connsiteX9" fmla="*/ 35 w 8559"/>
                <a:gd name="connsiteY9" fmla="*/ 5938 h 10000"/>
                <a:gd name="connsiteX0" fmla="*/ 49 w 9820"/>
                <a:gd name="connsiteY0" fmla="*/ 4655 h 10000"/>
                <a:gd name="connsiteX1" fmla="*/ 2693 w 9820"/>
                <a:gd name="connsiteY1" fmla="*/ 2430 h 10000"/>
                <a:gd name="connsiteX2" fmla="*/ 5175 w 9820"/>
                <a:gd name="connsiteY2" fmla="*/ 0 h 10000"/>
                <a:gd name="connsiteX3" fmla="*/ 7924 w 9820"/>
                <a:gd name="connsiteY3" fmla="*/ 2432 h 10000"/>
                <a:gd name="connsiteX4" fmla="*/ 9816 w 9820"/>
                <a:gd name="connsiteY4" fmla="*/ 5032 h 10000"/>
                <a:gd name="connsiteX5" fmla="*/ 8324 w 9820"/>
                <a:gd name="connsiteY5" fmla="*/ 6925 h 10000"/>
                <a:gd name="connsiteX6" fmla="*/ 5157 w 9820"/>
                <a:gd name="connsiteY6" fmla="*/ 9999 h 10000"/>
                <a:gd name="connsiteX7" fmla="*/ 2707 w 9820"/>
                <a:gd name="connsiteY7" fmla="*/ 7302 h 10000"/>
                <a:gd name="connsiteX8" fmla="*/ 1307 w 9820"/>
                <a:gd name="connsiteY8" fmla="*/ 6154 h 10000"/>
                <a:gd name="connsiteX9" fmla="*/ 49 w 9820"/>
                <a:gd name="connsiteY9" fmla="*/ 4655 h 10000"/>
                <a:gd name="connsiteX0" fmla="*/ 45 w 9995"/>
                <a:gd name="connsiteY0" fmla="*/ 4655 h 10000"/>
                <a:gd name="connsiteX1" fmla="*/ 2737 w 9995"/>
                <a:gd name="connsiteY1" fmla="*/ 2430 h 10000"/>
                <a:gd name="connsiteX2" fmla="*/ 5265 w 9995"/>
                <a:gd name="connsiteY2" fmla="*/ 0 h 10000"/>
                <a:gd name="connsiteX3" fmla="*/ 8064 w 9995"/>
                <a:gd name="connsiteY3" fmla="*/ 2432 h 10000"/>
                <a:gd name="connsiteX4" fmla="*/ 9991 w 9995"/>
                <a:gd name="connsiteY4" fmla="*/ 5032 h 10000"/>
                <a:gd name="connsiteX5" fmla="*/ 8472 w 9995"/>
                <a:gd name="connsiteY5" fmla="*/ 6925 h 10000"/>
                <a:gd name="connsiteX6" fmla="*/ 5247 w 9995"/>
                <a:gd name="connsiteY6" fmla="*/ 9999 h 10000"/>
                <a:gd name="connsiteX7" fmla="*/ 2752 w 9995"/>
                <a:gd name="connsiteY7" fmla="*/ 7302 h 10000"/>
                <a:gd name="connsiteX8" fmla="*/ 1374 w 9995"/>
                <a:gd name="connsiteY8" fmla="*/ 6984 h 10000"/>
                <a:gd name="connsiteX9" fmla="*/ 45 w 9995"/>
                <a:gd name="connsiteY9" fmla="*/ 4655 h 10000"/>
                <a:gd name="connsiteX0" fmla="*/ 45 w 10000"/>
                <a:gd name="connsiteY0" fmla="*/ 5032 h 10377"/>
                <a:gd name="connsiteX1" fmla="*/ 2738 w 10000"/>
                <a:gd name="connsiteY1" fmla="*/ 2807 h 10377"/>
                <a:gd name="connsiteX2" fmla="*/ 4886 w 10000"/>
                <a:gd name="connsiteY2" fmla="*/ 0 h 10377"/>
                <a:gd name="connsiteX3" fmla="*/ 8068 w 10000"/>
                <a:gd name="connsiteY3" fmla="*/ 2809 h 10377"/>
                <a:gd name="connsiteX4" fmla="*/ 9996 w 10000"/>
                <a:gd name="connsiteY4" fmla="*/ 5409 h 10377"/>
                <a:gd name="connsiteX5" fmla="*/ 8476 w 10000"/>
                <a:gd name="connsiteY5" fmla="*/ 7302 h 10377"/>
                <a:gd name="connsiteX6" fmla="*/ 5250 w 10000"/>
                <a:gd name="connsiteY6" fmla="*/ 10376 h 10377"/>
                <a:gd name="connsiteX7" fmla="*/ 2753 w 10000"/>
                <a:gd name="connsiteY7" fmla="*/ 7679 h 10377"/>
                <a:gd name="connsiteX8" fmla="*/ 1375 w 10000"/>
                <a:gd name="connsiteY8" fmla="*/ 7361 h 10377"/>
                <a:gd name="connsiteX9" fmla="*/ 45 w 10000"/>
                <a:gd name="connsiteY9" fmla="*/ 5032 h 10377"/>
                <a:gd name="connsiteX0" fmla="*/ 45 w 10000"/>
                <a:gd name="connsiteY0" fmla="*/ 5036 h 10381"/>
                <a:gd name="connsiteX1" fmla="*/ 2738 w 10000"/>
                <a:gd name="connsiteY1" fmla="*/ 2811 h 10381"/>
                <a:gd name="connsiteX2" fmla="*/ 4886 w 10000"/>
                <a:gd name="connsiteY2" fmla="*/ 4 h 10381"/>
                <a:gd name="connsiteX3" fmla="*/ 8068 w 10000"/>
                <a:gd name="connsiteY3" fmla="*/ 2813 h 10381"/>
                <a:gd name="connsiteX4" fmla="*/ 9996 w 10000"/>
                <a:gd name="connsiteY4" fmla="*/ 5413 h 10381"/>
                <a:gd name="connsiteX5" fmla="*/ 8476 w 10000"/>
                <a:gd name="connsiteY5" fmla="*/ 7306 h 10381"/>
                <a:gd name="connsiteX6" fmla="*/ 5250 w 10000"/>
                <a:gd name="connsiteY6" fmla="*/ 10380 h 10381"/>
                <a:gd name="connsiteX7" fmla="*/ 2753 w 10000"/>
                <a:gd name="connsiteY7" fmla="*/ 7683 h 10381"/>
                <a:gd name="connsiteX8" fmla="*/ 1375 w 10000"/>
                <a:gd name="connsiteY8" fmla="*/ 7365 h 10381"/>
                <a:gd name="connsiteX9" fmla="*/ 45 w 10000"/>
                <a:gd name="connsiteY9" fmla="*/ 5036 h 10381"/>
                <a:gd name="connsiteX0" fmla="*/ 45 w 10000"/>
                <a:gd name="connsiteY0" fmla="*/ 5036 h 10796"/>
                <a:gd name="connsiteX1" fmla="*/ 2738 w 10000"/>
                <a:gd name="connsiteY1" fmla="*/ 2811 h 10796"/>
                <a:gd name="connsiteX2" fmla="*/ 4886 w 10000"/>
                <a:gd name="connsiteY2" fmla="*/ 4 h 10796"/>
                <a:gd name="connsiteX3" fmla="*/ 8068 w 10000"/>
                <a:gd name="connsiteY3" fmla="*/ 2813 h 10796"/>
                <a:gd name="connsiteX4" fmla="*/ 9996 w 10000"/>
                <a:gd name="connsiteY4" fmla="*/ 5413 h 10796"/>
                <a:gd name="connsiteX5" fmla="*/ 8476 w 10000"/>
                <a:gd name="connsiteY5" fmla="*/ 7306 h 10796"/>
                <a:gd name="connsiteX6" fmla="*/ 5202 w 10000"/>
                <a:gd name="connsiteY6" fmla="*/ 10795 h 10796"/>
                <a:gd name="connsiteX7" fmla="*/ 2753 w 10000"/>
                <a:gd name="connsiteY7" fmla="*/ 7683 h 10796"/>
                <a:gd name="connsiteX8" fmla="*/ 1375 w 10000"/>
                <a:gd name="connsiteY8" fmla="*/ 7365 h 10796"/>
                <a:gd name="connsiteX9" fmla="*/ 45 w 10000"/>
                <a:gd name="connsiteY9" fmla="*/ 5036 h 10796"/>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00" h="10795">
                  <a:moveTo>
                    <a:pt x="45" y="5036"/>
                  </a:moveTo>
                  <a:cubicBezTo>
                    <a:pt x="272" y="4277"/>
                    <a:pt x="1931" y="3650"/>
                    <a:pt x="2738" y="2811"/>
                  </a:cubicBezTo>
                  <a:cubicBezTo>
                    <a:pt x="3545" y="1972"/>
                    <a:pt x="3352" y="117"/>
                    <a:pt x="4886" y="4"/>
                  </a:cubicBezTo>
                  <a:cubicBezTo>
                    <a:pt x="6420" y="-109"/>
                    <a:pt x="7216" y="1912"/>
                    <a:pt x="8068" y="2813"/>
                  </a:cubicBezTo>
                  <a:cubicBezTo>
                    <a:pt x="8920" y="3715"/>
                    <a:pt x="9928" y="3420"/>
                    <a:pt x="9996" y="5413"/>
                  </a:cubicBezTo>
                  <a:cubicBezTo>
                    <a:pt x="10064" y="7406"/>
                    <a:pt x="9275" y="6409"/>
                    <a:pt x="8476" y="7306"/>
                  </a:cubicBezTo>
                  <a:cubicBezTo>
                    <a:pt x="7677" y="8203"/>
                    <a:pt x="7086" y="10770"/>
                    <a:pt x="5202" y="10795"/>
                  </a:cubicBezTo>
                  <a:cubicBezTo>
                    <a:pt x="3318" y="10820"/>
                    <a:pt x="3391" y="8255"/>
                    <a:pt x="2753" y="7683"/>
                  </a:cubicBezTo>
                  <a:cubicBezTo>
                    <a:pt x="2115" y="7111"/>
                    <a:pt x="2326" y="7496"/>
                    <a:pt x="1375" y="7365"/>
                  </a:cubicBezTo>
                  <a:cubicBezTo>
                    <a:pt x="493" y="6773"/>
                    <a:pt x="-182" y="5795"/>
                    <a:pt x="45" y="5036"/>
                  </a:cubicBezTo>
                  <a:close/>
                </a:path>
              </a:pathLst>
            </a:custGeom>
            <a:solidFill>
              <a:srgbClr val="66CCFF"/>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grpSp>
          <p:nvGrpSpPr>
            <p:cNvPr id="204" name="Group 203"/>
            <p:cNvGrpSpPr/>
            <p:nvPr/>
          </p:nvGrpSpPr>
          <p:grpSpPr>
            <a:xfrm>
              <a:off x="-1935370" y="2935816"/>
              <a:ext cx="2333625" cy="1590649"/>
              <a:chOff x="833331" y="2873352"/>
              <a:chExt cx="2333625" cy="1590649"/>
            </a:xfrm>
          </p:grpSpPr>
          <p:grpSp>
            <p:nvGrpSpPr>
              <p:cNvPr id="205" name="Group 204"/>
              <p:cNvGrpSpPr/>
              <p:nvPr/>
            </p:nvGrpSpPr>
            <p:grpSpPr>
              <a:xfrm>
                <a:off x="1736090" y="2873352"/>
                <a:ext cx="565150" cy="369332"/>
                <a:chOff x="1736090" y="2873352"/>
                <a:chExt cx="565150" cy="369332"/>
              </a:xfrm>
            </p:grpSpPr>
            <p:grpSp>
              <p:nvGrpSpPr>
                <p:cNvPr id="254" name="Group 327"/>
                <p:cNvGrpSpPr>
                  <a:grpSpLocks/>
                </p:cNvGrpSpPr>
                <p:nvPr/>
              </p:nvGrpSpPr>
              <p:grpSpPr bwMode="auto">
                <a:xfrm>
                  <a:off x="1736090" y="2893762"/>
                  <a:ext cx="565150" cy="292100"/>
                  <a:chOff x="1871277" y="1576300"/>
                  <a:chExt cx="1128371" cy="437861"/>
                </a:xfrm>
              </p:grpSpPr>
              <p:sp>
                <p:nvSpPr>
                  <p:cNvPr id="258" name="Oval 257"/>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59" name="Rectangle 258"/>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60" name="Oval 259"/>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61" name="Freeform 260"/>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62" name="Freeform 261"/>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63" name="Freeform 262"/>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64" name="Freeform 263"/>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65" name="Straight Connector 264"/>
                  <p:cNvCxnSpPr>
                    <a:endCxn id="260"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66" name="Straight Connector 265"/>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55" name="Group 254"/>
                <p:cNvGrpSpPr/>
                <p:nvPr/>
              </p:nvGrpSpPr>
              <p:grpSpPr>
                <a:xfrm>
                  <a:off x="1770362" y="2873352"/>
                  <a:ext cx="441422" cy="369332"/>
                  <a:chOff x="667045" y="1708643"/>
                  <a:chExt cx="441422" cy="369332"/>
                </a:xfrm>
              </p:grpSpPr>
              <p:sp>
                <p:nvSpPr>
                  <p:cNvPr id="256" name="Oval 255"/>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57" name="TextBox 256"/>
                  <p:cNvSpPr txBox="1"/>
                  <p:nvPr/>
                </p:nvSpPr>
                <p:spPr>
                  <a:xfrm>
                    <a:off x="667045" y="1708643"/>
                    <a:ext cx="441422" cy="369332"/>
                  </a:xfrm>
                  <a:prstGeom prst="rect">
                    <a:avLst/>
                  </a:prstGeom>
                  <a:noFill/>
                </p:spPr>
                <p:txBody>
                  <a:bodyPr wrap="none" rtlCol="0">
                    <a:spAutoFit/>
                  </a:bodyPr>
                  <a:lstStyle/>
                  <a:p>
                    <a:r>
                      <a:rPr lang="en-US" dirty="0"/>
                      <a:t>3b</a:t>
                    </a:r>
                  </a:p>
                </p:txBody>
              </p:sp>
            </p:grpSp>
          </p:grpSp>
          <p:grpSp>
            <p:nvGrpSpPr>
              <p:cNvPr id="206" name="Group 205"/>
              <p:cNvGrpSpPr/>
              <p:nvPr/>
            </p:nvGrpSpPr>
            <p:grpSpPr>
              <a:xfrm>
                <a:off x="1740320" y="4094669"/>
                <a:ext cx="565150" cy="369332"/>
                <a:chOff x="1736090" y="2873352"/>
                <a:chExt cx="565150" cy="369332"/>
              </a:xfrm>
            </p:grpSpPr>
            <p:grpSp>
              <p:nvGrpSpPr>
                <p:cNvPr id="241" name="Group 327"/>
                <p:cNvGrpSpPr>
                  <a:grpSpLocks/>
                </p:cNvGrpSpPr>
                <p:nvPr/>
              </p:nvGrpSpPr>
              <p:grpSpPr bwMode="auto">
                <a:xfrm>
                  <a:off x="1736090" y="2893762"/>
                  <a:ext cx="565150" cy="292100"/>
                  <a:chOff x="1871277" y="1576300"/>
                  <a:chExt cx="1128371" cy="437861"/>
                </a:xfrm>
              </p:grpSpPr>
              <p:sp>
                <p:nvSpPr>
                  <p:cNvPr id="245" name="Oval 244"/>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46" name="Rectangle 245"/>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47" name="Oval 246"/>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48" name="Freeform 247"/>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49" name="Freeform 248"/>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50" name="Freeform 249"/>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51" name="Freeform 250"/>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52" name="Straight Connector 251"/>
                  <p:cNvCxnSpPr>
                    <a:endCxn id="247"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53" name="Straight Connector 252"/>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42" name="Group 241"/>
                <p:cNvGrpSpPr/>
                <p:nvPr/>
              </p:nvGrpSpPr>
              <p:grpSpPr>
                <a:xfrm>
                  <a:off x="1770362" y="2873352"/>
                  <a:ext cx="441422" cy="369332"/>
                  <a:chOff x="667045" y="1708643"/>
                  <a:chExt cx="441422" cy="369332"/>
                </a:xfrm>
              </p:grpSpPr>
              <p:sp>
                <p:nvSpPr>
                  <p:cNvPr id="243" name="Oval 242"/>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44" name="TextBox 243"/>
                  <p:cNvSpPr txBox="1"/>
                  <p:nvPr/>
                </p:nvSpPr>
                <p:spPr>
                  <a:xfrm>
                    <a:off x="667045" y="1708643"/>
                    <a:ext cx="441422" cy="369332"/>
                  </a:xfrm>
                  <a:prstGeom prst="rect">
                    <a:avLst/>
                  </a:prstGeom>
                  <a:noFill/>
                </p:spPr>
                <p:txBody>
                  <a:bodyPr wrap="none" rtlCol="0">
                    <a:spAutoFit/>
                  </a:bodyPr>
                  <a:lstStyle/>
                  <a:p>
                    <a:r>
                      <a:rPr lang="en-US" dirty="0"/>
                      <a:t>3d</a:t>
                    </a:r>
                  </a:p>
                </p:txBody>
              </p:sp>
            </p:grpSp>
          </p:grpSp>
          <p:grpSp>
            <p:nvGrpSpPr>
              <p:cNvPr id="207" name="Group 206"/>
              <p:cNvGrpSpPr/>
              <p:nvPr/>
            </p:nvGrpSpPr>
            <p:grpSpPr>
              <a:xfrm>
                <a:off x="2601806" y="3485072"/>
                <a:ext cx="565150" cy="369332"/>
                <a:chOff x="1736090" y="2873352"/>
                <a:chExt cx="565150" cy="369332"/>
              </a:xfrm>
            </p:grpSpPr>
            <p:grpSp>
              <p:nvGrpSpPr>
                <p:cNvPr id="228" name="Group 327"/>
                <p:cNvGrpSpPr>
                  <a:grpSpLocks/>
                </p:cNvGrpSpPr>
                <p:nvPr/>
              </p:nvGrpSpPr>
              <p:grpSpPr bwMode="auto">
                <a:xfrm>
                  <a:off x="1736090" y="2893762"/>
                  <a:ext cx="565150" cy="292100"/>
                  <a:chOff x="1871277" y="1576300"/>
                  <a:chExt cx="1128371" cy="437861"/>
                </a:xfrm>
              </p:grpSpPr>
              <p:sp>
                <p:nvSpPr>
                  <p:cNvPr id="232" name="Oval 231"/>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33" name="Rectangle 232"/>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34" name="Oval 233"/>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35" name="Freeform 234"/>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36" name="Freeform 235"/>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37" name="Freeform 236"/>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38" name="Freeform 237"/>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39" name="Straight Connector 238"/>
                  <p:cNvCxnSpPr>
                    <a:endCxn id="234"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40" name="Straight Connector 239"/>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29" name="Group 228"/>
                <p:cNvGrpSpPr/>
                <p:nvPr/>
              </p:nvGrpSpPr>
              <p:grpSpPr>
                <a:xfrm>
                  <a:off x="1770362" y="2873352"/>
                  <a:ext cx="428460" cy="369332"/>
                  <a:chOff x="667045" y="1708643"/>
                  <a:chExt cx="428460" cy="369332"/>
                </a:xfrm>
              </p:grpSpPr>
              <p:sp>
                <p:nvSpPr>
                  <p:cNvPr id="230" name="Oval 229"/>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31" name="TextBox 230"/>
                  <p:cNvSpPr txBox="1"/>
                  <p:nvPr/>
                </p:nvSpPr>
                <p:spPr>
                  <a:xfrm>
                    <a:off x="667045" y="1708643"/>
                    <a:ext cx="428460" cy="369332"/>
                  </a:xfrm>
                  <a:prstGeom prst="rect">
                    <a:avLst/>
                  </a:prstGeom>
                  <a:noFill/>
                </p:spPr>
                <p:txBody>
                  <a:bodyPr wrap="none" rtlCol="0">
                    <a:spAutoFit/>
                  </a:bodyPr>
                  <a:lstStyle/>
                  <a:p>
                    <a:r>
                      <a:rPr lang="en-US" dirty="0"/>
                      <a:t>3c</a:t>
                    </a:r>
                  </a:p>
                </p:txBody>
              </p:sp>
            </p:grpSp>
          </p:grpSp>
          <p:grpSp>
            <p:nvGrpSpPr>
              <p:cNvPr id="208" name="Group 207"/>
              <p:cNvGrpSpPr/>
              <p:nvPr/>
            </p:nvGrpSpPr>
            <p:grpSpPr>
              <a:xfrm>
                <a:off x="833331" y="3478719"/>
                <a:ext cx="565150" cy="369332"/>
                <a:chOff x="1736090" y="2873352"/>
                <a:chExt cx="565150" cy="369332"/>
              </a:xfrm>
            </p:grpSpPr>
            <p:grpSp>
              <p:nvGrpSpPr>
                <p:cNvPr id="215" name="Group 327"/>
                <p:cNvGrpSpPr>
                  <a:grpSpLocks/>
                </p:cNvGrpSpPr>
                <p:nvPr/>
              </p:nvGrpSpPr>
              <p:grpSpPr bwMode="auto">
                <a:xfrm>
                  <a:off x="1736090" y="2893762"/>
                  <a:ext cx="565150" cy="292100"/>
                  <a:chOff x="1871277" y="1576300"/>
                  <a:chExt cx="1128371" cy="437861"/>
                </a:xfrm>
              </p:grpSpPr>
              <p:sp>
                <p:nvSpPr>
                  <p:cNvPr id="219" name="Oval 218"/>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20" name="Rectangle 219"/>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21" name="Oval 220"/>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22" name="Freeform 221"/>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23" name="Freeform 222"/>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24" name="Freeform 223"/>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25" name="Freeform 224"/>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26" name="Straight Connector 225"/>
                  <p:cNvCxnSpPr>
                    <a:endCxn id="221"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27" name="Straight Connector 226"/>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16" name="Group 215"/>
                <p:cNvGrpSpPr/>
                <p:nvPr/>
              </p:nvGrpSpPr>
              <p:grpSpPr>
                <a:xfrm>
                  <a:off x="1770362" y="2873352"/>
                  <a:ext cx="441422" cy="369332"/>
                  <a:chOff x="667045" y="1708643"/>
                  <a:chExt cx="441422" cy="369332"/>
                </a:xfrm>
              </p:grpSpPr>
              <p:sp>
                <p:nvSpPr>
                  <p:cNvPr id="217" name="Oval 216"/>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18" name="TextBox 217"/>
                  <p:cNvSpPr txBox="1"/>
                  <p:nvPr/>
                </p:nvSpPr>
                <p:spPr>
                  <a:xfrm>
                    <a:off x="667045" y="1708643"/>
                    <a:ext cx="441422" cy="369332"/>
                  </a:xfrm>
                  <a:prstGeom prst="rect">
                    <a:avLst/>
                  </a:prstGeom>
                  <a:noFill/>
                </p:spPr>
                <p:txBody>
                  <a:bodyPr wrap="none" rtlCol="0">
                    <a:spAutoFit/>
                  </a:bodyPr>
                  <a:lstStyle/>
                  <a:p>
                    <a:r>
                      <a:rPr lang="en-US" dirty="0"/>
                      <a:t>3a</a:t>
                    </a:r>
                  </a:p>
                </p:txBody>
              </p:sp>
            </p:grpSp>
          </p:grpSp>
          <p:cxnSp>
            <p:nvCxnSpPr>
              <p:cNvPr id="209" name="Straight Connector 208"/>
              <p:cNvCxnSpPr>
                <a:stCxn id="257" idx="2"/>
                <a:endCxn id="244" idx="0"/>
              </p:cNvCxnSpPr>
              <p:nvPr/>
            </p:nvCxnSpPr>
            <p:spPr bwMode="auto">
              <a:xfrm>
                <a:off x="1991073" y="3242684"/>
                <a:ext cx="4230" cy="851985"/>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210" name="Straight Connector 209"/>
              <p:cNvCxnSpPr/>
              <p:nvPr/>
            </p:nvCxnSpPr>
            <p:spPr bwMode="auto">
              <a:xfrm>
                <a:off x="1407477" y="3648621"/>
                <a:ext cx="1204913" cy="6353"/>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211" name="Straight Connector 210"/>
              <p:cNvCxnSpPr>
                <a:stCxn id="258" idx="7"/>
              </p:cNvCxnSpPr>
              <p:nvPr/>
            </p:nvCxnSpPr>
            <p:spPr bwMode="auto">
              <a:xfrm>
                <a:off x="2218708" y="3154477"/>
                <a:ext cx="480042" cy="369773"/>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212" name="Straight Connector 211"/>
              <p:cNvCxnSpPr/>
              <p:nvPr/>
            </p:nvCxnSpPr>
            <p:spPr bwMode="auto">
              <a:xfrm>
                <a:off x="1300073" y="3786304"/>
                <a:ext cx="477927" cy="357071"/>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213" name="Straight Connector 212"/>
              <p:cNvCxnSpPr/>
              <p:nvPr/>
            </p:nvCxnSpPr>
            <p:spPr bwMode="auto">
              <a:xfrm flipH="1">
                <a:off x="2196042" y="3783542"/>
                <a:ext cx="508002" cy="349250"/>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214" name="Straight Connector 213"/>
              <p:cNvCxnSpPr/>
              <p:nvPr/>
            </p:nvCxnSpPr>
            <p:spPr bwMode="auto">
              <a:xfrm flipH="1">
                <a:off x="1287553" y="3166946"/>
                <a:ext cx="508002" cy="349250"/>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grpSp>
      </p:grpSp>
      <p:cxnSp>
        <p:nvCxnSpPr>
          <p:cNvPr id="268" name="Straight Connector 267"/>
          <p:cNvCxnSpPr/>
          <p:nvPr/>
        </p:nvCxnSpPr>
        <p:spPr bwMode="auto">
          <a:xfrm flipH="1">
            <a:off x="3020975" y="2930574"/>
            <a:ext cx="495463" cy="495451"/>
          </a:xfrm>
          <a:prstGeom prst="line">
            <a:avLst/>
          </a:prstGeom>
          <a:solidFill>
            <a:schemeClr val="accent1"/>
          </a:solidFill>
          <a:ln w="38100" cap="flat" cmpd="sng" algn="ctr">
            <a:solidFill>
              <a:srgbClr val="CC000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270" name="Straight Connector 269"/>
          <p:cNvCxnSpPr>
            <a:endCxn id="167" idx="7"/>
          </p:cNvCxnSpPr>
          <p:nvPr/>
        </p:nvCxnSpPr>
        <p:spPr bwMode="auto">
          <a:xfrm flipH="1" flipV="1">
            <a:off x="5654268" y="2914775"/>
            <a:ext cx="498946" cy="573893"/>
          </a:xfrm>
          <a:prstGeom prst="line">
            <a:avLst/>
          </a:prstGeom>
          <a:solidFill>
            <a:schemeClr val="accent1"/>
          </a:solidFill>
          <a:ln w="38100" cap="flat" cmpd="sng" algn="ctr">
            <a:solidFill>
              <a:srgbClr val="CC000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sp>
        <p:nvSpPr>
          <p:cNvPr id="276" name="TextBox 275"/>
          <p:cNvSpPr txBox="1"/>
          <p:nvPr/>
        </p:nvSpPr>
        <p:spPr>
          <a:xfrm>
            <a:off x="4235227" y="3833361"/>
            <a:ext cx="753532" cy="400110"/>
          </a:xfrm>
          <a:prstGeom prst="rect">
            <a:avLst/>
          </a:prstGeom>
          <a:noFill/>
        </p:spPr>
        <p:txBody>
          <a:bodyPr wrap="none" rtlCol="0">
            <a:spAutoFit/>
          </a:bodyPr>
          <a:lstStyle/>
          <a:p>
            <a:r>
              <a:rPr lang="en-US" sz="2000" dirty="0">
                <a:solidFill>
                  <a:srgbClr val="000090"/>
                </a:solidFill>
              </a:rPr>
              <a:t>AS 2</a:t>
            </a:r>
          </a:p>
        </p:txBody>
      </p:sp>
      <p:sp>
        <p:nvSpPr>
          <p:cNvPr id="278" name="TextBox 277"/>
          <p:cNvSpPr txBox="1"/>
          <p:nvPr/>
        </p:nvSpPr>
        <p:spPr>
          <a:xfrm>
            <a:off x="6906520" y="4589577"/>
            <a:ext cx="753532" cy="400110"/>
          </a:xfrm>
          <a:prstGeom prst="rect">
            <a:avLst/>
          </a:prstGeom>
          <a:noFill/>
        </p:spPr>
        <p:txBody>
          <a:bodyPr wrap="none" rtlCol="0">
            <a:spAutoFit/>
          </a:bodyPr>
          <a:lstStyle/>
          <a:p>
            <a:r>
              <a:rPr lang="en-US" sz="2000" dirty="0">
                <a:solidFill>
                  <a:srgbClr val="000090"/>
                </a:solidFill>
              </a:rPr>
              <a:t>AS 3</a:t>
            </a:r>
          </a:p>
        </p:txBody>
      </p:sp>
      <p:sp>
        <p:nvSpPr>
          <p:cNvPr id="284" name="TextBox 283"/>
          <p:cNvSpPr txBox="1"/>
          <p:nvPr/>
        </p:nvSpPr>
        <p:spPr>
          <a:xfrm>
            <a:off x="1625604" y="4533765"/>
            <a:ext cx="753532" cy="400110"/>
          </a:xfrm>
          <a:prstGeom prst="rect">
            <a:avLst/>
          </a:prstGeom>
          <a:noFill/>
        </p:spPr>
        <p:txBody>
          <a:bodyPr wrap="none" rtlCol="0">
            <a:spAutoFit/>
          </a:bodyPr>
          <a:lstStyle/>
          <a:p>
            <a:r>
              <a:rPr lang="en-US" sz="2000" dirty="0">
                <a:solidFill>
                  <a:srgbClr val="000090"/>
                </a:solidFill>
              </a:rPr>
              <a:t>AS 1</a:t>
            </a:r>
          </a:p>
        </p:txBody>
      </p:sp>
      <p:pic>
        <p:nvPicPr>
          <p:cNvPr id="286" name="Picture 4"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79438" y="1074881"/>
            <a:ext cx="5790370" cy="13446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67" name="Slide Number Placeholder 5"/>
          <p:cNvSpPr>
            <a:spLocks noGrp="1"/>
          </p:cNvSpPr>
          <p:nvPr>
            <p:ph type="sldNum" sz="quarter" idx="12"/>
          </p:nvPr>
        </p:nvSpPr>
        <p:spPr>
          <a:xfrm>
            <a:off x="8456154" y="6475895"/>
            <a:ext cx="548655" cy="272319"/>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200" dirty="0">
                <a:latin typeface="Tahoma" charset="0"/>
              </a:rPr>
              <a:t>5-</a:t>
            </a:r>
            <a:fld id="{8E8C6E93-DF5B-BC4B-80F9-500DED1EEDCC}" type="slidenum">
              <a:rPr lang="en-US" sz="1200">
                <a:latin typeface="Tahoma" charset="0"/>
              </a:rPr>
              <a:pPr/>
              <a:t>80</a:t>
            </a:fld>
            <a:endParaRPr lang="en-US" sz="1200" dirty="0">
              <a:latin typeface="Tahoma" charset="0"/>
            </a:endParaRPr>
          </a:p>
        </p:txBody>
      </p:sp>
      <p:sp>
        <p:nvSpPr>
          <p:cNvPr id="269" name="Footer Placeholder 2"/>
          <p:cNvSpPr>
            <a:spLocks noGrp="1"/>
          </p:cNvSpPr>
          <p:nvPr>
            <p:ph type="ftr" sz="quarter" idx="11"/>
          </p:nvPr>
        </p:nvSpPr>
        <p:spPr>
          <a:xfrm>
            <a:off x="6375496" y="6475081"/>
            <a:ext cx="2177473" cy="241541"/>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200" dirty="0">
                <a:solidFill>
                  <a:srgbClr val="000000"/>
                </a:solidFill>
                <a:latin typeface="Tahoma" charset="0"/>
                <a:cs typeface="Arial" charset="0"/>
              </a:rPr>
              <a:t>Network Layer: Control Plane</a:t>
            </a:r>
          </a:p>
        </p:txBody>
      </p:sp>
      <p:grpSp>
        <p:nvGrpSpPr>
          <p:cNvPr id="6" name="Group 5"/>
          <p:cNvGrpSpPr/>
          <p:nvPr/>
        </p:nvGrpSpPr>
        <p:grpSpPr>
          <a:xfrm>
            <a:off x="1020408" y="2368720"/>
            <a:ext cx="6345022" cy="3959125"/>
            <a:chOff x="1020408" y="2368720"/>
            <a:chExt cx="6345022" cy="3959125"/>
          </a:xfrm>
        </p:grpSpPr>
        <p:grpSp>
          <p:nvGrpSpPr>
            <p:cNvPr id="4" name="Group 3"/>
            <p:cNvGrpSpPr/>
            <p:nvPr/>
          </p:nvGrpSpPr>
          <p:grpSpPr>
            <a:xfrm>
              <a:off x="1020408" y="2368720"/>
              <a:ext cx="5734325" cy="3959125"/>
              <a:chOff x="1020408" y="2368720"/>
              <a:chExt cx="5734325" cy="3959125"/>
            </a:xfrm>
          </p:grpSpPr>
          <p:grpSp>
            <p:nvGrpSpPr>
              <p:cNvPr id="271" name="Group 270"/>
              <p:cNvGrpSpPr/>
              <p:nvPr/>
            </p:nvGrpSpPr>
            <p:grpSpPr>
              <a:xfrm>
                <a:off x="1146544" y="5725901"/>
                <a:ext cx="565150" cy="369332"/>
                <a:chOff x="1736090" y="2873352"/>
                <a:chExt cx="565150" cy="369332"/>
              </a:xfrm>
            </p:grpSpPr>
            <p:grpSp>
              <p:nvGrpSpPr>
                <p:cNvPr id="272" name="Group 327"/>
                <p:cNvGrpSpPr>
                  <a:grpSpLocks/>
                </p:cNvGrpSpPr>
                <p:nvPr/>
              </p:nvGrpSpPr>
              <p:grpSpPr bwMode="auto">
                <a:xfrm>
                  <a:off x="1736090" y="2893762"/>
                  <a:ext cx="565150" cy="292100"/>
                  <a:chOff x="1871277" y="1576300"/>
                  <a:chExt cx="1128371" cy="437861"/>
                </a:xfrm>
              </p:grpSpPr>
              <p:sp>
                <p:nvSpPr>
                  <p:cNvPr id="280" name="Oval 279"/>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87" name="Rectangle 286"/>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88" name="Oval 287"/>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89" name="Freeform 288"/>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90" name="Freeform 289"/>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91" name="Freeform 290"/>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92" name="Freeform 291"/>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93" name="Straight Connector 292"/>
                  <p:cNvCxnSpPr>
                    <a:endCxn id="288"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94" name="Straight Connector 293"/>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75" name="Group 274"/>
                <p:cNvGrpSpPr/>
                <p:nvPr/>
              </p:nvGrpSpPr>
              <p:grpSpPr>
                <a:xfrm>
                  <a:off x="1770362" y="2873352"/>
                  <a:ext cx="428460" cy="369332"/>
                  <a:chOff x="667045" y="1708643"/>
                  <a:chExt cx="428460" cy="369332"/>
                </a:xfrm>
              </p:grpSpPr>
              <p:sp>
                <p:nvSpPr>
                  <p:cNvPr id="277" name="Oval 276"/>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79" name="TextBox 278"/>
                  <p:cNvSpPr txBox="1"/>
                  <p:nvPr/>
                </p:nvSpPr>
                <p:spPr>
                  <a:xfrm>
                    <a:off x="667045" y="1708643"/>
                    <a:ext cx="428460" cy="369332"/>
                  </a:xfrm>
                  <a:prstGeom prst="rect">
                    <a:avLst/>
                  </a:prstGeom>
                  <a:noFill/>
                </p:spPr>
                <p:txBody>
                  <a:bodyPr wrap="none" rtlCol="0">
                    <a:spAutoFit/>
                  </a:bodyPr>
                  <a:lstStyle/>
                  <a:p>
                    <a:r>
                      <a:rPr lang="en-US" dirty="0"/>
                      <a:t>1c</a:t>
                    </a:r>
                  </a:p>
                </p:txBody>
              </p:sp>
            </p:grpSp>
          </p:grpSp>
          <p:sp>
            <p:nvSpPr>
              <p:cNvPr id="3" name="Oval 2"/>
              <p:cNvSpPr/>
              <p:nvPr/>
            </p:nvSpPr>
            <p:spPr bwMode="auto">
              <a:xfrm>
                <a:off x="1020408" y="5511349"/>
                <a:ext cx="839004" cy="816496"/>
              </a:xfrm>
              <a:prstGeom prst="ellipse">
                <a:avLst/>
              </a:prstGeom>
              <a:noFill/>
              <a:ln w="19050">
                <a:solidFill>
                  <a:srgbClr val="CC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95" name="Oval 294"/>
              <p:cNvSpPr/>
              <p:nvPr/>
            </p:nvSpPr>
            <p:spPr bwMode="auto">
              <a:xfrm>
                <a:off x="2442651" y="3191580"/>
                <a:ext cx="839004" cy="816496"/>
              </a:xfrm>
              <a:prstGeom prst="ellipse">
                <a:avLst/>
              </a:prstGeom>
              <a:noFill/>
              <a:ln w="19050">
                <a:solidFill>
                  <a:srgbClr val="CC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96" name="Oval 295"/>
              <p:cNvSpPr/>
              <p:nvPr/>
            </p:nvSpPr>
            <p:spPr bwMode="auto">
              <a:xfrm>
                <a:off x="3252649" y="2368720"/>
                <a:ext cx="839004" cy="816496"/>
              </a:xfrm>
              <a:prstGeom prst="ellipse">
                <a:avLst/>
              </a:prstGeom>
              <a:noFill/>
              <a:ln w="19050">
                <a:solidFill>
                  <a:srgbClr val="CC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97" name="Oval 296"/>
              <p:cNvSpPr/>
              <p:nvPr/>
            </p:nvSpPr>
            <p:spPr bwMode="auto">
              <a:xfrm>
                <a:off x="5037704" y="2453079"/>
                <a:ext cx="839004" cy="816496"/>
              </a:xfrm>
              <a:prstGeom prst="ellipse">
                <a:avLst/>
              </a:prstGeom>
              <a:noFill/>
              <a:ln w="19050">
                <a:solidFill>
                  <a:srgbClr val="CC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a:t>∂</a:t>
                </a:r>
              </a:p>
            </p:txBody>
          </p:sp>
          <p:sp>
            <p:nvSpPr>
              <p:cNvPr id="298" name="Oval 297"/>
              <p:cNvSpPr/>
              <p:nvPr/>
            </p:nvSpPr>
            <p:spPr bwMode="auto">
              <a:xfrm>
                <a:off x="5915729" y="3217852"/>
                <a:ext cx="839004" cy="816496"/>
              </a:xfrm>
              <a:prstGeom prst="ellipse">
                <a:avLst/>
              </a:prstGeom>
              <a:noFill/>
              <a:ln w="19050">
                <a:solidFill>
                  <a:srgbClr val="CC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a:t>∂</a:t>
                </a:r>
              </a:p>
            </p:txBody>
          </p:sp>
        </p:grpSp>
        <p:sp>
          <p:nvSpPr>
            <p:cNvPr id="5" name="TextBox 4"/>
            <p:cNvSpPr txBox="1"/>
            <p:nvPr/>
          </p:nvSpPr>
          <p:spPr>
            <a:xfrm>
              <a:off x="2018143" y="5692792"/>
              <a:ext cx="5347287" cy="369332"/>
            </a:xfrm>
            <a:prstGeom prst="rect">
              <a:avLst/>
            </a:prstGeom>
            <a:noFill/>
          </p:spPr>
          <p:txBody>
            <a:bodyPr wrap="none" rtlCol="0">
              <a:spAutoFit/>
            </a:bodyPr>
            <a:lstStyle/>
            <a:p>
              <a:r>
                <a:rPr lang="en-US" dirty="0"/>
                <a:t>gateway routers run both eBGP and iBGP </a:t>
              </a:r>
              <a:r>
                <a:rPr lang="en-US" dirty="0" err="1"/>
                <a:t>protools</a:t>
              </a:r>
              <a:endParaRPr lang="en-US" dirty="0"/>
            </a:p>
          </p:txBody>
        </p:sp>
      </p:grpSp>
    </p:spTree>
    <p:extLst>
      <p:ext uri="{BB962C8B-B14F-4D97-AF65-F5344CB8AC3E}">
        <p14:creationId xmlns:p14="http://schemas.microsoft.com/office/powerpoint/2010/main" val="40707831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765" name="Rectangle 3"/>
          <p:cNvSpPr>
            <a:spLocks noGrp="1" noChangeArrowheads="1"/>
          </p:cNvSpPr>
          <p:nvPr>
            <p:ph type="title"/>
          </p:nvPr>
        </p:nvSpPr>
        <p:spPr>
          <a:xfrm>
            <a:off x="533400" y="0"/>
            <a:ext cx="7772400" cy="1143000"/>
          </a:xfrm>
        </p:spPr>
        <p:txBody>
          <a:bodyPr/>
          <a:lstStyle/>
          <a:p>
            <a:pPr>
              <a:defRPr/>
            </a:pPr>
            <a:r>
              <a:rPr lang="en-US">
                <a:cs typeface="+mj-cs"/>
              </a:rPr>
              <a:t>BGP basics</a:t>
            </a:r>
          </a:p>
        </p:txBody>
      </p:sp>
      <p:sp>
        <p:nvSpPr>
          <p:cNvPr id="753668" name="Rectangle 4"/>
          <p:cNvSpPr>
            <a:spLocks noGrp="1" noChangeArrowheads="1"/>
          </p:cNvSpPr>
          <p:nvPr>
            <p:ph type="body" idx="1"/>
          </p:nvPr>
        </p:nvSpPr>
        <p:spPr>
          <a:xfrm>
            <a:off x="579438" y="2478283"/>
            <a:ext cx="8505825" cy="1234021"/>
          </a:xfrm>
        </p:spPr>
        <p:txBody>
          <a:bodyPr/>
          <a:lstStyle/>
          <a:p>
            <a:pPr marL="282575" indent="-282575"/>
            <a:r>
              <a:rPr lang="en-US" sz="2400" dirty="0">
                <a:latin typeface="Gill Sans MT" charset="0"/>
              </a:rPr>
              <a:t>when AS3 gateway router 3a advertises path </a:t>
            </a:r>
            <a:r>
              <a:rPr lang="en-US" sz="2200" dirty="0">
                <a:solidFill>
                  <a:srgbClr val="CC0000"/>
                </a:solidFill>
                <a:latin typeface="Gill Sans MT" charset="0"/>
              </a:rPr>
              <a:t>AS3,X </a:t>
            </a:r>
            <a:r>
              <a:rPr lang="en-US" sz="2400" dirty="0">
                <a:latin typeface="Gill Sans MT" charset="0"/>
              </a:rPr>
              <a:t>to AS2 gateway router 2c:</a:t>
            </a:r>
          </a:p>
          <a:p>
            <a:pPr marL="685800" lvl="1" indent="-228600"/>
            <a:r>
              <a:rPr lang="en-US" dirty="0">
                <a:latin typeface="Gill Sans MT" charset="0"/>
              </a:rPr>
              <a:t>AS3 </a:t>
            </a:r>
            <a:r>
              <a:rPr lang="en-US" i="1" dirty="0">
                <a:solidFill>
                  <a:srgbClr val="CC0000"/>
                </a:solidFill>
                <a:latin typeface="Gill Sans MT" charset="0"/>
              </a:rPr>
              <a:t>promises</a:t>
            </a:r>
            <a:r>
              <a:rPr lang="en-US" dirty="0">
                <a:latin typeface="Gill Sans MT" charset="0"/>
              </a:rPr>
              <a:t> to AS2 it will forward datagrams towards X</a:t>
            </a:r>
          </a:p>
          <a:p>
            <a:pPr marL="0" indent="0">
              <a:buNone/>
            </a:pPr>
            <a:endParaRPr lang="en-US" sz="2000" dirty="0">
              <a:latin typeface="Gill Sans MT" charset="0"/>
            </a:endParaRPr>
          </a:p>
        </p:txBody>
      </p:sp>
      <p:sp>
        <p:nvSpPr>
          <p:cNvPr id="162846" name="Rectangle 116"/>
          <p:cNvSpPr>
            <a:spLocks noChangeArrowheads="1"/>
          </p:cNvSpPr>
          <p:nvPr/>
        </p:nvSpPr>
        <p:spPr bwMode="auto">
          <a:xfrm>
            <a:off x="554038" y="1069976"/>
            <a:ext cx="8505825" cy="12355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282575" indent="-282575">
              <a:lnSpc>
                <a:spcPct val="85000"/>
              </a:lnSpc>
              <a:spcBef>
                <a:spcPct val="20000"/>
              </a:spcBef>
              <a:buClr>
                <a:srgbClr val="000099"/>
              </a:buClr>
              <a:buSzPct val="100000"/>
              <a:buFont typeface="Wingdings" charset="2"/>
              <a:buChar char="§"/>
            </a:pPr>
            <a:r>
              <a:rPr lang="en-US" sz="2400" dirty="0">
                <a:solidFill>
                  <a:srgbClr val="CC0000"/>
                </a:solidFill>
                <a:latin typeface="Gill Sans MT" charset="0"/>
              </a:rPr>
              <a:t>BGP session:</a:t>
            </a:r>
            <a:r>
              <a:rPr lang="en-US" sz="2400" dirty="0">
                <a:solidFill>
                  <a:srgbClr val="FF0000"/>
                </a:solidFill>
                <a:latin typeface="Gill Sans MT" charset="0"/>
              </a:rPr>
              <a:t> </a:t>
            </a:r>
            <a:r>
              <a:rPr lang="en-US" sz="2400" dirty="0">
                <a:latin typeface="Gill Sans MT" charset="0"/>
              </a:rPr>
              <a:t>two BGP routers (</a:t>
            </a:r>
            <a:r>
              <a:rPr lang="ja-JP" altLang="en-US" sz="2400" dirty="0">
                <a:latin typeface="Gill Sans MT" charset="0"/>
              </a:rPr>
              <a:t>“</a:t>
            </a:r>
            <a:r>
              <a:rPr lang="en-US" altLang="ja-JP" sz="2400" dirty="0">
                <a:latin typeface="Gill Sans MT" charset="0"/>
              </a:rPr>
              <a:t>peers</a:t>
            </a:r>
            <a:r>
              <a:rPr lang="ja-JP" altLang="en-US" sz="2400" dirty="0">
                <a:latin typeface="Gill Sans MT" charset="0"/>
              </a:rPr>
              <a:t>”</a:t>
            </a:r>
            <a:r>
              <a:rPr lang="en-US" altLang="ja-JP" sz="2400" dirty="0">
                <a:latin typeface="Gill Sans MT" charset="0"/>
              </a:rPr>
              <a:t>) exchange BGP messages over semi-permanent TCP connection:</a:t>
            </a:r>
          </a:p>
          <a:p>
            <a:pPr marL="685800" lvl="1" indent="-228600">
              <a:lnSpc>
                <a:spcPct val="85000"/>
              </a:lnSpc>
              <a:spcBef>
                <a:spcPct val="20000"/>
              </a:spcBef>
              <a:buClr>
                <a:srgbClr val="000099"/>
              </a:buClr>
              <a:buFont typeface="Arial"/>
              <a:buChar char="•"/>
            </a:pPr>
            <a:r>
              <a:rPr lang="en-US" sz="2400" dirty="0">
                <a:latin typeface="Gill Sans MT"/>
                <a:cs typeface="Gill Sans MT"/>
              </a:rPr>
              <a:t>advertising </a:t>
            </a:r>
            <a:r>
              <a:rPr lang="en-US" sz="2400" i="1" dirty="0">
                <a:solidFill>
                  <a:srgbClr val="CC0000"/>
                </a:solidFill>
                <a:latin typeface="Gill Sans MT"/>
                <a:cs typeface="Gill Sans MT"/>
              </a:rPr>
              <a:t>paths</a:t>
            </a:r>
            <a:r>
              <a:rPr lang="en-US" sz="2400" dirty="0">
                <a:solidFill>
                  <a:srgbClr val="CC0000"/>
                </a:solidFill>
                <a:latin typeface="Gill Sans MT"/>
                <a:cs typeface="Gill Sans MT"/>
              </a:rPr>
              <a:t> </a:t>
            </a:r>
            <a:r>
              <a:rPr lang="en-US" sz="2400" dirty="0">
                <a:latin typeface="Gill Sans MT"/>
                <a:cs typeface="Gill Sans MT"/>
              </a:rPr>
              <a:t>to different destination network prefixes (BGP  is a </a:t>
            </a:r>
            <a:r>
              <a:rPr lang="ja-JP" altLang="en-US" sz="2400" dirty="0">
                <a:latin typeface="Gill Sans MT"/>
                <a:cs typeface="Gill Sans MT"/>
              </a:rPr>
              <a:t>“</a:t>
            </a:r>
            <a:r>
              <a:rPr lang="en-US" altLang="ja-JP" sz="2400" dirty="0">
                <a:latin typeface="Gill Sans MT"/>
                <a:cs typeface="Gill Sans MT"/>
              </a:rPr>
              <a:t>path vector</a:t>
            </a:r>
            <a:r>
              <a:rPr lang="ja-JP" altLang="en-US" sz="2400" dirty="0">
                <a:latin typeface="Gill Sans MT"/>
                <a:cs typeface="Gill Sans MT"/>
              </a:rPr>
              <a:t>”</a:t>
            </a:r>
            <a:r>
              <a:rPr lang="en-US" altLang="ja-JP" sz="2400" dirty="0">
                <a:latin typeface="Gill Sans MT"/>
                <a:cs typeface="Gill Sans MT"/>
              </a:rPr>
              <a:t> protocol)</a:t>
            </a:r>
            <a:endParaRPr lang="en-US" sz="2400" dirty="0">
              <a:solidFill>
                <a:srgbClr val="FF0000"/>
              </a:solidFill>
              <a:latin typeface="Gill Sans MT"/>
              <a:cs typeface="Gill Sans MT"/>
            </a:endParaRPr>
          </a:p>
        </p:txBody>
      </p:sp>
      <p:pic>
        <p:nvPicPr>
          <p:cNvPr id="162849" name="Picture 121"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11188" y="800100"/>
            <a:ext cx="2553558" cy="2076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nvGrpSpPr>
          <p:cNvPr id="125" name="Group 124"/>
          <p:cNvGrpSpPr/>
          <p:nvPr/>
        </p:nvGrpSpPr>
        <p:grpSpPr>
          <a:xfrm>
            <a:off x="624887" y="4010992"/>
            <a:ext cx="2557336" cy="1719017"/>
            <a:chOff x="-2170772" y="2784954"/>
            <a:chExt cx="2712783" cy="1853712"/>
          </a:xfrm>
        </p:grpSpPr>
        <p:sp>
          <p:nvSpPr>
            <p:cNvPr id="261" name="Freeform 2"/>
            <p:cNvSpPr>
              <a:spLocks/>
            </p:cNvSpPr>
            <p:nvPr/>
          </p:nvSpPr>
          <p:spPr bwMode="auto">
            <a:xfrm>
              <a:off x="-2170772" y="2784954"/>
              <a:ext cx="2712783" cy="1853712"/>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 fmla="*/ 4 w 8600"/>
                <a:gd name="connsiteY0" fmla="*/ 4042 h 10128"/>
                <a:gd name="connsiteX1" fmla="*/ 715 w 8600"/>
                <a:gd name="connsiteY1" fmla="*/ 1598 h 10128"/>
                <a:gd name="connsiteX2" fmla="*/ 3130 w 8600"/>
                <a:gd name="connsiteY2" fmla="*/ 1009 h 10128"/>
                <a:gd name="connsiteX3" fmla="*/ 4995 w 8600"/>
                <a:gd name="connsiteY3" fmla="*/ 3 h 10128"/>
                <a:gd name="connsiteX4" fmla="*/ 6720 w 8600"/>
                <a:gd name="connsiteY4" fmla="*/ 1012 h 10128"/>
                <a:gd name="connsiteX5" fmla="*/ 8599 w 8600"/>
                <a:gd name="connsiteY5" fmla="*/ 6800 h 10128"/>
                <a:gd name="connsiteX6" fmla="*/ 6995 w 8600"/>
                <a:gd name="connsiteY6" fmla="*/ 9325 h 10128"/>
                <a:gd name="connsiteX7" fmla="*/ 5307 w 8600"/>
                <a:gd name="connsiteY7" fmla="*/ 8846 h 10128"/>
                <a:gd name="connsiteX8" fmla="*/ 4371 w 8600"/>
                <a:gd name="connsiteY8" fmla="*/ 9915 h 10128"/>
                <a:gd name="connsiteX9" fmla="*/ 3140 w 8600"/>
                <a:gd name="connsiteY9" fmla="*/ 10022 h 10128"/>
                <a:gd name="connsiteX10" fmla="*/ 2179 w 8600"/>
                <a:gd name="connsiteY10" fmla="*/ 7898 h 10128"/>
                <a:gd name="connsiteX11" fmla="*/ 1187 w 8600"/>
                <a:gd name="connsiteY11" fmla="*/ 7498 h 10128"/>
                <a:gd name="connsiteX12" fmla="*/ 4 w 8600"/>
                <a:gd name="connsiteY12" fmla="*/ 4042 h 10128"/>
                <a:gd name="connsiteX0" fmla="*/ 4 w 9326"/>
                <a:gd name="connsiteY0" fmla="*/ 3988 h 9997"/>
                <a:gd name="connsiteX1" fmla="*/ 830 w 9326"/>
                <a:gd name="connsiteY1" fmla="*/ 1575 h 9997"/>
                <a:gd name="connsiteX2" fmla="*/ 3639 w 9326"/>
                <a:gd name="connsiteY2" fmla="*/ 993 h 9997"/>
                <a:gd name="connsiteX3" fmla="*/ 5807 w 9326"/>
                <a:gd name="connsiteY3" fmla="*/ 0 h 9997"/>
                <a:gd name="connsiteX4" fmla="*/ 7813 w 9326"/>
                <a:gd name="connsiteY4" fmla="*/ 996 h 9997"/>
                <a:gd name="connsiteX5" fmla="*/ 9324 w 9326"/>
                <a:gd name="connsiteY5" fmla="*/ 5746 h 9997"/>
                <a:gd name="connsiteX6" fmla="*/ 8133 w 9326"/>
                <a:gd name="connsiteY6" fmla="*/ 9204 h 9997"/>
                <a:gd name="connsiteX7" fmla="*/ 6170 w 9326"/>
                <a:gd name="connsiteY7" fmla="*/ 8731 h 9997"/>
                <a:gd name="connsiteX8" fmla="*/ 5082 w 9326"/>
                <a:gd name="connsiteY8" fmla="*/ 9787 h 9997"/>
                <a:gd name="connsiteX9" fmla="*/ 3650 w 9326"/>
                <a:gd name="connsiteY9" fmla="*/ 9892 h 9997"/>
                <a:gd name="connsiteX10" fmla="*/ 2533 w 9326"/>
                <a:gd name="connsiteY10" fmla="*/ 7795 h 9997"/>
                <a:gd name="connsiteX11" fmla="*/ 1379 w 9326"/>
                <a:gd name="connsiteY11" fmla="*/ 7400 h 9997"/>
                <a:gd name="connsiteX12" fmla="*/ 4 w 9326"/>
                <a:gd name="connsiteY12" fmla="*/ 3988 h 9997"/>
                <a:gd name="connsiteX0" fmla="*/ 4 w 10001"/>
                <a:gd name="connsiteY0" fmla="*/ 3989 h 10041"/>
                <a:gd name="connsiteX1" fmla="*/ 890 w 10001"/>
                <a:gd name="connsiteY1" fmla="*/ 1575 h 10041"/>
                <a:gd name="connsiteX2" fmla="*/ 3902 w 10001"/>
                <a:gd name="connsiteY2" fmla="*/ 993 h 10041"/>
                <a:gd name="connsiteX3" fmla="*/ 6227 w 10001"/>
                <a:gd name="connsiteY3" fmla="*/ 0 h 10041"/>
                <a:gd name="connsiteX4" fmla="*/ 8378 w 10001"/>
                <a:gd name="connsiteY4" fmla="*/ 996 h 10041"/>
                <a:gd name="connsiteX5" fmla="*/ 9998 w 10001"/>
                <a:gd name="connsiteY5" fmla="*/ 5748 h 10041"/>
                <a:gd name="connsiteX6" fmla="*/ 8721 w 10001"/>
                <a:gd name="connsiteY6" fmla="*/ 9207 h 10041"/>
                <a:gd name="connsiteX7" fmla="*/ 5449 w 10001"/>
                <a:gd name="connsiteY7" fmla="*/ 9790 h 10041"/>
                <a:gd name="connsiteX8" fmla="*/ 3914 w 10001"/>
                <a:gd name="connsiteY8" fmla="*/ 9895 h 10041"/>
                <a:gd name="connsiteX9" fmla="*/ 2716 w 10001"/>
                <a:gd name="connsiteY9" fmla="*/ 7797 h 10041"/>
                <a:gd name="connsiteX10" fmla="*/ 1479 w 10001"/>
                <a:gd name="connsiteY10" fmla="*/ 7402 h 10041"/>
                <a:gd name="connsiteX11" fmla="*/ 4 w 10001"/>
                <a:gd name="connsiteY11" fmla="*/ 3989 h 10041"/>
                <a:gd name="connsiteX0" fmla="*/ 4 w 10001"/>
                <a:gd name="connsiteY0" fmla="*/ 3989 h 14825"/>
                <a:gd name="connsiteX1" fmla="*/ 890 w 10001"/>
                <a:gd name="connsiteY1" fmla="*/ 1575 h 14825"/>
                <a:gd name="connsiteX2" fmla="*/ 3902 w 10001"/>
                <a:gd name="connsiteY2" fmla="*/ 993 h 14825"/>
                <a:gd name="connsiteX3" fmla="*/ 6227 w 10001"/>
                <a:gd name="connsiteY3" fmla="*/ 0 h 14825"/>
                <a:gd name="connsiteX4" fmla="*/ 8378 w 10001"/>
                <a:gd name="connsiteY4" fmla="*/ 996 h 14825"/>
                <a:gd name="connsiteX5" fmla="*/ 9998 w 10001"/>
                <a:gd name="connsiteY5" fmla="*/ 5748 h 14825"/>
                <a:gd name="connsiteX6" fmla="*/ 8721 w 10001"/>
                <a:gd name="connsiteY6" fmla="*/ 9207 h 14825"/>
                <a:gd name="connsiteX7" fmla="*/ 6011 w 10001"/>
                <a:gd name="connsiteY7" fmla="*/ 14823 h 14825"/>
                <a:gd name="connsiteX8" fmla="*/ 3914 w 10001"/>
                <a:gd name="connsiteY8" fmla="*/ 9895 h 14825"/>
                <a:gd name="connsiteX9" fmla="*/ 2716 w 10001"/>
                <a:gd name="connsiteY9" fmla="*/ 7797 h 14825"/>
                <a:gd name="connsiteX10" fmla="*/ 1479 w 10001"/>
                <a:gd name="connsiteY10" fmla="*/ 7402 h 14825"/>
                <a:gd name="connsiteX11" fmla="*/ 4 w 10001"/>
                <a:gd name="connsiteY11" fmla="*/ 3989 h 14825"/>
                <a:gd name="connsiteX0" fmla="*/ 4 w 10001"/>
                <a:gd name="connsiteY0" fmla="*/ 7436 h 18272"/>
                <a:gd name="connsiteX1" fmla="*/ 890 w 10001"/>
                <a:gd name="connsiteY1" fmla="*/ 5022 h 18272"/>
                <a:gd name="connsiteX2" fmla="*/ 3902 w 10001"/>
                <a:gd name="connsiteY2" fmla="*/ 4440 h 18272"/>
                <a:gd name="connsiteX3" fmla="*/ 6026 w 10001"/>
                <a:gd name="connsiteY3" fmla="*/ 0 h 18272"/>
                <a:gd name="connsiteX4" fmla="*/ 8378 w 10001"/>
                <a:gd name="connsiteY4" fmla="*/ 4443 h 18272"/>
                <a:gd name="connsiteX5" fmla="*/ 9998 w 10001"/>
                <a:gd name="connsiteY5" fmla="*/ 9195 h 18272"/>
                <a:gd name="connsiteX6" fmla="*/ 8721 w 10001"/>
                <a:gd name="connsiteY6" fmla="*/ 12654 h 18272"/>
                <a:gd name="connsiteX7" fmla="*/ 6011 w 10001"/>
                <a:gd name="connsiteY7" fmla="*/ 18270 h 18272"/>
                <a:gd name="connsiteX8" fmla="*/ 3914 w 10001"/>
                <a:gd name="connsiteY8" fmla="*/ 13342 h 18272"/>
                <a:gd name="connsiteX9" fmla="*/ 2716 w 10001"/>
                <a:gd name="connsiteY9" fmla="*/ 11244 h 18272"/>
                <a:gd name="connsiteX10" fmla="*/ 1479 w 10001"/>
                <a:gd name="connsiteY10" fmla="*/ 10849 h 18272"/>
                <a:gd name="connsiteX11" fmla="*/ 4 w 10001"/>
                <a:gd name="connsiteY11" fmla="*/ 7436 h 18272"/>
                <a:gd name="connsiteX0" fmla="*/ 1 w 9998"/>
                <a:gd name="connsiteY0" fmla="*/ 7436 h 18272"/>
                <a:gd name="connsiteX1" fmla="*/ 3899 w 9998"/>
                <a:gd name="connsiteY1" fmla="*/ 4440 h 18272"/>
                <a:gd name="connsiteX2" fmla="*/ 6023 w 9998"/>
                <a:gd name="connsiteY2" fmla="*/ 0 h 18272"/>
                <a:gd name="connsiteX3" fmla="*/ 8375 w 9998"/>
                <a:gd name="connsiteY3" fmla="*/ 4443 h 18272"/>
                <a:gd name="connsiteX4" fmla="*/ 9995 w 9998"/>
                <a:gd name="connsiteY4" fmla="*/ 9195 h 18272"/>
                <a:gd name="connsiteX5" fmla="*/ 8718 w 9998"/>
                <a:gd name="connsiteY5" fmla="*/ 12654 h 18272"/>
                <a:gd name="connsiteX6" fmla="*/ 6008 w 9998"/>
                <a:gd name="connsiteY6" fmla="*/ 18270 h 18272"/>
                <a:gd name="connsiteX7" fmla="*/ 3911 w 9998"/>
                <a:gd name="connsiteY7" fmla="*/ 13342 h 18272"/>
                <a:gd name="connsiteX8" fmla="*/ 2713 w 9998"/>
                <a:gd name="connsiteY8" fmla="*/ 11244 h 18272"/>
                <a:gd name="connsiteX9" fmla="*/ 1476 w 9998"/>
                <a:gd name="connsiteY9" fmla="*/ 10849 h 18272"/>
                <a:gd name="connsiteX10" fmla="*/ 1 w 9998"/>
                <a:gd name="connsiteY10" fmla="*/ 7436 h 18272"/>
                <a:gd name="connsiteX0" fmla="*/ 35 w 8559"/>
                <a:gd name="connsiteY0" fmla="*/ 5938 h 10000"/>
                <a:gd name="connsiteX1" fmla="*/ 2459 w 8559"/>
                <a:gd name="connsiteY1" fmla="*/ 2430 h 10000"/>
                <a:gd name="connsiteX2" fmla="*/ 4583 w 8559"/>
                <a:gd name="connsiteY2" fmla="*/ 0 h 10000"/>
                <a:gd name="connsiteX3" fmla="*/ 6936 w 8559"/>
                <a:gd name="connsiteY3" fmla="*/ 2432 h 10000"/>
                <a:gd name="connsiteX4" fmla="*/ 8556 w 8559"/>
                <a:gd name="connsiteY4" fmla="*/ 5032 h 10000"/>
                <a:gd name="connsiteX5" fmla="*/ 7279 w 8559"/>
                <a:gd name="connsiteY5" fmla="*/ 6925 h 10000"/>
                <a:gd name="connsiteX6" fmla="*/ 4568 w 8559"/>
                <a:gd name="connsiteY6" fmla="*/ 9999 h 10000"/>
                <a:gd name="connsiteX7" fmla="*/ 2471 w 8559"/>
                <a:gd name="connsiteY7" fmla="*/ 7302 h 10000"/>
                <a:gd name="connsiteX8" fmla="*/ 1273 w 8559"/>
                <a:gd name="connsiteY8" fmla="*/ 6154 h 10000"/>
                <a:gd name="connsiteX9" fmla="*/ 35 w 8559"/>
                <a:gd name="connsiteY9" fmla="*/ 5938 h 10000"/>
                <a:gd name="connsiteX0" fmla="*/ 49 w 9820"/>
                <a:gd name="connsiteY0" fmla="*/ 4655 h 10000"/>
                <a:gd name="connsiteX1" fmla="*/ 2693 w 9820"/>
                <a:gd name="connsiteY1" fmla="*/ 2430 h 10000"/>
                <a:gd name="connsiteX2" fmla="*/ 5175 w 9820"/>
                <a:gd name="connsiteY2" fmla="*/ 0 h 10000"/>
                <a:gd name="connsiteX3" fmla="*/ 7924 w 9820"/>
                <a:gd name="connsiteY3" fmla="*/ 2432 h 10000"/>
                <a:gd name="connsiteX4" fmla="*/ 9816 w 9820"/>
                <a:gd name="connsiteY4" fmla="*/ 5032 h 10000"/>
                <a:gd name="connsiteX5" fmla="*/ 8324 w 9820"/>
                <a:gd name="connsiteY5" fmla="*/ 6925 h 10000"/>
                <a:gd name="connsiteX6" fmla="*/ 5157 w 9820"/>
                <a:gd name="connsiteY6" fmla="*/ 9999 h 10000"/>
                <a:gd name="connsiteX7" fmla="*/ 2707 w 9820"/>
                <a:gd name="connsiteY7" fmla="*/ 7302 h 10000"/>
                <a:gd name="connsiteX8" fmla="*/ 1307 w 9820"/>
                <a:gd name="connsiteY8" fmla="*/ 6154 h 10000"/>
                <a:gd name="connsiteX9" fmla="*/ 49 w 9820"/>
                <a:gd name="connsiteY9" fmla="*/ 4655 h 10000"/>
                <a:gd name="connsiteX0" fmla="*/ 45 w 9995"/>
                <a:gd name="connsiteY0" fmla="*/ 4655 h 10000"/>
                <a:gd name="connsiteX1" fmla="*/ 2737 w 9995"/>
                <a:gd name="connsiteY1" fmla="*/ 2430 h 10000"/>
                <a:gd name="connsiteX2" fmla="*/ 5265 w 9995"/>
                <a:gd name="connsiteY2" fmla="*/ 0 h 10000"/>
                <a:gd name="connsiteX3" fmla="*/ 8064 w 9995"/>
                <a:gd name="connsiteY3" fmla="*/ 2432 h 10000"/>
                <a:gd name="connsiteX4" fmla="*/ 9991 w 9995"/>
                <a:gd name="connsiteY4" fmla="*/ 5032 h 10000"/>
                <a:gd name="connsiteX5" fmla="*/ 8472 w 9995"/>
                <a:gd name="connsiteY5" fmla="*/ 6925 h 10000"/>
                <a:gd name="connsiteX6" fmla="*/ 5247 w 9995"/>
                <a:gd name="connsiteY6" fmla="*/ 9999 h 10000"/>
                <a:gd name="connsiteX7" fmla="*/ 2752 w 9995"/>
                <a:gd name="connsiteY7" fmla="*/ 7302 h 10000"/>
                <a:gd name="connsiteX8" fmla="*/ 1374 w 9995"/>
                <a:gd name="connsiteY8" fmla="*/ 6984 h 10000"/>
                <a:gd name="connsiteX9" fmla="*/ 45 w 9995"/>
                <a:gd name="connsiteY9" fmla="*/ 4655 h 10000"/>
                <a:gd name="connsiteX0" fmla="*/ 45 w 10000"/>
                <a:gd name="connsiteY0" fmla="*/ 5032 h 10377"/>
                <a:gd name="connsiteX1" fmla="*/ 2738 w 10000"/>
                <a:gd name="connsiteY1" fmla="*/ 2807 h 10377"/>
                <a:gd name="connsiteX2" fmla="*/ 4886 w 10000"/>
                <a:gd name="connsiteY2" fmla="*/ 0 h 10377"/>
                <a:gd name="connsiteX3" fmla="*/ 8068 w 10000"/>
                <a:gd name="connsiteY3" fmla="*/ 2809 h 10377"/>
                <a:gd name="connsiteX4" fmla="*/ 9996 w 10000"/>
                <a:gd name="connsiteY4" fmla="*/ 5409 h 10377"/>
                <a:gd name="connsiteX5" fmla="*/ 8476 w 10000"/>
                <a:gd name="connsiteY5" fmla="*/ 7302 h 10377"/>
                <a:gd name="connsiteX6" fmla="*/ 5250 w 10000"/>
                <a:gd name="connsiteY6" fmla="*/ 10376 h 10377"/>
                <a:gd name="connsiteX7" fmla="*/ 2753 w 10000"/>
                <a:gd name="connsiteY7" fmla="*/ 7679 h 10377"/>
                <a:gd name="connsiteX8" fmla="*/ 1375 w 10000"/>
                <a:gd name="connsiteY8" fmla="*/ 7361 h 10377"/>
                <a:gd name="connsiteX9" fmla="*/ 45 w 10000"/>
                <a:gd name="connsiteY9" fmla="*/ 5032 h 10377"/>
                <a:gd name="connsiteX0" fmla="*/ 45 w 10000"/>
                <a:gd name="connsiteY0" fmla="*/ 5036 h 10381"/>
                <a:gd name="connsiteX1" fmla="*/ 2738 w 10000"/>
                <a:gd name="connsiteY1" fmla="*/ 2811 h 10381"/>
                <a:gd name="connsiteX2" fmla="*/ 4886 w 10000"/>
                <a:gd name="connsiteY2" fmla="*/ 4 h 10381"/>
                <a:gd name="connsiteX3" fmla="*/ 8068 w 10000"/>
                <a:gd name="connsiteY3" fmla="*/ 2813 h 10381"/>
                <a:gd name="connsiteX4" fmla="*/ 9996 w 10000"/>
                <a:gd name="connsiteY4" fmla="*/ 5413 h 10381"/>
                <a:gd name="connsiteX5" fmla="*/ 8476 w 10000"/>
                <a:gd name="connsiteY5" fmla="*/ 7306 h 10381"/>
                <a:gd name="connsiteX6" fmla="*/ 5250 w 10000"/>
                <a:gd name="connsiteY6" fmla="*/ 10380 h 10381"/>
                <a:gd name="connsiteX7" fmla="*/ 2753 w 10000"/>
                <a:gd name="connsiteY7" fmla="*/ 7683 h 10381"/>
                <a:gd name="connsiteX8" fmla="*/ 1375 w 10000"/>
                <a:gd name="connsiteY8" fmla="*/ 7365 h 10381"/>
                <a:gd name="connsiteX9" fmla="*/ 45 w 10000"/>
                <a:gd name="connsiteY9" fmla="*/ 5036 h 10381"/>
                <a:gd name="connsiteX0" fmla="*/ 45 w 10000"/>
                <a:gd name="connsiteY0" fmla="*/ 5036 h 10796"/>
                <a:gd name="connsiteX1" fmla="*/ 2738 w 10000"/>
                <a:gd name="connsiteY1" fmla="*/ 2811 h 10796"/>
                <a:gd name="connsiteX2" fmla="*/ 4886 w 10000"/>
                <a:gd name="connsiteY2" fmla="*/ 4 h 10796"/>
                <a:gd name="connsiteX3" fmla="*/ 8068 w 10000"/>
                <a:gd name="connsiteY3" fmla="*/ 2813 h 10796"/>
                <a:gd name="connsiteX4" fmla="*/ 9996 w 10000"/>
                <a:gd name="connsiteY4" fmla="*/ 5413 h 10796"/>
                <a:gd name="connsiteX5" fmla="*/ 8476 w 10000"/>
                <a:gd name="connsiteY5" fmla="*/ 7306 h 10796"/>
                <a:gd name="connsiteX6" fmla="*/ 5202 w 10000"/>
                <a:gd name="connsiteY6" fmla="*/ 10795 h 10796"/>
                <a:gd name="connsiteX7" fmla="*/ 2753 w 10000"/>
                <a:gd name="connsiteY7" fmla="*/ 7683 h 10796"/>
                <a:gd name="connsiteX8" fmla="*/ 1375 w 10000"/>
                <a:gd name="connsiteY8" fmla="*/ 7365 h 10796"/>
                <a:gd name="connsiteX9" fmla="*/ 45 w 10000"/>
                <a:gd name="connsiteY9" fmla="*/ 5036 h 10796"/>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00" h="10795">
                  <a:moveTo>
                    <a:pt x="45" y="5036"/>
                  </a:moveTo>
                  <a:cubicBezTo>
                    <a:pt x="272" y="4277"/>
                    <a:pt x="1931" y="3650"/>
                    <a:pt x="2738" y="2811"/>
                  </a:cubicBezTo>
                  <a:cubicBezTo>
                    <a:pt x="3545" y="1972"/>
                    <a:pt x="3352" y="117"/>
                    <a:pt x="4886" y="4"/>
                  </a:cubicBezTo>
                  <a:cubicBezTo>
                    <a:pt x="6420" y="-109"/>
                    <a:pt x="7216" y="1912"/>
                    <a:pt x="8068" y="2813"/>
                  </a:cubicBezTo>
                  <a:cubicBezTo>
                    <a:pt x="8920" y="3715"/>
                    <a:pt x="9928" y="3420"/>
                    <a:pt x="9996" y="5413"/>
                  </a:cubicBezTo>
                  <a:cubicBezTo>
                    <a:pt x="10064" y="7406"/>
                    <a:pt x="9275" y="6409"/>
                    <a:pt x="8476" y="7306"/>
                  </a:cubicBezTo>
                  <a:cubicBezTo>
                    <a:pt x="7677" y="8203"/>
                    <a:pt x="7086" y="10770"/>
                    <a:pt x="5202" y="10795"/>
                  </a:cubicBezTo>
                  <a:cubicBezTo>
                    <a:pt x="3318" y="10820"/>
                    <a:pt x="3391" y="8255"/>
                    <a:pt x="2753" y="7683"/>
                  </a:cubicBezTo>
                  <a:cubicBezTo>
                    <a:pt x="2115" y="7111"/>
                    <a:pt x="2326" y="7496"/>
                    <a:pt x="1375" y="7365"/>
                  </a:cubicBezTo>
                  <a:cubicBezTo>
                    <a:pt x="493" y="6773"/>
                    <a:pt x="-182" y="5795"/>
                    <a:pt x="45" y="5036"/>
                  </a:cubicBezTo>
                  <a:close/>
                </a:path>
              </a:pathLst>
            </a:custGeom>
            <a:solidFill>
              <a:srgbClr val="66CCFF"/>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grpSp>
          <p:nvGrpSpPr>
            <p:cNvPr id="262" name="Group 261"/>
            <p:cNvGrpSpPr/>
            <p:nvPr/>
          </p:nvGrpSpPr>
          <p:grpSpPr>
            <a:xfrm>
              <a:off x="-1935370" y="2935816"/>
              <a:ext cx="2333625" cy="1590649"/>
              <a:chOff x="833331" y="2873352"/>
              <a:chExt cx="2333625" cy="1590649"/>
            </a:xfrm>
          </p:grpSpPr>
          <p:grpSp>
            <p:nvGrpSpPr>
              <p:cNvPr id="263" name="Group 262"/>
              <p:cNvGrpSpPr/>
              <p:nvPr/>
            </p:nvGrpSpPr>
            <p:grpSpPr>
              <a:xfrm>
                <a:off x="1736090" y="2873352"/>
                <a:ext cx="565150" cy="369332"/>
                <a:chOff x="1736090" y="2873352"/>
                <a:chExt cx="565150" cy="369332"/>
              </a:xfrm>
            </p:grpSpPr>
            <p:grpSp>
              <p:nvGrpSpPr>
                <p:cNvPr id="312" name="Group 327"/>
                <p:cNvGrpSpPr>
                  <a:grpSpLocks/>
                </p:cNvGrpSpPr>
                <p:nvPr/>
              </p:nvGrpSpPr>
              <p:grpSpPr bwMode="auto">
                <a:xfrm>
                  <a:off x="1736090" y="2893762"/>
                  <a:ext cx="565150" cy="292100"/>
                  <a:chOff x="1871277" y="1576300"/>
                  <a:chExt cx="1128371" cy="437861"/>
                </a:xfrm>
              </p:grpSpPr>
              <p:sp>
                <p:nvSpPr>
                  <p:cNvPr id="316" name="Oval 315"/>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17" name="Rectangle 316"/>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18" name="Oval 317"/>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19" name="Freeform 318"/>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20" name="Freeform 319"/>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21" name="Freeform 320"/>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22" name="Freeform 321"/>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23" name="Straight Connector 322"/>
                  <p:cNvCxnSpPr>
                    <a:endCxn id="318"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24" name="Straight Connector 323"/>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313" name="Group 312"/>
                <p:cNvGrpSpPr/>
                <p:nvPr/>
              </p:nvGrpSpPr>
              <p:grpSpPr>
                <a:xfrm>
                  <a:off x="1770362" y="2873352"/>
                  <a:ext cx="441422" cy="369332"/>
                  <a:chOff x="667045" y="1708643"/>
                  <a:chExt cx="441422" cy="369332"/>
                </a:xfrm>
              </p:grpSpPr>
              <p:sp>
                <p:nvSpPr>
                  <p:cNvPr id="314" name="Oval 313"/>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315" name="TextBox 314"/>
                  <p:cNvSpPr txBox="1"/>
                  <p:nvPr/>
                </p:nvSpPr>
                <p:spPr>
                  <a:xfrm>
                    <a:off x="667045" y="1708643"/>
                    <a:ext cx="441422" cy="369332"/>
                  </a:xfrm>
                  <a:prstGeom prst="rect">
                    <a:avLst/>
                  </a:prstGeom>
                  <a:noFill/>
                </p:spPr>
                <p:txBody>
                  <a:bodyPr wrap="none" rtlCol="0">
                    <a:spAutoFit/>
                  </a:bodyPr>
                  <a:lstStyle/>
                  <a:p>
                    <a:r>
                      <a:rPr lang="en-US" dirty="0"/>
                      <a:t>1b</a:t>
                    </a:r>
                  </a:p>
                </p:txBody>
              </p:sp>
            </p:grpSp>
          </p:grpSp>
          <p:grpSp>
            <p:nvGrpSpPr>
              <p:cNvPr id="264" name="Group 263"/>
              <p:cNvGrpSpPr/>
              <p:nvPr/>
            </p:nvGrpSpPr>
            <p:grpSpPr>
              <a:xfrm>
                <a:off x="1740320" y="4094669"/>
                <a:ext cx="565150" cy="369332"/>
                <a:chOff x="1736090" y="2873352"/>
                <a:chExt cx="565150" cy="369332"/>
              </a:xfrm>
            </p:grpSpPr>
            <p:grpSp>
              <p:nvGrpSpPr>
                <p:cNvPr id="299" name="Group 327"/>
                <p:cNvGrpSpPr>
                  <a:grpSpLocks/>
                </p:cNvGrpSpPr>
                <p:nvPr/>
              </p:nvGrpSpPr>
              <p:grpSpPr bwMode="auto">
                <a:xfrm>
                  <a:off x="1736090" y="2893762"/>
                  <a:ext cx="565150" cy="292100"/>
                  <a:chOff x="1871277" y="1576300"/>
                  <a:chExt cx="1128371" cy="437861"/>
                </a:xfrm>
              </p:grpSpPr>
              <p:sp>
                <p:nvSpPr>
                  <p:cNvPr id="303" name="Oval 302"/>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04" name="Rectangle 303"/>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05" name="Oval 304"/>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06" name="Freeform 305"/>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07" name="Freeform 306"/>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08" name="Freeform 307"/>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09" name="Freeform 308"/>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10" name="Straight Connector 309"/>
                  <p:cNvCxnSpPr>
                    <a:endCxn id="305"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11" name="Straight Connector 310"/>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300" name="Group 299"/>
                <p:cNvGrpSpPr/>
                <p:nvPr/>
              </p:nvGrpSpPr>
              <p:grpSpPr>
                <a:xfrm>
                  <a:off x="1770362" y="2873352"/>
                  <a:ext cx="441422" cy="369332"/>
                  <a:chOff x="667045" y="1708643"/>
                  <a:chExt cx="441422" cy="369332"/>
                </a:xfrm>
              </p:grpSpPr>
              <p:sp>
                <p:nvSpPr>
                  <p:cNvPr id="301" name="Oval 300"/>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302" name="TextBox 301"/>
                  <p:cNvSpPr txBox="1"/>
                  <p:nvPr/>
                </p:nvSpPr>
                <p:spPr>
                  <a:xfrm>
                    <a:off x="667045" y="1708643"/>
                    <a:ext cx="441422" cy="369332"/>
                  </a:xfrm>
                  <a:prstGeom prst="rect">
                    <a:avLst/>
                  </a:prstGeom>
                  <a:noFill/>
                </p:spPr>
                <p:txBody>
                  <a:bodyPr wrap="none" rtlCol="0">
                    <a:spAutoFit/>
                  </a:bodyPr>
                  <a:lstStyle/>
                  <a:p>
                    <a:r>
                      <a:rPr lang="en-US" dirty="0"/>
                      <a:t>1d</a:t>
                    </a:r>
                  </a:p>
                </p:txBody>
              </p:sp>
            </p:grpSp>
          </p:grpSp>
          <p:grpSp>
            <p:nvGrpSpPr>
              <p:cNvPr id="265" name="Group 264"/>
              <p:cNvGrpSpPr/>
              <p:nvPr/>
            </p:nvGrpSpPr>
            <p:grpSpPr>
              <a:xfrm>
                <a:off x="2601806" y="3485072"/>
                <a:ext cx="565150" cy="369332"/>
                <a:chOff x="1736090" y="2873352"/>
                <a:chExt cx="565150" cy="369332"/>
              </a:xfrm>
            </p:grpSpPr>
            <p:grpSp>
              <p:nvGrpSpPr>
                <p:cNvPr id="286" name="Group 327"/>
                <p:cNvGrpSpPr>
                  <a:grpSpLocks/>
                </p:cNvGrpSpPr>
                <p:nvPr/>
              </p:nvGrpSpPr>
              <p:grpSpPr bwMode="auto">
                <a:xfrm>
                  <a:off x="1736090" y="2893762"/>
                  <a:ext cx="565150" cy="292100"/>
                  <a:chOff x="1871277" y="1576300"/>
                  <a:chExt cx="1128371" cy="437861"/>
                </a:xfrm>
              </p:grpSpPr>
              <p:sp>
                <p:nvSpPr>
                  <p:cNvPr id="290" name="Oval 289"/>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91" name="Rectangle 290"/>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92" name="Oval 291"/>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93" name="Freeform 292"/>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94" name="Freeform 293"/>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95" name="Freeform 294"/>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96" name="Freeform 295"/>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97" name="Straight Connector 296"/>
                  <p:cNvCxnSpPr>
                    <a:endCxn id="292"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98" name="Straight Connector 297"/>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87" name="Group 286"/>
                <p:cNvGrpSpPr/>
                <p:nvPr/>
              </p:nvGrpSpPr>
              <p:grpSpPr>
                <a:xfrm>
                  <a:off x="1770362" y="2873352"/>
                  <a:ext cx="428460" cy="369332"/>
                  <a:chOff x="667045" y="1708643"/>
                  <a:chExt cx="428460" cy="369332"/>
                </a:xfrm>
              </p:grpSpPr>
              <p:sp>
                <p:nvSpPr>
                  <p:cNvPr id="288" name="Oval 287"/>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89" name="TextBox 288"/>
                  <p:cNvSpPr txBox="1"/>
                  <p:nvPr/>
                </p:nvSpPr>
                <p:spPr>
                  <a:xfrm>
                    <a:off x="667045" y="1708643"/>
                    <a:ext cx="428460" cy="369332"/>
                  </a:xfrm>
                  <a:prstGeom prst="rect">
                    <a:avLst/>
                  </a:prstGeom>
                  <a:noFill/>
                </p:spPr>
                <p:txBody>
                  <a:bodyPr wrap="none" rtlCol="0">
                    <a:spAutoFit/>
                  </a:bodyPr>
                  <a:lstStyle/>
                  <a:p>
                    <a:r>
                      <a:rPr lang="en-US" dirty="0"/>
                      <a:t>1c</a:t>
                    </a:r>
                  </a:p>
                </p:txBody>
              </p:sp>
            </p:grpSp>
          </p:grpSp>
          <p:grpSp>
            <p:nvGrpSpPr>
              <p:cNvPr id="266" name="Group 265"/>
              <p:cNvGrpSpPr/>
              <p:nvPr/>
            </p:nvGrpSpPr>
            <p:grpSpPr>
              <a:xfrm>
                <a:off x="833331" y="3478719"/>
                <a:ext cx="565150" cy="369332"/>
                <a:chOff x="1736090" y="2873352"/>
                <a:chExt cx="565150" cy="369332"/>
              </a:xfrm>
            </p:grpSpPr>
            <p:grpSp>
              <p:nvGrpSpPr>
                <p:cNvPr id="273" name="Group 327"/>
                <p:cNvGrpSpPr>
                  <a:grpSpLocks/>
                </p:cNvGrpSpPr>
                <p:nvPr/>
              </p:nvGrpSpPr>
              <p:grpSpPr bwMode="auto">
                <a:xfrm>
                  <a:off x="1736090" y="2893762"/>
                  <a:ext cx="565150" cy="292100"/>
                  <a:chOff x="1871277" y="1576300"/>
                  <a:chExt cx="1128371" cy="437861"/>
                </a:xfrm>
              </p:grpSpPr>
              <p:sp>
                <p:nvSpPr>
                  <p:cNvPr id="277" name="Oval 276"/>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78" name="Rectangle 277"/>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79" name="Oval 278"/>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80" name="Freeform 279"/>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81" name="Freeform 280"/>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82" name="Freeform 281"/>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83" name="Freeform 282"/>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84" name="Straight Connector 283"/>
                  <p:cNvCxnSpPr>
                    <a:endCxn id="279"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85" name="Straight Connector 284"/>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74" name="Group 273"/>
                <p:cNvGrpSpPr/>
                <p:nvPr/>
              </p:nvGrpSpPr>
              <p:grpSpPr>
                <a:xfrm>
                  <a:off x="1770362" y="2873352"/>
                  <a:ext cx="441422" cy="369332"/>
                  <a:chOff x="667045" y="1708643"/>
                  <a:chExt cx="441422" cy="369332"/>
                </a:xfrm>
              </p:grpSpPr>
              <p:sp>
                <p:nvSpPr>
                  <p:cNvPr id="275" name="Oval 274"/>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76" name="TextBox 275"/>
                  <p:cNvSpPr txBox="1"/>
                  <p:nvPr/>
                </p:nvSpPr>
                <p:spPr>
                  <a:xfrm>
                    <a:off x="667045" y="1708643"/>
                    <a:ext cx="441422" cy="369332"/>
                  </a:xfrm>
                  <a:prstGeom prst="rect">
                    <a:avLst/>
                  </a:prstGeom>
                  <a:noFill/>
                </p:spPr>
                <p:txBody>
                  <a:bodyPr wrap="none" rtlCol="0">
                    <a:spAutoFit/>
                  </a:bodyPr>
                  <a:lstStyle/>
                  <a:p>
                    <a:r>
                      <a:rPr lang="en-US" dirty="0"/>
                      <a:t>1a</a:t>
                    </a:r>
                  </a:p>
                </p:txBody>
              </p:sp>
            </p:grpSp>
          </p:grpSp>
          <p:cxnSp>
            <p:nvCxnSpPr>
              <p:cNvPr id="267" name="Straight Connector 266"/>
              <p:cNvCxnSpPr>
                <a:stCxn id="315" idx="2"/>
                <a:endCxn id="302" idx="0"/>
              </p:cNvCxnSpPr>
              <p:nvPr/>
            </p:nvCxnSpPr>
            <p:spPr bwMode="auto">
              <a:xfrm>
                <a:off x="1991073" y="3242684"/>
                <a:ext cx="4230" cy="851985"/>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268" name="Straight Connector 267"/>
              <p:cNvCxnSpPr/>
              <p:nvPr/>
            </p:nvCxnSpPr>
            <p:spPr bwMode="auto">
              <a:xfrm>
                <a:off x="1407477" y="3648621"/>
                <a:ext cx="1204913" cy="6353"/>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269" name="Straight Connector 268"/>
              <p:cNvCxnSpPr>
                <a:stCxn id="316" idx="7"/>
              </p:cNvCxnSpPr>
              <p:nvPr/>
            </p:nvCxnSpPr>
            <p:spPr bwMode="auto">
              <a:xfrm>
                <a:off x="2218708" y="3154477"/>
                <a:ext cx="480042" cy="369773"/>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270" name="Straight Connector 269"/>
              <p:cNvCxnSpPr/>
              <p:nvPr/>
            </p:nvCxnSpPr>
            <p:spPr bwMode="auto">
              <a:xfrm>
                <a:off x="1300073" y="3786304"/>
                <a:ext cx="477927" cy="357071"/>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271" name="Straight Connector 270"/>
              <p:cNvCxnSpPr/>
              <p:nvPr/>
            </p:nvCxnSpPr>
            <p:spPr bwMode="auto">
              <a:xfrm flipH="1">
                <a:off x="2196042" y="3783542"/>
                <a:ext cx="508002" cy="349250"/>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272" name="Straight Connector 271"/>
              <p:cNvCxnSpPr/>
              <p:nvPr/>
            </p:nvCxnSpPr>
            <p:spPr bwMode="auto">
              <a:xfrm flipH="1">
                <a:off x="1287553" y="3166946"/>
                <a:ext cx="508002" cy="349250"/>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grpSp>
      </p:grpSp>
      <p:grpSp>
        <p:nvGrpSpPr>
          <p:cNvPr id="126" name="Group 125"/>
          <p:cNvGrpSpPr/>
          <p:nvPr/>
        </p:nvGrpSpPr>
        <p:grpSpPr>
          <a:xfrm>
            <a:off x="3285692" y="4938163"/>
            <a:ext cx="2545688" cy="1720535"/>
            <a:chOff x="-2170772" y="2784954"/>
            <a:chExt cx="2712783" cy="1853712"/>
          </a:xfrm>
        </p:grpSpPr>
        <p:sp>
          <p:nvSpPr>
            <p:cNvPr id="197" name="Freeform 2"/>
            <p:cNvSpPr>
              <a:spLocks/>
            </p:cNvSpPr>
            <p:nvPr/>
          </p:nvSpPr>
          <p:spPr bwMode="auto">
            <a:xfrm>
              <a:off x="-2170772" y="2784954"/>
              <a:ext cx="2712783" cy="1853712"/>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 fmla="*/ 4 w 8600"/>
                <a:gd name="connsiteY0" fmla="*/ 4042 h 10128"/>
                <a:gd name="connsiteX1" fmla="*/ 715 w 8600"/>
                <a:gd name="connsiteY1" fmla="*/ 1598 h 10128"/>
                <a:gd name="connsiteX2" fmla="*/ 3130 w 8600"/>
                <a:gd name="connsiteY2" fmla="*/ 1009 h 10128"/>
                <a:gd name="connsiteX3" fmla="*/ 4995 w 8600"/>
                <a:gd name="connsiteY3" fmla="*/ 3 h 10128"/>
                <a:gd name="connsiteX4" fmla="*/ 6720 w 8600"/>
                <a:gd name="connsiteY4" fmla="*/ 1012 h 10128"/>
                <a:gd name="connsiteX5" fmla="*/ 8599 w 8600"/>
                <a:gd name="connsiteY5" fmla="*/ 6800 h 10128"/>
                <a:gd name="connsiteX6" fmla="*/ 6995 w 8600"/>
                <a:gd name="connsiteY6" fmla="*/ 9325 h 10128"/>
                <a:gd name="connsiteX7" fmla="*/ 5307 w 8600"/>
                <a:gd name="connsiteY7" fmla="*/ 8846 h 10128"/>
                <a:gd name="connsiteX8" fmla="*/ 4371 w 8600"/>
                <a:gd name="connsiteY8" fmla="*/ 9915 h 10128"/>
                <a:gd name="connsiteX9" fmla="*/ 3140 w 8600"/>
                <a:gd name="connsiteY9" fmla="*/ 10022 h 10128"/>
                <a:gd name="connsiteX10" fmla="*/ 2179 w 8600"/>
                <a:gd name="connsiteY10" fmla="*/ 7898 h 10128"/>
                <a:gd name="connsiteX11" fmla="*/ 1187 w 8600"/>
                <a:gd name="connsiteY11" fmla="*/ 7498 h 10128"/>
                <a:gd name="connsiteX12" fmla="*/ 4 w 8600"/>
                <a:gd name="connsiteY12" fmla="*/ 4042 h 10128"/>
                <a:gd name="connsiteX0" fmla="*/ 4 w 9326"/>
                <a:gd name="connsiteY0" fmla="*/ 3988 h 9997"/>
                <a:gd name="connsiteX1" fmla="*/ 830 w 9326"/>
                <a:gd name="connsiteY1" fmla="*/ 1575 h 9997"/>
                <a:gd name="connsiteX2" fmla="*/ 3639 w 9326"/>
                <a:gd name="connsiteY2" fmla="*/ 993 h 9997"/>
                <a:gd name="connsiteX3" fmla="*/ 5807 w 9326"/>
                <a:gd name="connsiteY3" fmla="*/ 0 h 9997"/>
                <a:gd name="connsiteX4" fmla="*/ 7813 w 9326"/>
                <a:gd name="connsiteY4" fmla="*/ 996 h 9997"/>
                <a:gd name="connsiteX5" fmla="*/ 9324 w 9326"/>
                <a:gd name="connsiteY5" fmla="*/ 5746 h 9997"/>
                <a:gd name="connsiteX6" fmla="*/ 8133 w 9326"/>
                <a:gd name="connsiteY6" fmla="*/ 9204 h 9997"/>
                <a:gd name="connsiteX7" fmla="*/ 6170 w 9326"/>
                <a:gd name="connsiteY7" fmla="*/ 8731 h 9997"/>
                <a:gd name="connsiteX8" fmla="*/ 5082 w 9326"/>
                <a:gd name="connsiteY8" fmla="*/ 9787 h 9997"/>
                <a:gd name="connsiteX9" fmla="*/ 3650 w 9326"/>
                <a:gd name="connsiteY9" fmla="*/ 9892 h 9997"/>
                <a:gd name="connsiteX10" fmla="*/ 2533 w 9326"/>
                <a:gd name="connsiteY10" fmla="*/ 7795 h 9997"/>
                <a:gd name="connsiteX11" fmla="*/ 1379 w 9326"/>
                <a:gd name="connsiteY11" fmla="*/ 7400 h 9997"/>
                <a:gd name="connsiteX12" fmla="*/ 4 w 9326"/>
                <a:gd name="connsiteY12" fmla="*/ 3988 h 9997"/>
                <a:gd name="connsiteX0" fmla="*/ 4 w 10001"/>
                <a:gd name="connsiteY0" fmla="*/ 3989 h 10041"/>
                <a:gd name="connsiteX1" fmla="*/ 890 w 10001"/>
                <a:gd name="connsiteY1" fmla="*/ 1575 h 10041"/>
                <a:gd name="connsiteX2" fmla="*/ 3902 w 10001"/>
                <a:gd name="connsiteY2" fmla="*/ 993 h 10041"/>
                <a:gd name="connsiteX3" fmla="*/ 6227 w 10001"/>
                <a:gd name="connsiteY3" fmla="*/ 0 h 10041"/>
                <a:gd name="connsiteX4" fmla="*/ 8378 w 10001"/>
                <a:gd name="connsiteY4" fmla="*/ 996 h 10041"/>
                <a:gd name="connsiteX5" fmla="*/ 9998 w 10001"/>
                <a:gd name="connsiteY5" fmla="*/ 5748 h 10041"/>
                <a:gd name="connsiteX6" fmla="*/ 8721 w 10001"/>
                <a:gd name="connsiteY6" fmla="*/ 9207 h 10041"/>
                <a:gd name="connsiteX7" fmla="*/ 5449 w 10001"/>
                <a:gd name="connsiteY7" fmla="*/ 9790 h 10041"/>
                <a:gd name="connsiteX8" fmla="*/ 3914 w 10001"/>
                <a:gd name="connsiteY8" fmla="*/ 9895 h 10041"/>
                <a:gd name="connsiteX9" fmla="*/ 2716 w 10001"/>
                <a:gd name="connsiteY9" fmla="*/ 7797 h 10041"/>
                <a:gd name="connsiteX10" fmla="*/ 1479 w 10001"/>
                <a:gd name="connsiteY10" fmla="*/ 7402 h 10041"/>
                <a:gd name="connsiteX11" fmla="*/ 4 w 10001"/>
                <a:gd name="connsiteY11" fmla="*/ 3989 h 10041"/>
                <a:gd name="connsiteX0" fmla="*/ 4 w 10001"/>
                <a:gd name="connsiteY0" fmla="*/ 3989 h 14825"/>
                <a:gd name="connsiteX1" fmla="*/ 890 w 10001"/>
                <a:gd name="connsiteY1" fmla="*/ 1575 h 14825"/>
                <a:gd name="connsiteX2" fmla="*/ 3902 w 10001"/>
                <a:gd name="connsiteY2" fmla="*/ 993 h 14825"/>
                <a:gd name="connsiteX3" fmla="*/ 6227 w 10001"/>
                <a:gd name="connsiteY3" fmla="*/ 0 h 14825"/>
                <a:gd name="connsiteX4" fmla="*/ 8378 w 10001"/>
                <a:gd name="connsiteY4" fmla="*/ 996 h 14825"/>
                <a:gd name="connsiteX5" fmla="*/ 9998 w 10001"/>
                <a:gd name="connsiteY5" fmla="*/ 5748 h 14825"/>
                <a:gd name="connsiteX6" fmla="*/ 8721 w 10001"/>
                <a:gd name="connsiteY6" fmla="*/ 9207 h 14825"/>
                <a:gd name="connsiteX7" fmla="*/ 6011 w 10001"/>
                <a:gd name="connsiteY7" fmla="*/ 14823 h 14825"/>
                <a:gd name="connsiteX8" fmla="*/ 3914 w 10001"/>
                <a:gd name="connsiteY8" fmla="*/ 9895 h 14825"/>
                <a:gd name="connsiteX9" fmla="*/ 2716 w 10001"/>
                <a:gd name="connsiteY9" fmla="*/ 7797 h 14825"/>
                <a:gd name="connsiteX10" fmla="*/ 1479 w 10001"/>
                <a:gd name="connsiteY10" fmla="*/ 7402 h 14825"/>
                <a:gd name="connsiteX11" fmla="*/ 4 w 10001"/>
                <a:gd name="connsiteY11" fmla="*/ 3989 h 14825"/>
                <a:gd name="connsiteX0" fmla="*/ 4 w 10001"/>
                <a:gd name="connsiteY0" fmla="*/ 7436 h 18272"/>
                <a:gd name="connsiteX1" fmla="*/ 890 w 10001"/>
                <a:gd name="connsiteY1" fmla="*/ 5022 h 18272"/>
                <a:gd name="connsiteX2" fmla="*/ 3902 w 10001"/>
                <a:gd name="connsiteY2" fmla="*/ 4440 h 18272"/>
                <a:gd name="connsiteX3" fmla="*/ 6026 w 10001"/>
                <a:gd name="connsiteY3" fmla="*/ 0 h 18272"/>
                <a:gd name="connsiteX4" fmla="*/ 8378 w 10001"/>
                <a:gd name="connsiteY4" fmla="*/ 4443 h 18272"/>
                <a:gd name="connsiteX5" fmla="*/ 9998 w 10001"/>
                <a:gd name="connsiteY5" fmla="*/ 9195 h 18272"/>
                <a:gd name="connsiteX6" fmla="*/ 8721 w 10001"/>
                <a:gd name="connsiteY6" fmla="*/ 12654 h 18272"/>
                <a:gd name="connsiteX7" fmla="*/ 6011 w 10001"/>
                <a:gd name="connsiteY7" fmla="*/ 18270 h 18272"/>
                <a:gd name="connsiteX8" fmla="*/ 3914 w 10001"/>
                <a:gd name="connsiteY8" fmla="*/ 13342 h 18272"/>
                <a:gd name="connsiteX9" fmla="*/ 2716 w 10001"/>
                <a:gd name="connsiteY9" fmla="*/ 11244 h 18272"/>
                <a:gd name="connsiteX10" fmla="*/ 1479 w 10001"/>
                <a:gd name="connsiteY10" fmla="*/ 10849 h 18272"/>
                <a:gd name="connsiteX11" fmla="*/ 4 w 10001"/>
                <a:gd name="connsiteY11" fmla="*/ 7436 h 18272"/>
                <a:gd name="connsiteX0" fmla="*/ 1 w 9998"/>
                <a:gd name="connsiteY0" fmla="*/ 7436 h 18272"/>
                <a:gd name="connsiteX1" fmla="*/ 3899 w 9998"/>
                <a:gd name="connsiteY1" fmla="*/ 4440 h 18272"/>
                <a:gd name="connsiteX2" fmla="*/ 6023 w 9998"/>
                <a:gd name="connsiteY2" fmla="*/ 0 h 18272"/>
                <a:gd name="connsiteX3" fmla="*/ 8375 w 9998"/>
                <a:gd name="connsiteY3" fmla="*/ 4443 h 18272"/>
                <a:gd name="connsiteX4" fmla="*/ 9995 w 9998"/>
                <a:gd name="connsiteY4" fmla="*/ 9195 h 18272"/>
                <a:gd name="connsiteX5" fmla="*/ 8718 w 9998"/>
                <a:gd name="connsiteY5" fmla="*/ 12654 h 18272"/>
                <a:gd name="connsiteX6" fmla="*/ 6008 w 9998"/>
                <a:gd name="connsiteY6" fmla="*/ 18270 h 18272"/>
                <a:gd name="connsiteX7" fmla="*/ 3911 w 9998"/>
                <a:gd name="connsiteY7" fmla="*/ 13342 h 18272"/>
                <a:gd name="connsiteX8" fmla="*/ 2713 w 9998"/>
                <a:gd name="connsiteY8" fmla="*/ 11244 h 18272"/>
                <a:gd name="connsiteX9" fmla="*/ 1476 w 9998"/>
                <a:gd name="connsiteY9" fmla="*/ 10849 h 18272"/>
                <a:gd name="connsiteX10" fmla="*/ 1 w 9998"/>
                <a:gd name="connsiteY10" fmla="*/ 7436 h 18272"/>
                <a:gd name="connsiteX0" fmla="*/ 35 w 8559"/>
                <a:gd name="connsiteY0" fmla="*/ 5938 h 10000"/>
                <a:gd name="connsiteX1" fmla="*/ 2459 w 8559"/>
                <a:gd name="connsiteY1" fmla="*/ 2430 h 10000"/>
                <a:gd name="connsiteX2" fmla="*/ 4583 w 8559"/>
                <a:gd name="connsiteY2" fmla="*/ 0 h 10000"/>
                <a:gd name="connsiteX3" fmla="*/ 6936 w 8559"/>
                <a:gd name="connsiteY3" fmla="*/ 2432 h 10000"/>
                <a:gd name="connsiteX4" fmla="*/ 8556 w 8559"/>
                <a:gd name="connsiteY4" fmla="*/ 5032 h 10000"/>
                <a:gd name="connsiteX5" fmla="*/ 7279 w 8559"/>
                <a:gd name="connsiteY5" fmla="*/ 6925 h 10000"/>
                <a:gd name="connsiteX6" fmla="*/ 4568 w 8559"/>
                <a:gd name="connsiteY6" fmla="*/ 9999 h 10000"/>
                <a:gd name="connsiteX7" fmla="*/ 2471 w 8559"/>
                <a:gd name="connsiteY7" fmla="*/ 7302 h 10000"/>
                <a:gd name="connsiteX8" fmla="*/ 1273 w 8559"/>
                <a:gd name="connsiteY8" fmla="*/ 6154 h 10000"/>
                <a:gd name="connsiteX9" fmla="*/ 35 w 8559"/>
                <a:gd name="connsiteY9" fmla="*/ 5938 h 10000"/>
                <a:gd name="connsiteX0" fmla="*/ 49 w 9820"/>
                <a:gd name="connsiteY0" fmla="*/ 4655 h 10000"/>
                <a:gd name="connsiteX1" fmla="*/ 2693 w 9820"/>
                <a:gd name="connsiteY1" fmla="*/ 2430 h 10000"/>
                <a:gd name="connsiteX2" fmla="*/ 5175 w 9820"/>
                <a:gd name="connsiteY2" fmla="*/ 0 h 10000"/>
                <a:gd name="connsiteX3" fmla="*/ 7924 w 9820"/>
                <a:gd name="connsiteY3" fmla="*/ 2432 h 10000"/>
                <a:gd name="connsiteX4" fmla="*/ 9816 w 9820"/>
                <a:gd name="connsiteY4" fmla="*/ 5032 h 10000"/>
                <a:gd name="connsiteX5" fmla="*/ 8324 w 9820"/>
                <a:gd name="connsiteY5" fmla="*/ 6925 h 10000"/>
                <a:gd name="connsiteX6" fmla="*/ 5157 w 9820"/>
                <a:gd name="connsiteY6" fmla="*/ 9999 h 10000"/>
                <a:gd name="connsiteX7" fmla="*/ 2707 w 9820"/>
                <a:gd name="connsiteY7" fmla="*/ 7302 h 10000"/>
                <a:gd name="connsiteX8" fmla="*/ 1307 w 9820"/>
                <a:gd name="connsiteY8" fmla="*/ 6154 h 10000"/>
                <a:gd name="connsiteX9" fmla="*/ 49 w 9820"/>
                <a:gd name="connsiteY9" fmla="*/ 4655 h 10000"/>
                <a:gd name="connsiteX0" fmla="*/ 45 w 9995"/>
                <a:gd name="connsiteY0" fmla="*/ 4655 h 10000"/>
                <a:gd name="connsiteX1" fmla="*/ 2737 w 9995"/>
                <a:gd name="connsiteY1" fmla="*/ 2430 h 10000"/>
                <a:gd name="connsiteX2" fmla="*/ 5265 w 9995"/>
                <a:gd name="connsiteY2" fmla="*/ 0 h 10000"/>
                <a:gd name="connsiteX3" fmla="*/ 8064 w 9995"/>
                <a:gd name="connsiteY3" fmla="*/ 2432 h 10000"/>
                <a:gd name="connsiteX4" fmla="*/ 9991 w 9995"/>
                <a:gd name="connsiteY4" fmla="*/ 5032 h 10000"/>
                <a:gd name="connsiteX5" fmla="*/ 8472 w 9995"/>
                <a:gd name="connsiteY5" fmla="*/ 6925 h 10000"/>
                <a:gd name="connsiteX6" fmla="*/ 5247 w 9995"/>
                <a:gd name="connsiteY6" fmla="*/ 9999 h 10000"/>
                <a:gd name="connsiteX7" fmla="*/ 2752 w 9995"/>
                <a:gd name="connsiteY7" fmla="*/ 7302 h 10000"/>
                <a:gd name="connsiteX8" fmla="*/ 1374 w 9995"/>
                <a:gd name="connsiteY8" fmla="*/ 6984 h 10000"/>
                <a:gd name="connsiteX9" fmla="*/ 45 w 9995"/>
                <a:gd name="connsiteY9" fmla="*/ 4655 h 10000"/>
                <a:gd name="connsiteX0" fmla="*/ 45 w 10000"/>
                <a:gd name="connsiteY0" fmla="*/ 5032 h 10377"/>
                <a:gd name="connsiteX1" fmla="*/ 2738 w 10000"/>
                <a:gd name="connsiteY1" fmla="*/ 2807 h 10377"/>
                <a:gd name="connsiteX2" fmla="*/ 4886 w 10000"/>
                <a:gd name="connsiteY2" fmla="*/ 0 h 10377"/>
                <a:gd name="connsiteX3" fmla="*/ 8068 w 10000"/>
                <a:gd name="connsiteY3" fmla="*/ 2809 h 10377"/>
                <a:gd name="connsiteX4" fmla="*/ 9996 w 10000"/>
                <a:gd name="connsiteY4" fmla="*/ 5409 h 10377"/>
                <a:gd name="connsiteX5" fmla="*/ 8476 w 10000"/>
                <a:gd name="connsiteY5" fmla="*/ 7302 h 10377"/>
                <a:gd name="connsiteX6" fmla="*/ 5250 w 10000"/>
                <a:gd name="connsiteY6" fmla="*/ 10376 h 10377"/>
                <a:gd name="connsiteX7" fmla="*/ 2753 w 10000"/>
                <a:gd name="connsiteY7" fmla="*/ 7679 h 10377"/>
                <a:gd name="connsiteX8" fmla="*/ 1375 w 10000"/>
                <a:gd name="connsiteY8" fmla="*/ 7361 h 10377"/>
                <a:gd name="connsiteX9" fmla="*/ 45 w 10000"/>
                <a:gd name="connsiteY9" fmla="*/ 5032 h 10377"/>
                <a:gd name="connsiteX0" fmla="*/ 45 w 10000"/>
                <a:gd name="connsiteY0" fmla="*/ 5036 h 10381"/>
                <a:gd name="connsiteX1" fmla="*/ 2738 w 10000"/>
                <a:gd name="connsiteY1" fmla="*/ 2811 h 10381"/>
                <a:gd name="connsiteX2" fmla="*/ 4886 w 10000"/>
                <a:gd name="connsiteY2" fmla="*/ 4 h 10381"/>
                <a:gd name="connsiteX3" fmla="*/ 8068 w 10000"/>
                <a:gd name="connsiteY3" fmla="*/ 2813 h 10381"/>
                <a:gd name="connsiteX4" fmla="*/ 9996 w 10000"/>
                <a:gd name="connsiteY4" fmla="*/ 5413 h 10381"/>
                <a:gd name="connsiteX5" fmla="*/ 8476 w 10000"/>
                <a:gd name="connsiteY5" fmla="*/ 7306 h 10381"/>
                <a:gd name="connsiteX6" fmla="*/ 5250 w 10000"/>
                <a:gd name="connsiteY6" fmla="*/ 10380 h 10381"/>
                <a:gd name="connsiteX7" fmla="*/ 2753 w 10000"/>
                <a:gd name="connsiteY7" fmla="*/ 7683 h 10381"/>
                <a:gd name="connsiteX8" fmla="*/ 1375 w 10000"/>
                <a:gd name="connsiteY8" fmla="*/ 7365 h 10381"/>
                <a:gd name="connsiteX9" fmla="*/ 45 w 10000"/>
                <a:gd name="connsiteY9" fmla="*/ 5036 h 10381"/>
                <a:gd name="connsiteX0" fmla="*/ 45 w 10000"/>
                <a:gd name="connsiteY0" fmla="*/ 5036 h 10796"/>
                <a:gd name="connsiteX1" fmla="*/ 2738 w 10000"/>
                <a:gd name="connsiteY1" fmla="*/ 2811 h 10796"/>
                <a:gd name="connsiteX2" fmla="*/ 4886 w 10000"/>
                <a:gd name="connsiteY2" fmla="*/ 4 h 10796"/>
                <a:gd name="connsiteX3" fmla="*/ 8068 w 10000"/>
                <a:gd name="connsiteY3" fmla="*/ 2813 h 10796"/>
                <a:gd name="connsiteX4" fmla="*/ 9996 w 10000"/>
                <a:gd name="connsiteY4" fmla="*/ 5413 h 10796"/>
                <a:gd name="connsiteX5" fmla="*/ 8476 w 10000"/>
                <a:gd name="connsiteY5" fmla="*/ 7306 h 10796"/>
                <a:gd name="connsiteX6" fmla="*/ 5202 w 10000"/>
                <a:gd name="connsiteY6" fmla="*/ 10795 h 10796"/>
                <a:gd name="connsiteX7" fmla="*/ 2753 w 10000"/>
                <a:gd name="connsiteY7" fmla="*/ 7683 h 10796"/>
                <a:gd name="connsiteX8" fmla="*/ 1375 w 10000"/>
                <a:gd name="connsiteY8" fmla="*/ 7365 h 10796"/>
                <a:gd name="connsiteX9" fmla="*/ 45 w 10000"/>
                <a:gd name="connsiteY9" fmla="*/ 5036 h 10796"/>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00" h="10795">
                  <a:moveTo>
                    <a:pt x="45" y="5036"/>
                  </a:moveTo>
                  <a:cubicBezTo>
                    <a:pt x="272" y="4277"/>
                    <a:pt x="1931" y="3650"/>
                    <a:pt x="2738" y="2811"/>
                  </a:cubicBezTo>
                  <a:cubicBezTo>
                    <a:pt x="3545" y="1972"/>
                    <a:pt x="3352" y="117"/>
                    <a:pt x="4886" y="4"/>
                  </a:cubicBezTo>
                  <a:cubicBezTo>
                    <a:pt x="6420" y="-109"/>
                    <a:pt x="7216" y="1912"/>
                    <a:pt x="8068" y="2813"/>
                  </a:cubicBezTo>
                  <a:cubicBezTo>
                    <a:pt x="8920" y="3715"/>
                    <a:pt x="9928" y="3420"/>
                    <a:pt x="9996" y="5413"/>
                  </a:cubicBezTo>
                  <a:cubicBezTo>
                    <a:pt x="10064" y="7406"/>
                    <a:pt x="9275" y="6409"/>
                    <a:pt x="8476" y="7306"/>
                  </a:cubicBezTo>
                  <a:cubicBezTo>
                    <a:pt x="7677" y="8203"/>
                    <a:pt x="7086" y="10770"/>
                    <a:pt x="5202" y="10795"/>
                  </a:cubicBezTo>
                  <a:cubicBezTo>
                    <a:pt x="3318" y="10820"/>
                    <a:pt x="3391" y="8255"/>
                    <a:pt x="2753" y="7683"/>
                  </a:cubicBezTo>
                  <a:cubicBezTo>
                    <a:pt x="2115" y="7111"/>
                    <a:pt x="2326" y="7496"/>
                    <a:pt x="1375" y="7365"/>
                  </a:cubicBezTo>
                  <a:cubicBezTo>
                    <a:pt x="493" y="6773"/>
                    <a:pt x="-182" y="5795"/>
                    <a:pt x="45" y="5036"/>
                  </a:cubicBezTo>
                  <a:close/>
                </a:path>
              </a:pathLst>
            </a:custGeom>
            <a:solidFill>
              <a:srgbClr val="66CCFF"/>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grpSp>
          <p:nvGrpSpPr>
            <p:cNvPr id="198" name="Group 197"/>
            <p:cNvGrpSpPr/>
            <p:nvPr/>
          </p:nvGrpSpPr>
          <p:grpSpPr>
            <a:xfrm>
              <a:off x="-1935370" y="2935816"/>
              <a:ext cx="2333625" cy="1590649"/>
              <a:chOff x="833331" y="2873352"/>
              <a:chExt cx="2333625" cy="1590649"/>
            </a:xfrm>
          </p:grpSpPr>
          <p:grpSp>
            <p:nvGrpSpPr>
              <p:cNvPr id="199" name="Group 198"/>
              <p:cNvGrpSpPr/>
              <p:nvPr/>
            </p:nvGrpSpPr>
            <p:grpSpPr>
              <a:xfrm>
                <a:off x="1736090" y="2873352"/>
                <a:ext cx="565150" cy="369332"/>
                <a:chOff x="1736090" y="2873352"/>
                <a:chExt cx="565150" cy="369332"/>
              </a:xfrm>
            </p:grpSpPr>
            <p:grpSp>
              <p:nvGrpSpPr>
                <p:cNvPr id="248" name="Group 327"/>
                <p:cNvGrpSpPr>
                  <a:grpSpLocks/>
                </p:cNvGrpSpPr>
                <p:nvPr/>
              </p:nvGrpSpPr>
              <p:grpSpPr bwMode="auto">
                <a:xfrm>
                  <a:off x="1736090" y="2893762"/>
                  <a:ext cx="565150" cy="292100"/>
                  <a:chOff x="1871277" y="1576300"/>
                  <a:chExt cx="1128371" cy="437861"/>
                </a:xfrm>
              </p:grpSpPr>
              <p:sp>
                <p:nvSpPr>
                  <p:cNvPr id="252" name="Oval 251"/>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53" name="Rectangle 252"/>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54" name="Oval 253"/>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55" name="Freeform 254"/>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56" name="Freeform 255"/>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57" name="Freeform 256"/>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58" name="Freeform 257"/>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59" name="Straight Connector 258"/>
                  <p:cNvCxnSpPr>
                    <a:endCxn id="254"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60" name="Straight Connector 259"/>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49" name="Group 248"/>
                <p:cNvGrpSpPr/>
                <p:nvPr/>
              </p:nvGrpSpPr>
              <p:grpSpPr>
                <a:xfrm>
                  <a:off x="1770362" y="2873352"/>
                  <a:ext cx="441422" cy="369332"/>
                  <a:chOff x="667045" y="1708643"/>
                  <a:chExt cx="441422" cy="369332"/>
                </a:xfrm>
              </p:grpSpPr>
              <p:sp>
                <p:nvSpPr>
                  <p:cNvPr id="250" name="Oval 249"/>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51" name="TextBox 250"/>
                  <p:cNvSpPr txBox="1"/>
                  <p:nvPr/>
                </p:nvSpPr>
                <p:spPr>
                  <a:xfrm>
                    <a:off x="667045" y="1708643"/>
                    <a:ext cx="441422" cy="369332"/>
                  </a:xfrm>
                  <a:prstGeom prst="rect">
                    <a:avLst/>
                  </a:prstGeom>
                  <a:noFill/>
                </p:spPr>
                <p:txBody>
                  <a:bodyPr wrap="none" rtlCol="0">
                    <a:spAutoFit/>
                  </a:bodyPr>
                  <a:lstStyle/>
                  <a:p>
                    <a:r>
                      <a:rPr lang="en-US" dirty="0"/>
                      <a:t>2b</a:t>
                    </a:r>
                  </a:p>
                </p:txBody>
              </p:sp>
            </p:grpSp>
          </p:grpSp>
          <p:grpSp>
            <p:nvGrpSpPr>
              <p:cNvPr id="200" name="Group 199"/>
              <p:cNvGrpSpPr/>
              <p:nvPr/>
            </p:nvGrpSpPr>
            <p:grpSpPr>
              <a:xfrm>
                <a:off x="1740320" y="4094669"/>
                <a:ext cx="565150" cy="369332"/>
                <a:chOff x="1736090" y="2873352"/>
                <a:chExt cx="565150" cy="369332"/>
              </a:xfrm>
            </p:grpSpPr>
            <p:grpSp>
              <p:nvGrpSpPr>
                <p:cNvPr id="235" name="Group 327"/>
                <p:cNvGrpSpPr>
                  <a:grpSpLocks/>
                </p:cNvGrpSpPr>
                <p:nvPr/>
              </p:nvGrpSpPr>
              <p:grpSpPr bwMode="auto">
                <a:xfrm>
                  <a:off x="1736090" y="2893762"/>
                  <a:ext cx="565150" cy="292100"/>
                  <a:chOff x="1871277" y="1576300"/>
                  <a:chExt cx="1128371" cy="437861"/>
                </a:xfrm>
              </p:grpSpPr>
              <p:sp>
                <p:nvSpPr>
                  <p:cNvPr id="239" name="Oval 238"/>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40" name="Rectangle 239"/>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41" name="Oval 240"/>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42" name="Freeform 241"/>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43" name="Freeform 242"/>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44" name="Freeform 243"/>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45" name="Freeform 244"/>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46" name="Straight Connector 245"/>
                  <p:cNvCxnSpPr>
                    <a:endCxn id="241"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47" name="Straight Connector 246"/>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36" name="Group 235"/>
                <p:cNvGrpSpPr/>
                <p:nvPr/>
              </p:nvGrpSpPr>
              <p:grpSpPr>
                <a:xfrm>
                  <a:off x="1770362" y="2873352"/>
                  <a:ext cx="441422" cy="369332"/>
                  <a:chOff x="667045" y="1708643"/>
                  <a:chExt cx="441422" cy="369332"/>
                </a:xfrm>
              </p:grpSpPr>
              <p:sp>
                <p:nvSpPr>
                  <p:cNvPr id="237" name="Oval 236"/>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38" name="TextBox 237"/>
                  <p:cNvSpPr txBox="1"/>
                  <p:nvPr/>
                </p:nvSpPr>
                <p:spPr>
                  <a:xfrm>
                    <a:off x="667045" y="1708643"/>
                    <a:ext cx="441422" cy="369332"/>
                  </a:xfrm>
                  <a:prstGeom prst="rect">
                    <a:avLst/>
                  </a:prstGeom>
                  <a:noFill/>
                </p:spPr>
                <p:txBody>
                  <a:bodyPr wrap="none" rtlCol="0">
                    <a:spAutoFit/>
                  </a:bodyPr>
                  <a:lstStyle/>
                  <a:p>
                    <a:r>
                      <a:rPr lang="en-US" dirty="0"/>
                      <a:t>2d</a:t>
                    </a:r>
                  </a:p>
                </p:txBody>
              </p:sp>
            </p:grpSp>
          </p:grpSp>
          <p:grpSp>
            <p:nvGrpSpPr>
              <p:cNvPr id="201" name="Group 200"/>
              <p:cNvGrpSpPr/>
              <p:nvPr/>
            </p:nvGrpSpPr>
            <p:grpSpPr>
              <a:xfrm>
                <a:off x="2601806" y="3485072"/>
                <a:ext cx="565150" cy="369332"/>
                <a:chOff x="1736090" y="2873352"/>
                <a:chExt cx="565150" cy="369332"/>
              </a:xfrm>
            </p:grpSpPr>
            <p:grpSp>
              <p:nvGrpSpPr>
                <p:cNvPr id="222" name="Group 327"/>
                <p:cNvGrpSpPr>
                  <a:grpSpLocks/>
                </p:cNvGrpSpPr>
                <p:nvPr/>
              </p:nvGrpSpPr>
              <p:grpSpPr bwMode="auto">
                <a:xfrm>
                  <a:off x="1736090" y="2893762"/>
                  <a:ext cx="565150" cy="292100"/>
                  <a:chOff x="1871277" y="1576300"/>
                  <a:chExt cx="1128371" cy="437861"/>
                </a:xfrm>
              </p:grpSpPr>
              <p:sp>
                <p:nvSpPr>
                  <p:cNvPr id="226" name="Oval 225"/>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27" name="Rectangle 226"/>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28" name="Oval 227"/>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29" name="Freeform 228"/>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30" name="Freeform 229"/>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31" name="Freeform 230"/>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32" name="Freeform 231"/>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33" name="Straight Connector 232"/>
                  <p:cNvCxnSpPr>
                    <a:endCxn id="228"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34" name="Straight Connector 233"/>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23" name="Group 222"/>
                <p:cNvGrpSpPr/>
                <p:nvPr/>
              </p:nvGrpSpPr>
              <p:grpSpPr>
                <a:xfrm>
                  <a:off x="1770362" y="2873352"/>
                  <a:ext cx="428460" cy="369332"/>
                  <a:chOff x="667045" y="1708643"/>
                  <a:chExt cx="428460" cy="369332"/>
                </a:xfrm>
              </p:grpSpPr>
              <p:sp>
                <p:nvSpPr>
                  <p:cNvPr id="224" name="Oval 223"/>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25" name="TextBox 224"/>
                  <p:cNvSpPr txBox="1"/>
                  <p:nvPr/>
                </p:nvSpPr>
                <p:spPr>
                  <a:xfrm>
                    <a:off x="667045" y="1708643"/>
                    <a:ext cx="428460" cy="369332"/>
                  </a:xfrm>
                  <a:prstGeom prst="rect">
                    <a:avLst/>
                  </a:prstGeom>
                  <a:noFill/>
                </p:spPr>
                <p:txBody>
                  <a:bodyPr wrap="none" rtlCol="0">
                    <a:spAutoFit/>
                  </a:bodyPr>
                  <a:lstStyle/>
                  <a:p>
                    <a:r>
                      <a:rPr lang="en-US" dirty="0"/>
                      <a:t>2c</a:t>
                    </a:r>
                  </a:p>
                </p:txBody>
              </p:sp>
            </p:grpSp>
          </p:grpSp>
          <p:grpSp>
            <p:nvGrpSpPr>
              <p:cNvPr id="202" name="Group 201"/>
              <p:cNvGrpSpPr/>
              <p:nvPr/>
            </p:nvGrpSpPr>
            <p:grpSpPr>
              <a:xfrm>
                <a:off x="833331" y="3478719"/>
                <a:ext cx="565150" cy="369332"/>
                <a:chOff x="1736090" y="2873352"/>
                <a:chExt cx="565150" cy="369332"/>
              </a:xfrm>
            </p:grpSpPr>
            <p:grpSp>
              <p:nvGrpSpPr>
                <p:cNvPr id="209" name="Group 327"/>
                <p:cNvGrpSpPr>
                  <a:grpSpLocks/>
                </p:cNvGrpSpPr>
                <p:nvPr/>
              </p:nvGrpSpPr>
              <p:grpSpPr bwMode="auto">
                <a:xfrm>
                  <a:off x="1736090" y="2893762"/>
                  <a:ext cx="565150" cy="292100"/>
                  <a:chOff x="1871277" y="1576300"/>
                  <a:chExt cx="1128371" cy="437861"/>
                </a:xfrm>
              </p:grpSpPr>
              <p:sp>
                <p:nvSpPr>
                  <p:cNvPr id="213" name="Oval 212"/>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14" name="Rectangle 213"/>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15" name="Oval 214"/>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16" name="Freeform 215"/>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17" name="Freeform 216"/>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18" name="Freeform 217"/>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19" name="Freeform 218"/>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20" name="Straight Connector 219"/>
                  <p:cNvCxnSpPr>
                    <a:endCxn id="215"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21" name="Straight Connector 220"/>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10" name="Group 209"/>
                <p:cNvGrpSpPr/>
                <p:nvPr/>
              </p:nvGrpSpPr>
              <p:grpSpPr>
                <a:xfrm>
                  <a:off x="1770362" y="2873352"/>
                  <a:ext cx="441422" cy="369332"/>
                  <a:chOff x="667045" y="1708643"/>
                  <a:chExt cx="441422" cy="369332"/>
                </a:xfrm>
              </p:grpSpPr>
              <p:sp>
                <p:nvSpPr>
                  <p:cNvPr id="211" name="Oval 210"/>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12" name="TextBox 211"/>
                  <p:cNvSpPr txBox="1"/>
                  <p:nvPr/>
                </p:nvSpPr>
                <p:spPr>
                  <a:xfrm>
                    <a:off x="667045" y="1708643"/>
                    <a:ext cx="441422" cy="369332"/>
                  </a:xfrm>
                  <a:prstGeom prst="rect">
                    <a:avLst/>
                  </a:prstGeom>
                  <a:noFill/>
                </p:spPr>
                <p:txBody>
                  <a:bodyPr wrap="none" rtlCol="0">
                    <a:spAutoFit/>
                  </a:bodyPr>
                  <a:lstStyle/>
                  <a:p>
                    <a:r>
                      <a:rPr lang="en-US" dirty="0"/>
                      <a:t>2a</a:t>
                    </a:r>
                  </a:p>
                </p:txBody>
              </p:sp>
            </p:grpSp>
          </p:grpSp>
          <p:cxnSp>
            <p:nvCxnSpPr>
              <p:cNvPr id="203" name="Straight Connector 202"/>
              <p:cNvCxnSpPr>
                <a:stCxn id="251" idx="2"/>
                <a:endCxn id="238" idx="0"/>
              </p:cNvCxnSpPr>
              <p:nvPr/>
            </p:nvCxnSpPr>
            <p:spPr bwMode="auto">
              <a:xfrm>
                <a:off x="1991073" y="3242684"/>
                <a:ext cx="4230" cy="851985"/>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204" name="Straight Connector 203"/>
              <p:cNvCxnSpPr/>
              <p:nvPr/>
            </p:nvCxnSpPr>
            <p:spPr bwMode="auto">
              <a:xfrm>
                <a:off x="1407477" y="3648621"/>
                <a:ext cx="1204913" cy="6353"/>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205" name="Straight Connector 204"/>
              <p:cNvCxnSpPr>
                <a:stCxn id="252" idx="7"/>
              </p:cNvCxnSpPr>
              <p:nvPr/>
            </p:nvCxnSpPr>
            <p:spPr bwMode="auto">
              <a:xfrm>
                <a:off x="2218708" y="3154477"/>
                <a:ext cx="480042" cy="369773"/>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206" name="Straight Connector 205"/>
              <p:cNvCxnSpPr/>
              <p:nvPr/>
            </p:nvCxnSpPr>
            <p:spPr bwMode="auto">
              <a:xfrm>
                <a:off x="1300073" y="3786304"/>
                <a:ext cx="477927" cy="357071"/>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207" name="Straight Connector 206"/>
              <p:cNvCxnSpPr/>
              <p:nvPr/>
            </p:nvCxnSpPr>
            <p:spPr bwMode="auto">
              <a:xfrm flipH="1">
                <a:off x="2196042" y="3783542"/>
                <a:ext cx="508002" cy="349250"/>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208" name="Straight Connector 207"/>
              <p:cNvCxnSpPr/>
              <p:nvPr/>
            </p:nvCxnSpPr>
            <p:spPr bwMode="auto">
              <a:xfrm flipH="1">
                <a:off x="1287553" y="3166946"/>
                <a:ext cx="508002" cy="349250"/>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grpSp>
      </p:grpSp>
      <p:sp>
        <p:nvSpPr>
          <p:cNvPr id="133" name="Freeform 2"/>
          <p:cNvSpPr>
            <a:spLocks/>
          </p:cNvSpPr>
          <p:nvPr/>
        </p:nvSpPr>
        <p:spPr bwMode="auto">
          <a:xfrm>
            <a:off x="5507686" y="3869905"/>
            <a:ext cx="2575521" cy="1672516"/>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 fmla="*/ 4 w 8600"/>
              <a:gd name="connsiteY0" fmla="*/ 4042 h 10128"/>
              <a:gd name="connsiteX1" fmla="*/ 715 w 8600"/>
              <a:gd name="connsiteY1" fmla="*/ 1598 h 10128"/>
              <a:gd name="connsiteX2" fmla="*/ 3130 w 8600"/>
              <a:gd name="connsiteY2" fmla="*/ 1009 h 10128"/>
              <a:gd name="connsiteX3" fmla="*/ 4995 w 8600"/>
              <a:gd name="connsiteY3" fmla="*/ 3 h 10128"/>
              <a:gd name="connsiteX4" fmla="*/ 6720 w 8600"/>
              <a:gd name="connsiteY4" fmla="*/ 1012 h 10128"/>
              <a:gd name="connsiteX5" fmla="*/ 8599 w 8600"/>
              <a:gd name="connsiteY5" fmla="*/ 6800 h 10128"/>
              <a:gd name="connsiteX6" fmla="*/ 6995 w 8600"/>
              <a:gd name="connsiteY6" fmla="*/ 9325 h 10128"/>
              <a:gd name="connsiteX7" fmla="*/ 5307 w 8600"/>
              <a:gd name="connsiteY7" fmla="*/ 8846 h 10128"/>
              <a:gd name="connsiteX8" fmla="*/ 4371 w 8600"/>
              <a:gd name="connsiteY8" fmla="*/ 9915 h 10128"/>
              <a:gd name="connsiteX9" fmla="*/ 3140 w 8600"/>
              <a:gd name="connsiteY9" fmla="*/ 10022 h 10128"/>
              <a:gd name="connsiteX10" fmla="*/ 2179 w 8600"/>
              <a:gd name="connsiteY10" fmla="*/ 7898 h 10128"/>
              <a:gd name="connsiteX11" fmla="*/ 1187 w 8600"/>
              <a:gd name="connsiteY11" fmla="*/ 7498 h 10128"/>
              <a:gd name="connsiteX12" fmla="*/ 4 w 8600"/>
              <a:gd name="connsiteY12" fmla="*/ 4042 h 10128"/>
              <a:gd name="connsiteX0" fmla="*/ 4 w 9326"/>
              <a:gd name="connsiteY0" fmla="*/ 3988 h 9997"/>
              <a:gd name="connsiteX1" fmla="*/ 830 w 9326"/>
              <a:gd name="connsiteY1" fmla="*/ 1575 h 9997"/>
              <a:gd name="connsiteX2" fmla="*/ 3639 w 9326"/>
              <a:gd name="connsiteY2" fmla="*/ 993 h 9997"/>
              <a:gd name="connsiteX3" fmla="*/ 5807 w 9326"/>
              <a:gd name="connsiteY3" fmla="*/ 0 h 9997"/>
              <a:gd name="connsiteX4" fmla="*/ 7813 w 9326"/>
              <a:gd name="connsiteY4" fmla="*/ 996 h 9997"/>
              <a:gd name="connsiteX5" fmla="*/ 9324 w 9326"/>
              <a:gd name="connsiteY5" fmla="*/ 5746 h 9997"/>
              <a:gd name="connsiteX6" fmla="*/ 8133 w 9326"/>
              <a:gd name="connsiteY6" fmla="*/ 9204 h 9997"/>
              <a:gd name="connsiteX7" fmla="*/ 6170 w 9326"/>
              <a:gd name="connsiteY7" fmla="*/ 8731 h 9997"/>
              <a:gd name="connsiteX8" fmla="*/ 5082 w 9326"/>
              <a:gd name="connsiteY8" fmla="*/ 9787 h 9997"/>
              <a:gd name="connsiteX9" fmla="*/ 3650 w 9326"/>
              <a:gd name="connsiteY9" fmla="*/ 9892 h 9997"/>
              <a:gd name="connsiteX10" fmla="*/ 2533 w 9326"/>
              <a:gd name="connsiteY10" fmla="*/ 7795 h 9997"/>
              <a:gd name="connsiteX11" fmla="*/ 1379 w 9326"/>
              <a:gd name="connsiteY11" fmla="*/ 7400 h 9997"/>
              <a:gd name="connsiteX12" fmla="*/ 4 w 9326"/>
              <a:gd name="connsiteY12" fmla="*/ 3988 h 9997"/>
              <a:gd name="connsiteX0" fmla="*/ 4 w 10001"/>
              <a:gd name="connsiteY0" fmla="*/ 3989 h 10041"/>
              <a:gd name="connsiteX1" fmla="*/ 890 w 10001"/>
              <a:gd name="connsiteY1" fmla="*/ 1575 h 10041"/>
              <a:gd name="connsiteX2" fmla="*/ 3902 w 10001"/>
              <a:gd name="connsiteY2" fmla="*/ 993 h 10041"/>
              <a:gd name="connsiteX3" fmla="*/ 6227 w 10001"/>
              <a:gd name="connsiteY3" fmla="*/ 0 h 10041"/>
              <a:gd name="connsiteX4" fmla="*/ 8378 w 10001"/>
              <a:gd name="connsiteY4" fmla="*/ 996 h 10041"/>
              <a:gd name="connsiteX5" fmla="*/ 9998 w 10001"/>
              <a:gd name="connsiteY5" fmla="*/ 5748 h 10041"/>
              <a:gd name="connsiteX6" fmla="*/ 8721 w 10001"/>
              <a:gd name="connsiteY6" fmla="*/ 9207 h 10041"/>
              <a:gd name="connsiteX7" fmla="*/ 5449 w 10001"/>
              <a:gd name="connsiteY7" fmla="*/ 9790 h 10041"/>
              <a:gd name="connsiteX8" fmla="*/ 3914 w 10001"/>
              <a:gd name="connsiteY8" fmla="*/ 9895 h 10041"/>
              <a:gd name="connsiteX9" fmla="*/ 2716 w 10001"/>
              <a:gd name="connsiteY9" fmla="*/ 7797 h 10041"/>
              <a:gd name="connsiteX10" fmla="*/ 1479 w 10001"/>
              <a:gd name="connsiteY10" fmla="*/ 7402 h 10041"/>
              <a:gd name="connsiteX11" fmla="*/ 4 w 10001"/>
              <a:gd name="connsiteY11" fmla="*/ 3989 h 10041"/>
              <a:gd name="connsiteX0" fmla="*/ 4 w 10001"/>
              <a:gd name="connsiteY0" fmla="*/ 3989 h 14825"/>
              <a:gd name="connsiteX1" fmla="*/ 890 w 10001"/>
              <a:gd name="connsiteY1" fmla="*/ 1575 h 14825"/>
              <a:gd name="connsiteX2" fmla="*/ 3902 w 10001"/>
              <a:gd name="connsiteY2" fmla="*/ 993 h 14825"/>
              <a:gd name="connsiteX3" fmla="*/ 6227 w 10001"/>
              <a:gd name="connsiteY3" fmla="*/ 0 h 14825"/>
              <a:gd name="connsiteX4" fmla="*/ 8378 w 10001"/>
              <a:gd name="connsiteY4" fmla="*/ 996 h 14825"/>
              <a:gd name="connsiteX5" fmla="*/ 9998 w 10001"/>
              <a:gd name="connsiteY5" fmla="*/ 5748 h 14825"/>
              <a:gd name="connsiteX6" fmla="*/ 8721 w 10001"/>
              <a:gd name="connsiteY6" fmla="*/ 9207 h 14825"/>
              <a:gd name="connsiteX7" fmla="*/ 6011 w 10001"/>
              <a:gd name="connsiteY7" fmla="*/ 14823 h 14825"/>
              <a:gd name="connsiteX8" fmla="*/ 3914 w 10001"/>
              <a:gd name="connsiteY8" fmla="*/ 9895 h 14825"/>
              <a:gd name="connsiteX9" fmla="*/ 2716 w 10001"/>
              <a:gd name="connsiteY9" fmla="*/ 7797 h 14825"/>
              <a:gd name="connsiteX10" fmla="*/ 1479 w 10001"/>
              <a:gd name="connsiteY10" fmla="*/ 7402 h 14825"/>
              <a:gd name="connsiteX11" fmla="*/ 4 w 10001"/>
              <a:gd name="connsiteY11" fmla="*/ 3989 h 14825"/>
              <a:gd name="connsiteX0" fmla="*/ 4 w 10001"/>
              <a:gd name="connsiteY0" fmla="*/ 7436 h 18272"/>
              <a:gd name="connsiteX1" fmla="*/ 890 w 10001"/>
              <a:gd name="connsiteY1" fmla="*/ 5022 h 18272"/>
              <a:gd name="connsiteX2" fmla="*/ 3902 w 10001"/>
              <a:gd name="connsiteY2" fmla="*/ 4440 h 18272"/>
              <a:gd name="connsiteX3" fmla="*/ 6026 w 10001"/>
              <a:gd name="connsiteY3" fmla="*/ 0 h 18272"/>
              <a:gd name="connsiteX4" fmla="*/ 8378 w 10001"/>
              <a:gd name="connsiteY4" fmla="*/ 4443 h 18272"/>
              <a:gd name="connsiteX5" fmla="*/ 9998 w 10001"/>
              <a:gd name="connsiteY5" fmla="*/ 9195 h 18272"/>
              <a:gd name="connsiteX6" fmla="*/ 8721 w 10001"/>
              <a:gd name="connsiteY6" fmla="*/ 12654 h 18272"/>
              <a:gd name="connsiteX7" fmla="*/ 6011 w 10001"/>
              <a:gd name="connsiteY7" fmla="*/ 18270 h 18272"/>
              <a:gd name="connsiteX8" fmla="*/ 3914 w 10001"/>
              <a:gd name="connsiteY8" fmla="*/ 13342 h 18272"/>
              <a:gd name="connsiteX9" fmla="*/ 2716 w 10001"/>
              <a:gd name="connsiteY9" fmla="*/ 11244 h 18272"/>
              <a:gd name="connsiteX10" fmla="*/ 1479 w 10001"/>
              <a:gd name="connsiteY10" fmla="*/ 10849 h 18272"/>
              <a:gd name="connsiteX11" fmla="*/ 4 w 10001"/>
              <a:gd name="connsiteY11" fmla="*/ 7436 h 18272"/>
              <a:gd name="connsiteX0" fmla="*/ 1 w 9998"/>
              <a:gd name="connsiteY0" fmla="*/ 7436 h 18272"/>
              <a:gd name="connsiteX1" fmla="*/ 3899 w 9998"/>
              <a:gd name="connsiteY1" fmla="*/ 4440 h 18272"/>
              <a:gd name="connsiteX2" fmla="*/ 6023 w 9998"/>
              <a:gd name="connsiteY2" fmla="*/ 0 h 18272"/>
              <a:gd name="connsiteX3" fmla="*/ 8375 w 9998"/>
              <a:gd name="connsiteY3" fmla="*/ 4443 h 18272"/>
              <a:gd name="connsiteX4" fmla="*/ 9995 w 9998"/>
              <a:gd name="connsiteY4" fmla="*/ 9195 h 18272"/>
              <a:gd name="connsiteX5" fmla="*/ 8718 w 9998"/>
              <a:gd name="connsiteY5" fmla="*/ 12654 h 18272"/>
              <a:gd name="connsiteX6" fmla="*/ 6008 w 9998"/>
              <a:gd name="connsiteY6" fmla="*/ 18270 h 18272"/>
              <a:gd name="connsiteX7" fmla="*/ 3911 w 9998"/>
              <a:gd name="connsiteY7" fmla="*/ 13342 h 18272"/>
              <a:gd name="connsiteX8" fmla="*/ 2713 w 9998"/>
              <a:gd name="connsiteY8" fmla="*/ 11244 h 18272"/>
              <a:gd name="connsiteX9" fmla="*/ 1476 w 9998"/>
              <a:gd name="connsiteY9" fmla="*/ 10849 h 18272"/>
              <a:gd name="connsiteX10" fmla="*/ 1 w 9998"/>
              <a:gd name="connsiteY10" fmla="*/ 7436 h 18272"/>
              <a:gd name="connsiteX0" fmla="*/ 35 w 8559"/>
              <a:gd name="connsiteY0" fmla="*/ 5938 h 10000"/>
              <a:gd name="connsiteX1" fmla="*/ 2459 w 8559"/>
              <a:gd name="connsiteY1" fmla="*/ 2430 h 10000"/>
              <a:gd name="connsiteX2" fmla="*/ 4583 w 8559"/>
              <a:gd name="connsiteY2" fmla="*/ 0 h 10000"/>
              <a:gd name="connsiteX3" fmla="*/ 6936 w 8559"/>
              <a:gd name="connsiteY3" fmla="*/ 2432 h 10000"/>
              <a:gd name="connsiteX4" fmla="*/ 8556 w 8559"/>
              <a:gd name="connsiteY4" fmla="*/ 5032 h 10000"/>
              <a:gd name="connsiteX5" fmla="*/ 7279 w 8559"/>
              <a:gd name="connsiteY5" fmla="*/ 6925 h 10000"/>
              <a:gd name="connsiteX6" fmla="*/ 4568 w 8559"/>
              <a:gd name="connsiteY6" fmla="*/ 9999 h 10000"/>
              <a:gd name="connsiteX7" fmla="*/ 2471 w 8559"/>
              <a:gd name="connsiteY7" fmla="*/ 7302 h 10000"/>
              <a:gd name="connsiteX8" fmla="*/ 1273 w 8559"/>
              <a:gd name="connsiteY8" fmla="*/ 6154 h 10000"/>
              <a:gd name="connsiteX9" fmla="*/ 35 w 8559"/>
              <a:gd name="connsiteY9" fmla="*/ 5938 h 10000"/>
              <a:gd name="connsiteX0" fmla="*/ 49 w 9820"/>
              <a:gd name="connsiteY0" fmla="*/ 4655 h 10000"/>
              <a:gd name="connsiteX1" fmla="*/ 2693 w 9820"/>
              <a:gd name="connsiteY1" fmla="*/ 2430 h 10000"/>
              <a:gd name="connsiteX2" fmla="*/ 5175 w 9820"/>
              <a:gd name="connsiteY2" fmla="*/ 0 h 10000"/>
              <a:gd name="connsiteX3" fmla="*/ 7924 w 9820"/>
              <a:gd name="connsiteY3" fmla="*/ 2432 h 10000"/>
              <a:gd name="connsiteX4" fmla="*/ 9816 w 9820"/>
              <a:gd name="connsiteY4" fmla="*/ 5032 h 10000"/>
              <a:gd name="connsiteX5" fmla="*/ 8324 w 9820"/>
              <a:gd name="connsiteY5" fmla="*/ 6925 h 10000"/>
              <a:gd name="connsiteX6" fmla="*/ 5157 w 9820"/>
              <a:gd name="connsiteY6" fmla="*/ 9999 h 10000"/>
              <a:gd name="connsiteX7" fmla="*/ 2707 w 9820"/>
              <a:gd name="connsiteY7" fmla="*/ 7302 h 10000"/>
              <a:gd name="connsiteX8" fmla="*/ 1307 w 9820"/>
              <a:gd name="connsiteY8" fmla="*/ 6154 h 10000"/>
              <a:gd name="connsiteX9" fmla="*/ 49 w 9820"/>
              <a:gd name="connsiteY9" fmla="*/ 4655 h 10000"/>
              <a:gd name="connsiteX0" fmla="*/ 45 w 9995"/>
              <a:gd name="connsiteY0" fmla="*/ 4655 h 10000"/>
              <a:gd name="connsiteX1" fmla="*/ 2737 w 9995"/>
              <a:gd name="connsiteY1" fmla="*/ 2430 h 10000"/>
              <a:gd name="connsiteX2" fmla="*/ 5265 w 9995"/>
              <a:gd name="connsiteY2" fmla="*/ 0 h 10000"/>
              <a:gd name="connsiteX3" fmla="*/ 8064 w 9995"/>
              <a:gd name="connsiteY3" fmla="*/ 2432 h 10000"/>
              <a:gd name="connsiteX4" fmla="*/ 9991 w 9995"/>
              <a:gd name="connsiteY4" fmla="*/ 5032 h 10000"/>
              <a:gd name="connsiteX5" fmla="*/ 8472 w 9995"/>
              <a:gd name="connsiteY5" fmla="*/ 6925 h 10000"/>
              <a:gd name="connsiteX6" fmla="*/ 5247 w 9995"/>
              <a:gd name="connsiteY6" fmla="*/ 9999 h 10000"/>
              <a:gd name="connsiteX7" fmla="*/ 2752 w 9995"/>
              <a:gd name="connsiteY7" fmla="*/ 7302 h 10000"/>
              <a:gd name="connsiteX8" fmla="*/ 1374 w 9995"/>
              <a:gd name="connsiteY8" fmla="*/ 6984 h 10000"/>
              <a:gd name="connsiteX9" fmla="*/ 45 w 9995"/>
              <a:gd name="connsiteY9" fmla="*/ 4655 h 10000"/>
              <a:gd name="connsiteX0" fmla="*/ 45 w 10000"/>
              <a:gd name="connsiteY0" fmla="*/ 5032 h 10377"/>
              <a:gd name="connsiteX1" fmla="*/ 2738 w 10000"/>
              <a:gd name="connsiteY1" fmla="*/ 2807 h 10377"/>
              <a:gd name="connsiteX2" fmla="*/ 4886 w 10000"/>
              <a:gd name="connsiteY2" fmla="*/ 0 h 10377"/>
              <a:gd name="connsiteX3" fmla="*/ 8068 w 10000"/>
              <a:gd name="connsiteY3" fmla="*/ 2809 h 10377"/>
              <a:gd name="connsiteX4" fmla="*/ 9996 w 10000"/>
              <a:gd name="connsiteY4" fmla="*/ 5409 h 10377"/>
              <a:gd name="connsiteX5" fmla="*/ 8476 w 10000"/>
              <a:gd name="connsiteY5" fmla="*/ 7302 h 10377"/>
              <a:gd name="connsiteX6" fmla="*/ 5250 w 10000"/>
              <a:gd name="connsiteY6" fmla="*/ 10376 h 10377"/>
              <a:gd name="connsiteX7" fmla="*/ 2753 w 10000"/>
              <a:gd name="connsiteY7" fmla="*/ 7679 h 10377"/>
              <a:gd name="connsiteX8" fmla="*/ 1375 w 10000"/>
              <a:gd name="connsiteY8" fmla="*/ 7361 h 10377"/>
              <a:gd name="connsiteX9" fmla="*/ 45 w 10000"/>
              <a:gd name="connsiteY9" fmla="*/ 5032 h 10377"/>
              <a:gd name="connsiteX0" fmla="*/ 45 w 10000"/>
              <a:gd name="connsiteY0" fmla="*/ 5036 h 10381"/>
              <a:gd name="connsiteX1" fmla="*/ 2738 w 10000"/>
              <a:gd name="connsiteY1" fmla="*/ 2811 h 10381"/>
              <a:gd name="connsiteX2" fmla="*/ 4886 w 10000"/>
              <a:gd name="connsiteY2" fmla="*/ 4 h 10381"/>
              <a:gd name="connsiteX3" fmla="*/ 8068 w 10000"/>
              <a:gd name="connsiteY3" fmla="*/ 2813 h 10381"/>
              <a:gd name="connsiteX4" fmla="*/ 9996 w 10000"/>
              <a:gd name="connsiteY4" fmla="*/ 5413 h 10381"/>
              <a:gd name="connsiteX5" fmla="*/ 8476 w 10000"/>
              <a:gd name="connsiteY5" fmla="*/ 7306 h 10381"/>
              <a:gd name="connsiteX6" fmla="*/ 5250 w 10000"/>
              <a:gd name="connsiteY6" fmla="*/ 10380 h 10381"/>
              <a:gd name="connsiteX7" fmla="*/ 2753 w 10000"/>
              <a:gd name="connsiteY7" fmla="*/ 7683 h 10381"/>
              <a:gd name="connsiteX8" fmla="*/ 1375 w 10000"/>
              <a:gd name="connsiteY8" fmla="*/ 7365 h 10381"/>
              <a:gd name="connsiteX9" fmla="*/ 45 w 10000"/>
              <a:gd name="connsiteY9" fmla="*/ 5036 h 10381"/>
              <a:gd name="connsiteX0" fmla="*/ 45 w 10000"/>
              <a:gd name="connsiteY0" fmla="*/ 5036 h 10796"/>
              <a:gd name="connsiteX1" fmla="*/ 2738 w 10000"/>
              <a:gd name="connsiteY1" fmla="*/ 2811 h 10796"/>
              <a:gd name="connsiteX2" fmla="*/ 4886 w 10000"/>
              <a:gd name="connsiteY2" fmla="*/ 4 h 10796"/>
              <a:gd name="connsiteX3" fmla="*/ 8068 w 10000"/>
              <a:gd name="connsiteY3" fmla="*/ 2813 h 10796"/>
              <a:gd name="connsiteX4" fmla="*/ 9996 w 10000"/>
              <a:gd name="connsiteY4" fmla="*/ 5413 h 10796"/>
              <a:gd name="connsiteX5" fmla="*/ 8476 w 10000"/>
              <a:gd name="connsiteY5" fmla="*/ 7306 h 10796"/>
              <a:gd name="connsiteX6" fmla="*/ 5202 w 10000"/>
              <a:gd name="connsiteY6" fmla="*/ 10795 h 10796"/>
              <a:gd name="connsiteX7" fmla="*/ 2753 w 10000"/>
              <a:gd name="connsiteY7" fmla="*/ 7683 h 10796"/>
              <a:gd name="connsiteX8" fmla="*/ 1375 w 10000"/>
              <a:gd name="connsiteY8" fmla="*/ 7365 h 10796"/>
              <a:gd name="connsiteX9" fmla="*/ 45 w 10000"/>
              <a:gd name="connsiteY9" fmla="*/ 5036 h 10796"/>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00" h="10795">
                <a:moveTo>
                  <a:pt x="45" y="5036"/>
                </a:moveTo>
                <a:cubicBezTo>
                  <a:pt x="272" y="4277"/>
                  <a:pt x="1931" y="3650"/>
                  <a:pt x="2738" y="2811"/>
                </a:cubicBezTo>
                <a:cubicBezTo>
                  <a:pt x="3545" y="1972"/>
                  <a:pt x="3352" y="117"/>
                  <a:pt x="4886" y="4"/>
                </a:cubicBezTo>
                <a:cubicBezTo>
                  <a:pt x="6420" y="-109"/>
                  <a:pt x="7216" y="1912"/>
                  <a:pt x="8068" y="2813"/>
                </a:cubicBezTo>
                <a:cubicBezTo>
                  <a:pt x="8920" y="3715"/>
                  <a:pt x="9928" y="3420"/>
                  <a:pt x="9996" y="5413"/>
                </a:cubicBezTo>
                <a:cubicBezTo>
                  <a:pt x="10064" y="7406"/>
                  <a:pt x="9275" y="6409"/>
                  <a:pt x="8476" y="7306"/>
                </a:cubicBezTo>
                <a:cubicBezTo>
                  <a:pt x="7677" y="8203"/>
                  <a:pt x="7086" y="10770"/>
                  <a:pt x="5202" y="10795"/>
                </a:cubicBezTo>
                <a:cubicBezTo>
                  <a:pt x="3318" y="10820"/>
                  <a:pt x="3391" y="8255"/>
                  <a:pt x="2753" y="7683"/>
                </a:cubicBezTo>
                <a:cubicBezTo>
                  <a:pt x="2115" y="7111"/>
                  <a:pt x="2326" y="7496"/>
                  <a:pt x="1375" y="7365"/>
                </a:cubicBezTo>
                <a:cubicBezTo>
                  <a:pt x="493" y="6773"/>
                  <a:pt x="-182" y="5795"/>
                  <a:pt x="45" y="5036"/>
                </a:cubicBezTo>
                <a:close/>
              </a:path>
            </a:pathLst>
          </a:custGeom>
          <a:solidFill>
            <a:srgbClr val="66CCFF"/>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grpSp>
        <p:nvGrpSpPr>
          <p:cNvPr id="134" name="Group 133"/>
          <p:cNvGrpSpPr/>
          <p:nvPr/>
        </p:nvGrpSpPr>
        <p:grpSpPr>
          <a:xfrm>
            <a:off x="5731177" y="4006021"/>
            <a:ext cx="2215548" cy="1435167"/>
            <a:chOff x="833331" y="2873352"/>
            <a:chExt cx="2333625" cy="1590649"/>
          </a:xfrm>
        </p:grpSpPr>
        <p:grpSp>
          <p:nvGrpSpPr>
            <p:cNvPr id="135" name="Group 134"/>
            <p:cNvGrpSpPr/>
            <p:nvPr/>
          </p:nvGrpSpPr>
          <p:grpSpPr>
            <a:xfrm>
              <a:off x="1736090" y="2873352"/>
              <a:ext cx="565150" cy="369332"/>
              <a:chOff x="1736090" y="2873352"/>
              <a:chExt cx="565150" cy="369332"/>
            </a:xfrm>
          </p:grpSpPr>
          <p:grpSp>
            <p:nvGrpSpPr>
              <p:cNvPr id="184" name="Group 327"/>
              <p:cNvGrpSpPr>
                <a:grpSpLocks/>
              </p:cNvGrpSpPr>
              <p:nvPr/>
            </p:nvGrpSpPr>
            <p:grpSpPr bwMode="auto">
              <a:xfrm>
                <a:off x="1736090" y="2893762"/>
                <a:ext cx="565150" cy="292100"/>
                <a:chOff x="1871277" y="1576300"/>
                <a:chExt cx="1128371" cy="437861"/>
              </a:xfrm>
            </p:grpSpPr>
            <p:sp>
              <p:nvSpPr>
                <p:cNvPr id="188" name="Oval 187"/>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89" name="Rectangle 188"/>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90" name="Oval 189"/>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91" name="Freeform 190"/>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92" name="Freeform 191"/>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93" name="Freeform 192"/>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94" name="Freeform 193"/>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95" name="Straight Connector 194"/>
                <p:cNvCxnSpPr>
                  <a:endCxn id="190"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96" name="Straight Connector 195"/>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85" name="Group 184"/>
              <p:cNvGrpSpPr/>
              <p:nvPr/>
            </p:nvGrpSpPr>
            <p:grpSpPr>
              <a:xfrm>
                <a:off x="1770362" y="2873352"/>
                <a:ext cx="441422" cy="369332"/>
                <a:chOff x="667045" y="1708643"/>
                <a:chExt cx="441422" cy="369332"/>
              </a:xfrm>
            </p:grpSpPr>
            <p:sp>
              <p:nvSpPr>
                <p:cNvPr id="186" name="Oval 185"/>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87" name="TextBox 186"/>
                <p:cNvSpPr txBox="1"/>
                <p:nvPr/>
              </p:nvSpPr>
              <p:spPr>
                <a:xfrm>
                  <a:off x="667045" y="1708643"/>
                  <a:ext cx="441422" cy="369332"/>
                </a:xfrm>
                <a:prstGeom prst="rect">
                  <a:avLst/>
                </a:prstGeom>
                <a:noFill/>
              </p:spPr>
              <p:txBody>
                <a:bodyPr wrap="none" rtlCol="0">
                  <a:spAutoFit/>
                </a:bodyPr>
                <a:lstStyle/>
                <a:p>
                  <a:r>
                    <a:rPr lang="en-US" dirty="0"/>
                    <a:t>3b</a:t>
                  </a:r>
                </a:p>
              </p:txBody>
            </p:sp>
          </p:grpSp>
        </p:grpSp>
        <p:grpSp>
          <p:nvGrpSpPr>
            <p:cNvPr id="136" name="Group 135"/>
            <p:cNvGrpSpPr/>
            <p:nvPr/>
          </p:nvGrpSpPr>
          <p:grpSpPr>
            <a:xfrm>
              <a:off x="1740320" y="4094669"/>
              <a:ext cx="565150" cy="369332"/>
              <a:chOff x="1736090" y="2873352"/>
              <a:chExt cx="565150" cy="369332"/>
            </a:xfrm>
          </p:grpSpPr>
          <p:grpSp>
            <p:nvGrpSpPr>
              <p:cNvPr id="171" name="Group 327"/>
              <p:cNvGrpSpPr>
                <a:grpSpLocks/>
              </p:cNvGrpSpPr>
              <p:nvPr/>
            </p:nvGrpSpPr>
            <p:grpSpPr bwMode="auto">
              <a:xfrm>
                <a:off x="1736090" y="2893762"/>
                <a:ext cx="565150" cy="292100"/>
                <a:chOff x="1871277" y="1576300"/>
                <a:chExt cx="1128371" cy="437861"/>
              </a:xfrm>
            </p:grpSpPr>
            <p:sp>
              <p:nvSpPr>
                <p:cNvPr id="175" name="Oval 174"/>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76" name="Rectangle 175"/>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77" name="Oval 176"/>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78" name="Freeform 177"/>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79" name="Freeform 178"/>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80" name="Freeform 179"/>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81" name="Freeform 180"/>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82" name="Straight Connector 181"/>
                <p:cNvCxnSpPr>
                  <a:endCxn id="177"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83" name="Straight Connector 182"/>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72" name="Group 171"/>
              <p:cNvGrpSpPr/>
              <p:nvPr/>
            </p:nvGrpSpPr>
            <p:grpSpPr>
              <a:xfrm>
                <a:off x="1770362" y="2873352"/>
                <a:ext cx="441422" cy="369332"/>
                <a:chOff x="667045" y="1708643"/>
                <a:chExt cx="441422" cy="369332"/>
              </a:xfrm>
            </p:grpSpPr>
            <p:sp>
              <p:nvSpPr>
                <p:cNvPr id="173" name="Oval 172"/>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74" name="TextBox 173"/>
                <p:cNvSpPr txBox="1"/>
                <p:nvPr/>
              </p:nvSpPr>
              <p:spPr>
                <a:xfrm>
                  <a:off x="667045" y="1708643"/>
                  <a:ext cx="441422" cy="369332"/>
                </a:xfrm>
                <a:prstGeom prst="rect">
                  <a:avLst/>
                </a:prstGeom>
                <a:noFill/>
              </p:spPr>
              <p:txBody>
                <a:bodyPr wrap="none" rtlCol="0">
                  <a:spAutoFit/>
                </a:bodyPr>
                <a:lstStyle/>
                <a:p>
                  <a:r>
                    <a:rPr lang="en-US" dirty="0"/>
                    <a:t>3d</a:t>
                  </a:r>
                </a:p>
              </p:txBody>
            </p:sp>
          </p:grpSp>
        </p:grpSp>
        <p:grpSp>
          <p:nvGrpSpPr>
            <p:cNvPr id="137" name="Group 136"/>
            <p:cNvGrpSpPr/>
            <p:nvPr/>
          </p:nvGrpSpPr>
          <p:grpSpPr>
            <a:xfrm>
              <a:off x="2601806" y="3485072"/>
              <a:ext cx="565150" cy="369332"/>
              <a:chOff x="1736090" y="2873352"/>
              <a:chExt cx="565150" cy="369332"/>
            </a:xfrm>
          </p:grpSpPr>
          <p:grpSp>
            <p:nvGrpSpPr>
              <p:cNvPr id="158" name="Group 327"/>
              <p:cNvGrpSpPr>
                <a:grpSpLocks/>
              </p:cNvGrpSpPr>
              <p:nvPr/>
            </p:nvGrpSpPr>
            <p:grpSpPr bwMode="auto">
              <a:xfrm>
                <a:off x="1736090" y="2893762"/>
                <a:ext cx="565150" cy="292100"/>
                <a:chOff x="1871277" y="1576300"/>
                <a:chExt cx="1128371" cy="437861"/>
              </a:xfrm>
            </p:grpSpPr>
            <p:sp>
              <p:nvSpPr>
                <p:cNvPr id="162" name="Oval 161"/>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63" name="Rectangle 162"/>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64" name="Oval 163"/>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65" name="Freeform 164"/>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66" name="Freeform 165"/>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67" name="Freeform 166"/>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68" name="Freeform 167"/>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69" name="Straight Connector 168"/>
                <p:cNvCxnSpPr>
                  <a:endCxn id="164"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70" name="Straight Connector 169"/>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59" name="Group 158"/>
              <p:cNvGrpSpPr/>
              <p:nvPr/>
            </p:nvGrpSpPr>
            <p:grpSpPr>
              <a:xfrm>
                <a:off x="1770362" y="2873352"/>
                <a:ext cx="428460" cy="369332"/>
                <a:chOff x="667045" y="1708643"/>
                <a:chExt cx="428460" cy="369332"/>
              </a:xfrm>
            </p:grpSpPr>
            <p:sp>
              <p:nvSpPr>
                <p:cNvPr id="160" name="Oval 159"/>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61" name="TextBox 160"/>
                <p:cNvSpPr txBox="1"/>
                <p:nvPr/>
              </p:nvSpPr>
              <p:spPr>
                <a:xfrm>
                  <a:off x="667045" y="1708643"/>
                  <a:ext cx="428460" cy="369332"/>
                </a:xfrm>
                <a:prstGeom prst="rect">
                  <a:avLst/>
                </a:prstGeom>
                <a:noFill/>
              </p:spPr>
              <p:txBody>
                <a:bodyPr wrap="none" rtlCol="0">
                  <a:spAutoFit/>
                </a:bodyPr>
                <a:lstStyle/>
                <a:p>
                  <a:r>
                    <a:rPr lang="en-US" dirty="0"/>
                    <a:t>3c</a:t>
                  </a:r>
                </a:p>
              </p:txBody>
            </p:sp>
          </p:grpSp>
        </p:grpSp>
        <p:grpSp>
          <p:nvGrpSpPr>
            <p:cNvPr id="138" name="Group 137"/>
            <p:cNvGrpSpPr/>
            <p:nvPr/>
          </p:nvGrpSpPr>
          <p:grpSpPr>
            <a:xfrm>
              <a:off x="833331" y="3478719"/>
              <a:ext cx="565150" cy="369332"/>
              <a:chOff x="1736090" y="2873352"/>
              <a:chExt cx="565150" cy="369332"/>
            </a:xfrm>
          </p:grpSpPr>
          <p:grpSp>
            <p:nvGrpSpPr>
              <p:cNvPr id="145" name="Group 327"/>
              <p:cNvGrpSpPr>
                <a:grpSpLocks/>
              </p:cNvGrpSpPr>
              <p:nvPr/>
            </p:nvGrpSpPr>
            <p:grpSpPr bwMode="auto">
              <a:xfrm>
                <a:off x="1736090" y="2893762"/>
                <a:ext cx="565150" cy="292100"/>
                <a:chOff x="1871277" y="1576300"/>
                <a:chExt cx="1128371" cy="437861"/>
              </a:xfrm>
            </p:grpSpPr>
            <p:sp>
              <p:nvSpPr>
                <p:cNvPr id="149" name="Oval 148"/>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50" name="Rectangle 149"/>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51" name="Oval 150"/>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52" name="Freeform 151"/>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53" name="Freeform 152"/>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54" name="Freeform 153"/>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55" name="Freeform 154"/>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56" name="Straight Connector 155"/>
                <p:cNvCxnSpPr>
                  <a:endCxn id="151"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57" name="Straight Connector 156"/>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46" name="Group 145"/>
              <p:cNvGrpSpPr/>
              <p:nvPr/>
            </p:nvGrpSpPr>
            <p:grpSpPr>
              <a:xfrm>
                <a:off x="1770362" y="2873352"/>
                <a:ext cx="441422" cy="369332"/>
                <a:chOff x="667045" y="1708643"/>
                <a:chExt cx="441422" cy="369332"/>
              </a:xfrm>
            </p:grpSpPr>
            <p:sp>
              <p:nvSpPr>
                <p:cNvPr id="147" name="Oval 146"/>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48" name="TextBox 147"/>
                <p:cNvSpPr txBox="1"/>
                <p:nvPr/>
              </p:nvSpPr>
              <p:spPr>
                <a:xfrm>
                  <a:off x="667045" y="1708643"/>
                  <a:ext cx="441422" cy="369332"/>
                </a:xfrm>
                <a:prstGeom prst="rect">
                  <a:avLst/>
                </a:prstGeom>
                <a:noFill/>
              </p:spPr>
              <p:txBody>
                <a:bodyPr wrap="none" rtlCol="0">
                  <a:spAutoFit/>
                </a:bodyPr>
                <a:lstStyle/>
                <a:p>
                  <a:r>
                    <a:rPr lang="en-US" dirty="0"/>
                    <a:t>3a</a:t>
                  </a:r>
                </a:p>
              </p:txBody>
            </p:sp>
          </p:grpSp>
        </p:grpSp>
        <p:cxnSp>
          <p:nvCxnSpPr>
            <p:cNvPr id="139" name="Straight Connector 138"/>
            <p:cNvCxnSpPr>
              <a:stCxn id="187" idx="2"/>
              <a:endCxn id="174" idx="0"/>
            </p:cNvCxnSpPr>
            <p:nvPr/>
          </p:nvCxnSpPr>
          <p:spPr bwMode="auto">
            <a:xfrm>
              <a:off x="1991073" y="3242684"/>
              <a:ext cx="4230" cy="851985"/>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140" name="Straight Connector 139"/>
            <p:cNvCxnSpPr/>
            <p:nvPr/>
          </p:nvCxnSpPr>
          <p:spPr bwMode="auto">
            <a:xfrm>
              <a:off x="1407477" y="3648621"/>
              <a:ext cx="1204913" cy="6353"/>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141" name="Straight Connector 140"/>
            <p:cNvCxnSpPr>
              <a:stCxn id="188" idx="7"/>
            </p:cNvCxnSpPr>
            <p:nvPr/>
          </p:nvCxnSpPr>
          <p:spPr bwMode="auto">
            <a:xfrm>
              <a:off x="2218708" y="3154477"/>
              <a:ext cx="480042" cy="369773"/>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142" name="Straight Connector 141"/>
            <p:cNvCxnSpPr/>
            <p:nvPr/>
          </p:nvCxnSpPr>
          <p:spPr bwMode="auto">
            <a:xfrm>
              <a:off x="1300073" y="3786304"/>
              <a:ext cx="477927" cy="357071"/>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143" name="Straight Connector 142"/>
            <p:cNvCxnSpPr/>
            <p:nvPr/>
          </p:nvCxnSpPr>
          <p:spPr bwMode="auto">
            <a:xfrm flipH="1">
              <a:off x="2196042" y="3783542"/>
              <a:ext cx="508002" cy="349250"/>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144" name="Straight Connector 143"/>
            <p:cNvCxnSpPr/>
            <p:nvPr/>
          </p:nvCxnSpPr>
          <p:spPr bwMode="auto">
            <a:xfrm flipH="1">
              <a:off x="1287553" y="3166946"/>
              <a:ext cx="508002" cy="349250"/>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grpSp>
      <p:cxnSp>
        <p:nvCxnSpPr>
          <p:cNvPr id="128" name="Straight Connector 127"/>
          <p:cNvCxnSpPr/>
          <p:nvPr/>
        </p:nvCxnSpPr>
        <p:spPr bwMode="auto">
          <a:xfrm flipH="1" flipV="1">
            <a:off x="3046706" y="4899525"/>
            <a:ext cx="480877" cy="744090"/>
          </a:xfrm>
          <a:prstGeom prst="line">
            <a:avLst/>
          </a:prstGeom>
          <a:solidFill>
            <a:schemeClr val="accent1"/>
          </a:solidFill>
          <a:ln w="38100" cap="flat" cmpd="sng" algn="ctr">
            <a:solidFill>
              <a:srgbClr val="CC000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129" name="Straight Connector 128"/>
          <p:cNvCxnSpPr/>
          <p:nvPr/>
        </p:nvCxnSpPr>
        <p:spPr bwMode="auto">
          <a:xfrm flipV="1">
            <a:off x="5523188" y="4840643"/>
            <a:ext cx="337735" cy="823128"/>
          </a:xfrm>
          <a:prstGeom prst="line">
            <a:avLst/>
          </a:prstGeom>
          <a:solidFill>
            <a:schemeClr val="accent1"/>
          </a:solidFill>
          <a:ln w="38100" cap="flat" cmpd="sng" algn="ctr">
            <a:solidFill>
              <a:srgbClr val="CC000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sp>
        <p:nvSpPr>
          <p:cNvPr id="130" name="TextBox 129"/>
          <p:cNvSpPr txBox="1"/>
          <p:nvPr/>
        </p:nvSpPr>
        <p:spPr>
          <a:xfrm>
            <a:off x="3493291" y="4997847"/>
            <a:ext cx="753532" cy="400110"/>
          </a:xfrm>
          <a:prstGeom prst="rect">
            <a:avLst/>
          </a:prstGeom>
          <a:noFill/>
        </p:spPr>
        <p:txBody>
          <a:bodyPr wrap="none" rtlCol="0">
            <a:spAutoFit/>
          </a:bodyPr>
          <a:lstStyle/>
          <a:p>
            <a:r>
              <a:rPr lang="en-US" sz="2000" dirty="0">
                <a:solidFill>
                  <a:srgbClr val="000090"/>
                </a:solidFill>
              </a:rPr>
              <a:t>AS 2</a:t>
            </a:r>
          </a:p>
        </p:txBody>
      </p:sp>
      <p:sp>
        <p:nvSpPr>
          <p:cNvPr id="131" name="TextBox 130"/>
          <p:cNvSpPr txBox="1"/>
          <p:nvPr/>
        </p:nvSpPr>
        <p:spPr>
          <a:xfrm>
            <a:off x="5543950" y="3911145"/>
            <a:ext cx="753532" cy="400110"/>
          </a:xfrm>
          <a:prstGeom prst="rect">
            <a:avLst/>
          </a:prstGeom>
          <a:noFill/>
        </p:spPr>
        <p:txBody>
          <a:bodyPr wrap="none" rtlCol="0">
            <a:spAutoFit/>
          </a:bodyPr>
          <a:lstStyle/>
          <a:p>
            <a:r>
              <a:rPr lang="en-US" sz="2000" dirty="0">
                <a:solidFill>
                  <a:srgbClr val="000090"/>
                </a:solidFill>
              </a:rPr>
              <a:t>AS 3</a:t>
            </a:r>
          </a:p>
        </p:txBody>
      </p:sp>
      <p:sp>
        <p:nvSpPr>
          <p:cNvPr id="132" name="TextBox 131"/>
          <p:cNvSpPr txBox="1"/>
          <p:nvPr/>
        </p:nvSpPr>
        <p:spPr>
          <a:xfrm>
            <a:off x="629020" y="4121821"/>
            <a:ext cx="753532" cy="400110"/>
          </a:xfrm>
          <a:prstGeom prst="rect">
            <a:avLst/>
          </a:prstGeom>
          <a:noFill/>
        </p:spPr>
        <p:txBody>
          <a:bodyPr wrap="none" rtlCol="0">
            <a:spAutoFit/>
          </a:bodyPr>
          <a:lstStyle/>
          <a:p>
            <a:r>
              <a:rPr lang="en-US" sz="2000" dirty="0">
                <a:solidFill>
                  <a:srgbClr val="000090"/>
                </a:solidFill>
              </a:rPr>
              <a:t>AS 1</a:t>
            </a:r>
          </a:p>
        </p:txBody>
      </p:sp>
      <p:grpSp>
        <p:nvGrpSpPr>
          <p:cNvPr id="11" name="Group 10"/>
          <p:cNvGrpSpPr/>
          <p:nvPr/>
        </p:nvGrpSpPr>
        <p:grpSpPr>
          <a:xfrm>
            <a:off x="7070827" y="4972752"/>
            <a:ext cx="1701734" cy="616172"/>
            <a:chOff x="7073692" y="5469792"/>
            <a:chExt cx="1701734" cy="616172"/>
          </a:xfrm>
        </p:grpSpPr>
        <p:grpSp>
          <p:nvGrpSpPr>
            <p:cNvPr id="10" name="Group 9"/>
            <p:cNvGrpSpPr/>
            <p:nvPr/>
          </p:nvGrpSpPr>
          <p:grpSpPr>
            <a:xfrm>
              <a:off x="7073692" y="5469792"/>
              <a:ext cx="1701734" cy="616172"/>
              <a:chOff x="6946249" y="5096269"/>
              <a:chExt cx="1701734" cy="616172"/>
            </a:xfrm>
          </p:grpSpPr>
          <p:sp>
            <p:nvSpPr>
              <p:cNvPr id="399" name="Freeform 2"/>
              <p:cNvSpPr>
                <a:spLocks/>
              </p:cNvSpPr>
              <p:nvPr/>
            </p:nvSpPr>
            <p:spPr bwMode="auto">
              <a:xfrm>
                <a:off x="6946249" y="5096269"/>
                <a:ext cx="1701734" cy="616172"/>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 fmla="*/ 4 w 8600"/>
                  <a:gd name="connsiteY0" fmla="*/ 4042 h 10128"/>
                  <a:gd name="connsiteX1" fmla="*/ 715 w 8600"/>
                  <a:gd name="connsiteY1" fmla="*/ 1598 h 10128"/>
                  <a:gd name="connsiteX2" fmla="*/ 3130 w 8600"/>
                  <a:gd name="connsiteY2" fmla="*/ 1009 h 10128"/>
                  <a:gd name="connsiteX3" fmla="*/ 4995 w 8600"/>
                  <a:gd name="connsiteY3" fmla="*/ 3 h 10128"/>
                  <a:gd name="connsiteX4" fmla="*/ 6720 w 8600"/>
                  <a:gd name="connsiteY4" fmla="*/ 1012 h 10128"/>
                  <a:gd name="connsiteX5" fmla="*/ 8599 w 8600"/>
                  <a:gd name="connsiteY5" fmla="*/ 6800 h 10128"/>
                  <a:gd name="connsiteX6" fmla="*/ 6995 w 8600"/>
                  <a:gd name="connsiteY6" fmla="*/ 9325 h 10128"/>
                  <a:gd name="connsiteX7" fmla="*/ 5307 w 8600"/>
                  <a:gd name="connsiteY7" fmla="*/ 8846 h 10128"/>
                  <a:gd name="connsiteX8" fmla="*/ 4371 w 8600"/>
                  <a:gd name="connsiteY8" fmla="*/ 9915 h 10128"/>
                  <a:gd name="connsiteX9" fmla="*/ 3140 w 8600"/>
                  <a:gd name="connsiteY9" fmla="*/ 10022 h 10128"/>
                  <a:gd name="connsiteX10" fmla="*/ 2179 w 8600"/>
                  <a:gd name="connsiteY10" fmla="*/ 7898 h 10128"/>
                  <a:gd name="connsiteX11" fmla="*/ 1187 w 8600"/>
                  <a:gd name="connsiteY11" fmla="*/ 7498 h 10128"/>
                  <a:gd name="connsiteX12" fmla="*/ 4 w 8600"/>
                  <a:gd name="connsiteY12" fmla="*/ 4042 h 10128"/>
                  <a:gd name="connsiteX0" fmla="*/ 4 w 9326"/>
                  <a:gd name="connsiteY0" fmla="*/ 3988 h 9997"/>
                  <a:gd name="connsiteX1" fmla="*/ 830 w 9326"/>
                  <a:gd name="connsiteY1" fmla="*/ 1575 h 9997"/>
                  <a:gd name="connsiteX2" fmla="*/ 3639 w 9326"/>
                  <a:gd name="connsiteY2" fmla="*/ 993 h 9997"/>
                  <a:gd name="connsiteX3" fmla="*/ 5807 w 9326"/>
                  <a:gd name="connsiteY3" fmla="*/ 0 h 9997"/>
                  <a:gd name="connsiteX4" fmla="*/ 7813 w 9326"/>
                  <a:gd name="connsiteY4" fmla="*/ 996 h 9997"/>
                  <a:gd name="connsiteX5" fmla="*/ 9324 w 9326"/>
                  <a:gd name="connsiteY5" fmla="*/ 5746 h 9997"/>
                  <a:gd name="connsiteX6" fmla="*/ 8133 w 9326"/>
                  <a:gd name="connsiteY6" fmla="*/ 9204 h 9997"/>
                  <a:gd name="connsiteX7" fmla="*/ 6170 w 9326"/>
                  <a:gd name="connsiteY7" fmla="*/ 8731 h 9997"/>
                  <a:gd name="connsiteX8" fmla="*/ 5082 w 9326"/>
                  <a:gd name="connsiteY8" fmla="*/ 9787 h 9997"/>
                  <a:gd name="connsiteX9" fmla="*/ 3650 w 9326"/>
                  <a:gd name="connsiteY9" fmla="*/ 9892 h 9997"/>
                  <a:gd name="connsiteX10" fmla="*/ 2533 w 9326"/>
                  <a:gd name="connsiteY10" fmla="*/ 7795 h 9997"/>
                  <a:gd name="connsiteX11" fmla="*/ 1379 w 9326"/>
                  <a:gd name="connsiteY11" fmla="*/ 7400 h 9997"/>
                  <a:gd name="connsiteX12" fmla="*/ 4 w 9326"/>
                  <a:gd name="connsiteY12" fmla="*/ 3988 h 9997"/>
                  <a:gd name="connsiteX0" fmla="*/ 4 w 10001"/>
                  <a:gd name="connsiteY0" fmla="*/ 3989 h 10041"/>
                  <a:gd name="connsiteX1" fmla="*/ 890 w 10001"/>
                  <a:gd name="connsiteY1" fmla="*/ 1575 h 10041"/>
                  <a:gd name="connsiteX2" fmla="*/ 3902 w 10001"/>
                  <a:gd name="connsiteY2" fmla="*/ 993 h 10041"/>
                  <a:gd name="connsiteX3" fmla="*/ 6227 w 10001"/>
                  <a:gd name="connsiteY3" fmla="*/ 0 h 10041"/>
                  <a:gd name="connsiteX4" fmla="*/ 8378 w 10001"/>
                  <a:gd name="connsiteY4" fmla="*/ 996 h 10041"/>
                  <a:gd name="connsiteX5" fmla="*/ 9998 w 10001"/>
                  <a:gd name="connsiteY5" fmla="*/ 5748 h 10041"/>
                  <a:gd name="connsiteX6" fmla="*/ 8721 w 10001"/>
                  <a:gd name="connsiteY6" fmla="*/ 9207 h 10041"/>
                  <a:gd name="connsiteX7" fmla="*/ 5449 w 10001"/>
                  <a:gd name="connsiteY7" fmla="*/ 9790 h 10041"/>
                  <a:gd name="connsiteX8" fmla="*/ 3914 w 10001"/>
                  <a:gd name="connsiteY8" fmla="*/ 9895 h 10041"/>
                  <a:gd name="connsiteX9" fmla="*/ 2716 w 10001"/>
                  <a:gd name="connsiteY9" fmla="*/ 7797 h 10041"/>
                  <a:gd name="connsiteX10" fmla="*/ 1479 w 10001"/>
                  <a:gd name="connsiteY10" fmla="*/ 7402 h 10041"/>
                  <a:gd name="connsiteX11" fmla="*/ 4 w 10001"/>
                  <a:gd name="connsiteY11" fmla="*/ 3989 h 10041"/>
                  <a:gd name="connsiteX0" fmla="*/ 4 w 10001"/>
                  <a:gd name="connsiteY0" fmla="*/ 3989 h 14825"/>
                  <a:gd name="connsiteX1" fmla="*/ 890 w 10001"/>
                  <a:gd name="connsiteY1" fmla="*/ 1575 h 14825"/>
                  <a:gd name="connsiteX2" fmla="*/ 3902 w 10001"/>
                  <a:gd name="connsiteY2" fmla="*/ 993 h 14825"/>
                  <a:gd name="connsiteX3" fmla="*/ 6227 w 10001"/>
                  <a:gd name="connsiteY3" fmla="*/ 0 h 14825"/>
                  <a:gd name="connsiteX4" fmla="*/ 8378 w 10001"/>
                  <a:gd name="connsiteY4" fmla="*/ 996 h 14825"/>
                  <a:gd name="connsiteX5" fmla="*/ 9998 w 10001"/>
                  <a:gd name="connsiteY5" fmla="*/ 5748 h 14825"/>
                  <a:gd name="connsiteX6" fmla="*/ 8721 w 10001"/>
                  <a:gd name="connsiteY6" fmla="*/ 9207 h 14825"/>
                  <a:gd name="connsiteX7" fmla="*/ 6011 w 10001"/>
                  <a:gd name="connsiteY7" fmla="*/ 14823 h 14825"/>
                  <a:gd name="connsiteX8" fmla="*/ 3914 w 10001"/>
                  <a:gd name="connsiteY8" fmla="*/ 9895 h 14825"/>
                  <a:gd name="connsiteX9" fmla="*/ 2716 w 10001"/>
                  <a:gd name="connsiteY9" fmla="*/ 7797 h 14825"/>
                  <a:gd name="connsiteX10" fmla="*/ 1479 w 10001"/>
                  <a:gd name="connsiteY10" fmla="*/ 7402 h 14825"/>
                  <a:gd name="connsiteX11" fmla="*/ 4 w 10001"/>
                  <a:gd name="connsiteY11" fmla="*/ 3989 h 14825"/>
                  <a:gd name="connsiteX0" fmla="*/ 4 w 10001"/>
                  <a:gd name="connsiteY0" fmla="*/ 7436 h 18272"/>
                  <a:gd name="connsiteX1" fmla="*/ 890 w 10001"/>
                  <a:gd name="connsiteY1" fmla="*/ 5022 h 18272"/>
                  <a:gd name="connsiteX2" fmla="*/ 3902 w 10001"/>
                  <a:gd name="connsiteY2" fmla="*/ 4440 h 18272"/>
                  <a:gd name="connsiteX3" fmla="*/ 6026 w 10001"/>
                  <a:gd name="connsiteY3" fmla="*/ 0 h 18272"/>
                  <a:gd name="connsiteX4" fmla="*/ 8378 w 10001"/>
                  <a:gd name="connsiteY4" fmla="*/ 4443 h 18272"/>
                  <a:gd name="connsiteX5" fmla="*/ 9998 w 10001"/>
                  <a:gd name="connsiteY5" fmla="*/ 9195 h 18272"/>
                  <a:gd name="connsiteX6" fmla="*/ 8721 w 10001"/>
                  <a:gd name="connsiteY6" fmla="*/ 12654 h 18272"/>
                  <a:gd name="connsiteX7" fmla="*/ 6011 w 10001"/>
                  <a:gd name="connsiteY7" fmla="*/ 18270 h 18272"/>
                  <a:gd name="connsiteX8" fmla="*/ 3914 w 10001"/>
                  <a:gd name="connsiteY8" fmla="*/ 13342 h 18272"/>
                  <a:gd name="connsiteX9" fmla="*/ 2716 w 10001"/>
                  <a:gd name="connsiteY9" fmla="*/ 11244 h 18272"/>
                  <a:gd name="connsiteX10" fmla="*/ 1479 w 10001"/>
                  <a:gd name="connsiteY10" fmla="*/ 10849 h 18272"/>
                  <a:gd name="connsiteX11" fmla="*/ 4 w 10001"/>
                  <a:gd name="connsiteY11" fmla="*/ 7436 h 18272"/>
                  <a:gd name="connsiteX0" fmla="*/ 1 w 9998"/>
                  <a:gd name="connsiteY0" fmla="*/ 7436 h 18272"/>
                  <a:gd name="connsiteX1" fmla="*/ 3899 w 9998"/>
                  <a:gd name="connsiteY1" fmla="*/ 4440 h 18272"/>
                  <a:gd name="connsiteX2" fmla="*/ 6023 w 9998"/>
                  <a:gd name="connsiteY2" fmla="*/ 0 h 18272"/>
                  <a:gd name="connsiteX3" fmla="*/ 8375 w 9998"/>
                  <a:gd name="connsiteY3" fmla="*/ 4443 h 18272"/>
                  <a:gd name="connsiteX4" fmla="*/ 9995 w 9998"/>
                  <a:gd name="connsiteY4" fmla="*/ 9195 h 18272"/>
                  <a:gd name="connsiteX5" fmla="*/ 8718 w 9998"/>
                  <a:gd name="connsiteY5" fmla="*/ 12654 h 18272"/>
                  <a:gd name="connsiteX6" fmla="*/ 6008 w 9998"/>
                  <a:gd name="connsiteY6" fmla="*/ 18270 h 18272"/>
                  <a:gd name="connsiteX7" fmla="*/ 3911 w 9998"/>
                  <a:gd name="connsiteY7" fmla="*/ 13342 h 18272"/>
                  <a:gd name="connsiteX8" fmla="*/ 2713 w 9998"/>
                  <a:gd name="connsiteY8" fmla="*/ 11244 h 18272"/>
                  <a:gd name="connsiteX9" fmla="*/ 1476 w 9998"/>
                  <a:gd name="connsiteY9" fmla="*/ 10849 h 18272"/>
                  <a:gd name="connsiteX10" fmla="*/ 1 w 9998"/>
                  <a:gd name="connsiteY10" fmla="*/ 7436 h 18272"/>
                  <a:gd name="connsiteX0" fmla="*/ 35 w 8559"/>
                  <a:gd name="connsiteY0" fmla="*/ 5938 h 10000"/>
                  <a:gd name="connsiteX1" fmla="*/ 2459 w 8559"/>
                  <a:gd name="connsiteY1" fmla="*/ 2430 h 10000"/>
                  <a:gd name="connsiteX2" fmla="*/ 4583 w 8559"/>
                  <a:gd name="connsiteY2" fmla="*/ 0 h 10000"/>
                  <a:gd name="connsiteX3" fmla="*/ 6936 w 8559"/>
                  <a:gd name="connsiteY3" fmla="*/ 2432 h 10000"/>
                  <a:gd name="connsiteX4" fmla="*/ 8556 w 8559"/>
                  <a:gd name="connsiteY4" fmla="*/ 5032 h 10000"/>
                  <a:gd name="connsiteX5" fmla="*/ 7279 w 8559"/>
                  <a:gd name="connsiteY5" fmla="*/ 6925 h 10000"/>
                  <a:gd name="connsiteX6" fmla="*/ 4568 w 8559"/>
                  <a:gd name="connsiteY6" fmla="*/ 9999 h 10000"/>
                  <a:gd name="connsiteX7" fmla="*/ 2471 w 8559"/>
                  <a:gd name="connsiteY7" fmla="*/ 7302 h 10000"/>
                  <a:gd name="connsiteX8" fmla="*/ 1273 w 8559"/>
                  <a:gd name="connsiteY8" fmla="*/ 6154 h 10000"/>
                  <a:gd name="connsiteX9" fmla="*/ 35 w 8559"/>
                  <a:gd name="connsiteY9" fmla="*/ 5938 h 10000"/>
                  <a:gd name="connsiteX0" fmla="*/ 49 w 9820"/>
                  <a:gd name="connsiteY0" fmla="*/ 4655 h 10000"/>
                  <a:gd name="connsiteX1" fmla="*/ 2693 w 9820"/>
                  <a:gd name="connsiteY1" fmla="*/ 2430 h 10000"/>
                  <a:gd name="connsiteX2" fmla="*/ 5175 w 9820"/>
                  <a:gd name="connsiteY2" fmla="*/ 0 h 10000"/>
                  <a:gd name="connsiteX3" fmla="*/ 7924 w 9820"/>
                  <a:gd name="connsiteY3" fmla="*/ 2432 h 10000"/>
                  <a:gd name="connsiteX4" fmla="*/ 9816 w 9820"/>
                  <a:gd name="connsiteY4" fmla="*/ 5032 h 10000"/>
                  <a:gd name="connsiteX5" fmla="*/ 8324 w 9820"/>
                  <a:gd name="connsiteY5" fmla="*/ 6925 h 10000"/>
                  <a:gd name="connsiteX6" fmla="*/ 5157 w 9820"/>
                  <a:gd name="connsiteY6" fmla="*/ 9999 h 10000"/>
                  <a:gd name="connsiteX7" fmla="*/ 2707 w 9820"/>
                  <a:gd name="connsiteY7" fmla="*/ 7302 h 10000"/>
                  <a:gd name="connsiteX8" fmla="*/ 1307 w 9820"/>
                  <a:gd name="connsiteY8" fmla="*/ 6154 h 10000"/>
                  <a:gd name="connsiteX9" fmla="*/ 49 w 9820"/>
                  <a:gd name="connsiteY9" fmla="*/ 4655 h 10000"/>
                  <a:gd name="connsiteX0" fmla="*/ 45 w 9995"/>
                  <a:gd name="connsiteY0" fmla="*/ 4655 h 10000"/>
                  <a:gd name="connsiteX1" fmla="*/ 2737 w 9995"/>
                  <a:gd name="connsiteY1" fmla="*/ 2430 h 10000"/>
                  <a:gd name="connsiteX2" fmla="*/ 5265 w 9995"/>
                  <a:gd name="connsiteY2" fmla="*/ 0 h 10000"/>
                  <a:gd name="connsiteX3" fmla="*/ 8064 w 9995"/>
                  <a:gd name="connsiteY3" fmla="*/ 2432 h 10000"/>
                  <a:gd name="connsiteX4" fmla="*/ 9991 w 9995"/>
                  <a:gd name="connsiteY4" fmla="*/ 5032 h 10000"/>
                  <a:gd name="connsiteX5" fmla="*/ 8472 w 9995"/>
                  <a:gd name="connsiteY5" fmla="*/ 6925 h 10000"/>
                  <a:gd name="connsiteX6" fmla="*/ 5247 w 9995"/>
                  <a:gd name="connsiteY6" fmla="*/ 9999 h 10000"/>
                  <a:gd name="connsiteX7" fmla="*/ 2752 w 9995"/>
                  <a:gd name="connsiteY7" fmla="*/ 7302 h 10000"/>
                  <a:gd name="connsiteX8" fmla="*/ 1374 w 9995"/>
                  <a:gd name="connsiteY8" fmla="*/ 6984 h 10000"/>
                  <a:gd name="connsiteX9" fmla="*/ 45 w 9995"/>
                  <a:gd name="connsiteY9" fmla="*/ 4655 h 10000"/>
                  <a:gd name="connsiteX0" fmla="*/ 45 w 10000"/>
                  <a:gd name="connsiteY0" fmla="*/ 5032 h 10377"/>
                  <a:gd name="connsiteX1" fmla="*/ 2738 w 10000"/>
                  <a:gd name="connsiteY1" fmla="*/ 2807 h 10377"/>
                  <a:gd name="connsiteX2" fmla="*/ 4886 w 10000"/>
                  <a:gd name="connsiteY2" fmla="*/ 0 h 10377"/>
                  <a:gd name="connsiteX3" fmla="*/ 8068 w 10000"/>
                  <a:gd name="connsiteY3" fmla="*/ 2809 h 10377"/>
                  <a:gd name="connsiteX4" fmla="*/ 9996 w 10000"/>
                  <a:gd name="connsiteY4" fmla="*/ 5409 h 10377"/>
                  <a:gd name="connsiteX5" fmla="*/ 8476 w 10000"/>
                  <a:gd name="connsiteY5" fmla="*/ 7302 h 10377"/>
                  <a:gd name="connsiteX6" fmla="*/ 5250 w 10000"/>
                  <a:gd name="connsiteY6" fmla="*/ 10376 h 10377"/>
                  <a:gd name="connsiteX7" fmla="*/ 2753 w 10000"/>
                  <a:gd name="connsiteY7" fmla="*/ 7679 h 10377"/>
                  <a:gd name="connsiteX8" fmla="*/ 1375 w 10000"/>
                  <a:gd name="connsiteY8" fmla="*/ 7361 h 10377"/>
                  <a:gd name="connsiteX9" fmla="*/ 45 w 10000"/>
                  <a:gd name="connsiteY9" fmla="*/ 5032 h 10377"/>
                  <a:gd name="connsiteX0" fmla="*/ 45 w 10000"/>
                  <a:gd name="connsiteY0" fmla="*/ 5036 h 10381"/>
                  <a:gd name="connsiteX1" fmla="*/ 2738 w 10000"/>
                  <a:gd name="connsiteY1" fmla="*/ 2811 h 10381"/>
                  <a:gd name="connsiteX2" fmla="*/ 4886 w 10000"/>
                  <a:gd name="connsiteY2" fmla="*/ 4 h 10381"/>
                  <a:gd name="connsiteX3" fmla="*/ 8068 w 10000"/>
                  <a:gd name="connsiteY3" fmla="*/ 2813 h 10381"/>
                  <a:gd name="connsiteX4" fmla="*/ 9996 w 10000"/>
                  <a:gd name="connsiteY4" fmla="*/ 5413 h 10381"/>
                  <a:gd name="connsiteX5" fmla="*/ 8476 w 10000"/>
                  <a:gd name="connsiteY5" fmla="*/ 7306 h 10381"/>
                  <a:gd name="connsiteX6" fmla="*/ 5250 w 10000"/>
                  <a:gd name="connsiteY6" fmla="*/ 10380 h 10381"/>
                  <a:gd name="connsiteX7" fmla="*/ 2753 w 10000"/>
                  <a:gd name="connsiteY7" fmla="*/ 7683 h 10381"/>
                  <a:gd name="connsiteX8" fmla="*/ 1375 w 10000"/>
                  <a:gd name="connsiteY8" fmla="*/ 7365 h 10381"/>
                  <a:gd name="connsiteX9" fmla="*/ 45 w 10000"/>
                  <a:gd name="connsiteY9" fmla="*/ 5036 h 10381"/>
                  <a:gd name="connsiteX0" fmla="*/ 45 w 10000"/>
                  <a:gd name="connsiteY0" fmla="*/ 5036 h 10796"/>
                  <a:gd name="connsiteX1" fmla="*/ 2738 w 10000"/>
                  <a:gd name="connsiteY1" fmla="*/ 2811 h 10796"/>
                  <a:gd name="connsiteX2" fmla="*/ 4886 w 10000"/>
                  <a:gd name="connsiteY2" fmla="*/ 4 h 10796"/>
                  <a:gd name="connsiteX3" fmla="*/ 8068 w 10000"/>
                  <a:gd name="connsiteY3" fmla="*/ 2813 h 10796"/>
                  <a:gd name="connsiteX4" fmla="*/ 9996 w 10000"/>
                  <a:gd name="connsiteY4" fmla="*/ 5413 h 10796"/>
                  <a:gd name="connsiteX5" fmla="*/ 8476 w 10000"/>
                  <a:gd name="connsiteY5" fmla="*/ 7306 h 10796"/>
                  <a:gd name="connsiteX6" fmla="*/ 5202 w 10000"/>
                  <a:gd name="connsiteY6" fmla="*/ 10795 h 10796"/>
                  <a:gd name="connsiteX7" fmla="*/ 2753 w 10000"/>
                  <a:gd name="connsiteY7" fmla="*/ 7683 h 10796"/>
                  <a:gd name="connsiteX8" fmla="*/ 1375 w 10000"/>
                  <a:gd name="connsiteY8" fmla="*/ 7365 h 10796"/>
                  <a:gd name="connsiteX9" fmla="*/ 45 w 10000"/>
                  <a:gd name="connsiteY9" fmla="*/ 5036 h 10796"/>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 w 9959"/>
                  <a:gd name="connsiteY0" fmla="*/ 5593 h 11352"/>
                  <a:gd name="connsiteX1" fmla="*/ 1089 w 9959"/>
                  <a:gd name="connsiteY1" fmla="*/ 469 h 11352"/>
                  <a:gd name="connsiteX2" fmla="*/ 4845 w 9959"/>
                  <a:gd name="connsiteY2" fmla="*/ 561 h 11352"/>
                  <a:gd name="connsiteX3" fmla="*/ 8027 w 9959"/>
                  <a:gd name="connsiteY3" fmla="*/ 3370 h 11352"/>
                  <a:gd name="connsiteX4" fmla="*/ 9955 w 9959"/>
                  <a:gd name="connsiteY4" fmla="*/ 5970 h 11352"/>
                  <a:gd name="connsiteX5" fmla="*/ 8435 w 9959"/>
                  <a:gd name="connsiteY5" fmla="*/ 7863 h 11352"/>
                  <a:gd name="connsiteX6" fmla="*/ 5161 w 9959"/>
                  <a:gd name="connsiteY6" fmla="*/ 11352 h 11352"/>
                  <a:gd name="connsiteX7" fmla="*/ 2712 w 9959"/>
                  <a:gd name="connsiteY7" fmla="*/ 8240 h 11352"/>
                  <a:gd name="connsiteX8" fmla="*/ 1334 w 9959"/>
                  <a:gd name="connsiteY8" fmla="*/ 7922 h 11352"/>
                  <a:gd name="connsiteX9" fmla="*/ 4 w 9959"/>
                  <a:gd name="connsiteY9" fmla="*/ 5593 h 11352"/>
                  <a:gd name="connsiteX0" fmla="*/ 0 w 11223"/>
                  <a:gd name="connsiteY0" fmla="*/ 3835 h 9929"/>
                  <a:gd name="connsiteX1" fmla="*/ 2316 w 11223"/>
                  <a:gd name="connsiteY1" fmla="*/ 342 h 9929"/>
                  <a:gd name="connsiteX2" fmla="*/ 6088 w 11223"/>
                  <a:gd name="connsiteY2" fmla="*/ 423 h 9929"/>
                  <a:gd name="connsiteX3" fmla="*/ 9283 w 11223"/>
                  <a:gd name="connsiteY3" fmla="*/ 2898 h 9929"/>
                  <a:gd name="connsiteX4" fmla="*/ 11219 w 11223"/>
                  <a:gd name="connsiteY4" fmla="*/ 5188 h 9929"/>
                  <a:gd name="connsiteX5" fmla="*/ 9693 w 11223"/>
                  <a:gd name="connsiteY5" fmla="*/ 6856 h 9929"/>
                  <a:gd name="connsiteX6" fmla="*/ 6405 w 11223"/>
                  <a:gd name="connsiteY6" fmla="*/ 9929 h 9929"/>
                  <a:gd name="connsiteX7" fmla="*/ 3946 w 11223"/>
                  <a:gd name="connsiteY7" fmla="*/ 7188 h 9929"/>
                  <a:gd name="connsiteX8" fmla="*/ 2562 w 11223"/>
                  <a:gd name="connsiteY8" fmla="*/ 6908 h 9929"/>
                  <a:gd name="connsiteX9" fmla="*/ 0 w 11223"/>
                  <a:gd name="connsiteY9" fmla="*/ 3835 h 9929"/>
                  <a:gd name="connsiteX0" fmla="*/ 0 w 9999"/>
                  <a:gd name="connsiteY0" fmla="*/ 3862 h 10000"/>
                  <a:gd name="connsiteX1" fmla="*/ 2064 w 9999"/>
                  <a:gd name="connsiteY1" fmla="*/ 344 h 10000"/>
                  <a:gd name="connsiteX2" fmla="*/ 5425 w 9999"/>
                  <a:gd name="connsiteY2" fmla="*/ 426 h 10000"/>
                  <a:gd name="connsiteX3" fmla="*/ 8271 w 9999"/>
                  <a:gd name="connsiteY3" fmla="*/ 2919 h 10000"/>
                  <a:gd name="connsiteX4" fmla="*/ 9996 w 9999"/>
                  <a:gd name="connsiteY4" fmla="*/ 5225 h 10000"/>
                  <a:gd name="connsiteX5" fmla="*/ 8637 w 9999"/>
                  <a:gd name="connsiteY5" fmla="*/ 6905 h 10000"/>
                  <a:gd name="connsiteX6" fmla="*/ 5707 w 9999"/>
                  <a:gd name="connsiteY6" fmla="*/ 10000 h 10000"/>
                  <a:gd name="connsiteX7" fmla="*/ 2283 w 9999"/>
                  <a:gd name="connsiteY7" fmla="*/ 6957 h 10000"/>
                  <a:gd name="connsiteX8" fmla="*/ 0 w 9999"/>
                  <a:gd name="connsiteY8" fmla="*/ 3862 h 10000"/>
                  <a:gd name="connsiteX0" fmla="*/ 124 w 10124"/>
                  <a:gd name="connsiteY0" fmla="*/ 3862 h 10000"/>
                  <a:gd name="connsiteX1" fmla="*/ 2188 w 10124"/>
                  <a:gd name="connsiteY1" fmla="*/ 344 h 10000"/>
                  <a:gd name="connsiteX2" fmla="*/ 5550 w 10124"/>
                  <a:gd name="connsiteY2" fmla="*/ 426 h 10000"/>
                  <a:gd name="connsiteX3" fmla="*/ 8396 w 10124"/>
                  <a:gd name="connsiteY3" fmla="*/ 2919 h 10000"/>
                  <a:gd name="connsiteX4" fmla="*/ 10121 w 10124"/>
                  <a:gd name="connsiteY4" fmla="*/ 5225 h 10000"/>
                  <a:gd name="connsiteX5" fmla="*/ 8762 w 10124"/>
                  <a:gd name="connsiteY5" fmla="*/ 6905 h 10000"/>
                  <a:gd name="connsiteX6" fmla="*/ 5832 w 10124"/>
                  <a:gd name="connsiteY6" fmla="*/ 10000 h 10000"/>
                  <a:gd name="connsiteX7" fmla="*/ 124 w 10124"/>
                  <a:gd name="connsiteY7" fmla="*/ 3862 h 10000"/>
                  <a:gd name="connsiteX0" fmla="*/ 43 w 10045"/>
                  <a:gd name="connsiteY0" fmla="*/ 3862 h 6912"/>
                  <a:gd name="connsiteX1" fmla="*/ 2107 w 10045"/>
                  <a:gd name="connsiteY1" fmla="*/ 344 h 6912"/>
                  <a:gd name="connsiteX2" fmla="*/ 5469 w 10045"/>
                  <a:gd name="connsiteY2" fmla="*/ 426 h 6912"/>
                  <a:gd name="connsiteX3" fmla="*/ 8315 w 10045"/>
                  <a:gd name="connsiteY3" fmla="*/ 2919 h 6912"/>
                  <a:gd name="connsiteX4" fmla="*/ 10040 w 10045"/>
                  <a:gd name="connsiteY4" fmla="*/ 5225 h 6912"/>
                  <a:gd name="connsiteX5" fmla="*/ 8681 w 10045"/>
                  <a:gd name="connsiteY5" fmla="*/ 6905 h 6912"/>
                  <a:gd name="connsiteX6" fmla="*/ 3967 w 10045"/>
                  <a:gd name="connsiteY6" fmla="*/ 5885 h 6912"/>
                  <a:gd name="connsiteX7" fmla="*/ 43 w 10045"/>
                  <a:gd name="connsiteY7" fmla="*/ 3862 h 6912"/>
                  <a:gd name="connsiteX0" fmla="*/ 47 w 10004"/>
                  <a:gd name="connsiteY0" fmla="*/ 5106 h 9519"/>
                  <a:gd name="connsiteX1" fmla="*/ 2102 w 10004"/>
                  <a:gd name="connsiteY1" fmla="*/ 17 h 9519"/>
                  <a:gd name="connsiteX2" fmla="*/ 6651 w 10004"/>
                  <a:gd name="connsiteY2" fmla="*/ 3484 h 9519"/>
                  <a:gd name="connsiteX3" fmla="*/ 8282 w 10004"/>
                  <a:gd name="connsiteY3" fmla="*/ 3742 h 9519"/>
                  <a:gd name="connsiteX4" fmla="*/ 9999 w 10004"/>
                  <a:gd name="connsiteY4" fmla="*/ 7078 h 9519"/>
                  <a:gd name="connsiteX5" fmla="*/ 8646 w 10004"/>
                  <a:gd name="connsiteY5" fmla="*/ 9509 h 9519"/>
                  <a:gd name="connsiteX6" fmla="*/ 3953 w 10004"/>
                  <a:gd name="connsiteY6" fmla="*/ 8033 h 9519"/>
                  <a:gd name="connsiteX7" fmla="*/ 47 w 10004"/>
                  <a:gd name="connsiteY7" fmla="*/ 5106 h 9519"/>
                  <a:gd name="connsiteX0" fmla="*/ 43 w 9996"/>
                  <a:gd name="connsiteY0" fmla="*/ 6232 h 10868"/>
                  <a:gd name="connsiteX1" fmla="*/ 2097 w 9996"/>
                  <a:gd name="connsiteY1" fmla="*/ 886 h 10868"/>
                  <a:gd name="connsiteX2" fmla="*/ 5642 w 9996"/>
                  <a:gd name="connsiteY2" fmla="*/ 385 h 10868"/>
                  <a:gd name="connsiteX3" fmla="*/ 8275 w 9996"/>
                  <a:gd name="connsiteY3" fmla="*/ 4799 h 10868"/>
                  <a:gd name="connsiteX4" fmla="*/ 9991 w 9996"/>
                  <a:gd name="connsiteY4" fmla="*/ 8304 h 10868"/>
                  <a:gd name="connsiteX5" fmla="*/ 8639 w 9996"/>
                  <a:gd name="connsiteY5" fmla="*/ 10857 h 10868"/>
                  <a:gd name="connsiteX6" fmla="*/ 3947 w 9996"/>
                  <a:gd name="connsiteY6" fmla="*/ 9307 h 10868"/>
                  <a:gd name="connsiteX7" fmla="*/ 43 w 9996"/>
                  <a:gd name="connsiteY7" fmla="*/ 6232 h 10868"/>
                  <a:gd name="connsiteX0" fmla="*/ 43 w 10004"/>
                  <a:gd name="connsiteY0" fmla="*/ 5543 h 9809"/>
                  <a:gd name="connsiteX1" fmla="*/ 2098 w 10004"/>
                  <a:gd name="connsiteY1" fmla="*/ 624 h 9809"/>
                  <a:gd name="connsiteX2" fmla="*/ 5644 w 10004"/>
                  <a:gd name="connsiteY2" fmla="*/ 163 h 9809"/>
                  <a:gd name="connsiteX3" fmla="*/ 8163 w 10004"/>
                  <a:gd name="connsiteY3" fmla="*/ 1492 h 9809"/>
                  <a:gd name="connsiteX4" fmla="*/ 9995 w 10004"/>
                  <a:gd name="connsiteY4" fmla="*/ 7450 h 9809"/>
                  <a:gd name="connsiteX5" fmla="*/ 8642 w 10004"/>
                  <a:gd name="connsiteY5" fmla="*/ 9799 h 9809"/>
                  <a:gd name="connsiteX6" fmla="*/ 3949 w 10004"/>
                  <a:gd name="connsiteY6" fmla="*/ 8373 h 9809"/>
                  <a:gd name="connsiteX7" fmla="*/ 43 w 10004"/>
                  <a:gd name="connsiteY7" fmla="*/ 5543 h 9809"/>
                  <a:gd name="connsiteX0" fmla="*/ 43 w 8950"/>
                  <a:gd name="connsiteY0" fmla="*/ 5651 h 10081"/>
                  <a:gd name="connsiteX1" fmla="*/ 2097 w 8950"/>
                  <a:gd name="connsiteY1" fmla="*/ 636 h 10081"/>
                  <a:gd name="connsiteX2" fmla="*/ 5642 w 8950"/>
                  <a:gd name="connsiteY2" fmla="*/ 166 h 10081"/>
                  <a:gd name="connsiteX3" fmla="*/ 8160 w 8950"/>
                  <a:gd name="connsiteY3" fmla="*/ 1521 h 10081"/>
                  <a:gd name="connsiteX4" fmla="*/ 8473 w 8950"/>
                  <a:gd name="connsiteY4" fmla="*/ 5322 h 10081"/>
                  <a:gd name="connsiteX5" fmla="*/ 8639 w 8950"/>
                  <a:gd name="connsiteY5" fmla="*/ 9990 h 10081"/>
                  <a:gd name="connsiteX6" fmla="*/ 3947 w 8950"/>
                  <a:gd name="connsiteY6" fmla="*/ 8536 h 10081"/>
                  <a:gd name="connsiteX7" fmla="*/ 43 w 8950"/>
                  <a:gd name="connsiteY7" fmla="*/ 5651 h 10081"/>
                  <a:gd name="connsiteX0" fmla="*/ 48 w 9651"/>
                  <a:gd name="connsiteY0" fmla="*/ 5606 h 8648"/>
                  <a:gd name="connsiteX1" fmla="*/ 2343 w 9651"/>
                  <a:gd name="connsiteY1" fmla="*/ 631 h 8648"/>
                  <a:gd name="connsiteX2" fmla="*/ 6304 w 9651"/>
                  <a:gd name="connsiteY2" fmla="*/ 165 h 8648"/>
                  <a:gd name="connsiteX3" fmla="*/ 9117 w 9651"/>
                  <a:gd name="connsiteY3" fmla="*/ 1509 h 8648"/>
                  <a:gd name="connsiteX4" fmla="*/ 9467 w 9651"/>
                  <a:gd name="connsiteY4" fmla="*/ 5279 h 8648"/>
                  <a:gd name="connsiteX5" fmla="*/ 6997 w 9651"/>
                  <a:gd name="connsiteY5" fmla="*/ 8019 h 8648"/>
                  <a:gd name="connsiteX6" fmla="*/ 4410 w 9651"/>
                  <a:gd name="connsiteY6" fmla="*/ 8467 h 8648"/>
                  <a:gd name="connsiteX7" fmla="*/ 48 w 9651"/>
                  <a:gd name="connsiteY7" fmla="*/ 5606 h 8648"/>
                  <a:gd name="connsiteX0" fmla="*/ 41 w 9991"/>
                  <a:gd name="connsiteY0" fmla="*/ 6482 h 9316"/>
                  <a:gd name="connsiteX1" fmla="*/ 2419 w 9991"/>
                  <a:gd name="connsiteY1" fmla="*/ 730 h 9316"/>
                  <a:gd name="connsiteX2" fmla="*/ 6523 w 9991"/>
                  <a:gd name="connsiteY2" fmla="*/ 191 h 9316"/>
                  <a:gd name="connsiteX3" fmla="*/ 9438 w 9991"/>
                  <a:gd name="connsiteY3" fmla="*/ 1745 h 9316"/>
                  <a:gd name="connsiteX4" fmla="*/ 9800 w 9991"/>
                  <a:gd name="connsiteY4" fmla="*/ 6104 h 9316"/>
                  <a:gd name="connsiteX5" fmla="*/ 7241 w 9991"/>
                  <a:gd name="connsiteY5" fmla="*/ 9273 h 9316"/>
                  <a:gd name="connsiteX6" fmla="*/ 1411 w 9991"/>
                  <a:gd name="connsiteY6" fmla="*/ 7856 h 9316"/>
                  <a:gd name="connsiteX7" fmla="*/ 41 w 9991"/>
                  <a:gd name="connsiteY7" fmla="*/ 6482 h 9316"/>
                  <a:gd name="connsiteX0" fmla="*/ 19 w 10708"/>
                  <a:gd name="connsiteY0" fmla="*/ 7721 h 10038"/>
                  <a:gd name="connsiteX1" fmla="*/ 3129 w 10708"/>
                  <a:gd name="connsiteY1" fmla="*/ 825 h 10038"/>
                  <a:gd name="connsiteX2" fmla="*/ 7237 w 10708"/>
                  <a:gd name="connsiteY2" fmla="*/ 246 h 10038"/>
                  <a:gd name="connsiteX3" fmla="*/ 10155 w 10708"/>
                  <a:gd name="connsiteY3" fmla="*/ 1914 h 10038"/>
                  <a:gd name="connsiteX4" fmla="*/ 10517 w 10708"/>
                  <a:gd name="connsiteY4" fmla="*/ 6593 h 10038"/>
                  <a:gd name="connsiteX5" fmla="*/ 7956 w 10708"/>
                  <a:gd name="connsiteY5" fmla="*/ 9995 h 10038"/>
                  <a:gd name="connsiteX6" fmla="*/ 2120 w 10708"/>
                  <a:gd name="connsiteY6" fmla="*/ 8474 h 10038"/>
                  <a:gd name="connsiteX7" fmla="*/ 19 w 10708"/>
                  <a:gd name="connsiteY7" fmla="*/ 7721 h 10038"/>
                  <a:gd name="connsiteX0" fmla="*/ 359 w 11048"/>
                  <a:gd name="connsiteY0" fmla="*/ 7721 h 10038"/>
                  <a:gd name="connsiteX1" fmla="*/ 3469 w 11048"/>
                  <a:gd name="connsiteY1" fmla="*/ 825 h 10038"/>
                  <a:gd name="connsiteX2" fmla="*/ 7577 w 11048"/>
                  <a:gd name="connsiteY2" fmla="*/ 246 h 10038"/>
                  <a:gd name="connsiteX3" fmla="*/ 10495 w 11048"/>
                  <a:gd name="connsiteY3" fmla="*/ 1914 h 10038"/>
                  <a:gd name="connsiteX4" fmla="*/ 10857 w 11048"/>
                  <a:gd name="connsiteY4" fmla="*/ 6593 h 10038"/>
                  <a:gd name="connsiteX5" fmla="*/ 8296 w 11048"/>
                  <a:gd name="connsiteY5" fmla="*/ 9995 h 10038"/>
                  <a:gd name="connsiteX6" fmla="*/ 2460 w 11048"/>
                  <a:gd name="connsiteY6" fmla="*/ 8474 h 10038"/>
                  <a:gd name="connsiteX7" fmla="*/ 359 w 11048"/>
                  <a:gd name="connsiteY7" fmla="*/ 7721 h 10038"/>
                  <a:gd name="connsiteX0" fmla="*/ 359 w 11048"/>
                  <a:gd name="connsiteY0" fmla="*/ 8392 h 10075"/>
                  <a:gd name="connsiteX1" fmla="*/ 3469 w 11048"/>
                  <a:gd name="connsiteY1" fmla="*/ 864 h 10075"/>
                  <a:gd name="connsiteX2" fmla="*/ 7577 w 11048"/>
                  <a:gd name="connsiteY2" fmla="*/ 285 h 10075"/>
                  <a:gd name="connsiteX3" fmla="*/ 10495 w 11048"/>
                  <a:gd name="connsiteY3" fmla="*/ 1953 h 10075"/>
                  <a:gd name="connsiteX4" fmla="*/ 10857 w 11048"/>
                  <a:gd name="connsiteY4" fmla="*/ 6632 h 10075"/>
                  <a:gd name="connsiteX5" fmla="*/ 8296 w 11048"/>
                  <a:gd name="connsiteY5" fmla="*/ 10034 h 10075"/>
                  <a:gd name="connsiteX6" fmla="*/ 2460 w 11048"/>
                  <a:gd name="connsiteY6" fmla="*/ 8513 h 10075"/>
                  <a:gd name="connsiteX7" fmla="*/ 359 w 11048"/>
                  <a:gd name="connsiteY7" fmla="*/ 8392 h 10075"/>
                  <a:gd name="connsiteX0" fmla="*/ 371 w 11060"/>
                  <a:gd name="connsiteY0" fmla="*/ 8392 h 10075"/>
                  <a:gd name="connsiteX1" fmla="*/ 3481 w 11060"/>
                  <a:gd name="connsiteY1" fmla="*/ 864 h 10075"/>
                  <a:gd name="connsiteX2" fmla="*/ 7589 w 11060"/>
                  <a:gd name="connsiteY2" fmla="*/ 285 h 10075"/>
                  <a:gd name="connsiteX3" fmla="*/ 10507 w 11060"/>
                  <a:gd name="connsiteY3" fmla="*/ 1953 h 10075"/>
                  <a:gd name="connsiteX4" fmla="*/ 10869 w 11060"/>
                  <a:gd name="connsiteY4" fmla="*/ 6632 h 10075"/>
                  <a:gd name="connsiteX5" fmla="*/ 8308 w 11060"/>
                  <a:gd name="connsiteY5" fmla="*/ 10034 h 10075"/>
                  <a:gd name="connsiteX6" fmla="*/ 2472 w 11060"/>
                  <a:gd name="connsiteY6" fmla="*/ 8513 h 10075"/>
                  <a:gd name="connsiteX7" fmla="*/ 371 w 11060"/>
                  <a:gd name="connsiteY7" fmla="*/ 8392 h 10075"/>
                  <a:gd name="connsiteX0" fmla="*/ 54 w 10743"/>
                  <a:gd name="connsiteY0" fmla="*/ 9468 h 11151"/>
                  <a:gd name="connsiteX1" fmla="*/ 4027 w 10743"/>
                  <a:gd name="connsiteY1" fmla="*/ 495 h 11151"/>
                  <a:gd name="connsiteX2" fmla="*/ 7272 w 10743"/>
                  <a:gd name="connsiteY2" fmla="*/ 1361 h 11151"/>
                  <a:gd name="connsiteX3" fmla="*/ 10190 w 10743"/>
                  <a:gd name="connsiteY3" fmla="*/ 3029 h 11151"/>
                  <a:gd name="connsiteX4" fmla="*/ 10552 w 10743"/>
                  <a:gd name="connsiteY4" fmla="*/ 7708 h 11151"/>
                  <a:gd name="connsiteX5" fmla="*/ 7991 w 10743"/>
                  <a:gd name="connsiteY5" fmla="*/ 11110 h 11151"/>
                  <a:gd name="connsiteX6" fmla="*/ 2155 w 10743"/>
                  <a:gd name="connsiteY6" fmla="*/ 9589 h 11151"/>
                  <a:gd name="connsiteX7" fmla="*/ 54 w 10743"/>
                  <a:gd name="connsiteY7" fmla="*/ 9468 h 11151"/>
                  <a:gd name="connsiteX0" fmla="*/ 54 w 10743"/>
                  <a:gd name="connsiteY0" fmla="*/ 9506 h 11189"/>
                  <a:gd name="connsiteX1" fmla="*/ 4027 w 10743"/>
                  <a:gd name="connsiteY1" fmla="*/ 533 h 11189"/>
                  <a:gd name="connsiteX2" fmla="*/ 7272 w 10743"/>
                  <a:gd name="connsiteY2" fmla="*/ 1399 h 11189"/>
                  <a:gd name="connsiteX3" fmla="*/ 10190 w 10743"/>
                  <a:gd name="connsiteY3" fmla="*/ 3067 h 11189"/>
                  <a:gd name="connsiteX4" fmla="*/ 10552 w 10743"/>
                  <a:gd name="connsiteY4" fmla="*/ 7746 h 11189"/>
                  <a:gd name="connsiteX5" fmla="*/ 7991 w 10743"/>
                  <a:gd name="connsiteY5" fmla="*/ 11148 h 11189"/>
                  <a:gd name="connsiteX6" fmla="*/ 2155 w 10743"/>
                  <a:gd name="connsiteY6" fmla="*/ 9627 h 11189"/>
                  <a:gd name="connsiteX7" fmla="*/ 54 w 10743"/>
                  <a:gd name="connsiteY7" fmla="*/ 9506 h 11189"/>
                  <a:gd name="connsiteX0" fmla="*/ 40 w 11293"/>
                  <a:gd name="connsiteY0" fmla="*/ 9082 h 11127"/>
                  <a:gd name="connsiteX1" fmla="*/ 4577 w 11293"/>
                  <a:gd name="connsiteY1" fmla="*/ 470 h 11127"/>
                  <a:gd name="connsiteX2" fmla="*/ 7822 w 11293"/>
                  <a:gd name="connsiteY2" fmla="*/ 1336 h 11127"/>
                  <a:gd name="connsiteX3" fmla="*/ 10740 w 11293"/>
                  <a:gd name="connsiteY3" fmla="*/ 3004 h 11127"/>
                  <a:gd name="connsiteX4" fmla="*/ 11102 w 11293"/>
                  <a:gd name="connsiteY4" fmla="*/ 7683 h 11127"/>
                  <a:gd name="connsiteX5" fmla="*/ 8541 w 11293"/>
                  <a:gd name="connsiteY5" fmla="*/ 11085 h 11127"/>
                  <a:gd name="connsiteX6" fmla="*/ 2705 w 11293"/>
                  <a:gd name="connsiteY6" fmla="*/ 9564 h 11127"/>
                  <a:gd name="connsiteX7" fmla="*/ 40 w 11293"/>
                  <a:gd name="connsiteY7" fmla="*/ 9082 h 11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293" h="11127">
                    <a:moveTo>
                      <a:pt x="40" y="9082"/>
                    </a:moveTo>
                    <a:cubicBezTo>
                      <a:pt x="352" y="7566"/>
                      <a:pt x="3280" y="1761"/>
                      <a:pt x="4577" y="470"/>
                    </a:cubicBezTo>
                    <a:cubicBezTo>
                      <a:pt x="5874" y="-821"/>
                      <a:pt x="6795" y="914"/>
                      <a:pt x="7822" y="1336"/>
                    </a:cubicBezTo>
                    <a:cubicBezTo>
                      <a:pt x="8849" y="1758"/>
                      <a:pt x="10193" y="1947"/>
                      <a:pt x="10740" y="3004"/>
                    </a:cubicBezTo>
                    <a:cubicBezTo>
                      <a:pt x="11287" y="4061"/>
                      <a:pt x="11468" y="6337"/>
                      <a:pt x="11102" y="7683"/>
                    </a:cubicBezTo>
                    <a:cubicBezTo>
                      <a:pt x="10736" y="9030"/>
                      <a:pt x="9940" y="10771"/>
                      <a:pt x="8541" y="11085"/>
                    </a:cubicBezTo>
                    <a:cubicBezTo>
                      <a:pt x="7141" y="11398"/>
                      <a:pt x="4122" y="9898"/>
                      <a:pt x="2705" y="9564"/>
                    </a:cubicBezTo>
                    <a:cubicBezTo>
                      <a:pt x="1288" y="9230"/>
                      <a:pt x="-272" y="10598"/>
                      <a:pt x="40" y="9082"/>
                    </a:cubicBezTo>
                    <a:close/>
                  </a:path>
                </a:pathLst>
              </a:custGeom>
              <a:solidFill>
                <a:srgbClr val="66CCFF"/>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grpSp>
            <p:nvGrpSpPr>
              <p:cNvPr id="370" name="Group 327"/>
              <p:cNvGrpSpPr>
                <a:grpSpLocks/>
              </p:cNvGrpSpPr>
              <p:nvPr/>
            </p:nvGrpSpPr>
            <p:grpSpPr bwMode="auto">
              <a:xfrm>
                <a:off x="7908175" y="5241780"/>
                <a:ext cx="536554" cy="263548"/>
                <a:chOff x="1871277" y="1576300"/>
                <a:chExt cx="1128371" cy="437861"/>
              </a:xfrm>
            </p:grpSpPr>
            <p:sp>
              <p:nvSpPr>
                <p:cNvPr id="374" name="Oval 373"/>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75" name="Rectangle 374"/>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76" name="Oval 375"/>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77" name="Freeform 376"/>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78" name="Freeform 377"/>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79" name="Freeform 378"/>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80" name="Freeform 379"/>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81" name="Straight Connector 380"/>
                <p:cNvCxnSpPr>
                  <a:endCxn id="376"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82" name="Straight Connector 381"/>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371" name="Group 370"/>
              <p:cNvGrpSpPr/>
              <p:nvPr/>
            </p:nvGrpSpPr>
            <p:grpSpPr>
              <a:xfrm>
                <a:off x="7876581" y="5223365"/>
                <a:ext cx="466894" cy="369332"/>
                <a:chOff x="599495" y="1708643"/>
                <a:chExt cx="491778" cy="409344"/>
              </a:xfrm>
            </p:grpSpPr>
            <p:sp>
              <p:nvSpPr>
                <p:cNvPr id="372" name="Oval 371"/>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373" name="TextBox 372"/>
                <p:cNvSpPr txBox="1"/>
                <p:nvPr/>
              </p:nvSpPr>
              <p:spPr>
                <a:xfrm>
                  <a:off x="599495" y="1708643"/>
                  <a:ext cx="491778" cy="409344"/>
                </a:xfrm>
                <a:prstGeom prst="rect">
                  <a:avLst/>
                </a:prstGeom>
                <a:noFill/>
              </p:spPr>
              <p:txBody>
                <a:bodyPr wrap="none" rtlCol="0">
                  <a:spAutoFit/>
                </a:bodyPr>
                <a:lstStyle/>
                <a:p>
                  <a:pPr algn="ctr"/>
                  <a:r>
                    <a:rPr lang="en-US" dirty="0"/>
                    <a:t>  X</a:t>
                  </a:r>
                </a:p>
              </p:txBody>
            </p:sp>
          </p:grpSp>
        </p:grpSp>
        <p:cxnSp>
          <p:nvCxnSpPr>
            <p:cNvPr id="402" name="Straight Connector 401"/>
            <p:cNvCxnSpPr/>
            <p:nvPr/>
          </p:nvCxnSpPr>
          <p:spPr bwMode="auto">
            <a:xfrm flipH="1">
              <a:off x="7133690" y="5764030"/>
              <a:ext cx="870024" cy="9999"/>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grpSp>
      <p:grpSp>
        <p:nvGrpSpPr>
          <p:cNvPr id="18" name="Group 117"/>
          <p:cNvGrpSpPr>
            <a:grpSpLocks/>
          </p:cNvGrpSpPr>
          <p:nvPr/>
        </p:nvGrpSpPr>
        <p:grpSpPr bwMode="auto">
          <a:xfrm>
            <a:off x="5713440" y="4938746"/>
            <a:ext cx="2590803" cy="1117600"/>
            <a:chOff x="2244" y="2236"/>
            <a:chExt cx="1632" cy="704"/>
          </a:xfrm>
        </p:grpSpPr>
        <p:sp>
          <p:nvSpPr>
            <p:cNvPr id="162850" name="AutoShape 118"/>
            <p:cNvSpPr>
              <a:spLocks noChangeArrowheads="1"/>
            </p:cNvSpPr>
            <p:nvPr/>
          </p:nvSpPr>
          <p:spPr bwMode="auto">
            <a:xfrm rot="17597965">
              <a:off x="2089" y="2391"/>
              <a:ext cx="484" cy="174"/>
            </a:xfrm>
            <a:prstGeom prst="leftArrow">
              <a:avLst>
                <a:gd name="adj1" fmla="val 50000"/>
                <a:gd name="adj2" fmla="val 69540"/>
              </a:avLst>
            </a:prstGeom>
            <a:gradFill rotWithShape="1">
              <a:gsLst>
                <a:gs pos="0">
                  <a:srgbClr val="FF0000"/>
                </a:gs>
                <a:gs pos="100000">
                  <a:schemeClr val="bg1"/>
                </a:gs>
              </a:gsLst>
              <a:lin ang="0" scaled="1"/>
            </a:gra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p>
          </p:txBody>
        </p:sp>
        <p:sp>
          <p:nvSpPr>
            <p:cNvPr id="162851" name="Text Box 119"/>
            <p:cNvSpPr txBox="1">
              <a:spLocks noChangeArrowheads="1"/>
            </p:cNvSpPr>
            <p:nvPr/>
          </p:nvSpPr>
          <p:spPr bwMode="auto">
            <a:xfrm>
              <a:off x="2325" y="2614"/>
              <a:ext cx="1551" cy="32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nSpc>
                  <a:spcPct val="85000"/>
                </a:lnSpc>
              </a:pPr>
              <a:r>
                <a:rPr lang="en-US" sz="1600" i="1" dirty="0">
                  <a:solidFill>
                    <a:srgbClr val="CC0000"/>
                  </a:solidFill>
                </a:rPr>
                <a:t>BGP advertisement:</a:t>
              </a:r>
            </a:p>
            <a:p>
              <a:pPr>
                <a:lnSpc>
                  <a:spcPct val="85000"/>
                </a:lnSpc>
              </a:pPr>
              <a:r>
                <a:rPr lang="en-US" sz="1600" i="1" dirty="0">
                  <a:solidFill>
                    <a:srgbClr val="CC0000"/>
                  </a:solidFill>
                </a:rPr>
                <a:t>AS3, X</a:t>
              </a:r>
            </a:p>
          </p:txBody>
        </p:sp>
      </p:grpSp>
      <p:sp>
        <p:nvSpPr>
          <p:cNvPr id="325" name="Slide Number Placeholder 5"/>
          <p:cNvSpPr>
            <a:spLocks noGrp="1"/>
          </p:cNvSpPr>
          <p:nvPr>
            <p:ph type="sldNum" sz="quarter" idx="12"/>
          </p:nvPr>
        </p:nvSpPr>
        <p:spPr>
          <a:xfrm>
            <a:off x="8456154" y="6475895"/>
            <a:ext cx="548655" cy="272319"/>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200" dirty="0">
                <a:latin typeface="Tahoma" charset="0"/>
              </a:rPr>
              <a:t>5-</a:t>
            </a:r>
            <a:fld id="{8E8C6E93-DF5B-BC4B-80F9-500DED1EEDCC}" type="slidenum">
              <a:rPr lang="en-US" sz="1200">
                <a:latin typeface="Tahoma" charset="0"/>
              </a:rPr>
              <a:pPr/>
              <a:t>81</a:t>
            </a:fld>
            <a:endParaRPr lang="en-US" sz="1200" dirty="0">
              <a:latin typeface="Tahoma" charset="0"/>
            </a:endParaRPr>
          </a:p>
        </p:txBody>
      </p:sp>
      <p:sp>
        <p:nvSpPr>
          <p:cNvPr id="326" name="Footer Placeholder 2"/>
          <p:cNvSpPr>
            <a:spLocks noGrp="1"/>
          </p:cNvSpPr>
          <p:nvPr>
            <p:ph type="ftr" sz="quarter" idx="11"/>
          </p:nvPr>
        </p:nvSpPr>
        <p:spPr>
          <a:xfrm>
            <a:off x="6375496" y="6475081"/>
            <a:ext cx="2177473" cy="241541"/>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200" dirty="0">
                <a:solidFill>
                  <a:srgbClr val="000000"/>
                </a:solidFill>
                <a:latin typeface="Tahoma" charset="0"/>
                <a:cs typeface="Arial" charset="0"/>
              </a:rPr>
              <a:t>Network Layer: Control Plane</a:t>
            </a:r>
          </a:p>
        </p:txBody>
      </p:sp>
    </p:spTree>
    <p:extLst>
      <p:ext uri="{BB962C8B-B14F-4D97-AF65-F5344CB8AC3E}">
        <p14:creationId xmlns:p14="http://schemas.microsoft.com/office/powerpoint/2010/main" val="1522945952"/>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9" presetClass="entr" presetSubtype="0" fill="hold"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dissolve">
                                      <p:cBhvr>
                                        <p:cTn id="7" dur="500"/>
                                        <p:tgtEl>
                                          <p:spTgt spid="11"/>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nodeType="clickEffect">
                                  <p:stCondLst>
                                    <p:cond delay="0"/>
                                  </p:stCondLst>
                                  <p:childTnLst>
                                    <p:set>
                                      <p:cBhvr>
                                        <p:cTn id="11" dur="1" fill="hold">
                                          <p:stCondLst>
                                            <p:cond delay="0"/>
                                          </p:stCondLst>
                                        </p:cTn>
                                        <p:tgtEl>
                                          <p:spTgt spid="753668">
                                            <p:txEl>
                                              <p:pRg st="0" end="0"/>
                                            </p:txEl>
                                          </p:spTgt>
                                        </p:tgtEl>
                                        <p:attrNameLst>
                                          <p:attrName>style.visibility</p:attrName>
                                        </p:attrNameLst>
                                      </p:cBhvr>
                                      <p:to>
                                        <p:strVal val="visible"/>
                                      </p:to>
                                    </p:set>
                                  </p:childTnLst>
                                </p:cTn>
                              </p:par>
                              <p:par>
                                <p:cTn id="12" presetID="1" presetClass="entr" presetSubtype="0" fill="hold" nodeType="withEffect">
                                  <p:stCondLst>
                                    <p:cond delay="0"/>
                                  </p:stCondLst>
                                  <p:childTnLst>
                                    <p:set>
                                      <p:cBhvr>
                                        <p:cTn id="13" dur="1" fill="hold">
                                          <p:stCondLst>
                                            <p:cond delay="0"/>
                                          </p:stCondLst>
                                        </p:cTn>
                                        <p:tgtEl>
                                          <p:spTgt spid="753668">
                                            <p:txEl>
                                              <p:pRg st="1" end="1"/>
                                            </p:txEl>
                                          </p:spTgt>
                                        </p:tgtEl>
                                        <p:attrNameLst>
                                          <p:attrName>style.visibility</p:attrName>
                                        </p:attrNameLst>
                                      </p:cBhvr>
                                      <p:to>
                                        <p:strVal val="visible"/>
                                      </p:to>
                                    </p:set>
                                  </p:childTnLst>
                                </p:cTn>
                              </p:par>
                              <p:par>
                                <p:cTn id="14" presetID="22" presetClass="entr" presetSubtype="1" fill="hold" nodeType="withEffect">
                                  <p:stCondLst>
                                    <p:cond delay="0"/>
                                  </p:stCondLst>
                                  <p:childTnLst>
                                    <p:set>
                                      <p:cBhvr>
                                        <p:cTn id="15" dur="1" fill="hold">
                                          <p:stCondLst>
                                            <p:cond delay="0"/>
                                          </p:stCondLst>
                                        </p:cTn>
                                        <p:tgtEl>
                                          <p:spTgt spid="18"/>
                                        </p:tgtEl>
                                        <p:attrNameLst>
                                          <p:attrName>style.visibility</p:attrName>
                                        </p:attrNameLst>
                                      </p:cBhvr>
                                      <p:to>
                                        <p:strVal val="visible"/>
                                      </p:to>
                                    </p:set>
                                    <p:animEffect transition="in" filter="wipe(up)">
                                      <p:cBhvr>
                                        <p:cTn id="16"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9812" name="Rectangle 2"/>
          <p:cNvSpPr>
            <a:spLocks noGrp="1" noChangeArrowheads="1"/>
          </p:cNvSpPr>
          <p:nvPr>
            <p:ph type="title"/>
          </p:nvPr>
        </p:nvSpPr>
        <p:spPr>
          <a:xfrm>
            <a:off x="377825" y="150813"/>
            <a:ext cx="7772400" cy="1143000"/>
          </a:xfrm>
        </p:spPr>
        <p:txBody>
          <a:bodyPr/>
          <a:lstStyle/>
          <a:p>
            <a:pPr>
              <a:defRPr/>
            </a:pPr>
            <a:r>
              <a:rPr lang="en-US">
                <a:cs typeface="+mj-cs"/>
              </a:rPr>
              <a:t>Path attributes and BGP routes</a:t>
            </a:r>
          </a:p>
        </p:txBody>
      </p:sp>
      <p:sp>
        <p:nvSpPr>
          <p:cNvPr id="164868" name="Rectangle 3"/>
          <p:cNvSpPr>
            <a:spLocks noGrp="1" noChangeArrowheads="1"/>
          </p:cNvSpPr>
          <p:nvPr>
            <p:ph type="body" idx="1"/>
          </p:nvPr>
        </p:nvSpPr>
        <p:spPr>
          <a:xfrm>
            <a:off x="466725" y="1422400"/>
            <a:ext cx="8247063" cy="4648200"/>
          </a:xfrm>
        </p:spPr>
        <p:txBody>
          <a:bodyPr/>
          <a:lstStyle/>
          <a:p>
            <a:r>
              <a:rPr lang="en-US" dirty="0">
                <a:latin typeface="Gill Sans MT" charset="0"/>
              </a:rPr>
              <a:t>advertised prefix includes BGP attributes </a:t>
            </a:r>
          </a:p>
          <a:p>
            <a:pPr lvl="1"/>
            <a:r>
              <a:rPr lang="en-US" dirty="0">
                <a:latin typeface="Gill Sans MT" charset="0"/>
              </a:rPr>
              <a:t>prefix + attributes = </a:t>
            </a:r>
            <a:r>
              <a:rPr lang="ja-JP" altLang="en-US" dirty="0">
                <a:latin typeface="Gill Sans MT" charset="0"/>
              </a:rPr>
              <a:t>“</a:t>
            </a:r>
            <a:r>
              <a:rPr lang="en-US" altLang="ja-JP" dirty="0">
                <a:latin typeface="Gill Sans MT" charset="0"/>
              </a:rPr>
              <a:t>route</a:t>
            </a:r>
            <a:r>
              <a:rPr lang="ja-JP" altLang="en-US" dirty="0">
                <a:latin typeface="Gill Sans MT" charset="0"/>
              </a:rPr>
              <a:t>”</a:t>
            </a:r>
            <a:endParaRPr lang="en-US" altLang="ja-JP" dirty="0">
              <a:latin typeface="Gill Sans MT" charset="0"/>
            </a:endParaRPr>
          </a:p>
          <a:p>
            <a:r>
              <a:rPr lang="en-US" dirty="0">
                <a:latin typeface="Gill Sans MT" charset="0"/>
              </a:rPr>
              <a:t>two important attributes:</a:t>
            </a:r>
          </a:p>
          <a:p>
            <a:pPr lvl="1"/>
            <a:r>
              <a:rPr lang="en-US" dirty="0">
                <a:solidFill>
                  <a:srgbClr val="000090"/>
                </a:solidFill>
                <a:latin typeface="Gill Sans MT" charset="0"/>
              </a:rPr>
              <a:t>AS-PATH: </a:t>
            </a:r>
            <a:r>
              <a:rPr lang="en-US" dirty="0">
                <a:latin typeface="Gill Sans MT" charset="0"/>
              </a:rPr>
              <a:t>list of </a:t>
            </a:r>
            <a:r>
              <a:rPr lang="en-US" dirty="0" err="1">
                <a:latin typeface="Gill Sans MT" charset="0"/>
              </a:rPr>
              <a:t>ASes</a:t>
            </a:r>
            <a:r>
              <a:rPr lang="en-US" dirty="0">
                <a:latin typeface="Gill Sans MT" charset="0"/>
              </a:rPr>
              <a:t> through which prefix advertisement has passed</a:t>
            </a:r>
          </a:p>
          <a:p>
            <a:pPr lvl="1"/>
            <a:r>
              <a:rPr lang="en-US" dirty="0">
                <a:solidFill>
                  <a:srgbClr val="000090"/>
                </a:solidFill>
                <a:latin typeface="Gill Sans MT" charset="0"/>
              </a:rPr>
              <a:t>NEXT-HOP</a:t>
            </a:r>
            <a:r>
              <a:rPr lang="en-US" dirty="0">
                <a:solidFill>
                  <a:srgbClr val="CC0000"/>
                </a:solidFill>
                <a:latin typeface="Gill Sans MT" charset="0"/>
              </a:rPr>
              <a:t>:</a:t>
            </a:r>
            <a:r>
              <a:rPr lang="en-US" dirty="0">
                <a:latin typeface="Gill Sans MT" charset="0"/>
              </a:rPr>
              <a:t> indicates specific internal-AS router to next-hop AS</a:t>
            </a:r>
          </a:p>
          <a:p>
            <a:r>
              <a:rPr lang="en-US" i="1" dirty="0">
                <a:solidFill>
                  <a:srgbClr val="CC0000"/>
                </a:solidFill>
                <a:latin typeface="Gill Sans MT" charset="0"/>
              </a:rPr>
              <a:t>Policy-based routing:</a:t>
            </a:r>
          </a:p>
          <a:p>
            <a:pPr lvl="1"/>
            <a:r>
              <a:rPr lang="en-US" dirty="0">
                <a:latin typeface="Gill Sans MT" charset="0"/>
              </a:rPr>
              <a:t>gateway receiving route advertisement uses </a:t>
            </a:r>
            <a:r>
              <a:rPr lang="en-US" i="1" dirty="0">
                <a:solidFill>
                  <a:srgbClr val="CC0000"/>
                </a:solidFill>
                <a:latin typeface="Gill Sans MT" charset="0"/>
              </a:rPr>
              <a:t>import policy</a:t>
            </a:r>
            <a:r>
              <a:rPr lang="en-US" i="1" dirty="0">
                <a:latin typeface="Gill Sans MT" charset="0"/>
              </a:rPr>
              <a:t> </a:t>
            </a:r>
            <a:r>
              <a:rPr lang="en-US" dirty="0">
                <a:latin typeface="Gill Sans MT" charset="0"/>
              </a:rPr>
              <a:t>to accept/decline path (e.g., never route through AS Y).</a:t>
            </a:r>
          </a:p>
          <a:p>
            <a:pPr lvl="1"/>
            <a:r>
              <a:rPr lang="en-US" dirty="0">
                <a:latin typeface="Gill Sans MT" charset="0"/>
              </a:rPr>
              <a:t>AS policy also determines whether to </a:t>
            </a:r>
            <a:r>
              <a:rPr lang="en-US" i="1" dirty="0">
                <a:solidFill>
                  <a:srgbClr val="CC0000"/>
                </a:solidFill>
                <a:latin typeface="Gill Sans MT" charset="0"/>
              </a:rPr>
              <a:t>advertise</a:t>
            </a:r>
            <a:r>
              <a:rPr lang="en-US" dirty="0">
                <a:latin typeface="Gill Sans MT" charset="0"/>
              </a:rPr>
              <a:t> path to other other neighboring </a:t>
            </a:r>
            <a:r>
              <a:rPr lang="en-US" dirty="0" err="1">
                <a:latin typeface="Gill Sans MT" charset="0"/>
              </a:rPr>
              <a:t>ASes</a:t>
            </a:r>
            <a:endParaRPr lang="en-US" dirty="0">
              <a:latin typeface="Gill Sans MT" charset="0"/>
            </a:endParaRPr>
          </a:p>
          <a:p>
            <a:pPr lvl="1"/>
            <a:endParaRPr lang="en-US" dirty="0">
              <a:latin typeface="Gill Sans MT" charset="0"/>
            </a:endParaRPr>
          </a:p>
        </p:txBody>
      </p:sp>
      <p:pic>
        <p:nvPicPr>
          <p:cNvPr id="164869" name="Picture 5"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20688" y="993775"/>
            <a:ext cx="7313612" cy="1730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5" name="Slide Number Placeholder 5"/>
          <p:cNvSpPr>
            <a:spLocks noGrp="1"/>
          </p:cNvSpPr>
          <p:nvPr>
            <p:ph type="sldNum" sz="quarter" idx="12"/>
          </p:nvPr>
        </p:nvSpPr>
        <p:spPr>
          <a:xfrm>
            <a:off x="8456154" y="6475895"/>
            <a:ext cx="548655" cy="272319"/>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200" dirty="0">
                <a:latin typeface="Tahoma" charset="0"/>
              </a:rPr>
              <a:t>5-</a:t>
            </a:r>
            <a:fld id="{8E8C6E93-DF5B-BC4B-80F9-500DED1EEDCC}" type="slidenum">
              <a:rPr lang="en-US" sz="1200">
                <a:latin typeface="Tahoma" charset="0"/>
              </a:rPr>
              <a:pPr/>
              <a:t>82</a:t>
            </a:fld>
            <a:endParaRPr lang="en-US" sz="1200" dirty="0">
              <a:latin typeface="Tahoma" charset="0"/>
            </a:endParaRPr>
          </a:p>
        </p:txBody>
      </p:sp>
      <p:sp>
        <p:nvSpPr>
          <p:cNvPr id="6" name="Footer Placeholder 2"/>
          <p:cNvSpPr>
            <a:spLocks noGrp="1"/>
          </p:cNvSpPr>
          <p:nvPr>
            <p:ph type="ftr" sz="quarter" idx="11"/>
          </p:nvPr>
        </p:nvSpPr>
        <p:spPr>
          <a:xfrm>
            <a:off x="6375496" y="6475081"/>
            <a:ext cx="2177473" cy="241541"/>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200" dirty="0">
                <a:solidFill>
                  <a:srgbClr val="000000"/>
                </a:solidFill>
                <a:latin typeface="Tahoma" charset="0"/>
                <a:cs typeface="Arial" charset="0"/>
              </a:rPr>
              <a:t>Network Layer: Control Plane</a:t>
            </a:r>
          </a:p>
        </p:txBody>
      </p:sp>
    </p:spTree>
    <p:extLst>
      <p:ext uri="{BB962C8B-B14F-4D97-AF65-F5344CB8AC3E}">
        <p14:creationId xmlns:p14="http://schemas.microsoft.com/office/powerpoint/2010/main" val="1878570793"/>
      </p:ext>
    </p:extLst>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765" name="Rectangle 3"/>
          <p:cNvSpPr>
            <a:spLocks noGrp="1" noChangeArrowheads="1"/>
          </p:cNvSpPr>
          <p:nvPr>
            <p:ph type="title"/>
          </p:nvPr>
        </p:nvSpPr>
        <p:spPr>
          <a:xfrm>
            <a:off x="533400" y="0"/>
            <a:ext cx="7772400" cy="1143000"/>
          </a:xfrm>
        </p:spPr>
        <p:txBody>
          <a:bodyPr/>
          <a:lstStyle/>
          <a:p>
            <a:pPr>
              <a:defRPr/>
            </a:pPr>
            <a:r>
              <a:rPr lang="en-US" dirty="0">
                <a:cs typeface="+mj-cs"/>
              </a:rPr>
              <a:t>BGP path advertisement</a:t>
            </a:r>
          </a:p>
        </p:txBody>
      </p:sp>
      <p:sp>
        <p:nvSpPr>
          <p:cNvPr id="753668" name="Rectangle 4"/>
          <p:cNvSpPr>
            <a:spLocks noGrp="1" noChangeArrowheads="1"/>
          </p:cNvSpPr>
          <p:nvPr>
            <p:ph type="body" idx="1"/>
          </p:nvPr>
        </p:nvSpPr>
        <p:spPr>
          <a:xfrm>
            <a:off x="399869" y="4977429"/>
            <a:ext cx="8505825" cy="845038"/>
          </a:xfrm>
        </p:spPr>
        <p:txBody>
          <a:bodyPr/>
          <a:lstStyle/>
          <a:p>
            <a:pPr marL="293688" indent="-293688">
              <a:lnSpc>
                <a:spcPts val="2140"/>
              </a:lnSpc>
            </a:pPr>
            <a:r>
              <a:rPr lang="en-US" sz="2200" dirty="0">
                <a:latin typeface="Gill Sans MT" charset="0"/>
              </a:rPr>
              <a:t>Based on AS2 policy, AS2 router 2c accepts path AS3,X, propagates (via iBGP) to all AS2 routers</a:t>
            </a:r>
          </a:p>
          <a:p>
            <a:endParaRPr lang="en-US" sz="2000" dirty="0">
              <a:latin typeface="Gill Sans MT" charset="0"/>
            </a:endParaRPr>
          </a:p>
        </p:txBody>
      </p:sp>
      <p:pic>
        <p:nvPicPr>
          <p:cNvPr id="162849" name="Picture 121"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11187" y="800100"/>
            <a:ext cx="5602043" cy="17682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nvGrpSpPr>
          <p:cNvPr id="125" name="Group 124"/>
          <p:cNvGrpSpPr/>
          <p:nvPr/>
        </p:nvGrpSpPr>
        <p:grpSpPr>
          <a:xfrm>
            <a:off x="624887" y="1451514"/>
            <a:ext cx="2557336" cy="1719017"/>
            <a:chOff x="-2170772" y="2784954"/>
            <a:chExt cx="2712783" cy="1853712"/>
          </a:xfrm>
        </p:grpSpPr>
        <p:sp>
          <p:nvSpPr>
            <p:cNvPr id="261" name="Freeform 2"/>
            <p:cNvSpPr>
              <a:spLocks/>
            </p:cNvSpPr>
            <p:nvPr/>
          </p:nvSpPr>
          <p:spPr bwMode="auto">
            <a:xfrm>
              <a:off x="-2170772" y="2784954"/>
              <a:ext cx="2712783" cy="1853712"/>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 fmla="*/ 4 w 8600"/>
                <a:gd name="connsiteY0" fmla="*/ 4042 h 10128"/>
                <a:gd name="connsiteX1" fmla="*/ 715 w 8600"/>
                <a:gd name="connsiteY1" fmla="*/ 1598 h 10128"/>
                <a:gd name="connsiteX2" fmla="*/ 3130 w 8600"/>
                <a:gd name="connsiteY2" fmla="*/ 1009 h 10128"/>
                <a:gd name="connsiteX3" fmla="*/ 4995 w 8600"/>
                <a:gd name="connsiteY3" fmla="*/ 3 h 10128"/>
                <a:gd name="connsiteX4" fmla="*/ 6720 w 8600"/>
                <a:gd name="connsiteY4" fmla="*/ 1012 h 10128"/>
                <a:gd name="connsiteX5" fmla="*/ 8599 w 8600"/>
                <a:gd name="connsiteY5" fmla="*/ 6800 h 10128"/>
                <a:gd name="connsiteX6" fmla="*/ 6995 w 8600"/>
                <a:gd name="connsiteY6" fmla="*/ 9325 h 10128"/>
                <a:gd name="connsiteX7" fmla="*/ 5307 w 8600"/>
                <a:gd name="connsiteY7" fmla="*/ 8846 h 10128"/>
                <a:gd name="connsiteX8" fmla="*/ 4371 w 8600"/>
                <a:gd name="connsiteY8" fmla="*/ 9915 h 10128"/>
                <a:gd name="connsiteX9" fmla="*/ 3140 w 8600"/>
                <a:gd name="connsiteY9" fmla="*/ 10022 h 10128"/>
                <a:gd name="connsiteX10" fmla="*/ 2179 w 8600"/>
                <a:gd name="connsiteY10" fmla="*/ 7898 h 10128"/>
                <a:gd name="connsiteX11" fmla="*/ 1187 w 8600"/>
                <a:gd name="connsiteY11" fmla="*/ 7498 h 10128"/>
                <a:gd name="connsiteX12" fmla="*/ 4 w 8600"/>
                <a:gd name="connsiteY12" fmla="*/ 4042 h 10128"/>
                <a:gd name="connsiteX0" fmla="*/ 4 w 9326"/>
                <a:gd name="connsiteY0" fmla="*/ 3988 h 9997"/>
                <a:gd name="connsiteX1" fmla="*/ 830 w 9326"/>
                <a:gd name="connsiteY1" fmla="*/ 1575 h 9997"/>
                <a:gd name="connsiteX2" fmla="*/ 3639 w 9326"/>
                <a:gd name="connsiteY2" fmla="*/ 993 h 9997"/>
                <a:gd name="connsiteX3" fmla="*/ 5807 w 9326"/>
                <a:gd name="connsiteY3" fmla="*/ 0 h 9997"/>
                <a:gd name="connsiteX4" fmla="*/ 7813 w 9326"/>
                <a:gd name="connsiteY4" fmla="*/ 996 h 9997"/>
                <a:gd name="connsiteX5" fmla="*/ 9324 w 9326"/>
                <a:gd name="connsiteY5" fmla="*/ 5746 h 9997"/>
                <a:gd name="connsiteX6" fmla="*/ 8133 w 9326"/>
                <a:gd name="connsiteY6" fmla="*/ 9204 h 9997"/>
                <a:gd name="connsiteX7" fmla="*/ 6170 w 9326"/>
                <a:gd name="connsiteY7" fmla="*/ 8731 h 9997"/>
                <a:gd name="connsiteX8" fmla="*/ 5082 w 9326"/>
                <a:gd name="connsiteY8" fmla="*/ 9787 h 9997"/>
                <a:gd name="connsiteX9" fmla="*/ 3650 w 9326"/>
                <a:gd name="connsiteY9" fmla="*/ 9892 h 9997"/>
                <a:gd name="connsiteX10" fmla="*/ 2533 w 9326"/>
                <a:gd name="connsiteY10" fmla="*/ 7795 h 9997"/>
                <a:gd name="connsiteX11" fmla="*/ 1379 w 9326"/>
                <a:gd name="connsiteY11" fmla="*/ 7400 h 9997"/>
                <a:gd name="connsiteX12" fmla="*/ 4 w 9326"/>
                <a:gd name="connsiteY12" fmla="*/ 3988 h 9997"/>
                <a:gd name="connsiteX0" fmla="*/ 4 w 10001"/>
                <a:gd name="connsiteY0" fmla="*/ 3989 h 10041"/>
                <a:gd name="connsiteX1" fmla="*/ 890 w 10001"/>
                <a:gd name="connsiteY1" fmla="*/ 1575 h 10041"/>
                <a:gd name="connsiteX2" fmla="*/ 3902 w 10001"/>
                <a:gd name="connsiteY2" fmla="*/ 993 h 10041"/>
                <a:gd name="connsiteX3" fmla="*/ 6227 w 10001"/>
                <a:gd name="connsiteY3" fmla="*/ 0 h 10041"/>
                <a:gd name="connsiteX4" fmla="*/ 8378 w 10001"/>
                <a:gd name="connsiteY4" fmla="*/ 996 h 10041"/>
                <a:gd name="connsiteX5" fmla="*/ 9998 w 10001"/>
                <a:gd name="connsiteY5" fmla="*/ 5748 h 10041"/>
                <a:gd name="connsiteX6" fmla="*/ 8721 w 10001"/>
                <a:gd name="connsiteY6" fmla="*/ 9207 h 10041"/>
                <a:gd name="connsiteX7" fmla="*/ 5449 w 10001"/>
                <a:gd name="connsiteY7" fmla="*/ 9790 h 10041"/>
                <a:gd name="connsiteX8" fmla="*/ 3914 w 10001"/>
                <a:gd name="connsiteY8" fmla="*/ 9895 h 10041"/>
                <a:gd name="connsiteX9" fmla="*/ 2716 w 10001"/>
                <a:gd name="connsiteY9" fmla="*/ 7797 h 10041"/>
                <a:gd name="connsiteX10" fmla="*/ 1479 w 10001"/>
                <a:gd name="connsiteY10" fmla="*/ 7402 h 10041"/>
                <a:gd name="connsiteX11" fmla="*/ 4 w 10001"/>
                <a:gd name="connsiteY11" fmla="*/ 3989 h 10041"/>
                <a:gd name="connsiteX0" fmla="*/ 4 w 10001"/>
                <a:gd name="connsiteY0" fmla="*/ 3989 h 14825"/>
                <a:gd name="connsiteX1" fmla="*/ 890 w 10001"/>
                <a:gd name="connsiteY1" fmla="*/ 1575 h 14825"/>
                <a:gd name="connsiteX2" fmla="*/ 3902 w 10001"/>
                <a:gd name="connsiteY2" fmla="*/ 993 h 14825"/>
                <a:gd name="connsiteX3" fmla="*/ 6227 w 10001"/>
                <a:gd name="connsiteY3" fmla="*/ 0 h 14825"/>
                <a:gd name="connsiteX4" fmla="*/ 8378 w 10001"/>
                <a:gd name="connsiteY4" fmla="*/ 996 h 14825"/>
                <a:gd name="connsiteX5" fmla="*/ 9998 w 10001"/>
                <a:gd name="connsiteY5" fmla="*/ 5748 h 14825"/>
                <a:gd name="connsiteX6" fmla="*/ 8721 w 10001"/>
                <a:gd name="connsiteY6" fmla="*/ 9207 h 14825"/>
                <a:gd name="connsiteX7" fmla="*/ 6011 w 10001"/>
                <a:gd name="connsiteY7" fmla="*/ 14823 h 14825"/>
                <a:gd name="connsiteX8" fmla="*/ 3914 w 10001"/>
                <a:gd name="connsiteY8" fmla="*/ 9895 h 14825"/>
                <a:gd name="connsiteX9" fmla="*/ 2716 w 10001"/>
                <a:gd name="connsiteY9" fmla="*/ 7797 h 14825"/>
                <a:gd name="connsiteX10" fmla="*/ 1479 w 10001"/>
                <a:gd name="connsiteY10" fmla="*/ 7402 h 14825"/>
                <a:gd name="connsiteX11" fmla="*/ 4 w 10001"/>
                <a:gd name="connsiteY11" fmla="*/ 3989 h 14825"/>
                <a:gd name="connsiteX0" fmla="*/ 4 w 10001"/>
                <a:gd name="connsiteY0" fmla="*/ 7436 h 18272"/>
                <a:gd name="connsiteX1" fmla="*/ 890 w 10001"/>
                <a:gd name="connsiteY1" fmla="*/ 5022 h 18272"/>
                <a:gd name="connsiteX2" fmla="*/ 3902 w 10001"/>
                <a:gd name="connsiteY2" fmla="*/ 4440 h 18272"/>
                <a:gd name="connsiteX3" fmla="*/ 6026 w 10001"/>
                <a:gd name="connsiteY3" fmla="*/ 0 h 18272"/>
                <a:gd name="connsiteX4" fmla="*/ 8378 w 10001"/>
                <a:gd name="connsiteY4" fmla="*/ 4443 h 18272"/>
                <a:gd name="connsiteX5" fmla="*/ 9998 w 10001"/>
                <a:gd name="connsiteY5" fmla="*/ 9195 h 18272"/>
                <a:gd name="connsiteX6" fmla="*/ 8721 w 10001"/>
                <a:gd name="connsiteY6" fmla="*/ 12654 h 18272"/>
                <a:gd name="connsiteX7" fmla="*/ 6011 w 10001"/>
                <a:gd name="connsiteY7" fmla="*/ 18270 h 18272"/>
                <a:gd name="connsiteX8" fmla="*/ 3914 w 10001"/>
                <a:gd name="connsiteY8" fmla="*/ 13342 h 18272"/>
                <a:gd name="connsiteX9" fmla="*/ 2716 w 10001"/>
                <a:gd name="connsiteY9" fmla="*/ 11244 h 18272"/>
                <a:gd name="connsiteX10" fmla="*/ 1479 w 10001"/>
                <a:gd name="connsiteY10" fmla="*/ 10849 h 18272"/>
                <a:gd name="connsiteX11" fmla="*/ 4 w 10001"/>
                <a:gd name="connsiteY11" fmla="*/ 7436 h 18272"/>
                <a:gd name="connsiteX0" fmla="*/ 1 w 9998"/>
                <a:gd name="connsiteY0" fmla="*/ 7436 h 18272"/>
                <a:gd name="connsiteX1" fmla="*/ 3899 w 9998"/>
                <a:gd name="connsiteY1" fmla="*/ 4440 h 18272"/>
                <a:gd name="connsiteX2" fmla="*/ 6023 w 9998"/>
                <a:gd name="connsiteY2" fmla="*/ 0 h 18272"/>
                <a:gd name="connsiteX3" fmla="*/ 8375 w 9998"/>
                <a:gd name="connsiteY3" fmla="*/ 4443 h 18272"/>
                <a:gd name="connsiteX4" fmla="*/ 9995 w 9998"/>
                <a:gd name="connsiteY4" fmla="*/ 9195 h 18272"/>
                <a:gd name="connsiteX5" fmla="*/ 8718 w 9998"/>
                <a:gd name="connsiteY5" fmla="*/ 12654 h 18272"/>
                <a:gd name="connsiteX6" fmla="*/ 6008 w 9998"/>
                <a:gd name="connsiteY6" fmla="*/ 18270 h 18272"/>
                <a:gd name="connsiteX7" fmla="*/ 3911 w 9998"/>
                <a:gd name="connsiteY7" fmla="*/ 13342 h 18272"/>
                <a:gd name="connsiteX8" fmla="*/ 2713 w 9998"/>
                <a:gd name="connsiteY8" fmla="*/ 11244 h 18272"/>
                <a:gd name="connsiteX9" fmla="*/ 1476 w 9998"/>
                <a:gd name="connsiteY9" fmla="*/ 10849 h 18272"/>
                <a:gd name="connsiteX10" fmla="*/ 1 w 9998"/>
                <a:gd name="connsiteY10" fmla="*/ 7436 h 18272"/>
                <a:gd name="connsiteX0" fmla="*/ 35 w 8559"/>
                <a:gd name="connsiteY0" fmla="*/ 5938 h 10000"/>
                <a:gd name="connsiteX1" fmla="*/ 2459 w 8559"/>
                <a:gd name="connsiteY1" fmla="*/ 2430 h 10000"/>
                <a:gd name="connsiteX2" fmla="*/ 4583 w 8559"/>
                <a:gd name="connsiteY2" fmla="*/ 0 h 10000"/>
                <a:gd name="connsiteX3" fmla="*/ 6936 w 8559"/>
                <a:gd name="connsiteY3" fmla="*/ 2432 h 10000"/>
                <a:gd name="connsiteX4" fmla="*/ 8556 w 8559"/>
                <a:gd name="connsiteY4" fmla="*/ 5032 h 10000"/>
                <a:gd name="connsiteX5" fmla="*/ 7279 w 8559"/>
                <a:gd name="connsiteY5" fmla="*/ 6925 h 10000"/>
                <a:gd name="connsiteX6" fmla="*/ 4568 w 8559"/>
                <a:gd name="connsiteY6" fmla="*/ 9999 h 10000"/>
                <a:gd name="connsiteX7" fmla="*/ 2471 w 8559"/>
                <a:gd name="connsiteY7" fmla="*/ 7302 h 10000"/>
                <a:gd name="connsiteX8" fmla="*/ 1273 w 8559"/>
                <a:gd name="connsiteY8" fmla="*/ 6154 h 10000"/>
                <a:gd name="connsiteX9" fmla="*/ 35 w 8559"/>
                <a:gd name="connsiteY9" fmla="*/ 5938 h 10000"/>
                <a:gd name="connsiteX0" fmla="*/ 49 w 9820"/>
                <a:gd name="connsiteY0" fmla="*/ 4655 h 10000"/>
                <a:gd name="connsiteX1" fmla="*/ 2693 w 9820"/>
                <a:gd name="connsiteY1" fmla="*/ 2430 h 10000"/>
                <a:gd name="connsiteX2" fmla="*/ 5175 w 9820"/>
                <a:gd name="connsiteY2" fmla="*/ 0 h 10000"/>
                <a:gd name="connsiteX3" fmla="*/ 7924 w 9820"/>
                <a:gd name="connsiteY3" fmla="*/ 2432 h 10000"/>
                <a:gd name="connsiteX4" fmla="*/ 9816 w 9820"/>
                <a:gd name="connsiteY4" fmla="*/ 5032 h 10000"/>
                <a:gd name="connsiteX5" fmla="*/ 8324 w 9820"/>
                <a:gd name="connsiteY5" fmla="*/ 6925 h 10000"/>
                <a:gd name="connsiteX6" fmla="*/ 5157 w 9820"/>
                <a:gd name="connsiteY6" fmla="*/ 9999 h 10000"/>
                <a:gd name="connsiteX7" fmla="*/ 2707 w 9820"/>
                <a:gd name="connsiteY7" fmla="*/ 7302 h 10000"/>
                <a:gd name="connsiteX8" fmla="*/ 1307 w 9820"/>
                <a:gd name="connsiteY8" fmla="*/ 6154 h 10000"/>
                <a:gd name="connsiteX9" fmla="*/ 49 w 9820"/>
                <a:gd name="connsiteY9" fmla="*/ 4655 h 10000"/>
                <a:gd name="connsiteX0" fmla="*/ 45 w 9995"/>
                <a:gd name="connsiteY0" fmla="*/ 4655 h 10000"/>
                <a:gd name="connsiteX1" fmla="*/ 2737 w 9995"/>
                <a:gd name="connsiteY1" fmla="*/ 2430 h 10000"/>
                <a:gd name="connsiteX2" fmla="*/ 5265 w 9995"/>
                <a:gd name="connsiteY2" fmla="*/ 0 h 10000"/>
                <a:gd name="connsiteX3" fmla="*/ 8064 w 9995"/>
                <a:gd name="connsiteY3" fmla="*/ 2432 h 10000"/>
                <a:gd name="connsiteX4" fmla="*/ 9991 w 9995"/>
                <a:gd name="connsiteY4" fmla="*/ 5032 h 10000"/>
                <a:gd name="connsiteX5" fmla="*/ 8472 w 9995"/>
                <a:gd name="connsiteY5" fmla="*/ 6925 h 10000"/>
                <a:gd name="connsiteX6" fmla="*/ 5247 w 9995"/>
                <a:gd name="connsiteY6" fmla="*/ 9999 h 10000"/>
                <a:gd name="connsiteX7" fmla="*/ 2752 w 9995"/>
                <a:gd name="connsiteY7" fmla="*/ 7302 h 10000"/>
                <a:gd name="connsiteX8" fmla="*/ 1374 w 9995"/>
                <a:gd name="connsiteY8" fmla="*/ 6984 h 10000"/>
                <a:gd name="connsiteX9" fmla="*/ 45 w 9995"/>
                <a:gd name="connsiteY9" fmla="*/ 4655 h 10000"/>
                <a:gd name="connsiteX0" fmla="*/ 45 w 10000"/>
                <a:gd name="connsiteY0" fmla="*/ 5032 h 10377"/>
                <a:gd name="connsiteX1" fmla="*/ 2738 w 10000"/>
                <a:gd name="connsiteY1" fmla="*/ 2807 h 10377"/>
                <a:gd name="connsiteX2" fmla="*/ 4886 w 10000"/>
                <a:gd name="connsiteY2" fmla="*/ 0 h 10377"/>
                <a:gd name="connsiteX3" fmla="*/ 8068 w 10000"/>
                <a:gd name="connsiteY3" fmla="*/ 2809 h 10377"/>
                <a:gd name="connsiteX4" fmla="*/ 9996 w 10000"/>
                <a:gd name="connsiteY4" fmla="*/ 5409 h 10377"/>
                <a:gd name="connsiteX5" fmla="*/ 8476 w 10000"/>
                <a:gd name="connsiteY5" fmla="*/ 7302 h 10377"/>
                <a:gd name="connsiteX6" fmla="*/ 5250 w 10000"/>
                <a:gd name="connsiteY6" fmla="*/ 10376 h 10377"/>
                <a:gd name="connsiteX7" fmla="*/ 2753 w 10000"/>
                <a:gd name="connsiteY7" fmla="*/ 7679 h 10377"/>
                <a:gd name="connsiteX8" fmla="*/ 1375 w 10000"/>
                <a:gd name="connsiteY8" fmla="*/ 7361 h 10377"/>
                <a:gd name="connsiteX9" fmla="*/ 45 w 10000"/>
                <a:gd name="connsiteY9" fmla="*/ 5032 h 10377"/>
                <a:gd name="connsiteX0" fmla="*/ 45 w 10000"/>
                <a:gd name="connsiteY0" fmla="*/ 5036 h 10381"/>
                <a:gd name="connsiteX1" fmla="*/ 2738 w 10000"/>
                <a:gd name="connsiteY1" fmla="*/ 2811 h 10381"/>
                <a:gd name="connsiteX2" fmla="*/ 4886 w 10000"/>
                <a:gd name="connsiteY2" fmla="*/ 4 h 10381"/>
                <a:gd name="connsiteX3" fmla="*/ 8068 w 10000"/>
                <a:gd name="connsiteY3" fmla="*/ 2813 h 10381"/>
                <a:gd name="connsiteX4" fmla="*/ 9996 w 10000"/>
                <a:gd name="connsiteY4" fmla="*/ 5413 h 10381"/>
                <a:gd name="connsiteX5" fmla="*/ 8476 w 10000"/>
                <a:gd name="connsiteY5" fmla="*/ 7306 h 10381"/>
                <a:gd name="connsiteX6" fmla="*/ 5250 w 10000"/>
                <a:gd name="connsiteY6" fmla="*/ 10380 h 10381"/>
                <a:gd name="connsiteX7" fmla="*/ 2753 w 10000"/>
                <a:gd name="connsiteY7" fmla="*/ 7683 h 10381"/>
                <a:gd name="connsiteX8" fmla="*/ 1375 w 10000"/>
                <a:gd name="connsiteY8" fmla="*/ 7365 h 10381"/>
                <a:gd name="connsiteX9" fmla="*/ 45 w 10000"/>
                <a:gd name="connsiteY9" fmla="*/ 5036 h 10381"/>
                <a:gd name="connsiteX0" fmla="*/ 45 w 10000"/>
                <a:gd name="connsiteY0" fmla="*/ 5036 h 10796"/>
                <a:gd name="connsiteX1" fmla="*/ 2738 w 10000"/>
                <a:gd name="connsiteY1" fmla="*/ 2811 h 10796"/>
                <a:gd name="connsiteX2" fmla="*/ 4886 w 10000"/>
                <a:gd name="connsiteY2" fmla="*/ 4 h 10796"/>
                <a:gd name="connsiteX3" fmla="*/ 8068 w 10000"/>
                <a:gd name="connsiteY3" fmla="*/ 2813 h 10796"/>
                <a:gd name="connsiteX4" fmla="*/ 9996 w 10000"/>
                <a:gd name="connsiteY4" fmla="*/ 5413 h 10796"/>
                <a:gd name="connsiteX5" fmla="*/ 8476 w 10000"/>
                <a:gd name="connsiteY5" fmla="*/ 7306 h 10796"/>
                <a:gd name="connsiteX6" fmla="*/ 5202 w 10000"/>
                <a:gd name="connsiteY6" fmla="*/ 10795 h 10796"/>
                <a:gd name="connsiteX7" fmla="*/ 2753 w 10000"/>
                <a:gd name="connsiteY7" fmla="*/ 7683 h 10796"/>
                <a:gd name="connsiteX8" fmla="*/ 1375 w 10000"/>
                <a:gd name="connsiteY8" fmla="*/ 7365 h 10796"/>
                <a:gd name="connsiteX9" fmla="*/ 45 w 10000"/>
                <a:gd name="connsiteY9" fmla="*/ 5036 h 10796"/>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00" h="10795">
                  <a:moveTo>
                    <a:pt x="45" y="5036"/>
                  </a:moveTo>
                  <a:cubicBezTo>
                    <a:pt x="272" y="4277"/>
                    <a:pt x="1931" y="3650"/>
                    <a:pt x="2738" y="2811"/>
                  </a:cubicBezTo>
                  <a:cubicBezTo>
                    <a:pt x="3545" y="1972"/>
                    <a:pt x="3352" y="117"/>
                    <a:pt x="4886" y="4"/>
                  </a:cubicBezTo>
                  <a:cubicBezTo>
                    <a:pt x="6420" y="-109"/>
                    <a:pt x="7216" y="1912"/>
                    <a:pt x="8068" y="2813"/>
                  </a:cubicBezTo>
                  <a:cubicBezTo>
                    <a:pt x="8920" y="3715"/>
                    <a:pt x="9928" y="3420"/>
                    <a:pt x="9996" y="5413"/>
                  </a:cubicBezTo>
                  <a:cubicBezTo>
                    <a:pt x="10064" y="7406"/>
                    <a:pt x="9275" y="6409"/>
                    <a:pt x="8476" y="7306"/>
                  </a:cubicBezTo>
                  <a:cubicBezTo>
                    <a:pt x="7677" y="8203"/>
                    <a:pt x="7086" y="10770"/>
                    <a:pt x="5202" y="10795"/>
                  </a:cubicBezTo>
                  <a:cubicBezTo>
                    <a:pt x="3318" y="10820"/>
                    <a:pt x="3391" y="8255"/>
                    <a:pt x="2753" y="7683"/>
                  </a:cubicBezTo>
                  <a:cubicBezTo>
                    <a:pt x="2115" y="7111"/>
                    <a:pt x="2326" y="7496"/>
                    <a:pt x="1375" y="7365"/>
                  </a:cubicBezTo>
                  <a:cubicBezTo>
                    <a:pt x="493" y="6773"/>
                    <a:pt x="-182" y="5795"/>
                    <a:pt x="45" y="5036"/>
                  </a:cubicBezTo>
                  <a:close/>
                </a:path>
              </a:pathLst>
            </a:custGeom>
            <a:solidFill>
              <a:srgbClr val="66CCFF"/>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grpSp>
          <p:nvGrpSpPr>
            <p:cNvPr id="262" name="Group 261"/>
            <p:cNvGrpSpPr/>
            <p:nvPr/>
          </p:nvGrpSpPr>
          <p:grpSpPr>
            <a:xfrm>
              <a:off x="-1935370" y="2935816"/>
              <a:ext cx="2333625" cy="1590649"/>
              <a:chOff x="833331" y="2873352"/>
              <a:chExt cx="2333625" cy="1590649"/>
            </a:xfrm>
          </p:grpSpPr>
          <p:grpSp>
            <p:nvGrpSpPr>
              <p:cNvPr id="263" name="Group 262"/>
              <p:cNvGrpSpPr/>
              <p:nvPr/>
            </p:nvGrpSpPr>
            <p:grpSpPr>
              <a:xfrm>
                <a:off x="1736090" y="2873352"/>
                <a:ext cx="565150" cy="369332"/>
                <a:chOff x="1736090" y="2873352"/>
                <a:chExt cx="565150" cy="369332"/>
              </a:xfrm>
            </p:grpSpPr>
            <p:grpSp>
              <p:nvGrpSpPr>
                <p:cNvPr id="312" name="Group 327"/>
                <p:cNvGrpSpPr>
                  <a:grpSpLocks/>
                </p:cNvGrpSpPr>
                <p:nvPr/>
              </p:nvGrpSpPr>
              <p:grpSpPr bwMode="auto">
                <a:xfrm>
                  <a:off x="1736090" y="2893762"/>
                  <a:ext cx="565150" cy="292100"/>
                  <a:chOff x="1871277" y="1576300"/>
                  <a:chExt cx="1128371" cy="437861"/>
                </a:xfrm>
              </p:grpSpPr>
              <p:sp>
                <p:nvSpPr>
                  <p:cNvPr id="316" name="Oval 315"/>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17" name="Rectangle 316"/>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18" name="Oval 317"/>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19" name="Freeform 318"/>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20" name="Freeform 319"/>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21" name="Freeform 320"/>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22" name="Freeform 321"/>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23" name="Straight Connector 322"/>
                  <p:cNvCxnSpPr>
                    <a:endCxn id="318"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24" name="Straight Connector 323"/>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313" name="Group 312"/>
                <p:cNvGrpSpPr/>
                <p:nvPr/>
              </p:nvGrpSpPr>
              <p:grpSpPr>
                <a:xfrm>
                  <a:off x="1770362" y="2873352"/>
                  <a:ext cx="441422" cy="369332"/>
                  <a:chOff x="667045" y="1708643"/>
                  <a:chExt cx="441422" cy="369332"/>
                </a:xfrm>
              </p:grpSpPr>
              <p:sp>
                <p:nvSpPr>
                  <p:cNvPr id="314" name="Oval 313"/>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315" name="TextBox 314"/>
                  <p:cNvSpPr txBox="1"/>
                  <p:nvPr/>
                </p:nvSpPr>
                <p:spPr>
                  <a:xfrm>
                    <a:off x="667045" y="1708643"/>
                    <a:ext cx="441422" cy="369332"/>
                  </a:xfrm>
                  <a:prstGeom prst="rect">
                    <a:avLst/>
                  </a:prstGeom>
                  <a:noFill/>
                </p:spPr>
                <p:txBody>
                  <a:bodyPr wrap="none" rtlCol="0">
                    <a:spAutoFit/>
                  </a:bodyPr>
                  <a:lstStyle/>
                  <a:p>
                    <a:r>
                      <a:rPr lang="en-US" dirty="0"/>
                      <a:t>1b</a:t>
                    </a:r>
                  </a:p>
                </p:txBody>
              </p:sp>
            </p:grpSp>
          </p:grpSp>
          <p:grpSp>
            <p:nvGrpSpPr>
              <p:cNvPr id="264" name="Group 263"/>
              <p:cNvGrpSpPr/>
              <p:nvPr/>
            </p:nvGrpSpPr>
            <p:grpSpPr>
              <a:xfrm>
                <a:off x="1740320" y="4094669"/>
                <a:ext cx="565150" cy="369332"/>
                <a:chOff x="1736090" y="2873352"/>
                <a:chExt cx="565150" cy="369332"/>
              </a:xfrm>
            </p:grpSpPr>
            <p:grpSp>
              <p:nvGrpSpPr>
                <p:cNvPr id="299" name="Group 327"/>
                <p:cNvGrpSpPr>
                  <a:grpSpLocks/>
                </p:cNvGrpSpPr>
                <p:nvPr/>
              </p:nvGrpSpPr>
              <p:grpSpPr bwMode="auto">
                <a:xfrm>
                  <a:off x="1736090" y="2893762"/>
                  <a:ext cx="565150" cy="292100"/>
                  <a:chOff x="1871277" y="1576300"/>
                  <a:chExt cx="1128371" cy="437861"/>
                </a:xfrm>
              </p:grpSpPr>
              <p:sp>
                <p:nvSpPr>
                  <p:cNvPr id="303" name="Oval 302"/>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04" name="Rectangle 303"/>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05" name="Oval 304"/>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06" name="Freeform 305"/>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07" name="Freeform 306"/>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08" name="Freeform 307"/>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09" name="Freeform 308"/>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10" name="Straight Connector 309"/>
                  <p:cNvCxnSpPr>
                    <a:endCxn id="305"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11" name="Straight Connector 310"/>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300" name="Group 299"/>
                <p:cNvGrpSpPr/>
                <p:nvPr/>
              </p:nvGrpSpPr>
              <p:grpSpPr>
                <a:xfrm>
                  <a:off x="1770362" y="2873352"/>
                  <a:ext cx="441422" cy="369332"/>
                  <a:chOff x="667045" y="1708643"/>
                  <a:chExt cx="441422" cy="369332"/>
                </a:xfrm>
              </p:grpSpPr>
              <p:sp>
                <p:nvSpPr>
                  <p:cNvPr id="301" name="Oval 300"/>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302" name="TextBox 301"/>
                  <p:cNvSpPr txBox="1"/>
                  <p:nvPr/>
                </p:nvSpPr>
                <p:spPr>
                  <a:xfrm>
                    <a:off x="667045" y="1708643"/>
                    <a:ext cx="441422" cy="369332"/>
                  </a:xfrm>
                  <a:prstGeom prst="rect">
                    <a:avLst/>
                  </a:prstGeom>
                  <a:noFill/>
                </p:spPr>
                <p:txBody>
                  <a:bodyPr wrap="none" rtlCol="0">
                    <a:spAutoFit/>
                  </a:bodyPr>
                  <a:lstStyle/>
                  <a:p>
                    <a:r>
                      <a:rPr lang="en-US" dirty="0"/>
                      <a:t>1d</a:t>
                    </a:r>
                  </a:p>
                </p:txBody>
              </p:sp>
            </p:grpSp>
          </p:grpSp>
          <p:grpSp>
            <p:nvGrpSpPr>
              <p:cNvPr id="265" name="Group 264"/>
              <p:cNvGrpSpPr/>
              <p:nvPr/>
            </p:nvGrpSpPr>
            <p:grpSpPr>
              <a:xfrm>
                <a:off x="2601806" y="3485072"/>
                <a:ext cx="565150" cy="369332"/>
                <a:chOff x="1736090" y="2873352"/>
                <a:chExt cx="565150" cy="369332"/>
              </a:xfrm>
            </p:grpSpPr>
            <p:grpSp>
              <p:nvGrpSpPr>
                <p:cNvPr id="286" name="Group 327"/>
                <p:cNvGrpSpPr>
                  <a:grpSpLocks/>
                </p:cNvGrpSpPr>
                <p:nvPr/>
              </p:nvGrpSpPr>
              <p:grpSpPr bwMode="auto">
                <a:xfrm>
                  <a:off x="1736090" y="2893762"/>
                  <a:ext cx="565150" cy="292100"/>
                  <a:chOff x="1871277" y="1576300"/>
                  <a:chExt cx="1128371" cy="437861"/>
                </a:xfrm>
              </p:grpSpPr>
              <p:sp>
                <p:nvSpPr>
                  <p:cNvPr id="290" name="Oval 289"/>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91" name="Rectangle 290"/>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92" name="Oval 291"/>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93" name="Freeform 292"/>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94" name="Freeform 293"/>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95" name="Freeform 294"/>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96" name="Freeform 295"/>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97" name="Straight Connector 296"/>
                  <p:cNvCxnSpPr>
                    <a:endCxn id="292"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98" name="Straight Connector 297"/>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87" name="Group 286"/>
                <p:cNvGrpSpPr/>
                <p:nvPr/>
              </p:nvGrpSpPr>
              <p:grpSpPr>
                <a:xfrm>
                  <a:off x="1770362" y="2873352"/>
                  <a:ext cx="428460" cy="369332"/>
                  <a:chOff x="667045" y="1708643"/>
                  <a:chExt cx="428460" cy="369332"/>
                </a:xfrm>
              </p:grpSpPr>
              <p:sp>
                <p:nvSpPr>
                  <p:cNvPr id="288" name="Oval 287"/>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89" name="TextBox 288"/>
                  <p:cNvSpPr txBox="1"/>
                  <p:nvPr/>
                </p:nvSpPr>
                <p:spPr>
                  <a:xfrm>
                    <a:off x="667045" y="1708643"/>
                    <a:ext cx="428460" cy="369332"/>
                  </a:xfrm>
                  <a:prstGeom prst="rect">
                    <a:avLst/>
                  </a:prstGeom>
                  <a:noFill/>
                </p:spPr>
                <p:txBody>
                  <a:bodyPr wrap="none" rtlCol="0">
                    <a:spAutoFit/>
                  </a:bodyPr>
                  <a:lstStyle/>
                  <a:p>
                    <a:r>
                      <a:rPr lang="en-US" dirty="0"/>
                      <a:t>1c</a:t>
                    </a:r>
                  </a:p>
                </p:txBody>
              </p:sp>
            </p:grpSp>
          </p:grpSp>
          <p:grpSp>
            <p:nvGrpSpPr>
              <p:cNvPr id="266" name="Group 265"/>
              <p:cNvGrpSpPr/>
              <p:nvPr/>
            </p:nvGrpSpPr>
            <p:grpSpPr>
              <a:xfrm>
                <a:off x="833331" y="3478719"/>
                <a:ext cx="565150" cy="369332"/>
                <a:chOff x="1736090" y="2873352"/>
                <a:chExt cx="565150" cy="369332"/>
              </a:xfrm>
            </p:grpSpPr>
            <p:grpSp>
              <p:nvGrpSpPr>
                <p:cNvPr id="273" name="Group 327"/>
                <p:cNvGrpSpPr>
                  <a:grpSpLocks/>
                </p:cNvGrpSpPr>
                <p:nvPr/>
              </p:nvGrpSpPr>
              <p:grpSpPr bwMode="auto">
                <a:xfrm>
                  <a:off x="1736090" y="2893762"/>
                  <a:ext cx="565150" cy="292100"/>
                  <a:chOff x="1871277" y="1576300"/>
                  <a:chExt cx="1128371" cy="437861"/>
                </a:xfrm>
              </p:grpSpPr>
              <p:sp>
                <p:nvSpPr>
                  <p:cNvPr id="277" name="Oval 276"/>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78" name="Rectangle 277"/>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79" name="Oval 278"/>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80" name="Freeform 279"/>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81" name="Freeform 280"/>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82" name="Freeform 281"/>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83" name="Freeform 282"/>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84" name="Straight Connector 283"/>
                  <p:cNvCxnSpPr>
                    <a:endCxn id="279"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85" name="Straight Connector 284"/>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74" name="Group 273"/>
                <p:cNvGrpSpPr/>
                <p:nvPr/>
              </p:nvGrpSpPr>
              <p:grpSpPr>
                <a:xfrm>
                  <a:off x="1770362" y="2873352"/>
                  <a:ext cx="441422" cy="369332"/>
                  <a:chOff x="667045" y="1708643"/>
                  <a:chExt cx="441422" cy="369332"/>
                </a:xfrm>
              </p:grpSpPr>
              <p:sp>
                <p:nvSpPr>
                  <p:cNvPr id="275" name="Oval 274"/>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76" name="TextBox 275"/>
                  <p:cNvSpPr txBox="1"/>
                  <p:nvPr/>
                </p:nvSpPr>
                <p:spPr>
                  <a:xfrm>
                    <a:off x="667045" y="1708643"/>
                    <a:ext cx="441422" cy="369332"/>
                  </a:xfrm>
                  <a:prstGeom prst="rect">
                    <a:avLst/>
                  </a:prstGeom>
                  <a:noFill/>
                </p:spPr>
                <p:txBody>
                  <a:bodyPr wrap="none" rtlCol="0">
                    <a:spAutoFit/>
                  </a:bodyPr>
                  <a:lstStyle/>
                  <a:p>
                    <a:r>
                      <a:rPr lang="en-US" dirty="0"/>
                      <a:t>1a</a:t>
                    </a:r>
                  </a:p>
                </p:txBody>
              </p:sp>
            </p:grpSp>
          </p:grpSp>
          <p:cxnSp>
            <p:nvCxnSpPr>
              <p:cNvPr id="267" name="Straight Connector 266"/>
              <p:cNvCxnSpPr>
                <a:stCxn id="315" idx="2"/>
                <a:endCxn id="302" idx="0"/>
              </p:cNvCxnSpPr>
              <p:nvPr/>
            </p:nvCxnSpPr>
            <p:spPr bwMode="auto">
              <a:xfrm>
                <a:off x="1991073" y="3242684"/>
                <a:ext cx="4230" cy="851985"/>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268" name="Straight Connector 267"/>
              <p:cNvCxnSpPr/>
              <p:nvPr/>
            </p:nvCxnSpPr>
            <p:spPr bwMode="auto">
              <a:xfrm>
                <a:off x="1407477" y="3648621"/>
                <a:ext cx="1204913" cy="6353"/>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269" name="Straight Connector 268"/>
              <p:cNvCxnSpPr>
                <a:stCxn id="316" idx="7"/>
              </p:cNvCxnSpPr>
              <p:nvPr/>
            </p:nvCxnSpPr>
            <p:spPr bwMode="auto">
              <a:xfrm>
                <a:off x="2218708" y="3154477"/>
                <a:ext cx="480042" cy="369773"/>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270" name="Straight Connector 269"/>
              <p:cNvCxnSpPr/>
              <p:nvPr/>
            </p:nvCxnSpPr>
            <p:spPr bwMode="auto">
              <a:xfrm>
                <a:off x="1300073" y="3786304"/>
                <a:ext cx="477927" cy="357071"/>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271" name="Straight Connector 270"/>
              <p:cNvCxnSpPr/>
              <p:nvPr/>
            </p:nvCxnSpPr>
            <p:spPr bwMode="auto">
              <a:xfrm flipH="1">
                <a:off x="2196042" y="3783542"/>
                <a:ext cx="508002" cy="349250"/>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272" name="Straight Connector 271"/>
              <p:cNvCxnSpPr/>
              <p:nvPr/>
            </p:nvCxnSpPr>
            <p:spPr bwMode="auto">
              <a:xfrm flipH="1">
                <a:off x="1287553" y="3166946"/>
                <a:ext cx="508002" cy="349250"/>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grpSp>
      </p:grpSp>
      <p:grpSp>
        <p:nvGrpSpPr>
          <p:cNvPr id="126" name="Group 125"/>
          <p:cNvGrpSpPr/>
          <p:nvPr/>
        </p:nvGrpSpPr>
        <p:grpSpPr>
          <a:xfrm>
            <a:off x="3285692" y="2378685"/>
            <a:ext cx="2545688" cy="1720535"/>
            <a:chOff x="-2170772" y="2784954"/>
            <a:chExt cx="2712783" cy="1853712"/>
          </a:xfrm>
        </p:grpSpPr>
        <p:sp>
          <p:nvSpPr>
            <p:cNvPr id="197" name="Freeform 2"/>
            <p:cNvSpPr>
              <a:spLocks/>
            </p:cNvSpPr>
            <p:nvPr/>
          </p:nvSpPr>
          <p:spPr bwMode="auto">
            <a:xfrm>
              <a:off x="-2170772" y="2784954"/>
              <a:ext cx="2712783" cy="1853712"/>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 fmla="*/ 4 w 8600"/>
                <a:gd name="connsiteY0" fmla="*/ 4042 h 10128"/>
                <a:gd name="connsiteX1" fmla="*/ 715 w 8600"/>
                <a:gd name="connsiteY1" fmla="*/ 1598 h 10128"/>
                <a:gd name="connsiteX2" fmla="*/ 3130 w 8600"/>
                <a:gd name="connsiteY2" fmla="*/ 1009 h 10128"/>
                <a:gd name="connsiteX3" fmla="*/ 4995 w 8600"/>
                <a:gd name="connsiteY3" fmla="*/ 3 h 10128"/>
                <a:gd name="connsiteX4" fmla="*/ 6720 w 8600"/>
                <a:gd name="connsiteY4" fmla="*/ 1012 h 10128"/>
                <a:gd name="connsiteX5" fmla="*/ 8599 w 8600"/>
                <a:gd name="connsiteY5" fmla="*/ 6800 h 10128"/>
                <a:gd name="connsiteX6" fmla="*/ 6995 w 8600"/>
                <a:gd name="connsiteY6" fmla="*/ 9325 h 10128"/>
                <a:gd name="connsiteX7" fmla="*/ 5307 w 8600"/>
                <a:gd name="connsiteY7" fmla="*/ 8846 h 10128"/>
                <a:gd name="connsiteX8" fmla="*/ 4371 w 8600"/>
                <a:gd name="connsiteY8" fmla="*/ 9915 h 10128"/>
                <a:gd name="connsiteX9" fmla="*/ 3140 w 8600"/>
                <a:gd name="connsiteY9" fmla="*/ 10022 h 10128"/>
                <a:gd name="connsiteX10" fmla="*/ 2179 w 8600"/>
                <a:gd name="connsiteY10" fmla="*/ 7898 h 10128"/>
                <a:gd name="connsiteX11" fmla="*/ 1187 w 8600"/>
                <a:gd name="connsiteY11" fmla="*/ 7498 h 10128"/>
                <a:gd name="connsiteX12" fmla="*/ 4 w 8600"/>
                <a:gd name="connsiteY12" fmla="*/ 4042 h 10128"/>
                <a:gd name="connsiteX0" fmla="*/ 4 w 9326"/>
                <a:gd name="connsiteY0" fmla="*/ 3988 h 9997"/>
                <a:gd name="connsiteX1" fmla="*/ 830 w 9326"/>
                <a:gd name="connsiteY1" fmla="*/ 1575 h 9997"/>
                <a:gd name="connsiteX2" fmla="*/ 3639 w 9326"/>
                <a:gd name="connsiteY2" fmla="*/ 993 h 9997"/>
                <a:gd name="connsiteX3" fmla="*/ 5807 w 9326"/>
                <a:gd name="connsiteY3" fmla="*/ 0 h 9997"/>
                <a:gd name="connsiteX4" fmla="*/ 7813 w 9326"/>
                <a:gd name="connsiteY4" fmla="*/ 996 h 9997"/>
                <a:gd name="connsiteX5" fmla="*/ 9324 w 9326"/>
                <a:gd name="connsiteY5" fmla="*/ 5746 h 9997"/>
                <a:gd name="connsiteX6" fmla="*/ 8133 w 9326"/>
                <a:gd name="connsiteY6" fmla="*/ 9204 h 9997"/>
                <a:gd name="connsiteX7" fmla="*/ 6170 w 9326"/>
                <a:gd name="connsiteY7" fmla="*/ 8731 h 9997"/>
                <a:gd name="connsiteX8" fmla="*/ 5082 w 9326"/>
                <a:gd name="connsiteY8" fmla="*/ 9787 h 9997"/>
                <a:gd name="connsiteX9" fmla="*/ 3650 w 9326"/>
                <a:gd name="connsiteY9" fmla="*/ 9892 h 9997"/>
                <a:gd name="connsiteX10" fmla="*/ 2533 w 9326"/>
                <a:gd name="connsiteY10" fmla="*/ 7795 h 9997"/>
                <a:gd name="connsiteX11" fmla="*/ 1379 w 9326"/>
                <a:gd name="connsiteY11" fmla="*/ 7400 h 9997"/>
                <a:gd name="connsiteX12" fmla="*/ 4 w 9326"/>
                <a:gd name="connsiteY12" fmla="*/ 3988 h 9997"/>
                <a:gd name="connsiteX0" fmla="*/ 4 w 10001"/>
                <a:gd name="connsiteY0" fmla="*/ 3989 h 10041"/>
                <a:gd name="connsiteX1" fmla="*/ 890 w 10001"/>
                <a:gd name="connsiteY1" fmla="*/ 1575 h 10041"/>
                <a:gd name="connsiteX2" fmla="*/ 3902 w 10001"/>
                <a:gd name="connsiteY2" fmla="*/ 993 h 10041"/>
                <a:gd name="connsiteX3" fmla="*/ 6227 w 10001"/>
                <a:gd name="connsiteY3" fmla="*/ 0 h 10041"/>
                <a:gd name="connsiteX4" fmla="*/ 8378 w 10001"/>
                <a:gd name="connsiteY4" fmla="*/ 996 h 10041"/>
                <a:gd name="connsiteX5" fmla="*/ 9998 w 10001"/>
                <a:gd name="connsiteY5" fmla="*/ 5748 h 10041"/>
                <a:gd name="connsiteX6" fmla="*/ 8721 w 10001"/>
                <a:gd name="connsiteY6" fmla="*/ 9207 h 10041"/>
                <a:gd name="connsiteX7" fmla="*/ 5449 w 10001"/>
                <a:gd name="connsiteY7" fmla="*/ 9790 h 10041"/>
                <a:gd name="connsiteX8" fmla="*/ 3914 w 10001"/>
                <a:gd name="connsiteY8" fmla="*/ 9895 h 10041"/>
                <a:gd name="connsiteX9" fmla="*/ 2716 w 10001"/>
                <a:gd name="connsiteY9" fmla="*/ 7797 h 10041"/>
                <a:gd name="connsiteX10" fmla="*/ 1479 w 10001"/>
                <a:gd name="connsiteY10" fmla="*/ 7402 h 10041"/>
                <a:gd name="connsiteX11" fmla="*/ 4 w 10001"/>
                <a:gd name="connsiteY11" fmla="*/ 3989 h 10041"/>
                <a:gd name="connsiteX0" fmla="*/ 4 w 10001"/>
                <a:gd name="connsiteY0" fmla="*/ 3989 h 14825"/>
                <a:gd name="connsiteX1" fmla="*/ 890 w 10001"/>
                <a:gd name="connsiteY1" fmla="*/ 1575 h 14825"/>
                <a:gd name="connsiteX2" fmla="*/ 3902 w 10001"/>
                <a:gd name="connsiteY2" fmla="*/ 993 h 14825"/>
                <a:gd name="connsiteX3" fmla="*/ 6227 w 10001"/>
                <a:gd name="connsiteY3" fmla="*/ 0 h 14825"/>
                <a:gd name="connsiteX4" fmla="*/ 8378 w 10001"/>
                <a:gd name="connsiteY4" fmla="*/ 996 h 14825"/>
                <a:gd name="connsiteX5" fmla="*/ 9998 w 10001"/>
                <a:gd name="connsiteY5" fmla="*/ 5748 h 14825"/>
                <a:gd name="connsiteX6" fmla="*/ 8721 w 10001"/>
                <a:gd name="connsiteY6" fmla="*/ 9207 h 14825"/>
                <a:gd name="connsiteX7" fmla="*/ 6011 w 10001"/>
                <a:gd name="connsiteY7" fmla="*/ 14823 h 14825"/>
                <a:gd name="connsiteX8" fmla="*/ 3914 w 10001"/>
                <a:gd name="connsiteY8" fmla="*/ 9895 h 14825"/>
                <a:gd name="connsiteX9" fmla="*/ 2716 w 10001"/>
                <a:gd name="connsiteY9" fmla="*/ 7797 h 14825"/>
                <a:gd name="connsiteX10" fmla="*/ 1479 w 10001"/>
                <a:gd name="connsiteY10" fmla="*/ 7402 h 14825"/>
                <a:gd name="connsiteX11" fmla="*/ 4 w 10001"/>
                <a:gd name="connsiteY11" fmla="*/ 3989 h 14825"/>
                <a:gd name="connsiteX0" fmla="*/ 4 w 10001"/>
                <a:gd name="connsiteY0" fmla="*/ 7436 h 18272"/>
                <a:gd name="connsiteX1" fmla="*/ 890 w 10001"/>
                <a:gd name="connsiteY1" fmla="*/ 5022 h 18272"/>
                <a:gd name="connsiteX2" fmla="*/ 3902 w 10001"/>
                <a:gd name="connsiteY2" fmla="*/ 4440 h 18272"/>
                <a:gd name="connsiteX3" fmla="*/ 6026 w 10001"/>
                <a:gd name="connsiteY3" fmla="*/ 0 h 18272"/>
                <a:gd name="connsiteX4" fmla="*/ 8378 w 10001"/>
                <a:gd name="connsiteY4" fmla="*/ 4443 h 18272"/>
                <a:gd name="connsiteX5" fmla="*/ 9998 w 10001"/>
                <a:gd name="connsiteY5" fmla="*/ 9195 h 18272"/>
                <a:gd name="connsiteX6" fmla="*/ 8721 w 10001"/>
                <a:gd name="connsiteY6" fmla="*/ 12654 h 18272"/>
                <a:gd name="connsiteX7" fmla="*/ 6011 w 10001"/>
                <a:gd name="connsiteY7" fmla="*/ 18270 h 18272"/>
                <a:gd name="connsiteX8" fmla="*/ 3914 w 10001"/>
                <a:gd name="connsiteY8" fmla="*/ 13342 h 18272"/>
                <a:gd name="connsiteX9" fmla="*/ 2716 w 10001"/>
                <a:gd name="connsiteY9" fmla="*/ 11244 h 18272"/>
                <a:gd name="connsiteX10" fmla="*/ 1479 w 10001"/>
                <a:gd name="connsiteY10" fmla="*/ 10849 h 18272"/>
                <a:gd name="connsiteX11" fmla="*/ 4 w 10001"/>
                <a:gd name="connsiteY11" fmla="*/ 7436 h 18272"/>
                <a:gd name="connsiteX0" fmla="*/ 1 w 9998"/>
                <a:gd name="connsiteY0" fmla="*/ 7436 h 18272"/>
                <a:gd name="connsiteX1" fmla="*/ 3899 w 9998"/>
                <a:gd name="connsiteY1" fmla="*/ 4440 h 18272"/>
                <a:gd name="connsiteX2" fmla="*/ 6023 w 9998"/>
                <a:gd name="connsiteY2" fmla="*/ 0 h 18272"/>
                <a:gd name="connsiteX3" fmla="*/ 8375 w 9998"/>
                <a:gd name="connsiteY3" fmla="*/ 4443 h 18272"/>
                <a:gd name="connsiteX4" fmla="*/ 9995 w 9998"/>
                <a:gd name="connsiteY4" fmla="*/ 9195 h 18272"/>
                <a:gd name="connsiteX5" fmla="*/ 8718 w 9998"/>
                <a:gd name="connsiteY5" fmla="*/ 12654 h 18272"/>
                <a:gd name="connsiteX6" fmla="*/ 6008 w 9998"/>
                <a:gd name="connsiteY6" fmla="*/ 18270 h 18272"/>
                <a:gd name="connsiteX7" fmla="*/ 3911 w 9998"/>
                <a:gd name="connsiteY7" fmla="*/ 13342 h 18272"/>
                <a:gd name="connsiteX8" fmla="*/ 2713 w 9998"/>
                <a:gd name="connsiteY8" fmla="*/ 11244 h 18272"/>
                <a:gd name="connsiteX9" fmla="*/ 1476 w 9998"/>
                <a:gd name="connsiteY9" fmla="*/ 10849 h 18272"/>
                <a:gd name="connsiteX10" fmla="*/ 1 w 9998"/>
                <a:gd name="connsiteY10" fmla="*/ 7436 h 18272"/>
                <a:gd name="connsiteX0" fmla="*/ 35 w 8559"/>
                <a:gd name="connsiteY0" fmla="*/ 5938 h 10000"/>
                <a:gd name="connsiteX1" fmla="*/ 2459 w 8559"/>
                <a:gd name="connsiteY1" fmla="*/ 2430 h 10000"/>
                <a:gd name="connsiteX2" fmla="*/ 4583 w 8559"/>
                <a:gd name="connsiteY2" fmla="*/ 0 h 10000"/>
                <a:gd name="connsiteX3" fmla="*/ 6936 w 8559"/>
                <a:gd name="connsiteY3" fmla="*/ 2432 h 10000"/>
                <a:gd name="connsiteX4" fmla="*/ 8556 w 8559"/>
                <a:gd name="connsiteY4" fmla="*/ 5032 h 10000"/>
                <a:gd name="connsiteX5" fmla="*/ 7279 w 8559"/>
                <a:gd name="connsiteY5" fmla="*/ 6925 h 10000"/>
                <a:gd name="connsiteX6" fmla="*/ 4568 w 8559"/>
                <a:gd name="connsiteY6" fmla="*/ 9999 h 10000"/>
                <a:gd name="connsiteX7" fmla="*/ 2471 w 8559"/>
                <a:gd name="connsiteY7" fmla="*/ 7302 h 10000"/>
                <a:gd name="connsiteX8" fmla="*/ 1273 w 8559"/>
                <a:gd name="connsiteY8" fmla="*/ 6154 h 10000"/>
                <a:gd name="connsiteX9" fmla="*/ 35 w 8559"/>
                <a:gd name="connsiteY9" fmla="*/ 5938 h 10000"/>
                <a:gd name="connsiteX0" fmla="*/ 49 w 9820"/>
                <a:gd name="connsiteY0" fmla="*/ 4655 h 10000"/>
                <a:gd name="connsiteX1" fmla="*/ 2693 w 9820"/>
                <a:gd name="connsiteY1" fmla="*/ 2430 h 10000"/>
                <a:gd name="connsiteX2" fmla="*/ 5175 w 9820"/>
                <a:gd name="connsiteY2" fmla="*/ 0 h 10000"/>
                <a:gd name="connsiteX3" fmla="*/ 7924 w 9820"/>
                <a:gd name="connsiteY3" fmla="*/ 2432 h 10000"/>
                <a:gd name="connsiteX4" fmla="*/ 9816 w 9820"/>
                <a:gd name="connsiteY4" fmla="*/ 5032 h 10000"/>
                <a:gd name="connsiteX5" fmla="*/ 8324 w 9820"/>
                <a:gd name="connsiteY5" fmla="*/ 6925 h 10000"/>
                <a:gd name="connsiteX6" fmla="*/ 5157 w 9820"/>
                <a:gd name="connsiteY6" fmla="*/ 9999 h 10000"/>
                <a:gd name="connsiteX7" fmla="*/ 2707 w 9820"/>
                <a:gd name="connsiteY7" fmla="*/ 7302 h 10000"/>
                <a:gd name="connsiteX8" fmla="*/ 1307 w 9820"/>
                <a:gd name="connsiteY8" fmla="*/ 6154 h 10000"/>
                <a:gd name="connsiteX9" fmla="*/ 49 w 9820"/>
                <a:gd name="connsiteY9" fmla="*/ 4655 h 10000"/>
                <a:gd name="connsiteX0" fmla="*/ 45 w 9995"/>
                <a:gd name="connsiteY0" fmla="*/ 4655 h 10000"/>
                <a:gd name="connsiteX1" fmla="*/ 2737 w 9995"/>
                <a:gd name="connsiteY1" fmla="*/ 2430 h 10000"/>
                <a:gd name="connsiteX2" fmla="*/ 5265 w 9995"/>
                <a:gd name="connsiteY2" fmla="*/ 0 h 10000"/>
                <a:gd name="connsiteX3" fmla="*/ 8064 w 9995"/>
                <a:gd name="connsiteY3" fmla="*/ 2432 h 10000"/>
                <a:gd name="connsiteX4" fmla="*/ 9991 w 9995"/>
                <a:gd name="connsiteY4" fmla="*/ 5032 h 10000"/>
                <a:gd name="connsiteX5" fmla="*/ 8472 w 9995"/>
                <a:gd name="connsiteY5" fmla="*/ 6925 h 10000"/>
                <a:gd name="connsiteX6" fmla="*/ 5247 w 9995"/>
                <a:gd name="connsiteY6" fmla="*/ 9999 h 10000"/>
                <a:gd name="connsiteX7" fmla="*/ 2752 w 9995"/>
                <a:gd name="connsiteY7" fmla="*/ 7302 h 10000"/>
                <a:gd name="connsiteX8" fmla="*/ 1374 w 9995"/>
                <a:gd name="connsiteY8" fmla="*/ 6984 h 10000"/>
                <a:gd name="connsiteX9" fmla="*/ 45 w 9995"/>
                <a:gd name="connsiteY9" fmla="*/ 4655 h 10000"/>
                <a:gd name="connsiteX0" fmla="*/ 45 w 10000"/>
                <a:gd name="connsiteY0" fmla="*/ 5032 h 10377"/>
                <a:gd name="connsiteX1" fmla="*/ 2738 w 10000"/>
                <a:gd name="connsiteY1" fmla="*/ 2807 h 10377"/>
                <a:gd name="connsiteX2" fmla="*/ 4886 w 10000"/>
                <a:gd name="connsiteY2" fmla="*/ 0 h 10377"/>
                <a:gd name="connsiteX3" fmla="*/ 8068 w 10000"/>
                <a:gd name="connsiteY3" fmla="*/ 2809 h 10377"/>
                <a:gd name="connsiteX4" fmla="*/ 9996 w 10000"/>
                <a:gd name="connsiteY4" fmla="*/ 5409 h 10377"/>
                <a:gd name="connsiteX5" fmla="*/ 8476 w 10000"/>
                <a:gd name="connsiteY5" fmla="*/ 7302 h 10377"/>
                <a:gd name="connsiteX6" fmla="*/ 5250 w 10000"/>
                <a:gd name="connsiteY6" fmla="*/ 10376 h 10377"/>
                <a:gd name="connsiteX7" fmla="*/ 2753 w 10000"/>
                <a:gd name="connsiteY7" fmla="*/ 7679 h 10377"/>
                <a:gd name="connsiteX8" fmla="*/ 1375 w 10000"/>
                <a:gd name="connsiteY8" fmla="*/ 7361 h 10377"/>
                <a:gd name="connsiteX9" fmla="*/ 45 w 10000"/>
                <a:gd name="connsiteY9" fmla="*/ 5032 h 10377"/>
                <a:gd name="connsiteX0" fmla="*/ 45 w 10000"/>
                <a:gd name="connsiteY0" fmla="*/ 5036 h 10381"/>
                <a:gd name="connsiteX1" fmla="*/ 2738 w 10000"/>
                <a:gd name="connsiteY1" fmla="*/ 2811 h 10381"/>
                <a:gd name="connsiteX2" fmla="*/ 4886 w 10000"/>
                <a:gd name="connsiteY2" fmla="*/ 4 h 10381"/>
                <a:gd name="connsiteX3" fmla="*/ 8068 w 10000"/>
                <a:gd name="connsiteY3" fmla="*/ 2813 h 10381"/>
                <a:gd name="connsiteX4" fmla="*/ 9996 w 10000"/>
                <a:gd name="connsiteY4" fmla="*/ 5413 h 10381"/>
                <a:gd name="connsiteX5" fmla="*/ 8476 w 10000"/>
                <a:gd name="connsiteY5" fmla="*/ 7306 h 10381"/>
                <a:gd name="connsiteX6" fmla="*/ 5250 w 10000"/>
                <a:gd name="connsiteY6" fmla="*/ 10380 h 10381"/>
                <a:gd name="connsiteX7" fmla="*/ 2753 w 10000"/>
                <a:gd name="connsiteY7" fmla="*/ 7683 h 10381"/>
                <a:gd name="connsiteX8" fmla="*/ 1375 w 10000"/>
                <a:gd name="connsiteY8" fmla="*/ 7365 h 10381"/>
                <a:gd name="connsiteX9" fmla="*/ 45 w 10000"/>
                <a:gd name="connsiteY9" fmla="*/ 5036 h 10381"/>
                <a:gd name="connsiteX0" fmla="*/ 45 w 10000"/>
                <a:gd name="connsiteY0" fmla="*/ 5036 h 10796"/>
                <a:gd name="connsiteX1" fmla="*/ 2738 w 10000"/>
                <a:gd name="connsiteY1" fmla="*/ 2811 h 10796"/>
                <a:gd name="connsiteX2" fmla="*/ 4886 w 10000"/>
                <a:gd name="connsiteY2" fmla="*/ 4 h 10796"/>
                <a:gd name="connsiteX3" fmla="*/ 8068 w 10000"/>
                <a:gd name="connsiteY3" fmla="*/ 2813 h 10796"/>
                <a:gd name="connsiteX4" fmla="*/ 9996 w 10000"/>
                <a:gd name="connsiteY4" fmla="*/ 5413 h 10796"/>
                <a:gd name="connsiteX5" fmla="*/ 8476 w 10000"/>
                <a:gd name="connsiteY5" fmla="*/ 7306 h 10796"/>
                <a:gd name="connsiteX6" fmla="*/ 5202 w 10000"/>
                <a:gd name="connsiteY6" fmla="*/ 10795 h 10796"/>
                <a:gd name="connsiteX7" fmla="*/ 2753 w 10000"/>
                <a:gd name="connsiteY7" fmla="*/ 7683 h 10796"/>
                <a:gd name="connsiteX8" fmla="*/ 1375 w 10000"/>
                <a:gd name="connsiteY8" fmla="*/ 7365 h 10796"/>
                <a:gd name="connsiteX9" fmla="*/ 45 w 10000"/>
                <a:gd name="connsiteY9" fmla="*/ 5036 h 10796"/>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00" h="10795">
                  <a:moveTo>
                    <a:pt x="45" y="5036"/>
                  </a:moveTo>
                  <a:cubicBezTo>
                    <a:pt x="272" y="4277"/>
                    <a:pt x="1931" y="3650"/>
                    <a:pt x="2738" y="2811"/>
                  </a:cubicBezTo>
                  <a:cubicBezTo>
                    <a:pt x="3545" y="1972"/>
                    <a:pt x="3352" y="117"/>
                    <a:pt x="4886" y="4"/>
                  </a:cubicBezTo>
                  <a:cubicBezTo>
                    <a:pt x="6420" y="-109"/>
                    <a:pt x="7216" y="1912"/>
                    <a:pt x="8068" y="2813"/>
                  </a:cubicBezTo>
                  <a:cubicBezTo>
                    <a:pt x="8920" y="3715"/>
                    <a:pt x="9928" y="3420"/>
                    <a:pt x="9996" y="5413"/>
                  </a:cubicBezTo>
                  <a:cubicBezTo>
                    <a:pt x="10064" y="7406"/>
                    <a:pt x="9275" y="6409"/>
                    <a:pt x="8476" y="7306"/>
                  </a:cubicBezTo>
                  <a:cubicBezTo>
                    <a:pt x="7677" y="8203"/>
                    <a:pt x="7086" y="10770"/>
                    <a:pt x="5202" y="10795"/>
                  </a:cubicBezTo>
                  <a:cubicBezTo>
                    <a:pt x="3318" y="10820"/>
                    <a:pt x="3391" y="8255"/>
                    <a:pt x="2753" y="7683"/>
                  </a:cubicBezTo>
                  <a:cubicBezTo>
                    <a:pt x="2115" y="7111"/>
                    <a:pt x="2326" y="7496"/>
                    <a:pt x="1375" y="7365"/>
                  </a:cubicBezTo>
                  <a:cubicBezTo>
                    <a:pt x="493" y="6773"/>
                    <a:pt x="-182" y="5795"/>
                    <a:pt x="45" y="5036"/>
                  </a:cubicBezTo>
                  <a:close/>
                </a:path>
              </a:pathLst>
            </a:custGeom>
            <a:solidFill>
              <a:srgbClr val="66CCFF"/>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grpSp>
          <p:nvGrpSpPr>
            <p:cNvPr id="198" name="Group 197"/>
            <p:cNvGrpSpPr/>
            <p:nvPr/>
          </p:nvGrpSpPr>
          <p:grpSpPr>
            <a:xfrm>
              <a:off x="-1935370" y="2935816"/>
              <a:ext cx="2333625" cy="1590649"/>
              <a:chOff x="833331" y="2873352"/>
              <a:chExt cx="2333625" cy="1590649"/>
            </a:xfrm>
          </p:grpSpPr>
          <p:grpSp>
            <p:nvGrpSpPr>
              <p:cNvPr id="199" name="Group 198"/>
              <p:cNvGrpSpPr/>
              <p:nvPr/>
            </p:nvGrpSpPr>
            <p:grpSpPr>
              <a:xfrm>
                <a:off x="1736090" y="2873352"/>
                <a:ext cx="565150" cy="369332"/>
                <a:chOff x="1736090" y="2873352"/>
                <a:chExt cx="565150" cy="369332"/>
              </a:xfrm>
            </p:grpSpPr>
            <p:grpSp>
              <p:nvGrpSpPr>
                <p:cNvPr id="248" name="Group 327"/>
                <p:cNvGrpSpPr>
                  <a:grpSpLocks/>
                </p:cNvGrpSpPr>
                <p:nvPr/>
              </p:nvGrpSpPr>
              <p:grpSpPr bwMode="auto">
                <a:xfrm>
                  <a:off x="1736090" y="2893762"/>
                  <a:ext cx="565150" cy="292100"/>
                  <a:chOff x="1871277" y="1576300"/>
                  <a:chExt cx="1128371" cy="437861"/>
                </a:xfrm>
              </p:grpSpPr>
              <p:sp>
                <p:nvSpPr>
                  <p:cNvPr id="252" name="Oval 251"/>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53" name="Rectangle 252"/>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54" name="Oval 253"/>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55" name="Freeform 254"/>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56" name="Freeform 255"/>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57" name="Freeform 256"/>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58" name="Freeform 257"/>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59" name="Straight Connector 258"/>
                  <p:cNvCxnSpPr>
                    <a:endCxn id="254"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60" name="Straight Connector 259"/>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49" name="Group 248"/>
                <p:cNvGrpSpPr/>
                <p:nvPr/>
              </p:nvGrpSpPr>
              <p:grpSpPr>
                <a:xfrm>
                  <a:off x="1770362" y="2873352"/>
                  <a:ext cx="441422" cy="369332"/>
                  <a:chOff x="667045" y="1708643"/>
                  <a:chExt cx="441422" cy="369332"/>
                </a:xfrm>
              </p:grpSpPr>
              <p:sp>
                <p:nvSpPr>
                  <p:cNvPr id="250" name="Oval 249"/>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51" name="TextBox 250"/>
                  <p:cNvSpPr txBox="1"/>
                  <p:nvPr/>
                </p:nvSpPr>
                <p:spPr>
                  <a:xfrm>
                    <a:off x="667045" y="1708643"/>
                    <a:ext cx="441422" cy="369332"/>
                  </a:xfrm>
                  <a:prstGeom prst="rect">
                    <a:avLst/>
                  </a:prstGeom>
                  <a:noFill/>
                </p:spPr>
                <p:txBody>
                  <a:bodyPr wrap="none" rtlCol="0">
                    <a:spAutoFit/>
                  </a:bodyPr>
                  <a:lstStyle/>
                  <a:p>
                    <a:r>
                      <a:rPr lang="en-US" dirty="0"/>
                      <a:t>2b</a:t>
                    </a:r>
                  </a:p>
                </p:txBody>
              </p:sp>
            </p:grpSp>
          </p:grpSp>
          <p:grpSp>
            <p:nvGrpSpPr>
              <p:cNvPr id="200" name="Group 199"/>
              <p:cNvGrpSpPr/>
              <p:nvPr/>
            </p:nvGrpSpPr>
            <p:grpSpPr>
              <a:xfrm>
                <a:off x="1740320" y="4094669"/>
                <a:ext cx="565150" cy="369332"/>
                <a:chOff x="1736090" y="2873352"/>
                <a:chExt cx="565150" cy="369332"/>
              </a:xfrm>
            </p:grpSpPr>
            <p:grpSp>
              <p:nvGrpSpPr>
                <p:cNvPr id="235" name="Group 327"/>
                <p:cNvGrpSpPr>
                  <a:grpSpLocks/>
                </p:cNvGrpSpPr>
                <p:nvPr/>
              </p:nvGrpSpPr>
              <p:grpSpPr bwMode="auto">
                <a:xfrm>
                  <a:off x="1736090" y="2893762"/>
                  <a:ext cx="565150" cy="292100"/>
                  <a:chOff x="1871277" y="1576300"/>
                  <a:chExt cx="1128371" cy="437861"/>
                </a:xfrm>
              </p:grpSpPr>
              <p:sp>
                <p:nvSpPr>
                  <p:cNvPr id="239" name="Oval 238"/>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40" name="Rectangle 239"/>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41" name="Oval 240"/>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42" name="Freeform 241"/>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43" name="Freeform 242"/>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44" name="Freeform 243"/>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45" name="Freeform 244"/>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46" name="Straight Connector 245"/>
                  <p:cNvCxnSpPr>
                    <a:endCxn id="241"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47" name="Straight Connector 246"/>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36" name="Group 235"/>
                <p:cNvGrpSpPr/>
                <p:nvPr/>
              </p:nvGrpSpPr>
              <p:grpSpPr>
                <a:xfrm>
                  <a:off x="1770362" y="2873352"/>
                  <a:ext cx="441422" cy="369332"/>
                  <a:chOff x="667045" y="1708643"/>
                  <a:chExt cx="441422" cy="369332"/>
                </a:xfrm>
              </p:grpSpPr>
              <p:sp>
                <p:nvSpPr>
                  <p:cNvPr id="237" name="Oval 236"/>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38" name="TextBox 237"/>
                  <p:cNvSpPr txBox="1"/>
                  <p:nvPr/>
                </p:nvSpPr>
                <p:spPr>
                  <a:xfrm>
                    <a:off x="667045" y="1708643"/>
                    <a:ext cx="441422" cy="369332"/>
                  </a:xfrm>
                  <a:prstGeom prst="rect">
                    <a:avLst/>
                  </a:prstGeom>
                  <a:noFill/>
                </p:spPr>
                <p:txBody>
                  <a:bodyPr wrap="none" rtlCol="0">
                    <a:spAutoFit/>
                  </a:bodyPr>
                  <a:lstStyle/>
                  <a:p>
                    <a:r>
                      <a:rPr lang="en-US" dirty="0"/>
                      <a:t>2d</a:t>
                    </a:r>
                  </a:p>
                </p:txBody>
              </p:sp>
            </p:grpSp>
          </p:grpSp>
          <p:grpSp>
            <p:nvGrpSpPr>
              <p:cNvPr id="201" name="Group 200"/>
              <p:cNvGrpSpPr/>
              <p:nvPr/>
            </p:nvGrpSpPr>
            <p:grpSpPr>
              <a:xfrm>
                <a:off x="2601806" y="3485072"/>
                <a:ext cx="565150" cy="369332"/>
                <a:chOff x="1736090" y="2873352"/>
                <a:chExt cx="565150" cy="369332"/>
              </a:xfrm>
            </p:grpSpPr>
            <p:grpSp>
              <p:nvGrpSpPr>
                <p:cNvPr id="222" name="Group 327"/>
                <p:cNvGrpSpPr>
                  <a:grpSpLocks/>
                </p:cNvGrpSpPr>
                <p:nvPr/>
              </p:nvGrpSpPr>
              <p:grpSpPr bwMode="auto">
                <a:xfrm>
                  <a:off x="1736090" y="2893762"/>
                  <a:ext cx="565150" cy="292100"/>
                  <a:chOff x="1871277" y="1576300"/>
                  <a:chExt cx="1128371" cy="437861"/>
                </a:xfrm>
              </p:grpSpPr>
              <p:sp>
                <p:nvSpPr>
                  <p:cNvPr id="226" name="Oval 225"/>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27" name="Rectangle 226"/>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28" name="Oval 227"/>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29" name="Freeform 228"/>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30" name="Freeform 229"/>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31" name="Freeform 230"/>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32" name="Freeform 231"/>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33" name="Straight Connector 232"/>
                  <p:cNvCxnSpPr>
                    <a:endCxn id="228"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34" name="Straight Connector 233"/>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23" name="Group 222"/>
                <p:cNvGrpSpPr/>
                <p:nvPr/>
              </p:nvGrpSpPr>
              <p:grpSpPr>
                <a:xfrm>
                  <a:off x="1770362" y="2873352"/>
                  <a:ext cx="428460" cy="369332"/>
                  <a:chOff x="667045" y="1708643"/>
                  <a:chExt cx="428460" cy="369332"/>
                </a:xfrm>
              </p:grpSpPr>
              <p:sp>
                <p:nvSpPr>
                  <p:cNvPr id="224" name="Oval 223"/>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25" name="TextBox 224"/>
                  <p:cNvSpPr txBox="1"/>
                  <p:nvPr/>
                </p:nvSpPr>
                <p:spPr>
                  <a:xfrm>
                    <a:off x="667045" y="1708643"/>
                    <a:ext cx="428460" cy="369332"/>
                  </a:xfrm>
                  <a:prstGeom prst="rect">
                    <a:avLst/>
                  </a:prstGeom>
                  <a:noFill/>
                </p:spPr>
                <p:txBody>
                  <a:bodyPr wrap="none" rtlCol="0">
                    <a:spAutoFit/>
                  </a:bodyPr>
                  <a:lstStyle/>
                  <a:p>
                    <a:r>
                      <a:rPr lang="en-US" dirty="0"/>
                      <a:t>2c</a:t>
                    </a:r>
                  </a:p>
                </p:txBody>
              </p:sp>
            </p:grpSp>
          </p:grpSp>
          <p:grpSp>
            <p:nvGrpSpPr>
              <p:cNvPr id="202" name="Group 201"/>
              <p:cNvGrpSpPr/>
              <p:nvPr/>
            </p:nvGrpSpPr>
            <p:grpSpPr>
              <a:xfrm>
                <a:off x="833331" y="3478719"/>
                <a:ext cx="565150" cy="369332"/>
                <a:chOff x="1736090" y="2873352"/>
                <a:chExt cx="565150" cy="369332"/>
              </a:xfrm>
            </p:grpSpPr>
            <p:grpSp>
              <p:nvGrpSpPr>
                <p:cNvPr id="209" name="Group 327"/>
                <p:cNvGrpSpPr>
                  <a:grpSpLocks/>
                </p:cNvGrpSpPr>
                <p:nvPr/>
              </p:nvGrpSpPr>
              <p:grpSpPr bwMode="auto">
                <a:xfrm>
                  <a:off x="1736090" y="2893762"/>
                  <a:ext cx="565150" cy="292100"/>
                  <a:chOff x="1871277" y="1576300"/>
                  <a:chExt cx="1128371" cy="437861"/>
                </a:xfrm>
              </p:grpSpPr>
              <p:sp>
                <p:nvSpPr>
                  <p:cNvPr id="213" name="Oval 212"/>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14" name="Rectangle 213"/>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15" name="Oval 214"/>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16" name="Freeform 215"/>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17" name="Freeform 216"/>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18" name="Freeform 217"/>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19" name="Freeform 218"/>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20" name="Straight Connector 219"/>
                  <p:cNvCxnSpPr>
                    <a:endCxn id="215"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21" name="Straight Connector 220"/>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10" name="Group 209"/>
                <p:cNvGrpSpPr/>
                <p:nvPr/>
              </p:nvGrpSpPr>
              <p:grpSpPr>
                <a:xfrm>
                  <a:off x="1770362" y="2873352"/>
                  <a:ext cx="441422" cy="369332"/>
                  <a:chOff x="667045" y="1708643"/>
                  <a:chExt cx="441422" cy="369332"/>
                </a:xfrm>
              </p:grpSpPr>
              <p:sp>
                <p:nvSpPr>
                  <p:cNvPr id="211" name="Oval 210"/>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12" name="TextBox 211"/>
                  <p:cNvSpPr txBox="1"/>
                  <p:nvPr/>
                </p:nvSpPr>
                <p:spPr>
                  <a:xfrm>
                    <a:off x="667045" y="1708643"/>
                    <a:ext cx="441422" cy="369332"/>
                  </a:xfrm>
                  <a:prstGeom prst="rect">
                    <a:avLst/>
                  </a:prstGeom>
                  <a:noFill/>
                </p:spPr>
                <p:txBody>
                  <a:bodyPr wrap="none" rtlCol="0">
                    <a:spAutoFit/>
                  </a:bodyPr>
                  <a:lstStyle/>
                  <a:p>
                    <a:r>
                      <a:rPr lang="en-US" dirty="0"/>
                      <a:t>2a</a:t>
                    </a:r>
                  </a:p>
                </p:txBody>
              </p:sp>
            </p:grpSp>
          </p:grpSp>
          <p:cxnSp>
            <p:nvCxnSpPr>
              <p:cNvPr id="203" name="Straight Connector 202"/>
              <p:cNvCxnSpPr>
                <a:stCxn id="251" idx="2"/>
                <a:endCxn id="238" idx="0"/>
              </p:cNvCxnSpPr>
              <p:nvPr/>
            </p:nvCxnSpPr>
            <p:spPr bwMode="auto">
              <a:xfrm>
                <a:off x="1991073" y="3242684"/>
                <a:ext cx="4230" cy="851985"/>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204" name="Straight Connector 203"/>
              <p:cNvCxnSpPr/>
              <p:nvPr/>
            </p:nvCxnSpPr>
            <p:spPr bwMode="auto">
              <a:xfrm>
                <a:off x="1407477" y="3648621"/>
                <a:ext cx="1204913" cy="6353"/>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205" name="Straight Connector 204"/>
              <p:cNvCxnSpPr>
                <a:stCxn id="252" idx="7"/>
              </p:cNvCxnSpPr>
              <p:nvPr/>
            </p:nvCxnSpPr>
            <p:spPr bwMode="auto">
              <a:xfrm>
                <a:off x="2218708" y="3154477"/>
                <a:ext cx="480042" cy="369773"/>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206" name="Straight Connector 205"/>
              <p:cNvCxnSpPr/>
              <p:nvPr/>
            </p:nvCxnSpPr>
            <p:spPr bwMode="auto">
              <a:xfrm>
                <a:off x="1300073" y="3786304"/>
                <a:ext cx="477927" cy="357071"/>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207" name="Straight Connector 206"/>
              <p:cNvCxnSpPr/>
              <p:nvPr/>
            </p:nvCxnSpPr>
            <p:spPr bwMode="auto">
              <a:xfrm flipH="1">
                <a:off x="2196042" y="3783542"/>
                <a:ext cx="508002" cy="349250"/>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208" name="Straight Connector 207"/>
              <p:cNvCxnSpPr/>
              <p:nvPr/>
            </p:nvCxnSpPr>
            <p:spPr bwMode="auto">
              <a:xfrm flipH="1">
                <a:off x="1287553" y="3166946"/>
                <a:ext cx="508002" cy="349250"/>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grpSp>
      </p:grpSp>
      <p:sp>
        <p:nvSpPr>
          <p:cNvPr id="133" name="Freeform 2"/>
          <p:cNvSpPr>
            <a:spLocks/>
          </p:cNvSpPr>
          <p:nvPr/>
        </p:nvSpPr>
        <p:spPr bwMode="auto">
          <a:xfrm>
            <a:off x="5507686" y="1310427"/>
            <a:ext cx="2575521" cy="1672516"/>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 fmla="*/ 4 w 8600"/>
              <a:gd name="connsiteY0" fmla="*/ 4042 h 10128"/>
              <a:gd name="connsiteX1" fmla="*/ 715 w 8600"/>
              <a:gd name="connsiteY1" fmla="*/ 1598 h 10128"/>
              <a:gd name="connsiteX2" fmla="*/ 3130 w 8600"/>
              <a:gd name="connsiteY2" fmla="*/ 1009 h 10128"/>
              <a:gd name="connsiteX3" fmla="*/ 4995 w 8600"/>
              <a:gd name="connsiteY3" fmla="*/ 3 h 10128"/>
              <a:gd name="connsiteX4" fmla="*/ 6720 w 8600"/>
              <a:gd name="connsiteY4" fmla="*/ 1012 h 10128"/>
              <a:gd name="connsiteX5" fmla="*/ 8599 w 8600"/>
              <a:gd name="connsiteY5" fmla="*/ 6800 h 10128"/>
              <a:gd name="connsiteX6" fmla="*/ 6995 w 8600"/>
              <a:gd name="connsiteY6" fmla="*/ 9325 h 10128"/>
              <a:gd name="connsiteX7" fmla="*/ 5307 w 8600"/>
              <a:gd name="connsiteY7" fmla="*/ 8846 h 10128"/>
              <a:gd name="connsiteX8" fmla="*/ 4371 w 8600"/>
              <a:gd name="connsiteY8" fmla="*/ 9915 h 10128"/>
              <a:gd name="connsiteX9" fmla="*/ 3140 w 8600"/>
              <a:gd name="connsiteY9" fmla="*/ 10022 h 10128"/>
              <a:gd name="connsiteX10" fmla="*/ 2179 w 8600"/>
              <a:gd name="connsiteY10" fmla="*/ 7898 h 10128"/>
              <a:gd name="connsiteX11" fmla="*/ 1187 w 8600"/>
              <a:gd name="connsiteY11" fmla="*/ 7498 h 10128"/>
              <a:gd name="connsiteX12" fmla="*/ 4 w 8600"/>
              <a:gd name="connsiteY12" fmla="*/ 4042 h 10128"/>
              <a:gd name="connsiteX0" fmla="*/ 4 w 9326"/>
              <a:gd name="connsiteY0" fmla="*/ 3988 h 9997"/>
              <a:gd name="connsiteX1" fmla="*/ 830 w 9326"/>
              <a:gd name="connsiteY1" fmla="*/ 1575 h 9997"/>
              <a:gd name="connsiteX2" fmla="*/ 3639 w 9326"/>
              <a:gd name="connsiteY2" fmla="*/ 993 h 9997"/>
              <a:gd name="connsiteX3" fmla="*/ 5807 w 9326"/>
              <a:gd name="connsiteY3" fmla="*/ 0 h 9997"/>
              <a:gd name="connsiteX4" fmla="*/ 7813 w 9326"/>
              <a:gd name="connsiteY4" fmla="*/ 996 h 9997"/>
              <a:gd name="connsiteX5" fmla="*/ 9324 w 9326"/>
              <a:gd name="connsiteY5" fmla="*/ 5746 h 9997"/>
              <a:gd name="connsiteX6" fmla="*/ 8133 w 9326"/>
              <a:gd name="connsiteY6" fmla="*/ 9204 h 9997"/>
              <a:gd name="connsiteX7" fmla="*/ 6170 w 9326"/>
              <a:gd name="connsiteY7" fmla="*/ 8731 h 9997"/>
              <a:gd name="connsiteX8" fmla="*/ 5082 w 9326"/>
              <a:gd name="connsiteY8" fmla="*/ 9787 h 9997"/>
              <a:gd name="connsiteX9" fmla="*/ 3650 w 9326"/>
              <a:gd name="connsiteY9" fmla="*/ 9892 h 9997"/>
              <a:gd name="connsiteX10" fmla="*/ 2533 w 9326"/>
              <a:gd name="connsiteY10" fmla="*/ 7795 h 9997"/>
              <a:gd name="connsiteX11" fmla="*/ 1379 w 9326"/>
              <a:gd name="connsiteY11" fmla="*/ 7400 h 9997"/>
              <a:gd name="connsiteX12" fmla="*/ 4 w 9326"/>
              <a:gd name="connsiteY12" fmla="*/ 3988 h 9997"/>
              <a:gd name="connsiteX0" fmla="*/ 4 w 10001"/>
              <a:gd name="connsiteY0" fmla="*/ 3989 h 10041"/>
              <a:gd name="connsiteX1" fmla="*/ 890 w 10001"/>
              <a:gd name="connsiteY1" fmla="*/ 1575 h 10041"/>
              <a:gd name="connsiteX2" fmla="*/ 3902 w 10001"/>
              <a:gd name="connsiteY2" fmla="*/ 993 h 10041"/>
              <a:gd name="connsiteX3" fmla="*/ 6227 w 10001"/>
              <a:gd name="connsiteY3" fmla="*/ 0 h 10041"/>
              <a:gd name="connsiteX4" fmla="*/ 8378 w 10001"/>
              <a:gd name="connsiteY4" fmla="*/ 996 h 10041"/>
              <a:gd name="connsiteX5" fmla="*/ 9998 w 10001"/>
              <a:gd name="connsiteY5" fmla="*/ 5748 h 10041"/>
              <a:gd name="connsiteX6" fmla="*/ 8721 w 10001"/>
              <a:gd name="connsiteY6" fmla="*/ 9207 h 10041"/>
              <a:gd name="connsiteX7" fmla="*/ 5449 w 10001"/>
              <a:gd name="connsiteY7" fmla="*/ 9790 h 10041"/>
              <a:gd name="connsiteX8" fmla="*/ 3914 w 10001"/>
              <a:gd name="connsiteY8" fmla="*/ 9895 h 10041"/>
              <a:gd name="connsiteX9" fmla="*/ 2716 w 10001"/>
              <a:gd name="connsiteY9" fmla="*/ 7797 h 10041"/>
              <a:gd name="connsiteX10" fmla="*/ 1479 w 10001"/>
              <a:gd name="connsiteY10" fmla="*/ 7402 h 10041"/>
              <a:gd name="connsiteX11" fmla="*/ 4 w 10001"/>
              <a:gd name="connsiteY11" fmla="*/ 3989 h 10041"/>
              <a:gd name="connsiteX0" fmla="*/ 4 w 10001"/>
              <a:gd name="connsiteY0" fmla="*/ 3989 h 14825"/>
              <a:gd name="connsiteX1" fmla="*/ 890 w 10001"/>
              <a:gd name="connsiteY1" fmla="*/ 1575 h 14825"/>
              <a:gd name="connsiteX2" fmla="*/ 3902 w 10001"/>
              <a:gd name="connsiteY2" fmla="*/ 993 h 14825"/>
              <a:gd name="connsiteX3" fmla="*/ 6227 w 10001"/>
              <a:gd name="connsiteY3" fmla="*/ 0 h 14825"/>
              <a:gd name="connsiteX4" fmla="*/ 8378 w 10001"/>
              <a:gd name="connsiteY4" fmla="*/ 996 h 14825"/>
              <a:gd name="connsiteX5" fmla="*/ 9998 w 10001"/>
              <a:gd name="connsiteY5" fmla="*/ 5748 h 14825"/>
              <a:gd name="connsiteX6" fmla="*/ 8721 w 10001"/>
              <a:gd name="connsiteY6" fmla="*/ 9207 h 14825"/>
              <a:gd name="connsiteX7" fmla="*/ 6011 w 10001"/>
              <a:gd name="connsiteY7" fmla="*/ 14823 h 14825"/>
              <a:gd name="connsiteX8" fmla="*/ 3914 w 10001"/>
              <a:gd name="connsiteY8" fmla="*/ 9895 h 14825"/>
              <a:gd name="connsiteX9" fmla="*/ 2716 w 10001"/>
              <a:gd name="connsiteY9" fmla="*/ 7797 h 14825"/>
              <a:gd name="connsiteX10" fmla="*/ 1479 w 10001"/>
              <a:gd name="connsiteY10" fmla="*/ 7402 h 14825"/>
              <a:gd name="connsiteX11" fmla="*/ 4 w 10001"/>
              <a:gd name="connsiteY11" fmla="*/ 3989 h 14825"/>
              <a:gd name="connsiteX0" fmla="*/ 4 w 10001"/>
              <a:gd name="connsiteY0" fmla="*/ 7436 h 18272"/>
              <a:gd name="connsiteX1" fmla="*/ 890 w 10001"/>
              <a:gd name="connsiteY1" fmla="*/ 5022 h 18272"/>
              <a:gd name="connsiteX2" fmla="*/ 3902 w 10001"/>
              <a:gd name="connsiteY2" fmla="*/ 4440 h 18272"/>
              <a:gd name="connsiteX3" fmla="*/ 6026 w 10001"/>
              <a:gd name="connsiteY3" fmla="*/ 0 h 18272"/>
              <a:gd name="connsiteX4" fmla="*/ 8378 w 10001"/>
              <a:gd name="connsiteY4" fmla="*/ 4443 h 18272"/>
              <a:gd name="connsiteX5" fmla="*/ 9998 w 10001"/>
              <a:gd name="connsiteY5" fmla="*/ 9195 h 18272"/>
              <a:gd name="connsiteX6" fmla="*/ 8721 w 10001"/>
              <a:gd name="connsiteY6" fmla="*/ 12654 h 18272"/>
              <a:gd name="connsiteX7" fmla="*/ 6011 w 10001"/>
              <a:gd name="connsiteY7" fmla="*/ 18270 h 18272"/>
              <a:gd name="connsiteX8" fmla="*/ 3914 w 10001"/>
              <a:gd name="connsiteY8" fmla="*/ 13342 h 18272"/>
              <a:gd name="connsiteX9" fmla="*/ 2716 w 10001"/>
              <a:gd name="connsiteY9" fmla="*/ 11244 h 18272"/>
              <a:gd name="connsiteX10" fmla="*/ 1479 w 10001"/>
              <a:gd name="connsiteY10" fmla="*/ 10849 h 18272"/>
              <a:gd name="connsiteX11" fmla="*/ 4 w 10001"/>
              <a:gd name="connsiteY11" fmla="*/ 7436 h 18272"/>
              <a:gd name="connsiteX0" fmla="*/ 1 w 9998"/>
              <a:gd name="connsiteY0" fmla="*/ 7436 h 18272"/>
              <a:gd name="connsiteX1" fmla="*/ 3899 w 9998"/>
              <a:gd name="connsiteY1" fmla="*/ 4440 h 18272"/>
              <a:gd name="connsiteX2" fmla="*/ 6023 w 9998"/>
              <a:gd name="connsiteY2" fmla="*/ 0 h 18272"/>
              <a:gd name="connsiteX3" fmla="*/ 8375 w 9998"/>
              <a:gd name="connsiteY3" fmla="*/ 4443 h 18272"/>
              <a:gd name="connsiteX4" fmla="*/ 9995 w 9998"/>
              <a:gd name="connsiteY4" fmla="*/ 9195 h 18272"/>
              <a:gd name="connsiteX5" fmla="*/ 8718 w 9998"/>
              <a:gd name="connsiteY5" fmla="*/ 12654 h 18272"/>
              <a:gd name="connsiteX6" fmla="*/ 6008 w 9998"/>
              <a:gd name="connsiteY6" fmla="*/ 18270 h 18272"/>
              <a:gd name="connsiteX7" fmla="*/ 3911 w 9998"/>
              <a:gd name="connsiteY7" fmla="*/ 13342 h 18272"/>
              <a:gd name="connsiteX8" fmla="*/ 2713 w 9998"/>
              <a:gd name="connsiteY8" fmla="*/ 11244 h 18272"/>
              <a:gd name="connsiteX9" fmla="*/ 1476 w 9998"/>
              <a:gd name="connsiteY9" fmla="*/ 10849 h 18272"/>
              <a:gd name="connsiteX10" fmla="*/ 1 w 9998"/>
              <a:gd name="connsiteY10" fmla="*/ 7436 h 18272"/>
              <a:gd name="connsiteX0" fmla="*/ 35 w 8559"/>
              <a:gd name="connsiteY0" fmla="*/ 5938 h 10000"/>
              <a:gd name="connsiteX1" fmla="*/ 2459 w 8559"/>
              <a:gd name="connsiteY1" fmla="*/ 2430 h 10000"/>
              <a:gd name="connsiteX2" fmla="*/ 4583 w 8559"/>
              <a:gd name="connsiteY2" fmla="*/ 0 h 10000"/>
              <a:gd name="connsiteX3" fmla="*/ 6936 w 8559"/>
              <a:gd name="connsiteY3" fmla="*/ 2432 h 10000"/>
              <a:gd name="connsiteX4" fmla="*/ 8556 w 8559"/>
              <a:gd name="connsiteY4" fmla="*/ 5032 h 10000"/>
              <a:gd name="connsiteX5" fmla="*/ 7279 w 8559"/>
              <a:gd name="connsiteY5" fmla="*/ 6925 h 10000"/>
              <a:gd name="connsiteX6" fmla="*/ 4568 w 8559"/>
              <a:gd name="connsiteY6" fmla="*/ 9999 h 10000"/>
              <a:gd name="connsiteX7" fmla="*/ 2471 w 8559"/>
              <a:gd name="connsiteY7" fmla="*/ 7302 h 10000"/>
              <a:gd name="connsiteX8" fmla="*/ 1273 w 8559"/>
              <a:gd name="connsiteY8" fmla="*/ 6154 h 10000"/>
              <a:gd name="connsiteX9" fmla="*/ 35 w 8559"/>
              <a:gd name="connsiteY9" fmla="*/ 5938 h 10000"/>
              <a:gd name="connsiteX0" fmla="*/ 49 w 9820"/>
              <a:gd name="connsiteY0" fmla="*/ 4655 h 10000"/>
              <a:gd name="connsiteX1" fmla="*/ 2693 w 9820"/>
              <a:gd name="connsiteY1" fmla="*/ 2430 h 10000"/>
              <a:gd name="connsiteX2" fmla="*/ 5175 w 9820"/>
              <a:gd name="connsiteY2" fmla="*/ 0 h 10000"/>
              <a:gd name="connsiteX3" fmla="*/ 7924 w 9820"/>
              <a:gd name="connsiteY3" fmla="*/ 2432 h 10000"/>
              <a:gd name="connsiteX4" fmla="*/ 9816 w 9820"/>
              <a:gd name="connsiteY4" fmla="*/ 5032 h 10000"/>
              <a:gd name="connsiteX5" fmla="*/ 8324 w 9820"/>
              <a:gd name="connsiteY5" fmla="*/ 6925 h 10000"/>
              <a:gd name="connsiteX6" fmla="*/ 5157 w 9820"/>
              <a:gd name="connsiteY6" fmla="*/ 9999 h 10000"/>
              <a:gd name="connsiteX7" fmla="*/ 2707 w 9820"/>
              <a:gd name="connsiteY7" fmla="*/ 7302 h 10000"/>
              <a:gd name="connsiteX8" fmla="*/ 1307 w 9820"/>
              <a:gd name="connsiteY8" fmla="*/ 6154 h 10000"/>
              <a:gd name="connsiteX9" fmla="*/ 49 w 9820"/>
              <a:gd name="connsiteY9" fmla="*/ 4655 h 10000"/>
              <a:gd name="connsiteX0" fmla="*/ 45 w 9995"/>
              <a:gd name="connsiteY0" fmla="*/ 4655 h 10000"/>
              <a:gd name="connsiteX1" fmla="*/ 2737 w 9995"/>
              <a:gd name="connsiteY1" fmla="*/ 2430 h 10000"/>
              <a:gd name="connsiteX2" fmla="*/ 5265 w 9995"/>
              <a:gd name="connsiteY2" fmla="*/ 0 h 10000"/>
              <a:gd name="connsiteX3" fmla="*/ 8064 w 9995"/>
              <a:gd name="connsiteY3" fmla="*/ 2432 h 10000"/>
              <a:gd name="connsiteX4" fmla="*/ 9991 w 9995"/>
              <a:gd name="connsiteY4" fmla="*/ 5032 h 10000"/>
              <a:gd name="connsiteX5" fmla="*/ 8472 w 9995"/>
              <a:gd name="connsiteY5" fmla="*/ 6925 h 10000"/>
              <a:gd name="connsiteX6" fmla="*/ 5247 w 9995"/>
              <a:gd name="connsiteY6" fmla="*/ 9999 h 10000"/>
              <a:gd name="connsiteX7" fmla="*/ 2752 w 9995"/>
              <a:gd name="connsiteY7" fmla="*/ 7302 h 10000"/>
              <a:gd name="connsiteX8" fmla="*/ 1374 w 9995"/>
              <a:gd name="connsiteY8" fmla="*/ 6984 h 10000"/>
              <a:gd name="connsiteX9" fmla="*/ 45 w 9995"/>
              <a:gd name="connsiteY9" fmla="*/ 4655 h 10000"/>
              <a:gd name="connsiteX0" fmla="*/ 45 w 10000"/>
              <a:gd name="connsiteY0" fmla="*/ 5032 h 10377"/>
              <a:gd name="connsiteX1" fmla="*/ 2738 w 10000"/>
              <a:gd name="connsiteY1" fmla="*/ 2807 h 10377"/>
              <a:gd name="connsiteX2" fmla="*/ 4886 w 10000"/>
              <a:gd name="connsiteY2" fmla="*/ 0 h 10377"/>
              <a:gd name="connsiteX3" fmla="*/ 8068 w 10000"/>
              <a:gd name="connsiteY3" fmla="*/ 2809 h 10377"/>
              <a:gd name="connsiteX4" fmla="*/ 9996 w 10000"/>
              <a:gd name="connsiteY4" fmla="*/ 5409 h 10377"/>
              <a:gd name="connsiteX5" fmla="*/ 8476 w 10000"/>
              <a:gd name="connsiteY5" fmla="*/ 7302 h 10377"/>
              <a:gd name="connsiteX6" fmla="*/ 5250 w 10000"/>
              <a:gd name="connsiteY6" fmla="*/ 10376 h 10377"/>
              <a:gd name="connsiteX7" fmla="*/ 2753 w 10000"/>
              <a:gd name="connsiteY7" fmla="*/ 7679 h 10377"/>
              <a:gd name="connsiteX8" fmla="*/ 1375 w 10000"/>
              <a:gd name="connsiteY8" fmla="*/ 7361 h 10377"/>
              <a:gd name="connsiteX9" fmla="*/ 45 w 10000"/>
              <a:gd name="connsiteY9" fmla="*/ 5032 h 10377"/>
              <a:gd name="connsiteX0" fmla="*/ 45 w 10000"/>
              <a:gd name="connsiteY0" fmla="*/ 5036 h 10381"/>
              <a:gd name="connsiteX1" fmla="*/ 2738 w 10000"/>
              <a:gd name="connsiteY1" fmla="*/ 2811 h 10381"/>
              <a:gd name="connsiteX2" fmla="*/ 4886 w 10000"/>
              <a:gd name="connsiteY2" fmla="*/ 4 h 10381"/>
              <a:gd name="connsiteX3" fmla="*/ 8068 w 10000"/>
              <a:gd name="connsiteY3" fmla="*/ 2813 h 10381"/>
              <a:gd name="connsiteX4" fmla="*/ 9996 w 10000"/>
              <a:gd name="connsiteY4" fmla="*/ 5413 h 10381"/>
              <a:gd name="connsiteX5" fmla="*/ 8476 w 10000"/>
              <a:gd name="connsiteY5" fmla="*/ 7306 h 10381"/>
              <a:gd name="connsiteX6" fmla="*/ 5250 w 10000"/>
              <a:gd name="connsiteY6" fmla="*/ 10380 h 10381"/>
              <a:gd name="connsiteX7" fmla="*/ 2753 w 10000"/>
              <a:gd name="connsiteY7" fmla="*/ 7683 h 10381"/>
              <a:gd name="connsiteX8" fmla="*/ 1375 w 10000"/>
              <a:gd name="connsiteY8" fmla="*/ 7365 h 10381"/>
              <a:gd name="connsiteX9" fmla="*/ 45 w 10000"/>
              <a:gd name="connsiteY9" fmla="*/ 5036 h 10381"/>
              <a:gd name="connsiteX0" fmla="*/ 45 w 10000"/>
              <a:gd name="connsiteY0" fmla="*/ 5036 h 10796"/>
              <a:gd name="connsiteX1" fmla="*/ 2738 w 10000"/>
              <a:gd name="connsiteY1" fmla="*/ 2811 h 10796"/>
              <a:gd name="connsiteX2" fmla="*/ 4886 w 10000"/>
              <a:gd name="connsiteY2" fmla="*/ 4 h 10796"/>
              <a:gd name="connsiteX3" fmla="*/ 8068 w 10000"/>
              <a:gd name="connsiteY3" fmla="*/ 2813 h 10796"/>
              <a:gd name="connsiteX4" fmla="*/ 9996 w 10000"/>
              <a:gd name="connsiteY4" fmla="*/ 5413 h 10796"/>
              <a:gd name="connsiteX5" fmla="*/ 8476 w 10000"/>
              <a:gd name="connsiteY5" fmla="*/ 7306 h 10796"/>
              <a:gd name="connsiteX6" fmla="*/ 5202 w 10000"/>
              <a:gd name="connsiteY6" fmla="*/ 10795 h 10796"/>
              <a:gd name="connsiteX7" fmla="*/ 2753 w 10000"/>
              <a:gd name="connsiteY7" fmla="*/ 7683 h 10796"/>
              <a:gd name="connsiteX8" fmla="*/ 1375 w 10000"/>
              <a:gd name="connsiteY8" fmla="*/ 7365 h 10796"/>
              <a:gd name="connsiteX9" fmla="*/ 45 w 10000"/>
              <a:gd name="connsiteY9" fmla="*/ 5036 h 10796"/>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00" h="10795">
                <a:moveTo>
                  <a:pt x="45" y="5036"/>
                </a:moveTo>
                <a:cubicBezTo>
                  <a:pt x="272" y="4277"/>
                  <a:pt x="1931" y="3650"/>
                  <a:pt x="2738" y="2811"/>
                </a:cubicBezTo>
                <a:cubicBezTo>
                  <a:pt x="3545" y="1972"/>
                  <a:pt x="3352" y="117"/>
                  <a:pt x="4886" y="4"/>
                </a:cubicBezTo>
                <a:cubicBezTo>
                  <a:pt x="6420" y="-109"/>
                  <a:pt x="7216" y="1912"/>
                  <a:pt x="8068" y="2813"/>
                </a:cubicBezTo>
                <a:cubicBezTo>
                  <a:pt x="8920" y="3715"/>
                  <a:pt x="9928" y="3420"/>
                  <a:pt x="9996" y="5413"/>
                </a:cubicBezTo>
                <a:cubicBezTo>
                  <a:pt x="10064" y="7406"/>
                  <a:pt x="9275" y="6409"/>
                  <a:pt x="8476" y="7306"/>
                </a:cubicBezTo>
                <a:cubicBezTo>
                  <a:pt x="7677" y="8203"/>
                  <a:pt x="7086" y="10770"/>
                  <a:pt x="5202" y="10795"/>
                </a:cubicBezTo>
                <a:cubicBezTo>
                  <a:pt x="3318" y="10820"/>
                  <a:pt x="3391" y="8255"/>
                  <a:pt x="2753" y="7683"/>
                </a:cubicBezTo>
                <a:cubicBezTo>
                  <a:pt x="2115" y="7111"/>
                  <a:pt x="2326" y="7496"/>
                  <a:pt x="1375" y="7365"/>
                </a:cubicBezTo>
                <a:cubicBezTo>
                  <a:pt x="493" y="6773"/>
                  <a:pt x="-182" y="5795"/>
                  <a:pt x="45" y="5036"/>
                </a:cubicBezTo>
                <a:close/>
              </a:path>
            </a:pathLst>
          </a:custGeom>
          <a:solidFill>
            <a:srgbClr val="66CCFF"/>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grpSp>
        <p:nvGrpSpPr>
          <p:cNvPr id="134" name="Group 133"/>
          <p:cNvGrpSpPr/>
          <p:nvPr/>
        </p:nvGrpSpPr>
        <p:grpSpPr>
          <a:xfrm>
            <a:off x="5731177" y="1446543"/>
            <a:ext cx="2215548" cy="1435167"/>
            <a:chOff x="833331" y="2873352"/>
            <a:chExt cx="2333625" cy="1590649"/>
          </a:xfrm>
        </p:grpSpPr>
        <p:grpSp>
          <p:nvGrpSpPr>
            <p:cNvPr id="135" name="Group 134"/>
            <p:cNvGrpSpPr/>
            <p:nvPr/>
          </p:nvGrpSpPr>
          <p:grpSpPr>
            <a:xfrm>
              <a:off x="1736090" y="2873352"/>
              <a:ext cx="565150" cy="369332"/>
              <a:chOff x="1736090" y="2873352"/>
              <a:chExt cx="565150" cy="369332"/>
            </a:xfrm>
          </p:grpSpPr>
          <p:grpSp>
            <p:nvGrpSpPr>
              <p:cNvPr id="184" name="Group 327"/>
              <p:cNvGrpSpPr>
                <a:grpSpLocks/>
              </p:cNvGrpSpPr>
              <p:nvPr/>
            </p:nvGrpSpPr>
            <p:grpSpPr bwMode="auto">
              <a:xfrm>
                <a:off x="1736090" y="2893762"/>
                <a:ext cx="565150" cy="292100"/>
                <a:chOff x="1871277" y="1576300"/>
                <a:chExt cx="1128371" cy="437861"/>
              </a:xfrm>
            </p:grpSpPr>
            <p:sp>
              <p:nvSpPr>
                <p:cNvPr id="188" name="Oval 187"/>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89" name="Rectangle 188"/>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90" name="Oval 189"/>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91" name="Freeform 190"/>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92" name="Freeform 191"/>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93" name="Freeform 192"/>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94" name="Freeform 193"/>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95" name="Straight Connector 194"/>
                <p:cNvCxnSpPr>
                  <a:endCxn id="190"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96" name="Straight Connector 195"/>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85" name="Group 184"/>
              <p:cNvGrpSpPr/>
              <p:nvPr/>
            </p:nvGrpSpPr>
            <p:grpSpPr>
              <a:xfrm>
                <a:off x="1770362" y="2873352"/>
                <a:ext cx="441422" cy="369332"/>
                <a:chOff x="667045" y="1708643"/>
                <a:chExt cx="441422" cy="369332"/>
              </a:xfrm>
            </p:grpSpPr>
            <p:sp>
              <p:nvSpPr>
                <p:cNvPr id="186" name="Oval 185"/>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87" name="TextBox 186"/>
                <p:cNvSpPr txBox="1"/>
                <p:nvPr/>
              </p:nvSpPr>
              <p:spPr>
                <a:xfrm>
                  <a:off x="667045" y="1708643"/>
                  <a:ext cx="441422" cy="369332"/>
                </a:xfrm>
                <a:prstGeom prst="rect">
                  <a:avLst/>
                </a:prstGeom>
                <a:noFill/>
              </p:spPr>
              <p:txBody>
                <a:bodyPr wrap="none" rtlCol="0">
                  <a:spAutoFit/>
                </a:bodyPr>
                <a:lstStyle/>
                <a:p>
                  <a:r>
                    <a:rPr lang="en-US" dirty="0"/>
                    <a:t>3b</a:t>
                  </a:r>
                </a:p>
              </p:txBody>
            </p:sp>
          </p:grpSp>
        </p:grpSp>
        <p:grpSp>
          <p:nvGrpSpPr>
            <p:cNvPr id="136" name="Group 135"/>
            <p:cNvGrpSpPr/>
            <p:nvPr/>
          </p:nvGrpSpPr>
          <p:grpSpPr>
            <a:xfrm>
              <a:off x="1740320" y="4094669"/>
              <a:ext cx="565150" cy="369332"/>
              <a:chOff x="1736090" y="2873352"/>
              <a:chExt cx="565150" cy="369332"/>
            </a:xfrm>
          </p:grpSpPr>
          <p:grpSp>
            <p:nvGrpSpPr>
              <p:cNvPr id="171" name="Group 327"/>
              <p:cNvGrpSpPr>
                <a:grpSpLocks/>
              </p:cNvGrpSpPr>
              <p:nvPr/>
            </p:nvGrpSpPr>
            <p:grpSpPr bwMode="auto">
              <a:xfrm>
                <a:off x="1736090" y="2893762"/>
                <a:ext cx="565150" cy="292100"/>
                <a:chOff x="1871277" y="1576300"/>
                <a:chExt cx="1128371" cy="437861"/>
              </a:xfrm>
            </p:grpSpPr>
            <p:sp>
              <p:nvSpPr>
                <p:cNvPr id="175" name="Oval 174"/>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76" name="Rectangle 175"/>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77" name="Oval 176"/>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78" name="Freeform 177"/>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79" name="Freeform 178"/>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80" name="Freeform 179"/>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81" name="Freeform 180"/>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82" name="Straight Connector 181"/>
                <p:cNvCxnSpPr>
                  <a:endCxn id="177"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83" name="Straight Connector 182"/>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72" name="Group 171"/>
              <p:cNvGrpSpPr/>
              <p:nvPr/>
            </p:nvGrpSpPr>
            <p:grpSpPr>
              <a:xfrm>
                <a:off x="1770362" y="2873352"/>
                <a:ext cx="441422" cy="369332"/>
                <a:chOff x="667045" y="1708643"/>
                <a:chExt cx="441422" cy="369332"/>
              </a:xfrm>
            </p:grpSpPr>
            <p:sp>
              <p:nvSpPr>
                <p:cNvPr id="173" name="Oval 172"/>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74" name="TextBox 173"/>
                <p:cNvSpPr txBox="1"/>
                <p:nvPr/>
              </p:nvSpPr>
              <p:spPr>
                <a:xfrm>
                  <a:off x="667045" y="1708643"/>
                  <a:ext cx="441422" cy="369332"/>
                </a:xfrm>
                <a:prstGeom prst="rect">
                  <a:avLst/>
                </a:prstGeom>
                <a:noFill/>
              </p:spPr>
              <p:txBody>
                <a:bodyPr wrap="none" rtlCol="0">
                  <a:spAutoFit/>
                </a:bodyPr>
                <a:lstStyle/>
                <a:p>
                  <a:r>
                    <a:rPr lang="en-US" dirty="0"/>
                    <a:t>3d</a:t>
                  </a:r>
                </a:p>
              </p:txBody>
            </p:sp>
          </p:grpSp>
        </p:grpSp>
        <p:grpSp>
          <p:nvGrpSpPr>
            <p:cNvPr id="137" name="Group 136"/>
            <p:cNvGrpSpPr/>
            <p:nvPr/>
          </p:nvGrpSpPr>
          <p:grpSpPr>
            <a:xfrm>
              <a:off x="2601806" y="3485072"/>
              <a:ext cx="565150" cy="369332"/>
              <a:chOff x="1736090" y="2873352"/>
              <a:chExt cx="565150" cy="369332"/>
            </a:xfrm>
          </p:grpSpPr>
          <p:grpSp>
            <p:nvGrpSpPr>
              <p:cNvPr id="158" name="Group 327"/>
              <p:cNvGrpSpPr>
                <a:grpSpLocks/>
              </p:cNvGrpSpPr>
              <p:nvPr/>
            </p:nvGrpSpPr>
            <p:grpSpPr bwMode="auto">
              <a:xfrm>
                <a:off x="1736090" y="2893762"/>
                <a:ext cx="565150" cy="292100"/>
                <a:chOff x="1871277" y="1576300"/>
                <a:chExt cx="1128371" cy="437861"/>
              </a:xfrm>
            </p:grpSpPr>
            <p:sp>
              <p:nvSpPr>
                <p:cNvPr id="162" name="Oval 161"/>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63" name="Rectangle 162"/>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64" name="Oval 163"/>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65" name="Freeform 164"/>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66" name="Freeform 165"/>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67" name="Freeform 166"/>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68" name="Freeform 167"/>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69" name="Straight Connector 168"/>
                <p:cNvCxnSpPr>
                  <a:endCxn id="164"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70" name="Straight Connector 169"/>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59" name="Group 158"/>
              <p:cNvGrpSpPr/>
              <p:nvPr/>
            </p:nvGrpSpPr>
            <p:grpSpPr>
              <a:xfrm>
                <a:off x="1770362" y="2873352"/>
                <a:ext cx="428460" cy="369332"/>
                <a:chOff x="667045" y="1708643"/>
                <a:chExt cx="428460" cy="369332"/>
              </a:xfrm>
            </p:grpSpPr>
            <p:sp>
              <p:nvSpPr>
                <p:cNvPr id="160" name="Oval 159"/>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61" name="TextBox 160"/>
                <p:cNvSpPr txBox="1"/>
                <p:nvPr/>
              </p:nvSpPr>
              <p:spPr>
                <a:xfrm>
                  <a:off x="667045" y="1708643"/>
                  <a:ext cx="428460" cy="369332"/>
                </a:xfrm>
                <a:prstGeom prst="rect">
                  <a:avLst/>
                </a:prstGeom>
                <a:noFill/>
              </p:spPr>
              <p:txBody>
                <a:bodyPr wrap="none" rtlCol="0">
                  <a:spAutoFit/>
                </a:bodyPr>
                <a:lstStyle/>
                <a:p>
                  <a:r>
                    <a:rPr lang="en-US" dirty="0"/>
                    <a:t>3c</a:t>
                  </a:r>
                </a:p>
              </p:txBody>
            </p:sp>
          </p:grpSp>
        </p:grpSp>
        <p:grpSp>
          <p:nvGrpSpPr>
            <p:cNvPr id="138" name="Group 137"/>
            <p:cNvGrpSpPr/>
            <p:nvPr/>
          </p:nvGrpSpPr>
          <p:grpSpPr>
            <a:xfrm>
              <a:off x="833331" y="3478719"/>
              <a:ext cx="565150" cy="369332"/>
              <a:chOff x="1736090" y="2873352"/>
              <a:chExt cx="565150" cy="369332"/>
            </a:xfrm>
          </p:grpSpPr>
          <p:grpSp>
            <p:nvGrpSpPr>
              <p:cNvPr id="145" name="Group 327"/>
              <p:cNvGrpSpPr>
                <a:grpSpLocks/>
              </p:cNvGrpSpPr>
              <p:nvPr/>
            </p:nvGrpSpPr>
            <p:grpSpPr bwMode="auto">
              <a:xfrm>
                <a:off x="1736090" y="2893762"/>
                <a:ext cx="565150" cy="292100"/>
                <a:chOff x="1871277" y="1576300"/>
                <a:chExt cx="1128371" cy="437861"/>
              </a:xfrm>
            </p:grpSpPr>
            <p:sp>
              <p:nvSpPr>
                <p:cNvPr id="149" name="Oval 148"/>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50" name="Rectangle 149"/>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51" name="Oval 150"/>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52" name="Freeform 151"/>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53" name="Freeform 152"/>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54" name="Freeform 153"/>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55" name="Freeform 154"/>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56" name="Straight Connector 155"/>
                <p:cNvCxnSpPr>
                  <a:endCxn id="151"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57" name="Straight Connector 156"/>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46" name="Group 145"/>
              <p:cNvGrpSpPr/>
              <p:nvPr/>
            </p:nvGrpSpPr>
            <p:grpSpPr>
              <a:xfrm>
                <a:off x="1770362" y="2873352"/>
                <a:ext cx="441422" cy="369332"/>
                <a:chOff x="667045" y="1708643"/>
                <a:chExt cx="441422" cy="369332"/>
              </a:xfrm>
            </p:grpSpPr>
            <p:sp>
              <p:nvSpPr>
                <p:cNvPr id="147" name="Oval 146"/>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48" name="TextBox 147"/>
                <p:cNvSpPr txBox="1"/>
                <p:nvPr/>
              </p:nvSpPr>
              <p:spPr>
                <a:xfrm>
                  <a:off x="667045" y="1708643"/>
                  <a:ext cx="441422" cy="369332"/>
                </a:xfrm>
                <a:prstGeom prst="rect">
                  <a:avLst/>
                </a:prstGeom>
                <a:noFill/>
              </p:spPr>
              <p:txBody>
                <a:bodyPr wrap="none" rtlCol="0">
                  <a:spAutoFit/>
                </a:bodyPr>
                <a:lstStyle/>
                <a:p>
                  <a:r>
                    <a:rPr lang="en-US" dirty="0"/>
                    <a:t>3a</a:t>
                  </a:r>
                </a:p>
              </p:txBody>
            </p:sp>
          </p:grpSp>
        </p:grpSp>
        <p:cxnSp>
          <p:nvCxnSpPr>
            <p:cNvPr id="139" name="Straight Connector 138"/>
            <p:cNvCxnSpPr>
              <a:stCxn id="187" idx="2"/>
              <a:endCxn id="174" idx="0"/>
            </p:cNvCxnSpPr>
            <p:nvPr/>
          </p:nvCxnSpPr>
          <p:spPr bwMode="auto">
            <a:xfrm>
              <a:off x="1991073" y="3242684"/>
              <a:ext cx="4230" cy="851985"/>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140" name="Straight Connector 139"/>
            <p:cNvCxnSpPr/>
            <p:nvPr/>
          </p:nvCxnSpPr>
          <p:spPr bwMode="auto">
            <a:xfrm>
              <a:off x="1407477" y="3648621"/>
              <a:ext cx="1204913" cy="6353"/>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141" name="Straight Connector 140"/>
            <p:cNvCxnSpPr>
              <a:stCxn id="188" idx="7"/>
            </p:cNvCxnSpPr>
            <p:nvPr/>
          </p:nvCxnSpPr>
          <p:spPr bwMode="auto">
            <a:xfrm>
              <a:off x="2218708" y="3154477"/>
              <a:ext cx="480042" cy="369773"/>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142" name="Straight Connector 141"/>
            <p:cNvCxnSpPr/>
            <p:nvPr/>
          </p:nvCxnSpPr>
          <p:spPr bwMode="auto">
            <a:xfrm>
              <a:off x="1300073" y="3786304"/>
              <a:ext cx="477927" cy="357071"/>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143" name="Straight Connector 142"/>
            <p:cNvCxnSpPr/>
            <p:nvPr/>
          </p:nvCxnSpPr>
          <p:spPr bwMode="auto">
            <a:xfrm flipH="1">
              <a:off x="2196042" y="3783542"/>
              <a:ext cx="508002" cy="349250"/>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144" name="Straight Connector 143"/>
            <p:cNvCxnSpPr/>
            <p:nvPr/>
          </p:nvCxnSpPr>
          <p:spPr bwMode="auto">
            <a:xfrm flipH="1">
              <a:off x="1287553" y="3166946"/>
              <a:ext cx="508002" cy="349250"/>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grpSp>
      <p:cxnSp>
        <p:nvCxnSpPr>
          <p:cNvPr id="128" name="Straight Connector 127"/>
          <p:cNvCxnSpPr/>
          <p:nvPr/>
        </p:nvCxnSpPr>
        <p:spPr bwMode="auto">
          <a:xfrm flipH="1" flipV="1">
            <a:off x="3046706" y="2340047"/>
            <a:ext cx="480877" cy="744090"/>
          </a:xfrm>
          <a:prstGeom prst="line">
            <a:avLst/>
          </a:prstGeom>
          <a:solidFill>
            <a:schemeClr val="accent1"/>
          </a:solidFill>
          <a:ln w="38100" cap="flat" cmpd="sng" algn="ctr">
            <a:solidFill>
              <a:srgbClr val="CC000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129" name="Straight Connector 128"/>
          <p:cNvCxnSpPr/>
          <p:nvPr/>
        </p:nvCxnSpPr>
        <p:spPr bwMode="auto">
          <a:xfrm flipV="1">
            <a:off x="5523188" y="2281165"/>
            <a:ext cx="337735" cy="823128"/>
          </a:xfrm>
          <a:prstGeom prst="line">
            <a:avLst/>
          </a:prstGeom>
          <a:solidFill>
            <a:schemeClr val="accent1"/>
          </a:solidFill>
          <a:ln w="38100" cap="flat" cmpd="sng" algn="ctr">
            <a:solidFill>
              <a:srgbClr val="CC000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sp>
        <p:nvSpPr>
          <p:cNvPr id="130" name="TextBox 129"/>
          <p:cNvSpPr txBox="1"/>
          <p:nvPr/>
        </p:nvSpPr>
        <p:spPr>
          <a:xfrm>
            <a:off x="3493291" y="2438369"/>
            <a:ext cx="682273" cy="400110"/>
          </a:xfrm>
          <a:prstGeom prst="rect">
            <a:avLst/>
          </a:prstGeom>
          <a:noFill/>
        </p:spPr>
        <p:txBody>
          <a:bodyPr wrap="none" rtlCol="0">
            <a:spAutoFit/>
          </a:bodyPr>
          <a:lstStyle/>
          <a:p>
            <a:r>
              <a:rPr lang="en-US" sz="2000" dirty="0">
                <a:solidFill>
                  <a:srgbClr val="000090"/>
                </a:solidFill>
              </a:rPr>
              <a:t>AS2</a:t>
            </a:r>
          </a:p>
        </p:txBody>
      </p:sp>
      <p:sp>
        <p:nvSpPr>
          <p:cNvPr id="131" name="TextBox 130"/>
          <p:cNvSpPr txBox="1"/>
          <p:nvPr/>
        </p:nvSpPr>
        <p:spPr>
          <a:xfrm>
            <a:off x="5543950" y="1351667"/>
            <a:ext cx="682273" cy="400110"/>
          </a:xfrm>
          <a:prstGeom prst="rect">
            <a:avLst/>
          </a:prstGeom>
          <a:noFill/>
        </p:spPr>
        <p:txBody>
          <a:bodyPr wrap="none" rtlCol="0">
            <a:spAutoFit/>
          </a:bodyPr>
          <a:lstStyle/>
          <a:p>
            <a:r>
              <a:rPr lang="en-US" sz="2000" dirty="0">
                <a:solidFill>
                  <a:srgbClr val="000090"/>
                </a:solidFill>
              </a:rPr>
              <a:t>AS3</a:t>
            </a:r>
          </a:p>
        </p:txBody>
      </p:sp>
      <p:sp>
        <p:nvSpPr>
          <p:cNvPr id="132" name="TextBox 131"/>
          <p:cNvSpPr txBox="1"/>
          <p:nvPr/>
        </p:nvSpPr>
        <p:spPr>
          <a:xfrm>
            <a:off x="707172" y="1562343"/>
            <a:ext cx="682273" cy="400110"/>
          </a:xfrm>
          <a:prstGeom prst="rect">
            <a:avLst/>
          </a:prstGeom>
          <a:noFill/>
        </p:spPr>
        <p:txBody>
          <a:bodyPr wrap="none" rtlCol="0">
            <a:spAutoFit/>
          </a:bodyPr>
          <a:lstStyle/>
          <a:p>
            <a:r>
              <a:rPr lang="en-US" sz="2000" dirty="0">
                <a:solidFill>
                  <a:srgbClr val="000090"/>
                </a:solidFill>
              </a:rPr>
              <a:t>AS1</a:t>
            </a:r>
          </a:p>
        </p:txBody>
      </p:sp>
      <p:grpSp>
        <p:nvGrpSpPr>
          <p:cNvPr id="11" name="Group 10"/>
          <p:cNvGrpSpPr/>
          <p:nvPr/>
        </p:nvGrpSpPr>
        <p:grpSpPr>
          <a:xfrm>
            <a:off x="7070827" y="2413274"/>
            <a:ext cx="1701734" cy="616172"/>
            <a:chOff x="7073692" y="5469792"/>
            <a:chExt cx="1701734" cy="616172"/>
          </a:xfrm>
        </p:grpSpPr>
        <p:grpSp>
          <p:nvGrpSpPr>
            <p:cNvPr id="10" name="Group 9"/>
            <p:cNvGrpSpPr/>
            <p:nvPr/>
          </p:nvGrpSpPr>
          <p:grpSpPr>
            <a:xfrm>
              <a:off x="7073692" y="5469792"/>
              <a:ext cx="1701734" cy="616172"/>
              <a:chOff x="6946249" y="5096269"/>
              <a:chExt cx="1701734" cy="616172"/>
            </a:xfrm>
          </p:grpSpPr>
          <p:sp>
            <p:nvSpPr>
              <p:cNvPr id="399" name="Freeform 2"/>
              <p:cNvSpPr>
                <a:spLocks/>
              </p:cNvSpPr>
              <p:nvPr/>
            </p:nvSpPr>
            <p:spPr bwMode="auto">
              <a:xfrm>
                <a:off x="6946249" y="5096269"/>
                <a:ext cx="1701734" cy="616172"/>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 fmla="*/ 4 w 8600"/>
                  <a:gd name="connsiteY0" fmla="*/ 4042 h 10128"/>
                  <a:gd name="connsiteX1" fmla="*/ 715 w 8600"/>
                  <a:gd name="connsiteY1" fmla="*/ 1598 h 10128"/>
                  <a:gd name="connsiteX2" fmla="*/ 3130 w 8600"/>
                  <a:gd name="connsiteY2" fmla="*/ 1009 h 10128"/>
                  <a:gd name="connsiteX3" fmla="*/ 4995 w 8600"/>
                  <a:gd name="connsiteY3" fmla="*/ 3 h 10128"/>
                  <a:gd name="connsiteX4" fmla="*/ 6720 w 8600"/>
                  <a:gd name="connsiteY4" fmla="*/ 1012 h 10128"/>
                  <a:gd name="connsiteX5" fmla="*/ 8599 w 8600"/>
                  <a:gd name="connsiteY5" fmla="*/ 6800 h 10128"/>
                  <a:gd name="connsiteX6" fmla="*/ 6995 w 8600"/>
                  <a:gd name="connsiteY6" fmla="*/ 9325 h 10128"/>
                  <a:gd name="connsiteX7" fmla="*/ 5307 w 8600"/>
                  <a:gd name="connsiteY7" fmla="*/ 8846 h 10128"/>
                  <a:gd name="connsiteX8" fmla="*/ 4371 w 8600"/>
                  <a:gd name="connsiteY8" fmla="*/ 9915 h 10128"/>
                  <a:gd name="connsiteX9" fmla="*/ 3140 w 8600"/>
                  <a:gd name="connsiteY9" fmla="*/ 10022 h 10128"/>
                  <a:gd name="connsiteX10" fmla="*/ 2179 w 8600"/>
                  <a:gd name="connsiteY10" fmla="*/ 7898 h 10128"/>
                  <a:gd name="connsiteX11" fmla="*/ 1187 w 8600"/>
                  <a:gd name="connsiteY11" fmla="*/ 7498 h 10128"/>
                  <a:gd name="connsiteX12" fmla="*/ 4 w 8600"/>
                  <a:gd name="connsiteY12" fmla="*/ 4042 h 10128"/>
                  <a:gd name="connsiteX0" fmla="*/ 4 w 9326"/>
                  <a:gd name="connsiteY0" fmla="*/ 3988 h 9997"/>
                  <a:gd name="connsiteX1" fmla="*/ 830 w 9326"/>
                  <a:gd name="connsiteY1" fmla="*/ 1575 h 9997"/>
                  <a:gd name="connsiteX2" fmla="*/ 3639 w 9326"/>
                  <a:gd name="connsiteY2" fmla="*/ 993 h 9997"/>
                  <a:gd name="connsiteX3" fmla="*/ 5807 w 9326"/>
                  <a:gd name="connsiteY3" fmla="*/ 0 h 9997"/>
                  <a:gd name="connsiteX4" fmla="*/ 7813 w 9326"/>
                  <a:gd name="connsiteY4" fmla="*/ 996 h 9997"/>
                  <a:gd name="connsiteX5" fmla="*/ 9324 w 9326"/>
                  <a:gd name="connsiteY5" fmla="*/ 5746 h 9997"/>
                  <a:gd name="connsiteX6" fmla="*/ 8133 w 9326"/>
                  <a:gd name="connsiteY6" fmla="*/ 9204 h 9997"/>
                  <a:gd name="connsiteX7" fmla="*/ 6170 w 9326"/>
                  <a:gd name="connsiteY7" fmla="*/ 8731 h 9997"/>
                  <a:gd name="connsiteX8" fmla="*/ 5082 w 9326"/>
                  <a:gd name="connsiteY8" fmla="*/ 9787 h 9997"/>
                  <a:gd name="connsiteX9" fmla="*/ 3650 w 9326"/>
                  <a:gd name="connsiteY9" fmla="*/ 9892 h 9997"/>
                  <a:gd name="connsiteX10" fmla="*/ 2533 w 9326"/>
                  <a:gd name="connsiteY10" fmla="*/ 7795 h 9997"/>
                  <a:gd name="connsiteX11" fmla="*/ 1379 w 9326"/>
                  <a:gd name="connsiteY11" fmla="*/ 7400 h 9997"/>
                  <a:gd name="connsiteX12" fmla="*/ 4 w 9326"/>
                  <a:gd name="connsiteY12" fmla="*/ 3988 h 9997"/>
                  <a:gd name="connsiteX0" fmla="*/ 4 w 10001"/>
                  <a:gd name="connsiteY0" fmla="*/ 3989 h 10041"/>
                  <a:gd name="connsiteX1" fmla="*/ 890 w 10001"/>
                  <a:gd name="connsiteY1" fmla="*/ 1575 h 10041"/>
                  <a:gd name="connsiteX2" fmla="*/ 3902 w 10001"/>
                  <a:gd name="connsiteY2" fmla="*/ 993 h 10041"/>
                  <a:gd name="connsiteX3" fmla="*/ 6227 w 10001"/>
                  <a:gd name="connsiteY3" fmla="*/ 0 h 10041"/>
                  <a:gd name="connsiteX4" fmla="*/ 8378 w 10001"/>
                  <a:gd name="connsiteY4" fmla="*/ 996 h 10041"/>
                  <a:gd name="connsiteX5" fmla="*/ 9998 w 10001"/>
                  <a:gd name="connsiteY5" fmla="*/ 5748 h 10041"/>
                  <a:gd name="connsiteX6" fmla="*/ 8721 w 10001"/>
                  <a:gd name="connsiteY6" fmla="*/ 9207 h 10041"/>
                  <a:gd name="connsiteX7" fmla="*/ 5449 w 10001"/>
                  <a:gd name="connsiteY7" fmla="*/ 9790 h 10041"/>
                  <a:gd name="connsiteX8" fmla="*/ 3914 w 10001"/>
                  <a:gd name="connsiteY8" fmla="*/ 9895 h 10041"/>
                  <a:gd name="connsiteX9" fmla="*/ 2716 w 10001"/>
                  <a:gd name="connsiteY9" fmla="*/ 7797 h 10041"/>
                  <a:gd name="connsiteX10" fmla="*/ 1479 w 10001"/>
                  <a:gd name="connsiteY10" fmla="*/ 7402 h 10041"/>
                  <a:gd name="connsiteX11" fmla="*/ 4 w 10001"/>
                  <a:gd name="connsiteY11" fmla="*/ 3989 h 10041"/>
                  <a:gd name="connsiteX0" fmla="*/ 4 w 10001"/>
                  <a:gd name="connsiteY0" fmla="*/ 3989 h 14825"/>
                  <a:gd name="connsiteX1" fmla="*/ 890 w 10001"/>
                  <a:gd name="connsiteY1" fmla="*/ 1575 h 14825"/>
                  <a:gd name="connsiteX2" fmla="*/ 3902 w 10001"/>
                  <a:gd name="connsiteY2" fmla="*/ 993 h 14825"/>
                  <a:gd name="connsiteX3" fmla="*/ 6227 w 10001"/>
                  <a:gd name="connsiteY3" fmla="*/ 0 h 14825"/>
                  <a:gd name="connsiteX4" fmla="*/ 8378 w 10001"/>
                  <a:gd name="connsiteY4" fmla="*/ 996 h 14825"/>
                  <a:gd name="connsiteX5" fmla="*/ 9998 w 10001"/>
                  <a:gd name="connsiteY5" fmla="*/ 5748 h 14825"/>
                  <a:gd name="connsiteX6" fmla="*/ 8721 w 10001"/>
                  <a:gd name="connsiteY6" fmla="*/ 9207 h 14825"/>
                  <a:gd name="connsiteX7" fmla="*/ 6011 w 10001"/>
                  <a:gd name="connsiteY7" fmla="*/ 14823 h 14825"/>
                  <a:gd name="connsiteX8" fmla="*/ 3914 w 10001"/>
                  <a:gd name="connsiteY8" fmla="*/ 9895 h 14825"/>
                  <a:gd name="connsiteX9" fmla="*/ 2716 w 10001"/>
                  <a:gd name="connsiteY9" fmla="*/ 7797 h 14825"/>
                  <a:gd name="connsiteX10" fmla="*/ 1479 w 10001"/>
                  <a:gd name="connsiteY10" fmla="*/ 7402 h 14825"/>
                  <a:gd name="connsiteX11" fmla="*/ 4 w 10001"/>
                  <a:gd name="connsiteY11" fmla="*/ 3989 h 14825"/>
                  <a:gd name="connsiteX0" fmla="*/ 4 w 10001"/>
                  <a:gd name="connsiteY0" fmla="*/ 7436 h 18272"/>
                  <a:gd name="connsiteX1" fmla="*/ 890 w 10001"/>
                  <a:gd name="connsiteY1" fmla="*/ 5022 h 18272"/>
                  <a:gd name="connsiteX2" fmla="*/ 3902 w 10001"/>
                  <a:gd name="connsiteY2" fmla="*/ 4440 h 18272"/>
                  <a:gd name="connsiteX3" fmla="*/ 6026 w 10001"/>
                  <a:gd name="connsiteY3" fmla="*/ 0 h 18272"/>
                  <a:gd name="connsiteX4" fmla="*/ 8378 w 10001"/>
                  <a:gd name="connsiteY4" fmla="*/ 4443 h 18272"/>
                  <a:gd name="connsiteX5" fmla="*/ 9998 w 10001"/>
                  <a:gd name="connsiteY5" fmla="*/ 9195 h 18272"/>
                  <a:gd name="connsiteX6" fmla="*/ 8721 w 10001"/>
                  <a:gd name="connsiteY6" fmla="*/ 12654 h 18272"/>
                  <a:gd name="connsiteX7" fmla="*/ 6011 w 10001"/>
                  <a:gd name="connsiteY7" fmla="*/ 18270 h 18272"/>
                  <a:gd name="connsiteX8" fmla="*/ 3914 w 10001"/>
                  <a:gd name="connsiteY8" fmla="*/ 13342 h 18272"/>
                  <a:gd name="connsiteX9" fmla="*/ 2716 w 10001"/>
                  <a:gd name="connsiteY9" fmla="*/ 11244 h 18272"/>
                  <a:gd name="connsiteX10" fmla="*/ 1479 w 10001"/>
                  <a:gd name="connsiteY10" fmla="*/ 10849 h 18272"/>
                  <a:gd name="connsiteX11" fmla="*/ 4 w 10001"/>
                  <a:gd name="connsiteY11" fmla="*/ 7436 h 18272"/>
                  <a:gd name="connsiteX0" fmla="*/ 1 w 9998"/>
                  <a:gd name="connsiteY0" fmla="*/ 7436 h 18272"/>
                  <a:gd name="connsiteX1" fmla="*/ 3899 w 9998"/>
                  <a:gd name="connsiteY1" fmla="*/ 4440 h 18272"/>
                  <a:gd name="connsiteX2" fmla="*/ 6023 w 9998"/>
                  <a:gd name="connsiteY2" fmla="*/ 0 h 18272"/>
                  <a:gd name="connsiteX3" fmla="*/ 8375 w 9998"/>
                  <a:gd name="connsiteY3" fmla="*/ 4443 h 18272"/>
                  <a:gd name="connsiteX4" fmla="*/ 9995 w 9998"/>
                  <a:gd name="connsiteY4" fmla="*/ 9195 h 18272"/>
                  <a:gd name="connsiteX5" fmla="*/ 8718 w 9998"/>
                  <a:gd name="connsiteY5" fmla="*/ 12654 h 18272"/>
                  <a:gd name="connsiteX6" fmla="*/ 6008 w 9998"/>
                  <a:gd name="connsiteY6" fmla="*/ 18270 h 18272"/>
                  <a:gd name="connsiteX7" fmla="*/ 3911 w 9998"/>
                  <a:gd name="connsiteY7" fmla="*/ 13342 h 18272"/>
                  <a:gd name="connsiteX8" fmla="*/ 2713 w 9998"/>
                  <a:gd name="connsiteY8" fmla="*/ 11244 h 18272"/>
                  <a:gd name="connsiteX9" fmla="*/ 1476 w 9998"/>
                  <a:gd name="connsiteY9" fmla="*/ 10849 h 18272"/>
                  <a:gd name="connsiteX10" fmla="*/ 1 w 9998"/>
                  <a:gd name="connsiteY10" fmla="*/ 7436 h 18272"/>
                  <a:gd name="connsiteX0" fmla="*/ 35 w 8559"/>
                  <a:gd name="connsiteY0" fmla="*/ 5938 h 10000"/>
                  <a:gd name="connsiteX1" fmla="*/ 2459 w 8559"/>
                  <a:gd name="connsiteY1" fmla="*/ 2430 h 10000"/>
                  <a:gd name="connsiteX2" fmla="*/ 4583 w 8559"/>
                  <a:gd name="connsiteY2" fmla="*/ 0 h 10000"/>
                  <a:gd name="connsiteX3" fmla="*/ 6936 w 8559"/>
                  <a:gd name="connsiteY3" fmla="*/ 2432 h 10000"/>
                  <a:gd name="connsiteX4" fmla="*/ 8556 w 8559"/>
                  <a:gd name="connsiteY4" fmla="*/ 5032 h 10000"/>
                  <a:gd name="connsiteX5" fmla="*/ 7279 w 8559"/>
                  <a:gd name="connsiteY5" fmla="*/ 6925 h 10000"/>
                  <a:gd name="connsiteX6" fmla="*/ 4568 w 8559"/>
                  <a:gd name="connsiteY6" fmla="*/ 9999 h 10000"/>
                  <a:gd name="connsiteX7" fmla="*/ 2471 w 8559"/>
                  <a:gd name="connsiteY7" fmla="*/ 7302 h 10000"/>
                  <a:gd name="connsiteX8" fmla="*/ 1273 w 8559"/>
                  <a:gd name="connsiteY8" fmla="*/ 6154 h 10000"/>
                  <a:gd name="connsiteX9" fmla="*/ 35 w 8559"/>
                  <a:gd name="connsiteY9" fmla="*/ 5938 h 10000"/>
                  <a:gd name="connsiteX0" fmla="*/ 49 w 9820"/>
                  <a:gd name="connsiteY0" fmla="*/ 4655 h 10000"/>
                  <a:gd name="connsiteX1" fmla="*/ 2693 w 9820"/>
                  <a:gd name="connsiteY1" fmla="*/ 2430 h 10000"/>
                  <a:gd name="connsiteX2" fmla="*/ 5175 w 9820"/>
                  <a:gd name="connsiteY2" fmla="*/ 0 h 10000"/>
                  <a:gd name="connsiteX3" fmla="*/ 7924 w 9820"/>
                  <a:gd name="connsiteY3" fmla="*/ 2432 h 10000"/>
                  <a:gd name="connsiteX4" fmla="*/ 9816 w 9820"/>
                  <a:gd name="connsiteY4" fmla="*/ 5032 h 10000"/>
                  <a:gd name="connsiteX5" fmla="*/ 8324 w 9820"/>
                  <a:gd name="connsiteY5" fmla="*/ 6925 h 10000"/>
                  <a:gd name="connsiteX6" fmla="*/ 5157 w 9820"/>
                  <a:gd name="connsiteY6" fmla="*/ 9999 h 10000"/>
                  <a:gd name="connsiteX7" fmla="*/ 2707 w 9820"/>
                  <a:gd name="connsiteY7" fmla="*/ 7302 h 10000"/>
                  <a:gd name="connsiteX8" fmla="*/ 1307 w 9820"/>
                  <a:gd name="connsiteY8" fmla="*/ 6154 h 10000"/>
                  <a:gd name="connsiteX9" fmla="*/ 49 w 9820"/>
                  <a:gd name="connsiteY9" fmla="*/ 4655 h 10000"/>
                  <a:gd name="connsiteX0" fmla="*/ 45 w 9995"/>
                  <a:gd name="connsiteY0" fmla="*/ 4655 h 10000"/>
                  <a:gd name="connsiteX1" fmla="*/ 2737 w 9995"/>
                  <a:gd name="connsiteY1" fmla="*/ 2430 h 10000"/>
                  <a:gd name="connsiteX2" fmla="*/ 5265 w 9995"/>
                  <a:gd name="connsiteY2" fmla="*/ 0 h 10000"/>
                  <a:gd name="connsiteX3" fmla="*/ 8064 w 9995"/>
                  <a:gd name="connsiteY3" fmla="*/ 2432 h 10000"/>
                  <a:gd name="connsiteX4" fmla="*/ 9991 w 9995"/>
                  <a:gd name="connsiteY4" fmla="*/ 5032 h 10000"/>
                  <a:gd name="connsiteX5" fmla="*/ 8472 w 9995"/>
                  <a:gd name="connsiteY5" fmla="*/ 6925 h 10000"/>
                  <a:gd name="connsiteX6" fmla="*/ 5247 w 9995"/>
                  <a:gd name="connsiteY6" fmla="*/ 9999 h 10000"/>
                  <a:gd name="connsiteX7" fmla="*/ 2752 w 9995"/>
                  <a:gd name="connsiteY7" fmla="*/ 7302 h 10000"/>
                  <a:gd name="connsiteX8" fmla="*/ 1374 w 9995"/>
                  <a:gd name="connsiteY8" fmla="*/ 6984 h 10000"/>
                  <a:gd name="connsiteX9" fmla="*/ 45 w 9995"/>
                  <a:gd name="connsiteY9" fmla="*/ 4655 h 10000"/>
                  <a:gd name="connsiteX0" fmla="*/ 45 w 10000"/>
                  <a:gd name="connsiteY0" fmla="*/ 5032 h 10377"/>
                  <a:gd name="connsiteX1" fmla="*/ 2738 w 10000"/>
                  <a:gd name="connsiteY1" fmla="*/ 2807 h 10377"/>
                  <a:gd name="connsiteX2" fmla="*/ 4886 w 10000"/>
                  <a:gd name="connsiteY2" fmla="*/ 0 h 10377"/>
                  <a:gd name="connsiteX3" fmla="*/ 8068 w 10000"/>
                  <a:gd name="connsiteY3" fmla="*/ 2809 h 10377"/>
                  <a:gd name="connsiteX4" fmla="*/ 9996 w 10000"/>
                  <a:gd name="connsiteY4" fmla="*/ 5409 h 10377"/>
                  <a:gd name="connsiteX5" fmla="*/ 8476 w 10000"/>
                  <a:gd name="connsiteY5" fmla="*/ 7302 h 10377"/>
                  <a:gd name="connsiteX6" fmla="*/ 5250 w 10000"/>
                  <a:gd name="connsiteY6" fmla="*/ 10376 h 10377"/>
                  <a:gd name="connsiteX7" fmla="*/ 2753 w 10000"/>
                  <a:gd name="connsiteY7" fmla="*/ 7679 h 10377"/>
                  <a:gd name="connsiteX8" fmla="*/ 1375 w 10000"/>
                  <a:gd name="connsiteY8" fmla="*/ 7361 h 10377"/>
                  <a:gd name="connsiteX9" fmla="*/ 45 w 10000"/>
                  <a:gd name="connsiteY9" fmla="*/ 5032 h 10377"/>
                  <a:gd name="connsiteX0" fmla="*/ 45 w 10000"/>
                  <a:gd name="connsiteY0" fmla="*/ 5036 h 10381"/>
                  <a:gd name="connsiteX1" fmla="*/ 2738 w 10000"/>
                  <a:gd name="connsiteY1" fmla="*/ 2811 h 10381"/>
                  <a:gd name="connsiteX2" fmla="*/ 4886 w 10000"/>
                  <a:gd name="connsiteY2" fmla="*/ 4 h 10381"/>
                  <a:gd name="connsiteX3" fmla="*/ 8068 w 10000"/>
                  <a:gd name="connsiteY3" fmla="*/ 2813 h 10381"/>
                  <a:gd name="connsiteX4" fmla="*/ 9996 w 10000"/>
                  <a:gd name="connsiteY4" fmla="*/ 5413 h 10381"/>
                  <a:gd name="connsiteX5" fmla="*/ 8476 w 10000"/>
                  <a:gd name="connsiteY5" fmla="*/ 7306 h 10381"/>
                  <a:gd name="connsiteX6" fmla="*/ 5250 w 10000"/>
                  <a:gd name="connsiteY6" fmla="*/ 10380 h 10381"/>
                  <a:gd name="connsiteX7" fmla="*/ 2753 w 10000"/>
                  <a:gd name="connsiteY7" fmla="*/ 7683 h 10381"/>
                  <a:gd name="connsiteX8" fmla="*/ 1375 w 10000"/>
                  <a:gd name="connsiteY8" fmla="*/ 7365 h 10381"/>
                  <a:gd name="connsiteX9" fmla="*/ 45 w 10000"/>
                  <a:gd name="connsiteY9" fmla="*/ 5036 h 10381"/>
                  <a:gd name="connsiteX0" fmla="*/ 45 w 10000"/>
                  <a:gd name="connsiteY0" fmla="*/ 5036 h 10796"/>
                  <a:gd name="connsiteX1" fmla="*/ 2738 w 10000"/>
                  <a:gd name="connsiteY1" fmla="*/ 2811 h 10796"/>
                  <a:gd name="connsiteX2" fmla="*/ 4886 w 10000"/>
                  <a:gd name="connsiteY2" fmla="*/ 4 h 10796"/>
                  <a:gd name="connsiteX3" fmla="*/ 8068 w 10000"/>
                  <a:gd name="connsiteY3" fmla="*/ 2813 h 10796"/>
                  <a:gd name="connsiteX4" fmla="*/ 9996 w 10000"/>
                  <a:gd name="connsiteY4" fmla="*/ 5413 h 10796"/>
                  <a:gd name="connsiteX5" fmla="*/ 8476 w 10000"/>
                  <a:gd name="connsiteY5" fmla="*/ 7306 h 10796"/>
                  <a:gd name="connsiteX6" fmla="*/ 5202 w 10000"/>
                  <a:gd name="connsiteY6" fmla="*/ 10795 h 10796"/>
                  <a:gd name="connsiteX7" fmla="*/ 2753 w 10000"/>
                  <a:gd name="connsiteY7" fmla="*/ 7683 h 10796"/>
                  <a:gd name="connsiteX8" fmla="*/ 1375 w 10000"/>
                  <a:gd name="connsiteY8" fmla="*/ 7365 h 10796"/>
                  <a:gd name="connsiteX9" fmla="*/ 45 w 10000"/>
                  <a:gd name="connsiteY9" fmla="*/ 5036 h 10796"/>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 w 9959"/>
                  <a:gd name="connsiteY0" fmla="*/ 5593 h 11352"/>
                  <a:gd name="connsiteX1" fmla="*/ 1089 w 9959"/>
                  <a:gd name="connsiteY1" fmla="*/ 469 h 11352"/>
                  <a:gd name="connsiteX2" fmla="*/ 4845 w 9959"/>
                  <a:gd name="connsiteY2" fmla="*/ 561 h 11352"/>
                  <a:gd name="connsiteX3" fmla="*/ 8027 w 9959"/>
                  <a:gd name="connsiteY3" fmla="*/ 3370 h 11352"/>
                  <a:gd name="connsiteX4" fmla="*/ 9955 w 9959"/>
                  <a:gd name="connsiteY4" fmla="*/ 5970 h 11352"/>
                  <a:gd name="connsiteX5" fmla="*/ 8435 w 9959"/>
                  <a:gd name="connsiteY5" fmla="*/ 7863 h 11352"/>
                  <a:gd name="connsiteX6" fmla="*/ 5161 w 9959"/>
                  <a:gd name="connsiteY6" fmla="*/ 11352 h 11352"/>
                  <a:gd name="connsiteX7" fmla="*/ 2712 w 9959"/>
                  <a:gd name="connsiteY7" fmla="*/ 8240 h 11352"/>
                  <a:gd name="connsiteX8" fmla="*/ 1334 w 9959"/>
                  <a:gd name="connsiteY8" fmla="*/ 7922 h 11352"/>
                  <a:gd name="connsiteX9" fmla="*/ 4 w 9959"/>
                  <a:gd name="connsiteY9" fmla="*/ 5593 h 11352"/>
                  <a:gd name="connsiteX0" fmla="*/ 0 w 11223"/>
                  <a:gd name="connsiteY0" fmla="*/ 3835 h 9929"/>
                  <a:gd name="connsiteX1" fmla="*/ 2316 w 11223"/>
                  <a:gd name="connsiteY1" fmla="*/ 342 h 9929"/>
                  <a:gd name="connsiteX2" fmla="*/ 6088 w 11223"/>
                  <a:gd name="connsiteY2" fmla="*/ 423 h 9929"/>
                  <a:gd name="connsiteX3" fmla="*/ 9283 w 11223"/>
                  <a:gd name="connsiteY3" fmla="*/ 2898 h 9929"/>
                  <a:gd name="connsiteX4" fmla="*/ 11219 w 11223"/>
                  <a:gd name="connsiteY4" fmla="*/ 5188 h 9929"/>
                  <a:gd name="connsiteX5" fmla="*/ 9693 w 11223"/>
                  <a:gd name="connsiteY5" fmla="*/ 6856 h 9929"/>
                  <a:gd name="connsiteX6" fmla="*/ 6405 w 11223"/>
                  <a:gd name="connsiteY6" fmla="*/ 9929 h 9929"/>
                  <a:gd name="connsiteX7" fmla="*/ 3946 w 11223"/>
                  <a:gd name="connsiteY7" fmla="*/ 7188 h 9929"/>
                  <a:gd name="connsiteX8" fmla="*/ 2562 w 11223"/>
                  <a:gd name="connsiteY8" fmla="*/ 6908 h 9929"/>
                  <a:gd name="connsiteX9" fmla="*/ 0 w 11223"/>
                  <a:gd name="connsiteY9" fmla="*/ 3835 h 9929"/>
                  <a:gd name="connsiteX0" fmla="*/ 0 w 9999"/>
                  <a:gd name="connsiteY0" fmla="*/ 3862 h 10000"/>
                  <a:gd name="connsiteX1" fmla="*/ 2064 w 9999"/>
                  <a:gd name="connsiteY1" fmla="*/ 344 h 10000"/>
                  <a:gd name="connsiteX2" fmla="*/ 5425 w 9999"/>
                  <a:gd name="connsiteY2" fmla="*/ 426 h 10000"/>
                  <a:gd name="connsiteX3" fmla="*/ 8271 w 9999"/>
                  <a:gd name="connsiteY3" fmla="*/ 2919 h 10000"/>
                  <a:gd name="connsiteX4" fmla="*/ 9996 w 9999"/>
                  <a:gd name="connsiteY4" fmla="*/ 5225 h 10000"/>
                  <a:gd name="connsiteX5" fmla="*/ 8637 w 9999"/>
                  <a:gd name="connsiteY5" fmla="*/ 6905 h 10000"/>
                  <a:gd name="connsiteX6" fmla="*/ 5707 w 9999"/>
                  <a:gd name="connsiteY6" fmla="*/ 10000 h 10000"/>
                  <a:gd name="connsiteX7" fmla="*/ 2283 w 9999"/>
                  <a:gd name="connsiteY7" fmla="*/ 6957 h 10000"/>
                  <a:gd name="connsiteX8" fmla="*/ 0 w 9999"/>
                  <a:gd name="connsiteY8" fmla="*/ 3862 h 10000"/>
                  <a:gd name="connsiteX0" fmla="*/ 124 w 10124"/>
                  <a:gd name="connsiteY0" fmla="*/ 3862 h 10000"/>
                  <a:gd name="connsiteX1" fmla="*/ 2188 w 10124"/>
                  <a:gd name="connsiteY1" fmla="*/ 344 h 10000"/>
                  <a:gd name="connsiteX2" fmla="*/ 5550 w 10124"/>
                  <a:gd name="connsiteY2" fmla="*/ 426 h 10000"/>
                  <a:gd name="connsiteX3" fmla="*/ 8396 w 10124"/>
                  <a:gd name="connsiteY3" fmla="*/ 2919 h 10000"/>
                  <a:gd name="connsiteX4" fmla="*/ 10121 w 10124"/>
                  <a:gd name="connsiteY4" fmla="*/ 5225 h 10000"/>
                  <a:gd name="connsiteX5" fmla="*/ 8762 w 10124"/>
                  <a:gd name="connsiteY5" fmla="*/ 6905 h 10000"/>
                  <a:gd name="connsiteX6" fmla="*/ 5832 w 10124"/>
                  <a:gd name="connsiteY6" fmla="*/ 10000 h 10000"/>
                  <a:gd name="connsiteX7" fmla="*/ 124 w 10124"/>
                  <a:gd name="connsiteY7" fmla="*/ 3862 h 10000"/>
                  <a:gd name="connsiteX0" fmla="*/ 43 w 10045"/>
                  <a:gd name="connsiteY0" fmla="*/ 3862 h 6912"/>
                  <a:gd name="connsiteX1" fmla="*/ 2107 w 10045"/>
                  <a:gd name="connsiteY1" fmla="*/ 344 h 6912"/>
                  <a:gd name="connsiteX2" fmla="*/ 5469 w 10045"/>
                  <a:gd name="connsiteY2" fmla="*/ 426 h 6912"/>
                  <a:gd name="connsiteX3" fmla="*/ 8315 w 10045"/>
                  <a:gd name="connsiteY3" fmla="*/ 2919 h 6912"/>
                  <a:gd name="connsiteX4" fmla="*/ 10040 w 10045"/>
                  <a:gd name="connsiteY4" fmla="*/ 5225 h 6912"/>
                  <a:gd name="connsiteX5" fmla="*/ 8681 w 10045"/>
                  <a:gd name="connsiteY5" fmla="*/ 6905 h 6912"/>
                  <a:gd name="connsiteX6" fmla="*/ 3967 w 10045"/>
                  <a:gd name="connsiteY6" fmla="*/ 5885 h 6912"/>
                  <a:gd name="connsiteX7" fmla="*/ 43 w 10045"/>
                  <a:gd name="connsiteY7" fmla="*/ 3862 h 6912"/>
                  <a:gd name="connsiteX0" fmla="*/ 47 w 10004"/>
                  <a:gd name="connsiteY0" fmla="*/ 5106 h 9519"/>
                  <a:gd name="connsiteX1" fmla="*/ 2102 w 10004"/>
                  <a:gd name="connsiteY1" fmla="*/ 17 h 9519"/>
                  <a:gd name="connsiteX2" fmla="*/ 6651 w 10004"/>
                  <a:gd name="connsiteY2" fmla="*/ 3484 h 9519"/>
                  <a:gd name="connsiteX3" fmla="*/ 8282 w 10004"/>
                  <a:gd name="connsiteY3" fmla="*/ 3742 h 9519"/>
                  <a:gd name="connsiteX4" fmla="*/ 9999 w 10004"/>
                  <a:gd name="connsiteY4" fmla="*/ 7078 h 9519"/>
                  <a:gd name="connsiteX5" fmla="*/ 8646 w 10004"/>
                  <a:gd name="connsiteY5" fmla="*/ 9509 h 9519"/>
                  <a:gd name="connsiteX6" fmla="*/ 3953 w 10004"/>
                  <a:gd name="connsiteY6" fmla="*/ 8033 h 9519"/>
                  <a:gd name="connsiteX7" fmla="*/ 47 w 10004"/>
                  <a:gd name="connsiteY7" fmla="*/ 5106 h 9519"/>
                  <a:gd name="connsiteX0" fmla="*/ 43 w 9996"/>
                  <a:gd name="connsiteY0" fmla="*/ 6232 h 10868"/>
                  <a:gd name="connsiteX1" fmla="*/ 2097 w 9996"/>
                  <a:gd name="connsiteY1" fmla="*/ 886 h 10868"/>
                  <a:gd name="connsiteX2" fmla="*/ 5642 w 9996"/>
                  <a:gd name="connsiteY2" fmla="*/ 385 h 10868"/>
                  <a:gd name="connsiteX3" fmla="*/ 8275 w 9996"/>
                  <a:gd name="connsiteY3" fmla="*/ 4799 h 10868"/>
                  <a:gd name="connsiteX4" fmla="*/ 9991 w 9996"/>
                  <a:gd name="connsiteY4" fmla="*/ 8304 h 10868"/>
                  <a:gd name="connsiteX5" fmla="*/ 8639 w 9996"/>
                  <a:gd name="connsiteY5" fmla="*/ 10857 h 10868"/>
                  <a:gd name="connsiteX6" fmla="*/ 3947 w 9996"/>
                  <a:gd name="connsiteY6" fmla="*/ 9307 h 10868"/>
                  <a:gd name="connsiteX7" fmla="*/ 43 w 9996"/>
                  <a:gd name="connsiteY7" fmla="*/ 6232 h 10868"/>
                  <a:gd name="connsiteX0" fmla="*/ 43 w 10004"/>
                  <a:gd name="connsiteY0" fmla="*/ 5543 h 9809"/>
                  <a:gd name="connsiteX1" fmla="*/ 2098 w 10004"/>
                  <a:gd name="connsiteY1" fmla="*/ 624 h 9809"/>
                  <a:gd name="connsiteX2" fmla="*/ 5644 w 10004"/>
                  <a:gd name="connsiteY2" fmla="*/ 163 h 9809"/>
                  <a:gd name="connsiteX3" fmla="*/ 8163 w 10004"/>
                  <a:gd name="connsiteY3" fmla="*/ 1492 h 9809"/>
                  <a:gd name="connsiteX4" fmla="*/ 9995 w 10004"/>
                  <a:gd name="connsiteY4" fmla="*/ 7450 h 9809"/>
                  <a:gd name="connsiteX5" fmla="*/ 8642 w 10004"/>
                  <a:gd name="connsiteY5" fmla="*/ 9799 h 9809"/>
                  <a:gd name="connsiteX6" fmla="*/ 3949 w 10004"/>
                  <a:gd name="connsiteY6" fmla="*/ 8373 h 9809"/>
                  <a:gd name="connsiteX7" fmla="*/ 43 w 10004"/>
                  <a:gd name="connsiteY7" fmla="*/ 5543 h 9809"/>
                  <a:gd name="connsiteX0" fmla="*/ 43 w 8950"/>
                  <a:gd name="connsiteY0" fmla="*/ 5651 h 10081"/>
                  <a:gd name="connsiteX1" fmla="*/ 2097 w 8950"/>
                  <a:gd name="connsiteY1" fmla="*/ 636 h 10081"/>
                  <a:gd name="connsiteX2" fmla="*/ 5642 w 8950"/>
                  <a:gd name="connsiteY2" fmla="*/ 166 h 10081"/>
                  <a:gd name="connsiteX3" fmla="*/ 8160 w 8950"/>
                  <a:gd name="connsiteY3" fmla="*/ 1521 h 10081"/>
                  <a:gd name="connsiteX4" fmla="*/ 8473 w 8950"/>
                  <a:gd name="connsiteY4" fmla="*/ 5322 h 10081"/>
                  <a:gd name="connsiteX5" fmla="*/ 8639 w 8950"/>
                  <a:gd name="connsiteY5" fmla="*/ 9990 h 10081"/>
                  <a:gd name="connsiteX6" fmla="*/ 3947 w 8950"/>
                  <a:gd name="connsiteY6" fmla="*/ 8536 h 10081"/>
                  <a:gd name="connsiteX7" fmla="*/ 43 w 8950"/>
                  <a:gd name="connsiteY7" fmla="*/ 5651 h 10081"/>
                  <a:gd name="connsiteX0" fmla="*/ 48 w 9651"/>
                  <a:gd name="connsiteY0" fmla="*/ 5606 h 8648"/>
                  <a:gd name="connsiteX1" fmla="*/ 2343 w 9651"/>
                  <a:gd name="connsiteY1" fmla="*/ 631 h 8648"/>
                  <a:gd name="connsiteX2" fmla="*/ 6304 w 9651"/>
                  <a:gd name="connsiteY2" fmla="*/ 165 h 8648"/>
                  <a:gd name="connsiteX3" fmla="*/ 9117 w 9651"/>
                  <a:gd name="connsiteY3" fmla="*/ 1509 h 8648"/>
                  <a:gd name="connsiteX4" fmla="*/ 9467 w 9651"/>
                  <a:gd name="connsiteY4" fmla="*/ 5279 h 8648"/>
                  <a:gd name="connsiteX5" fmla="*/ 6997 w 9651"/>
                  <a:gd name="connsiteY5" fmla="*/ 8019 h 8648"/>
                  <a:gd name="connsiteX6" fmla="*/ 4410 w 9651"/>
                  <a:gd name="connsiteY6" fmla="*/ 8467 h 8648"/>
                  <a:gd name="connsiteX7" fmla="*/ 48 w 9651"/>
                  <a:gd name="connsiteY7" fmla="*/ 5606 h 8648"/>
                  <a:gd name="connsiteX0" fmla="*/ 41 w 9991"/>
                  <a:gd name="connsiteY0" fmla="*/ 6482 h 9316"/>
                  <a:gd name="connsiteX1" fmla="*/ 2419 w 9991"/>
                  <a:gd name="connsiteY1" fmla="*/ 730 h 9316"/>
                  <a:gd name="connsiteX2" fmla="*/ 6523 w 9991"/>
                  <a:gd name="connsiteY2" fmla="*/ 191 h 9316"/>
                  <a:gd name="connsiteX3" fmla="*/ 9438 w 9991"/>
                  <a:gd name="connsiteY3" fmla="*/ 1745 h 9316"/>
                  <a:gd name="connsiteX4" fmla="*/ 9800 w 9991"/>
                  <a:gd name="connsiteY4" fmla="*/ 6104 h 9316"/>
                  <a:gd name="connsiteX5" fmla="*/ 7241 w 9991"/>
                  <a:gd name="connsiteY5" fmla="*/ 9273 h 9316"/>
                  <a:gd name="connsiteX6" fmla="*/ 1411 w 9991"/>
                  <a:gd name="connsiteY6" fmla="*/ 7856 h 9316"/>
                  <a:gd name="connsiteX7" fmla="*/ 41 w 9991"/>
                  <a:gd name="connsiteY7" fmla="*/ 6482 h 9316"/>
                  <a:gd name="connsiteX0" fmla="*/ 19 w 10708"/>
                  <a:gd name="connsiteY0" fmla="*/ 7721 h 10038"/>
                  <a:gd name="connsiteX1" fmla="*/ 3129 w 10708"/>
                  <a:gd name="connsiteY1" fmla="*/ 825 h 10038"/>
                  <a:gd name="connsiteX2" fmla="*/ 7237 w 10708"/>
                  <a:gd name="connsiteY2" fmla="*/ 246 h 10038"/>
                  <a:gd name="connsiteX3" fmla="*/ 10155 w 10708"/>
                  <a:gd name="connsiteY3" fmla="*/ 1914 h 10038"/>
                  <a:gd name="connsiteX4" fmla="*/ 10517 w 10708"/>
                  <a:gd name="connsiteY4" fmla="*/ 6593 h 10038"/>
                  <a:gd name="connsiteX5" fmla="*/ 7956 w 10708"/>
                  <a:gd name="connsiteY5" fmla="*/ 9995 h 10038"/>
                  <a:gd name="connsiteX6" fmla="*/ 2120 w 10708"/>
                  <a:gd name="connsiteY6" fmla="*/ 8474 h 10038"/>
                  <a:gd name="connsiteX7" fmla="*/ 19 w 10708"/>
                  <a:gd name="connsiteY7" fmla="*/ 7721 h 10038"/>
                  <a:gd name="connsiteX0" fmla="*/ 359 w 11048"/>
                  <a:gd name="connsiteY0" fmla="*/ 7721 h 10038"/>
                  <a:gd name="connsiteX1" fmla="*/ 3469 w 11048"/>
                  <a:gd name="connsiteY1" fmla="*/ 825 h 10038"/>
                  <a:gd name="connsiteX2" fmla="*/ 7577 w 11048"/>
                  <a:gd name="connsiteY2" fmla="*/ 246 h 10038"/>
                  <a:gd name="connsiteX3" fmla="*/ 10495 w 11048"/>
                  <a:gd name="connsiteY3" fmla="*/ 1914 h 10038"/>
                  <a:gd name="connsiteX4" fmla="*/ 10857 w 11048"/>
                  <a:gd name="connsiteY4" fmla="*/ 6593 h 10038"/>
                  <a:gd name="connsiteX5" fmla="*/ 8296 w 11048"/>
                  <a:gd name="connsiteY5" fmla="*/ 9995 h 10038"/>
                  <a:gd name="connsiteX6" fmla="*/ 2460 w 11048"/>
                  <a:gd name="connsiteY6" fmla="*/ 8474 h 10038"/>
                  <a:gd name="connsiteX7" fmla="*/ 359 w 11048"/>
                  <a:gd name="connsiteY7" fmla="*/ 7721 h 10038"/>
                  <a:gd name="connsiteX0" fmla="*/ 359 w 11048"/>
                  <a:gd name="connsiteY0" fmla="*/ 8392 h 10075"/>
                  <a:gd name="connsiteX1" fmla="*/ 3469 w 11048"/>
                  <a:gd name="connsiteY1" fmla="*/ 864 h 10075"/>
                  <a:gd name="connsiteX2" fmla="*/ 7577 w 11048"/>
                  <a:gd name="connsiteY2" fmla="*/ 285 h 10075"/>
                  <a:gd name="connsiteX3" fmla="*/ 10495 w 11048"/>
                  <a:gd name="connsiteY3" fmla="*/ 1953 h 10075"/>
                  <a:gd name="connsiteX4" fmla="*/ 10857 w 11048"/>
                  <a:gd name="connsiteY4" fmla="*/ 6632 h 10075"/>
                  <a:gd name="connsiteX5" fmla="*/ 8296 w 11048"/>
                  <a:gd name="connsiteY5" fmla="*/ 10034 h 10075"/>
                  <a:gd name="connsiteX6" fmla="*/ 2460 w 11048"/>
                  <a:gd name="connsiteY6" fmla="*/ 8513 h 10075"/>
                  <a:gd name="connsiteX7" fmla="*/ 359 w 11048"/>
                  <a:gd name="connsiteY7" fmla="*/ 8392 h 10075"/>
                  <a:gd name="connsiteX0" fmla="*/ 371 w 11060"/>
                  <a:gd name="connsiteY0" fmla="*/ 8392 h 10075"/>
                  <a:gd name="connsiteX1" fmla="*/ 3481 w 11060"/>
                  <a:gd name="connsiteY1" fmla="*/ 864 h 10075"/>
                  <a:gd name="connsiteX2" fmla="*/ 7589 w 11060"/>
                  <a:gd name="connsiteY2" fmla="*/ 285 h 10075"/>
                  <a:gd name="connsiteX3" fmla="*/ 10507 w 11060"/>
                  <a:gd name="connsiteY3" fmla="*/ 1953 h 10075"/>
                  <a:gd name="connsiteX4" fmla="*/ 10869 w 11060"/>
                  <a:gd name="connsiteY4" fmla="*/ 6632 h 10075"/>
                  <a:gd name="connsiteX5" fmla="*/ 8308 w 11060"/>
                  <a:gd name="connsiteY5" fmla="*/ 10034 h 10075"/>
                  <a:gd name="connsiteX6" fmla="*/ 2472 w 11060"/>
                  <a:gd name="connsiteY6" fmla="*/ 8513 h 10075"/>
                  <a:gd name="connsiteX7" fmla="*/ 371 w 11060"/>
                  <a:gd name="connsiteY7" fmla="*/ 8392 h 10075"/>
                  <a:gd name="connsiteX0" fmla="*/ 54 w 10743"/>
                  <a:gd name="connsiteY0" fmla="*/ 9468 h 11151"/>
                  <a:gd name="connsiteX1" fmla="*/ 4027 w 10743"/>
                  <a:gd name="connsiteY1" fmla="*/ 495 h 11151"/>
                  <a:gd name="connsiteX2" fmla="*/ 7272 w 10743"/>
                  <a:gd name="connsiteY2" fmla="*/ 1361 h 11151"/>
                  <a:gd name="connsiteX3" fmla="*/ 10190 w 10743"/>
                  <a:gd name="connsiteY3" fmla="*/ 3029 h 11151"/>
                  <a:gd name="connsiteX4" fmla="*/ 10552 w 10743"/>
                  <a:gd name="connsiteY4" fmla="*/ 7708 h 11151"/>
                  <a:gd name="connsiteX5" fmla="*/ 7991 w 10743"/>
                  <a:gd name="connsiteY5" fmla="*/ 11110 h 11151"/>
                  <a:gd name="connsiteX6" fmla="*/ 2155 w 10743"/>
                  <a:gd name="connsiteY6" fmla="*/ 9589 h 11151"/>
                  <a:gd name="connsiteX7" fmla="*/ 54 w 10743"/>
                  <a:gd name="connsiteY7" fmla="*/ 9468 h 11151"/>
                  <a:gd name="connsiteX0" fmla="*/ 54 w 10743"/>
                  <a:gd name="connsiteY0" fmla="*/ 9506 h 11189"/>
                  <a:gd name="connsiteX1" fmla="*/ 4027 w 10743"/>
                  <a:gd name="connsiteY1" fmla="*/ 533 h 11189"/>
                  <a:gd name="connsiteX2" fmla="*/ 7272 w 10743"/>
                  <a:gd name="connsiteY2" fmla="*/ 1399 h 11189"/>
                  <a:gd name="connsiteX3" fmla="*/ 10190 w 10743"/>
                  <a:gd name="connsiteY3" fmla="*/ 3067 h 11189"/>
                  <a:gd name="connsiteX4" fmla="*/ 10552 w 10743"/>
                  <a:gd name="connsiteY4" fmla="*/ 7746 h 11189"/>
                  <a:gd name="connsiteX5" fmla="*/ 7991 w 10743"/>
                  <a:gd name="connsiteY5" fmla="*/ 11148 h 11189"/>
                  <a:gd name="connsiteX6" fmla="*/ 2155 w 10743"/>
                  <a:gd name="connsiteY6" fmla="*/ 9627 h 11189"/>
                  <a:gd name="connsiteX7" fmla="*/ 54 w 10743"/>
                  <a:gd name="connsiteY7" fmla="*/ 9506 h 11189"/>
                  <a:gd name="connsiteX0" fmla="*/ 40 w 11293"/>
                  <a:gd name="connsiteY0" fmla="*/ 9082 h 11127"/>
                  <a:gd name="connsiteX1" fmla="*/ 4577 w 11293"/>
                  <a:gd name="connsiteY1" fmla="*/ 470 h 11127"/>
                  <a:gd name="connsiteX2" fmla="*/ 7822 w 11293"/>
                  <a:gd name="connsiteY2" fmla="*/ 1336 h 11127"/>
                  <a:gd name="connsiteX3" fmla="*/ 10740 w 11293"/>
                  <a:gd name="connsiteY3" fmla="*/ 3004 h 11127"/>
                  <a:gd name="connsiteX4" fmla="*/ 11102 w 11293"/>
                  <a:gd name="connsiteY4" fmla="*/ 7683 h 11127"/>
                  <a:gd name="connsiteX5" fmla="*/ 8541 w 11293"/>
                  <a:gd name="connsiteY5" fmla="*/ 11085 h 11127"/>
                  <a:gd name="connsiteX6" fmla="*/ 2705 w 11293"/>
                  <a:gd name="connsiteY6" fmla="*/ 9564 h 11127"/>
                  <a:gd name="connsiteX7" fmla="*/ 40 w 11293"/>
                  <a:gd name="connsiteY7" fmla="*/ 9082 h 11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293" h="11127">
                    <a:moveTo>
                      <a:pt x="40" y="9082"/>
                    </a:moveTo>
                    <a:cubicBezTo>
                      <a:pt x="352" y="7566"/>
                      <a:pt x="3280" y="1761"/>
                      <a:pt x="4577" y="470"/>
                    </a:cubicBezTo>
                    <a:cubicBezTo>
                      <a:pt x="5874" y="-821"/>
                      <a:pt x="6795" y="914"/>
                      <a:pt x="7822" y="1336"/>
                    </a:cubicBezTo>
                    <a:cubicBezTo>
                      <a:pt x="8849" y="1758"/>
                      <a:pt x="10193" y="1947"/>
                      <a:pt x="10740" y="3004"/>
                    </a:cubicBezTo>
                    <a:cubicBezTo>
                      <a:pt x="11287" y="4061"/>
                      <a:pt x="11468" y="6337"/>
                      <a:pt x="11102" y="7683"/>
                    </a:cubicBezTo>
                    <a:cubicBezTo>
                      <a:pt x="10736" y="9030"/>
                      <a:pt x="9940" y="10771"/>
                      <a:pt x="8541" y="11085"/>
                    </a:cubicBezTo>
                    <a:cubicBezTo>
                      <a:pt x="7141" y="11398"/>
                      <a:pt x="4122" y="9898"/>
                      <a:pt x="2705" y="9564"/>
                    </a:cubicBezTo>
                    <a:cubicBezTo>
                      <a:pt x="1288" y="9230"/>
                      <a:pt x="-272" y="10598"/>
                      <a:pt x="40" y="9082"/>
                    </a:cubicBezTo>
                    <a:close/>
                  </a:path>
                </a:pathLst>
              </a:custGeom>
              <a:solidFill>
                <a:srgbClr val="66CCFF"/>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grpSp>
            <p:nvGrpSpPr>
              <p:cNvPr id="370" name="Group 327"/>
              <p:cNvGrpSpPr>
                <a:grpSpLocks/>
              </p:cNvGrpSpPr>
              <p:nvPr/>
            </p:nvGrpSpPr>
            <p:grpSpPr bwMode="auto">
              <a:xfrm>
                <a:off x="7908175" y="5241780"/>
                <a:ext cx="536554" cy="263548"/>
                <a:chOff x="1871277" y="1576300"/>
                <a:chExt cx="1128371" cy="437861"/>
              </a:xfrm>
            </p:grpSpPr>
            <p:sp>
              <p:nvSpPr>
                <p:cNvPr id="374" name="Oval 373"/>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75" name="Rectangle 374"/>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76" name="Oval 375"/>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77" name="Freeform 376"/>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78" name="Freeform 377"/>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79" name="Freeform 378"/>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80" name="Freeform 379"/>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81" name="Straight Connector 380"/>
                <p:cNvCxnSpPr>
                  <a:endCxn id="376"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82" name="Straight Connector 381"/>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371" name="Group 370"/>
              <p:cNvGrpSpPr/>
              <p:nvPr/>
            </p:nvGrpSpPr>
            <p:grpSpPr>
              <a:xfrm>
                <a:off x="7876581" y="5223365"/>
                <a:ext cx="466894" cy="369332"/>
                <a:chOff x="599495" y="1708643"/>
                <a:chExt cx="491778" cy="409344"/>
              </a:xfrm>
            </p:grpSpPr>
            <p:sp>
              <p:nvSpPr>
                <p:cNvPr id="372" name="Oval 371"/>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373" name="TextBox 372"/>
                <p:cNvSpPr txBox="1"/>
                <p:nvPr/>
              </p:nvSpPr>
              <p:spPr>
                <a:xfrm>
                  <a:off x="599495" y="1708643"/>
                  <a:ext cx="491778" cy="409344"/>
                </a:xfrm>
                <a:prstGeom prst="rect">
                  <a:avLst/>
                </a:prstGeom>
                <a:noFill/>
              </p:spPr>
              <p:txBody>
                <a:bodyPr wrap="none" rtlCol="0">
                  <a:spAutoFit/>
                </a:bodyPr>
                <a:lstStyle/>
                <a:p>
                  <a:pPr algn="ctr"/>
                  <a:r>
                    <a:rPr lang="en-US" dirty="0"/>
                    <a:t>  X</a:t>
                  </a:r>
                </a:p>
              </p:txBody>
            </p:sp>
          </p:grpSp>
        </p:grpSp>
        <p:cxnSp>
          <p:nvCxnSpPr>
            <p:cNvPr id="402" name="Straight Connector 401"/>
            <p:cNvCxnSpPr/>
            <p:nvPr/>
          </p:nvCxnSpPr>
          <p:spPr bwMode="auto">
            <a:xfrm flipH="1">
              <a:off x="7133690" y="5764030"/>
              <a:ext cx="870024" cy="9999"/>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grpSp>
      <p:grpSp>
        <p:nvGrpSpPr>
          <p:cNvPr id="7" name="Group 6"/>
          <p:cNvGrpSpPr/>
          <p:nvPr/>
        </p:nvGrpSpPr>
        <p:grpSpPr>
          <a:xfrm>
            <a:off x="5713444" y="2379268"/>
            <a:ext cx="1009362" cy="768350"/>
            <a:chOff x="5713444" y="2379268"/>
            <a:chExt cx="1009362" cy="768350"/>
          </a:xfrm>
        </p:grpSpPr>
        <p:sp>
          <p:nvSpPr>
            <p:cNvPr id="162850" name="AutoShape 118"/>
            <p:cNvSpPr>
              <a:spLocks noChangeArrowheads="1"/>
            </p:cNvSpPr>
            <p:nvPr/>
          </p:nvSpPr>
          <p:spPr bwMode="auto">
            <a:xfrm rot="17597965">
              <a:off x="5467382" y="2625330"/>
              <a:ext cx="768350" cy="276226"/>
            </a:xfrm>
            <a:prstGeom prst="leftArrow">
              <a:avLst>
                <a:gd name="adj1" fmla="val 50000"/>
                <a:gd name="adj2" fmla="val 69540"/>
              </a:avLst>
            </a:prstGeom>
            <a:gradFill rotWithShape="1">
              <a:gsLst>
                <a:gs pos="0">
                  <a:srgbClr val="FF0000"/>
                </a:gs>
                <a:gs pos="100000">
                  <a:schemeClr val="bg1"/>
                </a:gs>
              </a:gsLst>
              <a:lin ang="0" scaled="1"/>
            </a:gra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p>
          </p:txBody>
        </p:sp>
        <p:sp>
          <p:nvSpPr>
            <p:cNvPr id="162851" name="Text Box 119"/>
            <p:cNvSpPr txBox="1">
              <a:spLocks noChangeArrowheads="1"/>
            </p:cNvSpPr>
            <p:nvPr/>
          </p:nvSpPr>
          <p:spPr bwMode="auto">
            <a:xfrm>
              <a:off x="5906829" y="2784958"/>
              <a:ext cx="815977"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nSpc>
                  <a:spcPct val="85000"/>
                </a:lnSpc>
              </a:pPr>
              <a:r>
                <a:rPr lang="en-US" sz="1600" i="1" dirty="0">
                  <a:solidFill>
                    <a:srgbClr val="CC0000"/>
                  </a:solidFill>
                </a:rPr>
                <a:t>AS3,X </a:t>
              </a:r>
            </a:p>
          </p:txBody>
        </p:sp>
      </p:grpSp>
      <p:grpSp>
        <p:nvGrpSpPr>
          <p:cNvPr id="6" name="Group 5"/>
          <p:cNvGrpSpPr/>
          <p:nvPr/>
        </p:nvGrpSpPr>
        <p:grpSpPr>
          <a:xfrm>
            <a:off x="2028828" y="2438604"/>
            <a:ext cx="1260153" cy="888605"/>
            <a:chOff x="2028828" y="2438604"/>
            <a:chExt cx="1260153" cy="888605"/>
          </a:xfrm>
        </p:grpSpPr>
        <p:sp>
          <p:nvSpPr>
            <p:cNvPr id="332" name="Text Box 119"/>
            <p:cNvSpPr txBox="1">
              <a:spLocks noChangeArrowheads="1"/>
            </p:cNvSpPr>
            <p:nvPr/>
          </p:nvSpPr>
          <p:spPr bwMode="auto">
            <a:xfrm>
              <a:off x="2028828" y="3019432"/>
              <a:ext cx="1260153" cy="30777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nSpc>
                  <a:spcPct val="85000"/>
                </a:lnSpc>
              </a:pPr>
              <a:r>
                <a:rPr lang="en-US" sz="1600" i="1" dirty="0">
                  <a:solidFill>
                    <a:srgbClr val="CC0000"/>
                  </a:solidFill>
                </a:rPr>
                <a:t>AS2,AS3,X </a:t>
              </a:r>
            </a:p>
          </p:txBody>
        </p:sp>
        <p:sp>
          <p:nvSpPr>
            <p:cNvPr id="327" name="AutoShape 118"/>
            <p:cNvSpPr>
              <a:spLocks noChangeArrowheads="1"/>
            </p:cNvSpPr>
            <p:nvPr/>
          </p:nvSpPr>
          <p:spPr bwMode="auto">
            <a:xfrm rot="3445218">
              <a:off x="2734864" y="2684666"/>
              <a:ext cx="768350" cy="276225"/>
            </a:xfrm>
            <a:prstGeom prst="leftArrow">
              <a:avLst>
                <a:gd name="adj1" fmla="val 50000"/>
                <a:gd name="adj2" fmla="val 69540"/>
              </a:avLst>
            </a:prstGeom>
            <a:gradFill rotWithShape="1">
              <a:gsLst>
                <a:gs pos="0">
                  <a:srgbClr val="FF0000"/>
                </a:gs>
                <a:gs pos="100000">
                  <a:schemeClr val="bg1"/>
                </a:gs>
              </a:gsLst>
              <a:lin ang="0" scaled="1"/>
            </a:gra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p>
          </p:txBody>
        </p:sp>
      </p:grpSp>
      <p:sp>
        <p:nvSpPr>
          <p:cNvPr id="326" name="Rectangle 4"/>
          <p:cNvSpPr txBox="1">
            <a:spLocks noChangeArrowheads="1"/>
          </p:cNvSpPr>
          <p:nvPr/>
        </p:nvSpPr>
        <p:spPr bwMode="auto">
          <a:xfrm>
            <a:off x="415500" y="4289671"/>
            <a:ext cx="8505825" cy="84894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293688" indent="-293688">
              <a:lnSpc>
                <a:spcPts val="2140"/>
              </a:lnSpc>
            </a:pPr>
            <a:r>
              <a:rPr lang="en-US" sz="2200" dirty="0">
                <a:latin typeface="Gill Sans MT" charset="0"/>
              </a:rPr>
              <a:t>AS2 router 2c receives path advertisement </a:t>
            </a:r>
            <a:r>
              <a:rPr lang="en-US" sz="2000" dirty="0">
                <a:solidFill>
                  <a:srgbClr val="CC0000"/>
                </a:solidFill>
                <a:latin typeface="Gill Sans MT" charset="0"/>
              </a:rPr>
              <a:t>AS3,X </a:t>
            </a:r>
            <a:r>
              <a:rPr lang="en-US" sz="2200" dirty="0">
                <a:latin typeface="Gill Sans MT" charset="0"/>
              </a:rPr>
              <a:t>(via eBGP) from AS3 router 3a</a:t>
            </a:r>
            <a:endParaRPr lang="en-US" sz="2000" dirty="0">
              <a:latin typeface="Gill Sans MT" charset="0"/>
            </a:endParaRPr>
          </a:p>
        </p:txBody>
      </p:sp>
      <p:sp>
        <p:nvSpPr>
          <p:cNvPr id="328" name="Rectangle 4"/>
          <p:cNvSpPr txBox="1">
            <a:spLocks noChangeArrowheads="1"/>
          </p:cNvSpPr>
          <p:nvPr/>
        </p:nvSpPr>
        <p:spPr bwMode="auto">
          <a:xfrm>
            <a:off x="411594" y="5663719"/>
            <a:ext cx="8505825" cy="51044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293688" indent="-293688">
              <a:lnSpc>
                <a:spcPts val="2140"/>
              </a:lnSpc>
            </a:pPr>
            <a:r>
              <a:rPr lang="en-US" sz="2200" dirty="0">
                <a:latin typeface="Gill Sans MT" charset="0"/>
              </a:rPr>
              <a:t>Based on AS2 policy,  AS2 router 2a advertises (via eBGP)  path </a:t>
            </a:r>
            <a:r>
              <a:rPr lang="en-US" sz="2000" dirty="0">
                <a:solidFill>
                  <a:srgbClr val="CC0000"/>
                </a:solidFill>
                <a:latin typeface="Gill Sans MT" charset="0"/>
              </a:rPr>
              <a:t>AS2, AS3, X  </a:t>
            </a:r>
            <a:r>
              <a:rPr lang="en-US" sz="2200" dirty="0">
                <a:latin typeface="Gill Sans MT" charset="0"/>
              </a:rPr>
              <a:t> to AS</a:t>
            </a:r>
            <a:r>
              <a:rPr lang="en-US" sz="2200" dirty="0">
                <a:latin typeface="Arial"/>
                <a:cs typeface="Arial"/>
              </a:rPr>
              <a:t>1</a:t>
            </a:r>
            <a:r>
              <a:rPr lang="en-US" sz="2200" dirty="0">
                <a:latin typeface="Gill Sans MT" charset="0"/>
              </a:rPr>
              <a:t> router </a:t>
            </a:r>
            <a:r>
              <a:rPr lang="en-US" sz="2200" dirty="0">
                <a:latin typeface="Arial"/>
                <a:cs typeface="Arial"/>
              </a:rPr>
              <a:t>1</a:t>
            </a:r>
            <a:r>
              <a:rPr lang="en-US" sz="2200" dirty="0">
                <a:latin typeface="Gill Sans MT" charset="0"/>
              </a:rPr>
              <a:t>c</a:t>
            </a:r>
          </a:p>
          <a:p>
            <a:endParaRPr lang="en-US" sz="2000" dirty="0">
              <a:latin typeface="Gill Sans MT" charset="0"/>
            </a:endParaRPr>
          </a:p>
        </p:txBody>
      </p:sp>
      <p:grpSp>
        <p:nvGrpSpPr>
          <p:cNvPr id="5" name="Group 4"/>
          <p:cNvGrpSpPr/>
          <p:nvPr/>
        </p:nvGrpSpPr>
        <p:grpSpPr>
          <a:xfrm>
            <a:off x="4052000" y="2820739"/>
            <a:ext cx="1118837" cy="826267"/>
            <a:chOff x="4052000" y="2820739"/>
            <a:chExt cx="1118837" cy="826267"/>
          </a:xfrm>
        </p:grpSpPr>
        <p:cxnSp>
          <p:nvCxnSpPr>
            <p:cNvPr id="3" name="Straight Arrow Connector 2"/>
            <p:cNvCxnSpPr/>
            <p:nvPr/>
          </p:nvCxnSpPr>
          <p:spPr bwMode="auto">
            <a:xfrm flipH="1" flipV="1">
              <a:off x="4769093" y="2820739"/>
              <a:ext cx="401744" cy="302376"/>
            </a:xfrm>
            <a:prstGeom prst="straightConnector1">
              <a:avLst/>
            </a:prstGeom>
            <a:solidFill>
              <a:schemeClr val="accent1"/>
            </a:solidFill>
            <a:ln w="25400" cap="flat" cmpd="sng" algn="ctr">
              <a:solidFill>
                <a:srgbClr val="CC0000"/>
              </a:solidFill>
              <a:prstDash val="solid"/>
              <a:round/>
              <a:headEnd type="none" w="med" len="med"/>
              <a:tailEnd type="triangle"/>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330" name="Straight Arrow Connector 329"/>
            <p:cNvCxnSpPr/>
            <p:nvPr/>
          </p:nvCxnSpPr>
          <p:spPr bwMode="auto">
            <a:xfrm flipH="1" flipV="1">
              <a:off x="4052000" y="3192229"/>
              <a:ext cx="1059565" cy="14171"/>
            </a:xfrm>
            <a:prstGeom prst="straightConnector1">
              <a:avLst/>
            </a:prstGeom>
            <a:solidFill>
              <a:schemeClr val="accent1"/>
            </a:solidFill>
            <a:ln w="25400" cap="flat" cmpd="sng" algn="ctr">
              <a:solidFill>
                <a:srgbClr val="CC0000"/>
              </a:solidFill>
              <a:prstDash val="solid"/>
              <a:round/>
              <a:headEnd type="none" w="med" len="med"/>
              <a:tailEnd type="triangle"/>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331" name="Straight Arrow Connector 330"/>
            <p:cNvCxnSpPr/>
            <p:nvPr/>
          </p:nvCxnSpPr>
          <p:spPr bwMode="auto">
            <a:xfrm flipH="1">
              <a:off x="4748700" y="3344630"/>
              <a:ext cx="401744" cy="302376"/>
            </a:xfrm>
            <a:prstGeom prst="straightConnector1">
              <a:avLst/>
            </a:prstGeom>
            <a:solidFill>
              <a:schemeClr val="accent1"/>
            </a:solidFill>
            <a:ln w="25400" cap="flat" cmpd="sng" algn="ctr">
              <a:solidFill>
                <a:srgbClr val="CC0000"/>
              </a:solidFill>
              <a:prstDash val="solid"/>
              <a:round/>
              <a:headEnd type="none" w="med" len="med"/>
              <a:tailEnd type="triangle"/>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grpSp>
      <p:sp>
        <p:nvSpPr>
          <p:cNvPr id="325" name="Slide Number Placeholder 5"/>
          <p:cNvSpPr>
            <a:spLocks noGrp="1"/>
          </p:cNvSpPr>
          <p:nvPr>
            <p:ph type="sldNum" sz="quarter" idx="12"/>
          </p:nvPr>
        </p:nvSpPr>
        <p:spPr>
          <a:xfrm>
            <a:off x="8456154" y="6475895"/>
            <a:ext cx="548655" cy="272319"/>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200" dirty="0">
                <a:latin typeface="Tahoma" charset="0"/>
              </a:rPr>
              <a:t>5-</a:t>
            </a:r>
            <a:fld id="{8E8C6E93-DF5B-BC4B-80F9-500DED1EEDCC}" type="slidenum">
              <a:rPr lang="en-US" sz="1200">
                <a:latin typeface="Tahoma" charset="0"/>
              </a:rPr>
              <a:pPr/>
              <a:t>83</a:t>
            </a:fld>
            <a:endParaRPr lang="en-US" sz="1200" dirty="0">
              <a:latin typeface="Tahoma" charset="0"/>
            </a:endParaRPr>
          </a:p>
        </p:txBody>
      </p:sp>
      <p:sp>
        <p:nvSpPr>
          <p:cNvPr id="329" name="Footer Placeholder 2"/>
          <p:cNvSpPr>
            <a:spLocks noGrp="1"/>
          </p:cNvSpPr>
          <p:nvPr>
            <p:ph type="ftr" sz="quarter" idx="11"/>
          </p:nvPr>
        </p:nvSpPr>
        <p:spPr>
          <a:xfrm>
            <a:off x="6375496" y="6475081"/>
            <a:ext cx="2177473" cy="241541"/>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200" dirty="0">
                <a:solidFill>
                  <a:srgbClr val="000000"/>
                </a:solidFill>
                <a:latin typeface="Tahoma" charset="0"/>
                <a:cs typeface="Arial" charset="0"/>
              </a:rPr>
              <a:t>Network Layer: Control Plane</a:t>
            </a:r>
          </a:p>
        </p:txBody>
      </p:sp>
    </p:spTree>
    <p:extLst>
      <p:ext uri="{BB962C8B-B14F-4D97-AF65-F5344CB8AC3E}">
        <p14:creationId xmlns:p14="http://schemas.microsoft.com/office/powerpoint/2010/main" val="10203585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up)">
                                      <p:cBhvr>
                                        <p:cTn id="7" dur="500"/>
                                        <p:tgtEl>
                                          <p:spTgt spid="7"/>
                                        </p:tgtEl>
                                      </p:cBhvr>
                                    </p:animEffect>
                                  </p:childTnLst>
                                </p:cTn>
                              </p:par>
                            </p:childTnLst>
                          </p:cTn>
                        </p:par>
                        <p:par>
                          <p:cTn id="8" fill="hold">
                            <p:stCondLst>
                              <p:cond delay="500"/>
                            </p:stCondLst>
                            <p:childTnLst>
                              <p:par>
                                <p:cTn id="9" presetID="9" presetClass="entr" presetSubtype="0" fill="hold" grpId="0" nodeType="afterEffect">
                                  <p:stCondLst>
                                    <p:cond delay="0"/>
                                  </p:stCondLst>
                                  <p:childTnLst>
                                    <p:set>
                                      <p:cBhvr>
                                        <p:cTn id="10" dur="1" fill="hold">
                                          <p:stCondLst>
                                            <p:cond delay="0"/>
                                          </p:stCondLst>
                                        </p:cTn>
                                        <p:tgtEl>
                                          <p:spTgt spid="326"/>
                                        </p:tgtEl>
                                        <p:attrNameLst>
                                          <p:attrName>style.visibility</p:attrName>
                                        </p:attrNameLst>
                                      </p:cBhvr>
                                      <p:to>
                                        <p:strVal val="visible"/>
                                      </p:to>
                                    </p:set>
                                    <p:animEffect transition="in" filter="dissolve">
                                      <p:cBhvr>
                                        <p:cTn id="11" dur="1000"/>
                                        <p:tgtEl>
                                          <p:spTgt spid="326"/>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ntr" presetSubtype="2" fill="hold" nodeType="clickEffect">
                                  <p:stCondLst>
                                    <p:cond delay="0"/>
                                  </p:stCondLst>
                                  <p:childTnLst>
                                    <p:set>
                                      <p:cBhvr>
                                        <p:cTn id="15" dur="1" fill="hold">
                                          <p:stCondLst>
                                            <p:cond delay="0"/>
                                          </p:stCondLst>
                                        </p:cTn>
                                        <p:tgtEl>
                                          <p:spTgt spid="5"/>
                                        </p:tgtEl>
                                        <p:attrNameLst>
                                          <p:attrName>style.visibility</p:attrName>
                                        </p:attrNameLst>
                                      </p:cBhvr>
                                      <p:to>
                                        <p:strVal val="visible"/>
                                      </p:to>
                                    </p:set>
                                    <p:animEffect transition="in" filter="wipe(right)">
                                      <p:cBhvr>
                                        <p:cTn id="16" dur="500"/>
                                        <p:tgtEl>
                                          <p:spTgt spid="5"/>
                                        </p:tgtEl>
                                      </p:cBhvr>
                                    </p:animEffect>
                                  </p:childTnLst>
                                </p:cTn>
                              </p:par>
                              <p:par>
                                <p:cTn id="17" presetID="9" presetClass="entr" presetSubtype="0" fill="hold" grpId="0" nodeType="withEffect">
                                  <p:stCondLst>
                                    <p:cond delay="0"/>
                                  </p:stCondLst>
                                  <p:childTnLst>
                                    <p:set>
                                      <p:cBhvr>
                                        <p:cTn id="18" dur="1" fill="hold">
                                          <p:stCondLst>
                                            <p:cond delay="0"/>
                                          </p:stCondLst>
                                        </p:cTn>
                                        <p:tgtEl>
                                          <p:spTgt spid="753668">
                                            <p:txEl>
                                              <p:pRg st="0" end="0"/>
                                            </p:txEl>
                                          </p:spTgt>
                                        </p:tgtEl>
                                        <p:attrNameLst>
                                          <p:attrName>style.visibility</p:attrName>
                                        </p:attrNameLst>
                                      </p:cBhvr>
                                      <p:to>
                                        <p:strVal val="visible"/>
                                      </p:to>
                                    </p:set>
                                    <p:animEffect transition="in" filter="dissolve">
                                      <p:cBhvr>
                                        <p:cTn id="19" dur="500"/>
                                        <p:tgtEl>
                                          <p:spTgt spid="753668">
                                            <p:txEl>
                                              <p:pRg st="0" end="0"/>
                                            </p:txEl>
                                          </p:spTgt>
                                        </p:tgtEl>
                                      </p:cBhvr>
                                    </p:animEffect>
                                  </p:childTnLst>
                                </p:cTn>
                              </p:par>
                            </p:childTnLst>
                          </p:cTn>
                        </p:par>
                      </p:childTnLst>
                    </p:cTn>
                  </p:par>
                  <p:par>
                    <p:cTn id="20" fill="hold">
                      <p:stCondLst>
                        <p:cond delay="indefinite"/>
                      </p:stCondLst>
                      <p:childTnLst>
                        <p:par>
                          <p:cTn id="21" fill="hold">
                            <p:stCondLst>
                              <p:cond delay="0"/>
                            </p:stCondLst>
                            <p:childTnLst>
                              <p:par>
                                <p:cTn id="22" presetID="22" presetClass="entr" presetSubtype="4" fill="hold" nodeType="clickEffect">
                                  <p:stCondLst>
                                    <p:cond delay="0"/>
                                  </p:stCondLst>
                                  <p:childTnLst>
                                    <p:set>
                                      <p:cBhvr>
                                        <p:cTn id="23" dur="1" fill="hold">
                                          <p:stCondLst>
                                            <p:cond delay="0"/>
                                          </p:stCondLst>
                                        </p:cTn>
                                        <p:tgtEl>
                                          <p:spTgt spid="6"/>
                                        </p:tgtEl>
                                        <p:attrNameLst>
                                          <p:attrName>style.visibility</p:attrName>
                                        </p:attrNameLst>
                                      </p:cBhvr>
                                      <p:to>
                                        <p:strVal val="visible"/>
                                      </p:to>
                                    </p:set>
                                    <p:animEffect transition="in" filter="wipe(down)">
                                      <p:cBhvr>
                                        <p:cTn id="24" dur="500"/>
                                        <p:tgtEl>
                                          <p:spTgt spid="6"/>
                                        </p:tgtEl>
                                      </p:cBhvr>
                                    </p:animEffect>
                                  </p:childTnLst>
                                </p:cTn>
                              </p:par>
                              <p:par>
                                <p:cTn id="25" presetID="9" presetClass="entr" presetSubtype="0" fill="hold" grpId="0" nodeType="withEffect">
                                  <p:stCondLst>
                                    <p:cond delay="0"/>
                                  </p:stCondLst>
                                  <p:childTnLst>
                                    <p:set>
                                      <p:cBhvr>
                                        <p:cTn id="26" dur="1" fill="hold">
                                          <p:stCondLst>
                                            <p:cond delay="0"/>
                                          </p:stCondLst>
                                        </p:cTn>
                                        <p:tgtEl>
                                          <p:spTgt spid="328"/>
                                        </p:tgtEl>
                                        <p:attrNameLst>
                                          <p:attrName>style.visibility</p:attrName>
                                        </p:attrNameLst>
                                      </p:cBhvr>
                                      <p:to>
                                        <p:strVal val="visible"/>
                                      </p:to>
                                    </p:set>
                                    <p:animEffect transition="in" filter="dissolve">
                                      <p:cBhvr>
                                        <p:cTn id="27" dur="500"/>
                                        <p:tgtEl>
                                          <p:spTgt spid="3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53668" grpId="0" build="p"/>
      <p:bldP spid="326" grpId="0"/>
      <p:bldP spid="328" grpId="0"/>
    </p:bld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765" name="Rectangle 3"/>
          <p:cNvSpPr>
            <a:spLocks noGrp="1" noChangeArrowheads="1"/>
          </p:cNvSpPr>
          <p:nvPr>
            <p:ph type="title"/>
          </p:nvPr>
        </p:nvSpPr>
        <p:spPr>
          <a:xfrm>
            <a:off x="533400" y="0"/>
            <a:ext cx="7772400" cy="1143000"/>
          </a:xfrm>
        </p:spPr>
        <p:txBody>
          <a:bodyPr/>
          <a:lstStyle/>
          <a:p>
            <a:pPr>
              <a:defRPr/>
            </a:pPr>
            <a:r>
              <a:rPr lang="en-US" dirty="0">
                <a:cs typeface="+mj-cs"/>
              </a:rPr>
              <a:t>BGP path advertisement</a:t>
            </a:r>
          </a:p>
        </p:txBody>
      </p:sp>
      <p:sp>
        <p:nvSpPr>
          <p:cNvPr id="753668" name="Rectangle 4"/>
          <p:cNvSpPr>
            <a:spLocks noGrp="1" noChangeArrowheads="1"/>
          </p:cNvSpPr>
          <p:nvPr>
            <p:ph type="body" idx="1"/>
          </p:nvPr>
        </p:nvSpPr>
        <p:spPr>
          <a:xfrm>
            <a:off x="638175" y="4742967"/>
            <a:ext cx="8505825" cy="551956"/>
          </a:xfrm>
        </p:spPr>
        <p:txBody>
          <a:bodyPr/>
          <a:lstStyle/>
          <a:p>
            <a:pPr marL="293688" indent="-293688">
              <a:lnSpc>
                <a:spcPts val="2140"/>
              </a:lnSpc>
            </a:pPr>
            <a:r>
              <a:rPr lang="en-US" sz="2200" dirty="0">
                <a:latin typeface="Gill Sans MT" charset="0"/>
              </a:rPr>
              <a:t>AS</a:t>
            </a:r>
            <a:r>
              <a:rPr lang="en-US" sz="2200" dirty="0">
                <a:latin typeface="Arial"/>
                <a:cs typeface="Arial"/>
              </a:rPr>
              <a:t>1</a:t>
            </a:r>
            <a:r>
              <a:rPr lang="en-US" sz="2200" dirty="0">
                <a:latin typeface="Gill Sans MT" charset="0"/>
              </a:rPr>
              <a:t> gateway router</a:t>
            </a:r>
            <a:r>
              <a:rPr lang="en-US" sz="2200" dirty="0">
                <a:latin typeface="Arial"/>
                <a:cs typeface="Arial"/>
              </a:rPr>
              <a:t> 1c </a:t>
            </a:r>
            <a:r>
              <a:rPr lang="en-US" sz="2200" dirty="0">
                <a:latin typeface="Gill Sans MT" charset="0"/>
              </a:rPr>
              <a:t>learns path </a:t>
            </a:r>
            <a:r>
              <a:rPr lang="en-US" sz="2200" i="1" dirty="0">
                <a:solidFill>
                  <a:srgbClr val="CC0000"/>
                </a:solidFill>
                <a:latin typeface="Gill Sans MT" charset="0"/>
              </a:rPr>
              <a:t>AS2,AS3,X </a:t>
            </a:r>
            <a:r>
              <a:rPr lang="en-US" sz="2200" dirty="0">
                <a:latin typeface="Gill Sans MT" charset="0"/>
              </a:rPr>
              <a:t>from 2a</a:t>
            </a:r>
            <a:endParaRPr lang="en-US" sz="2000" dirty="0">
              <a:latin typeface="Gill Sans MT" charset="0"/>
            </a:endParaRPr>
          </a:p>
          <a:p>
            <a:endParaRPr lang="en-US" sz="2000" dirty="0">
              <a:latin typeface="Gill Sans MT" charset="0"/>
            </a:endParaRPr>
          </a:p>
        </p:txBody>
      </p:sp>
      <p:pic>
        <p:nvPicPr>
          <p:cNvPr id="162849" name="Picture 121" descr="underline_base"/>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11187" y="800100"/>
            <a:ext cx="5602043" cy="17682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nvGrpSpPr>
          <p:cNvPr id="125" name="Group 124"/>
          <p:cNvGrpSpPr/>
          <p:nvPr/>
        </p:nvGrpSpPr>
        <p:grpSpPr>
          <a:xfrm>
            <a:off x="624887" y="1451514"/>
            <a:ext cx="2557336" cy="1719017"/>
            <a:chOff x="-2170772" y="2784954"/>
            <a:chExt cx="2712783" cy="1853712"/>
          </a:xfrm>
        </p:grpSpPr>
        <p:sp>
          <p:nvSpPr>
            <p:cNvPr id="261" name="Freeform 2"/>
            <p:cNvSpPr>
              <a:spLocks/>
            </p:cNvSpPr>
            <p:nvPr/>
          </p:nvSpPr>
          <p:spPr bwMode="auto">
            <a:xfrm>
              <a:off x="-2170772" y="2784954"/>
              <a:ext cx="2712783" cy="1853712"/>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 fmla="*/ 4 w 8600"/>
                <a:gd name="connsiteY0" fmla="*/ 4042 h 10128"/>
                <a:gd name="connsiteX1" fmla="*/ 715 w 8600"/>
                <a:gd name="connsiteY1" fmla="*/ 1598 h 10128"/>
                <a:gd name="connsiteX2" fmla="*/ 3130 w 8600"/>
                <a:gd name="connsiteY2" fmla="*/ 1009 h 10128"/>
                <a:gd name="connsiteX3" fmla="*/ 4995 w 8600"/>
                <a:gd name="connsiteY3" fmla="*/ 3 h 10128"/>
                <a:gd name="connsiteX4" fmla="*/ 6720 w 8600"/>
                <a:gd name="connsiteY4" fmla="*/ 1012 h 10128"/>
                <a:gd name="connsiteX5" fmla="*/ 8599 w 8600"/>
                <a:gd name="connsiteY5" fmla="*/ 6800 h 10128"/>
                <a:gd name="connsiteX6" fmla="*/ 6995 w 8600"/>
                <a:gd name="connsiteY6" fmla="*/ 9325 h 10128"/>
                <a:gd name="connsiteX7" fmla="*/ 5307 w 8600"/>
                <a:gd name="connsiteY7" fmla="*/ 8846 h 10128"/>
                <a:gd name="connsiteX8" fmla="*/ 4371 w 8600"/>
                <a:gd name="connsiteY8" fmla="*/ 9915 h 10128"/>
                <a:gd name="connsiteX9" fmla="*/ 3140 w 8600"/>
                <a:gd name="connsiteY9" fmla="*/ 10022 h 10128"/>
                <a:gd name="connsiteX10" fmla="*/ 2179 w 8600"/>
                <a:gd name="connsiteY10" fmla="*/ 7898 h 10128"/>
                <a:gd name="connsiteX11" fmla="*/ 1187 w 8600"/>
                <a:gd name="connsiteY11" fmla="*/ 7498 h 10128"/>
                <a:gd name="connsiteX12" fmla="*/ 4 w 8600"/>
                <a:gd name="connsiteY12" fmla="*/ 4042 h 10128"/>
                <a:gd name="connsiteX0" fmla="*/ 4 w 9326"/>
                <a:gd name="connsiteY0" fmla="*/ 3988 h 9997"/>
                <a:gd name="connsiteX1" fmla="*/ 830 w 9326"/>
                <a:gd name="connsiteY1" fmla="*/ 1575 h 9997"/>
                <a:gd name="connsiteX2" fmla="*/ 3639 w 9326"/>
                <a:gd name="connsiteY2" fmla="*/ 993 h 9997"/>
                <a:gd name="connsiteX3" fmla="*/ 5807 w 9326"/>
                <a:gd name="connsiteY3" fmla="*/ 0 h 9997"/>
                <a:gd name="connsiteX4" fmla="*/ 7813 w 9326"/>
                <a:gd name="connsiteY4" fmla="*/ 996 h 9997"/>
                <a:gd name="connsiteX5" fmla="*/ 9324 w 9326"/>
                <a:gd name="connsiteY5" fmla="*/ 5746 h 9997"/>
                <a:gd name="connsiteX6" fmla="*/ 8133 w 9326"/>
                <a:gd name="connsiteY6" fmla="*/ 9204 h 9997"/>
                <a:gd name="connsiteX7" fmla="*/ 6170 w 9326"/>
                <a:gd name="connsiteY7" fmla="*/ 8731 h 9997"/>
                <a:gd name="connsiteX8" fmla="*/ 5082 w 9326"/>
                <a:gd name="connsiteY8" fmla="*/ 9787 h 9997"/>
                <a:gd name="connsiteX9" fmla="*/ 3650 w 9326"/>
                <a:gd name="connsiteY9" fmla="*/ 9892 h 9997"/>
                <a:gd name="connsiteX10" fmla="*/ 2533 w 9326"/>
                <a:gd name="connsiteY10" fmla="*/ 7795 h 9997"/>
                <a:gd name="connsiteX11" fmla="*/ 1379 w 9326"/>
                <a:gd name="connsiteY11" fmla="*/ 7400 h 9997"/>
                <a:gd name="connsiteX12" fmla="*/ 4 w 9326"/>
                <a:gd name="connsiteY12" fmla="*/ 3988 h 9997"/>
                <a:gd name="connsiteX0" fmla="*/ 4 w 10001"/>
                <a:gd name="connsiteY0" fmla="*/ 3989 h 10041"/>
                <a:gd name="connsiteX1" fmla="*/ 890 w 10001"/>
                <a:gd name="connsiteY1" fmla="*/ 1575 h 10041"/>
                <a:gd name="connsiteX2" fmla="*/ 3902 w 10001"/>
                <a:gd name="connsiteY2" fmla="*/ 993 h 10041"/>
                <a:gd name="connsiteX3" fmla="*/ 6227 w 10001"/>
                <a:gd name="connsiteY3" fmla="*/ 0 h 10041"/>
                <a:gd name="connsiteX4" fmla="*/ 8378 w 10001"/>
                <a:gd name="connsiteY4" fmla="*/ 996 h 10041"/>
                <a:gd name="connsiteX5" fmla="*/ 9998 w 10001"/>
                <a:gd name="connsiteY5" fmla="*/ 5748 h 10041"/>
                <a:gd name="connsiteX6" fmla="*/ 8721 w 10001"/>
                <a:gd name="connsiteY6" fmla="*/ 9207 h 10041"/>
                <a:gd name="connsiteX7" fmla="*/ 5449 w 10001"/>
                <a:gd name="connsiteY7" fmla="*/ 9790 h 10041"/>
                <a:gd name="connsiteX8" fmla="*/ 3914 w 10001"/>
                <a:gd name="connsiteY8" fmla="*/ 9895 h 10041"/>
                <a:gd name="connsiteX9" fmla="*/ 2716 w 10001"/>
                <a:gd name="connsiteY9" fmla="*/ 7797 h 10041"/>
                <a:gd name="connsiteX10" fmla="*/ 1479 w 10001"/>
                <a:gd name="connsiteY10" fmla="*/ 7402 h 10041"/>
                <a:gd name="connsiteX11" fmla="*/ 4 w 10001"/>
                <a:gd name="connsiteY11" fmla="*/ 3989 h 10041"/>
                <a:gd name="connsiteX0" fmla="*/ 4 w 10001"/>
                <a:gd name="connsiteY0" fmla="*/ 3989 h 14825"/>
                <a:gd name="connsiteX1" fmla="*/ 890 w 10001"/>
                <a:gd name="connsiteY1" fmla="*/ 1575 h 14825"/>
                <a:gd name="connsiteX2" fmla="*/ 3902 w 10001"/>
                <a:gd name="connsiteY2" fmla="*/ 993 h 14825"/>
                <a:gd name="connsiteX3" fmla="*/ 6227 w 10001"/>
                <a:gd name="connsiteY3" fmla="*/ 0 h 14825"/>
                <a:gd name="connsiteX4" fmla="*/ 8378 w 10001"/>
                <a:gd name="connsiteY4" fmla="*/ 996 h 14825"/>
                <a:gd name="connsiteX5" fmla="*/ 9998 w 10001"/>
                <a:gd name="connsiteY5" fmla="*/ 5748 h 14825"/>
                <a:gd name="connsiteX6" fmla="*/ 8721 w 10001"/>
                <a:gd name="connsiteY6" fmla="*/ 9207 h 14825"/>
                <a:gd name="connsiteX7" fmla="*/ 6011 w 10001"/>
                <a:gd name="connsiteY7" fmla="*/ 14823 h 14825"/>
                <a:gd name="connsiteX8" fmla="*/ 3914 w 10001"/>
                <a:gd name="connsiteY8" fmla="*/ 9895 h 14825"/>
                <a:gd name="connsiteX9" fmla="*/ 2716 w 10001"/>
                <a:gd name="connsiteY9" fmla="*/ 7797 h 14825"/>
                <a:gd name="connsiteX10" fmla="*/ 1479 w 10001"/>
                <a:gd name="connsiteY10" fmla="*/ 7402 h 14825"/>
                <a:gd name="connsiteX11" fmla="*/ 4 w 10001"/>
                <a:gd name="connsiteY11" fmla="*/ 3989 h 14825"/>
                <a:gd name="connsiteX0" fmla="*/ 4 w 10001"/>
                <a:gd name="connsiteY0" fmla="*/ 7436 h 18272"/>
                <a:gd name="connsiteX1" fmla="*/ 890 w 10001"/>
                <a:gd name="connsiteY1" fmla="*/ 5022 h 18272"/>
                <a:gd name="connsiteX2" fmla="*/ 3902 w 10001"/>
                <a:gd name="connsiteY2" fmla="*/ 4440 h 18272"/>
                <a:gd name="connsiteX3" fmla="*/ 6026 w 10001"/>
                <a:gd name="connsiteY3" fmla="*/ 0 h 18272"/>
                <a:gd name="connsiteX4" fmla="*/ 8378 w 10001"/>
                <a:gd name="connsiteY4" fmla="*/ 4443 h 18272"/>
                <a:gd name="connsiteX5" fmla="*/ 9998 w 10001"/>
                <a:gd name="connsiteY5" fmla="*/ 9195 h 18272"/>
                <a:gd name="connsiteX6" fmla="*/ 8721 w 10001"/>
                <a:gd name="connsiteY6" fmla="*/ 12654 h 18272"/>
                <a:gd name="connsiteX7" fmla="*/ 6011 w 10001"/>
                <a:gd name="connsiteY7" fmla="*/ 18270 h 18272"/>
                <a:gd name="connsiteX8" fmla="*/ 3914 w 10001"/>
                <a:gd name="connsiteY8" fmla="*/ 13342 h 18272"/>
                <a:gd name="connsiteX9" fmla="*/ 2716 w 10001"/>
                <a:gd name="connsiteY9" fmla="*/ 11244 h 18272"/>
                <a:gd name="connsiteX10" fmla="*/ 1479 w 10001"/>
                <a:gd name="connsiteY10" fmla="*/ 10849 h 18272"/>
                <a:gd name="connsiteX11" fmla="*/ 4 w 10001"/>
                <a:gd name="connsiteY11" fmla="*/ 7436 h 18272"/>
                <a:gd name="connsiteX0" fmla="*/ 1 w 9998"/>
                <a:gd name="connsiteY0" fmla="*/ 7436 h 18272"/>
                <a:gd name="connsiteX1" fmla="*/ 3899 w 9998"/>
                <a:gd name="connsiteY1" fmla="*/ 4440 h 18272"/>
                <a:gd name="connsiteX2" fmla="*/ 6023 w 9998"/>
                <a:gd name="connsiteY2" fmla="*/ 0 h 18272"/>
                <a:gd name="connsiteX3" fmla="*/ 8375 w 9998"/>
                <a:gd name="connsiteY3" fmla="*/ 4443 h 18272"/>
                <a:gd name="connsiteX4" fmla="*/ 9995 w 9998"/>
                <a:gd name="connsiteY4" fmla="*/ 9195 h 18272"/>
                <a:gd name="connsiteX5" fmla="*/ 8718 w 9998"/>
                <a:gd name="connsiteY5" fmla="*/ 12654 h 18272"/>
                <a:gd name="connsiteX6" fmla="*/ 6008 w 9998"/>
                <a:gd name="connsiteY6" fmla="*/ 18270 h 18272"/>
                <a:gd name="connsiteX7" fmla="*/ 3911 w 9998"/>
                <a:gd name="connsiteY7" fmla="*/ 13342 h 18272"/>
                <a:gd name="connsiteX8" fmla="*/ 2713 w 9998"/>
                <a:gd name="connsiteY8" fmla="*/ 11244 h 18272"/>
                <a:gd name="connsiteX9" fmla="*/ 1476 w 9998"/>
                <a:gd name="connsiteY9" fmla="*/ 10849 h 18272"/>
                <a:gd name="connsiteX10" fmla="*/ 1 w 9998"/>
                <a:gd name="connsiteY10" fmla="*/ 7436 h 18272"/>
                <a:gd name="connsiteX0" fmla="*/ 35 w 8559"/>
                <a:gd name="connsiteY0" fmla="*/ 5938 h 10000"/>
                <a:gd name="connsiteX1" fmla="*/ 2459 w 8559"/>
                <a:gd name="connsiteY1" fmla="*/ 2430 h 10000"/>
                <a:gd name="connsiteX2" fmla="*/ 4583 w 8559"/>
                <a:gd name="connsiteY2" fmla="*/ 0 h 10000"/>
                <a:gd name="connsiteX3" fmla="*/ 6936 w 8559"/>
                <a:gd name="connsiteY3" fmla="*/ 2432 h 10000"/>
                <a:gd name="connsiteX4" fmla="*/ 8556 w 8559"/>
                <a:gd name="connsiteY4" fmla="*/ 5032 h 10000"/>
                <a:gd name="connsiteX5" fmla="*/ 7279 w 8559"/>
                <a:gd name="connsiteY5" fmla="*/ 6925 h 10000"/>
                <a:gd name="connsiteX6" fmla="*/ 4568 w 8559"/>
                <a:gd name="connsiteY6" fmla="*/ 9999 h 10000"/>
                <a:gd name="connsiteX7" fmla="*/ 2471 w 8559"/>
                <a:gd name="connsiteY7" fmla="*/ 7302 h 10000"/>
                <a:gd name="connsiteX8" fmla="*/ 1273 w 8559"/>
                <a:gd name="connsiteY8" fmla="*/ 6154 h 10000"/>
                <a:gd name="connsiteX9" fmla="*/ 35 w 8559"/>
                <a:gd name="connsiteY9" fmla="*/ 5938 h 10000"/>
                <a:gd name="connsiteX0" fmla="*/ 49 w 9820"/>
                <a:gd name="connsiteY0" fmla="*/ 4655 h 10000"/>
                <a:gd name="connsiteX1" fmla="*/ 2693 w 9820"/>
                <a:gd name="connsiteY1" fmla="*/ 2430 h 10000"/>
                <a:gd name="connsiteX2" fmla="*/ 5175 w 9820"/>
                <a:gd name="connsiteY2" fmla="*/ 0 h 10000"/>
                <a:gd name="connsiteX3" fmla="*/ 7924 w 9820"/>
                <a:gd name="connsiteY3" fmla="*/ 2432 h 10000"/>
                <a:gd name="connsiteX4" fmla="*/ 9816 w 9820"/>
                <a:gd name="connsiteY4" fmla="*/ 5032 h 10000"/>
                <a:gd name="connsiteX5" fmla="*/ 8324 w 9820"/>
                <a:gd name="connsiteY5" fmla="*/ 6925 h 10000"/>
                <a:gd name="connsiteX6" fmla="*/ 5157 w 9820"/>
                <a:gd name="connsiteY6" fmla="*/ 9999 h 10000"/>
                <a:gd name="connsiteX7" fmla="*/ 2707 w 9820"/>
                <a:gd name="connsiteY7" fmla="*/ 7302 h 10000"/>
                <a:gd name="connsiteX8" fmla="*/ 1307 w 9820"/>
                <a:gd name="connsiteY8" fmla="*/ 6154 h 10000"/>
                <a:gd name="connsiteX9" fmla="*/ 49 w 9820"/>
                <a:gd name="connsiteY9" fmla="*/ 4655 h 10000"/>
                <a:gd name="connsiteX0" fmla="*/ 45 w 9995"/>
                <a:gd name="connsiteY0" fmla="*/ 4655 h 10000"/>
                <a:gd name="connsiteX1" fmla="*/ 2737 w 9995"/>
                <a:gd name="connsiteY1" fmla="*/ 2430 h 10000"/>
                <a:gd name="connsiteX2" fmla="*/ 5265 w 9995"/>
                <a:gd name="connsiteY2" fmla="*/ 0 h 10000"/>
                <a:gd name="connsiteX3" fmla="*/ 8064 w 9995"/>
                <a:gd name="connsiteY3" fmla="*/ 2432 h 10000"/>
                <a:gd name="connsiteX4" fmla="*/ 9991 w 9995"/>
                <a:gd name="connsiteY4" fmla="*/ 5032 h 10000"/>
                <a:gd name="connsiteX5" fmla="*/ 8472 w 9995"/>
                <a:gd name="connsiteY5" fmla="*/ 6925 h 10000"/>
                <a:gd name="connsiteX6" fmla="*/ 5247 w 9995"/>
                <a:gd name="connsiteY6" fmla="*/ 9999 h 10000"/>
                <a:gd name="connsiteX7" fmla="*/ 2752 w 9995"/>
                <a:gd name="connsiteY7" fmla="*/ 7302 h 10000"/>
                <a:gd name="connsiteX8" fmla="*/ 1374 w 9995"/>
                <a:gd name="connsiteY8" fmla="*/ 6984 h 10000"/>
                <a:gd name="connsiteX9" fmla="*/ 45 w 9995"/>
                <a:gd name="connsiteY9" fmla="*/ 4655 h 10000"/>
                <a:gd name="connsiteX0" fmla="*/ 45 w 10000"/>
                <a:gd name="connsiteY0" fmla="*/ 5032 h 10377"/>
                <a:gd name="connsiteX1" fmla="*/ 2738 w 10000"/>
                <a:gd name="connsiteY1" fmla="*/ 2807 h 10377"/>
                <a:gd name="connsiteX2" fmla="*/ 4886 w 10000"/>
                <a:gd name="connsiteY2" fmla="*/ 0 h 10377"/>
                <a:gd name="connsiteX3" fmla="*/ 8068 w 10000"/>
                <a:gd name="connsiteY3" fmla="*/ 2809 h 10377"/>
                <a:gd name="connsiteX4" fmla="*/ 9996 w 10000"/>
                <a:gd name="connsiteY4" fmla="*/ 5409 h 10377"/>
                <a:gd name="connsiteX5" fmla="*/ 8476 w 10000"/>
                <a:gd name="connsiteY5" fmla="*/ 7302 h 10377"/>
                <a:gd name="connsiteX6" fmla="*/ 5250 w 10000"/>
                <a:gd name="connsiteY6" fmla="*/ 10376 h 10377"/>
                <a:gd name="connsiteX7" fmla="*/ 2753 w 10000"/>
                <a:gd name="connsiteY7" fmla="*/ 7679 h 10377"/>
                <a:gd name="connsiteX8" fmla="*/ 1375 w 10000"/>
                <a:gd name="connsiteY8" fmla="*/ 7361 h 10377"/>
                <a:gd name="connsiteX9" fmla="*/ 45 w 10000"/>
                <a:gd name="connsiteY9" fmla="*/ 5032 h 10377"/>
                <a:gd name="connsiteX0" fmla="*/ 45 w 10000"/>
                <a:gd name="connsiteY0" fmla="*/ 5036 h 10381"/>
                <a:gd name="connsiteX1" fmla="*/ 2738 w 10000"/>
                <a:gd name="connsiteY1" fmla="*/ 2811 h 10381"/>
                <a:gd name="connsiteX2" fmla="*/ 4886 w 10000"/>
                <a:gd name="connsiteY2" fmla="*/ 4 h 10381"/>
                <a:gd name="connsiteX3" fmla="*/ 8068 w 10000"/>
                <a:gd name="connsiteY3" fmla="*/ 2813 h 10381"/>
                <a:gd name="connsiteX4" fmla="*/ 9996 w 10000"/>
                <a:gd name="connsiteY4" fmla="*/ 5413 h 10381"/>
                <a:gd name="connsiteX5" fmla="*/ 8476 w 10000"/>
                <a:gd name="connsiteY5" fmla="*/ 7306 h 10381"/>
                <a:gd name="connsiteX6" fmla="*/ 5250 w 10000"/>
                <a:gd name="connsiteY6" fmla="*/ 10380 h 10381"/>
                <a:gd name="connsiteX7" fmla="*/ 2753 w 10000"/>
                <a:gd name="connsiteY7" fmla="*/ 7683 h 10381"/>
                <a:gd name="connsiteX8" fmla="*/ 1375 w 10000"/>
                <a:gd name="connsiteY8" fmla="*/ 7365 h 10381"/>
                <a:gd name="connsiteX9" fmla="*/ 45 w 10000"/>
                <a:gd name="connsiteY9" fmla="*/ 5036 h 10381"/>
                <a:gd name="connsiteX0" fmla="*/ 45 w 10000"/>
                <a:gd name="connsiteY0" fmla="*/ 5036 h 10796"/>
                <a:gd name="connsiteX1" fmla="*/ 2738 w 10000"/>
                <a:gd name="connsiteY1" fmla="*/ 2811 h 10796"/>
                <a:gd name="connsiteX2" fmla="*/ 4886 w 10000"/>
                <a:gd name="connsiteY2" fmla="*/ 4 h 10796"/>
                <a:gd name="connsiteX3" fmla="*/ 8068 w 10000"/>
                <a:gd name="connsiteY3" fmla="*/ 2813 h 10796"/>
                <a:gd name="connsiteX4" fmla="*/ 9996 w 10000"/>
                <a:gd name="connsiteY4" fmla="*/ 5413 h 10796"/>
                <a:gd name="connsiteX5" fmla="*/ 8476 w 10000"/>
                <a:gd name="connsiteY5" fmla="*/ 7306 h 10796"/>
                <a:gd name="connsiteX6" fmla="*/ 5202 w 10000"/>
                <a:gd name="connsiteY6" fmla="*/ 10795 h 10796"/>
                <a:gd name="connsiteX7" fmla="*/ 2753 w 10000"/>
                <a:gd name="connsiteY7" fmla="*/ 7683 h 10796"/>
                <a:gd name="connsiteX8" fmla="*/ 1375 w 10000"/>
                <a:gd name="connsiteY8" fmla="*/ 7365 h 10796"/>
                <a:gd name="connsiteX9" fmla="*/ 45 w 10000"/>
                <a:gd name="connsiteY9" fmla="*/ 5036 h 10796"/>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00" h="10795">
                  <a:moveTo>
                    <a:pt x="45" y="5036"/>
                  </a:moveTo>
                  <a:cubicBezTo>
                    <a:pt x="272" y="4277"/>
                    <a:pt x="1931" y="3650"/>
                    <a:pt x="2738" y="2811"/>
                  </a:cubicBezTo>
                  <a:cubicBezTo>
                    <a:pt x="3545" y="1972"/>
                    <a:pt x="3352" y="117"/>
                    <a:pt x="4886" y="4"/>
                  </a:cubicBezTo>
                  <a:cubicBezTo>
                    <a:pt x="6420" y="-109"/>
                    <a:pt x="7216" y="1912"/>
                    <a:pt x="8068" y="2813"/>
                  </a:cubicBezTo>
                  <a:cubicBezTo>
                    <a:pt x="8920" y="3715"/>
                    <a:pt x="9928" y="3420"/>
                    <a:pt x="9996" y="5413"/>
                  </a:cubicBezTo>
                  <a:cubicBezTo>
                    <a:pt x="10064" y="7406"/>
                    <a:pt x="9275" y="6409"/>
                    <a:pt x="8476" y="7306"/>
                  </a:cubicBezTo>
                  <a:cubicBezTo>
                    <a:pt x="7677" y="8203"/>
                    <a:pt x="7086" y="10770"/>
                    <a:pt x="5202" y="10795"/>
                  </a:cubicBezTo>
                  <a:cubicBezTo>
                    <a:pt x="3318" y="10820"/>
                    <a:pt x="3391" y="8255"/>
                    <a:pt x="2753" y="7683"/>
                  </a:cubicBezTo>
                  <a:cubicBezTo>
                    <a:pt x="2115" y="7111"/>
                    <a:pt x="2326" y="7496"/>
                    <a:pt x="1375" y="7365"/>
                  </a:cubicBezTo>
                  <a:cubicBezTo>
                    <a:pt x="493" y="6773"/>
                    <a:pt x="-182" y="5795"/>
                    <a:pt x="45" y="5036"/>
                  </a:cubicBezTo>
                  <a:close/>
                </a:path>
              </a:pathLst>
            </a:custGeom>
            <a:solidFill>
              <a:srgbClr val="66CCFF"/>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grpSp>
          <p:nvGrpSpPr>
            <p:cNvPr id="262" name="Group 261"/>
            <p:cNvGrpSpPr/>
            <p:nvPr/>
          </p:nvGrpSpPr>
          <p:grpSpPr>
            <a:xfrm>
              <a:off x="-1935370" y="2935816"/>
              <a:ext cx="2333625" cy="1590649"/>
              <a:chOff x="833331" y="2873352"/>
              <a:chExt cx="2333625" cy="1590649"/>
            </a:xfrm>
          </p:grpSpPr>
          <p:grpSp>
            <p:nvGrpSpPr>
              <p:cNvPr id="263" name="Group 262"/>
              <p:cNvGrpSpPr/>
              <p:nvPr/>
            </p:nvGrpSpPr>
            <p:grpSpPr>
              <a:xfrm>
                <a:off x="1736090" y="2873352"/>
                <a:ext cx="565150" cy="369332"/>
                <a:chOff x="1736090" y="2873352"/>
                <a:chExt cx="565150" cy="369332"/>
              </a:xfrm>
            </p:grpSpPr>
            <p:grpSp>
              <p:nvGrpSpPr>
                <p:cNvPr id="312" name="Group 327"/>
                <p:cNvGrpSpPr>
                  <a:grpSpLocks/>
                </p:cNvGrpSpPr>
                <p:nvPr/>
              </p:nvGrpSpPr>
              <p:grpSpPr bwMode="auto">
                <a:xfrm>
                  <a:off x="1736090" y="2893762"/>
                  <a:ext cx="565150" cy="292100"/>
                  <a:chOff x="1871277" y="1576300"/>
                  <a:chExt cx="1128371" cy="437861"/>
                </a:xfrm>
              </p:grpSpPr>
              <p:sp>
                <p:nvSpPr>
                  <p:cNvPr id="316" name="Oval 315"/>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17" name="Rectangle 316"/>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18" name="Oval 317"/>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19" name="Freeform 318"/>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20" name="Freeform 319"/>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21" name="Freeform 320"/>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22" name="Freeform 321"/>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23" name="Straight Connector 322"/>
                  <p:cNvCxnSpPr>
                    <a:endCxn id="318"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24" name="Straight Connector 323"/>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313" name="Group 312"/>
                <p:cNvGrpSpPr/>
                <p:nvPr/>
              </p:nvGrpSpPr>
              <p:grpSpPr>
                <a:xfrm>
                  <a:off x="1770362" y="2873352"/>
                  <a:ext cx="441422" cy="369332"/>
                  <a:chOff x="667045" y="1708643"/>
                  <a:chExt cx="441422" cy="369332"/>
                </a:xfrm>
              </p:grpSpPr>
              <p:sp>
                <p:nvSpPr>
                  <p:cNvPr id="314" name="Oval 313"/>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315" name="TextBox 314"/>
                  <p:cNvSpPr txBox="1"/>
                  <p:nvPr/>
                </p:nvSpPr>
                <p:spPr>
                  <a:xfrm>
                    <a:off x="667045" y="1708643"/>
                    <a:ext cx="441422" cy="369332"/>
                  </a:xfrm>
                  <a:prstGeom prst="rect">
                    <a:avLst/>
                  </a:prstGeom>
                  <a:noFill/>
                </p:spPr>
                <p:txBody>
                  <a:bodyPr wrap="none" rtlCol="0">
                    <a:spAutoFit/>
                  </a:bodyPr>
                  <a:lstStyle/>
                  <a:p>
                    <a:r>
                      <a:rPr lang="en-US" dirty="0"/>
                      <a:t>1b</a:t>
                    </a:r>
                  </a:p>
                </p:txBody>
              </p:sp>
            </p:grpSp>
          </p:grpSp>
          <p:grpSp>
            <p:nvGrpSpPr>
              <p:cNvPr id="264" name="Group 263"/>
              <p:cNvGrpSpPr/>
              <p:nvPr/>
            </p:nvGrpSpPr>
            <p:grpSpPr>
              <a:xfrm>
                <a:off x="1740320" y="4094669"/>
                <a:ext cx="565150" cy="369332"/>
                <a:chOff x="1736090" y="2873352"/>
                <a:chExt cx="565150" cy="369332"/>
              </a:xfrm>
            </p:grpSpPr>
            <p:grpSp>
              <p:nvGrpSpPr>
                <p:cNvPr id="299" name="Group 327"/>
                <p:cNvGrpSpPr>
                  <a:grpSpLocks/>
                </p:cNvGrpSpPr>
                <p:nvPr/>
              </p:nvGrpSpPr>
              <p:grpSpPr bwMode="auto">
                <a:xfrm>
                  <a:off x="1736090" y="2893762"/>
                  <a:ext cx="565150" cy="292100"/>
                  <a:chOff x="1871277" y="1576300"/>
                  <a:chExt cx="1128371" cy="437861"/>
                </a:xfrm>
              </p:grpSpPr>
              <p:sp>
                <p:nvSpPr>
                  <p:cNvPr id="303" name="Oval 302"/>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04" name="Rectangle 303"/>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05" name="Oval 304"/>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06" name="Freeform 305"/>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07" name="Freeform 306"/>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08" name="Freeform 307"/>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09" name="Freeform 308"/>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10" name="Straight Connector 309"/>
                  <p:cNvCxnSpPr>
                    <a:endCxn id="305"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11" name="Straight Connector 310"/>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300" name="Group 299"/>
                <p:cNvGrpSpPr/>
                <p:nvPr/>
              </p:nvGrpSpPr>
              <p:grpSpPr>
                <a:xfrm>
                  <a:off x="1770362" y="2873352"/>
                  <a:ext cx="441422" cy="369332"/>
                  <a:chOff x="667045" y="1708643"/>
                  <a:chExt cx="441422" cy="369332"/>
                </a:xfrm>
              </p:grpSpPr>
              <p:sp>
                <p:nvSpPr>
                  <p:cNvPr id="301" name="Oval 300"/>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302" name="TextBox 301"/>
                  <p:cNvSpPr txBox="1"/>
                  <p:nvPr/>
                </p:nvSpPr>
                <p:spPr>
                  <a:xfrm>
                    <a:off x="667045" y="1708643"/>
                    <a:ext cx="441422" cy="369332"/>
                  </a:xfrm>
                  <a:prstGeom prst="rect">
                    <a:avLst/>
                  </a:prstGeom>
                  <a:noFill/>
                </p:spPr>
                <p:txBody>
                  <a:bodyPr wrap="none" rtlCol="0">
                    <a:spAutoFit/>
                  </a:bodyPr>
                  <a:lstStyle/>
                  <a:p>
                    <a:r>
                      <a:rPr lang="en-US" dirty="0"/>
                      <a:t>1d</a:t>
                    </a:r>
                  </a:p>
                </p:txBody>
              </p:sp>
            </p:grpSp>
          </p:grpSp>
          <p:grpSp>
            <p:nvGrpSpPr>
              <p:cNvPr id="265" name="Group 264"/>
              <p:cNvGrpSpPr/>
              <p:nvPr/>
            </p:nvGrpSpPr>
            <p:grpSpPr>
              <a:xfrm>
                <a:off x="2601806" y="3485072"/>
                <a:ext cx="565150" cy="369332"/>
                <a:chOff x="1736090" y="2873352"/>
                <a:chExt cx="565150" cy="369332"/>
              </a:xfrm>
            </p:grpSpPr>
            <p:grpSp>
              <p:nvGrpSpPr>
                <p:cNvPr id="286" name="Group 327"/>
                <p:cNvGrpSpPr>
                  <a:grpSpLocks/>
                </p:cNvGrpSpPr>
                <p:nvPr/>
              </p:nvGrpSpPr>
              <p:grpSpPr bwMode="auto">
                <a:xfrm>
                  <a:off x="1736090" y="2893762"/>
                  <a:ext cx="565150" cy="292100"/>
                  <a:chOff x="1871277" y="1576300"/>
                  <a:chExt cx="1128371" cy="437861"/>
                </a:xfrm>
              </p:grpSpPr>
              <p:sp>
                <p:nvSpPr>
                  <p:cNvPr id="290" name="Oval 289"/>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91" name="Rectangle 290"/>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92" name="Oval 291"/>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93" name="Freeform 292"/>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94" name="Freeform 293"/>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95" name="Freeform 294"/>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96" name="Freeform 295"/>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97" name="Straight Connector 296"/>
                  <p:cNvCxnSpPr>
                    <a:endCxn id="292"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98" name="Straight Connector 297"/>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87" name="Group 286"/>
                <p:cNvGrpSpPr/>
                <p:nvPr/>
              </p:nvGrpSpPr>
              <p:grpSpPr>
                <a:xfrm>
                  <a:off x="1770362" y="2873352"/>
                  <a:ext cx="428460" cy="369332"/>
                  <a:chOff x="667045" y="1708643"/>
                  <a:chExt cx="428460" cy="369332"/>
                </a:xfrm>
              </p:grpSpPr>
              <p:sp>
                <p:nvSpPr>
                  <p:cNvPr id="288" name="Oval 287"/>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89" name="TextBox 288"/>
                  <p:cNvSpPr txBox="1"/>
                  <p:nvPr/>
                </p:nvSpPr>
                <p:spPr>
                  <a:xfrm>
                    <a:off x="667045" y="1708643"/>
                    <a:ext cx="428460" cy="369332"/>
                  </a:xfrm>
                  <a:prstGeom prst="rect">
                    <a:avLst/>
                  </a:prstGeom>
                  <a:noFill/>
                </p:spPr>
                <p:txBody>
                  <a:bodyPr wrap="none" rtlCol="0">
                    <a:spAutoFit/>
                  </a:bodyPr>
                  <a:lstStyle/>
                  <a:p>
                    <a:r>
                      <a:rPr lang="en-US" dirty="0"/>
                      <a:t>1c</a:t>
                    </a:r>
                  </a:p>
                </p:txBody>
              </p:sp>
            </p:grpSp>
          </p:grpSp>
          <p:grpSp>
            <p:nvGrpSpPr>
              <p:cNvPr id="266" name="Group 265"/>
              <p:cNvGrpSpPr/>
              <p:nvPr/>
            </p:nvGrpSpPr>
            <p:grpSpPr>
              <a:xfrm>
                <a:off x="833331" y="3478719"/>
                <a:ext cx="565150" cy="369332"/>
                <a:chOff x="1736090" y="2873352"/>
                <a:chExt cx="565150" cy="369332"/>
              </a:xfrm>
            </p:grpSpPr>
            <p:grpSp>
              <p:nvGrpSpPr>
                <p:cNvPr id="273" name="Group 327"/>
                <p:cNvGrpSpPr>
                  <a:grpSpLocks/>
                </p:cNvGrpSpPr>
                <p:nvPr/>
              </p:nvGrpSpPr>
              <p:grpSpPr bwMode="auto">
                <a:xfrm>
                  <a:off x="1736090" y="2893762"/>
                  <a:ext cx="565150" cy="292100"/>
                  <a:chOff x="1871277" y="1576300"/>
                  <a:chExt cx="1128371" cy="437861"/>
                </a:xfrm>
              </p:grpSpPr>
              <p:sp>
                <p:nvSpPr>
                  <p:cNvPr id="277" name="Oval 276"/>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78" name="Rectangle 277"/>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79" name="Oval 278"/>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80" name="Freeform 279"/>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81" name="Freeform 280"/>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82" name="Freeform 281"/>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83" name="Freeform 282"/>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84" name="Straight Connector 283"/>
                  <p:cNvCxnSpPr>
                    <a:endCxn id="279"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85" name="Straight Connector 284"/>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74" name="Group 273"/>
                <p:cNvGrpSpPr/>
                <p:nvPr/>
              </p:nvGrpSpPr>
              <p:grpSpPr>
                <a:xfrm>
                  <a:off x="1770362" y="2873352"/>
                  <a:ext cx="441422" cy="369332"/>
                  <a:chOff x="667045" y="1708643"/>
                  <a:chExt cx="441422" cy="369332"/>
                </a:xfrm>
              </p:grpSpPr>
              <p:sp>
                <p:nvSpPr>
                  <p:cNvPr id="275" name="Oval 274"/>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76" name="TextBox 275"/>
                  <p:cNvSpPr txBox="1"/>
                  <p:nvPr/>
                </p:nvSpPr>
                <p:spPr>
                  <a:xfrm>
                    <a:off x="667045" y="1708643"/>
                    <a:ext cx="441422" cy="369332"/>
                  </a:xfrm>
                  <a:prstGeom prst="rect">
                    <a:avLst/>
                  </a:prstGeom>
                  <a:noFill/>
                </p:spPr>
                <p:txBody>
                  <a:bodyPr wrap="none" rtlCol="0">
                    <a:spAutoFit/>
                  </a:bodyPr>
                  <a:lstStyle/>
                  <a:p>
                    <a:r>
                      <a:rPr lang="en-US" dirty="0"/>
                      <a:t>1a</a:t>
                    </a:r>
                  </a:p>
                </p:txBody>
              </p:sp>
            </p:grpSp>
          </p:grpSp>
          <p:cxnSp>
            <p:nvCxnSpPr>
              <p:cNvPr id="267" name="Straight Connector 266"/>
              <p:cNvCxnSpPr>
                <a:stCxn id="315" idx="2"/>
                <a:endCxn id="302" idx="0"/>
              </p:cNvCxnSpPr>
              <p:nvPr/>
            </p:nvCxnSpPr>
            <p:spPr bwMode="auto">
              <a:xfrm>
                <a:off x="1991073" y="3242684"/>
                <a:ext cx="4230" cy="851985"/>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268" name="Straight Connector 267"/>
              <p:cNvCxnSpPr/>
              <p:nvPr/>
            </p:nvCxnSpPr>
            <p:spPr bwMode="auto">
              <a:xfrm>
                <a:off x="1407477" y="3648621"/>
                <a:ext cx="1204913" cy="6353"/>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269" name="Straight Connector 268"/>
              <p:cNvCxnSpPr>
                <a:stCxn id="316" idx="7"/>
              </p:cNvCxnSpPr>
              <p:nvPr/>
            </p:nvCxnSpPr>
            <p:spPr bwMode="auto">
              <a:xfrm>
                <a:off x="2218708" y="3154477"/>
                <a:ext cx="480042" cy="369773"/>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270" name="Straight Connector 269"/>
              <p:cNvCxnSpPr/>
              <p:nvPr/>
            </p:nvCxnSpPr>
            <p:spPr bwMode="auto">
              <a:xfrm>
                <a:off x="1300073" y="3786304"/>
                <a:ext cx="477927" cy="357071"/>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271" name="Straight Connector 270"/>
              <p:cNvCxnSpPr/>
              <p:nvPr/>
            </p:nvCxnSpPr>
            <p:spPr bwMode="auto">
              <a:xfrm flipH="1">
                <a:off x="2196042" y="3783542"/>
                <a:ext cx="508002" cy="349250"/>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272" name="Straight Connector 271"/>
              <p:cNvCxnSpPr/>
              <p:nvPr/>
            </p:nvCxnSpPr>
            <p:spPr bwMode="auto">
              <a:xfrm flipH="1">
                <a:off x="1287553" y="3166946"/>
                <a:ext cx="508002" cy="349250"/>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grpSp>
      </p:grpSp>
      <p:grpSp>
        <p:nvGrpSpPr>
          <p:cNvPr id="126" name="Group 125"/>
          <p:cNvGrpSpPr/>
          <p:nvPr/>
        </p:nvGrpSpPr>
        <p:grpSpPr>
          <a:xfrm>
            <a:off x="3285692" y="2378685"/>
            <a:ext cx="2545688" cy="1720535"/>
            <a:chOff x="-2170772" y="2784954"/>
            <a:chExt cx="2712783" cy="1853712"/>
          </a:xfrm>
        </p:grpSpPr>
        <p:sp>
          <p:nvSpPr>
            <p:cNvPr id="197" name="Freeform 2"/>
            <p:cNvSpPr>
              <a:spLocks/>
            </p:cNvSpPr>
            <p:nvPr/>
          </p:nvSpPr>
          <p:spPr bwMode="auto">
            <a:xfrm>
              <a:off x="-2170772" y="2784954"/>
              <a:ext cx="2712783" cy="1853712"/>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 fmla="*/ 4 w 8600"/>
                <a:gd name="connsiteY0" fmla="*/ 4042 h 10128"/>
                <a:gd name="connsiteX1" fmla="*/ 715 w 8600"/>
                <a:gd name="connsiteY1" fmla="*/ 1598 h 10128"/>
                <a:gd name="connsiteX2" fmla="*/ 3130 w 8600"/>
                <a:gd name="connsiteY2" fmla="*/ 1009 h 10128"/>
                <a:gd name="connsiteX3" fmla="*/ 4995 w 8600"/>
                <a:gd name="connsiteY3" fmla="*/ 3 h 10128"/>
                <a:gd name="connsiteX4" fmla="*/ 6720 w 8600"/>
                <a:gd name="connsiteY4" fmla="*/ 1012 h 10128"/>
                <a:gd name="connsiteX5" fmla="*/ 8599 w 8600"/>
                <a:gd name="connsiteY5" fmla="*/ 6800 h 10128"/>
                <a:gd name="connsiteX6" fmla="*/ 6995 w 8600"/>
                <a:gd name="connsiteY6" fmla="*/ 9325 h 10128"/>
                <a:gd name="connsiteX7" fmla="*/ 5307 w 8600"/>
                <a:gd name="connsiteY7" fmla="*/ 8846 h 10128"/>
                <a:gd name="connsiteX8" fmla="*/ 4371 w 8600"/>
                <a:gd name="connsiteY8" fmla="*/ 9915 h 10128"/>
                <a:gd name="connsiteX9" fmla="*/ 3140 w 8600"/>
                <a:gd name="connsiteY9" fmla="*/ 10022 h 10128"/>
                <a:gd name="connsiteX10" fmla="*/ 2179 w 8600"/>
                <a:gd name="connsiteY10" fmla="*/ 7898 h 10128"/>
                <a:gd name="connsiteX11" fmla="*/ 1187 w 8600"/>
                <a:gd name="connsiteY11" fmla="*/ 7498 h 10128"/>
                <a:gd name="connsiteX12" fmla="*/ 4 w 8600"/>
                <a:gd name="connsiteY12" fmla="*/ 4042 h 10128"/>
                <a:gd name="connsiteX0" fmla="*/ 4 w 9326"/>
                <a:gd name="connsiteY0" fmla="*/ 3988 h 9997"/>
                <a:gd name="connsiteX1" fmla="*/ 830 w 9326"/>
                <a:gd name="connsiteY1" fmla="*/ 1575 h 9997"/>
                <a:gd name="connsiteX2" fmla="*/ 3639 w 9326"/>
                <a:gd name="connsiteY2" fmla="*/ 993 h 9997"/>
                <a:gd name="connsiteX3" fmla="*/ 5807 w 9326"/>
                <a:gd name="connsiteY3" fmla="*/ 0 h 9997"/>
                <a:gd name="connsiteX4" fmla="*/ 7813 w 9326"/>
                <a:gd name="connsiteY4" fmla="*/ 996 h 9997"/>
                <a:gd name="connsiteX5" fmla="*/ 9324 w 9326"/>
                <a:gd name="connsiteY5" fmla="*/ 5746 h 9997"/>
                <a:gd name="connsiteX6" fmla="*/ 8133 w 9326"/>
                <a:gd name="connsiteY6" fmla="*/ 9204 h 9997"/>
                <a:gd name="connsiteX7" fmla="*/ 6170 w 9326"/>
                <a:gd name="connsiteY7" fmla="*/ 8731 h 9997"/>
                <a:gd name="connsiteX8" fmla="*/ 5082 w 9326"/>
                <a:gd name="connsiteY8" fmla="*/ 9787 h 9997"/>
                <a:gd name="connsiteX9" fmla="*/ 3650 w 9326"/>
                <a:gd name="connsiteY9" fmla="*/ 9892 h 9997"/>
                <a:gd name="connsiteX10" fmla="*/ 2533 w 9326"/>
                <a:gd name="connsiteY10" fmla="*/ 7795 h 9997"/>
                <a:gd name="connsiteX11" fmla="*/ 1379 w 9326"/>
                <a:gd name="connsiteY11" fmla="*/ 7400 h 9997"/>
                <a:gd name="connsiteX12" fmla="*/ 4 w 9326"/>
                <a:gd name="connsiteY12" fmla="*/ 3988 h 9997"/>
                <a:gd name="connsiteX0" fmla="*/ 4 w 10001"/>
                <a:gd name="connsiteY0" fmla="*/ 3989 h 10041"/>
                <a:gd name="connsiteX1" fmla="*/ 890 w 10001"/>
                <a:gd name="connsiteY1" fmla="*/ 1575 h 10041"/>
                <a:gd name="connsiteX2" fmla="*/ 3902 w 10001"/>
                <a:gd name="connsiteY2" fmla="*/ 993 h 10041"/>
                <a:gd name="connsiteX3" fmla="*/ 6227 w 10001"/>
                <a:gd name="connsiteY3" fmla="*/ 0 h 10041"/>
                <a:gd name="connsiteX4" fmla="*/ 8378 w 10001"/>
                <a:gd name="connsiteY4" fmla="*/ 996 h 10041"/>
                <a:gd name="connsiteX5" fmla="*/ 9998 w 10001"/>
                <a:gd name="connsiteY5" fmla="*/ 5748 h 10041"/>
                <a:gd name="connsiteX6" fmla="*/ 8721 w 10001"/>
                <a:gd name="connsiteY6" fmla="*/ 9207 h 10041"/>
                <a:gd name="connsiteX7" fmla="*/ 5449 w 10001"/>
                <a:gd name="connsiteY7" fmla="*/ 9790 h 10041"/>
                <a:gd name="connsiteX8" fmla="*/ 3914 w 10001"/>
                <a:gd name="connsiteY8" fmla="*/ 9895 h 10041"/>
                <a:gd name="connsiteX9" fmla="*/ 2716 w 10001"/>
                <a:gd name="connsiteY9" fmla="*/ 7797 h 10041"/>
                <a:gd name="connsiteX10" fmla="*/ 1479 w 10001"/>
                <a:gd name="connsiteY10" fmla="*/ 7402 h 10041"/>
                <a:gd name="connsiteX11" fmla="*/ 4 w 10001"/>
                <a:gd name="connsiteY11" fmla="*/ 3989 h 10041"/>
                <a:gd name="connsiteX0" fmla="*/ 4 w 10001"/>
                <a:gd name="connsiteY0" fmla="*/ 3989 h 14825"/>
                <a:gd name="connsiteX1" fmla="*/ 890 w 10001"/>
                <a:gd name="connsiteY1" fmla="*/ 1575 h 14825"/>
                <a:gd name="connsiteX2" fmla="*/ 3902 w 10001"/>
                <a:gd name="connsiteY2" fmla="*/ 993 h 14825"/>
                <a:gd name="connsiteX3" fmla="*/ 6227 w 10001"/>
                <a:gd name="connsiteY3" fmla="*/ 0 h 14825"/>
                <a:gd name="connsiteX4" fmla="*/ 8378 w 10001"/>
                <a:gd name="connsiteY4" fmla="*/ 996 h 14825"/>
                <a:gd name="connsiteX5" fmla="*/ 9998 w 10001"/>
                <a:gd name="connsiteY5" fmla="*/ 5748 h 14825"/>
                <a:gd name="connsiteX6" fmla="*/ 8721 w 10001"/>
                <a:gd name="connsiteY6" fmla="*/ 9207 h 14825"/>
                <a:gd name="connsiteX7" fmla="*/ 6011 w 10001"/>
                <a:gd name="connsiteY7" fmla="*/ 14823 h 14825"/>
                <a:gd name="connsiteX8" fmla="*/ 3914 w 10001"/>
                <a:gd name="connsiteY8" fmla="*/ 9895 h 14825"/>
                <a:gd name="connsiteX9" fmla="*/ 2716 w 10001"/>
                <a:gd name="connsiteY9" fmla="*/ 7797 h 14825"/>
                <a:gd name="connsiteX10" fmla="*/ 1479 w 10001"/>
                <a:gd name="connsiteY10" fmla="*/ 7402 h 14825"/>
                <a:gd name="connsiteX11" fmla="*/ 4 w 10001"/>
                <a:gd name="connsiteY11" fmla="*/ 3989 h 14825"/>
                <a:gd name="connsiteX0" fmla="*/ 4 w 10001"/>
                <a:gd name="connsiteY0" fmla="*/ 7436 h 18272"/>
                <a:gd name="connsiteX1" fmla="*/ 890 w 10001"/>
                <a:gd name="connsiteY1" fmla="*/ 5022 h 18272"/>
                <a:gd name="connsiteX2" fmla="*/ 3902 w 10001"/>
                <a:gd name="connsiteY2" fmla="*/ 4440 h 18272"/>
                <a:gd name="connsiteX3" fmla="*/ 6026 w 10001"/>
                <a:gd name="connsiteY3" fmla="*/ 0 h 18272"/>
                <a:gd name="connsiteX4" fmla="*/ 8378 w 10001"/>
                <a:gd name="connsiteY4" fmla="*/ 4443 h 18272"/>
                <a:gd name="connsiteX5" fmla="*/ 9998 w 10001"/>
                <a:gd name="connsiteY5" fmla="*/ 9195 h 18272"/>
                <a:gd name="connsiteX6" fmla="*/ 8721 w 10001"/>
                <a:gd name="connsiteY6" fmla="*/ 12654 h 18272"/>
                <a:gd name="connsiteX7" fmla="*/ 6011 w 10001"/>
                <a:gd name="connsiteY7" fmla="*/ 18270 h 18272"/>
                <a:gd name="connsiteX8" fmla="*/ 3914 w 10001"/>
                <a:gd name="connsiteY8" fmla="*/ 13342 h 18272"/>
                <a:gd name="connsiteX9" fmla="*/ 2716 w 10001"/>
                <a:gd name="connsiteY9" fmla="*/ 11244 h 18272"/>
                <a:gd name="connsiteX10" fmla="*/ 1479 w 10001"/>
                <a:gd name="connsiteY10" fmla="*/ 10849 h 18272"/>
                <a:gd name="connsiteX11" fmla="*/ 4 w 10001"/>
                <a:gd name="connsiteY11" fmla="*/ 7436 h 18272"/>
                <a:gd name="connsiteX0" fmla="*/ 1 w 9998"/>
                <a:gd name="connsiteY0" fmla="*/ 7436 h 18272"/>
                <a:gd name="connsiteX1" fmla="*/ 3899 w 9998"/>
                <a:gd name="connsiteY1" fmla="*/ 4440 h 18272"/>
                <a:gd name="connsiteX2" fmla="*/ 6023 w 9998"/>
                <a:gd name="connsiteY2" fmla="*/ 0 h 18272"/>
                <a:gd name="connsiteX3" fmla="*/ 8375 w 9998"/>
                <a:gd name="connsiteY3" fmla="*/ 4443 h 18272"/>
                <a:gd name="connsiteX4" fmla="*/ 9995 w 9998"/>
                <a:gd name="connsiteY4" fmla="*/ 9195 h 18272"/>
                <a:gd name="connsiteX5" fmla="*/ 8718 w 9998"/>
                <a:gd name="connsiteY5" fmla="*/ 12654 h 18272"/>
                <a:gd name="connsiteX6" fmla="*/ 6008 w 9998"/>
                <a:gd name="connsiteY6" fmla="*/ 18270 h 18272"/>
                <a:gd name="connsiteX7" fmla="*/ 3911 w 9998"/>
                <a:gd name="connsiteY7" fmla="*/ 13342 h 18272"/>
                <a:gd name="connsiteX8" fmla="*/ 2713 w 9998"/>
                <a:gd name="connsiteY8" fmla="*/ 11244 h 18272"/>
                <a:gd name="connsiteX9" fmla="*/ 1476 w 9998"/>
                <a:gd name="connsiteY9" fmla="*/ 10849 h 18272"/>
                <a:gd name="connsiteX10" fmla="*/ 1 w 9998"/>
                <a:gd name="connsiteY10" fmla="*/ 7436 h 18272"/>
                <a:gd name="connsiteX0" fmla="*/ 35 w 8559"/>
                <a:gd name="connsiteY0" fmla="*/ 5938 h 10000"/>
                <a:gd name="connsiteX1" fmla="*/ 2459 w 8559"/>
                <a:gd name="connsiteY1" fmla="*/ 2430 h 10000"/>
                <a:gd name="connsiteX2" fmla="*/ 4583 w 8559"/>
                <a:gd name="connsiteY2" fmla="*/ 0 h 10000"/>
                <a:gd name="connsiteX3" fmla="*/ 6936 w 8559"/>
                <a:gd name="connsiteY3" fmla="*/ 2432 h 10000"/>
                <a:gd name="connsiteX4" fmla="*/ 8556 w 8559"/>
                <a:gd name="connsiteY4" fmla="*/ 5032 h 10000"/>
                <a:gd name="connsiteX5" fmla="*/ 7279 w 8559"/>
                <a:gd name="connsiteY5" fmla="*/ 6925 h 10000"/>
                <a:gd name="connsiteX6" fmla="*/ 4568 w 8559"/>
                <a:gd name="connsiteY6" fmla="*/ 9999 h 10000"/>
                <a:gd name="connsiteX7" fmla="*/ 2471 w 8559"/>
                <a:gd name="connsiteY7" fmla="*/ 7302 h 10000"/>
                <a:gd name="connsiteX8" fmla="*/ 1273 w 8559"/>
                <a:gd name="connsiteY8" fmla="*/ 6154 h 10000"/>
                <a:gd name="connsiteX9" fmla="*/ 35 w 8559"/>
                <a:gd name="connsiteY9" fmla="*/ 5938 h 10000"/>
                <a:gd name="connsiteX0" fmla="*/ 49 w 9820"/>
                <a:gd name="connsiteY0" fmla="*/ 4655 h 10000"/>
                <a:gd name="connsiteX1" fmla="*/ 2693 w 9820"/>
                <a:gd name="connsiteY1" fmla="*/ 2430 h 10000"/>
                <a:gd name="connsiteX2" fmla="*/ 5175 w 9820"/>
                <a:gd name="connsiteY2" fmla="*/ 0 h 10000"/>
                <a:gd name="connsiteX3" fmla="*/ 7924 w 9820"/>
                <a:gd name="connsiteY3" fmla="*/ 2432 h 10000"/>
                <a:gd name="connsiteX4" fmla="*/ 9816 w 9820"/>
                <a:gd name="connsiteY4" fmla="*/ 5032 h 10000"/>
                <a:gd name="connsiteX5" fmla="*/ 8324 w 9820"/>
                <a:gd name="connsiteY5" fmla="*/ 6925 h 10000"/>
                <a:gd name="connsiteX6" fmla="*/ 5157 w 9820"/>
                <a:gd name="connsiteY6" fmla="*/ 9999 h 10000"/>
                <a:gd name="connsiteX7" fmla="*/ 2707 w 9820"/>
                <a:gd name="connsiteY7" fmla="*/ 7302 h 10000"/>
                <a:gd name="connsiteX8" fmla="*/ 1307 w 9820"/>
                <a:gd name="connsiteY8" fmla="*/ 6154 h 10000"/>
                <a:gd name="connsiteX9" fmla="*/ 49 w 9820"/>
                <a:gd name="connsiteY9" fmla="*/ 4655 h 10000"/>
                <a:gd name="connsiteX0" fmla="*/ 45 w 9995"/>
                <a:gd name="connsiteY0" fmla="*/ 4655 h 10000"/>
                <a:gd name="connsiteX1" fmla="*/ 2737 w 9995"/>
                <a:gd name="connsiteY1" fmla="*/ 2430 h 10000"/>
                <a:gd name="connsiteX2" fmla="*/ 5265 w 9995"/>
                <a:gd name="connsiteY2" fmla="*/ 0 h 10000"/>
                <a:gd name="connsiteX3" fmla="*/ 8064 w 9995"/>
                <a:gd name="connsiteY3" fmla="*/ 2432 h 10000"/>
                <a:gd name="connsiteX4" fmla="*/ 9991 w 9995"/>
                <a:gd name="connsiteY4" fmla="*/ 5032 h 10000"/>
                <a:gd name="connsiteX5" fmla="*/ 8472 w 9995"/>
                <a:gd name="connsiteY5" fmla="*/ 6925 h 10000"/>
                <a:gd name="connsiteX6" fmla="*/ 5247 w 9995"/>
                <a:gd name="connsiteY6" fmla="*/ 9999 h 10000"/>
                <a:gd name="connsiteX7" fmla="*/ 2752 w 9995"/>
                <a:gd name="connsiteY7" fmla="*/ 7302 h 10000"/>
                <a:gd name="connsiteX8" fmla="*/ 1374 w 9995"/>
                <a:gd name="connsiteY8" fmla="*/ 6984 h 10000"/>
                <a:gd name="connsiteX9" fmla="*/ 45 w 9995"/>
                <a:gd name="connsiteY9" fmla="*/ 4655 h 10000"/>
                <a:gd name="connsiteX0" fmla="*/ 45 w 10000"/>
                <a:gd name="connsiteY0" fmla="*/ 5032 h 10377"/>
                <a:gd name="connsiteX1" fmla="*/ 2738 w 10000"/>
                <a:gd name="connsiteY1" fmla="*/ 2807 h 10377"/>
                <a:gd name="connsiteX2" fmla="*/ 4886 w 10000"/>
                <a:gd name="connsiteY2" fmla="*/ 0 h 10377"/>
                <a:gd name="connsiteX3" fmla="*/ 8068 w 10000"/>
                <a:gd name="connsiteY3" fmla="*/ 2809 h 10377"/>
                <a:gd name="connsiteX4" fmla="*/ 9996 w 10000"/>
                <a:gd name="connsiteY4" fmla="*/ 5409 h 10377"/>
                <a:gd name="connsiteX5" fmla="*/ 8476 w 10000"/>
                <a:gd name="connsiteY5" fmla="*/ 7302 h 10377"/>
                <a:gd name="connsiteX6" fmla="*/ 5250 w 10000"/>
                <a:gd name="connsiteY6" fmla="*/ 10376 h 10377"/>
                <a:gd name="connsiteX7" fmla="*/ 2753 w 10000"/>
                <a:gd name="connsiteY7" fmla="*/ 7679 h 10377"/>
                <a:gd name="connsiteX8" fmla="*/ 1375 w 10000"/>
                <a:gd name="connsiteY8" fmla="*/ 7361 h 10377"/>
                <a:gd name="connsiteX9" fmla="*/ 45 w 10000"/>
                <a:gd name="connsiteY9" fmla="*/ 5032 h 10377"/>
                <a:gd name="connsiteX0" fmla="*/ 45 w 10000"/>
                <a:gd name="connsiteY0" fmla="*/ 5036 h 10381"/>
                <a:gd name="connsiteX1" fmla="*/ 2738 w 10000"/>
                <a:gd name="connsiteY1" fmla="*/ 2811 h 10381"/>
                <a:gd name="connsiteX2" fmla="*/ 4886 w 10000"/>
                <a:gd name="connsiteY2" fmla="*/ 4 h 10381"/>
                <a:gd name="connsiteX3" fmla="*/ 8068 w 10000"/>
                <a:gd name="connsiteY3" fmla="*/ 2813 h 10381"/>
                <a:gd name="connsiteX4" fmla="*/ 9996 w 10000"/>
                <a:gd name="connsiteY4" fmla="*/ 5413 h 10381"/>
                <a:gd name="connsiteX5" fmla="*/ 8476 w 10000"/>
                <a:gd name="connsiteY5" fmla="*/ 7306 h 10381"/>
                <a:gd name="connsiteX6" fmla="*/ 5250 w 10000"/>
                <a:gd name="connsiteY6" fmla="*/ 10380 h 10381"/>
                <a:gd name="connsiteX7" fmla="*/ 2753 w 10000"/>
                <a:gd name="connsiteY7" fmla="*/ 7683 h 10381"/>
                <a:gd name="connsiteX8" fmla="*/ 1375 w 10000"/>
                <a:gd name="connsiteY8" fmla="*/ 7365 h 10381"/>
                <a:gd name="connsiteX9" fmla="*/ 45 w 10000"/>
                <a:gd name="connsiteY9" fmla="*/ 5036 h 10381"/>
                <a:gd name="connsiteX0" fmla="*/ 45 w 10000"/>
                <a:gd name="connsiteY0" fmla="*/ 5036 h 10796"/>
                <a:gd name="connsiteX1" fmla="*/ 2738 w 10000"/>
                <a:gd name="connsiteY1" fmla="*/ 2811 h 10796"/>
                <a:gd name="connsiteX2" fmla="*/ 4886 w 10000"/>
                <a:gd name="connsiteY2" fmla="*/ 4 h 10796"/>
                <a:gd name="connsiteX3" fmla="*/ 8068 w 10000"/>
                <a:gd name="connsiteY3" fmla="*/ 2813 h 10796"/>
                <a:gd name="connsiteX4" fmla="*/ 9996 w 10000"/>
                <a:gd name="connsiteY4" fmla="*/ 5413 h 10796"/>
                <a:gd name="connsiteX5" fmla="*/ 8476 w 10000"/>
                <a:gd name="connsiteY5" fmla="*/ 7306 h 10796"/>
                <a:gd name="connsiteX6" fmla="*/ 5202 w 10000"/>
                <a:gd name="connsiteY6" fmla="*/ 10795 h 10796"/>
                <a:gd name="connsiteX7" fmla="*/ 2753 w 10000"/>
                <a:gd name="connsiteY7" fmla="*/ 7683 h 10796"/>
                <a:gd name="connsiteX8" fmla="*/ 1375 w 10000"/>
                <a:gd name="connsiteY8" fmla="*/ 7365 h 10796"/>
                <a:gd name="connsiteX9" fmla="*/ 45 w 10000"/>
                <a:gd name="connsiteY9" fmla="*/ 5036 h 10796"/>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00" h="10795">
                  <a:moveTo>
                    <a:pt x="45" y="5036"/>
                  </a:moveTo>
                  <a:cubicBezTo>
                    <a:pt x="272" y="4277"/>
                    <a:pt x="1931" y="3650"/>
                    <a:pt x="2738" y="2811"/>
                  </a:cubicBezTo>
                  <a:cubicBezTo>
                    <a:pt x="3545" y="1972"/>
                    <a:pt x="3352" y="117"/>
                    <a:pt x="4886" y="4"/>
                  </a:cubicBezTo>
                  <a:cubicBezTo>
                    <a:pt x="6420" y="-109"/>
                    <a:pt x="7216" y="1912"/>
                    <a:pt x="8068" y="2813"/>
                  </a:cubicBezTo>
                  <a:cubicBezTo>
                    <a:pt x="8920" y="3715"/>
                    <a:pt x="9928" y="3420"/>
                    <a:pt x="9996" y="5413"/>
                  </a:cubicBezTo>
                  <a:cubicBezTo>
                    <a:pt x="10064" y="7406"/>
                    <a:pt x="9275" y="6409"/>
                    <a:pt x="8476" y="7306"/>
                  </a:cubicBezTo>
                  <a:cubicBezTo>
                    <a:pt x="7677" y="8203"/>
                    <a:pt x="7086" y="10770"/>
                    <a:pt x="5202" y="10795"/>
                  </a:cubicBezTo>
                  <a:cubicBezTo>
                    <a:pt x="3318" y="10820"/>
                    <a:pt x="3391" y="8255"/>
                    <a:pt x="2753" y="7683"/>
                  </a:cubicBezTo>
                  <a:cubicBezTo>
                    <a:pt x="2115" y="7111"/>
                    <a:pt x="2326" y="7496"/>
                    <a:pt x="1375" y="7365"/>
                  </a:cubicBezTo>
                  <a:cubicBezTo>
                    <a:pt x="493" y="6773"/>
                    <a:pt x="-182" y="5795"/>
                    <a:pt x="45" y="5036"/>
                  </a:cubicBezTo>
                  <a:close/>
                </a:path>
              </a:pathLst>
            </a:custGeom>
            <a:solidFill>
              <a:srgbClr val="66CCFF"/>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grpSp>
          <p:nvGrpSpPr>
            <p:cNvPr id="198" name="Group 197"/>
            <p:cNvGrpSpPr/>
            <p:nvPr/>
          </p:nvGrpSpPr>
          <p:grpSpPr>
            <a:xfrm>
              <a:off x="-1935370" y="2935816"/>
              <a:ext cx="2333625" cy="1590649"/>
              <a:chOff x="833331" y="2873352"/>
              <a:chExt cx="2333625" cy="1590649"/>
            </a:xfrm>
          </p:grpSpPr>
          <p:grpSp>
            <p:nvGrpSpPr>
              <p:cNvPr id="199" name="Group 198"/>
              <p:cNvGrpSpPr/>
              <p:nvPr/>
            </p:nvGrpSpPr>
            <p:grpSpPr>
              <a:xfrm>
                <a:off x="1736090" y="2873352"/>
                <a:ext cx="565150" cy="369332"/>
                <a:chOff x="1736090" y="2873352"/>
                <a:chExt cx="565150" cy="369332"/>
              </a:xfrm>
            </p:grpSpPr>
            <p:grpSp>
              <p:nvGrpSpPr>
                <p:cNvPr id="248" name="Group 327"/>
                <p:cNvGrpSpPr>
                  <a:grpSpLocks/>
                </p:cNvGrpSpPr>
                <p:nvPr/>
              </p:nvGrpSpPr>
              <p:grpSpPr bwMode="auto">
                <a:xfrm>
                  <a:off x="1736090" y="2893762"/>
                  <a:ext cx="565150" cy="292100"/>
                  <a:chOff x="1871277" y="1576300"/>
                  <a:chExt cx="1128371" cy="437861"/>
                </a:xfrm>
              </p:grpSpPr>
              <p:sp>
                <p:nvSpPr>
                  <p:cNvPr id="252" name="Oval 251"/>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53" name="Rectangle 252"/>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54" name="Oval 253"/>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55" name="Freeform 254"/>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56" name="Freeform 255"/>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57" name="Freeform 256"/>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58" name="Freeform 257"/>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59" name="Straight Connector 258"/>
                  <p:cNvCxnSpPr>
                    <a:endCxn id="254"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60" name="Straight Connector 259"/>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49" name="Group 248"/>
                <p:cNvGrpSpPr/>
                <p:nvPr/>
              </p:nvGrpSpPr>
              <p:grpSpPr>
                <a:xfrm>
                  <a:off x="1770362" y="2873352"/>
                  <a:ext cx="441422" cy="369332"/>
                  <a:chOff x="667045" y="1708643"/>
                  <a:chExt cx="441422" cy="369332"/>
                </a:xfrm>
              </p:grpSpPr>
              <p:sp>
                <p:nvSpPr>
                  <p:cNvPr id="250" name="Oval 249"/>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51" name="TextBox 250"/>
                  <p:cNvSpPr txBox="1"/>
                  <p:nvPr/>
                </p:nvSpPr>
                <p:spPr>
                  <a:xfrm>
                    <a:off x="667045" y="1708643"/>
                    <a:ext cx="441422" cy="369332"/>
                  </a:xfrm>
                  <a:prstGeom prst="rect">
                    <a:avLst/>
                  </a:prstGeom>
                  <a:noFill/>
                </p:spPr>
                <p:txBody>
                  <a:bodyPr wrap="none" rtlCol="0">
                    <a:spAutoFit/>
                  </a:bodyPr>
                  <a:lstStyle/>
                  <a:p>
                    <a:r>
                      <a:rPr lang="en-US" dirty="0"/>
                      <a:t>2b</a:t>
                    </a:r>
                  </a:p>
                </p:txBody>
              </p:sp>
            </p:grpSp>
          </p:grpSp>
          <p:grpSp>
            <p:nvGrpSpPr>
              <p:cNvPr id="200" name="Group 199"/>
              <p:cNvGrpSpPr/>
              <p:nvPr/>
            </p:nvGrpSpPr>
            <p:grpSpPr>
              <a:xfrm>
                <a:off x="1740320" y="4094669"/>
                <a:ext cx="565150" cy="369332"/>
                <a:chOff x="1736090" y="2873352"/>
                <a:chExt cx="565150" cy="369332"/>
              </a:xfrm>
            </p:grpSpPr>
            <p:grpSp>
              <p:nvGrpSpPr>
                <p:cNvPr id="235" name="Group 327"/>
                <p:cNvGrpSpPr>
                  <a:grpSpLocks/>
                </p:cNvGrpSpPr>
                <p:nvPr/>
              </p:nvGrpSpPr>
              <p:grpSpPr bwMode="auto">
                <a:xfrm>
                  <a:off x="1736090" y="2893762"/>
                  <a:ext cx="565150" cy="292100"/>
                  <a:chOff x="1871277" y="1576300"/>
                  <a:chExt cx="1128371" cy="437861"/>
                </a:xfrm>
              </p:grpSpPr>
              <p:sp>
                <p:nvSpPr>
                  <p:cNvPr id="239" name="Oval 238"/>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40" name="Rectangle 239"/>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41" name="Oval 240"/>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42" name="Freeform 241"/>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43" name="Freeform 242"/>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44" name="Freeform 243"/>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45" name="Freeform 244"/>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46" name="Straight Connector 245"/>
                  <p:cNvCxnSpPr>
                    <a:endCxn id="241"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47" name="Straight Connector 246"/>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36" name="Group 235"/>
                <p:cNvGrpSpPr/>
                <p:nvPr/>
              </p:nvGrpSpPr>
              <p:grpSpPr>
                <a:xfrm>
                  <a:off x="1770362" y="2873352"/>
                  <a:ext cx="441422" cy="369332"/>
                  <a:chOff x="667045" y="1708643"/>
                  <a:chExt cx="441422" cy="369332"/>
                </a:xfrm>
              </p:grpSpPr>
              <p:sp>
                <p:nvSpPr>
                  <p:cNvPr id="237" name="Oval 236"/>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38" name="TextBox 237"/>
                  <p:cNvSpPr txBox="1"/>
                  <p:nvPr/>
                </p:nvSpPr>
                <p:spPr>
                  <a:xfrm>
                    <a:off x="667045" y="1708643"/>
                    <a:ext cx="441422" cy="369332"/>
                  </a:xfrm>
                  <a:prstGeom prst="rect">
                    <a:avLst/>
                  </a:prstGeom>
                  <a:noFill/>
                </p:spPr>
                <p:txBody>
                  <a:bodyPr wrap="none" rtlCol="0">
                    <a:spAutoFit/>
                  </a:bodyPr>
                  <a:lstStyle/>
                  <a:p>
                    <a:r>
                      <a:rPr lang="en-US" dirty="0"/>
                      <a:t>2d</a:t>
                    </a:r>
                  </a:p>
                </p:txBody>
              </p:sp>
            </p:grpSp>
          </p:grpSp>
          <p:grpSp>
            <p:nvGrpSpPr>
              <p:cNvPr id="201" name="Group 200"/>
              <p:cNvGrpSpPr/>
              <p:nvPr/>
            </p:nvGrpSpPr>
            <p:grpSpPr>
              <a:xfrm>
                <a:off x="2601806" y="3485072"/>
                <a:ext cx="565150" cy="369332"/>
                <a:chOff x="1736090" y="2873352"/>
                <a:chExt cx="565150" cy="369332"/>
              </a:xfrm>
            </p:grpSpPr>
            <p:grpSp>
              <p:nvGrpSpPr>
                <p:cNvPr id="222" name="Group 327"/>
                <p:cNvGrpSpPr>
                  <a:grpSpLocks/>
                </p:cNvGrpSpPr>
                <p:nvPr/>
              </p:nvGrpSpPr>
              <p:grpSpPr bwMode="auto">
                <a:xfrm>
                  <a:off x="1736090" y="2893762"/>
                  <a:ext cx="565150" cy="292100"/>
                  <a:chOff x="1871277" y="1576300"/>
                  <a:chExt cx="1128371" cy="437861"/>
                </a:xfrm>
              </p:grpSpPr>
              <p:sp>
                <p:nvSpPr>
                  <p:cNvPr id="226" name="Oval 225"/>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27" name="Rectangle 226"/>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28" name="Oval 227"/>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29" name="Freeform 228"/>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30" name="Freeform 229"/>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31" name="Freeform 230"/>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32" name="Freeform 231"/>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33" name="Straight Connector 232"/>
                  <p:cNvCxnSpPr>
                    <a:endCxn id="228"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34" name="Straight Connector 233"/>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23" name="Group 222"/>
                <p:cNvGrpSpPr/>
                <p:nvPr/>
              </p:nvGrpSpPr>
              <p:grpSpPr>
                <a:xfrm>
                  <a:off x="1770362" y="2873352"/>
                  <a:ext cx="428460" cy="369332"/>
                  <a:chOff x="667045" y="1708643"/>
                  <a:chExt cx="428460" cy="369332"/>
                </a:xfrm>
              </p:grpSpPr>
              <p:sp>
                <p:nvSpPr>
                  <p:cNvPr id="224" name="Oval 223"/>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25" name="TextBox 224"/>
                  <p:cNvSpPr txBox="1"/>
                  <p:nvPr/>
                </p:nvSpPr>
                <p:spPr>
                  <a:xfrm>
                    <a:off x="667045" y="1708643"/>
                    <a:ext cx="428460" cy="369332"/>
                  </a:xfrm>
                  <a:prstGeom prst="rect">
                    <a:avLst/>
                  </a:prstGeom>
                  <a:noFill/>
                </p:spPr>
                <p:txBody>
                  <a:bodyPr wrap="none" rtlCol="0">
                    <a:spAutoFit/>
                  </a:bodyPr>
                  <a:lstStyle/>
                  <a:p>
                    <a:r>
                      <a:rPr lang="en-US" dirty="0"/>
                      <a:t>2c</a:t>
                    </a:r>
                  </a:p>
                </p:txBody>
              </p:sp>
            </p:grpSp>
          </p:grpSp>
          <p:grpSp>
            <p:nvGrpSpPr>
              <p:cNvPr id="202" name="Group 201"/>
              <p:cNvGrpSpPr/>
              <p:nvPr/>
            </p:nvGrpSpPr>
            <p:grpSpPr>
              <a:xfrm>
                <a:off x="833331" y="3478719"/>
                <a:ext cx="565150" cy="369332"/>
                <a:chOff x="1736090" y="2873352"/>
                <a:chExt cx="565150" cy="369332"/>
              </a:xfrm>
            </p:grpSpPr>
            <p:grpSp>
              <p:nvGrpSpPr>
                <p:cNvPr id="209" name="Group 327"/>
                <p:cNvGrpSpPr>
                  <a:grpSpLocks/>
                </p:cNvGrpSpPr>
                <p:nvPr/>
              </p:nvGrpSpPr>
              <p:grpSpPr bwMode="auto">
                <a:xfrm>
                  <a:off x="1736090" y="2893762"/>
                  <a:ext cx="565150" cy="292100"/>
                  <a:chOff x="1871277" y="1576300"/>
                  <a:chExt cx="1128371" cy="437861"/>
                </a:xfrm>
              </p:grpSpPr>
              <p:sp>
                <p:nvSpPr>
                  <p:cNvPr id="213" name="Oval 212"/>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14" name="Rectangle 213"/>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15" name="Oval 214"/>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16" name="Freeform 215"/>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17" name="Freeform 216"/>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18" name="Freeform 217"/>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19" name="Freeform 218"/>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20" name="Straight Connector 219"/>
                  <p:cNvCxnSpPr>
                    <a:endCxn id="215"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21" name="Straight Connector 220"/>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10" name="Group 209"/>
                <p:cNvGrpSpPr/>
                <p:nvPr/>
              </p:nvGrpSpPr>
              <p:grpSpPr>
                <a:xfrm>
                  <a:off x="1770362" y="2873352"/>
                  <a:ext cx="441422" cy="369332"/>
                  <a:chOff x="667045" y="1708643"/>
                  <a:chExt cx="441422" cy="369332"/>
                </a:xfrm>
              </p:grpSpPr>
              <p:sp>
                <p:nvSpPr>
                  <p:cNvPr id="211" name="Oval 210"/>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12" name="TextBox 211"/>
                  <p:cNvSpPr txBox="1"/>
                  <p:nvPr/>
                </p:nvSpPr>
                <p:spPr>
                  <a:xfrm>
                    <a:off x="667045" y="1708643"/>
                    <a:ext cx="441422" cy="369332"/>
                  </a:xfrm>
                  <a:prstGeom prst="rect">
                    <a:avLst/>
                  </a:prstGeom>
                  <a:noFill/>
                </p:spPr>
                <p:txBody>
                  <a:bodyPr wrap="none" rtlCol="0">
                    <a:spAutoFit/>
                  </a:bodyPr>
                  <a:lstStyle/>
                  <a:p>
                    <a:r>
                      <a:rPr lang="en-US" dirty="0"/>
                      <a:t>2a</a:t>
                    </a:r>
                  </a:p>
                </p:txBody>
              </p:sp>
            </p:grpSp>
          </p:grpSp>
          <p:cxnSp>
            <p:nvCxnSpPr>
              <p:cNvPr id="203" name="Straight Connector 202"/>
              <p:cNvCxnSpPr>
                <a:stCxn id="251" idx="2"/>
                <a:endCxn id="238" idx="0"/>
              </p:cNvCxnSpPr>
              <p:nvPr/>
            </p:nvCxnSpPr>
            <p:spPr bwMode="auto">
              <a:xfrm>
                <a:off x="1991073" y="3242684"/>
                <a:ext cx="4230" cy="851985"/>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204" name="Straight Connector 203"/>
              <p:cNvCxnSpPr/>
              <p:nvPr/>
            </p:nvCxnSpPr>
            <p:spPr bwMode="auto">
              <a:xfrm>
                <a:off x="1407477" y="3648621"/>
                <a:ext cx="1204913" cy="6353"/>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205" name="Straight Connector 204"/>
              <p:cNvCxnSpPr>
                <a:stCxn id="252" idx="7"/>
              </p:cNvCxnSpPr>
              <p:nvPr/>
            </p:nvCxnSpPr>
            <p:spPr bwMode="auto">
              <a:xfrm>
                <a:off x="2218708" y="3154477"/>
                <a:ext cx="480042" cy="369773"/>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206" name="Straight Connector 205"/>
              <p:cNvCxnSpPr/>
              <p:nvPr/>
            </p:nvCxnSpPr>
            <p:spPr bwMode="auto">
              <a:xfrm>
                <a:off x="1300073" y="3786304"/>
                <a:ext cx="477927" cy="357071"/>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207" name="Straight Connector 206"/>
              <p:cNvCxnSpPr/>
              <p:nvPr/>
            </p:nvCxnSpPr>
            <p:spPr bwMode="auto">
              <a:xfrm flipH="1">
                <a:off x="2196042" y="3783542"/>
                <a:ext cx="508002" cy="349250"/>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208" name="Straight Connector 207"/>
              <p:cNvCxnSpPr/>
              <p:nvPr/>
            </p:nvCxnSpPr>
            <p:spPr bwMode="auto">
              <a:xfrm flipH="1">
                <a:off x="1287553" y="3166946"/>
                <a:ext cx="508002" cy="349250"/>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grpSp>
      </p:grpSp>
      <p:sp>
        <p:nvSpPr>
          <p:cNvPr id="133" name="Freeform 2"/>
          <p:cNvSpPr>
            <a:spLocks/>
          </p:cNvSpPr>
          <p:nvPr/>
        </p:nvSpPr>
        <p:spPr bwMode="auto">
          <a:xfrm>
            <a:off x="5507686" y="1310427"/>
            <a:ext cx="2575521" cy="1672516"/>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 fmla="*/ 4 w 8600"/>
              <a:gd name="connsiteY0" fmla="*/ 4042 h 10128"/>
              <a:gd name="connsiteX1" fmla="*/ 715 w 8600"/>
              <a:gd name="connsiteY1" fmla="*/ 1598 h 10128"/>
              <a:gd name="connsiteX2" fmla="*/ 3130 w 8600"/>
              <a:gd name="connsiteY2" fmla="*/ 1009 h 10128"/>
              <a:gd name="connsiteX3" fmla="*/ 4995 w 8600"/>
              <a:gd name="connsiteY3" fmla="*/ 3 h 10128"/>
              <a:gd name="connsiteX4" fmla="*/ 6720 w 8600"/>
              <a:gd name="connsiteY4" fmla="*/ 1012 h 10128"/>
              <a:gd name="connsiteX5" fmla="*/ 8599 w 8600"/>
              <a:gd name="connsiteY5" fmla="*/ 6800 h 10128"/>
              <a:gd name="connsiteX6" fmla="*/ 6995 w 8600"/>
              <a:gd name="connsiteY6" fmla="*/ 9325 h 10128"/>
              <a:gd name="connsiteX7" fmla="*/ 5307 w 8600"/>
              <a:gd name="connsiteY7" fmla="*/ 8846 h 10128"/>
              <a:gd name="connsiteX8" fmla="*/ 4371 w 8600"/>
              <a:gd name="connsiteY8" fmla="*/ 9915 h 10128"/>
              <a:gd name="connsiteX9" fmla="*/ 3140 w 8600"/>
              <a:gd name="connsiteY9" fmla="*/ 10022 h 10128"/>
              <a:gd name="connsiteX10" fmla="*/ 2179 w 8600"/>
              <a:gd name="connsiteY10" fmla="*/ 7898 h 10128"/>
              <a:gd name="connsiteX11" fmla="*/ 1187 w 8600"/>
              <a:gd name="connsiteY11" fmla="*/ 7498 h 10128"/>
              <a:gd name="connsiteX12" fmla="*/ 4 w 8600"/>
              <a:gd name="connsiteY12" fmla="*/ 4042 h 10128"/>
              <a:gd name="connsiteX0" fmla="*/ 4 w 9326"/>
              <a:gd name="connsiteY0" fmla="*/ 3988 h 9997"/>
              <a:gd name="connsiteX1" fmla="*/ 830 w 9326"/>
              <a:gd name="connsiteY1" fmla="*/ 1575 h 9997"/>
              <a:gd name="connsiteX2" fmla="*/ 3639 w 9326"/>
              <a:gd name="connsiteY2" fmla="*/ 993 h 9997"/>
              <a:gd name="connsiteX3" fmla="*/ 5807 w 9326"/>
              <a:gd name="connsiteY3" fmla="*/ 0 h 9997"/>
              <a:gd name="connsiteX4" fmla="*/ 7813 w 9326"/>
              <a:gd name="connsiteY4" fmla="*/ 996 h 9997"/>
              <a:gd name="connsiteX5" fmla="*/ 9324 w 9326"/>
              <a:gd name="connsiteY5" fmla="*/ 5746 h 9997"/>
              <a:gd name="connsiteX6" fmla="*/ 8133 w 9326"/>
              <a:gd name="connsiteY6" fmla="*/ 9204 h 9997"/>
              <a:gd name="connsiteX7" fmla="*/ 6170 w 9326"/>
              <a:gd name="connsiteY7" fmla="*/ 8731 h 9997"/>
              <a:gd name="connsiteX8" fmla="*/ 5082 w 9326"/>
              <a:gd name="connsiteY8" fmla="*/ 9787 h 9997"/>
              <a:gd name="connsiteX9" fmla="*/ 3650 w 9326"/>
              <a:gd name="connsiteY9" fmla="*/ 9892 h 9997"/>
              <a:gd name="connsiteX10" fmla="*/ 2533 w 9326"/>
              <a:gd name="connsiteY10" fmla="*/ 7795 h 9997"/>
              <a:gd name="connsiteX11" fmla="*/ 1379 w 9326"/>
              <a:gd name="connsiteY11" fmla="*/ 7400 h 9997"/>
              <a:gd name="connsiteX12" fmla="*/ 4 w 9326"/>
              <a:gd name="connsiteY12" fmla="*/ 3988 h 9997"/>
              <a:gd name="connsiteX0" fmla="*/ 4 w 10001"/>
              <a:gd name="connsiteY0" fmla="*/ 3989 h 10041"/>
              <a:gd name="connsiteX1" fmla="*/ 890 w 10001"/>
              <a:gd name="connsiteY1" fmla="*/ 1575 h 10041"/>
              <a:gd name="connsiteX2" fmla="*/ 3902 w 10001"/>
              <a:gd name="connsiteY2" fmla="*/ 993 h 10041"/>
              <a:gd name="connsiteX3" fmla="*/ 6227 w 10001"/>
              <a:gd name="connsiteY3" fmla="*/ 0 h 10041"/>
              <a:gd name="connsiteX4" fmla="*/ 8378 w 10001"/>
              <a:gd name="connsiteY4" fmla="*/ 996 h 10041"/>
              <a:gd name="connsiteX5" fmla="*/ 9998 w 10001"/>
              <a:gd name="connsiteY5" fmla="*/ 5748 h 10041"/>
              <a:gd name="connsiteX6" fmla="*/ 8721 w 10001"/>
              <a:gd name="connsiteY6" fmla="*/ 9207 h 10041"/>
              <a:gd name="connsiteX7" fmla="*/ 5449 w 10001"/>
              <a:gd name="connsiteY7" fmla="*/ 9790 h 10041"/>
              <a:gd name="connsiteX8" fmla="*/ 3914 w 10001"/>
              <a:gd name="connsiteY8" fmla="*/ 9895 h 10041"/>
              <a:gd name="connsiteX9" fmla="*/ 2716 w 10001"/>
              <a:gd name="connsiteY9" fmla="*/ 7797 h 10041"/>
              <a:gd name="connsiteX10" fmla="*/ 1479 w 10001"/>
              <a:gd name="connsiteY10" fmla="*/ 7402 h 10041"/>
              <a:gd name="connsiteX11" fmla="*/ 4 w 10001"/>
              <a:gd name="connsiteY11" fmla="*/ 3989 h 10041"/>
              <a:gd name="connsiteX0" fmla="*/ 4 w 10001"/>
              <a:gd name="connsiteY0" fmla="*/ 3989 h 14825"/>
              <a:gd name="connsiteX1" fmla="*/ 890 w 10001"/>
              <a:gd name="connsiteY1" fmla="*/ 1575 h 14825"/>
              <a:gd name="connsiteX2" fmla="*/ 3902 w 10001"/>
              <a:gd name="connsiteY2" fmla="*/ 993 h 14825"/>
              <a:gd name="connsiteX3" fmla="*/ 6227 w 10001"/>
              <a:gd name="connsiteY3" fmla="*/ 0 h 14825"/>
              <a:gd name="connsiteX4" fmla="*/ 8378 w 10001"/>
              <a:gd name="connsiteY4" fmla="*/ 996 h 14825"/>
              <a:gd name="connsiteX5" fmla="*/ 9998 w 10001"/>
              <a:gd name="connsiteY5" fmla="*/ 5748 h 14825"/>
              <a:gd name="connsiteX6" fmla="*/ 8721 w 10001"/>
              <a:gd name="connsiteY6" fmla="*/ 9207 h 14825"/>
              <a:gd name="connsiteX7" fmla="*/ 6011 w 10001"/>
              <a:gd name="connsiteY7" fmla="*/ 14823 h 14825"/>
              <a:gd name="connsiteX8" fmla="*/ 3914 w 10001"/>
              <a:gd name="connsiteY8" fmla="*/ 9895 h 14825"/>
              <a:gd name="connsiteX9" fmla="*/ 2716 w 10001"/>
              <a:gd name="connsiteY9" fmla="*/ 7797 h 14825"/>
              <a:gd name="connsiteX10" fmla="*/ 1479 w 10001"/>
              <a:gd name="connsiteY10" fmla="*/ 7402 h 14825"/>
              <a:gd name="connsiteX11" fmla="*/ 4 w 10001"/>
              <a:gd name="connsiteY11" fmla="*/ 3989 h 14825"/>
              <a:gd name="connsiteX0" fmla="*/ 4 w 10001"/>
              <a:gd name="connsiteY0" fmla="*/ 7436 h 18272"/>
              <a:gd name="connsiteX1" fmla="*/ 890 w 10001"/>
              <a:gd name="connsiteY1" fmla="*/ 5022 h 18272"/>
              <a:gd name="connsiteX2" fmla="*/ 3902 w 10001"/>
              <a:gd name="connsiteY2" fmla="*/ 4440 h 18272"/>
              <a:gd name="connsiteX3" fmla="*/ 6026 w 10001"/>
              <a:gd name="connsiteY3" fmla="*/ 0 h 18272"/>
              <a:gd name="connsiteX4" fmla="*/ 8378 w 10001"/>
              <a:gd name="connsiteY4" fmla="*/ 4443 h 18272"/>
              <a:gd name="connsiteX5" fmla="*/ 9998 w 10001"/>
              <a:gd name="connsiteY5" fmla="*/ 9195 h 18272"/>
              <a:gd name="connsiteX6" fmla="*/ 8721 w 10001"/>
              <a:gd name="connsiteY6" fmla="*/ 12654 h 18272"/>
              <a:gd name="connsiteX7" fmla="*/ 6011 w 10001"/>
              <a:gd name="connsiteY7" fmla="*/ 18270 h 18272"/>
              <a:gd name="connsiteX8" fmla="*/ 3914 w 10001"/>
              <a:gd name="connsiteY8" fmla="*/ 13342 h 18272"/>
              <a:gd name="connsiteX9" fmla="*/ 2716 w 10001"/>
              <a:gd name="connsiteY9" fmla="*/ 11244 h 18272"/>
              <a:gd name="connsiteX10" fmla="*/ 1479 w 10001"/>
              <a:gd name="connsiteY10" fmla="*/ 10849 h 18272"/>
              <a:gd name="connsiteX11" fmla="*/ 4 w 10001"/>
              <a:gd name="connsiteY11" fmla="*/ 7436 h 18272"/>
              <a:gd name="connsiteX0" fmla="*/ 1 w 9998"/>
              <a:gd name="connsiteY0" fmla="*/ 7436 h 18272"/>
              <a:gd name="connsiteX1" fmla="*/ 3899 w 9998"/>
              <a:gd name="connsiteY1" fmla="*/ 4440 h 18272"/>
              <a:gd name="connsiteX2" fmla="*/ 6023 w 9998"/>
              <a:gd name="connsiteY2" fmla="*/ 0 h 18272"/>
              <a:gd name="connsiteX3" fmla="*/ 8375 w 9998"/>
              <a:gd name="connsiteY3" fmla="*/ 4443 h 18272"/>
              <a:gd name="connsiteX4" fmla="*/ 9995 w 9998"/>
              <a:gd name="connsiteY4" fmla="*/ 9195 h 18272"/>
              <a:gd name="connsiteX5" fmla="*/ 8718 w 9998"/>
              <a:gd name="connsiteY5" fmla="*/ 12654 h 18272"/>
              <a:gd name="connsiteX6" fmla="*/ 6008 w 9998"/>
              <a:gd name="connsiteY6" fmla="*/ 18270 h 18272"/>
              <a:gd name="connsiteX7" fmla="*/ 3911 w 9998"/>
              <a:gd name="connsiteY7" fmla="*/ 13342 h 18272"/>
              <a:gd name="connsiteX8" fmla="*/ 2713 w 9998"/>
              <a:gd name="connsiteY8" fmla="*/ 11244 h 18272"/>
              <a:gd name="connsiteX9" fmla="*/ 1476 w 9998"/>
              <a:gd name="connsiteY9" fmla="*/ 10849 h 18272"/>
              <a:gd name="connsiteX10" fmla="*/ 1 w 9998"/>
              <a:gd name="connsiteY10" fmla="*/ 7436 h 18272"/>
              <a:gd name="connsiteX0" fmla="*/ 35 w 8559"/>
              <a:gd name="connsiteY0" fmla="*/ 5938 h 10000"/>
              <a:gd name="connsiteX1" fmla="*/ 2459 w 8559"/>
              <a:gd name="connsiteY1" fmla="*/ 2430 h 10000"/>
              <a:gd name="connsiteX2" fmla="*/ 4583 w 8559"/>
              <a:gd name="connsiteY2" fmla="*/ 0 h 10000"/>
              <a:gd name="connsiteX3" fmla="*/ 6936 w 8559"/>
              <a:gd name="connsiteY3" fmla="*/ 2432 h 10000"/>
              <a:gd name="connsiteX4" fmla="*/ 8556 w 8559"/>
              <a:gd name="connsiteY4" fmla="*/ 5032 h 10000"/>
              <a:gd name="connsiteX5" fmla="*/ 7279 w 8559"/>
              <a:gd name="connsiteY5" fmla="*/ 6925 h 10000"/>
              <a:gd name="connsiteX6" fmla="*/ 4568 w 8559"/>
              <a:gd name="connsiteY6" fmla="*/ 9999 h 10000"/>
              <a:gd name="connsiteX7" fmla="*/ 2471 w 8559"/>
              <a:gd name="connsiteY7" fmla="*/ 7302 h 10000"/>
              <a:gd name="connsiteX8" fmla="*/ 1273 w 8559"/>
              <a:gd name="connsiteY8" fmla="*/ 6154 h 10000"/>
              <a:gd name="connsiteX9" fmla="*/ 35 w 8559"/>
              <a:gd name="connsiteY9" fmla="*/ 5938 h 10000"/>
              <a:gd name="connsiteX0" fmla="*/ 49 w 9820"/>
              <a:gd name="connsiteY0" fmla="*/ 4655 h 10000"/>
              <a:gd name="connsiteX1" fmla="*/ 2693 w 9820"/>
              <a:gd name="connsiteY1" fmla="*/ 2430 h 10000"/>
              <a:gd name="connsiteX2" fmla="*/ 5175 w 9820"/>
              <a:gd name="connsiteY2" fmla="*/ 0 h 10000"/>
              <a:gd name="connsiteX3" fmla="*/ 7924 w 9820"/>
              <a:gd name="connsiteY3" fmla="*/ 2432 h 10000"/>
              <a:gd name="connsiteX4" fmla="*/ 9816 w 9820"/>
              <a:gd name="connsiteY4" fmla="*/ 5032 h 10000"/>
              <a:gd name="connsiteX5" fmla="*/ 8324 w 9820"/>
              <a:gd name="connsiteY5" fmla="*/ 6925 h 10000"/>
              <a:gd name="connsiteX6" fmla="*/ 5157 w 9820"/>
              <a:gd name="connsiteY6" fmla="*/ 9999 h 10000"/>
              <a:gd name="connsiteX7" fmla="*/ 2707 w 9820"/>
              <a:gd name="connsiteY7" fmla="*/ 7302 h 10000"/>
              <a:gd name="connsiteX8" fmla="*/ 1307 w 9820"/>
              <a:gd name="connsiteY8" fmla="*/ 6154 h 10000"/>
              <a:gd name="connsiteX9" fmla="*/ 49 w 9820"/>
              <a:gd name="connsiteY9" fmla="*/ 4655 h 10000"/>
              <a:gd name="connsiteX0" fmla="*/ 45 w 9995"/>
              <a:gd name="connsiteY0" fmla="*/ 4655 h 10000"/>
              <a:gd name="connsiteX1" fmla="*/ 2737 w 9995"/>
              <a:gd name="connsiteY1" fmla="*/ 2430 h 10000"/>
              <a:gd name="connsiteX2" fmla="*/ 5265 w 9995"/>
              <a:gd name="connsiteY2" fmla="*/ 0 h 10000"/>
              <a:gd name="connsiteX3" fmla="*/ 8064 w 9995"/>
              <a:gd name="connsiteY3" fmla="*/ 2432 h 10000"/>
              <a:gd name="connsiteX4" fmla="*/ 9991 w 9995"/>
              <a:gd name="connsiteY4" fmla="*/ 5032 h 10000"/>
              <a:gd name="connsiteX5" fmla="*/ 8472 w 9995"/>
              <a:gd name="connsiteY5" fmla="*/ 6925 h 10000"/>
              <a:gd name="connsiteX6" fmla="*/ 5247 w 9995"/>
              <a:gd name="connsiteY6" fmla="*/ 9999 h 10000"/>
              <a:gd name="connsiteX7" fmla="*/ 2752 w 9995"/>
              <a:gd name="connsiteY7" fmla="*/ 7302 h 10000"/>
              <a:gd name="connsiteX8" fmla="*/ 1374 w 9995"/>
              <a:gd name="connsiteY8" fmla="*/ 6984 h 10000"/>
              <a:gd name="connsiteX9" fmla="*/ 45 w 9995"/>
              <a:gd name="connsiteY9" fmla="*/ 4655 h 10000"/>
              <a:gd name="connsiteX0" fmla="*/ 45 w 10000"/>
              <a:gd name="connsiteY0" fmla="*/ 5032 h 10377"/>
              <a:gd name="connsiteX1" fmla="*/ 2738 w 10000"/>
              <a:gd name="connsiteY1" fmla="*/ 2807 h 10377"/>
              <a:gd name="connsiteX2" fmla="*/ 4886 w 10000"/>
              <a:gd name="connsiteY2" fmla="*/ 0 h 10377"/>
              <a:gd name="connsiteX3" fmla="*/ 8068 w 10000"/>
              <a:gd name="connsiteY3" fmla="*/ 2809 h 10377"/>
              <a:gd name="connsiteX4" fmla="*/ 9996 w 10000"/>
              <a:gd name="connsiteY4" fmla="*/ 5409 h 10377"/>
              <a:gd name="connsiteX5" fmla="*/ 8476 w 10000"/>
              <a:gd name="connsiteY5" fmla="*/ 7302 h 10377"/>
              <a:gd name="connsiteX6" fmla="*/ 5250 w 10000"/>
              <a:gd name="connsiteY6" fmla="*/ 10376 h 10377"/>
              <a:gd name="connsiteX7" fmla="*/ 2753 w 10000"/>
              <a:gd name="connsiteY7" fmla="*/ 7679 h 10377"/>
              <a:gd name="connsiteX8" fmla="*/ 1375 w 10000"/>
              <a:gd name="connsiteY8" fmla="*/ 7361 h 10377"/>
              <a:gd name="connsiteX9" fmla="*/ 45 w 10000"/>
              <a:gd name="connsiteY9" fmla="*/ 5032 h 10377"/>
              <a:gd name="connsiteX0" fmla="*/ 45 w 10000"/>
              <a:gd name="connsiteY0" fmla="*/ 5036 h 10381"/>
              <a:gd name="connsiteX1" fmla="*/ 2738 w 10000"/>
              <a:gd name="connsiteY1" fmla="*/ 2811 h 10381"/>
              <a:gd name="connsiteX2" fmla="*/ 4886 w 10000"/>
              <a:gd name="connsiteY2" fmla="*/ 4 h 10381"/>
              <a:gd name="connsiteX3" fmla="*/ 8068 w 10000"/>
              <a:gd name="connsiteY3" fmla="*/ 2813 h 10381"/>
              <a:gd name="connsiteX4" fmla="*/ 9996 w 10000"/>
              <a:gd name="connsiteY4" fmla="*/ 5413 h 10381"/>
              <a:gd name="connsiteX5" fmla="*/ 8476 w 10000"/>
              <a:gd name="connsiteY5" fmla="*/ 7306 h 10381"/>
              <a:gd name="connsiteX6" fmla="*/ 5250 w 10000"/>
              <a:gd name="connsiteY6" fmla="*/ 10380 h 10381"/>
              <a:gd name="connsiteX7" fmla="*/ 2753 w 10000"/>
              <a:gd name="connsiteY7" fmla="*/ 7683 h 10381"/>
              <a:gd name="connsiteX8" fmla="*/ 1375 w 10000"/>
              <a:gd name="connsiteY8" fmla="*/ 7365 h 10381"/>
              <a:gd name="connsiteX9" fmla="*/ 45 w 10000"/>
              <a:gd name="connsiteY9" fmla="*/ 5036 h 10381"/>
              <a:gd name="connsiteX0" fmla="*/ 45 w 10000"/>
              <a:gd name="connsiteY0" fmla="*/ 5036 h 10796"/>
              <a:gd name="connsiteX1" fmla="*/ 2738 w 10000"/>
              <a:gd name="connsiteY1" fmla="*/ 2811 h 10796"/>
              <a:gd name="connsiteX2" fmla="*/ 4886 w 10000"/>
              <a:gd name="connsiteY2" fmla="*/ 4 h 10796"/>
              <a:gd name="connsiteX3" fmla="*/ 8068 w 10000"/>
              <a:gd name="connsiteY3" fmla="*/ 2813 h 10796"/>
              <a:gd name="connsiteX4" fmla="*/ 9996 w 10000"/>
              <a:gd name="connsiteY4" fmla="*/ 5413 h 10796"/>
              <a:gd name="connsiteX5" fmla="*/ 8476 w 10000"/>
              <a:gd name="connsiteY5" fmla="*/ 7306 h 10796"/>
              <a:gd name="connsiteX6" fmla="*/ 5202 w 10000"/>
              <a:gd name="connsiteY6" fmla="*/ 10795 h 10796"/>
              <a:gd name="connsiteX7" fmla="*/ 2753 w 10000"/>
              <a:gd name="connsiteY7" fmla="*/ 7683 h 10796"/>
              <a:gd name="connsiteX8" fmla="*/ 1375 w 10000"/>
              <a:gd name="connsiteY8" fmla="*/ 7365 h 10796"/>
              <a:gd name="connsiteX9" fmla="*/ 45 w 10000"/>
              <a:gd name="connsiteY9" fmla="*/ 5036 h 10796"/>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00" h="10795">
                <a:moveTo>
                  <a:pt x="45" y="5036"/>
                </a:moveTo>
                <a:cubicBezTo>
                  <a:pt x="272" y="4277"/>
                  <a:pt x="1931" y="3650"/>
                  <a:pt x="2738" y="2811"/>
                </a:cubicBezTo>
                <a:cubicBezTo>
                  <a:pt x="3545" y="1972"/>
                  <a:pt x="3352" y="117"/>
                  <a:pt x="4886" y="4"/>
                </a:cubicBezTo>
                <a:cubicBezTo>
                  <a:pt x="6420" y="-109"/>
                  <a:pt x="7216" y="1912"/>
                  <a:pt x="8068" y="2813"/>
                </a:cubicBezTo>
                <a:cubicBezTo>
                  <a:pt x="8920" y="3715"/>
                  <a:pt x="9928" y="3420"/>
                  <a:pt x="9996" y="5413"/>
                </a:cubicBezTo>
                <a:cubicBezTo>
                  <a:pt x="10064" y="7406"/>
                  <a:pt x="9275" y="6409"/>
                  <a:pt x="8476" y="7306"/>
                </a:cubicBezTo>
                <a:cubicBezTo>
                  <a:pt x="7677" y="8203"/>
                  <a:pt x="7086" y="10770"/>
                  <a:pt x="5202" y="10795"/>
                </a:cubicBezTo>
                <a:cubicBezTo>
                  <a:pt x="3318" y="10820"/>
                  <a:pt x="3391" y="8255"/>
                  <a:pt x="2753" y="7683"/>
                </a:cubicBezTo>
                <a:cubicBezTo>
                  <a:pt x="2115" y="7111"/>
                  <a:pt x="2326" y="7496"/>
                  <a:pt x="1375" y="7365"/>
                </a:cubicBezTo>
                <a:cubicBezTo>
                  <a:pt x="493" y="6773"/>
                  <a:pt x="-182" y="5795"/>
                  <a:pt x="45" y="5036"/>
                </a:cubicBezTo>
                <a:close/>
              </a:path>
            </a:pathLst>
          </a:custGeom>
          <a:solidFill>
            <a:srgbClr val="66CCFF"/>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grpSp>
        <p:nvGrpSpPr>
          <p:cNvPr id="134" name="Group 133"/>
          <p:cNvGrpSpPr/>
          <p:nvPr/>
        </p:nvGrpSpPr>
        <p:grpSpPr>
          <a:xfrm>
            <a:off x="5731177" y="1446543"/>
            <a:ext cx="2215548" cy="1435167"/>
            <a:chOff x="833331" y="2873352"/>
            <a:chExt cx="2333625" cy="1590649"/>
          </a:xfrm>
        </p:grpSpPr>
        <p:grpSp>
          <p:nvGrpSpPr>
            <p:cNvPr id="135" name="Group 134"/>
            <p:cNvGrpSpPr/>
            <p:nvPr/>
          </p:nvGrpSpPr>
          <p:grpSpPr>
            <a:xfrm>
              <a:off x="1736090" y="2873352"/>
              <a:ext cx="565150" cy="369332"/>
              <a:chOff x="1736090" y="2873352"/>
              <a:chExt cx="565150" cy="369332"/>
            </a:xfrm>
          </p:grpSpPr>
          <p:grpSp>
            <p:nvGrpSpPr>
              <p:cNvPr id="184" name="Group 327"/>
              <p:cNvGrpSpPr>
                <a:grpSpLocks/>
              </p:cNvGrpSpPr>
              <p:nvPr/>
            </p:nvGrpSpPr>
            <p:grpSpPr bwMode="auto">
              <a:xfrm>
                <a:off x="1736090" y="2893762"/>
                <a:ext cx="565150" cy="292100"/>
                <a:chOff x="1871277" y="1576300"/>
                <a:chExt cx="1128371" cy="437861"/>
              </a:xfrm>
            </p:grpSpPr>
            <p:sp>
              <p:nvSpPr>
                <p:cNvPr id="188" name="Oval 187"/>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89" name="Rectangle 188"/>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90" name="Oval 189"/>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91" name="Freeform 190"/>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92" name="Freeform 191"/>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93" name="Freeform 192"/>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94" name="Freeform 193"/>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95" name="Straight Connector 194"/>
                <p:cNvCxnSpPr>
                  <a:endCxn id="190"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96" name="Straight Connector 195"/>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85" name="Group 184"/>
              <p:cNvGrpSpPr/>
              <p:nvPr/>
            </p:nvGrpSpPr>
            <p:grpSpPr>
              <a:xfrm>
                <a:off x="1770362" y="2873352"/>
                <a:ext cx="441422" cy="369332"/>
                <a:chOff x="667045" y="1708643"/>
                <a:chExt cx="441422" cy="369332"/>
              </a:xfrm>
            </p:grpSpPr>
            <p:sp>
              <p:nvSpPr>
                <p:cNvPr id="186" name="Oval 185"/>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87" name="TextBox 186"/>
                <p:cNvSpPr txBox="1"/>
                <p:nvPr/>
              </p:nvSpPr>
              <p:spPr>
                <a:xfrm>
                  <a:off x="667045" y="1708643"/>
                  <a:ext cx="441422" cy="369332"/>
                </a:xfrm>
                <a:prstGeom prst="rect">
                  <a:avLst/>
                </a:prstGeom>
                <a:noFill/>
              </p:spPr>
              <p:txBody>
                <a:bodyPr wrap="none" rtlCol="0">
                  <a:spAutoFit/>
                </a:bodyPr>
                <a:lstStyle/>
                <a:p>
                  <a:r>
                    <a:rPr lang="en-US" dirty="0"/>
                    <a:t>3b</a:t>
                  </a:r>
                </a:p>
              </p:txBody>
            </p:sp>
          </p:grpSp>
        </p:grpSp>
        <p:grpSp>
          <p:nvGrpSpPr>
            <p:cNvPr id="136" name="Group 135"/>
            <p:cNvGrpSpPr/>
            <p:nvPr/>
          </p:nvGrpSpPr>
          <p:grpSpPr>
            <a:xfrm>
              <a:off x="1740320" y="4094669"/>
              <a:ext cx="565150" cy="369332"/>
              <a:chOff x="1736090" y="2873352"/>
              <a:chExt cx="565150" cy="369332"/>
            </a:xfrm>
          </p:grpSpPr>
          <p:grpSp>
            <p:nvGrpSpPr>
              <p:cNvPr id="171" name="Group 327"/>
              <p:cNvGrpSpPr>
                <a:grpSpLocks/>
              </p:cNvGrpSpPr>
              <p:nvPr/>
            </p:nvGrpSpPr>
            <p:grpSpPr bwMode="auto">
              <a:xfrm>
                <a:off x="1736090" y="2893762"/>
                <a:ext cx="565150" cy="292100"/>
                <a:chOff x="1871277" y="1576300"/>
                <a:chExt cx="1128371" cy="437861"/>
              </a:xfrm>
            </p:grpSpPr>
            <p:sp>
              <p:nvSpPr>
                <p:cNvPr id="175" name="Oval 174"/>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76" name="Rectangle 175"/>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77" name="Oval 176"/>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78" name="Freeform 177"/>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79" name="Freeform 178"/>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80" name="Freeform 179"/>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81" name="Freeform 180"/>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82" name="Straight Connector 181"/>
                <p:cNvCxnSpPr>
                  <a:endCxn id="177"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83" name="Straight Connector 182"/>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72" name="Group 171"/>
              <p:cNvGrpSpPr/>
              <p:nvPr/>
            </p:nvGrpSpPr>
            <p:grpSpPr>
              <a:xfrm>
                <a:off x="1770362" y="2873352"/>
                <a:ext cx="441422" cy="369332"/>
                <a:chOff x="667045" y="1708643"/>
                <a:chExt cx="441422" cy="369332"/>
              </a:xfrm>
            </p:grpSpPr>
            <p:sp>
              <p:nvSpPr>
                <p:cNvPr id="173" name="Oval 172"/>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74" name="TextBox 173"/>
                <p:cNvSpPr txBox="1"/>
                <p:nvPr/>
              </p:nvSpPr>
              <p:spPr>
                <a:xfrm>
                  <a:off x="667045" y="1708643"/>
                  <a:ext cx="441422" cy="369332"/>
                </a:xfrm>
                <a:prstGeom prst="rect">
                  <a:avLst/>
                </a:prstGeom>
                <a:noFill/>
              </p:spPr>
              <p:txBody>
                <a:bodyPr wrap="none" rtlCol="0">
                  <a:spAutoFit/>
                </a:bodyPr>
                <a:lstStyle/>
                <a:p>
                  <a:r>
                    <a:rPr lang="en-US" dirty="0"/>
                    <a:t>3d</a:t>
                  </a:r>
                </a:p>
              </p:txBody>
            </p:sp>
          </p:grpSp>
        </p:grpSp>
        <p:grpSp>
          <p:nvGrpSpPr>
            <p:cNvPr id="137" name="Group 136"/>
            <p:cNvGrpSpPr/>
            <p:nvPr/>
          </p:nvGrpSpPr>
          <p:grpSpPr>
            <a:xfrm>
              <a:off x="2601806" y="3485072"/>
              <a:ext cx="565150" cy="369332"/>
              <a:chOff x="1736090" y="2873352"/>
              <a:chExt cx="565150" cy="369332"/>
            </a:xfrm>
          </p:grpSpPr>
          <p:grpSp>
            <p:nvGrpSpPr>
              <p:cNvPr id="158" name="Group 327"/>
              <p:cNvGrpSpPr>
                <a:grpSpLocks/>
              </p:cNvGrpSpPr>
              <p:nvPr/>
            </p:nvGrpSpPr>
            <p:grpSpPr bwMode="auto">
              <a:xfrm>
                <a:off x="1736090" y="2893762"/>
                <a:ext cx="565150" cy="292100"/>
                <a:chOff x="1871277" y="1576300"/>
                <a:chExt cx="1128371" cy="437861"/>
              </a:xfrm>
            </p:grpSpPr>
            <p:sp>
              <p:nvSpPr>
                <p:cNvPr id="162" name="Oval 161"/>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63" name="Rectangle 162"/>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64" name="Oval 163"/>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65" name="Freeform 164"/>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66" name="Freeform 165"/>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67" name="Freeform 166"/>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68" name="Freeform 167"/>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69" name="Straight Connector 168"/>
                <p:cNvCxnSpPr>
                  <a:endCxn id="164"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70" name="Straight Connector 169"/>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59" name="Group 158"/>
              <p:cNvGrpSpPr/>
              <p:nvPr/>
            </p:nvGrpSpPr>
            <p:grpSpPr>
              <a:xfrm>
                <a:off x="1770362" y="2873352"/>
                <a:ext cx="428460" cy="369332"/>
                <a:chOff x="667045" y="1708643"/>
                <a:chExt cx="428460" cy="369332"/>
              </a:xfrm>
            </p:grpSpPr>
            <p:sp>
              <p:nvSpPr>
                <p:cNvPr id="160" name="Oval 159"/>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61" name="TextBox 160"/>
                <p:cNvSpPr txBox="1"/>
                <p:nvPr/>
              </p:nvSpPr>
              <p:spPr>
                <a:xfrm>
                  <a:off x="667045" y="1708643"/>
                  <a:ext cx="428460" cy="369332"/>
                </a:xfrm>
                <a:prstGeom prst="rect">
                  <a:avLst/>
                </a:prstGeom>
                <a:noFill/>
              </p:spPr>
              <p:txBody>
                <a:bodyPr wrap="none" rtlCol="0">
                  <a:spAutoFit/>
                </a:bodyPr>
                <a:lstStyle/>
                <a:p>
                  <a:r>
                    <a:rPr lang="en-US" dirty="0"/>
                    <a:t>3c</a:t>
                  </a:r>
                </a:p>
              </p:txBody>
            </p:sp>
          </p:grpSp>
        </p:grpSp>
        <p:grpSp>
          <p:nvGrpSpPr>
            <p:cNvPr id="138" name="Group 137"/>
            <p:cNvGrpSpPr/>
            <p:nvPr/>
          </p:nvGrpSpPr>
          <p:grpSpPr>
            <a:xfrm>
              <a:off x="833331" y="3478719"/>
              <a:ext cx="565150" cy="369332"/>
              <a:chOff x="1736090" y="2873352"/>
              <a:chExt cx="565150" cy="369332"/>
            </a:xfrm>
          </p:grpSpPr>
          <p:grpSp>
            <p:nvGrpSpPr>
              <p:cNvPr id="145" name="Group 327"/>
              <p:cNvGrpSpPr>
                <a:grpSpLocks/>
              </p:cNvGrpSpPr>
              <p:nvPr/>
            </p:nvGrpSpPr>
            <p:grpSpPr bwMode="auto">
              <a:xfrm>
                <a:off x="1736090" y="2893762"/>
                <a:ext cx="565150" cy="292100"/>
                <a:chOff x="1871277" y="1576300"/>
                <a:chExt cx="1128371" cy="437861"/>
              </a:xfrm>
            </p:grpSpPr>
            <p:sp>
              <p:nvSpPr>
                <p:cNvPr id="149" name="Oval 148"/>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50" name="Rectangle 149"/>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51" name="Oval 150"/>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52" name="Freeform 151"/>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53" name="Freeform 152"/>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54" name="Freeform 153"/>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55" name="Freeform 154"/>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56" name="Straight Connector 155"/>
                <p:cNvCxnSpPr>
                  <a:endCxn id="151"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57" name="Straight Connector 156"/>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46" name="Group 145"/>
              <p:cNvGrpSpPr/>
              <p:nvPr/>
            </p:nvGrpSpPr>
            <p:grpSpPr>
              <a:xfrm>
                <a:off x="1770362" y="2873352"/>
                <a:ext cx="441422" cy="369332"/>
                <a:chOff x="667045" y="1708643"/>
                <a:chExt cx="441422" cy="369332"/>
              </a:xfrm>
            </p:grpSpPr>
            <p:sp>
              <p:nvSpPr>
                <p:cNvPr id="147" name="Oval 146"/>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48" name="TextBox 147"/>
                <p:cNvSpPr txBox="1"/>
                <p:nvPr/>
              </p:nvSpPr>
              <p:spPr>
                <a:xfrm>
                  <a:off x="667045" y="1708643"/>
                  <a:ext cx="441422" cy="369332"/>
                </a:xfrm>
                <a:prstGeom prst="rect">
                  <a:avLst/>
                </a:prstGeom>
                <a:noFill/>
              </p:spPr>
              <p:txBody>
                <a:bodyPr wrap="none" rtlCol="0">
                  <a:spAutoFit/>
                </a:bodyPr>
                <a:lstStyle/>
                <a:p>
                  <a:r>
                    <a:rPr lang="en-US" dirty="0"/>
                    <a:t>3a</a:t>
                  </a:r>
                </a:p>
              </p:txBody>
            </p:sp>
          </p:grpSp>
        </p:grpSp>
        <p:cxnSp>
          <p:nvCxnSpPr>
            <p:cNvPr id="139" name="Straight Connector 138"/>
            <p:cNvCxnSpPr>
              <a:stCxn id="187" idx="2"/>
              <a:endCxn id="174" idx="0"/>
            </p:cNvCxnSpPr>
            <p:nvPr/>
          </p:nvCxnSpPr>
          <p:spPr bwMode="auto">
            <a:xfrm>
              <a:off x="1991073" y="3242684"/>
              <a:ext cx="4230" cy="851985"/>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140" name="Straight Connector 139"/>
            <p:cNvCxnSpPr/>
            <p:nvPr/>
          </p:nvCxnSpPr>
          <p:spPr bwMode="auto">
            <a:xfrm>
              <a:off x="1407477" y="3648621"/>
              <a:ext cx="1204913" cy="6353"/>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141" name="Straight Connector 140"/>
            <p:cNvCxnSpPr>
              <a:stCxn id="188" idx="7"/>
            </p:cNvCxnSpPr>
            <p:nvPr/>
          </p:nvCxnSpPr>
          <p:spPr bwMode="auto">
            <a:xfrm>
              <a:off x="2218708" y="3154477"/>
              <a:ext cx="480042" cy="369773"/>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142" name="Straight Connector 141"/>
            <p:cNvCxnSpPr/>
            <p:nvPr/>
          </p:nvCxnSpPr>
          <p:spPr bwMode="auto">
            <a:xfrm>
              <a:off x="1300073" y="3786304"/>
              <a:ext cx="477927" cy="357071"/>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143" name="Straight Connector 142"/>
            <p:cNvCxnSpPr/>
            <p:nvPr/>
          </p:nvCxnSpPr>
          <p:spPr bwMode="auto">
            <a:xfrm flipH="1">
              <a:off x="2196042" y="3783542"/>
              <a:ext cx="508002" cy="349250"/>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144" name="Straight Connector 143"/>
            <p:cNvCxnSpPr/>
            <p:nvPr/>
          </p:nvCxnSpPr>
          <p:spPr bwMode="auto">
            <a:xfrm flipH="1">
              <a:off x="1287553" y="3166946"/>
              <a:ext cx="508002" cy="349250"/>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grpSp>
      <p:cxnSp>
        <p:nvCxnSpPr>
          <p:cNvPr id="128" name="Straight Connector 127"/>
          <p:cNvCxnSpPr/>
          <p:nvPr/>
        </p:nvCxnSpPr>
        <p:spPr bwMode="auto">
          <a:xfrm flipH="1" flipV="1">
            <a:off x="3046706" y="2340047"/>
            <a:ext cx="480877" cy="744090"/>
          </a:xfrm>
          <a:prstGeom prst="line">
            <a:avLst/>
          </a:prstGeom>
          <a:solidFill>
            <a:schemeClr val="accent1"/>
          </a:solidFill>
          <a:ln w="38100" cap="flat" cmpd="sng" algn="ctr">
            <a:solidFill>
              <a:srgbClr val="CC000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129" name="Straight Connector 128"/>
          <p:cNvCxnSpPr/>
          <p:nvPr/>
        </p:nvCxnSpPr>
        <p:spPr bwMode="auto">
          <a:xfrm flipV="1">
            <a:off x="5523188" y="2281165"/>
            <a:ext cx="337735" cy="823128"/>
          </a:xfrm>
          <a:prstGeom prst="line">
            <a:avLst/>
          </a:prstGeom>
          <a:solidFill>
            <a:schemeClr val="accent1"/>
          </a:solidFill>
          <a:ln w="38100" cap="flat" cmpd="sng" algn="ctr">
            <a:solidFill>
              <a:srgbClr val="CC000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sp>
        <p:nvSpPr>
          <p:cNvPr id="130" name="TextBox 129"/>
          <p:cNvSpPr txBox="1"/>
          <p:nvPr/>
        </p:nvSpPr>
        <p:spPr>
          <a:xfrm>
            <a:off x="3493291" y="2438369"/>
            <a:ext cx="682273" cy="400110"/>
          </a:xfrm>
          <a:prstGeom prst="rect">
            <a:avLst/>
          </a:prstGeom>
          <a:noFill/>
        </p:spPr>
        <p:txBody>
          <a:bodyPr wrap="none" rtlCol="0">
            <a:spAutoFit/>
          </a:bodyPr>
          <a:lstStyle/>
          <a:p>
            <a:r>
              <a:rPr lang="en-US" sz="2000" dirty="0">
                <a:solidFill>
                  <a:srgbClr val="000090"/>
                </a:solidFill>
              </a:rPr>
              <a:t>AS2</a:t>
            </a:r>
          </a:p>
        </p:txBody>
      </p:sp>
      <p:sp>
        <p:nvSpPr>
          <p:cNvPr id="131" name="TextBox 130"/>
          <p:cNvSpPr txBox="1"/>
          <p:nvPr/>
        </p:nvSpPr>
        <p:spPr>
          <a:xfrm>
            <a:off x="5543950" y="1351667"/>
            <a:ext cx="682273" cy="400110"/>
          </a:xfrm>
          <a:prstGeom prst="rect">
            <a:avLst/>
          </a:prstGeom>
          <a:noFill/>
        </p:spPr>
        <p:txBody>
          <a:bodyPr wrap="none" rtlCol="0">
            <a:spAutoFit/>
          </a:bodyPr>
          <a:lstStyle/>
          <a:p>
            <a:r>
              <a:rPr lang="en-US" sz="2000" dirty="0">
                <a:solidFill>
                  <a:srgbClr val="000090"/>
                </a:solidFill>
              </a:rPr>
              <a:t>AS3</a:t>
            </a:r>
          </a:p>
        </p:txBody>
      </p:sp>
      <p:sp>
        <p:nvSpPr>
          <p:cNvPr id="132" name="TextBox 131"/>
          <p:cNvSpPr txBox="1"/>
          <p:nvPr/>
        </p:nvSpPr>
        <p:spPr>
          <a:xfrm>
            <a:off x="707172" y="1562343"/>
            <a:ext cx="682273" cy="400110"/>
          </a:xfrm>
          <a:prstGeom prst="rect">
            <a:avLst/>
          </a:prstGeom>
          <a:noFill/>
        </p:spPr>
        <p:txBody>
          <a:bodyPr wrap="none" rtlCol="0">
            <a:spAutoFit/>
          </a:bodyPr>
          <a:lstStyle/>
          <a:p>
            <a:r>
              <a:rPr lang="en-US" sz="2000" dirty="0">
                <a:solidFill>
                  <a:srgbClr val="000090"/>
                </a:solidFill>
              </a:rPr>
              <a:t>AS1</a:t>
            </a:r>
          </a:p>
        </p:txBody>
      </p:sp>
      <p:grpSp>
        <p:nvGrpSpPr>
          <p:cNvPr id="11" name="Group 10"/>
          <p:cNvGrpSpPr/>
          <p:nvPr/>
        </p:nvGrpSpPr>
        <p:grpSpPr>
          <a:xfrm>
            <a:off x="7070827" y="2413274"/>
            <a:ext cx="1701734" cy="616172"/>
            <a:chOff x="7073692" y="5469792"/>
            <a:chExt cx="1701734" cy="616172"/>
          </a:xfrm>
        </p:grpSpPr>
        <p:grpSp>
          <p:nvGrpSpPr>
            <p:cNvPr id="10" name="Group 9"/>
            <p:cNvGrpSpPr/>
            <p:nvPr/>
          </p:nvGrpSpPr>
          <p:grpSpPr>
            <a:xfrm>
              <a:off x="7073692" y="5469792"/>
              <a:ext cx="1701734" cy="616172"/>
              <a:chOff x="6946249" y="5096269"/>
              <a:chExt cx="1701734" cy="616172"/>
            </a:xfrm>
          </p:grpSpPr>
          <p:sp>
            <p:nvSpPr>
              <p:cNvPr id="399" name="Freeform 2"/>
              <p:cNvSpPr>
                <a:spLocks/>
              </p:cNvSpPr>
              <p:nvPr/>
            </p:nvSpPr>
            <p:spPr bwMode="auto">
              <a:xfrm>
                <a:off x="6946249" y="5096269"/>
                <a:ext cx="1701734" cy="616172"/>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 fmla="*/ 4 w 8600"/>
                  <a:gd name="connsiteY0" fmla="*/ 4042 h 10128"/>
                  <a:gd name="connsiteX1" fmla="*/ 715 w 8600"/>
                  <a:gd name="connsiteY1" fmla="*/ 1598 h 10128"/>
                  <a:gd name="connsiteX2" fmla="*/ 3130 w 8600"/>
                  <a:gd name="connsiteY2" fmla="*/ 1009 h 10128"/>
                  <a:gd name="connsiteX3" fmla="*/ 4995 w 8600"/>
                  <a:gd name="connsiteY3" fmla="*/ 3 h 10128"/>
                  <a:gd name="connsiteX4" fmla="*/ 6720 w 8600"/>
                  <a:gd name="connsiteY4" fmla="*/ 1012 h 10128"/>
                  <a:gd name="connsiteX5" fmla="*/ 8599 w 8600"/>
                  <a:gd name="connsiteY5" fmla="*/ 6800 h 10128"/>
                  <a:gd name="connsiteX6" fmla="*/ 6995 w 8600"/>
                  <a:gd name="connsiteY6" fmla="*/ 9325 h 10128"/>
                  <a:gd name="connsiteX7" fmla="*/ 5307 w 8600"/>
                  <a:gd name="connsiteY7" fmla="*/ 8846 h 10128"/>
                  <a:gd name="connsiteX8" fmla="*/ 4371 w 8600"/>
                  <a:gd name="connsiteY8" fmla="*/ 9915 h 10128"/>
                  <a:gd name="connsiteX9" fmla="*/ 3140 w 8600"/>
                  <a:gd name="connsiteY9" fmla="*/ 10022 h 10128"/>
                  <a:gd name="connsiteX10" fmla="*/ 2179 w 8600"/>
                  <a:gd name="connsiteY10" fmla="*/ 7898 h 10128"/>
                  <a:gd name="connsiteX11" fmla="*/ 1187 w 8600"/>
                  <a:gd name="connsiteY11" fmla="*/ 7498 h 10128"/>
                  <a:gd name="connsiteX12" fmla="*/ 4 w 8600"/>
                  <a:gd name="connsiteY12" fmla="*/ 4042 h 10128"/>
                  <a:gd name="connsiteX0" fmla="*/ 4 w 9326"/>
                  <a:gd name="connsiteY0" fmla="*/ 3988 h 9997"/>
                  <a:gd name="connsiteX1" fmla="*/ 830 w 9326"/>
                  <a:gd name="connsiteY1" fmla="*/ 1575 h 9997"/>
                  <a:gd name="connsiteX2" fmla="*/ 3639 w 9326"/>
                  <a:gd name="connsiteY2" fmla="*/ 993 h 9997"/>
                  <a:gd name="connsiteX3" fmla="*/ 5807 w 9326"/>
                  <a:gd name="connsiteY3" fmla="*/ 0 h 9997"/>
                  <a:gd name="connsiteX4" fmla="*/ 7813 w 9326"/>
                  <a:gd name="connsiteY4" fmla="*/ 996 h 9997"/>
                  <a:gd name="connsiteX5" fmla="*/ 9324 w 9326"/>
                  <a:gd name="connsiteY5" fmla="*/ 5746 h 9997"/>
                  <a:gd name="connsiteX6" fmla="*/ 8133 w 9326"/>
                  <a:gd name="connsiteY6" fmla="*/ 9204 h 9997"/>
                  <a:gd name="connsiteX7" fmla="*/ 6170 w 9326"/>
                  <a:gd name="connsiteY7" fmla="*/ 8731 h 9997"/>
                  <a:gd name="connsiteX8" fmla="*/ 5082 w 9326"/>
                  <a:gd name="connsiteY8" fmla="*/ 9787 h 9997"/>
                  <a:gd name="connsiteX9" fmla="*/ 3650 w 9326"/>
                  <a:gd name="connsiteY9" fmla="*/ 9892 h 9997"/>
                  <a:gd name="connsiteX10" fmla="*/ 2533 w 9326"/>
                  <a:gd name="connsiteY10" fmla="*/ 7795 h 9997"/>
                  <a:gd name="connsiteX11" fmla="*/ 1379 w 9326"/>
                  <a:gd name="connsiteY11" fmla="*/ 7400 h 9997"/>
                  <a:gd name="connsiteX12" fmla="*/ 4 w 9326"/>
                  <a:gd name="connsiteY12" fmla="*/ 3988 h 9997"/>
                  <a:gd name="connsiteX0" fmla="*/ 4 w 10001"/>
                  <a:gd name="connsiteY0" fmla="*/ 3989 h 10041"/>
                  <a:gd name="connsiteX1" fmla="*/ 890 w 10001"/>
                  <a:gd name="connsiteY1" fmla="*/ 1575 h 10041"/>
                  <a:gd name="connsiteX2" fmla="*/ 3902 w 10001"/>
                  <a:gd name="connsiteY2" fmla="*/ 993 h 10041"/>
                  <a:gd name="connsiteX3" fmla="*/ 6227 w 10001"/>
                  <a:gd name="connsiteY3" fmla="*/ 0 h 10041"/>
                  <a:gd name="connsiteX4" fmla="*/ 8378 w 10001"/>
                  <a:gd name="connsiteY4" fmla="*/ 996 h 10041"/>
                  <a:gd name="connsiteX5" fmla="*/ 9998 w 10001"/>
                  <a:gd name="connsiteY5" fmla="*/ 5748 h 10041"/>
                  <a:gd name="connsiteX6" fmla="*/ 8721 w 10001"/>
                  <a:gd name="connsiteY6" fmla="*/ 9207 h 10041"/>
                  <a:gd name="connsiteX7" fmla="*/ 5449 w 10001"/>
                  <a:gd name="connsiteY7" fmla="*/ 9790 h 10041"/>
                  <a:gd name="connsiteX8" fmla="*/ 3914 w 10001"/>
                  <a:gd name="connsiteY8" fmla="*/ 9895 h 10041"/>
                  <a:gd name="connsiteX9" fmla="*/ 2716 w 10001"/>
                  <a:gd name="connsiteY9" fmla="*/ 7797 h 10041"/>
                  <a:gd name="connsiteX10" fmla="*/ 1479 w 10001"/>
                  <a:gd name="connsiteY10" fmla="*/ 7402 h 10041"/>
                  <a:gd name="connsiteX11" fmla="*/ 4 w 10001"/>
                  <a:gd name="connsiteY11" fmla="*/ 3989 h 10041"/>
                  <a:gd name="connsiteX0" fmla="*/ 4 w 10001"/>
                  <a:gd name="connsiteY0" fmla="*/ 3989 h 14825"/>
                  <a:gd name="connsiteX1" fmla="*/ 890 w 10001"/>
                  <a:gd name="connsiteY1" fmla="*/ 1575 h 14825"/>
                  <a:gd name="connsiteX2" fmla="*/ 3902 w 10001"/>
                  <a:gd name="connsiteY2" fmla="*/ 993 h 14825"/>
                  <a:gd name="connsiteX3" fmla="*/ 6227 w 10001"/>
                  <a:gd name="connsiteY3" fmla="*/ 0 h 14825"/>
                  <a:gd name="connsiteX4" fmla="*/ 8378 w 10001"/>
                  <a:gd name="connsiteY4" fmla="*/ 996 h 14825"/>
                  <a:gd name="connsiteX5" fmla="*/ 9998 w 10001"/>
                  <a:gd name="connsiteY5" fmla="*/ 5748 h 14825"/>
                  <a:gd name="connsiteX6" fmla="*/ 8721 w 10001"/>
                  <a:gd name="connsiteY6" fmla="*/ 9207 h 14825"/>
                  <a:gd name="connsiteX7" fmla="*/ 6011 w 10001"/>
                  <a:gd name="connsiteY7" fmla="*/ 14823 h 14825"/>
                  <a:gd name="connsiteX8" fmla="*/ 3914 w 10001"/>
                  <a:gd name="connsiteY8" fmla="*/ 9895 h 14825"/>
                  <a:gd name="connsiteX9" fmla="*/ 2716 w 10001"/>
                  <a:gd name="connsiteY9" fmla="*/ 7797 h 14825"/>
                  <a:gd name="connsiteX10" fmla="*/ 1479 w 10001"/>
                  <a:gd name="connsiteY10" fmla="*/ 7402 h 14825"/>
                  <a:gd name="connsiteX11" fmla="*/ 4 w 10001"/>
                  <a:gd name="connsiteY11" fmla="*/ 3989 h 14825"/>
                  <a:gd name="connsiteX0" fmla="*/ 4 w 10001"/>
                  <a:gd name="connsiteY0" fmla="*/ 7436 h 18272"/>
                  <a:gd name="connsiteX1" fmla="*/ 890 w 10001"/>
                  <a:gd name="connsiteY1" fmla="*/ 5022 h 18272"/>
                  <a:gd name="connsiteX2" fmla="*/ 3902 w 10001"/>
                  <a:gd name="connsiteY2" fmla="*/ 4440 h 18272"/>
                  <a:gd name="connsiteX3" fmla="*/ 6026 w 10001"/>
                  <a:gd name="connsiteY3" fmla="*/ 0 h 18272"/>
                  <a:gd name="connsiteX4" fmla="*/ 8378 w 10001"/>
                  <a:gd name="connsiteY4" fmla="*/ 4443 h 18272"/>
                  <a:gd name="connsiteX5" fmla="*/ 9998 w 10001"/>
                  <a:gd name="connsiteY5" fmla="*/ 9195 h 18272"/>
                  <a:gd name="connsiteX6" fmla="*/ 8721 w 10001"/>
                  <a:gd name="connsiteY6" fmla="*/ 12654 h 18272"/>
                  <a:gd name="connsiteX7" fmla="*/ 6011 w 10001"/>
                  <a:gd name="connsiteY7" fmla="*/ 18270 h 18272"/>
                  <a:gd name="connsiteX8" fmla="*/ 3914 w 10001"/>
                  <a:gd name="connsiteY8" fmla="*/ 13342 h 18272"/>
                  <a:gd name="connsiteX9" fmla="*/ 2716 w 10001"/>
                  <a:gd name="connsiteY9" fmla="*/ 11244 h 18272"/>
                  <a:gd name="connsiteX10" fmla="*/ 1479 w 10001"/>
                  <a:gd name="connsiteY10" fmla="*/ 10849 h 18272"/>
                  <a:gd name="connsiteX11" fmla="*/ 4 w 10001"/>
                  <a:gd name="connsiteY11" fmla="*/ 7436 h 18272"/>
                  <a:gd name="connsiteX0" fmla="*/ 1 w 9998"/>
                  <a:gd name="connsiteY0" fmla="*/ 7436 h 18272"/>
                  <a:gd name="connsiteX1" fmla="*/ 3899 w 9998"/>
                  <a:gd name="connsiteY1" fmla="*/ 4440 h 18272"/>
                  <a:gd name="connsiteX2" fmla="*/ 6023 w 9998"/>
                  <a:gd name="connsiteY2" fmla="*/ 0 h 18272"/>
                  <a:gd name="connsiteX3" fmla="*/ 8375 w 9998"/>
                  <a:gd name="connsiteY3" fmla="*/ 4443 h 18272"/>
                  <a:gd name="connsiteX4" fmla="*/ 9995 w 9998"/>
                  <a:gd name="connsiteY4" fmla="*/ 9195 h 18272"/>
                  <a:gd name="connsiteX5" fmla="*/ 8718 w 9998"/>
                  <a:gd name="connsiteY5" fmla="*/ 12654 h 18272"/>
                  <a:gd name="connsiteX6" fmla="*/ 6008 w 9998"/>
                  <a:gd name="connsiteY6" fmla="*/ 18270 h 18272"/>
                  <a:gd name="connsiteX7" fmla="*/ 3911 w 9998"/>
                  <a:gd name="connsiteY7" fmla="*/ 13342 h 18272"/>
                  <a:gd name="connsiteX8" fmla="*/ 2713 w 9998"/>
                  <a:gd name="connsiteY8" fmla="*/ 11244 h 18272"/>
                  <a:gd name="connsiteX9" fmla="*/ 1476 w 9998"/>
                  <a:gd name="connsiteY9" fmla="*/ 10849 h 18272"/>
                  <a:gd name="connsiteX10" fmla="*/ 1 w 9998"/>
                  <a:gd name="connsiteY10" fmla="*/ 7436 h 18272"/>
                  <a:gd name="connsiteX0" fmla="*/ 35 w 8559"/>
                  <a:gd name="connsiteY0" fmla="*/ 5938 h 10000"/>
                  <a:gd name="connsiteX1" fmla="*/ 2459 w 8559"/>
                  <a:gd name="connsiteY1" fmla="*/ 2430 h 10000"/>
                  <a:gd name="connsiteX2" fmla="*/ 4583 w 8559"/>
                  <a:gd name="connsiteY2" fmla="*/ 0 h 10000"/>
                  <a:gd name="connsiteX3" fmla="*/ 6936 w 8559"/>
                  <a:gd name="connsiteY3" fmla="*/ 2432 h 10000"/>
                  <a:gd name="connsiteX4" fmla="*/ 8556 w 8559"/>
                  <a:gd name="connsiteY4" fmla="*/ 5032 h 10000"/>
                  <a:gd name="connsiteX5" fmla="*/ 7279 w 8559"/>
                  <a:gd name="connsiteY5" fmla="*/ 6925 h 10000"/>
                  <a:gd name="connsiteX6" fmla="*/ 4568 w 8559"/>
                  <a:gd name="connsiteY6" fmla="*/ 9999 h 10000"/>
                  <a:gd name="connsiteX7" fmla="*/ 2471 w 8559"/>
                  <a:gd name="connsiteY7" fmla="*/ 7302 h 10000"/>
                  <a:gd name="connsiteX8" fmla="*/ 1273 w 8559"/>
                  <a:gd name="connsiteY8" fmla="*/ 6154 h 10000"/>
                  <a:gd name="connsiteX9" fmla="*/ 35 w 8559"/>
                  <a:gd name="connsiteY9" fmla="*/ 5938 h 10000"/>
                  <a:gd name="connsiteX0" fmla="*/ 49 w 9820"/>
                  <a:gd name="connsiteY0" fmla="*/ 4655 h 10000"/>
                  <a:gd name="connsiteX1" fmla="*/ 2693 w 9820"/>
                  <a:gd name="connsiteY1" fmla="*/ 2430 h 10000"/>
                  <a:gd name="connsiteX2" fmla="*/ 5175 w 9820"/>
                  <a:gd name="connsiteY2" fmla="*/ 0 h 10000"/>
                  <a:gd name="connsiteX3" fmla="*/ 7924 w 9820"/>
                  <a:gd name="connsiteY3" fmla="*/ 2432 h 10000"/>
                  <a:gd name="connsiteX4" fmla="*/ 9816 w 9820"/>
                  <a:gd name="connsiteY4" fmla="*/ 5032 h 10000"/>
                  <a:gd name="connsiteX5" fmla="*/ 8324 w 9820"/>
                  <a:gd name="connsiteY5" fmla="*/ 6925 h 10000"/>
                  <a:gd name="connsiteX6" fmla="*/ 5157 w 9820"/>
                  <a:gd name="connsiteY6" fmla="*/ 9999 h 10000"/>
                  <a:gd name="connsiteX7" fmla="*/ 2707 w 9820"/>
                  <a:gd name="connsiteY7" fmla="*/ 7302 h 10000"/>
                  <a:gd name="connsiteX8" fmla="*/ 1307 w 9820"/>
                  <a:gd name="connsiteY8" fmla="*/ 6154 h 10000"/>
                  <a:gd name="connsiteX9" fmla="*/ 49 w 9820"/>
                  <a:gd name="connsiteY9" fmla="*/ 4655 h 10000"/>
                  <a:gd name="connsiteX0" fmla="*/ 45 w 9995"/>
                  <a:gd name="connsiteY0" fmla="*/ 4655 h 10000"/>
                  <a:gd name="connsiteX1" fmla="*/ 2737 w 9995"/>
                  <a:gd name="connsiteY1" fmla="*/ 2430 h 10000"/>
                  <a:gd name="connsiteX2" fmla="*/ 5265 w 9995"/>
                  <a:gd name="connsiteY2" fmla="*/ 0 h 10000"/>
                  <a:gd name="connsiteX3" fmla="*/ 8064 w 9995"/>
                  <a:gd name="connsiteY3" fmla="*/ 2432 h 10000"/>
                  <a:gd name="connsiteX4" fmla="*/ 9991 w 9995"/>
                  <a:gd name="connsiteY4" fmla="*/ 5032 h 10000"/>
                  <a:gd name="connsiteX5" fmla="*/ 8472 w 9995"/>
                  <a:gd name="connsiteY5" fmla="*/ 6925 h 10000"/>
                  <a:gd name="connsiteX6" fmla="*/ 5247 w 9995"/>
                  <a:gd name="connsiteY6" fmla="*/ 9999 h 10000"/>
                  <a:gd name="connsiteX7" fmla="*/ 2752 w 9995"/>
                  <a:gd name="connsiteY7" fmla="*/ 7302 h 10000"/>
                  <a:gd name="connsiteX8" fmla="*/ 1374 w 9995"/>
                  <a:gd name="connsiteY8" fmla="*/ 6984 h 10000"/>
                  <a:gd name="connsiteX9" fmla="*/ 45 w 9995"/>
                  <a:gd name="connsiteY9" fmla="*/ 4655 h 10000"/>
                  <a:gd name="connsiteX0" fmla="*/ 45 w 10000"/>
                  <a:gd name="connsiteY0" fmla="*/ 5032 h 10377"/>
                  <a:gd name="connsiteX1" fmla="*/ 2738 w 10000"/>
                  <a:gd name="connsiteY1" fmla="*/ 2807 h 10377"/>
                  <a:gd name="connsiteX2" fmla="*/ 4886 w 10000"/>
                  <a:gd name="connsiteY2" fmla="*/ 0 h 10377"/>
                  <a:gd name="connsiteX3" fmla="*/ 8068 w 10000"/>
                  <a:gd name="connsiteY3" fmla="*/ 2809 h 10377"/>
                  <a:gd name="connsiteX4" fmla="*/ 9996 w 10000"/>
                  <a:gd name="connsiteY4" fmla="*/ 5409 h 10377"/>
                  <a:gd name="connsiteX5" fmla="*/ 8476 w 10000"/>
                  <a:gd name="connsiteY5" fmla="*/ 7302 h 10377"/>
                  <a:gd name="connsiteX6" fmla="*/ 5250 w 10000"/>
                  <a:gd name="connsiteY6" fmla="*/ 10376 h 10377"/>
                  <a:gd name="connsiteX7" fmla="*/ 2753 w 10000"/>
                  <a:gd name="connsiteY7" fmla="*/ 7679 h 10377"/>
                  <a:gd name="connsiteX8" fmla="*/ 1375 w 10000"/>
                  <a:gd name="connsiteY8" fmla="*/ 7361 h 10377"/>
                  <a:gd name="connsiteX9" fmla="*/ 45 w 10000"/>
                  <a:gd name="connsiteY9" fmla="*/ 5032 h 10377"/>
                  <a:gd name="connsiteX0" fmla="*/ 45 w 10000"/>
                  <a:gd name="connsiteY0" fmla="*/ 5036 h 10381"/>
                  <a:gd name="connsiteX1" fmla="*/ 2738 w 10000"/>
                  <a:gd name="connsiteY1" fmla="*/ 2811 h 10381"/>
                  <a:gd name="connsiteX2" fmla="*/ 4886 w 10000"/>
                  <a:gd name="connsiteY2" fmla="*/ 4 h 10381"/>
                  <a:gd name="connsiteX3" fmla="*/ 8068 w 10000"/>
                  <a:gd name="connsiteY3" fmla="*/ 2813 h 10381"/>
                  <a:gd name="connsiteX4" fmla="*/ 9996 w 10000"/>
                  <a:gd name="connsiteY4" fmla="*/ 5413 h 10381"/>
                  <a:gd name="connsiteX5" fmla="*/ 8476 w 10000"/>
                  <a:gd name="connsiteY5" fmla="*/ 7306 h 10381"/>
                  <a:gd name="connsiteX6" fmla="*/ 5250 w 10000"/>
                  <a:gd name="connsiteY6" fmla="*/ 10380 h 10381"/>
                  <a:gd name="connsiteX7" fmla="*/ 2753 w 10000"/>
                  <a:gd name="connsiteY7" fmla="*/ 7683 h 10381"/>
                  <a:gd name="connsiteX8" fmla="*/ 1375 w 10000"/>
                  <a:gd name="connsiteY8" fmla="*/ 7365 h 10381"/>
                  <a:gd name="connsiteX9" fmla="*/ 45 w 10000"/>
                  <a:gd name="connsiteY9" fmla="*/ 5036 h 10381"/>
                  <a:gd name="connsiteX0" fmla="*/ 45 w 10000"/>
                  <a:gd name="connsiteY0" fmla="*/ 5036 h 10796"/>
                  <a:gd name="connsiteX1" fmla="*/ 2738 w 10000"/>
                  <a:gd name="connsiteY1" fmla="*/ 2811 h 10796"/>
                  <a:gd name="connsiteX2" fmla="*/ 4886 w 10000"/>
                  <a:gd name="connsiteY2" fmla="*/ 4 h 10796"/>
                  <a:gd name="connsiteX3" fmla="*/ 8068 w 10000"/>
                  <a:gd name="connsiteY3" fmla="*/ 2813 h 10796"/>
                  <a:gd name="connsiteX4" fmla="*/ 9996 w 10000"/>
                  <a:gd name="connsiteY4" fmla="*/ 5413 h 10796"/>
                  <a:gd name="connsiteX5" fmla="*/ 8476 w 10000"/>
                  <a:gd name="connsiteY5" fmla="*/ 7306 h 10796"/>
                  <a:gd name="connsiteX6" fmla="*/ 5202 w 10000"/>
                  <a:gd name="connsiteY6" fmla="*/ 10795 h 10796"/>
                  <a:gd name="connsiteX7" fmla="*/ 2753 w 10000"/>
                  <a:gd name="connsiteY7" fmla="*/ 7683 h 10796"/>
                  <a:gd name="connsiteX8" fmla="*/ 1375 w 10000"/>
                  <a:gd name="connsiteY8" fmla="*/ 7365 h 10796"/>
                  <a:gd name="connsiteX9" fmla="*/ 45 w 10000"/>
                  <a:gd name="connsiteY9" fmla="*/ 5036 h 10796"/>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 w 9959"/>
                  <a:gd name="connsiteY0" fmla="*/ 5593 h 11352"/>
                  <a:gd name="connsiteX1" fmla="*/ 1089 w 9959"/>
                  <a:gd name="connsiteY1" fmla="*/ 469 h 11352"/>
                  <a:gd name="connsiteX2" fmla="*/ 4845 w 9959"/>
                  <a:gd name="connsiteY2" fmla="*/ 561 h 11352"/>
                  <a:gd name="connsiteX3" fmla="*/ 8027 w 9959"/>
                  <a:gd name="connsiteY3" fmla="*/ 3370 h 11352"/>
                  <a:gd name="connsiteX4" fmla="*/ 9955 w 9959"/>
                  <a:gd name="connsiteY4" fmla="*/ 5970 h 11352"/>
                  <a:gd name="connsiteX5" fmla="*/ 8435 w 9959"/>
                  <a:gd name="connsiteY5" fmla="*/ 7863 h 11352"/>
                  <a:gd name="connsiteX6" fmla="*/ 5161 w 9959"/>
                  <a:gd name="connsiteY6" fmla="*/ 11352 h 11352"/>
                  <a:gd name="connsiteX7" fmla="*/ 2712 w 9959"/>
                  <a:gd name="connsiteY7" fmla="*/ 8240 h 11352"/>
                  <a:gd name="connsiteX8" fmla="*/ 1334 w 9959"/>
                  <a:gd name="connsiteY8" fmla="*/ 7922 h 11352"/>
                  <a:gd name="connsiteX9" fmla="*/ 4 w 9959"/>
                  <a:gd name="connsiteY9" fmla="*/ 5593 h 11352"/>
                  <a:gd name="connsiteX0" fmla="*/ 0 w 11223"/>
                  <a:gd name="connsiteY0" fmla="*/ 3835 h 9929"/>
                  <a:gd name="connsiteX1" fmla="*/ 2316 w 11223"/>
                  <a:gd name="connsiteY1" fmla="*/ 342 h 9929"/>
                  <a:gd name="connsiteX2" fmla="*/ 6088 w 11223"/>
                  <a:gd name="connsiteY2" fmla="*/ 423 h 9929"/>
                  <a:gd name="connsiteX3" fmla="*/ 9283 w 11223"/>
                  <a:gd name="connsiteY3" fmla="*/ 2898 h 9929"/>
                  <a:gd name="connsiteX4" fmla="*/ 11219 w 11223"/>
                  <a:gd name="connsiteY4" fmla="*/ 5188 h 9929"/>
                  <a:gd name="connsiteX5" fmla="*/ 9693 w 11223"/>
                  <a:gd name="connsiteY5" fmla="*/ 6856 h 9929"/>
                  <a:gd name="connsiteX6" fmla="*/ 6405 w 11223"/>
                  <a:gd name="connsiteY6" fmla="*/ 9929 h 9929"/>
                  <a:gd name="connsiteX7" fmla="*/ 3946 w 11223"/>
                  <a:gd name="connsiteY7" fmla="*/ 7188 h 9929"/>
                  <a:gd name="connsiteX8" fmla="*/ 2562 w 11223"/>
                  <a:gd name="connsiteY8" fmla="*/ 6908 h 9929"/>
                  <a:gd name="connsiteX9" fmla="*/ 0 w 11223"/>
                  <a:gd name="connsiteY9" fmla="*/ 3835 h 9929"/>
                  <a:gd name="connsiteX0" fmla="*/ 0 w 9999"/>
                  <a:gd name="connsiteY0" fmla="*/ 3862 h 10000"/>
                  <a:gd name="connsiteX1" fmla="*/ 2064 w 9999"/>
                  <a:gd name="connsiteY1" fmla="*/ 344 h 10000"/>
                  <a:gd name="connsiteX2" fmla="*/ 5425 w 9999"/>
                  <a:gd name="connsiteY2" fmla="*/ 426 h 10000"/>
                  <a:gd name="connsiteX3" fmla="*/ 8271 w 9999"/>
                  <a:gd name="connsiteY3" fmla="*/ 2919 h 10000"/>
                  <a:gd name="connsiteX4" fmla="*/ 9996 w 9999"/>
                  <a:gd name="connsiteY4" fmla="*/ 5225 h 10000"/>
                  <a:gd name="connsiteX5" fmla="*/ 8637 w 9999"/>
                  <a:gd name="connsiteY5" fmla="*/ 6905 h 10000"/>
                  <a:gd name="connsiteX6" fmla="*/ 5707 w 9999"/>
                  <a:gd name="connsiteY6" fmla="*/ 10000 h 10000"/>
                  <a:gd name="connsiteX7" fmla="*/ 2283 w 9999"/>
                  <a:gd name="connsiteY7" fmla="*/ 6957 h 10000"/>
                  <a:gd name="connsiteX8" fmla="*/ 0 w 9999"/>
                  <a:gd name="connsiteY8" fmla="*/ 3862 h 10000"/>
                  <a:gd name="connsiteX0" fmla="*/ 124 w 10124"/>
                  <a:gd name="connsiteY0" fmla="*/ 3862 h 10000"/>
                  <a:gd name="connsiteX1" fmla="*/ 2188 w 10124"/>
                  <a:gd name="connsiteY1" fmla="*/ 344 h 10000"/>
                  <a:gd name="connsiteX2" fmla="*/ 5550 w 10124"/>
                  <a:gd name="connsiteY2" fmla="*/ 426 h 10000"/>
                  <a:gd name="connsiteX3" fmla="*/ 8396 w 10124"/>
                  <a:gd name="connsiteY3" fmla="*/ 2919 h 10000"/>
                  <a:gd name="connsiteX4" fmla="*/ 10121 w 10124"/>
                  <a:gd name="connsiteY4" fmla="*/ 5225 h 10000"/>
                  <a:gd name="connsiteX5" fmla="*/ 8762 w 10124"/>
                  <a:gd name="connsiteY5" fmla="*/ 6905 h 10000"/>
                  <a:gd name="connsiteX6" fmla="*/ 5832 w 10124"/>
                  <a:gd name="connsiteY6" fmla="*/ 10000 h 10000"/>
                  <a:gd name="connsiteX7" fmla="*/ 124 w 10124"/>
                  <a:gd name="connsiteY7" fmla="*/ 3862 h 10000"/>
                  <a:gd name="connsiteX0" fmla="*/ 43 w 10045"/>
                  <a:gd name="connsiteY0" fmla="*/ 3862 h 6912"/>
                  <a:gd name="connsiteX1" fmla="*/ 2107 w 10045"/>
                  <a:gd name="connsiteY1" fmla="*/ 344 h 6912"/>
                  <a:gd name="connsiteX2" fmla="*/ 5469 w 10045"/>
                  <a:gd name="connsiteY2" fmla="*/ 426 h 6912"/>
                  <a:gd name="connsiteX3" fmla="*/ 8315 w 10045"/>
                  <a:gd name="connsiteY3" fmla="*/ 2919 h 6912"/>
                  <a:gd name="connsiteX4" fmla="*/ 10040 w 10045"/>
                  <a:gd name="connsiteY4" fmla="*/ 5225 h 6912"/>
                  <a:gd name="connsiteX5" fmla="*/ 8681 w 10045"/>
                  <a:gd name="connsiteY5" fmla="*/ 6905 h 6912"/>
                  <a:gd name="connsiteX6" fmla="*/ 3967 w 10045"/>
                  <a:gd name="connsiteY6" fmla="*/ 5885 h 6912"/>
                  <a:gd name="connsiteX7" fmla="*/ 43 w 10045"/>
                  <a:gd name="connsiteY7" fmla="*/ 3862 h 6912"/>
                  <a:gd name="connsiteX0" fmla="*/ 47 w 10004"/>
                  <a:gd name="connsiteY0" fmla="*/ 5106 h 9519"/>
                  <a:gd name="connsiteX1" fmla="*/ 2102 w 10004"/>
                  <a:gd name="connsiteY1" fmla="*/ 17 h 9519"/>
                  <a:gd name="connsiteX2" fmla="*/ 6651 w 10004"/>
                  <a:gd name="connsiteY2" fmla="*/ 3484 h 9519"/>
                  <a:gd name="connsiteX3" fmla="*/ 8282 w 10004"/>
                  <a:gd name="connsiteY3" fmla="*/ 3742 h 9519"/>
                  <a:gd name="connsiteX4" fmla="*/ 9999 w 10004"/>
                  <a:gd name="connsiteY4" fmla="*/ 7078 h 9519"/>
                  <a:gd name="connsiteX5" fmla="*/ 8646 w 10004"/>
                  <a:gd name="connsiteY5" fmla="*/ 9509 h 9519"/>
                  <a:gd name="connsiteX6" fmla="*/ 3953 w 10004"/>
                  <a:gd name="connsiteY6" fmla="*/ 8033 h 9519"/>
                  <a:gd name="connsiteX7" fmla="*/ 47 w 10004"/>
                  <a:gd name="connsiteY7" fmla="*/ 5106 h 9519"/>
                  <a:gd name="connsiteX0" fmla="*/ 43 w 9996"/>
                  <a:gd name="connsiteY0" fmla="*/ 6232 h 10868"/>
                  <a:gd name="connsiteX1" fmla="*/ 2097 w 9996"/>
                  <a:gd name="connsiteY1" fmla="*/ 886 h 10868"/>
                  <a:gd name="connsiteX2" fmla="*/ 5642 w 9996"/>
                  <a:gd name="connsiteY2" fmla="*/ 385 h 10868"/>
                  <a:gd name="connsiteX3" fmla="*/ 8275 w 9996"/>
                  <a:gd name="connsiteY3" fmla="*/ 4799 h 10868"/>
                  <a:gd name="connsiteX4" fmla="*/ 9991 w 9996"/>
                  <a:gd name="connsiteY4" fmla="*/ 8304 h 10868"/>
                  <a:gd name="connsiteX5" fmla="*/ 8639 w 9996"/>
                  <a:gd name="connsiteY5" fmla="*/ 10857 h 10868"/>
                  <a:gd name="connsiteX6" fmla="*/ 3947 w 9996"/>
                  <a:gd name="connsiteY6" fmla="*/ 9307 h 10868"/>
                  <a:gd name="connsiteX7" fmla="*/ 43 w 9996"/>
                  <a:gd name="connsiteY7" fmla="*/ 6232 h 10868"/>
                  <a:gd name="connsiteX0" fmla="*/ 43 w 10004"/>
                  <a:gd name="connsiteY0" fmla="*/ 5543 h 9809"/>
                  <a:gd name="connsiteX1" fmla="*/ 2098 w 10004"/>
                  <a:gd name="connsiteY1" fmla="*/ 624 h 9809"/>
                  <a:gd name="connsiteX2" fmla="*/ 5644 w 10004"/>
                  <a:gd name="connsiteY2" fmla="*/ 163 h 9809"/>
                  <a:gd name="connsiteX3" fmla="*/ 8163 w 10004"/>
                  <a:gd name="connsiteY3" fmla="*/ 1492 h 9809"/>
                  <a:gd name="connsiteX4" fmla="*/ 9995 w 10004"/>
                  <a:gd name="connsiteY4" fmla="*/ 7450 h 9809"/>
                  <a:gd name="connsiteX5" fmla="*/ 8642 w 10004"/>
                  <a:gd name="connsiteY5" fmla="*/ 9799 h 9809"/>
                  <a:gd name="connsiteX6" fmla="*/ 3949 w 10004"/>
                  <a:gd name="connsiteY6" fmla="*/ 8373 h 9809"/>
                  <a:gd name="connsiteX7" fmla="*/ 43 w 10004"/>
                  <a:gd name="connsiteY7" fmla="*/ 5543 h 9809"/>
                  <a:gd name="connsiteX0" fmla="*/ 43 w 8950"/>
                  <a:gd name="connsiteY0" fmla="*/ 5651 h 10081"/>
                  <a:gd name="connsiteX1" fmla="*/ 2097 w 8950"/>
                  <a:gd name="connsiteY1" fmla="*/ 636 h 10081"/>
                  <a:gd name="connsiteX2" fmla="*/ 5642 w 8950"/>
                  <a:gd name="connsiteY2" fmla="*/ 166 h 10081"/>
                  <a:gd name="connsiteX3" fmla="*/ 8160 w 8950"/>
                  <a:gd name="connsiteY3" fmla="*/ 1521 h 10081"/>
                  <a:gd name="connsiteX4" fmla="*/ 8473 w 8950"/>
                  <a:gd name="connsiteY4" fmla="*/ 5322 h 10081"/>
                  <a:gd name="connsiteX5" fmla="*/ 8639 w 8950"/>
                  <a:gd name="connsiteY5" fmla="*/ 9990 h 10081"/>
                  <a:gd name="connsiteX6" fmla="*/ 3947 w 8950"/>
                  <a:gd name="connsiteY6" fmla="*/ 8536 h 10081"/>
                  <a:gd name="connsiteX7" fmla="*/ 43 w 8950"/>
                  <a:gd name="connsiteY7" fmla="*/ 5651 h 10081"/>
                  <a:gd name="connsiteX0" fmla="*/ 48 w 9651"/>
                  <a:gd name="connsiteY0" fmla="*/ 5606 h 8648"/>
                  <a:gd name="connsiteX1" fmla="*/ 2343 w 9651"/>
                  <a:gd name="connsiteY1" fmla="*/ 631 h 8648"/>
                  <a:gd name="connsiteX2" fmla="*/ 6304 w 9651"/>
                  <a:gd name="connsiteY2" fmla="*/ 165 h 8648"/>
                  <a:gd name="connsiteX3" fmla="*/ 9117 w 9651"/>
                  <a:gd name="connsiteY3" fmla="*/ 1509 h 8648"/>
                  <a:gd name="connsiteX4" fmla="*/ 9467 w 9651"/>
                  <a:gd name="connsiteY4" fmla="*/ 5279 h 8648"/>
                  <a:gd name="connsiteX5" fmla="*/ 6997 w 9651"/>
                  <a:gd name="connsiteY5" fmla="*/ 8019 h 8648"/>
                  <a:gd name="connsiteX6" fmla="*/ 4410 w 9651"/>
                  <a:gd name="connsiteY6" fmla="*/ 8467 h 8648"/>
                  <a:gd name="connsiteX7" fmla="*/ 48 w 9651"/>
                  <a:gd name="connsiteY7" fmla="*/ 5606 h 8648"/>
                  <a:gd name="connsiteX0" fmla="*/ 41 w 9991"/>
                  <a:gd name="connsiteY0" fmla="*/ 6482 h 9316"/>
                  <a:gd name="connsiteX1" fmla="*/ 2419 w 9991"/>
                  <a:gd name="connsiteY1" fmla="*/ 730 h 9316"/>
                  <a:gd name="connsiteX2" fmla="*/ 6523 w 9991"/>
                  <a:gd name="connsiteY2" fmla="*/ 191 h 9316"/>
                  <a:gd name="connsiteX3" fmla="*/ 9438 w 9991"/>
                  <a:gd name="connsiteY3" fmla="*/ 1745 h 9316"/>
                  <a:gd name="connsiteX4" fmla="*/ 9800 w 9991"/>
                  <a:gd name="connsiteY4" fmla="*/ 6104 h 9316"/>
                  <a:gd name="connsiteX5" fmla="*/ 7241 w 9991"/>
                  <a:gd name="connsiteY5" fmla="*/ 9273 h 9316"/>
                  <a:gd name="connsiteX6" fmla="*/ 1411 w 9991"/>
                  <a:gd name="connsiteY6" fmla="*/ 7856 h 9316"/>
                  <a:gd name="connsiteX7" fmla="*/ 41 w 9991"/>
                  <a:gd name="connsiteY7" fmla="*/ 6482 h 9316"/>
                  <a:gd name="connsiteX0" fmla="*/ 19 w 10708"/>
                  <a:gd name="connsiteY0" fmla="*/ 7721 h 10038"/>
                  <a:gd name="connsiteX1" fmla="*/ 3129 w 10708"/>
                  <a:gd name="connsiteY1" fmla="*/ 825 h 10038"/>
                  <a:gd name="connsiteX2" fmla="*/ 7237 w 10708"/>
                  <a:gd name="connsiteY2" fmla="*/ 246 h 10038"/>
                  <a:gd name="connsiteX3" fmla="*/ 10155 w 10708"/>
                  <a:gd name="connsiteY3" fmla="*/ 1914 h 10038"/>
                  <a:gd name="connsiteX4" fmla="*/ 10517 w 10708"/>
                  <a:gd name="connsiteY4" fmla="*/ 6593 h 10038"/>
                  <a:gd name="connsiteX5" fmla="*/ 7956 w 10708"/>
                  <a:gd name="connsiteY5" fmla="*/ 9995 h 10038"/>
                  <a:gd name="connsiteX6" fmla="*/ 2120 w 10708"/>
                  <a:gd name="connsiteY6" fmla="*/ 8474 h 10038"/>
                  <a:gd name="connsiteX7" fmla="*/ 19 w 10708"/>
                  <a:gd name="connsiteY7" fmla="*/ 7721 h 10038"/>
                  <a:gd name="connsiteX0" fmla="*/ 359 w 11048"/>
                  <a:gd name="connsiteY0" fmla="*/ 7721 h 10038"/>
                  <a:gd name="connsiteX1" fmla="*/ 3469 w 11048"/>
                  <a:gd name="connsiteY1" fmla="*/ 825 h 10038"/>
                  <a:gd name="connsiteX2" fmla="*/ 7577 w 11048"/>
                  <a:gd name="connsiteY2" fmla="*/ 246 h 10038"/>
                  <a:gd name="connsiteX3" fmla="*/ 10495 w 11048"/>
                  <a:gd name="connsiteY3" fmla="*/ 1914 h 10038"/>
                  <a:gd name="connsiteX4" fmla="*/ 10857 w 11048"/>
                  <a:gd name="connsiteY4" fmla="*/ 6593 h 10038"/>
                  <a:gd name="connsiteX5" fmla="*/ 8296 w 11048"/>
                  <a:gd name="connsiteY5" fmla="*/ 9995 h 10038"/>
                  <a:gd name="connsiteX6" fmla="*/ 2460 w 11048"/>
                  <a:gd name="connsiteY6" fmla="*/ 8474 h 10038"/>
                  <a:gd name="connsiteX7" fmla="*/ 359 w 11048"/>
                  <a:gd name="connsiteY7" fmla="*/ 7721 h 10038"/>
                  <a:gd name="connsiteX0" fmla="*/ 359 w 11048"/>
                  <a:gd name="connsiteY0" fmla="*/ 8392 h 10075"/>
                  <a:gd name="connsiteX1" fmla="*/ 3469 w 11048"/>
                  <a:gd name="connsiteY1" fmla="*/ 864 h 10075"/>
                  <a:gd name="connsiteX2" fmla="*/ 7577 w 11048"/>
                  <a:gd name="connsiteY2" fmla="*/ 285 h 10075"/>
                  <a:gd name="connsiteX3" fmla="*/ 10495 w 11048"/>
                  <a:gd name="connsiteY3" fmla="*/ 1953 h 10075"/>
                  <a:gd name="connsiteX4" fmla="*/ 10857 w 11048"/>
                  <a:gd name="connsiteY4" fmla="*/ 6632 h 10075"/>
                  <a:gd name="connsiteX5" fmla="*/ 8296 w 11048"/>
                  <a:gd name="connsiteY5" fmla="*/ 10034 h 10075"/>
                  <a:gd name="connsiteX6" fmla="*/ 2460 w 11048"/>
                  <a:gd name="connsiteY6" fmla="*/ 8513 h 10075"/>
                  <a:gd name="connsiteX7" fmla="*/ 359 w 11048"/>
                  <a:gd name="connsiteY7" fmla="*/ 8392 h 10075"/>
                  <a:gd name="connsiteX0" fmla="*/ 371 w 11060"/>
                  <a:gd name="connsiteY0" fmla="*/ 8392 h 10075"/>
                  <a:gd name="connsiteX1" fmla="*/ 3481 w 11060"/>
                  <a:gd name="connsiteY1" fmla="*/ 864 h 10075"/>
                  <a:gd name="connsiteX2" fmla="*/ 7589 w 11060"/>
                  <a:gd name="connsiteY2" fmla="*/ 285 h 10075"/>
                  <a:gd name="connsiteX3" fmla="*/ 10507 w 11060"/>
                  <a:gd name="connsiteY3" fmla="*/ 1953 h 10075"/>
                  <a:gd name="connsiteX4" fmla="*/ 10869 w 11060"/>
                  <a:gd name="connsiteY4" fmla="*/ 6632 h 10075"/>
                  <a:gd name="connsiteX5" fmla="*/ 8308 w 11060"/>
                  <a:gd name="connsiteY5" fmla="*/ 10034 h 10075"/>
                  <a:gd name="connsiteX6" fmla="*/ 2472 w 11060"/>
                  <a:gd name="connsiteY6" fmla="*/ 8513 h 10075"/>
                  <a:gd name="connsiteX7" fmla="*/ 371 w 11060"/>
                  <a:gd name="connsiteY7" fmla="*/ 8392 h 10075"/>
                  <a:gd name="connsiteX0" fmla="*/ 54 w 10743"/>
                  <a:gd name="connsiteY0" fmla="*/ 9468 h 11151"/>
                  <a:gd name="connsiteX1" fmla="*/ 4027 w 10743"/>
                  <a:gd name="connsiteY1" fmla="*/ 495 h 11151"/>
                  <a:gd name="connsiteX2" fmla="*/ 7272 w 10743"/>
                  <a:gd name="connsiteY2" fmla="*/ 1361 h 11151"/>
                  <a:gd name="connsiteX3" fmla="*/ 10190 w 10743"/>
                  <a:gd name="connsiteY3" fmla="*/ 3029 h 11151"/>
                  <a:gd name="connsiteX4" fmla="*/ 10552 w 10743"/>
                  <a:gd name="connsiteY4" fmla="*/ 7708 h 11151"/>
                  <a:gd name="connsiteX5" fmla="*/ 7991 w 10743"/>
                  <a:gd name="connsiteY5" fmla="*/ 11110 h 11151"/>
                  <a:gd name="connsiteX6" fmla="*/ 2155 w 10743"/>
                  <a:gd name="connsiteY6" fmla="*/ 9589 h 11151"/>
                  <a:gd name="connsiteX7" fmla="*/ 54 w 10743"/>
                  <a:gd name="connsiteY7" fmla="*/ 9468 h 11151"/>
                  <a:gd name="connsiteX0" fmla="*/ 54 w 10743"/>
                  <a:gd name="connsiteY0" fmla="*/ 9506 h 11189"/>
                  <a:gd name="connsiteX1" fmla="*/ 4027 w 10743"/>
                  <a:gd name="connsiteY1" fmla="*/ 533 h 11189"/>
                  <a:gd name="connsiteX2" fmla="*/ 7272 w 10743"/>
                  <a:gd name="connsiteY2" fmla="*/ 1399 h 11189"/>
                  <a:gd name="connsiteX3" fmla="*/ 10190 w 10743"/>
                  <a:gd name="connsiteY3" fmla="*/ 3067 h 11189"/>
                  <a:gd name="connsiteX4" fmla="*/ 10552 w 10743"/>
                  <a:gd name="connsiteY4" fmla="*/ 7746 h 11189"/>
                  <a:gd name="connsiteX5" fmla="*/ 7991 w 10743"/>
                  <a:gd name="connsiteY5" fmla="*/ 11148 h 11189"/>
                  <a:gd name="connsiteX6" fmla="*/ 2155 w 10743"/>
                  <a:gd name="connsiteY6" fmla="*/ 9627 h 11189"/>
                  <a:gd name="connsiteX7" fmla="*/ 54 w 10743"/>
                  <a:gd name="connsiteY7" fmla="*/ 9506 h 11189"/>
                  <a:gd name="connsiteX0" fmla="*/ 40 w 11293"/>
                  <a:gd name="connsiteY0" fmla="*/ 9082 h 11127"/>
                  <a:gd name="connsiteX1" fmla="*/ 4577 w 11293"/>
                  <a:gd name="connsiteY1" fmla="*/ 470 h 11127"/>
                  <a:gd name="connsiteX2" fmla="*/ 7822 w 11293"/>
                  <a:gd name="connsiteY2" fmla="*/ 1336 h 11127"/>
                  <a:gd name="connsiteX3" fmla="*/ 10740 w 11293"/>
                  <a:gd name="connsiteY3" fmla="*/ 3004 h 11127"/>
                  <a:gd name="connsiteX4" fmla="*/ 11102 w 11293"/>
                  <a:gd name="connsiteY4" fmla="*/ 7683 h 11127"/>
                  <a:gd name="connsiteX5" fmla="*/ 8541 w 11293"/>
                  <a:gd name="connsiteY5" fmla="*/ 11085 h 11127"/>
                  <a:gd name="connsiteX6" fmla="*/ 2705 w 11293"/>
                  <a:gd name="connsiteY6" fmla="*/ 9564 h 11127"/>
                  <a:gd name="connsiteX7" fmla="*/ 40 w 11293"/>
                  <a:gd name="connsiteY7" fmla="*/ 9082 h 11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293" h="11127">
                    <a:moveTo>
                      <a:pt x="40" y="9082"/>
                    </a:moveTo>
                    <a:cubicBezTo>
                      <a:pt x="352" y="7566"/>
                      <a:pt x="3280" y="1761"/>
                      <a:pt x="4577" y="470"/>
                    </a:cubicBezTo>
                    <a:cubicBezTo>
                      <a:pt x="5874" y="-821"/>
                      <a:pt x="6795" y="914"/>
                      <a:pt x="7822" y="1336"/>
                    </a:cubicBezTo>
                    <a:cubicBezTo>
                      <a:pt x="8849" y="1758"/>
                      <a:pt x="10193" y="1947"/>
                      <a:pt x="10740" y="3004"/>
                    </a:cubicBezTo>
                    <a:cubicBezTo>
                      <a:pt x="11287" y="4061"/>
                      <a:pt x="11468" y="6337"/>
                      <a:pt x="11102" y="7683"/>
                    </a:cubicBezTo>
                    <a:cubicBezTo>
                      <a:pt x="10736" y="9030"/>
                      <a:pt x="9940" y="10771"/>
                      <a:pt x="8541" y="11085"/>
                    </a:cubicBezTo>
                    <a:cubicBezTo>
                      <a:pt x="7141" y="11398"/>
                      <a:pt x="4122" y="9898"/>
                      <a:pt x="2705" y="9564"/>
                    </a:cubicBezTo>
                    <a:cubicBezTo>
                      <a:pt x="1288" y="9230"/>
                      <a:pt x="-272" y="10598"/>
                      <a:pt x="40" y="9082"/>
                    </a:cubicBezTo>
                    <a:close/>
                  </a:path>
                </a:pathLst>
              </a:custGeom>
              <a:solidFill>
                <a:srgbClr val="66CCFF"/>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grpSp>
            <p:nvGrpSpPr>
              <p:cNvPr id="370" name="Group 327"/>
              <p:cNvGrpSpPr>
                <a:grpSpLocks/>
              </p:cNvGrpSpPr>
              <p:nvPr/>
            </p:nvGrpSpPr>
            <p:grpSpPr bwMode="auto">
              <a:xfrm>
                <a:off x="7908175" y="5241780"/>
                <a:ext cx="536554" cy="263548"/>
                <a:chOff x="1871277" y="1576300"/>
                <a:chExt cx="1128371" cy="437861"/>
              </a:xfrm>
            </p:grpSpPr>
            <p:sp>
              <p:nvSpPr>
                <p:cNvPr id="374" name="Oval 373"/>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75" name="Rectangle 374"/>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76" name="Oval 375"/>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77" name="Freeform 376"/>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78" name="Freeform 377"/>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79" name="Freeform 378"/>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80" name="Freeform 379"/>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81" name="Straight Connector 380"/>
                <p:cNvCxnSpPr>
                  <a:endCxn id="376"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82" name="Straight Connector 381"/>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371" name="Group 370"/>
              <p:cNvGrpSpPr/>
              <p:nvPr/>
            </p:nvGrpSpPr>
            <p:grpSpPr>
              <a:xfrm>
                <a:off x="7876581" y="5223365"/>
                <a:ext cx="466894" cy="369332"/>
                <a:chOff x="599495" y="1708643"/>
                <a:chExt cx="491778" cy="409344"/>
              </a:xfrm>
            </p:grpSpPr>
            <p:sp>
              <p:nvSpPr>
                <p:cNvPr id="372" name="Oval 371"/>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373" name="TextBox 372"/>
                <p:cNvSpPr txBox="1"/>
                <p:nvPr/>
              </p:nvSpPr>
              <p:spPr>
                <a:xfrm>
                  <a:off x="599495" y="1708643"/>
                  <a:ext cx="491778" cy="409344"/>
                </a:xfrm>
                <a:prstGeom prst="rect">
                  <a:avLst/>
                </a:prstGeom>
                <a:noFill/>
              </p:spPr>
              <p:txBody>
                <a:bodyPr wrap="none" rtlCol="0">
                  <a:spAutoFit/>
                </a:bodyPr>
                <a:lstStyle/>
                <a:p>
                  <a:pPr algn="ctr"/>
                  <a:r>
                    <a:rPr lang="en-US" dirty="0"/>
                    <a:t>  X</a:t>
                  </a:r>
                </a:p>
              </p:txBody>
            </p:sp>
          </p:grpSp>
        </p:grpSp>
        <p:cxnSp>
          <p:nvCxnSpPr>
            <p:cNvPr id="402" name="Straight Connector 401"/>
            <p:cNvCxnSpPr/>
            <p:nvPr/>
          </p:nvCxnSpPr>
          <p:spPr bwMode="auto">
            <a:xfrm flipH="1">
              <a:off x="7133690" y="5764030"/>
              <a:ext cx="870024" cy="9999"/>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grpSp>
      <p:grpSp>
        <p:nvGrpSpPr>
          <p:cNvPr id="7" name="Group 6"/>
          <p:cNvGrpSpPr/>
          <p:nvPr/>
        </p:nvGrpSpPr>
        <p:grpSpPr>
          <a:xfrm>
            <a:off x="5713444" y="2379268"/>
            <a:ext cx="1009362" cy="768350"/>
            <a:chOff x="5713444" y="2379268"/>
            <a:chExt cx="1009362" cy="768350"/>
          </a:xfrm>
        </p:grpSpPr>
        <p:sp>
          <p:nvSpPr>
            <p:cNvPr id="162850" name="AutoShape 118"/>
            <p:cNvSpPr>
              <a:spLocks noChangeArrowheads="1"/>
            </p:cNvSpPr>
            <p:nvPr/>
          </p:nvSpPr>
          <p:spPr bwMode="auto">
            <a:xfrm rot="17597965">
              <a:off x="5467382" y="2625330"/>
              <a:ext cx="768350" cy="276226"/>
            </a:xfrm>
            <a:prstGeom prst="leftArrow">
              <a:avLst>
                <a:gd name="adj1" fmla="val 50000"/>
                <a:gd name="adj2" fmla="val 69540"/>
              </a:avLst>
            </a:prstGeom>
            <a:gradFill rotWithShape="1">
              <a:gsLst>
                <a:gs pos="0">
                  <a:srgbClr val="FF0000"/>
                </a:gs>
                <a:gs pos="100000">
                  <a:schemeClr val="bg1"/>
                </a:gs>
              </a:gsLst>
              <a:lin ang="0" scaled="1"/>
            </a:gra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p>
          </p:txBody>
        </p:sp>
        <p:sp>
          <p:nvSpPr>
            <p:cNvPr id="162851" name="Text Box 119"/>
            <p:cNvSpPr txBox="1">
              <a:spLocks noChangeArrowheads="1"/>
            </p:cNvSpPr>
            <p:nvPr/>
          </p:nvSpPr>
          <p:spPr bwMode="auto">
            <a:xfrm>
              <a:off x="5906829" y="2784958"/>
              <a:ext cx="815977"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nSpc>
                  <a:spcPct val="85000"/>
                </a:lnSpc>
              </a:pPr>
              <a:r>
                <a:rPr lang="en-US" sz="1600" i="1" dirty="0">
                  <a:solidFill>
                    <a:srgbClr val="CC0000"/>
                  </a:solidFill>
                </a:rPr>
                <a:t>AS3,X </a:t>
              </a:r>
            </a:p>
          </p:txBody>
        </p:sp>
      </p:grpSp>
      <p:grpSp>
        <p:nvGrpSpPr>
          <p:cNvPr id="6" name="Group 5"/>
          <p:cNvGrpSpPr/>
          <p:nvPr/>
        </p:nvGrpSpPr>
        <p:grpSpPr>
          <a:xfrm>
            <a:off x="2028828" y="2438604"/>
            <a:ext cx="1260153" cy="888605"/>
            <a:chOff x="2028828" y="2438604"/>
            <a:chExt cx="1260153" cy="888605"/>
          </a:xfrm>
        </p:grpSpPr>
        <p:sp>
          <p:nvSpPr>
            <p:cNvPr id="332" name="Text Box 119"/>
            <p:cNvSpPr txBox="1">
              <a:spLocks noChangeArrowheads="1"/>
            </p:cNvSpPr>
            <p:nvPr/>
          </p:nvSpPr>
          <p:spPr bwMode="auto">
            <a:xfrm>
              <a:off x="2028828" y="3019432"/>
              <a:ext cx="1260153" cy="30777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nSpc>
                  <a:spcPct val="85000"/>
                </a:lnSpc>
              </a:pPr>
              <a:r>
                <a:rPr lang="en-US" sz="1600" i="1" dirty="0">
                  <a:solidFill>
                    <a:srgbClr val="CC0000"/>
                  </a:solidFill>
                </a:rPr>
                <a:t>AS2,AS3,X </a:t>
              </a:r>
            </a:p>
          </p:txBody>
        </p:sp>
        <p:sp>
          <p:nvSpPr>
            <p:cNvPr id="327" name="AutoShape 118"/>
            <p:cNvSpPr>
              <a:spLocks noChangeArrowheads="1"/>
            </p:cNvSpPr>
            <p:nvPr/>
          </p:nvSpPr>
          <p:spPr bwMode="auto">
            <a:xfrm rot="3445218">
              <a:off x="2734864" y="2684666"/>
              <a:ext cx="768350" cy="276225"/>
            </a:xfrm>
            <a:prstGeom prst="leftArrow">
              <a:avLst>
                <a:gd name="adj1" fmla="val 50000"/>
                <a:gd name="adj2" fmla="val 69540"/>
              </a:avLst>
            </a:prstGeom>
            <a:gradFill rotWithShape="1">
              <a:gsLst>
                <a:gs pos="0">
                  <a:srgbClr val="FF0000"/>
                </a:gs>
                <a:gs pos="100000">
                  <a:schemeClr val="bg1"/>
                </a:gs>
              </a:gsLst>
              <a:lin ang="0" scaled="1"/>
            </a:gra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p>
          </p:txBody>
        </p:sp>
      </p:grpSp>
      <p:sp>
        <p:nvSpPr>
          <p:cNvPr id="326" name="Rectangle 4"/>
          <p:cNvSpPr txBox="1">
            <a:spLocks noChangeArrowheads="1"/>
          </p:cNvSpPr>
          <p:nvPr/>
        </p:nvSpPr>
        <p:spPr bwMode="auto">
          <a:xfrm>
            <a:off x="415500" y="4289671"/>
            <a:ext cx="8505825" cy="57540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0" indent="0">
              <a:lnSpc>
                <a:spcPts val="2140"/>
              </a:lnSpc>
              <a:buNone/>
            </a:pPr>
            <a:r>
              <a:rPr lang="en-US" sz="2400" dirty="0">
                <a:latin typeface="Gill Sans MT" charset="0"/>
              </a:rPr>
              <a:t>gateway router may learn about </a:t>
            </a:r>
            <a:r>
              <a:rPr lang="en-US" sz="2400" dirty="0">
                <a:solidFill>
                  <a:srgbClr val="000090"/>
                </a:solidFill>
                <a:latin typeface="Gill Sans MT" charset="0"/>
              </a:rPr>
              <a:t>multiple</a:t>
            </a:r>
            <a:r>
              <a:rPr lang="en-US" sz="2400" dirty="0">
                <a:latin typeface="Gill Sans MT" charset="0"/>
              </a:rPr>
              <a:t> paths to destination:</a:t>
            </a:r>
          </a:p>
        </p:txBody>
      </p:sp>
      <p:grpSp>
        <p:nvGrpSpPr>
          <p:cNvPr id="5" name="Group 4"/>
          <p:cNvGrpSpPr/>
          <p:nvPr/>
        </p:nvGrpSpPr>
        <p:grpSpPr>
          <a:xfrm>
            <a:off x="1394769" y="1902431"/>
            <a:ext cx="1118837" cy="826267"/>
            <a:chOff x="4052000" y="2820739"/>
            <a:chExt cx="1118837" cy="826267"/>
          </a:xfrm>
        </p:grpSpPr>
        <p:cxnSp>
          <p:nvCxnSpPr>
            <p:cNvPr id="3" name="Straight Arrow Connector 2"/>
            <p:cNvCxnSpPr/>
            <p:nvPr/>
          </p:nvCxnSpPr>
          <p:spPr bwMode="auto">
            <a:xfrm flipH="1" flipV="1">
              <a:off x="4769093" y="2820739"/>
              <a:ext cx="401744" cy="302376"/>
            </a:xfrm>
            <a:prstGeom prst="straightConnector1">
              <a:avLst/>
            </a:prstGeom>
            <a:solidFill>
              <a:schemeClr val="accent1"/>
            </a:solidFill>
            <a:ln w="25400" cap="flat" cmpd="sng" algn="ctr">
              <a:solidFill>
                <a:srgbClr val="CC0000"/>
              </a:solidFill>
              <a:prstDash val="solid"/>
              <a:round/>
              <a:headEnd type="none" w="med" len="med"/>
              <a:tailEnd type="triangle"/>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330" name="Straight Arrow Connector 329"/>
            <p:cNvCxnSpPr/>
            <p:nvPr/>
          </p:nvCxnSpPr>
          <p:spPr bwMode="auto">
            <a:xfrm flipH="1" flipV="1">
              <a:off x="4052000" y="3192229"/>
              <a:ext cx="1059565" cy="14171"/>
            </a:xfrm>
            <a:prstGeom prst="straightConnector1">
              <a:avLst/>
            </a:prstGeom>
            <a:solidFill>
              <a:schemeClr val="accent1"/>
            </a:solidFill>
            <a:ln w="25400" cap="flat" cmpd="sng" algn="ctr">
              <a:solidFill>
                <a:srgbClr val="CC0000"/>
              </a:solidFill>
              <a:prstDash val="solid"/>
              <a:round/>
              <a:headEnd type="none" w="med" len="med"/>
              <a:tailEnd type="triangle"/>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331" name="Straight Arrow Connector 330"/>
            <p:cNvCxnSpPr/>
            <p:nvPr/>
          </p:nvCxnSpPr>
          <p:spPr bwMode="auto">
            <a:xfrm flipH="1">
              <a:off x="4748700" y="3344630"/>
              <a:ext cx="401744" cy="302376"/>
            </a:xfrm>
            <a:prstGeom prst="straightConnector1">
              <a:avLst/>
            </a:prstGeom>
            <a:solidFill>
              <a:schemeClr val="accent1"/>
            </a:solidFill>
            <a:ln w="25400" cap="flat" cmpd="sng" algn="ctr">
              <a:solidFill>
                <a:srgbClr val="CC0000"/>
              </a:solidFill>
              <a:prstDash val="solid"/>
              <a:round/>
              <a:headEnd type="none" w="med" len="med"/>
              <a:tailEnd type="triangle"/>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grpSp>
      <p:cxnSp>
        <p:nvCxnSpPr>
          <p:cNvPr id="325" name="Straight Connector 324"/>
          <p:cNvCxnSpPr/>
          <p:nvPr/>
        </p:nvCxnSpPr>
        <p:spPr bwMode="auto">
          <a:xfrm flipH="1">
            <a:off x="3142123" y="2168219"/>
            <a:ext cx="2534703" cy="145211"/>
          </a:xfrm>
          <a:prstGeom prst="line">
            <a:avLst/>
          </a:prstGeom>
          <a:solidFill>
            <a:schemeClr val="accent1"/>
          </a:solidFill>
          <a:ln w="38100" cap="flat" cmpd="sng" algn="ctr">
            <a:solidFill>
              <a:srgbClr val="CC000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grpSp>
        <p:nvGrpSpPr>
          <p:cNvPr id="4" name="Group 3"/>
          <p:cNvGrpSpPr/>
          <p:nvPr/>
        </p:nvGrpSpPr>
        <p:grpSpPr>
          <a:xfrm>
            <a:off x="4617960" y="1621326"/>
            <a:ext cx="968155" cy="547957"/>
            <a:chOff x="4617960" y="1621326"/>
            <a:chExt cx="968155" cy="547957"/>
          </a:xfrm>
        </p:grpSpPr>
        <p:sp>
          <p:nvSpPr>
            <p:cNvPr id="329" name="AutoShape 118"/>
            <p:cNvSpPr>
              <a:spLocks noChangeArrowheads="1"/>
            </p:cNvSpPr>
            <p:nvPr/>
          </p:nvSpPr>
          <p:spPr bwMode="auto">
            <a:xfrm rot="21413181">
              <a:off x="4617960" y="1893058"/>
              <a:ext cx="768350" cy="276225"/>
            </a:xfrm>
            <a:prstGeom prst="leftArrow">
              <a:avLst>
                <a:gd name="adj1" fmla="val 50000"/>
                <a:gd name="adj2" fmla="val 69540"/>
              </a:avLst>
            </a:prstGeom>
            <a:gradFill rotWithShape="1">
              <a:gsLst>
                <a:gs pos="0">
                  <a:srgbClr val="FF0000"/>
                </a:gs>
                <a:gs pos="100000">
                  <a:schemeClr val="bg1"/>
                </a:gs>
              </a:gsLst>
              <a:lin ang="0" scaled="1"/>
            </a:gra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p>
          </p:txBody>
        </p:sp>
        <p:sp>
          <p:nvSpPr>
            <p:cNvPr id="2" name="TextBox 1"/>
            <p:cNvSpPr txBox="1"/>
            <p:nvPr/>
          </p:nvSpPr>
          <p:spPr>
            <a:xfrm rot="21418560">
              <a:off x="4770795" y="1621326"/>
              <a:ext cx="815320" cy="338554"/>
            </a:xfrm>
            <a:prstGeom prst="rect">
              <a:avLst/>
            </a:prstGeom>
            <a:noFill/>
          </p:spPr>
          <p:txBody>
            <a:bodyPr wrap="none" rtlCol="0">
              <a:spAutoFit/>
            </a:bodyPr>
            <a:lstStyle/>
            <a:p>
              <a:r>
                <a:rPr lang="en-US" sz="1600" i="1" dirty="0">
                  <a:solidFill>
                    <a:srgbClr val="CC0000"/>
                  </a:solidFill>
                </a:rPr>
                <a:t>AS3,X</a:t>
              </a:r>
            </a:p>
          </p:txBody>
        </p:sp>
      </p:grpSp>
      <p:sp>
        <p:nvSpPr>
          <p:cNvPr id="333" name="Rectangle 4"/>
          <p:cNvSpPr txBox="1">
            <a:spLocks noChangeArrowheads="1"/>
          </p:cNvSpPr>
          <p:nvPr/>
        </p:nvSpPr>
        <p:spPr bwMode="auto">
          <a:xfrm>
            <a:off x="673347" y="5110285"/>
            <a:ext cx="8505825" cy="55195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293688" indent="-293688">
              <a:lnSpc>
                <a:spcPts val="2140"/>
              </a:lnSpc>
            </a:pPr>
            <a:r>
              <a:rPr lang="en-US" sz="2200" dirty="0">
                <a:latin typeface="Gill Sans MT" charset="0"/>
              </a:rPr>
              <a:t>AS</a:t>
            </a:r>
            <a:r>
              <a:rPr lang="en-US" sz="2200" dirty="0">
                <a:latin typeface="Arial"/>
                <a:cs typeface="Arial"/>
              </a:rPr>
              <a:t>1</a:t>
            </a:r>
            <a:r>
              <a:rPr lang="en-US" sz="2200" dirty="0">
                <a:latin typeface="Gill Sans MT" charset="0"/>
              </a:rPr>
              <a:t> gateway router</a:t>
            </a:r>
            <a:r>
              <a:rPr lang="en-US" sz="2200" dirty="0">
                <a:latin typeface="Arial"/>
                <a:cs typeface="Arial"/>
              </a:rPr>
              <a:t> 1c </a:t>
            </a:r>
            <a:r>
              <a:rPr lang="en-US" sz="2200" dirty="0">
                <a:latin typeface="Gill Sans MT" charset="0"/>
              </a:rPr>
              <a:t>learns path </a:t>
            </a:r>
            <a:r>
              <a:rPr lang="en-US" sz="2200" i="1" dirty="0">
                <a:solidFill>
                  <a:srgbClr val="CC0000"/>
                </a:solidFill>
                <a:latin typeface="Gill Sans MT" charset="0"/>
              </a:rPr>
              <a:t>AS3,X </a:t>
            </a:r>
            <a:r>
              <a:rPr lang="en-US" sz="2200" dirty="0">
                <a:latin typeface="Gill Sans MT" charset="0"/>
              </a:rPr>
              <a:t>from 3a</a:t>
            </a:r>
            <a:endParaRPr lang="en-US" sz="2000" dirty="0">
              <a:latin typeface="Gill Sans MT" charset="0"/>
            </a:endParaRPr>
          </a:p>
          <a:p>
            <a:endParaRPr lang="en-US" sz="2000" dirty="0">
              <a:latin typeface="Gill Sans MT" charset="0"/>
            </a:endParaRPr>
          </a:p>
        </p:txBody>
      </p:sp>
      <p:sp>
        <p:nvSpPr>
          <p:cNvPr id="334" name="Rectangle 4"/>
          <p:cNvSpPr txBox="1">
            <a:spLocks noChangeArrowheads="1"/>
          </p:cNvSpPr>
          <p:nvPr/>
        </p:nvSpPr>
        <p:spPr bwMode="auto">
          <a:xfrm>
            <a:off x="688981" y="5477602"/>
            <a:ext cx="8103327" cy="10287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293688" indent="-293688">
              <a:lnSpc>
                <a:spcPct val="100000"/>
              </a:lnSpc>
            </a:pPr>
            <a:r>
              <a:rPr lang="en-US" sz="2200" dirty="0">
                <a:latin typeface="Gill Sans MT" charset="0"/>
              </a:rPr>
              <a:t>Based on policy, AS</a:t>
            </a:r>
            <a:r>
              <a:rPr lang="en-US" sz="2200" dirty="0">
                <a:latin typeface="Arial"/>
                <a:cs typeface="Arial"/>
              </a:rPr>
              <a:t>1</a:t>
            </a:r>
            <a:r>
              <a:rPr lang="en-US" sz="2200" dirty="0">
                <a:latin typeface="Gill Sans MT" charset="0"/>
              </a:rPr>
              <a:t> gateway router</a:t>
            </a:r>
            <a:r>
              <a:rPr lang="en-US" sz="2200" dirty="0">
                <a:latin typeface="Arial"/>
                <a:cs typeface="Arial"/>
              </a:rPr>
              <a:t> 1c </a:t>
            </a:r>
            <a:r>
              <a:rPr lang="en-US" sz="2200" dirty="0">
                <a:latin typeface="Gill Sans MT" charset="0"/>
              </a:rPr>
              <a:t>chooses path </a:t>
            </a:r>
            <a:r>
              <a:rPr lang="en-US" sz="2200" i="1" dirty="0">
                <a:solidFill>
                  <a:srgbClr val="CC0000"/>
                </a:solidFill>
                <a:latin typeface="Gill Sans MT" charset="0"/>
              </a:rPr>
              <a:t>AS3,X, and advertises path within AS</a:t>
            </a:r>
            <a:r>
              <a:rPr lang="en-US" sz="2200" i="1" dirty="0">
                <a:solidFill>
                  <a:srgbClr val="CC0000"/>
                </a:solidFill>
                <a:latin typeface="Arial"/>
                <a:cs typeface="Arial"/>
              </a:rPr>
              <a:t>1</a:t>
            </a:r>
            <a:r>
              <a:rPr lang="en-US" sz="2200" i="1" dirty="0">
                <a:solidFill>
                  <a:srgbClr val="CC0000"/>
                </a:solidFill>
                <a:latin typeface="Gill Sans MT" charset="0"/>
              </a:rPr>
              <a:t> via iBGP</a:t>
            </a:r>
            <a:endParaRPr lang="en-US" sz="2000" dirty="0">
              <a:latin typeface="Gill Sans MT" charset="0"/>
            </a:endParaRPr>
          </a:p>
          <a:p>
            <a:pPr>
              <a:lnSpc>
                <a:spcPct val="100000"/>
              </a:lnSpc>
            </a:pPr>
            <a:endParaRPr lang="en-US" sz="2000" dirty="0">
              <a:latin typeface="Gill Sans MT" charset="0"/>
            </a:endParaRPr>
          </a:p>
        </p:txBody>
      </p:sp>
      <p:sp>
        <p:nvSpPr>
          <p:cNvPr id="328" name="Slide Number Placeholder 5"/>
          <p:cNvSpPr>
            <a:spLocks noGrp="1"/>
          </p:cNvSpPr>
          <p:nvPr>
            <p:ph type="sldNum" sz="quarter" idx="12"/>
          </p:nvPr>
        </p:nvSpPr>
        <p:spPr>
          <a:xfrm>
            <a:off x="8456154" y="6475895"/>
            <a:ext cx="548655" cy="272319"/>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200" dirty="0">
                <a:latin typeface="Tahoma" charset="0"/>
              </a:rPr>
              <a:t>5-</a:t>
            </a:r>
            <a:fld id="{8E8C6E93-DF5B-BC4B-80F9-500DED1EEDCC}" type="slidenum">
              <a:rPr lang="en-US" sz="1200">
                <a:latin typeface="Tahoma" charset="0"/>
              </a:rPr>
              <a:pPr/>
              <a:t>84</a:t>
            </a:fld>
            <a:endParaRPr lang="en-US" sz="1200" dirty="0">
              <a:latin typeface="Tahoma" charset="0"/>
            </a:endParaRPr>
          </a:p>
        </p:txBody>
      </p:sp>
      <p:sp>
        <p:nvSpPr>
          <p:cNvPr id="335" name="Footer Placeholder 2"/>
          <p:cNvSpPr>
            <a:spLocks noGrp="1"/>
          </p:cNvSpPr>
          <p:nvPr>
            <p:ph type="ftr" sz="quarter" idx="11"/>
          </p:nvPr>
        </p:nvSpPr>
        <p:spPr>
          <a:xfrm>
            <a:off x="6375496" y="6475081"/>
            <a:ext cx="2177473" cy="241541"/>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200" dirty="0">
                <a:solidFill>
                  <a:srgbClr val="000000"/>
                </a:solidFill>
                <a:latin typeface="Tahoma" charset="0"/>
                <a:cs typeface="Arial" charset="0"/>
              </a:rPr>
              <a:t>Network Layer: Control Plane</a:t>
            </a:r>
          </a:p>
        </p:txBody>
      </p:sp>
    </p:spTree>
    <p:extLst>
      <p:ext uri="{BB962C8B-B14F-4D97-AF65-F5344CB8AC3E}">
        <p14:creationId xmlns:p14="http://schemas.microsoft.com/office/powerpoint/2010/main" val="25644067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up)">
                                      <p:cBhvr>
                                        <p:cTn id="7" dur="500"/>
                                        <p:tgtEl>
                                          <p:spTgt spid="7"/>
                                        </p:tgtEl>
                                      </p:cBhvr>
                                    </p:animEffect>
                                  </p:childTnLst>
                                </p:cTn>
                              </p:par>
                            </p:childTnLst>
                          </p:cTn>
                        </p:par>
                        <p:par>
                          <p:cTn id="8" fill="hold">
                            <p:stCondLst>
                              <p:cond delay="500"/>
                            </p:stCondLst>
                            <p:childTnLst>
                              <p:par>
                                <p:cTn id="9" presetID="22" presetClass="entr" presetSubtype="4" fill="hold" nodeType="afterEffect">
                                  <p:stCondLst>
                                    <p:cond delay="0"/>
                                  </p:stCondLst>
                                  <p:childTnLst>
                                    <p:set>
                                      <p:cBhvr>
                                        <p:cTn id="10" dur="1" fill="hold">
                                          <p:stCondLst>
                                            <p:cond delay="0"/>
                                          </p:stCondLst>
                                        </p:cTn>
                                        <p:tgtEl>
                                          <p:spTgt spid="6"/>
                                        </p:tgtEl>
                                        <p:attrNameLst>
                                          <p:attrName>style.visibility</p:attrName>
                                        </p:attrNameLst>
                                      </p:cBhvr>
                                      <p:to>
                                        <p:strVal val="visible"/>
                                      </p:to>
                                    </p:set>
                                    <p:animEffect transition="in" filter="wipe(down)">
                                      <p:cBhvr>
                                        <p:cTn id="11" dur="500"/>
                                        <p:tgtEl>
                                          <p:spTgt spid="6"/>
                                        </p:tgtEl>
                                      </p:cBhvr>
                                    </p:animEffect>
                                  </p:childTnLst>
                                </p:cTn>
                              </p:par>
                            </p:childTnLst>
                          </p:cTn>
                        </p:par>
                        <p:par>
                          <p:cTn id="12" fill="hold">
                            <p:stCondLst>
                              <p:cond delay="1000"/>
                            </p:stCondLst>
                            <p:childTnLst>
                              <p:par>
                                <p:cTn id="13" presetID="9" presetClass="entr" presetSubtype="0" fill="hold" nodeType="afterEffect">
                                  <p:stCondLst>
                                    <p:cond delay="0"/>
                                  </p:stCondLst>
                                  <p:childTnLst>
                                    <p:set>
                                      <p:cBhvr>
                                        <p:cTn id="14" dur="1" fill="hold">
                                          <p:stCondLst>
                                            <p:cond delay="0"/>
                                          </p:stCondLst>
                                        </p:cTn>
                                        <p:tgtEl>
                                          <p:spTgt spid="753668">
                                            <p:txEl>
                                              <p:pRg st="0" end="0"/>
                                            </p:txEl>
                                          </p:spTgt>
                                        </p:tgtEl>
                                        <p:attrNameLst>
                                          <p:attrName>style.visibility</p:attrName>
                                        </p:attrNameLst>
                                      </p:cBhvr>
                                      <p:to>
                                        <p:strVal val="visible"/>
                                      </p:to>
                                    </p:set>
                                    <p:animEffect transition="in" filter="dissolve">
                                      <p:cBhvr>
                                        <p:cTn id="15" dur="500"/>
                                        <p:tgtEl>
                                          <p:spTgt spid="753668">
                                            <p:txEl>
                                              <p:pRg st="0" end="0"/>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2" fill="hold" nodeType="clickEffect">
                                  <p:stCondLst>
                                    <p:cond delay="0"/>
                                  </p:stCondLst>
                                  <p:childTnLst>
                                    <p:set>
                                      <p:cBhvr>
                                        <p:cTn id="19" dur="1" fill="hold">
                                          <p:stCondLst>
                                            <p:cond delay="0"/>
                                          </p:stCondLst>
                                        </p:cTn>
                                        <p:tgtEl>
                                          <p:spTgt spid="4"/>
                                        </p:tgtEl>
                                        <p:attrNameLst>
                                          <p:attrName>style.visibility</p:attrName>
                                        </p:attrNameLst>
                                      </p:cBhvr>
                                      <p:to>
                                        <p:strVal val="visible"/>
                                      </p:to>
                                    </p:set>
                                    <p:animEffect transition="in" filter="wipe(right)">
                                      <p:cBhvr>
                                        <p:cTn id="20" dur="500"/>
                                        <p:tgtEl>
                                          <p:spTgt spid="4"/>
                                        </p:tgtEl>
                                      </p:cBhvr>
                                    </p:animEffect>
                                  </p:childTnLst>
                                </p:cTn>
                              </p:par>
                            </p:childTnLst>
                          </p:cTn>
                        </p:par>
                        <p:par>
                          <p:cTn id="21" fill="hold">
                            <p:stCondLst>
                              <p:cond delay="500"/>
                            </p:stCondLst>
                            <p:childTnLst>
                              <p:par>
                                <p:cTn id="22" presetID="9" presetClass="entr" presetSubtype="0" fill="hold" grpId="0" nodeType="afterEffect">
                                  <p:stCondLst>
                                    <p:cond delay="0"/>
                                  </p:stCondLst>
                                  <p:childTnLst>
                                    <p:set>
                                      <p:cBhvr>
                                        <p:cTn id="23" dur="1" fill="hold">
                                          <p:stCondLst>
                                            <p:cond delay="0"/>
                                          </p:stCondLst>
                                        </p:cTn>
                                        <p:tgtEl>
                                          <p:spTgt spid="333"/>
                                        </p:tgtEl>
                                        <p:attrNameLst>
                                          <p:attrName>style.visibility</p:attrName>
                                        </p:attrNameLst>
                                      </p:cBhvr>
                                      <p:to>
                                        <p:strVal val="visible"/>
                                      </p:to>
                                    </p:set>
                                    <p:animEffect transition="in" filter="dissolve">
                                      <p:cBhvr>
                                        <p:cTn id="24" dur="500"/>
                                        <p:tgtEl>
                                          <p:spTgt spid="333"/>
                                        </p:tgtEl>
                                      </p:cBhvr>
                                    </p:animEffect>
                                  </p:childTnLst>
                                </p:cTn>
                              </p:par>
                            </p:childTnLst>
                          </p:cTn>
                        </p:par>
                      </p:childTnLst>
                    </p:cTn>
                  </p:par>
                  <p:par>
                    <p:cTn id="25" fill="hold">
                      <p:stCondLst>
                        <p:cond delay="indefinite"/>
                      </p:stCondLst>
                      <p:childTnLst>
                        <p:par>
                          <p:cTn id="26" fill="hold">
                            <p:stCondLst>
                              <p:cond delay="0"/>
                            </p:stCondLst>
                            <p:childTnLst>
                              <p:par>
                                <p:cTn id="27" presetID="9" presetClass="entr" presetSubtype="0" fill="hold" grpId="0" nodeType="clickEffect">
                                  <p:stCondLst>
                                    <p:cond delay="0"/>
                                  </p:stCondLst>
                                  <p:childTnLst>
                                    <p:set>
                                      <p:cBhvr>
                                        <p:cTn id="28" dur="1" fill="hold">
                                          <p:stCondLst>
                                            <p:cond delay="0"/>
                                          </p:stCondLst>
                                        </p:cTn>
                                        <p:tgtEl>
                                          <p:spTgt spid="334"/>
                                        </p:tgtEl>
                                        <p:attrNameLst>
                                          <p:attrName>style.visibility</p:attrName>
                                        </p:attrNameLst>
                                      </p:cBhvr>
                                      <p:to>
                                        <p:strVal val="visible"/>
                                      </p:to>
                                    </p:set>
                                    <p:animEffect transition="in" filter="dissolve">
                                      <p:cBhvr>
                                        <p:cTn id="29" dur="500"/>
                                        <p:tgtEl>
                                          <p:spTgt spid="334"/>
                                        </p:tgtEl>
                                      </p:cBhvr>
                                    </p:animEffect>
                                  </p:childTnLst>
                                </p:cTn>
                              </p:par>
                            </p:childTnLst>
                          </p:cTn>
                        </p:par>
                        <p:par>
                          <p:cTn id="30" fill="hold">
                            <p:stCondLst>
                              <p:cond delay="500"/>
                            </p:stCondLst>
                            <p:childTnLst>
                              <p:par>
                                <p:cTn id="31" presetID="22" presetClass="entr" presetSubtype="2" fill="hold" nodeType="afterEffect">
                                  <p:stCondLst>
                                    <p:cond delay="0"/>
                                  </p:stCondLst>
                                  <p:childTnLst>
                                    <p:set>
                                      <p:cBhvr>
                                        <p:cTn id="32" dur="1" fill="hold">
                                          <p:stCondLst>
                                            <p:cond delay="0"/>
                                          </p:stCondLst>
                                        </p:cTn>
                                        <p:tgtEl>
                                          <p:spTgt spid="5"/>
                                        </p:tgtEl>
                                        <p:attrNameLst>
                                          <p:attrName>style.visibility</p:attrName>
                                        </p:attrNameLst>
                                      </p:cBhvr>
                                      <p:to>
                                        <p:strVal val="visible"/>
                                      </p:to>
                                    </p:set>
                                    <p:animEffect transition="in" filter="wipe(right)">
                                      <p:cBhvr>
                                        <p:cTn id="33"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3" grpId="0"/>
      <p:bldP spid="334" grpId="0"/>
    </p:bld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6915" name="Rectangle 2"/>
          <p:cNvSpPr>
            <a:spLocks noGrp="1" noChangeArrowheads="1"/>
          </p:cNvSpPr>
          <p:nvPr>
            <p:ph type="title"/>
          </p:nvPr>
        </p:nvSpPr>
        <p:spPr/>
        <p:txBody>
          <a:bodyPr/>
          <a:lstStyle/>
          <a:p>
            <a:r>
              <a:rPr lang="en-US" sz="4000">
                <a:latin typeface="Gill Sans MT" charset="0"/>
              </a:rPr>
              <a:t>BGP messages</a:t>
            </a:r>
            <a:endParaRPr lang="en-US" sz="3200">
              <a:latin typeface="Gill Sans MT" charset="0"/>
            </a:endParaRPr>
          </a:p>
        </p:txBody>
      </p:sp>
      <p:sp>
        <p:nvSpPr>
          <p:cNvPr id="166916" name="Rectangle 3"/>
          <p:cNvSpPr>
            <a:spLocks noGrp="1" noChangeArrowheads="1"/>
          </p:cNvSpPr>
          <p:nvPr>
            <p:ph type="body" idx="1"/>
          </p:nvPr>
        </p:nvSpPr>
        <p:spPr>
          <a:xfrm>
            <a:off x="533400" y="1524000"/>
            <a:ext cx="8229600" cy="5029200"/>
          </a:xfrm>
        </p:spPr>
        <p:txBody>
          <a:bodyPr/>
          <a:lstStyle/>
          <a:p>
            <a:pPr marL="293688" indent="-293688"/>
            <a:r>
              <a:rPr lang="en-US" sz="2400" dirty="0">
                <a:latin typeface="Gill Sans MT" charset="0"/>
              </a:rPr>
              <a:t>BGP messages exchanged between peers over TCP connection</a:t>
            </a:r>
          </a:p>
          <a:p>
            <a:pPr marL="293688" indent="-293688"/>
            <a:r>
              <a:rPr lang="en-US" sz="2400" dirty="0">
                <a:latin typeface="Gill Sans MT" charset="0"/>
              </a:rPr>
              <a:t>BGP messages:</a:t>
            </a:r>
          </a:p>
          <a:p>
            <a:pPr marL="684213" lvl="1" indent="-227013">
              <a:lnSpc>
                <a:spcPct val="100000"/>
              </a:lnSpc>
            </a:pPr>
            <a:r>
              <a:rPr lang="en-US" dirty="0">
                <a:solidFill>
                  <a:srgbClr val="CC0000"/>
                </a:solidFill>
                <a:latin typeface="Gill Sans MT" charset="0"/>
              </a:rPr>
              <a:t>OPEN:</a:t>
            </a:r>
            <a:r>
              <a:rPr lang="en-US" dirty="0">
                <a:latin typeface="Gill Sans MT" charset="0"/>
              </a:rPr>
              <a:t> opens TCP connection to remote BGP peer and authenticates sending BGP peer</a:t>
            </a:r>
          </a:p>
          <a:p>
            <a:pPr marL="684213" lvl="1" indent="-227013">
              <a:lnSpc>
                <a:spcPct val="100000"/>
              </a:lnSpc>
            </a:pPr>
            <a:r>
              <a:rPr lang="en-US" dirty="0">
                <a:solidFill>
                  <a:srgbClr val="CC0000"/>
                </a:solidFill>
                <a:latin typeface="Gill Sans MT" charset="0"/>
              </a:rPr>
              <a:t>UPDATE:</a:t>
            </a:r>
            <a:r>
              <a:rPr lang="en-US" dirty="0">
                <a:solidFill>
                  <a:srgbClr val="FF0000"/>
                </a:solidFill>
                <a:latin typeface="Gill Sans MT" charset="0"/>
              </a:rPr>
              <a:t> </a:t>
            </a:r>
            <a:r>
              <a:rPr lang="en-US" dirty="0">
                <a:latin typeface="Gill Sans MT" charset="0"/>
              </a:rPr>
              <a:t>advertises new path (or withdraws old)</a:t>
            </a:r>
          </a:p>
          <a:p>
            <a:pPr marL="684213" lvl="1" indent="-227013">
              <a:lnSpc>
                <a:spcPct val="100000"/>
              </a:lnSpc>
            </a:pPr>
            <a:r>
              <a:rPr lang="en-US" dirty="0">
                <a:solidFill>
                  <a:srgbClr val="CC0000"/>
                </a:solidFill>
                <a:latin typeface="Gill Sans MT" charset="0"/>
              </a:rPr>
              <a:t>KEEPALIVE:</a:t>
            </a:r>
            <a:r>
              <a:rPr lang="en-US" dirty="0">
                <a:latin typeface="Gill Sans MT" charset="0"/>
              </a:rPr>
              <a:t> keeps connection alive in absence of UPDATES; also ACKs OPEN request</a:t>
            </a:r>
          </a:p>
          <a:p>
            <a:pPr marL="684213" lvl="1" indent="-227013">
              <a:lnSpc>
                <a:spcPct val="100000"/>
              </a:lnSpc>
            </a:pPr>
            <a:r>
              <a:rPr lang="en-US" dirty="0">
                <a:solidFill>
                  <a:srgbClr val="CC0000"/>
                </a:solidFill>
                <a:latin typeface="Gill Sans MT" charset="0"/>
              </a:rPr>
              <a:t>NOTIFICATION:</a:t>
            </a:r>
            <a:r>
              <a:rPr lang="en-US" dirty="0">
                <a:latin typeface="Gill Sans MT" charset="0"/>
              </a:rPr>
              <a:t> reports errors in previous </a:t>
            </a:r>
            <a:r>
              <a:rPr lang="en-US" dirty="0" err="1">
                <a:latin typeface="Gill Sans MT" charset="0"/>
              </a:rPr>
              <a:t>msg</a:t>
            </a:r>
            <a:r>
              <a:rPr lang="en-US" dirty="0">
                <a:latin typeface="Gill Sans MT" charset="0"/>
              </a:rPr>
              <a:t>; also used to close connection</a:t>
            </a:r>
            <a:endParaRPr lang="en-US" sz="2800" dirty="0">
              <a:latin typeface="Gill Sans MT" charset="0"/>
            </a:endParaRPr>
          </a:p>
        </p:txBody>
      </p:sp>
      <p:pic>
        <p:nvPicPr>
          <p:cNvPr id="166917" name="Picture 4"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33413" y="1044575"/>
            <a:ext cx="3016250" cy="1730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5" name="Slide Number Placeholder 5"/>
          <p:cNvSpPr>
            <a:spLocks noGrp="1"/>
          </p:cNvSpPr>
          <p:nvPr>
            <p:ph type="sldNum" sz="quarter" idx="12"/>
          </p:nvPr>
        </p:nvSpPr>
        <p:spPr>
          <a:xfrm>
            <a:off x="8456154" y="6475895"/>
            <a:ext cx="548655" cy="272319"/>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200" dirty="0">
                <a:latin typeface="Tahoma" charset="0"/>
              </a:rPr>
              <a:t>5-</a:t>
            </a:r>
            <a:fld id="{8E8C6E93-DF5B-BC4B-80F9-500DED1EEDCC}" type="slidenum">
              <a:rPr lang="en-US" sz="1200">
                <a:latin typeface="Tahoma" charset="0"/>
              </a:rPr>
              <a:pPr/>
              <a:t>85</a:t>
            </a:fld>
            <a:endParaRPr lang="en-US" sz="1200" dirty="0">
              <a:latin typeface="Tahoma" charset="0"/>
            </a:endParaRPr>
          </a:p>
        </p:txBody>
      </p:sp>
      <p:sp>
        <p:nvSpPr>
          <p:cNvPr id="6" name="Footer Placeholder 2"/>
          <p:cNvSpPr>
            <a:spLocks noGrp="1"/>
          </p:cNvSpPr>
          <p:nvPr>
            <p:ph type="ftr" sz="quarter" idx="11"/>
          </p:nvPr>
        </p:nvSpPr>
        <p:spPr>
          <a:xfrm>
            <a:off x="6375496" y="6475081"/>
            <a:ext cx="2177473" cy="241541"/>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200" dirty="0">
                <a:solidFill>
                  <a:srgbClr val="000000"/>
                </a:solidFill>
                <a:latin typeface="Tahoma" charset="0"/>
                <a:cs typeface="Arial" charset="0"/>
              </a:rPr>
              <a:t>Network Layer: Control Plane</a:t>
            </a:r>
          </a:p>
        </p:txBody>
      </p:sp>
    </p:spTree>
    <p:extLst>
      <p:ext uri="{BB962C8B-B14F-4D97-AF65-F5344CB8AC3E}">
        <p14:creationId xmlns:p14="http://schemas.microsoft.com/office/powerpoint/2010/main" val="2471789482"/>
      </p:ext>
    </p:extLst>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765" name="Rectangle 3"/>
          <p:cNvSpPr>
            <a:spLocks noGrp="1" noChangeArrowheads="1"/>
          </p:cNvSpPr>
          <p:nvPr>
            <p:ph type="title"/>
          </p:nvPr>
        </p:nvSpPr>
        <p:spPr>
          <a:xfrm>
            <a:off x="533400" y="0"/>
            <a:ext cx="8200292" cy="1143000"/>
          </a:xfrm>
        </p:spPr>
        <p:txBody>
          <a:bodyPr/>
          <a:lstStyle/>
          <a:p>
            <a:pPr>
              <a:defRPr/>
            </a:pPr>
            <a:r>
              <a:rPr lang="en-US" sz="4000" dirty="0">
                <a:cs typeface="+mj-cs"/>
              </a:rPr>
              <a:t>BGP, OSPF, forwarding table entries</a:t>
            </a:r>
          </a:p>
        </p:txBody>
      </p:sp>
      <p:sp>
        <p:nvSpPr>
          <p:cNvPr id="753668" name="Rectangle 4"/>
          <p:cNvSpPr>
            <a:spLocks noGrp="1" noChangeArrowheads="1"/>
          </p:cNvSpPr>
          <p:nvPr>
            <p:ph type="body" idx="1"/>
          </p:nvPr>
        </p:nvSpPr>
        <p:spPr>
          <a:xfrm>
            <a:off x="3455674" y="4619374"/>
            <a:ext cx="5183508" cy="551956"/>
          </a:xfrm>
        </p:spPr>
        <p:txBody>
          <a:bodyPr/>
          <a:lstStyle/>
          <a:p>
            <a:pPr marL="292100" indent="-292100">
              <a:lnSpc>
                <a:spcPct val="90000"/>
              </a:lnSpc>
            </a:pPr>
            <a:r>
              <a:rPr lang="en-US" sz="2000" dirty="0">
                <a:latin typeface="Gill Sans MT" charset="0"/>
              </a:rPr>
              <a:t>recall: </a:t>
            </a:r>
            <a:r>
              <a:rPr lang="en-US" sz="2000" dirty="0">
                <a:latin typeface="Arial"/>
                <a:cs typeface="Arial"/>
              </a:rPr>
              <a:t>1</a:t>
            </a:r>
            <a:r>
              <a:rPr lang="en-US" sz="2000" dirty="0">
                <a:latin typeface="Gill Sans MT" charset="0"/>
              </a:rPr>
              <a:t>a, </a:t>
            </a:r>
            <a:r>
              <a:rPr lang="en-US" sz="2000" dirty="0">
                <a:latin typeface="Arial"/>
                <a:cs typeface="Arial"/>
              </a:rPr>
              <a:t>1</a:t>
            </a:r>
            <a:r>
              <a:rPr lang="en-US" sz="2000" dirty="0">
                <a:latin typeface="Gill Sans MT" charset="0"/>
              </a:rPr>
              <a:t>b, </a:t>
            </a:r>
            <a:r>
              <a:rPr lang="en-US" sz="2000" dirty="0">
                <a:latin typeface="Arial"/>
                <a:cs typeface="Arial"/>
              </a:rPr>
              <a:t>1</a:t>
            </a:r>
            <a:r>
              <a:rPr lang="en-US" sz="2000" dirty="0">
                <a:latin typeface="Gill Sans MT" charset="0"/>
              </a:rPr>
              <a:t>c learn about </a:t>
            </a:r>
            <a:r>
              <a:rPr lang="en-US" sz="2000" dirty="0" err="1">
                <a:latin typeface="Gill Sans MT" charset="0"/>
              </a:rPr>
              <a:t>dest</a:t>
            </a:r>
            <a:r>
              <a:rPr lang="en-US" sz="2000" dirty="0">
                <a:latin typeface="Gill Sans MT" charset="0"/>
              </a:rPr>
              <a:t> X via iBGP from </a:t>
            </a:r>
            <a:r>
              <a:rPr lang="en-US" sz="2000" dirty="0">
                <a:latin typeface="Arial"/>
                <a:cs typeface="Arial"/>
              </a:rPr>
              <a:t>1</a:t>
            </a:r>
            <a:r>
              <a:rPr lang="en-US" sz="2000" dirty="0">
                <a:latin typeface="Gill Sans MT" charset="0"/>
              </a:rPr>
              <a:t>c: “path to X goes through </a:t>
            </a:r>
            <a:r>
              <a:rPr lang="en-US" sz="2000" dirty="0">
                <a:latin typeface="Arial"/>
                <a:cs typeface="Arial"/>
              </a:rPr>
              <a:t>1</a:t>
            </a:r>
            <a:r>
              <a:rPr lang="en-US" sz="2000" dirty="0">
                <a:latin typeface="Gill Sans MT" charset="0"/>
              </a:rPr>
              <a:t>c”</a:t>
            </a:r>
          </a:p>
        </p:txBody>
      </p:sp>
      <p:pic>
        <p:nvPicPr>
          <p:cNvPr id="162849" name="Picture 121"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11187" y="800100"/>
            <a:ext cx="7966198" cy="23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nvGrpSpPr>
          <p:cNvPr id="125" name="Group 124"/>
          <p:cNvGrpSpPr/>
          <p:nvPr/>
        </p:nvGrpSpPr>
        <p:grpSpPr>
          <a:xfrm>
            <a:off x="624887" y="1814322"/>
            <a:ext cx="2557336" cy="1719017"/>
            <a:chOff x="-2170772" y="2784954"/>
            <a:chExt cx="2712783" cy="1853712"/>
          </a:xfrm>
        </p:grpSpPr>
        <p:sp>
          <p:nvSpPr>
            <p:cNvPr id="261" name="Freeform 2"/>
            <p:cNvSpPr>
              <a:spLocks/>
            </p:cNvSpPr>
            <p:nvPr/>
          </p:nvSpPr>
          <p:spPr bwMode="auto">
            <a:xfrm>
              <a:off x="-2170772" y="2784954"/>
              <a:ext cx="2712783" cy="1853712"/>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 fmla="*/ 4 w 8600"/>
                <a:gd name="connsiteY0" fmla="*/ 4042 h 10128"/>
                <a:gd name="connsiteX1" fmla="*/ 715 w 8600"/>
                <a:gd name="connsiteY1" fmla="*/ 1598 h 10128"/>
                <a:gd name="connsiteX2" fmla="*/ 3130 w 8600"/>
                <a:gd name="connsiteY2" fmla="*/ 1009 h 10128"/>
                <a:gd name="connsiteX3" fmla="*/ 4995 w 8600"/>
                <a:gd name="connsiteY3" fmla="*/ 3 h 10128"/>
                <a:gd name="connsiteX4" fmla="*/ 6720 w 8600"/>
                <a:gd name="connsiteY4" fmla="*/ 1012 h 10128"/>
                <a:gd name="connsiteX5" fmla="*/ 8599 w 8600"/>
                <a:gd name="connsiteY5" fmla="*/ 6800 h 10128"/>
                <a:gd name="connsiteX6" fmla="*/ 6995 w 8600"/>
                <a:gd name="connsiteY6" fmla="*/ 9325 h 10128"/>
                <a:gd name="connsiteX7" fmla="*/ 5307 w 8600"/>
                <a:gd name="connsiteY7" fmla="*/ 8846 h 10128"/>
                <a:gd name="connsiteX8" fmla="*/ 4371 w 8600"/>
                <a:gd name="connsiteY8" fmla="*/ 9915 h 10128"/>
                <a:gd name="connsiteX9" fmla="*/ 3140 w 8600"/>
                <a:gd name="connsiteY9" fmla="*/ 10022 h 10128"/>
                <a:gd name="connsiteX10" fmla="*/ 2179 w 8600"/>
                <a:gd name="connsiteY10" fmla="*/ 7898 h 10128"/>
                <a:gd name="connsiteX11" fmla="*/ 1187 w 8600"/>
                <a:gd name="connsiteY11" fmla="*/ 7498 h 10128"/>
                <a:gd name="connsiteX12" fmla="*/ 4 w 8600"/>
                <a:gd name="connsiteY12" fmla="*/ 4042 h 10128"/>
                <a:gd name="connsiteX0" fmla="*/ 4 w 9326"/>
                <a:gd name="connsiteY0" fmla="*/ 3988 h 9997"/>
                <a:gd name="connsiteX1" fmla="*/ 830 w 9326"/>
                <a:gd name="connsiteY1" fmla="*/ 1575 h 9997"/>
                <a:gd name="connsiteX2" fmla="*/ 3639 w 9326"/>
                <a:gd name="connsiteY2" fmla="*/ 993 h 9997"/>
                <a:gd name="connsiteX3" fmla="*/ 5807 w 9326"/>
                <a:gd name="connsiteY3" fmla="*/ 0 h 9997"/>
                <a:gd name="connsiteX4" fmla="*/ 7813 w 9326"/>
                <a:gd name="connsiteY4" fmla="*/ 996 h 9997"/>
                <a:gd name="connsiteX5" fmla="*/ 9324 w 9326"/>
                <a:gd name="connsiteY5" fmla="*/ 5746 h 9997"/>
                <a:gd name="connsiteX6" fmla="*/ 8133 w 9326"/>
                <a:gd name="connsiteY6" fmla="*/ 9204 h 9997"/>
                <a:gd name="connsiteX7" fmla="*/ 6170 w 9326"/>
                <a:gd name="connsiteY7" fmla="*/ 8731 h 9997"/>
                <a:gd name="connsiteX8" fmla="*/ 5082 w 9326"/>
                <a:gd name="connsiteY8" fmla="*/ 9787 h 9997"/>
                <a:gd name="connsiteX9" fmla="*/ 3650 w 9326"/>
                <a:gd name="connsiteY9" fmla="*/ 9892 h 9997"/>
                <a:gd name="connsiteX10" fmla="*/ 2533 w 9326"/>
                <a:gd name="connsiteY10" fmla="*/ 7795 h 9997"/>
                <a:gd name="connsiteX11" fmla="*/ 1379 w 9326"/>
                <a:gd name="connsiteY11" fmla="*/ 7400 h 9997"/>
                <a:gd name="connsiteX12" fmla="*/ 4 w 9326"/>
                <a:gd name="connsiteY12" fmla="*/ 3988 h 9997"/>
                <a:gd name="connsiteX0" fmla="*/ 4 w 10001"/>
                <a:gd name="connsiteY0" fmla="*/ 3989 h 10041"/>
                <a:gd name="connsiteX1" fmla="*/ 890 w 10001"/>
                <a:gd name="connsiteY1" fmla="*/ 1575 h 10041"/>
                <a:gd name="connsiteX2" fmla="*/ 3902 w 10001"/>
                <a:gd name="connsiteY2" fmla="*/ 993 h 10041"/>
                <a:gd name="connsiteX3" fmla="*/ 6227 w 10001"/>
                <a:gd name="connsiteY3" fmla="*/ 0 h 10041"/>
                <a:gd name="connsiteX4" fmla="*/ 8378 w 10001"/>
                <a:gd name="connsiteY4" fmla="*/ 996 h 10041"/>
                <a:gd name="connsiteX5" fmla="*/ 9998 w 10001"/>
                <a:gd name="connsiteY5" fmla="*/ 5748 h 10041"/>
                <a:gd name="connsiteX6" fmla="*/ 8721 w 10001"/>
                <a:gd name="connsiteY6" fmla="*/ 9207 h 10041"/>
                <a:gd name="connsiteX7" fmla="*/ 5449 w 10001"/>
                <a:gd name="connsiteY7" fmla="*/ 9790 h 10041"/>
                <a:gd name="connsiteX8" fmla="*/ 3914 w 10001"/>
                <a:gd name="connsiteY8" fmla="*/ 9895 h 10041"/>
                <a:gd name="connsiteX9" fmla="*/ 2716 w 10001"/>
                <a:gd name="connsiteY9" fmla="*/ 7797 h 10041"/>
                <a:gd name="connsiteX10" fmla="*/ 1479 w 10001"/>
                <a:gd name="connsiteY10" fmla="*/ 7402 h 10041"/>
                <a:gd name="connsiteX11" fmla="*/ 4 w 10001"/>
                <a:gd name="connsiteY11" fmla="*/ 3989 h 10041"/>
                <a:gd name="connsiteX0" fmla="*/ 4 w 10001"/>
                <a:gd name="connsiteY0" fmla="*/ 3989 h 14825"/>
                <a:gd name="connsiteX1" fmla="*/ 890 w 10001"/>
                <a:gd name="connsiteY1" fmla="*/ 1575 h 14825"/>
                <a:gd name="connsiteX2" fmla="*/ 3902 w 10001"/>
                <a:gd name="connsiteY2" fmla="*/ 993 h 14825"/>
                <a:gd name="connsiteX3" fmla="*/ 6227 w 10001"/>
                <a:gd name="connsiteY3" fmla="*/ 0 h 14825"/>
                <a:gd name="connsiteX4" fmla="*/ 8378 w 10001"/>
                <a:gd name="connsiteY4" fmla="*/ 996 h 14825"/>
                <a:gd name="connsiteX5" fmla="*/ 9998 w 10001"/>
                <a:gd name="connsiteY5" fmla="*/ 5748 h 14825"/>
                <a:gd name="connsiteX6" fmla="*/ 8721 w 10001"/>
                <a:gd name="connsiteY6" fmla="*/ 9207 h 14825"/>
                <a:gd name="connsiteX7" fmla="*/ 6011 w 10001"/>
                <a:gd name="connsiteY7" fmla="*/ 14823 h 14825"/>
                <a:gd name="connsiteX8" fmla="*/ 3914 w 10001"/>
                <a:gd name="connsiteY8" fmla="*/ 9895 h 14825"/>
                <a:gd name="connsiteX9" fmla="*/ 2716 w 10001"/>
                <a:gd name="connsiteY9" fmla="*/ 7797 h 14825"/>
                <a:gd name="connsiteX10" fmla="*/ 1479 w 10001"/>
                <a:gd name="connsiteY10" fmla="*/ 7402 h 14825"/>
                <a:gd name="connsiteX11" fmla="*/ 4 w 10001"/>
                <a:gd name="connsiteY11" fmla="*/ 3989 h 14825"/>
                <a:gd name="connsiteX0" fmla="*/ 4 w 10001"/>
                <a:gd name="connsiteY0" fmla="*/ 7436 h 18272"/>
                <a:gd name="connsiteX1" fmla="*/ 890 w 10001"/>
                <a:gd name="connsiteY1" fmla="*/ 5022 h 18272"/>
                <a:gd name="connsiteX2" fmla="*/ 3902 w 10001"/>
                <a:gd name="connsiteY2" fmla="*/ 4440 h 18272"/>
                <a:gd name="connsiteX3" fmla="*/ 6026 w 10001"/>
                <a:gd name="connsiteY3" fmla="*/ 0 h 18272"/>
                <a:gd name="connsiteX4" fmla="*/ 8378 w 10001"/>
                <a:gd name="connsiteY4" fmla="*/ 4443 h 18272"/>
                <a:gd name="connsiteX5" fmla="*/ 9998 w 10001"/>
                <a:gd name="connsiteY5" fmla="*/ 9195 h 18272"/>
                <a:gd name="connsiteX6" fmla="*/ 8721 w 10001"/>
                <a:gd name="connsiteY6" fmla="*/ 12654 h 18272"/>
                <a:gd name="connsiteX7" fmla="*/ 6011 w 10001"/>
                <a:gd name="connsiteY7" fmla="*/ 18270 h 18272"/>
                <a:gd name="connsiteX8" fmla="*/ 3914 w 10001"/>
                <a:gd name="connsiteY8" fmla="*/ 13342 h 18272"/>
                <a:gd name="connsiteX9" fmla="*/ 2716 w 10001"/>
                <a:gd name="connsiteY9" fmla="*/ 11244 h 18272"/>
                <a:gd name="connsiteX10" fmla="*/ 1479 w 10001"/>
                <a:gd name="connsiteY10" fmla="*/ 10849 h 18272"/>
                <a:gd name="connsiteX11" fmla="*/ 4 w 10001"/>
                <a:gd name="connsiteY11" fmla="*/ 7436 h 18272"/>
                <a:gd name="connsiteX0" fmla="*/ 1 w 9998"/>
                <a:gd name="connsiteY0" fmla="*/ 7436 h 18272"/>
                <a:gd name="connsiteX1" fmla="*/ 3899 w 9998"/>
                <a:gd name="connsiteY1" fmla="*/ 4440 h 18272"/>
                <a:gd name="connsiteX2" fmla="*/ 6023 w 9998"/>
                <a:gd name="connsiteY2" fmla="*/ 0 h 18272"/>
                <a:gd name="connsiteX3" fmla="*/ 8375 w 9998"/>
                <a:gd name="connsiteY3" fmla="*/ 4443 h 18272"/>
                <a:gd name="connsiteX4" fmla="*/ 9995 w 9998"/>
                <a:gd name="connsiteY4" fmla="*/ 9195 h 18272"/>
                <a:gd name="connsiteX5" fmla="*/ 8718 w 9998"/>
                <a:gd name="connsiteY5" fmla="*/ 12654 h 18272"/>
                <a:gd name="connsiteX6" fmla="*/ 6008 w 9998"/>
                <a:gd name="connsiteY6" fmla="*/ 18270 h 18272"/>
                <a:gd name="connsiteX7" fmla="*/ 3911 w 9998"/>
                <a:gd name="connsiteY7" fmla="*/ 13342 h 18272"/>
                <a:gd name="connsiteX8" fmla="*/ 2713 w 9998"/>
                <a:gd name="connsiteY8" fmla="*/ 11244 h 18272"/>
                <a:gd name="connsiteX9" fmla="*/ 1476 w 9998"/>
                <a:gd name="connsiteY9" fmla="*/ 10849 h 18272"/>
                <a:gd name="connsiteX10" fmla="*/ 1 w 9998"/>
                <a:gd name="connsiteY10" fmla="*/ 7436 h 18272"/>
                <a:gd name="connsiteX0" fmla="*/ 35 w 8559"/>
                <a:gd name="connsiteY0" fmla="*/ 5938 h 10000"/>
                <a:gd name="connsiteX1" fmla="*/ 2459 w 8559"/>
                <a:gd name="connsiteY1" fmla="*/ 2430 h 10000"/>
                <a:gd name="connsiteX2" fmla="*/ 4583 w 8559"/>
                <a:gd name="connsiteY2" fmla="*/ 0 h 10000"/>
                <a:gd name="connsiteX3" fmla="*/ 6936 w 8559"/>
                <a:gd name="connsiteY3" fmla="*/ 2432 h 10000"/>
                <a:gd name="connsiteX4" fmla="*/ 8556 w 8559"/>
                <a:gd name="connsiteY4" fmla="*/ 5032 h 10000"/>
                <a:gd name="connsiteX5" fmla="*/ 7279 w 8559"/>
                <a:gd name="connsiteY5" fmla="*/ 6925 h 10000"/>
                <a:gd name="connsiteX6" fmla="*/ 4568 w 8559"/>
                <a:gd name="connsiteY6" fmla="*/ 9999 h 10000"/>
                <a:gd name="connsiteX7" fmla="*/ 2471 w 8559"/>
                <a:gd name="connsiteY7" fmla="*/ 7302 h 10000"/>
                <a:gd name="connsiteX8" fmla="*/ 1273 w 8559"/>
                <a:gd name="connsiteY8" fmla="*/ 6154 h 10000"/>
                <a:gd name="connsiteX9" fmla="*/ 35 w 8559"/>
                <a:gd name="connsiteY9" fmla="*/ 5938 h 10000"/>
                <a:gd name="connsiteX0" fmla="*/ 49 w 9820"/>
                <a:gd name="connsiteY0" fmla="*/ 4655 h 10000"/>
                <a:gd name="connsiteX1" fmla="*/ 2693 w 9820"/>
                <a:gd name="connsiteY1" fmla="*/ 2430 h 10000"/>
                <a:gd name="connsiteX2" fmla="*/ 5175 w 9820"/>
                <a:gd name="connsiteY2" fmla="*/ 0 h 10000"/>
                <a:gd name="connsiteX3" fmla="*/ 7924 w 9820"/>
                <a:gd name="connsiteY3" fmla="*/ 2432 h 10000"/>
                <a:gd name="connsiteX4" fmla="*/ 9816 w 9820"/>
                <a:gd name="connsiteY4" fmla="*/ 5032 h 10000"/>
                <a:gd name="connsiteX5" fmla="*/ 8324 w 9820"/>
                <a:gd name="connsiteY5" fmla="*/ 6925 h 10000"/>
                <a:gd name="connsiteX6" fmla="*/ 5157 w 9820"/>
                <a:gd name="connsiteY6" fmla="*/ 9999 h 10000"/>
                <a:gd name="connsiteX7" fmla="*/ 2707 w 9820"/>
                <a:gd name="connsiteY7" fmla="*/ 7302 h 10000"/>
                <a:gd name="connsiteX8" fmla="*/ 1307 w 9820"/>
                <a:gd name="connsiteY8" fmla="*/ 6154 h 10000"/>
                <a:gd name="connsiteX9" fmla="*/ 49 w 9820"/>
                <a:gd name="connsiteY9" fmla="*/ 4655 h 10000"/>
                <a:gd name="connsiteX0" fmla="*/ 45 w 9995"/>
                <a:gd name="connsiteY0" fmla="*/ 4655 h 10000"/>
                <a:gd name="connsiteX1" fmla="*/ 2737 w 9995"/>
                <a:gd name="connsiteY1" fmla="*/ 2430 h 10000"/>
                <a:gd name="connsiteX2" fmla="*/ 5265 w 9995"/>
                <a:gd name="connsiteY2" fmla="*/ 0 h 10000"/>
                <a:gd name="connsiteX3" fmla="*/ 8064 w 9995"/>
                <a:gd name="connsiteY3" fmla="*/ 2432 h 10000"/>
                <a:gd name="connsiteX4" fmla="*/ 9991 w 9995"/>
                <a:gd name="connsiteY4" fmla="*/ 5032 h 10000"/>
                <a:gd name="connsiteX5" fmla="*/ 8472 w 9995"/>
                <a:gd name="connsiteY5" fmla="*/ 6925 h 10000"/>
                <a:gd name="connsiteX6" fmla="*/ 5247 w 9995"/>
                <a:gd name="connsiteY6" fmla="*/ 9999 h 10000"/>
                <a:gd name="connsiteX7" fmla="*/ 2752 w 9995"/>
                <a:gd name="connsiteY7" fmla="*/ 7302 h 10000"/>
                <a:gd name="connsiteX8" fmla="*/ 1374 w 9995"/>
                <a:gd name="connsiteY8" fmla="*/ 6984 h 10000"/>
                <a:gd name="connsiteX9" fmla="*/ 45 w 9995"/>
                <a:gd name="connsiteY9" fmla="*/ 4655 h 10000"/>
                <a:gd name="connsiteX0" fmla="*/ 45 w 10000"/>
                <a:gd name="connsiteY0" fmla="*/ 5032 h 10377"/>
                <a:gd name="connsiteX1" fmla="*/ 2738 w 10000"/>
                <a:gd name="connsiteY1" fmla="*/ 2807 h 10377"/>
                <a:gd name="connsiteX2" fmla="*/ 4886 w 10000"/>
                <a:gd name="connsiteY2" fmla="*/ 0 h 10377"/>
                <a:gd name="connsiteX3" fmla="*/ 8068 w 10000"/>
                <a:gd name="connsiteY3" fmla="*/ 2809 h 10377"/>
                <a:gd name="connsiteX4" fmla="*/ 9996 w 10000"/>
                <a:gd name="connsiteY4" fmla="*/ 5409 h 10377"/>
                <a:gd name="connsiteX5" fmla="*/ 8476 w 10000"/>
                <a:gd name="connsiteY5" fmla="*/ 7302 h 10377"/>
                <a:gd name="connsiteX6" fmla="*/ 5250 w 10000"/>
                <a:gd name="connsiteY6" fmla="*/ 10376 h 10377"/>
                <a:gd name="connsiteX7" fmla="*/ 2753 w 10000"/>
                <a:gd name="connsiteY7" fmla="*/ 7679 h 10377"/>
                <a:gd name="connsiteX8" fmla="*/ 1375 w 10000"/>
                <a:gd name="connsiteY8" fmla="*/ 7361 h 10377"/>
                <a:gd name="connsiteX9" fmla="*/ 45 w 10000"/>
                <a:gd name="connsiteY9" fmla="*/ 5032 h 10377"/>
                <a:gd name="connsiteX0" fmla="*/ 45 w 10000"/>
                <a:gd name="connsiteY0" fmla="*/ 5036 h 10381"/>
                <a:gd name="connsiteX1" fmla="*/ 2738 w 10000"/>
                <a:gd name="connsiteY1" fmla="*/ 2811 h 10381"/>
                <a:gd name="connsiteX2" fmla="*/ 4886 w 10000"/>
                <a:gd name="connsiteY2" fmla="*/ 4 h 10381"/>
                <a:gd name="connsiteX3" fmla="*/ 8068 w 10000"/>
                <a:gd name="connsiteY3" fmla="*/ 2813 h 10381"/>
                <a:gd name="connsiteX4" fmla="*/ 9996 w 10000"/>
                <a:gd name="connsiteY4" fmla="*/ 5413 h 10381"/>
                <a:gd name="connsiteX5" fmla="*/ 8476 w 10000"/>
                <a:gd name="connsiteY5" fmla="*/ 7306 h 10381"/>
                <a:gd name="connsiteX6" fmla="*/ 5250 w 10000"/>
                <a:gd name="connsiteY6" fmla="*/ 10380 h 10381"/>
                <a:gd name="connsiteX7" fmla="*/ 2753 w 10000"/>
                <a:gd name="connsiteY7" fmla="*/ 7683 h 10381"/>
                <a:gd name="connsiteX8" fmla="*/ 1375 w 10000"/>
                <a:gd name="connsiteY8" fmla="*/ 7365 h 10381"/>
                <a:gd name="connsiteX9" fmla="*/ 45 w 10000"/>
                <a:gd name="connsiteY9" fmla="*/ 5036 h 10381"/>
                <a:gd name="connsiteX0" fmla="*/ 45 w 10000"/>
                <a:gd name="connsiteY0" fmla="*/ 5036 h 10796"/>
                <a:gd name="connsiteX1" fmla="*/ 2738 w 10000"/>
                <a:gd name="connsiteY1" fmla="*/ 2811 h 10796"/>
                <a:gd name="connsiteX2" fmla="*/ 4886 w 10000"/>
                <a:gd name="connsiteY2" fmla="*/ 4 h 10796"/>
                <a:gd name="connsiteX3" fmla="*/ 8068 w 10000"/>
                <a:gd name="connsiteY3" fmla="*/ 2813 h 10796"/>
                <a:gd name="connsiteX4" fmla="*/ 9996 w 10000"/>
                <a:gd name="connsiteY4" fmla="*/ 5413 h 10796"/>
                <a:gd name="connsiteX5" fmla="*/ 8476 w 10000"/>
                <a:gd name="connsiteY5" fmla="*/ 7306 h 10796"/>
                <a:gd name="connsiteX6" fmla="*/ 5202 w 10000"/>
                <a:gd name="connsiteY6" fmla="*/ 10795 h 10796"/>
                <a:gd name="connsiteX7" fmla="*/ 2753 w 10000"/>
                <a:gd name="connsiteY7" fmla="*/ 7683 h 10796"/>
                <a:gd name="connsiteX8" fmla="*/ 1375 w 10000"/>
                <a:gd name="connsiteY8" fmla="*/ 7365 h 10796"/>
                <a:gd name="connsiteX9" fmla="*/ 45 w 10000"/>
                <a:gd name="connsiteY9" fmla="*/ 5036 h 10796"/>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00" h="10795">
                  <a:moveTo>
                    <a:pt x="45" y="5036"/>
                  </a:moveTo>
                  <a:cubicBezTo>
                    <a:pt x="272" y="4277"/>
                    <a:pt x="1931" y="3650"/>
                    <a:pt x="2738" y="2811"/>
                  </a:cubicBezTo>
                  <a:cubicBezTo>
                    <a:pt x="3545" y="1972"/>
                    <a:pt x="3352" y="117"/>
                    <a:pt x="4886" y="4"/>
                  </a:cubicBezTo>
                  <a:cubicBezTo>
                    <a:pt x="6420" y="-109"/>
                    <a:pt x="7216" y="1912"/>
                    <a:pt x="8068" y="2813"/>
                  </a:cubicBezTo>
                  <a:cubicBezTo>
                    <a:pt x="8920" y="3715"/>
                    <a:pt x="9928" y="3420"/>
                    <a:pt x="9996" y="5413"/>
                  </a:cubicBezTo>
                  <a:cubicBezTo>
                    <a:pt x="10064" y="7406"/>
                    <a:pt x="9275" y="6409"/>
                    <a:pt x="8476" y="7306"/>
                  </a:cubicBezTo>
                  <a:cubicBezTo>
                    <a:pt x="7677" y="8203"/>
                    <a:pt x="7086" y="10770"/>
                    <a:pt x="5202" y="10795"/>
                  </a:cubicBezTo>
                  <a:cubicBezTo>
                    <a:pt x="3318" y="10820"/>
                    <a:pt x="3391" y="8255"/>
                    <a:pt x="2753" y="7683"/>
                  </a:cubicBezTo>
                  <a:cubicBezTo>
                    <a:pt x="2115" y="7111"/>
                    <a:pt x="2326" y="7496"/>
                    <a:pt x="1375" y="7365"/>
                  </a:cubicBezTo>
                  <a:cubicBezTo>
                    <a:pt x="493" y="6773"/>
                    <a:pt x="-182" y="5795"/>
                    <a:pt x="45" y="5036"/>
                  </a:cubicBezTo>
                  <a:close/>
                </a:path>
              </a:pathLst>
            </a:custGeom>
            <a:solidFill>
              <a:srgbClr val="66CCFF"/>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grpSp>
          <p:nvGrpSpPr>
            <p:cNvPr id="262" name="Group 261"/>
            <p:cNvGrpSpPr/>
            <p:nvPr/>
          </p:nvGrpSpPr>
          <p:grpSpPr>
            <a:xfrm>
              <a:off x="-1935370" y="2935816"/>
              <a:ext cx="2333625" cy="1590649"/>
              <a:chOff x="833331" y="2873352"/>
              <a:chExt cx="2333625" cy="1590649"/>
            </a:xfrm>
          </p:grpSpPr>
          <p:grpSp>
            <p:nvGrpSpPr>
              <p:cNvPr id="263" name="Group 262"/>
              <p:cNvGrpSpPr/>
              <p:nvPr/>
            </p:nvGrpSpPr>
            <p:grpSpPr>
              <a:xfrm>
                <a:off x="1736090" y="2873352"/>
                <a:ext cx="565150" cy="369332"/>
                <a:chOff x="1736090" y="2873352"/>
                <a:chExt cx="565150" cy="369332"/>
              </a:xfrm>
            </p:grpSpPr>
            <p:grpSp>
              <p:nvGrpSpPr>
                <p:cNvPr id="312" name="Group 327"/>
                <p:cNvGrpSpPr>
                  <a:grpSpLocks/>
                </p:cNvGrpSpPr>
                <p:nvPr/>
              </p:nvGrpSpPr>
              <p:grpSpPr bwMode="auto">
                <a:xfrm>
                  <a:off x="1736090" y="2893762"/>
                  <a:ext cx="565150" cy="292100"/>
                  <a:chOff x="1871277" y="1576300"/>
                  <a:chExt cx="1128371" cy="437861"/>
                </a:xfrm>
              </p:grpSpPr>
              <p:sp>
                <p:nvSpPr>
                  <p:cNvPr id="316" name="Oval 315"/>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17" name="Rectangle 316"/>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18" name="Oval 317"/>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19" name="Freeform 318"/>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20" name="Freeform 319"/>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21" name="Freeform 320"/>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22" name="Freeform 321"/>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23" name="Straight Connector 322"/>
                  <p:cNvCxnSpPr>
                    <a:endCxn id="318"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24" name="Straight Connector 323"/>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313" name="Group 312"/>
                <p:cNvGrpSpPr/>
                <p:nvPr/>
              </p:nvGrpSpPr>
              <p:grpSpPr>
                <a:xfrm>
                  <a:off x="1770362" y="2873352"/>
                  <a:ext cx="441422" cy="369332"/>
                  <a:chOff x="667045" y="1708643"/>
                  <a:chExt cx="441422" cy="369332"/>
                </a:xfrm>
              </p:grpSpPr>
              <p:sp>
                <p:nvSpPr>
                  <p:cNvPr id="314" name="Oval 313"/>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315" name="TextBox 314"/>
                  <p:cNvSpPr txBox="1"/>
                  <p:nvPr/>
                </p:nvSpPr>
                <p:spPr>
                  <a:xfrm>
                    <a:off x="667045" y="1708643"/>
                    <a:ext cx="441422" cy="369332"/>
                  </a:xfrm>
                  <a:prstGeom prst="rect">
                    <a:avLst/>
                  </a:prstGeom>
                  <a:noFill/>
                </p:spPr>
                <p:txBody>
                  <a:bodyPr wrap="none" rtlCol="0">
                    <a:spAutoFit/>
                  </a:bodyPr>
                  <a:lstStyle/>
                  <a:p>
                    <a:r>
                      <a:rPr lang="en-US" dirty="0"/>
                      <a:t>1b</a:t>
                    </a:r>
                  </a:p>
                </p:txBody>
              </p:sp>
            </p:grpSp>
          </p:grpSp>
          <p:grpSp>
            <p:nvGrpSpPr>
              <p:cNvPr id="264" name="Group 263"/>
              <p:cNvGrpSpPr/>
              <p:nvPr/>
            </p:nvGrpSpPr>
            <p:grpSpPr>
              <a:xfrm>
                <a:off x="1740320" y="4094669"/>
                <a:ext cx="565150" cy="369332"/>
                <a:chOff x="1736090" y="2873352"/>
                <a:chExt cx="565150" cy="369332"/>
              </a:xfrm>
            </p:grpSpPr>
            <p:grpSp>
              <p:nvGrpSpPr>
                <p:cNvPr id="299" name="Group 327"/>
                <p:cNvGrpSpPr>
                  <a:grpSpLocks/>
                </p:cNvGrpSpPr>
                <p:nvPr/>
              </p:nvGrpSpPr>
              <p:grpSpPr bwMode="auto">
                <a:xfrm>
                  <a:off x="1736090" y="2893762"/>
                  <a:ext cx="565150" cy="292100"/>
                  <a:chOff x="1871277" y="1576300"/>
                  <a:chExt cx="1128371" cy="437861"/>
                </a:xfrm>
              </p:grpSpPr>
              <p:sp>
                <p:nvSpPr>
                  <p:cNvPr id="303" name="Oval 302"/>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04" name="Rectangle 303"/>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05" name="Oval 304"/>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06" name="Freeform 305"/>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07" name="Freeform 306"/>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08" name="Freeform 307"/>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09" name="Freeform 308"/>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10" name="Straight Connector 309"/>
                  <p:cNvCxnSpPr>
                    <a:endCxn id="305"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11" name="Straight Connector 310"/>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300" name="Group 299"/>
                <p:cNvGrpSpPr/>
                <p:nvPr/>
              </p:nvGrpSpPr>
              <p:grpSpPr>
                <a:xfrm>
                  <a:off x="1770362" y="2873352"/>
                  <a:ext cx="441422" cy="369332"/>
                  <a:chOff x="667045" y="1708643"/>
                  <a:chExt cx="441422" cy="369332"/>
                </a:xfrm>
              </p:grpSpPr>
              <p:sp>
                <p:nvSpPr>
                  <p:cNvPr id="301" name="Oval 300"/>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302" name="TextBox 301"/>
                  <p:cNvSpPr txBox="1"/>
                  <p:nvPr/>
                </p:nvSpPr>
                <p:spPr>
                  <a:xfrm>
                    <a:off x="667045" y="1708643"/>
                    <a:ext cx="441422" cy="369332"/>
                  </a:xfrm>
                  <a:prstGeom prst="rect">
                    <a:avLst/>
                  </a:prstGeom>
                  <a:noFill/>
                </p:spPr>
                <p:txBody>
                  <a:bodyPr wrap="none" rtlCol="0">
                    <a:spAutoFit/>
                  </a:bodyPr>
                  <a:lstStyle/>
                  <a:p>
                    <a:r>
                      <a:rPr lang="en-US" dirty="0"/>
                      <a:t>1d</a:t>
                    </a:r>
                  </a:p>
                </p:txBody>
              </p:sp>
            </p:grpSp>
          </p:grpSp>
          <p:grpSp>
            <p:nvGrpSpPr>
              <p:cNvPr id="265" name="Group 264"/>
              <p:cNvGrpSpPr/>
              <p:nvPr/>
            </p:nvGrpSpPr>
            <p:grpSpPr>
              <a:xfrm>
                <a:off x="2601806" y="3485072"/>
                <a:ext cx="565150" cy="369332"/>
                <a:chOff x="1736090" y="2873352"/>
                <a:chExt cx="565150" cy="369332"/>
              </a:xfrm>
            </p:grpSpPr>
            <p:grpSp>
              <p:nvGrpSpPr>
                <p:cNvPr id="286" name="Group 327"/>
                <p:cNvGrpSpPr>
                  <a:grpSpLocks/>
                </p:cNvGrpSpPr>
                <p:nvPr/>
              </p:nvGrpSpPr>
              <p:grpSpPr bwMode="auto">
                <a:xfrm>
                  <a:off x="1736090" y="2893762"/>
                  <a:ext cx="565150" cy="292100"/>
                  <a:chOff x="1871277" y="1576300"/>
                  <a:chExt cx="1128371" cy="437861"/>
                </a:xfrm>
              </p:grpSpPr>
              <p:sp>
                <p:nvSpPr>
                  <p:cNvPr id="290" name="Oval 289"/>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91" name="Rectangle 290"/>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92" name="Oval 291"/>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93" name="Freeform 292"/>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94" name="Freeform 293"/>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95" name="Freeform 294"/>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96" name="Freeform 295"/>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97" name="Straight Connector 296"/>
                  <p:cNvCxnSpPr>
                    <a:endCxn id="292"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98" name="Straight Connector 297"/>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87" name="Group 286"/>
                <p:cNvGrpSpPr/>
                <p:nvPr/>
              </p:nvGrpSpPr>
              <p:grpSpPr>
                <a:xfrm>
                  <a:off x="1770362" y="2873352"/>
                  <a:ext cx="428460" cy="369332"/>
                  <a:chOff x="667045" y="1708643"/>
                  <a:chExt cx="428460" cy="369332"/>
                </a:xfrm>
              </p:grpSpPr>
              <p:sp>
                <p:nvSpPr>
                  <p:cNvPr id="288" name="Oval 287"/>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89" name="TextBox 288"/>
                  <p:cNvSpPr txBox="1"/>
                  <p:nvPr/>
                </p:nvSpPr>
                <p:spPr>
                  <a:xfrm>
                    <a:off x="667045" y="1708643"/>
                    <a:ext cx="428460" cy="369332"/>
                  </a:xfrm>
                  <a:prstGeom prst="rect">
                    <a:avLst/>
                  </a:prstGeom>
                  <a:noFill/>
                </p:spPr>
                <p:txBody>
                  <a:bodyPr wrap="none" rtlCol="0">
                    <a:spAutoFit/>
                  </a:bodyPr>
                  <a:lstStyle/>
                  <a:p>
                    <a:r>
                      <a:rPr lang="en-US" dirty="0"/>
                      <a:t>1c</a:t>
                    </a:r>
                  </a:p>
                </p:txBody>
              </p:sp>
            </p:grpSp>
          </p:grpSp>
          <p:grpSp>
            <p:nvGrpSpPr>
              <p:cNvPr id="266" name="Group 265"/>
              <p:cNvGrpSpPr/>
              <p:nvPr/>
            </p:nvGrpSpPr>
            <p:grpSpPr>
              <a:xfrm>
                <a:off x="833331" y="3478719"/>
                <a:ext cx="565150" cy="369332"/>
                <a:chOff x="1736090" y="2873352"/>
                <a:chExt cx="565150" cy="369332"/>
              </a:xfrm>
            </p:grpSpPr>
            <p:grpSp>
              <p:nvGrpSpPr>
                <p:cNvPr id="273" name="Group 327"/>
                <p:cNvGrpSpPr>
                  <a:grpSpLocks/>
                </p:cNvGrpSpPr>
                <p:nvPr/>
              </p:nvGrpSpPr>
              <p:grpSpPr bwMode="auto">
                <a:xfrm>
                  <a:off x="1736090" y="2893762"/>
                  <a:ext cx="565150" cy="292100"/>
                  <a:chOff x="1871277" y="1576300"/>
                  <a:chExt cx="1128371" cy="437861"/>
                </a:xfrm>
              </p:grpSpPr>
              <p:sp>
                <p:nvSpPr>
                  <p:cNvPr id="277" name="Oval 276"/>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78" name="Rectangle 277"/>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79" name="Oval 278"/>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80" name="Freeform 279"/>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81" name="Freeform 280"/>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82" name="Freeform 281"/>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83" name="Freeform 282"/>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84" name="Straight Connector 283"/>
                  <p:cNvCxnSpPr>
                    <a:endCxn id="279"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85" name="Straight Connector 284"/>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74" name="Group 273"/>
                <p:cNvGrpSpPr/>
                <p:nvPr/>
              </p:nvGrpSpPr>
              <p:grpSpPr>
                <a:xfrm>
                  <a:off x="1770362" y="2873352"/>
                  <a:ext cx="441422" cy="369332"/>
                  <a:chOff x="667045" y="1708643"/>
                  <a:chExt cx="441422" cy="369332"/>
                </a:xfrm>
              </p:grpSpPr>
              <p:sp>
                <p:nvSpPr>
                  <p:cNvPr id="275" name="Oval 274"/>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76" name="TextBox 275"/>
                  <p:cNvSpPr txBox="1"/>
                  <p:nvPr/>
                </p:nvSpPr>
                <p:spPr>
                  <a:xfrm>
                    <a:off x="667045" y="1708643"/>
                    <a:ext cx="441422" cy="369332"/>
                  </a:xfrm>
                  <a:prstGeom prst="rect">
                    <a:avLst/>
                  </a:prstGeom>
                  <a:noFill/>
                </p:spPr>
                <p:txBody>
                  <a:bodyPr wrap="none" rtlCol="0">
                    <a:spAutoFit/>
                  </a:bodyPr>
                  <a:lstStyle/>
                  <a:p>
                    <a:r>
                      <a:rPr lang="en-US" dirty="0"/>
                      <a:t>1a</a:t>
                    </a:r>
                  </a:p>
                </p:txBody>
              </p:sp>
            </p:grpSp>
          </p:grpSp>
          <p:cxnSp>
            <p:nvCxnSpPr>
              <p:cNvPr id="269" name="Straight Connector 268"/>
              <p:cNvCxnSpPr>
                <a:stCxn id="316" idx="7"/>
              </p:cNvCxnSpPr>
              <p:nvPr/>
            </p:nvCxnSpPr>
            <p:spPr bwMode="auto">
              <a:xfrm>
                <a:off x="2218708" y="3154477"/>
                <a:ext cx="480042" cy="369773"/>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270" name="Straight Connector 269"/>
              <p:cNvCxnSpPr/>
              <p:nvPr/>
            </p:nvCxnSpPr>
            <p:spPr bwMode="auto">
              <a:xfrm>
                <a:off x="1315140" y="3783345"/>
                <a:ext cx="489235" cy="352580"/>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271" name="Straight Connector 270"/>
              <p:cNvCxnSpPr/>
              <p:nvPr/>
            </p:nvCxnSpPr>
            <p:spPr bwMode="auto">
              <a:xfrm flipH="1">
                <a:off x="2196042" y="3783542"/>
                <a:ext cx="508002" cy="349250"/>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337" name="Straight Connector 336"/>
              <p:cNvCxnSpPr>
                <a:endCxn id="316" idx="2"/>
              </p:cNvCxnSpPr>
              <p:nvPr/>
            </p:nvCxnSpPr>
            <p:spPr bwMode="auto">
              <a:xfrm flipV="1">
                <a:off x="1319809" y="3078707"/>
                <a:ext cx="417868" cy="457019"/>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grpSp>
      </p:grpSp>
      <p:sp>
        <p:nvSpPr>
          <p:cNvPr id="197" name="Freeform 2"/>
          <p:cNvSpPr>
            <a:spLocks/>
          </p:cNvSpPr>
          <p:nvPr/>
        </p:nvSpPr>
        <p:spPr bwMode="auto">
          <a:xfrm>
            <a:off x="3285692" y="2741493"/>
            <a:ext cx="2545688" cy="1720535"/>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 fmla="*/ 4 w 8600"/>
              <a:gd name="connsiteY0" fmla="*/ 4042 h 10128"/>
              <a:gd name="connsiteX1" fmla="*/ 715 w 8600"/>
              <a:gd name="connsiteY1" fmla="*/ 1598 h 10128"/>
              <a:gd name="connsiteX2" fmla="*/ 3130 w 8600"/>
              <a:gd name="connsiteY2" fmla="*/ 1009 h 10128"/>
              <a:gd name="connsiteX3" fmla="*/ 4995 w 8600"/>
              <a:gd name="connsiteY3" fmla="*/ 3 h 10128"/>
              <a:gd name="connsiteX4" fmla="*/ 6720 w 8600"/>
              <a:gd name="connsiteY4" fmla="*/ 1012 h 10128"/>
              <a:gd name="connsiteX5" fmla="*/ 8599 w 8600"/>
              <a:gd name="connsiteY5" fmla="*/ 6800 h 10128"/>
              <a:gd name="connsiteX6" fmla="*/ 6995 w 8600"/>
              <a:gd name="connsiteY6" fmla="*/ 9325 h 10128"/>
              <a:gd name="connsiteX7" fmla="*/ 5307 w 8600"/>
              <a:gd name="connsiteY7" fmla="*/ 8846 h 10128"/>
              <a:gd name="connsiteX8" fmla="*/ 4371 w 8600"/>
              <a:gd name="connsiteY8" fmla="*/ 9915 h 10128"/>
              <a:gd name="connsiteX9" fmla="*/ 3140 w 8600"/>
              <a:gd name="connsiteY9" fmla="*/ 10022 h 10128"/>
              <a:gd name="connsiteX10" fmla="*/ 2179 w 8600"/>
              <a:gd name="connsiteY10" fmla="*/ 7898 h 10128"/>
              <a:gd name="connsiteX11" fmla="*/ 1187 w 8600"/>
              <a:gd name="connsiteY11" fmla="*/ 7498 h 10128"/>
              <a:gd name="connsiteX12" fmla="*/ 4 w 8600"/>
              <a:gd name="connsiteY12" fmla="*/ 4042 h 10128"/>
              <a:gd name="connsiteX0" fmla="*/ 4 w 9326"/>
              <a:gd name="connsiteY0" fmla="*/ 3988 h 9997"/>
              <a:gd name="connsiteX1" fmla="*/ 830 w 9326"/>
              <a:gd name="connsiteY1" fmla="*/ 1575 h 9997"/>
              <a:gd name="connsiteX2" fmla="*/ 3639 w 9326"/>
              <a:gd name="connsiteY2" fmla="*/ 993 h 9997"/>
              <a:gd name="connsiteX3" fmla="*/ 5807 w 9326"/>
              <a:gd name="connsiteY3" fmla="*/ 0 h 9997"/>
              <a:gd name="connsiteX4" fmla="*/ 7813 w 9326"/>
              <a:gd name="connsiteY4" fmla="*/ 996 h 9997"/>
              <a:gd name="connsiteX5" fmla="*/ 9324 w 9326"/>
              <a:gd name="connsiteY5" fmla="*/ 5746 h 9997"/>
              <a:gd name="connsiteX6" fmla="*/ 8133 w 9326"/>
              <a:gd name="connsiteY6" fmla="*/ 9204 h 9997"/>
              <a:gd name="connsiteX7" fmla="*/ 6170 w 9326"/>
              <a:gd name="connsiteY7" fmla="*/ 8731 h 9997"/>
              <a:gd name="connsiteX8" fmla="*/ 5082 w 9326"/>
              <a:gd name="connsiteY8" fmla="*/ 9787 h 9997"/>
              <a:gd name="connsiteX9" fmla="*/ 3650 w 9326"/>
              <a:gd name="connsiteY9" fmla="*/ 9892 h 9997"/>
              <a:gd name="connsiteX10" fmla="*/ 2533 w 9326"/>
              <a:gd name="connsiteY10" fmla="*/ 7795 h 9997"/>
              <a:gd name="connsiteX11" fmla="*/ 1379 w 9326"/>
              <a:gd name="connsiteY11" fmla="*/ 7400 h 9997"/>
              <a:gd name="connsiteX12" fmla="*/ 4 w 9326"/>
              <a:gd name="connsiteY12" fmla="*/ 3988 h 9997"/>
              <a:gd name="connsiteX0" fmla="*/ 4 w 10001"/>
              <a:gd name="connsiteY0" fmla="*/ 3989 h 10041"/>
              <a:gd name="connsiteX1" fmla="*/ 890 w 10001"/>
              <a:gd name="connsiteY1" fmla="*/ 1575 h 10041"/>
              <a:gd name="connsiteX2" fmla="*/ 3902 w 10001"/>
              <a:gd name="connsiteY2" fmla="*/ 993 h 10041"/>
              <a:gd name="connsiteX3" fmla="*/ 6227 w 10001"/>
              <a:gd name="connsiteY3" fmla="*/ 0 h 10041"/>
              <a:gd name="connsiteX4" fmla="*/ 8378 w 10001"/>
              <a:gd name="connsiteY4" fmla="*/ 996 h 10041"/>
              <a:gd name="connsiteX5" fmla="*/ 9998 w 10001"/>
              <a:gd name="connsiteY5" fmla="*/ 5748 h 10041"/>
              <a:gd name="connsiteX6" fmla="*/ 8721 w 10001"/>
              <a:gd name="connsiteY6" fmla="*/ 9207 h 10041"/>
              <a:gd name="connsiteX7" fmla="*/ 5449 w 10001"/>
              <a:gd name="connsiteY7" fmla="*/ 9790 h 10041"/>
              <a:gd name="connsiteX8" fmla="*/ 3914 w 10001"/>
              <a:gd name="connsiteY8" fmla="*/ 9895 h 10041"/>
              <a:gd name="connsiteX9" fmla="*/ 2716 w 10001"/>
              <a:gd name="connsiteY9" fmla="*/ 7797 h 10041"/>
              <a:gd name="connsiteX10" fmla="*/ 1479 w 10001"/>
              <a:gd name="connsiteY10" fmla="*/ 7402 h 10041"/>
              <a:gd name="connsiteX11" fmla="*/ 4 w 10001"/>
              <a:gd name="connsiteY11" fmla="*/ 3989 h 10041"/>
              <a:gd name="connsiteX0" fmla="*/ 4 w 10001"/>
              <a:gd name="connsiteY0" fmla="*/ 3989 h 14825"/>
              <a:gd name="connsiteX1" fmla="*/ 890 w 10001"/>
              <a:gd name="connsiteY1" fmla="*/ 1575 h 14825"/>
              <a:gd name="connsiteX2" fmla="*/ 3902 w 10001"/>
              <a:gd name="connsiteY2" fmla="*/ 993 h 14825"/>
              <a:gd name="connsiteX3" fmla="*/ 6227 w 10001"/>
              <a:gd name="connsiteY3" fmla="*/ 0 h 14825"/>
              <a:gd name="connsiteX4" fmla="*/ 8378 w 10001"/>
              <a:gd name="connsiteY4" fmla="*/ 996 h 14825"/>
              <a:gd name="connsiteX5" fmla="*/ 9998 w 10001"/>
              <a:gd name="connsiteY5" fmla="*/ 5748 h 14825"/>
              <a:gd name="connsiteX6" fmla="*/ 8721 w 10001"/>
              <a:gd name="connsiteY6" fmla="*/ 9207 h 14825"/>
              <a:gd name="connsiteX7" fmla="*/ 6011 w 10001"/>
              <a:gd name="connsiteY7" fmla="*/ 14823 h 14825"/>
              <a:gd name="connsiteX8" fmla="*/ 3914 w 10001"/>
              <a:gd name="connsiteY8" fmla="*/ 9895 h 14825"/>
              <a:gd name="connsiteX9" fmla="*/ 2716 w 10001"/>
              <a:gd name="connsiteY9" fmla="*/ 7797 h 14825"/>
              <a:gd name="connsiteX10" fmla="*/ 1479 w 10001"/>
              <a:gd name="connsiteY10" fmla="*/ 7402 h 14825"/>
              <a:gd name="connsiteX11" fmla="*/ 4 w 10001"/>
              <a:gd name="connsiteY11" fmla="*/ 3989 h 14825"/>
              <a:gd name="connsiteX0" fmla="*/ 4 w 10001"/>
              <a:gd name="connsiteY0" fmla="*/ 7436 h 18272"/>
              <a:gd name="connsiteX1" fmla="*/ 890 w 10001"/>
              <a:gd name="connsiteY1" fmla="*/ 5022 h 18272"/>
              <a:gd name="connsiteX2" fmla="*/ 3902 w 10001"/>
              <a:gd name="connsiteY2" fmla="*/ 4440 h 18272"/>
              <a:gd name="connsiteX3" fmla="*/ 6026 w 10001"/>
              <a:gd name="connsiteY3" fmla="*/ 0 h 18272"/>
              <a:gd name="connsiteX4" fmla="*/ 8378 w 10001"/>
              <a:gd name="connsiteY4" fmla="*/ 4443 h 18272"/>
              <a:gd name="connsiteX5" fmla="*/ 9998 w 10001"/>
              <a:gd name="connsiteY5" fmla="*/ 9195 h 18272"/>
              <a:gd name="connsiteX6" fmla="*/ 8721 w 10001"/>
              <a:gd name="connsiteY6" fmla="*/ 12654 h 18272"/>
              <a:gd name="connsiteX7" fmla="*/ 6011 w 10001"/>
              <a:gd name="connsiteY7" fmla="*/ 18270 h 18272"/>
              <a:gd name="connsiteX8" fmla="*/ 3914 w 10001"/>
              <a:gd name="connsiteY8" fmla="*/ 13342 h 18272"/>
              <a:gd name="connsiteX9" fmla="*/ 2716 w 10001"/>
              <a:gd name="connsiteY9" fmla="*/ 11244 h 18272"/>
              <a:gd name="connsiteX10" fmla="*/ 1479 w 10001"/>
              <a:gd name="connsiteY10" fmla="*/ 10849 h 18272"/>
              <a:gd name="connsiteX11" fmla="*/ 4 w 10001"/>
              <a:gd name="connsiteY11" fmla="*/ 7436 h 18272"/>
              <a:gd name="connsiteX0" fmla="*/ 1 w 9998"/>
              <a:gd name="connsiteY0" fmla="*/ 7436 h 18272"/>
              <a:gd name="connsiteX1" fmla="*/ 3899 w 9998"/>
              <a:gd name="connsiteY1" fmla="*/ 4440 h 18272"/>
              <a:gd name="connsiteX2" fmla="*/ 6023 w 9998"/>
              <a:gd name="connsiteY2" fmla="*/ 0 h 18272"/>
              <a:gd name="connsiteX3" fmla="*/ 8375 w 9998"/>
              <a:gd name="connsiteY3" fmla="*/ 4443 h 18272"/>
              <a:gd name="connsiteX4" fmla="*/ 9995 w 9998"/>
              <a:gd name="connsiteY4" fmla="*/ 9195 h 18272"/>
              <a:gd name="connsiteX5" fmla="*/ 8718 w 9998"/>
              <a:gd name="connsiteY5" fmla="*/ 12654 h 18272"/>
              <a:gd name="connsiteX6" fmla="*/ 6008 w 9998"/>
              <a:gd name="connsiteY6" fmla="*/ 18270 h 18272"/>
              <a:gd name="connsiteX7" fmla="*/ 3911 w 9998"/>
              <a:gd name="connsiteY7" fmla="*/ 13342 h 18272"/>
              <a:gd name="connsiteX8" fmla="*/ 2713 w 9998"/>
              <a:gd name="connsiteY8" fmla="*/ 11244 h 18272"/>
              <a:gd name="connsiteX9" fmla="*/ 1476 w 9998"/>
              <a:gd name="connsiteY9" fmla="*/ 10849 h 18272"/>
              <a:gd name="connsiteX10" fmla="*/ 1 w 9998"/>
              <a:gd name="connsiteY10" fmla="*/ 7436 h 18272"/>
              <a:gd name="connsiteX0" fmla="*/ 35 w 8559"/>
              <a:gd name="connsiteY0" fmla="*/ 5938 h 10000"/>
              <a:gd name="connsiteX1" fmla="*/ 2459 w 8559"/>
              <a:gd name="connsiteY1" fmla="*/ 2430 h 10000"/>
              <a:gd name="connsiteX2" fmla="*/ 4583 w 8559"/>
              <a:gd name="connsiteY2" fmla="*/ 0 h 10000"/>
              <a:gd name="connsiteX3" fmla="*/ 6936 w 8559"/>
              <a:gd name="connsiteY3" fmla="*/ 2432 h 10000"/>
              <a:gd name="connsiteX4" fmla="*/ 8556 w 8559"/>
              <a:gd name="connsiteY4" fmla="*/ 5032 h 10000"/>
              <a:gd name="connsiteX5" fmla="*/ 7279 w 8559"/>
              <a:gd name="connsiteY5" fmla="*/ 6925 h 10000"/>
              <a:gd name="connsiteX6" fmla="*/ 4568 w 8559"/>
              <a:gd name="connsiteY6" fmla="*/ 9999 h 10000"/>
              <a:gd name="connsiteX7" fmla="*/ 2471 w 8559"/>
              <a:gd name="connsiteY7" fmla="*/ 7302 h 10000"/>
              <a:gd name="connsiteX8" fmla="*/ 1273 w 8559"/>
              <a:gd name="connsiteY8" fmla="*/ 6154 h 10000"/>
              <a:gd name="connsiteX9" fmla="*/ 35 w 8559"/>
              <a:gd name="connsiteY9" fmla="*/ 5938 h 10000"/>
              <a:gd name="connsiteX0" fmla="*/ 49 w 9820"/>
              <a:gd name="connsiteY0" fmla="*/ 4655 h 10000"/>
              <a:gd name="connsiteX1" fmla="*/ 2693 w 9820"/>
              <a:gd name="connsiteY1" fmla="*/ 2430 h 10000"/>
              <a:gd name="connsiteX2" fmla="*/ 5175 w 9820"/>
              <a:gd name="connsiteY2" fmla="*/ 0 h 10000"/>
              <a:gd name="connsiteX3" fmla="*/ 7924 w 9820"/>
              <a:gd name="connsiteY3" fmla="*/ 2432 h 10000"/>
              <a:gd name="connsiteX4" fmla="*/ 9816 w 9820"/>
              <a:gd name="connsiteY4" fmla="*/ 5032 h 10000"/>
              <a:gd name="connsiteX5" fmla="*/ 8324 w 9820"/>
              <a:gd name="connsiteY5" fmla="*/ 6925 h 10000"/>
              <a:gd name="connsiteX6" fmla="*/ 5157 w 9820"/>
              <a:gd name="connsiteY6" fmla="*/ 9999 h 10000"/>
              <a:gd name="connsiteX7" fmla="*/ 2707 w 9820"/>
              <a:gd name="connsiteY7" fmla="*/ 7302 h 10000"/>
              <a:gd name="connsiteX8" fmla="*/ 1307 w 9820"/>
              <a:gd name="connsiteY8" fmla="*/ 6154 h 10000"/>
              <a:gd name="connsiteX9" fmla="*/ 49 w 9820"/>
              <a:gd name="connsiteY9" fmla="*/ 4655 h 10000"/>
              <a:gd name="connsiteX0" fmla="*/ 45 w 9995"/>
              <a:gd name="connsiteY0" fmla="*/ 4655 h 10000"/>
              <a:gd name="connsiteX1" fmla="*/ 2737 w 9995"/>
              <a:gd name="connsiteY1" fmla="*/ 2430 h 10000"/>
              <a:gd name="connsiteX2" fmla="*/ 5265 w 9995"/>
              <a:gd name="connsiteY2" fmla="*/ 0 h 10000"/>
              <a:gd name="connsiteX3" fmla="*/ 8064 w 9995"/>
              <a:gd name="connsiteY3" fmla="*/ 2432 h 10000"/>
              <a:gd name="connsiteX4" fmla="*/ 9991 w 9995"/>
              <a:gd name="connsiteY4" fmla="*/ 5032 h 10000"/>
              <a:gd name="connsiteX5" fmla="*/ 8472 w 9995"/>
              <a:gd name="connsiteY5" fmla="*/ 6925 h 10000"/>
              <a:gd name="connsiteX6" fmla="*/ 5247 w 9995"/>
              <a:gd name="connsiteY6" fmla="*/ 9999 h 10000"/>
              <a:gd name="connsiteX7" fmla="*/ 2752 w 9995"/>
              <a:gd name="connsiteY7" fmla="*/ 7302 h 10000"/>
              <a:gd name="connsiteX8" fmla="*/ 1374 w 9995"/>
              <a:gd name="connsiteY8" fmla="*/ 6984 h 10000"/>
              <a:gd name="connsiteX9" fmla="*/ 45 w 9995"/>
              <a:gd name="connsiteY9" fmla="*/ 4655 h 10000"/>
              <a:gd name="connsiteX0" fmla="*/ 45 w 10000"/>
              <a:gd name="connsiteY0" fmla="*/ 5032 h 10377"/>
              <a:gd name="connsiteX1" fmla="*/ 2738 w 10000"/>
              <a:gd name="connsiteY1" fmla="*/ 2807 h 10377"/>
              <a:gd name="connsiteX2" fmla="*/ 4886 w 10000"/>
              <a:gd name="connsiteY2" fmla="*/ 0 h 10377"/>
              <a:gd name="connsiteX3" fmla="*/ 8068 w 10000"/>
              <a:gd name="connsiteY3" fmla="*/ 2809 h 10377"/>
              <a:gd name="connsiteX4" fmla="*/ 9996 w 10000"/>
              <a:gd name="connsiteY4" fmla="*/ 5409 h 10377"/>
              <a:gd name="connsiteX5" fmla="*/ 8476 w 10000"/>
              <a:gd name="connsiteY5" fmla="*/ 7302 h 10377"/>
              <a:gd name="connsiteX6" fmla="*/ 5250 w 10000"/>
              <a:gd name="connsiteY6" fmla="*/ 10376 h 10377"/>
              <a:gd name="connsiteX7" fmla="*/ 2753 w 10000"/>
              <a:gd name="connsiteY7" fmla="*/ 7679 h 10377"/>
              <a:gd name="connsiteX8" fmla="*/ 1375 w 10000"/>
              <a:gd name="connsiteY8" fmla="*/ 7361 h 10377"/>
              <a:gd name="connsiteX9" fmla="*/ 45 w 10000"/>
              <a:gd name="connsiteY9" fmla="*/ 5032 h 10377"/>
              <a:gd name="connsiteX0" fmla="*/ 45 w 10000"/>
              <a:gd name="connsiteY0" fmla="*/ 5036 h 10381"/>
              <a:gd name="connsiteX1" fmla="*/ 2738 w 10000"/>
              <a:gd name="connsiteY1" fmla="*/ 2811 h 10381"/>
              <a:gd name="connsiteX2" fmla="*/ 4886 w 10000"/>
              <a:gd name="connsiteY2" fmla="*/ 4 h 10381"/>
              <a:gd name="connsiteX3" fmla="*/ 8068 w 10000"/>
              <a:gd name="connsiteY3" fmla="*/ 2813 h 10381"/>
              <a:gd name="connsiteX4" fmla="*/ 9996 w 10000"/>
              <a:gd name="connsiteY4" fmla="*/ 5413 h 10381"/>
              <a:gd name="connsiteX5" fmla="*/ 8476 w 10000"/>
              <a:gd name="connsiteY5" fmla="*/ 7306 h 10381"/>
              <a:gd name="connsiteX6" fmla="*/ 5250 w 10000"/>
              <a:gd name="connsiteY6" fmla="*/ 10380 h 10381"/>
              <a:gd name="connsiteX7" fmla="*/ 2753 w 10000"/>
              <a:gd name="connsiteY7" fmla="*/ 7683 h 10381"/>
              <a:gd name="connsiteX8" fmla="*/ 1375 w 10000"/>
              <a:gd name="connsiteY8" fmla="*/ 7365 h 10381"/>
              <a:gd name="connsiteX9" fmla="*/ 45 w 10000"/>
              <a:gd name="connsiteY9" fmla="*/ 5036 h 10381"/>
              <a:gd name="connsiteX0" fmla="*/ 45 w 10000"/>
              <a:gd name="connsiteY0" fmla="*/ 5036 h 10796"/>
              <a:gd name="connsiteX1" fmla="*/ 2738 w 10000"/>
              <a:gd name="connsiteY1" fmla="*/ 2811 h 10796"/>
              <a:gd name="connsiteX2" fmla="*/ 4886 w 10000"/>
              <a:gd name="connsiteY2" fmla="*/ 4 h 10796"/>
              <a:gd name="connsiteX3" fmla="*/ 8068 w 10000"/>
              <a:gd name="connsiteY3" fmla="*/ 2813 h 10796"/>
              <a:gd name="connsiteX4" fmla="*/ 9996 w 10000"/>
              <a:gd name="connsiteY4" fmla="*/ 5413 h 10796"/>
              <a:gd name="connsiteX5" fmla="*/ 8476 w 10000"/>
              <a:gd name="connsiteY5" fmla="*/ 7306 h 10796"/>
              <a:gd name="connsiteX6" fmla="*/ 5202 w 10000"/>
              <a:gd name="connsiteY6" fmla="*/ 10795 h 10796"/>
              <a:gd name="connsiteX7" fmla="*/ 2753 w 10000"/>
              <a:gd name="connsiteY7" fmla="*/ 7683 h 10796"/>
              <a:gd name="connsiteX8" fmla="*/ 1375 w 10000"/>
              <a:gd name="connsiteY8" fmla="*/ 7365 h 10796"/>
              <a:gd name="connsiteX9" fmla="*/ 45 w 10000"/>
              <a:gd name="connsiteY9" fmla="*/ 5036 h 10796"/>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00" h="10795">
                <a:moveTo>
                  <a:pt x="45" y="5036"/>
                </a:moveTo>
                <a:cubicBezTo>
                  <a:pt x="272" y="4277"/>
                  <a:pt x="1931" y="3650"/>
                  <a:pt x="2738" y="2811"/>
                </a:cubicBezTo>
                <a:cubicBezTo>
                  <a:pt x="3545" y="1972"/>
                  <a:pt x="3352" y="117"/>
                  <a:pt x="4886" y="4"/>
                </a:cubicBezTo>
                <a:cubicBezTo>
                  <a:pt x="6420" y="-109"/>
                  <a:pt x="7216" y="1912"/>
                  <a:pt x="8068" y="2813"/>
                </a:cubicBezTo>
                <a:cubicBezTo>
                  <a:pt x="8920" y="3715"/>
                  <a:pt x="9928" y="3420"/>
                  <a:pt x="9996" y="5413"/>
                </a:cubicBezTo>
                <a:cubicBezTo>
                  <a:pt x="10064" y="7406"/>
                  <a:pt x="9275" y="6409"/>
                  <a:pt x="8476" y="7306"/>
                </a:cubicBezTo>
                <a:cubicBezTo>
                  <a:pt x="7677" y="8203"/>
                  <a:pt x="7086" y="10770"/>
                  <a:pt x="5202" y="10795"/>
                </a:cubicBezTo>
                <a:cubicBezTo>
                  <a:pt x="3318" y="10820"/>
                  <a:pt x="3391" y="8255"/>
                  <a:pt x="2753" y="7683"/>
                </a:cubicBezTo>
                <a:cubicBezTo>
                  <a:pt x="2115" y="7111"/>
                  <a:pt x="2326" y="7496"/>
                  <a:pt x="1375" y="7365"/>
                </a:cubicBezTo>
                <a:cubicBezTo>
                  <a:pt x="493" y="6773"/>
                  <a:pt x="-182" y="5795"/>
                  <a:pt x="45" y="5036"/>
                </a:cubicBezTo>
                <a:close/>
              </a:path>
            </a:pathLst>
          </a:custGeom>
          <a:solidFill>
            <a:srgbClr val="66CCFF"/>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grpSp>
        <p:nvGrpSpPr>
          <p:cNvPr id="198" name="Group 197"/>
          <p:cNvGrpSpPr/>
          <p:nvPr/>
        </p:nvGrpSpPr>
        <p:grpSpPr>
          <a:xfrm>
            <a:off x="3506594" y="2881517"/>
            <a:ext cx="2189884" cy="1476371"/>
            <a:chOff x="833331" y="2873352"/>
            <a:chExt cx="2333625" cy="1590649"/>
          </a:xfrm>
        </p:grpSpPr>
        <p:grpSp>
          <p:nvGrpSpPr>
            <p:cNvPr id="199" name="Group 198"/>
            <p:cNvGrpSpPr/>
            <p:nvPr/>
          </p:nvGrpSpPr>
          <p:grpSpPr>
            <a:xfrm>
              <a:off x="1736090" y="2873352"/>
              <a:ext cx="565150" cy="369332"/>
              <a:chOff x="1736090" y="2873352"/>
              <a:chExt cx="565150" cy="369332"/>
            </a:xfrm>
          </p:grpSpPr>
          <p:grpSp>
            <p:nvGrpSpPr>
              <p:cNvPr id="248" name="Group 327"/>
              <p:cNvGrpSpPr>
                <a:grpSpLocks/>
              </p:cNvGrpSpPr>
              <p:nvPr/>
            </p:nvGrpSpPr>
            <p:grpSpPr bwMode="auto">
              <a:xfrm>
                <a:off x="1736090" y="2893762"/>
                <a:ext cx="565150" cy="292100"/>
                <a:chOff x="1871277" y="1576300"/>
                <a:chExt cx="1128371" cy="437861"/>
              </a:xfrm>
            </p:grpSpPr>
            <p:sp>
              <p:nvSpPr>
                <p:cNvPr id="252" name="Oval 251"/>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53" name="Rectangle 252"/>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54" name="Oval 253"/>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55" name="Freeform 254"/>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56" name="Freeform 255"/>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57" name="Freeform 256"/>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58" name="Freeform 257"/>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59" name="Straight Connector 258"/>
                <p:cNvCxnSpPr>
                  <a:endCxn id="254"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60" name="Straight Connector 259"/>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49" name="Group 248"/>
              <p:cNvGrpSpPr/>
              <p:nvPr/>
            </p:nvGrpSpPr>
            <p:grpSpPr>
              <a:xfrm>
                <a:off x="1770362" y="2873352"/>
                <a:ext cx="441422" cy="369332"/>
                <a:chOff x="667045" y="1708643"/>
                <a:chExt cx="441422" cy="369332"/>
              </a:xfrm>
            </p:grpSpPr>
            <p:sp>
              <p:nvSpPr>
                <p:cNvPr id="250" name="Oval 249"/>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51" name="TextBox 250"/>
                <p:cNvSpPr txBox="1"/>
                <p:nvPr/>
              </p:nvSpPr>
              <p:spPr>
                <a:xfrm>
                  <a:off x="667045" y="1708643"/>
                  <a:ext cx="441422" cy="369332"/>
                </a:xfrm>
                <a:prstGeom prst="rect">
                  <a:avLst/>
                </a:prstGeom>
                <a:noFill/>
              </p:spPr>
              <p:txBody>
                <a:bodyPr wrap="none" rtlCol="0">
                  <a:spAutoFit/>
                </a:bodyPr>
                <a:lstStyle/>
                <a:p>
                  <a:r>
                    <a:rPr lang="en-US" dirty="0"/>
                    <a:t>2b</a:t>
                  </a:r>
                </a:p>
              </p:txBody>
            </p:sp>
          </p:grpSp>
        </p:grpSp>
        <p:grpSp>
          <p:nvGrpSpPr>
            <p:cNvPr id="200" name="Group 199"/>
            <p:cNvGrpSpPr/>
            <p:nvPr/>
          </p:nvGrpSpPr>
          <p:grpSpPr>
            <a:xfrm>
              <a:off x="1740320" y="4094669"/>
              <a:ext cx="565150" cy="369332"/>
              <a:chOff x="1736090" y="2873352"/>
              <a:chExt cx="565150" cy="369332"/>
            </a:xfrm>
          </p:grpSpPr>
          <p:grpSp>
            <p:nvGrpSpPr>
              <p:cNvPr id="235" name="Group 327"/>
              <p:cNvGrpSpPr>
                <a:grpSpLocks/>
              </p:cNvGrpSpPr>
              <p:nvPr/>
            </p:nvGrpSpPr>
            <p:grpSpPr bwMode="auto">
              <a:xfrm>
                <a:off x="1736090" y="2893762"/>
                <a:ext cx="565150" cy="292100"/>
                <a:chOff x="1871277" y="1576300"/>
                <a:chExt cx="1128371" cy="437861"/>
              </a:xfrm>
            </p:grpSpPr>
            <p:sp>
              <p:nvSpPr>
                <p:cNvPr id="239" name="Oval 238"/>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40" name="Rectangle 239"/>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41" name="Oval 240"/>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42" name="Freeform 241"/>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43" name="Freeform 242"/>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44" name="Freeform 243"/>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45" name="Freeform 244"/>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46" name="Straight Connector 245"/>
                <p:cNvCxnSpPr>
                  <a:endCxn id="241"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47" name="Straight Connector 246"/>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36" name="Group 235"/>
              <p:cNvGrpSpPr/>
              <p:nvPr/>
            </p:nvGrpSpPr>
            <p:grpSpPr>
              <a:xfrm>
                <a:off x="1770362" y="2873352"/>
                <a:ext cx="441422" cy="369332"/>
                <a:chOff x="667045" y="1708643"/>
                <a:chExt cx="441422" cy="369332"/>
              </a:xfrm>
            </p:grpSpPr>
            <p:sp>
              <p:nvSpPr>
                <p:cNvPr id="237" name="Oval 236"/>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38" name="TextBox 237"/>
                <p:cNvSpPr txBox="1"/>
                <p:nvPr/>
              </p:nvSpPr>
              <p:spPr>
                <a:xfrm>
                  <a:off x="667045" y="1708643"/>
                  <a:ext cx="441422" cy="369332"/>
                </a:xfrm>
                <a:prstGeom prst="rect">
                  <a:avLst/>
                </a:prstGeom>
                <a:noFill/>
              </p:spPr>
              <p:txBody>
                <a:bodyPr wrap="none" rtlCol="0">
                  <a:spAutoFit/>
                </a:bodyPr>
                <a:lstStyle/>
                <a:p>
                  <a:r>
                    <a:rPr lang="en-US" dirty="0"/>
                    <a:t>2d</a:t>
                  </a:r>
                </a:p>
              </p:txBody>
            </p:sp>
          </p:grpSp>
        </p:grpSp>
        <p:grpSp>
          <p:nvGrpSpPr>
            <p:cNvPr id="201" name="Group 200"/>
            <p:cNvGrpSpPr/>
            <p:nvPr/>
          </p:nvGrpSpPr>
          <p:grpSpPr>
            <a:xfrm>
              <a:off x="2601806" y="3485072"/>
              <a:ext cx="565150" cy="369332"/>
              <a:chOff x="1736090" y="2873352"/>
              <a:chExt cx="565150" cy="369332"/>
            </a:xfrm>
          </p:grpSpPr>
          <p:grpSp>
            <p:nvGrpSpPr>
              <p:cNvPr id="222" name="Group 327"/>
              <p:cNvGrpSpPr>
                <a:grpSpLocks/>
              </p:cNvGrpSpPr>
              <p:nvPr/>
            </p:nvGrpSpPr>
            <p:grpSpPr bwMode="auto">
              <a:xfrm>
                <a:off x="1736090" y="2893762"/>
                <a:ext cx="565150" cy="292100"/>
                <a:chOff x="1871277" y="1576300"/>
                <a:chExt cx="1128371" cy="437861"/>
              </a:xfrm>
            </p:grpSpPr>
            <p:sp>
              <p:nvSpPr>
                <p:cNvPr id="226" name="Oval 225"/>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27" name="Rectangle 226"/>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28" name="Oval 227"/>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29" name="Freeform 228"/>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30" name="Freeform 229"/>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31" name="Freeform 230"/>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32" name="Freeform 231"/>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33" name="Straight Connector 232"/>
                <p:cNvCxnSpPr>
                  <a:endCxn id="228"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34" name="Straight Connector 233"/>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23" name="Group 222"/>
              <p:cNvGrpSpPr/>
              <p:nvPr/>
            </p:nvGrpSpPr>
            <p:grpSpPr>
              <a:xfrm>
                <a:off x="1770362" y="2873352"/>
                <a:ext cx="428460" cy="369332"/>
                <a:chOff x="667045" y="1708643"/>
                <a:chExt cx="428460" cy="369332"/>
              </a:xfrm>
            </p:grpSpPr>
            <p:sp>
              <p:nvSpPr>
                <p:cNvPr id="224" name="Oval 223"/>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25" name="TextBox 224"/>
                <p:cNvSpPr txBox="1"/>
                <p:nvPr/>
              </p:nvSpPr>
              <p:spPr>
                <a:xfrm>
                  <a:off x="667045" y="1708643"/>
                  <a:ext cx="428460" cy="369332"/>
                </a:xfrm>
                <a:prstGeom prst="rect">
                  <a:avLst/>
                </a:prstGeom>
                <a:noFill/>
              </p:spPr>
              <p:txBody>
                <a:bodyPr wrap="none" rtlCol="0">
                  <a:spAutoFit/>
                </a:bodyPr>
                <a:lstStyle/>
                <a:p>
                  <a:r>
                    <a:rPr lang="en-US" dirty="0"/>
                    <a:t>2c</a:t>
                  </a:r>
                </a:p>
              </p:txBody>
            </p:sp>
          </p:grpSp>
        </p:grpSp>
        <p:grpSp>
          <p:nvGrpSpPr>
            <p:cNvPr id="202" name="Group 201"/>
            <p:cNvGrpSpPr/>
            <p:nvPr/>
          </p:nvGrpSpPr>
          <p:grpSpPr>
            <a:xfrm>
              <a:off x="833331" y="3478719"/>
              <a:ext cx="565150" cy="369332"/>
              <a:chOff x="1736090" y="2873352"/>
              <a:chExt cx="565150" cy="369332"/>
            </a:xfrm>
          </p:grpSpPr>
          <p:grpSp>
            <p:nvGrpSpPr>
              <p:cNvPr id="209" name="Group 327"/>
              <p:cNvGrpSpPr>
                <a:grpSpLocks/>
              </p:cNvGrpSpPr>
              <p:nvPr/>
            </p:nvGrpSpPr>
            <p:grpSpPr bwMode="auto">
              <a:xfrm>
                <a:off x="1736090" y="2893762"/>
                <a:ext cx="565150" cy="292100"/>
                <a:chOff x="1871277" y="1576300"/>
                <a:chExt cx="1128371" cy="437861"/>
              </a:xfrm>
            </p:grpSpPr>
            <p:sp>
              <p:nvSpPr>
                <p:cNvPr id="213" name="Oval 212"/>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14" name="Rectangle 213"/>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15" name="Oval 214"/>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16" name="Freeform 215"/>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17" name="Freeform 216"/>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18" name="Freeform 217"/>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19" name="Freeform 218"/>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20" name="Straight Connector 219"/>
                <p:cNvCxnSpPr>
                  <a:endCxn id="215"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21" name="Straight Connector 220"/>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10" name="Group 209"/>
              <p:cNvGrpSpPr/>
              <p:nvPr/>
            </p:nvGrpSpPr>
            <p:grpSpPr>
              <a:xfrm>
                <a:off x="1770362" y="2873352"/>
                <a:ext cx="441422" cy="369332"/>
                <a:chOff x="667045" y="1708643"/>
                <a:chExt cx="441422" cy="369332"/>
              </a:xfrm>
            </p:grpSpPr>
            <p:sp>
              <p:nvSpPr>
                <p:cNvPr id="211" name="Oval 210"/>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12" name="TextBox 211"/>
                <p:cNvSpPr txBox="1"/>
                <p:nvPr/>
              </p:nvSpPr>
              <p:spPr>
                <a:xfrm>
                  <a:off x="667045" y="1708643"/>
                  <a:ext cx="441422" cy="369332"/>
                </a:xfrm>
                <a:prstGeom prst="rect">
                  <a:avLst/>
                </a:prstGeom>
                <a:noFill/>
              </p:spPr>
              <p:txBody>
                <a:bodyPr wrap="none" rtlCol="0">
                  <a:spAutoFit/>
                </a:bodyPr>
                <a:lstStyle/>
                <a:p>
                  <a:r>
                    <a:rPr lang="en-US" dirty="0"/>
                    <a:t>2a</a:t>
                  </a:r>
                </a:p>
              </p:txBody>
            </p:sp>
          </p:grpSp>
        </p:grpSp>
        <p:cxnSp>
          <p:nvCxnSpPr>
            <p:cNvPr id="203" name="Straight Connector 202"/>
            <p:cNvCxnSpPr>
              <a:endCxn id="238" idx="0"/>
            </p:cNvCxnSpPr>
            <p:nvPr/>
          </p:nvCxnSpPr>
          <p:spPr bwMode="auto">
            <a:xfrm>
              <a:off x="1991073" y="3173114"/>
              <a:ext cx="4230" cy="921555"/>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205" name="Straight Connector 204"/>
            <p:cNvCxnSpPr/>
            <p:nvPr/>
          </p:nvCxnSpPr>
          <p:spPr bwMode="auto">
            <a:xfrm>
              <a:off x="2280478" y="3145660"/>
              <a:ext cx="435814" cy="359474"/>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206" name="Straight Connector 205"/>
            <p:cNvCxnSpPr/>
            <p:nvPr/>
          </p:nvCxnSpPr>
          <p:spPr bwMode="auto">
            <a:xfrm>
              <a:off x="1300073" y="3768911"/>
              <a:ext cx="527386" cy="368208"/>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207" name="Straight Connector 206"/>
            <p:cNvCxnSpPr/>
            <p:nvPr/>
          </p:nvCxnSpPr>
          <p:spPr bwMode="auto">
            <a:xfrm flipH="1">
              <a:off x="2194462" y="3713972"/>
              <a:ext cx="509583" cy="428945"/>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grpSp>
      <p:sp>
        <p:nvSpPr>
          <p:cNvPr id="133" name="Freeform 2"/>
          <p:cNvSpPr>
            <a:spLocks/>
          </p:cNvSpPr>
          <p:nvPr/>
        </p:nvSpPr>
        <p:spPr bwMode="auto">
          <a:xfrm>
            <a:off x="5507686" y="1673235"/>
            <a:ext cx="2575521" cy="1672516"/>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 fmla="*/ 4 w 8600"/>
              <a:gd name="connsiteY0" fmla="*/ 4042 h 10128"/>
              <a:gd name="connsiteX1" fmla="*/ 715 w 8600"/>
              <a:gd name="connsiteY1" fmla="*/ 1598 h 10128"/>
              <a:gd name="connsiteX2" fmla="*/ 3130 w 8600"/>
              <a:gd name="connsiteY2" fmla="*/ 1009 h 10128"/>
              <a:gd name="connsiteX3" fmla="*/ 4995 w 8600"/>
              <a:gd name="connsiteY3" fmla="*/ 3 h 10128"/>
              <a:gd name="connsiteX4" fmla="*/ 6720 w 8600"/>
              <a:gd name="connsiteY4" fmla="*/ 1012 h 10128"/>
              <a:gd name="connsiteX5" fmla="*/ 8599 w 8600"/>
              <a:gd name="connsiteY5" fmla="*/ 6800 h 10128"/>
              <a:gd name="connsiteX6" fmla="*/ 6995 w 8600"/>
              <a:gd name="connsiteY6" fmla="*/ 9325 h 10128"/>
              <a:gd name="connsiteX7" fmla="*/ 5307 w 8600"/>
              <a:gd name="connsiteY7" fmla="*/ 8846 h 10128"/>
              <a:gd name="connsiteX8" fmla="*/ 4371 w 8600"/>
              <a:gd name="connsiteY8" fmla="*/ 9915 h 10128"/>
              <a:gd name="connsiteX9" fmla="*/ 3140 w 8600"/>
              <a:gd name="connsiteY9" fmla="*/ 10022 h 10128"/>
              <a:gd name="connsiteX10" fmla="*/ 2179 w 8600"/>
              <a:gd name="connsiteY10" fmla="*/ 7898 h 10128"/>
              <a:gd name="connsiteX11" fmla="*/ 1187 w 8600"/>
              <a:gd name="connsiteY11" fmla="*/ 7498 h 10128"/>
              <a:gd name="connsiteX12" fmla="*/ 4 w 8600"/>
              <a:gd name="connsiteY12" fmla="*/ 4042 h 10128"/>
              <a:gd name="connsiteX0" fmla="*/ 4 w 9326"/>
              <a:gd name="connsiteY0" fmla="*/ 3988 h 9997"/>
              <a:gd name="connsiteX1" fmla="*/ 830 w 9326"/>
              <a:gd name="connsiteY1" fmla="*/ 1575 h 9997"/>
              <a:gd name="connsiteX2" fmla="*/ 3639 w 9326"/>
              <a:gd name="connsiteY2" fmla="*/ 993 h 9997"/>
              <a:gd name="connsiteX3" fmla="*/ 5807 w 9326"/>
              <a:gd name="connsiteY3" fmla="*/ 0 h 9997"/>
              <a:gd name="connsiteX4" fmla="*/ 7813 w 9326"/>
              <a:gd name="connsiteY4" fmla="*/ 996 h 9997"/>
              <a:gd name="connsiteX5" fmla="*/ 9324 w 9326"/>
              <a:gd name="connsiteY5" fmla="*/ 5746 h 9997"/>
              <a:gd name="connsiteX6" fmla="*/ 8133 w 9326"/>
              <a:gd name="connsiteY6" fmla="*/ 9204 h 9997"/>
              <a:gd name="connsiteX7" fmla="*/ 6170 w 9326"/>
              <a:gd name="connsiteY7" fmla="*/ 8731 h 9997"/>
              <a:gd name="connsiteX8" fmla="*/ 5082 w 9326"/>
              <a:gd name="connsiteY8" fmla="*/ 9787 h 9997"/>
              <a:gd name="connsiteX9" fmla="*/ 3650 w 9326"/>
              <a:gd name="connsiteY9" fmla="*/ 9892 h 9997"/>
              <a:gd name="connsiteX10" fmla="*/ 2533 w 9326"/>
              <a:gd name="connsiteY10" fmla="*/ 7795 h 9997"/>
              <a:gd name="connsiteX11" fmla="*/ 1379 w 9326"/>
              <a:gd name="connsiteY11" fmla="*/ 7400 h 9997"/>
              <a:gd name="connsiteX12" fmla="*/ 4 w 9326"/>
              <a:gd name="connsiteY12" fmla="*/ 3988 h 9997"/>
              <a:gd name="connsiteX0" fmla="*/ 4 w 10001"/>
              <a:gd name="connsiteY0" fmla="*/ 3989 h 10041"/>
              <a:gd name="connsiteX1" fmla="*/ 890 w 10001"/>
              <a:gd name="connsiteY1" fmla="*/ 1575 h 10041"/>
              <a:gd name="connsiteX2" fmla="*/ 3902 w 10001"/>
              <a:gd name="connsiteY2" fmla="*/ 993 h 10041"/>
              <a:gd name="connsiteX3" fmla="*/ 6227 w 10001"/>
              <a:gd name="connsiteY3" fmla="*/ 0 h 10041"/>
              <a:gd name="connsiteX4" fmla="*/ 8378 w 10001"/>
              <a:gd name="connsiteY4" fmla="*/ 996 h 10041"/>
              <a:gd name="connsiteX5" fmla="*/ 9998 w 10001"/>
              <a:gd name="connsiteY5" fmla="*/ 5748 h 10041"/>
              <a:gd name="connsiteX6" fmla="*/ 8721 w 10001"/>
              <a:gd name="connsiteY6" fmla="*/ 9207 h 10041"/>
              <a:gd name="connsiteX7" fmla="*/ 5449 w 10001"/>
              <a:gd name="connsiteY7" fmla="*/ 9790 h 10041"/>
              <a:gd name="connsiteX8" fmla="*/ 3914 w 10001"/>
              <a:gd name="connsiteY8" fmla="*/ 9895 h 10041"/>
              <a:gd name="connsiteX9" fmla="*/ 2716 w 10001"/>
              <a:gd name="connsiteY9" fmla="*/ 7797 h 10041"/>
              <a:gd name="connsiteX10" fmla="*/ 1479 w 10001"/>
              <a:gd name="connsiteY10" fmla="*/ 7402 h 10041"/>
              <a:gd name="connsiteX11" fmla="*/ 4 w 10001"/>
              <a:gd name="connsiteY11" fmla="*/ 3989 h 10041"/>
              <a:gd name="connsiteX0" fmla="*/ 4 w 10001"/>
              <a:gd name="connsiteY0" fmla="*/ 3989 h 14825"/>
              <a:gd name="connsiteX1" fmla="*/ 890 w 10001"/>
              <a:gd name="connsiteY1" fmla="*/ 1575 h 14825"/>
              <a:gd name="connsiteX2" fmla="*/ 3902 w 10001"/>
              <a:gd name="connsiteY2" fmla="*/ 993 h 14825"/>
              <a:gd name="connsiteX3" fmla="*/ 6227 w 10001"/>
              <a:gd name="connsiteY3" fmla="*/ 0 h 14825"/>
              <a:gd name="connsiteX4" fmla="*/ 8378 w 10001"/>
              <a:gd name="connsiteY4" fmla="*/ 996 h 14825"/>
              <a:gd name="connsiteX5" fmla="*/ 9998 w 10001"/>
              <a:gd name="connsiteY5" fmla="*/ 5748 h 14825"/>
              <a:gd name="connsiteX6" fmla="*/ 8721 w 10001"/>
              <a:gd name="connsiteY6" fmla="*/ 9207 h 14825"/>
              <a:gd name="connsiteX7" fmla="*/ 6011 w 10001"/>
              <a:gd name="connsiteY7" fmla="*/ 14823 h 14825"/>
              <a:gd name="connsiteX8" fmla="*/ 3914 w 10001"/>
              <a:gd name="connsiteY8" fmla="*/ 9895 h 14825"/>
              <a:gd name="connsiteX9" fmla="*/ 2716 w 10001"/>
              <a:gd name="connsiteY9" fmla="*/ 7797 h 14825"/>
              <a:gd name="connsiteX10" fmla="*/ 1479 w 10001"/>
              <a:gd name="connsiteY10" fmla="*/ 7402 h 14825"/>
              <a:gd name="connsiteX11" fmla="*/ 4 w 10001"/>
              <a:gd name="connsiteY11" fmla="*/ 3989 h 14825"/>
              <a:gd name="connsiteX0" fmla="*/ 4 w 10001"/>
              <a:gd name="connsiteY0" fmla="*/ 7436 h 18272"/>
              <a:gd name="connsiteX1" fmla="*/ 890 w 10001"/>
              <a:gd name="connsiteY1" fmla="*/ 5022 h 18272"/>
              <a:gd name="connsiteX2" fmla="*/ 3902 w 10001"/>
              <a:gd name="connsiteY2" fmla="*/ 4440 h 18272"/>
              <a:gd name="connsiteX3" fmla="*/ 6026 w 10001"/>
              <a:gd name="connsiteY3" fmla="*/ 0 h 18272"/>
              <a:gd name="connsiteX4" fmla="*/ 8378 w 10001"/>
              <a:gd name="connsiteY4" fmla="*/ 4443 h 18272"/>
              <a:gd name="connsiteX5" fmla="*/ 9998 w 10001"/>
              <a:gd name="connsiteY5" fmla="*/ 9195 h 18272"/>
              <a:gd name="connsiteX6" fmla="*/ 8721 w 10001"/>
              <a:gd name="connsiteY6" fmla="*/ 12654 h 18272"/>
              <a:gd name="connsiteX7" fmla="*/ 6011 w 10001"/>
              <a:gd name="connsiteY7" fmla="*/ 18270 h 18272"/>
              <a:gd name="connsiteX8" fmla="*/ 3914 w 10001"/>
              <a:gd name="connsiteY8" fmla="*/ 13342 h 18272"/>
              <a:gd name="connsiteX9" fmla="*/ 2716 w 10001"/>
              <a:gd name="connsiteY9" fmla="*/ 11244 h 18272"/>
              <a:gd name="connsiteX10" fmla="*/ 1479 w 10001"/>
              <a:gd name="connsiteY10" fmla="*/ 10849 h 18272"/>
              <a:gd name="connsiteX11" fmla="*/ 4 w 10001"/>
              <a:gd name="connsiteY11" fmla="*/ 7436 h 18272"/>
              <a:gd name="connsiteX0" fmla="*/ 1 w 9998"/>
              <a:gd name="connsiteY0" fmla="*/ 7436 h 18272"/>
              <a:gd name="connsiteX1" fmla="*/ 3899 w 9998"/>
              <a:gd name="connsiteY1" fmla="*/ 4440 h 18272"/>
              <a:gd name="connsiteX2" fmla="*/ 6023 w 9998"/>
              <a:gd name="connsiteY2" fmla="*/ 0 h 18272"/>
              <a:gd name="connsiteX3" fmla="*/ 8375 w 9998"/>
              <a:gd name="connsiteY3" fmla="*/ 4443 h 18272"/>
              <a:gd name="connsiteX4" fmla="*/ 9995 w 9998"/>
              <a:gd name="connsiteY4" fmla="*/ 9195 h 18272"/>
              <a:gd name="connsiteX5" fmla="*/ 8718 w 9998"/>
              <a:gd name="connsiteY5" fmla="*/ 12654 h 18272"/>
              <a:gd name="connsiteX6" fmla="*/ 6008 w 9998"/>
              <a:gd name="connsiteY6" fmla="*/ 18270 h 18272"/>
              <a:gd name="connsiteX7" fmla="*/ 3911 w 9998"/>
              <a:gd name="connsiteY7" fmla="*/ 13342 h 18272"/>
              <a:gd name="connsiteX8" fmla="*/ 2713 w 9998"/>
              <a:gd name="connsiteY8" fmla="*/ 11244 h 18272"/>
              <a:gd name="connsiteX9" fmla="*/ 1476 w 9998"/>
              <a:gd name="connsiteY9" fmla="*/ 10849 h 18272"/>
              <a:gd name="connsiteX10" fmla="*/ 1 w 9998"/>
              <a:gd name="connsiteY10" fmla="*/ 7436 h 18272"/>
              <a:gd name="connsiteX0" fmla="*/ 35 w 8559"/>
              <a:gd name="connsiteY0" fmla="*/ 5938 h 10000"/>
              <a:gd name="connsiteX1" fmla="*/ 2459 w 8559"/>
              <a:gd name="connsiteY1" fmla="*/ 2430 h 10000"/>
              <a:gd name="connsiteX2" fmla="*/ 4583 w 8559"/>
              <a:gd name="connsiteY2" fmla="*/ 0 h 10000"/>
              <a:gd name="connsiteX3" fmla="*/ 6936 w 8559"/>
              <a:gd name="connsiteY3" fmla="*/ 2432 h 10000"/>
              <a:gd name="connsiteX4" fmla="*/ 8556 w 8559"/>
              <a:gd name="connsiteY4" fmla="*/ 5032 h 10000"/>
              <a:gd name="connsiteX5" fmla="*/ 7279 w 8559"/>
              <a:gd name="connsiteY5" fmla="*/ 6925 h 10000"/>
              <a:gd name="connsiteX6" fmla="*/ 4568 w 8559"/>
              <a:gd name="connsiteY6" fmla="*/ 9999 h 10000"/>
              <a:gd name="connsiteX7" fmla="*/ 2471 w 8559"/>
              <a:gd name="connsiteY7" fmla="*/ 7302 h 10000"/>
              <a:gd name="connsiteX8" fmla="*/ 1273 w 8559"/>
              <a:gd name="connsiteY8" fmla="*/ 6154 h 10000"/>
              <a:gd name="connsiteX9" fmla="*/ 35 w 8559"/>
              <a:gd name="connsiteY9" fmla="*/ 5938 h 10000"/>
              <a:gd name="connsiteX0" fmla="*/ 49 w 9820"/>
              <a:gd name="connsiteY0" fmla="*/ 4655 h 10000"/>
              <a:gd name="connsiteX1" fmla="*/ 2693 w 9820"/>
              <a:gd name="connsiteY1" fmla="*/ 2430 h 10000"/>
              <a:gd name="connsiteX2" fmla="*/ 5175 w 9820"/>
              <a:gd name="connsiteY2" fmla="*/ 0 h 10000"/>
              <a:gd name="connsiteX3" fmla="*/ 7924 w 9820"/>
              <a:gd name="connsiteY3" fmla="*/ 2432 h 10000"/>
              <a:gd name="connsiteX4" fmla="*/ 9816 w 9820"/>
              <a:gd name="connsiteY4" fmla="*/ 5032 h 10000"/>
              <a:gd name="connsiteX5" fmla="*/ 8324 w 9820"/>
              <a:gd name="connsiteY5" fmla="*/ 6925 h 10000"/>
              <a:gd name="connsiteX6" fmla="*/ 5157 w 9820"/>
              <a:gd name="connsiteY6" fmla="*/ 9999 h 10000"/>
              <a:gd name="connsiteX7" fmla="*/ 2707 w 9820"/>
              <a:gd name="connsiteY7" fmla="*/ 7302 h 10000"/>
              <a:gd name="connsiteX8" fmla="*/ 1307 w 9820"/>
              <a:gd name="connsiteY8" fmla="*/ 6154 h 10000"/>
              <a:gd name="connsiteX9" fmla="*/ 49 w 9820"/>
              <a:gd name="connsiteY9" fmla="*/ 4655 h 10000"/>
              <a:gd name="connsiteX0" fmla="*/ 45 w 9995"/>
              <a:gd name="connsiteY0" fmla="*/ 4655 h 10000"/>
              <a:gd name="connsiteX1" fmla="*/ 2737 w 9995"/>
              <a:gd name="connsiteY1" fmla="*/ 2430 h 10000"/>
              <a:gd name="connsiteX2" fmla="*/ 5265 w 9995"/>
              <a:gd name="connsiteY2" fmla="*/ 0 h 10000"/>
              <a:gd name="connsiteX3" fmla="*/ 8064 w 9995"/>
              <a:gd name="connsiteY3" fmla="*/ 2432 h 10000"/>
              <a:gd name="connsiteX4" fmla="*/ 9991 w 9995"/>
              <a:gd name="connsiteY4" fmla="*/ 5032 h 10000"/>
              <a:gd name="connsiteX5" fmla="*/ 8472 w 9995"/>
              <a:gd name="connsiteY5" fmla="*/ 6925 h 10000"/>
              <a:gd name="connsiteX6" fmla="*/ 5247 w 9995"/>
              <a:gd name="connsiteY6" fmla="*/ 9999 h 10000"/>
              <a:gd name="connsiteX7" fmla="*/ 2752 w 9995"/>
              <a:gd name="connsiteY7" fmla="*/ 7302 h 10000"/>
              <a:gd name="connsiteX8" fmla="*/ 1374 w 9995"/>
              <a:gd name="connsiteY8" fmla="*/ 6984 h 10000"/>
              <a:gd name="connsiteX9" fmla="*/ 45 w 9995"/>
              <a:gd name="connsiteY9" fmla="*/ 4655 h 10000"/>
              <a:gd name="connsiteX0" fmla="*/ 45 w 10000"/>
              <a:gd name="connsiteY0" fmla="*/ 5032 h 10377"/>
              <a:gd name="connsiteX1" fmla="*/ 2738 w 10000"/>
              <a:gd name="connsiteY1" fmla="*/ 2807 h 10377"/>
              <a:gd name="connsiteX2" fmla="*/ 4886 w 10000"/>
              <a:gd name="connsiteY2" fmla="*/ 0 h 10377"/>
              <a:gd name="connsiteX3" fmla="*/ 8068 w 10000"/>
              <a:gd name="connsiteY3" fmla="*/ 2809 h 10377"/>
              <a:gd name="connsiteX4" fmla="*/ 9996 w 10000"/>
              <a:gd name="connsiteY4" fmla="*/ 5409 h 10377"/>
              <a:gd name="connsiteX5" fmla="*/ 8476 w 10000"/>
              <a:gd name="connsiteY5" fmla="*/ 7302 h 10377"/>
              <a:gd name="connsiteX6" fmla="*/ 5250 w 10000"/>
              <a:gd name="connsiteY6" fmla="*/ 10376 h 10377"/>
              <a:gd name="connsiteX7" fmla="*/ 2753 w 10000"/>
              <a:gd name="connsiteY7" fmla="*/ 7679 h 10377"/>
              <a:gd name="connsiteX8" fmla="*/ 1375 w 10000"/>
              <a:gd name="connsiteY8" fmla="*/ 7361 h 10377"/>
              <a:gd name="connsiteX9" fmla="*/ 45 w 10000"/>
              <a:gd name="connsiteY9" fmla="*/ 5032 h 10377"/>
              <a:gd name="connsiteX0" fmla="*/ 45 w 10000"/>
              <a:gd name="connsiteY0" fmla="*/ 5036 h 10381"/>
              <a:gd name="connsiteX1" fmla="*/ 2738 w 10000"/>
              <a:gd name="connsiteY1" fmla="*/ 2811 h 10381"/>
              <a:gd name="connsiteX2" fmla="*/ 4886 w 10000"/>
              <a:gd name="connsiteY2" fmla="*/ 4 h 10381"/>
              <a:gd name="connsiteX3" fmla="*/ 8068 w 10000"/>
              <a:gd name="connsiteY3" fmla="*/ 2813 h 10381"/>
              <a:gd name="connsiteX4" fmla="*/ 9996 w 10000"/>
              <a:gd name="connsiteY4" fmla="*/ 5413 h 10381"/>
              <a:gd name="connsiteX5" fmla="*/ 8476 w 10000"/>
              <a:gd name="connsiteY5" fmla="*/ 7306 h 10381"/>
              <a:gd name="connsiteX6" fmla="*/ 5250 w 10000"/>
              <a:gd name="connsiteY6" fmla="*/ 10380 h 10381"/>
              <a:gd name="connsiteX7" fmla="*/ 2753 w 10000"/>
              <a:gd name="connsiteY7" fmla="*/ 7683 h 10381"/>
              <a:gd name="connsiteX8" fmla="*/ 1375 w 10000"/>
              <a:gd name="connsiteY8" fmla="*/ 7365 h 10381"/>
              <a:gd name="connsiteX9" fmla="*/ 45 w 10000"/>
              <a:gd name="connsiteY9" fmla="*/ 5036 h 10381"/>
              <a:gd name="connsiteX0" fmla="*/ 45 w 10000"/>
              <a:gd name="connsiteY0" fmla="*/ 5036 h 10796"/>
              <a:gd name="connsiteX1" fmla="*/ 2738 w 10000"/>
              <a:gd name="connsiteY1" fmla="*/ 2811 h 10796"/>
              <a:gd name="connsiteX2" fmla="*/ 4886 w 10000"/>
              <a:gd name="connsiteY2" fmla="*/ 4 h 10796"/>
              <a:gd name="connsiteX3" fmla="*/ 8068 w 10000"/>
              <a:gd name="connsiteY3" fmla="*/ 2813 h 10796"/>
              <a:gd name="connsiteX4" fmla="*/ 9996 w 10000"/>
              <a:gd name="connsiteY4" fmla="*/ 5413 h 10796"/>
              <a:gd name="connsiteX5" fmla="*/ 8476 w 10000"/>
              <a:gd name="connsiteY5" fmla="*/ 7306 h 10796"/>
              <a:gd name="connsiteX6" fmla="*/ 5202 w 10000"/>
              <a:gd name="connsiteY6" fmla="*/ 10795 h 10796"/>
              <a:gd name="connsiteX7" fmla="*/ 2753 w 10000"/>
              <a:gd name="connsiteY7" fmla="*/ 7683 h 10796"/>
              <a:gd name="connsiteX8" fmla="*/ 1375 w 10000"/>
              <a:gd name="connsiteY8" fmla="*/ 7365 h 10796"/>
              <a:gd name="connsiteX9" fmla="*/ 45 w 10000"/>
              <a:gd name="connsiteY9" fmla="*/ 5036 h 10796"/>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00" h="10795">
                <a:moveTo>
                  <a:pt x="45" y="5036"/>
                </a:moveTo>
                <a:cubicBezTo>
                  <a:pt x="272" y="4277"/>
                  <a:pt x="1931" y="3650"/>
                  <a:pt x="2738" y="2811"/>
                </a:cubicBezTo>
                <a:cubicBezTo>
                  <a:pt x="3545" y="1972"/>
                  <a:pt x="3352" y="117"/>
                  <a:pt x="4886" y="4"/>
                </a:cubicBezTo>
                <a:cubicBezTo>
                  <a:pt x="6420" y="-109"/>
                  <a:pt x="7216" y="1912"/>
                  <a:pt x="8068" y="2813"/>
                </a:cubicBezTo>
                <a:cubicBezTo>
                  <a:pt x="8920" y="3715"/>
                  <a:pt x="9928" y="3420"/>
                  <a:pt x="9996" y="5413"/>
                </a:cubicBezTo>
                <a:cubicBezTo>
                  <a:pt x="10064" y="7406"/>
                  <a:pt x="9275" y="6409"/>
                  <a:pt x="8476" y="7306"/>
                </a:cubicBezTo>
                <a:cubicBezTo>
                  <a:pt x="7677" y="8203"/>
                  <a:pt x="7086" y="10770"/>
                  <a:pt x="5202" y="10795"/>
                </a:cubicBezTo>
                <a:cubicBezTo>
                  <a:pt x="3318" y="10820"/>
                  <a:pt x="3391" y="8255"/>
                  <a:pt x="2753" y="7683"/>
                </a:cubicBezTo>
                <a:cubicBezTo>
                  <a:pt x="2115" y="7111"/>
                  <a:pt x="2326" y="7496"/>
                  <a:pt x="1375" y="7365"/>
                </a:cubicBezTo>
                <a:cubicBezTo>
                  <a:pt x="493" y="6773"/>
                  <a:pt x="-182" y="5795"/>
                  <a:pt x="45" y="5036"/>
                </a:cubicBezTo>
                <a:close/>
              </a:path>
            </a:pathLst>
          </a:custGeom>
          <a:solidFill>
            <a:srgbClr val="66CCFF"/>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grpSp>
        <p:nvGrpSpPr>
          <p:cNvPr id="134" name="Group 133"/>
          <p:cNvGrpSpPr/>
          <p:nvPr/>
        </p:nvGrpSpPr>
        <p:grpSpPr>
          <a:xfrm>
            <a:off x="5731177" y="1809351"/>
            <a:ext cx="2215548" cy="2123152"/>
            <a:chOff x="833331" y="2873352"/>
            <a:chExt cx="2333625" cy="2353163"/>
          </a:xfrm>
        </p:grpSpPr>
        <p:grpSp>
          <p:nvGrpSpPr>
            <p:cNvPr id="135" name="Group 134"/>
            <p:cNvGrpSpPr/>
            <p:nvPr/>
          </p:nvGrpSpPr>
          <p:grpSpPr>
            <a:xfrm>
              <a:off x="1736090" y="2873352"/>
              <a:ext cx="565150" cy="369332"/>
              <a:chOff x="1736090" y="2873352"/>
              <a:chExt cx="565150" cy="369332"/>
            </a:xfrm>
          </p:grpSpPr>
          <p:grpSp>
            <p:nvGrpSpPr>
              <p:cNvPr id="184" name="Group 327"/>
              <p:cNvGrpSpPr>
                <a:grpSpLocks/>
              </p:cNvGrpSpPr>
              <p:nvPr/>
            </p:nvGrpSpPr>
            <p:grpSpPr bwMode="auto">
              <a:xfrm>
                <a:off x="1736090" y="2893762"/>
                <a:ext cx="565150" cy="292100"/>
                <a:chOff x="1871277" y="1576300"/>
                <a:chExt cx="1128371" cy="437861"/>
              </a:xfrm>
            </p:grpSpPr>
            <p:sp>
              <p:nvSpPr>
                <p:cNvPr id="188" name="Oval 187"/>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89" name="Rectangle 188"/>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90" name="Oval 189"/>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91" name="Freeform 190"/>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92" name="Freeform 191"/>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93" name="Freeform 192"/>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94" name="Freeform 193"/>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95" name="Straight Connector 194"/>
                <p:cNvCxnSpPr>
                  <a:endCxn id="190"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96" name="Straight Connector 195"/>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85" name="Group 184"/>
              <p:cNvGrpSpPr/>
              <p:nvPr/>
            </p:nvGrpSpPr>
            <p:grpSpPr>
              <a:xfrm>
                <a:off x="1770362" y="2873352"/>
                <a:ext cx="441422" cy="369332"/>
                <a:chOff x="667045" y="1708643"/>
                <a:chExt cx="441422" cy="369332"/>
              </a:xfrm>
            </p:grpSpPr>
            <p:sp>
              <p:nvSpPr>
                <p:cNvPr id="186" name="Oval 185"/>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87" name="TextBox 186"/>
                <p:cNvSpPr txBox="1"/>
                <p:nvPr/>
              </p:nvSpPr>
              <p:spPr>
                <a:xfrm>
                  <a:off x="667045" y="1708643"/>
                  <a:ext cx="441422" cy="369332"/>
                </a:xfrm>
                <a:prstGeom prst="rect">
                  <a:avLst/>
                </a:prstGeom>
                <a:noFill/>
              </p:spPr>
              <p:txBody>
                <a:bodyPr wrap="none" rtlCol="0">
                  <a:spAutoFit/>
                </a:bodyPr>
                <a:lstStyle/>
                <a:p>
                  <a:r>
                    <a:rPr lang="en-US" dirty="0"/>
                    <a:t>3b</a:t>
                  </a:r>
                </a:p>
              </p:txBody>
            </p:sp>
          </p:grpSp>
        </p:grpSp>
        <p:grpSp>
          <p:nvGrpSpPr>
            <p:cNvPr id="136" name="Group 135"/>
            <p:cNvGrpSpPr/>
            <p:nvPr/>
          </p:nvGrpSpPr>
          <p:grpSpPr>
            <a:xfrm>
              <a:off x="1740320" y="4094669"/>
              <a:ext cx="565150" cy="369332"/>
              <a:chOff x="1736090" y="2873352"/>
              <a:chExt cx="565150" cy="369332"/>
            </a:xfrm>
          </p:grpSpPr>
          <p:grpSp>
            <p:nvGrpSpPr>
              <p:cNvPr id="171" name="Group 327"/>
              <p:cNvGrpSpPr>
                <a:grpSpLocks/>
              </p:cNvGrpSpPr>
              <p:nvPr/>
            </p:nvGrpSpPr>
            <p:grpSpPr bwMode="auto">
              <a:xfrm>
                <a:off x="1736090" y="2893762"/>
                <a:ext cx="565150" cy="292100"/>
                <a:chOff x="1871277" y="1576300"/>
                <a:chExt cx="1128371" cy="437861"/>
              </a:xfrm>
            </p:grpSpPr>
            <p:sp>
              <p:nvSpPr>
                <p:cNvPr id="175" name="Oval 174"/>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76" name="Rectangle 175"/>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77" name="Oval 176"/>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78" name="Freeform 177"/>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79" name="Freeform 178"/>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80" name="Freeform 179"/>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81" name="Freeform 180"/>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82" name="Straight Connector 181"/>
                <p:cNvCxnSpPr>
                  <a:endCxn id="177"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83" name="Straight Connector 182"/>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72" name="Group 171"/>
              <p:cNvGrpSpPr/>
              <p:nvPr/>
            </p:nvGrpSpPr>
            <p:grpSpPr>
              <a:xfrm>
                <a:off x="1770362" y="2873352"/>
                <a:ext cx="441422" cy="369332"/>
                <a:chOff x="667045" y="1708643"/>
                <a:chExt cx="441422" cy="369332"/>
              </a:xfrm>
            </p:grpSpPr>
            <p:sp>
              <p:nvSpPr>
                <p:cNvPr id="173" name="Oval 172"/>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74" name="TextBox 173"/>
                <p:cNvSpPr txBox="1"/>
                <p:nvPr/>
              </p:nvSpPr>
              <p:spPr>
                <a:xfrm>
                  <a:off x="667045" y="1708643"/>
                  <a:ext cx="441422" cy="369332"/>
                </a:xfrm>
                <a:prstGeom prst="rect">
                  <a:avLst/>
                </a:prstGeom>
                <a:noFill/>
              </p:spPr>
              <p:txBody>
                <a:bodyPr wrap="none" rtlCol="0">
                  <a:spAutoFit/>
                </a:bodyPr>
                <a:lstStyle/>
                <a:p>
                  <a:r>
                    <a:rPr lang="en-US" dirty="0"/>
                    <a:t>3d</a:t>
                  </a:r>
                </a:p>
              </p:txBody>
            </p:sp>
          </p:grpSp>
        </p:grpSp>
        <p:grpSp>
          <p:nvGrpSpPr>
            <p:cNvPr id="137" name="Group 136"/>
            <p:cNvGrpSpPr/>
            <p:nvPr/>
          </p:nvGrpSpPr>
          <p:grpSpPr>
            <a:xfrm>
              <a:off x="2601806" y="3485072"/>
              <a:ext cx="565150" cy="369332"/>
              <a:chOff x="1736090" y="2873352"/>
              <a:chExt cx="565150" cy="369332"/>
            </a:xfrm>
          </p:grpSpPr>
          <p:grpSp>
            <p:nvGrpSpPr>
              <p:cNvPr id="158" name="Group 327"/>
              <p:cNvGrpSpPr>
                <a:grpSpLocks/>
              </p:cNvGrpSpPr>
              <p:nvPr/>
            </p:nvGrpSpPr>
            <p:grpSpPr bwMode="auto">
              <a:xfrm>
                <a:off x="1736090" y="2893762"/>
                <a:ext cx="565150" cy="292100"/>
                <a:chOff x="1871277" y="1576300"/>
                <a:chExt cx="1128371" cy="437861"/>
              </a:xfrm>
            </p:grpSpPr>
            <p:sp>
              <p:nvSpPr>
                <p:cNvPr id="162" name="Oval 161"/>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63" name="Rectangle 162"/>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64" name="Oval 163"/>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65" name="Freeform 164"/>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66" name="Freeform 165"/>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67" name="Freeform 166"/>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68" name="Freeform 167"/>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69" name="Straight Connector 168"/>
                <p:cNvCxnSpPr>
                  <a:endCxn id="164"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70" name="Straight Connector 169"/>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59" name="Group 158"/>
              <p:cNvGrpSpPr/>
              <p:nvPr/>
            </p:nvGrpSpPr>
            <p:grpSpPr>
              <a:xfrm>
                <a:off x="1770362" y="2873352"/>
                <a:ext cx="428460" cy="369332"/>
                <a:chOff x="667045" y="1708643"/>
                <a:chExt cx="428460" cy="369332"/>
              </a:xfrm>
            </p:grpSpPr>
            <p:sp>
              <p:nvSpPr>
                <p:cNvPr id="160" name="Oval 159"/>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61" name="TextBox 160"/>
                <p:cNvSpPr txBox="1"/>
                <p:nvPr/>
              </p:nvSpPr>
              <p:spPr>
                <a:xfrm>
                  <a:off x="667045" y="1708643"/>
                  <a:ext cx="428460" cy="369332"/>
                </a:xfrm>
                <a:prstGeom prst="rect">
                  <a:avLst/>
                </a:prstGeom>
                <a:noFill/>
              </p:spPr>
              <p:txBody>
                <a:bodyPr wrap="none" rtlCol="0">
                  <a:spAutoFit/>
                </a:bodyPr>
                <a:lstStyle/>
                <a:p>
                  <a:r>
                    <a:rPr lang="en-US" dirty="0"/>
                    <a:t>3c</a:t>
                  </a:r>
                </a:p>
              </p:txBody>
            </p:sp>
          </p:grpSp>
        </p:grpSp>
        <p:grpSp>
          <p:nvGrpSpPr>
            <p:cNvPr id="138" name="Group 137"/>
            <p:cNvGrpSpPr/>
            <p:nvPr/>
          </p:nvGrpSpPr>
          <p:grpSpPr>
            <a:xfrm>
              <a:off x="833331" y="3478719"/>
              <a:ext cx="565150" cy="369332"/>
              <a:chOff x="1736090" y="2873352"/>
              <a:chExt cx="565150" cy="369332"/>
            </a:xfrm>
          </p:grpSpPr>
          <p:grpSp>
            <p:nvGrpSpPr>
              <p:cNvPr id="145" name="Group 327"/>
              <p:cNvGrpSpPr>
                <a:grpSpLocks/>
              </p:cNvGrpSpPr>
              <p:nvPr/>
            </p:nvGrpSpPr>
            <p:grpSpPr bwMode="auto">
              <a:xfrm>
                <a:off x="1736090" y="2893762"/>
                <a:ext cx="565150" cy="292100"/>
                <a:chOff x="1871277" y="1576300"/>
                <a:chExt cx="1128371" cy="437861"/>
              </a:xfrm>
            </p:grpSpPr>
            <p:sp>
              <p:nvSpPr>
                <p:cNvPr id="149" name="Oval 148"/>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50" name="Rectangle 149"/>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51" name="Oval 150"/>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52" name="Freeform 151"/>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53" name="Freeform 152"/>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54" name="Freeform 153"/>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55" name="Freeform 154"/>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56" name="Straight Connector 155"/>
                <p:cNvCxnSpPr>
                  <a:endCxn id="151"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57" name="Straight Connector 156"/>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46" name="Group 145"/>
              <p:cNvGrpSpPr/>
              <p:nvPr/>
            </p:nvGrpSpPr>
            <p:grpSpPr>
              <a:xfrm>
                <a:off x="1770362" y="2873352"/>
                <a:ext cx="441422" cy="369332"/>
                <a:chOff x="667045" y="1708643"/>
                <a:chExt cx="441422" cy="369332"/>
              </a:xfrm>
            </p:grpSpPr>
            <p:sp>
              <p:nvSpPr>
                <p:cNvPr id="147" name="Oval 146"/>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48" name="TextBox 147"/>
                <p:cNvSpPr txBox="1"/>
                <p:nvPr/>
              </p:nvSpPr>
              <p:spPr>
                <a:xfrm>
                  <a:off x="667045" y="1708643"/>
                  <a:ext cx="441422" cy="369332"/>
                </a:xfrm>
                <a:prstGeom prst="rect">
                  <a:avLst/>
                </a:prstGeom>
                <a:noFill/>
              </p:spPr>
              <p:txBody>
                <a:bodyPr wrap="none" rtlCol="0">
                  <a:spAutoFit/>
                </a:bodyPr>
                <a:lstStyle/>
                <a:p>
                  <a:r>
                    <a:rPr lang="en-US" dirty="0"/>
                    <a:t>3a</a:t>
                  </a:r>
                </a:p>
              </p:txBody>
            </p:sp>
          </p:grpSp>
        </p:grpSp>
        <p:cxnSp>
          <p:nvCxnSpPr>
            <p:cNvPr id="140" name="Straight Connector 139"/>
            <p:cNvCxnSpPr/>
            <p:nvPr/>
          </p:nvCxnSpPr>
          <p:spPr bwMode="auto">
            <a:xfrm>
              <a:off x="1407477" y="3648621"/>
              <a:ext cx="1204913" cy="6353"/>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141" name="Straight Connector 140"/>
            <p:cNvCxnSpPr>
              <a:stCxn id="188" idx="7"/>
            </p:cNvCxnSpPr>
            <p:nvPr/>
          </p:nvCxnSpPr>
          <p:spPr bwMode="auto">
            <a:xfrm>
              <a:off x="2218708" y="3154477"/>
              <a:ext cx="480042" cy="369773"/>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142" name="Straight Connector 141"/>
            <p:cNvCxnSpPr/>
            <p:nvPr/>
          </p:nvCxnSpPr>
          <p:spPr bwMode="auto">
            <a:xfrm>
              <a:off x="1300073" y="3786304"/>
              <a:ext cx="477927" cy="357071"/>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144" name="Straight Connector 143"/>
            <p:cNvCxnSpPr/>
            <p:nvPr/>
          </p:nvCxnSpPr>
          <p:spPr bwMode="auto">
            <a:xfrm flipH="1">
              <a:off x="1287553" y="3166946"/>
              <a:ext cx="508002" cy="349250"/>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326" name="Straight Connector 325"/>
            <p:cNvCxnSpPr/>
            <p:nvPr/>
          </p:nvCxnSpPr>
          <p:spPr bwMode="auto">
            <a:xfrm flipH="1">
              <a:off x="1596702" y="5224152"/>
              <a:ext cx="673647" cy="2363"/>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grpSp>
      <p:cxnSp>
        <p:nvCxnSpPr>
          <p:cNvPr id="128" name="Straight Connector 127"/>
          <p:cNvCxnSpPr/>
          <p:nvPr/>
        </p:nvCxnSpPr>
        <p:spPr bwMode="auto">
          <a:xfrm flipH="1" flipV="1">
            <a:off x="3046707" y="2702855"/>
            <a:ext cx="542552" cy="781201"/>
          </a:xfrm>
          <a:prstGeom prst="line">
            <a:avLst/>
          </a:prstGeom>
          <a:solidFill>
            <a:schemeClr val="accent1"/>
          </a:solidFill>
          <a:ln w="3810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129" name="Straight Connector 128"/>
          <p:cNvCxnSpPr/>
          <p:nvPr/>
        </p:nvCxnSpPr>
        <p:spPr bwMode="auto">
          <a:xfrm flipV="1">
            <a:off x="5523188" y="2643973"/>
            <a:ext cx="337735" cy="823128"/>
          </a:xfrm>
          <a:prstGeom prst="line">
            <a:avLst/>
          </a:prstGeom>
          <a:solidFill>
            <a:schemeClr val="accent1"/>
          </a:solidFill>
          <a:ln w="3810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sp>
        <p:nvSpPr>
          <p:cNvPr id="130" name="TextBox 129"/>
          <p:cNvSpPr txBox="1"/>
          <p:nvPr/>
        </p:nvSpPr>
        <p:spPr>
          <a:xfrm>
            <a:off x="3493291" y="2801177"/>
            <a:ext cx="682273" cy="400110"/>
          </a:xfrm>
          <a:prstGeom prst="rect">
            <a:avLst/>
          </a:prstGeom>
          <a:noFill/>
        </p:spPr>
        <p:txBody>
          <a:bodyPr wrap="none" rtlCol="0">
            <a:spAutoFit/>
          </a:bodyPr>
          <a:lstStyle/>
          <a:p>
            <a:r>
              <a:rPr lang="en-US" sz="2000" dirty="0">
                <a:solidFill>
                  <a:srgbClr val="000090"/>
                </a:solidFill>
              </a:rPr>
              <a:t>AS2</a:t>
            </a:r>
          </a:p>
        </p:txBody>
      </p:sp>
      <p:sp>
        <p:nvSpPr>
          <p:cNvPr id="131" name="TextBox 130"/>
          <p:cNvSpPr txBox="1"/>
          <p:nvPr/>
        </p:nvSpPr>
        <p:spPr>
          <a:xfrm>
            <a:off x="5543950" y="1714475"/>
            <a:ext cx="682273" cy="400110"/>
          </a:xfrm>
          <a:prstGeom prst="rect">
            <a:avLst/>
          </a:prstGeom>
          <a:noFill/>
        </p:spPr>
        <p:txBody>
          <a:bodyPr wrap="none" rtlCol="0">
            <a:spAutoFit/>
          </a:bodyPr>
          <a:lstStyle/>
          <a:p>
            <a:r>
              <a:rPr lang="en-US" sz="2000" dirty="0">
                <a:solidFill>
                  <a:srgbClr val="000090"/>
                </a:solidFill>
              </a:rPr>
              <a:t>AS3</a:t>
            </a:r>
          </a:p>
        </p:txBody>
      </p:sp>
      <p:sp>
        <p:nvSpPr>
          <p:cNvPr id="132" name="TextBox 131"/>
          <p:cNvSpPr txBox="1"/>
          <p:nvPr/>
        </p:nvSpPr>
        <p:spPr>
          <a:xfrm>
            <a:off x="707172" y="1925151"/>
            <a:ext cx="682273" cy="400110"/>
          </a:xfrm>
          <a:prstGeom prst="rect">
            <a:avLst/>
          </a:prstGeom>
          <a:noFill/>
        </p:spPr>
        <p:txBody>
          <a:bodyPr wrap="none" rtlCol="0">
            <a:spAutoFit/>
          </a:bodyPr>
          <a:lstStyle/>
          <a:p>
            <a:r>
              <a:rPr lang="en-US" sz="2000" dirty="0">
                <a:solidFill>
                  <a:srgbClr val="000090"/>
                </a:solidFill>
              </a:rPr>
              <a:t>AS1</a:t>
            </a:r>
          </a:p>
        </p:txBody>
      </p:sp>
      <p:grpSp>
        <p:nvGrpSpPr>
          <p:cNvPr id="11" name="Group 10"/>
          <p:cNvGrpSpPr/>
          <p:nvPr/>
        </p:nvGrpSpPr>
        <p:grpSpPr>
          <a:xfrm>
            <a:off x="7070827" y="2776082"/>
            <a:ext cx="1701734" cy="616172"/>
            <a:chOff x="7073692" y="5469792"/>
            <a:chExt cx="1701734" cy="616172"/>
          </a:xfrm>
        </p:grpSpPr>
        <p:grpSp>
          <p:nvGrpSpPr>
            <p:cNvPr id="10" name="Group 9"/>
            <p:cNvGrpSpPr/>
            <p:nvPr/>
          </p:nvGrpSpPr>
          <p:grpSpPr>
            <a:xfrm>
              <a:off x="7073692" y="5469792"/>
              <a:ext cx="1701734" cy="616172"/>
              <a:chOff x="6946249" y="5096269"/>
              <a:chExt cx="1701734" cy="616172"/>
            </a:xfrm>
          </p:grpSpPr>
          <p:sp>
            <p:nvSpPr>
              <p:cNvPr id="399" name="Freeform 2"/>
              <p:cNvSpPr>
                <a:spLocks/>
              </p:cNvSpPr>
              <p:nvPr/>
            </p:nvSpPr>
            <p:spPr bwMode="auto">
              <a:xfrm>
                <a:off x="6946249" y="5096269"/>
                <a:ext cx="1701734" cy="616172"/>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 fmla="*/ 4 w 8600"/>
                  <a:gd name="connsiteY0" fmla="*/ 4042 h 10128"/>
                  <a:gd name="connsiteX1" fmla="*/ 715 w 8600"/>
                  <a:gd name="connsiteY1" fmla="*/ 1598 h 10128"/>
                  <a:gd name="connsiteX2" fmla="*/ 3130 w 8600"/>
                  <a:gd name="connsiteY2" fmla="*/ 1009 h 10128"/>
                  <a:gd name="connsiteX3" fmla="*/ 4995 w 8600"/>
                  <a:gd name="connsiteY3" fmla="*/ 3 h 10128"/>
                  <a:gd name="connsiteX4" fmla="*/ 6720 w 8600"/>
                  <a:gd name="connsiteY4" fmla="*/ 1012 h 10128"/>
                  <a:gd name="connsiteX5" fmla="*/ 8599 w 8600"/>
                  <a:gd name="connsiteY5" fmla="*/ 6800 h 10128"/>
                  <a:gd name="connsiteX6" fmla="*/ 6995 w 8600"/>
                  <a:gd name="connsiteY6" fmla="*/ 9325 h 10128"/>
                  <a:gd name="connsiteX7" fmla="*/ 5307 w 8600"/>
                  <a:gd name="connsiteY7" fmla="*/ 8846 h 10128"/>
                  <a:gd name="connsiteX8" fmla="*/ 4371 w 8600"/>
                  <a:gd name="connsiteY8" fmla="*/ 9915 h 10128"/>
                  <a:gd name="connsiteX9" fmla="*/ 3140 w 8600"/>
                  <a:gd name="connsiteY9" fmla="*/ 10022 h 10128"/>
                  <a:gd name="connsiteX10" fmla="*/ 2179 w 8600"/>
                  <a:gd name="connsiteY10" fmla="*/ 7898 h 10128"/>
                  <a:gd name="connsiteX11" fmla="*/ 1187 w 8600"/>
                  <a:gd name="connsiteY11" fmla="*/ 7498 h 10128"/>
                  <a:gd name="connsiteX12" fmla="*/ 4 w 8600"/>
                  <a:gd name="connsiteY12" fmla="*/ 4042 h 10128"/>
                  <a:gd name="connsiteX0" fmla="*/ 4 w 9326"/>
                  <a:gd name="connsiteY0" fmla="*/ 3988 h 9997"/>
                  <a:gd name="connsiteX1" fmla="*/ 830 w 9326"/>
                  <a:gd name="connsiteY1" fmla="*/ 1575 h 9997"/>
                  <a:gd name="connsiteX2" fmla="*/ 3639 w 9326"/>
                  <a:gd name="connsiteY2" fmla="*/ 993 h 9997"/>
                  <a:gd name="connsiteX3" fmla="*/ 5807 w 9326"/>
                  <a:gd name="connsiteY3" fmla="*/ 0 h 9997"/>
                  <a:gd name="connsiteX4" fmla="*/ 7813 w 9326"/>
                  <a:gd name="connsiteY4" fmla="*/ 996 h 9997"/>
                  <a:gd name="connsiteX5" fmla="*/ 9324 w 9326"/>
                  <a:gd name="connsiteY5" fmla="*/ 5746 h 9997"/>
                  <a:gd name="connsiteX6" fmla="*/ 8133 w 9326"/>
                  <a:gd name="connsiteY6" fmla="*/ 9204 h 9997"/>
                  <a:gd name="connsiteX7" fmla="*/ 6170 w 9326"/>
                  <a:gd name="connsiteY7" fmla="*/ 8731 h 9997"/>
                  <a:gd name="connsiteX8" fmla="*/ 5082 w 9326"/>
                  <a:gd name="connsiteY8" fmla="*/ 9787 h 9997"/>
                  <a:gd name="connsiteX9" fmla="*/ 3650 w 9326"/>
                  <a:gd name="connsiteY9" fmla="*/ 9892 h 9997"/>
                  <a:gd name="connsiteX10" fmla="*/ 2533 w 9326"/>
                  <a:gd name="connsiteY10" fmla="*/ 7795 h 9997"/>
                  <a:gd name="connsiteX11" fmla="*/ 1379 w 9326"/>
                  <a:gd name="connsiteY11" fmla="*/ 7400 h 9997"/>
                  <a:gd name="connsiteX12" fmla="*/ 4 w 9326"/>
                  <a:gd name="connsiteY12" fmla="*/ 3988 h 9997"/>
                  <a:gd name="connsiteX0" fmla="*/ 4 w 10001"/>
                  <a:gd name="connsiteY0" fmla="*/ 3989 h 10041"/>
                  <a:gd name="connsiteX1" fmla="*/ 890 w 10001"/>
                  <a:gd name="connsiteY1" fmla="*/ 1575 h 10041"/>
                  <a:gd name="connsiteX2" fmla="*/ 3902 w 10001"/>
                  <a:gd name="connsiteY2" fmla="*/ 993 h 10041"/>
                  <a:gd name="connsiteX3" fmla="*/ 6227 w 10001"/>
                  <a:gd name="connsiteY3" fmla="*/ 0 h 10041"/>
                  <a:gd name="connsiteX4" fmla="*/ 8378 w 10001"/>
                  <a:gd name="connsiteY4" fmla="*/ 996 h 10041"/>
                  <a:gd name="connsiteX5" fmla="*/ 9998 w 10001"/>
                  <a:gd name="connsiteY5" fmla="*/ 5748 h 10041"/>
                  <a:gd name="connsiteX6" fmla="*/ 8721 w 10001"/>
                  <a:gd name="connsiteY6" fmla="*/ 9207 h 10041"/>
                  <a:gd name="connsiteX7" fmla="*/ 5449 w 10001"/>
                  <a:gd name="connsiteY7" fmla="*/ 9790 h 10041"/>
                  <a:gd name="connsiteX8" fmla="*/ 3914 w 10001"/>
                  <a:gd name="connsiteY8" fmla="*/ 9895 h 10041"/>
                  <a:gd name="connsiteX9" fmla="*/ 2716 w 10001"/>
                  <a:gd name="connsiteY9" fmla="*/ 7797 h 10041"/>
                  <a:gd name="connsiteX10" fmla="*/ 1479 w 10001"/>
                  <a:gd name="connsiteY10" fmla="*/ 7402 h 10041"/>
                  <a:gd name="connsiteX11" fmla="*/ 4 w 10001"/>
                  <a:gd name="connsiteY11" fmla="*/ 3989 h 10041"/>
                  <a:gd name="connsiteX0" fmla="*/ 4 w 10001"/>
                  <a:gd name="connsiteY0" fmla="*/ 3989 h 14825"/>
                  <a:gd name="connsiteX1" fmla="*/ 890 w 10001"/>
                  <a:gd name="connsiteY1" fmla="*/ 1575 h 14825"/>
                  <a:gd name="connsiteX2" fmla="*/ 3902 w 10001"/>
                  <a:gd name="connsiteY2" fmla="*/ 993 h 14825"/>
                  <a:gd name="connsiteX3" fmla="*/ 6227 w 10001"/>
                  <a:gd name="connsiteY3" fmla="*/ 0 h 14825"/>
                  <a:gd name="connsiteX4" fmla="*/ 8378 w 10001"/>
                  <a:gd name="connsiteY4" fmla="*/ 996 h 14825"/>
                  <a:gd name="connsiteX5" fmla="*/ 9998 w 10001"/>
                  <a:gd name="connsiteY5" fmla="*/ 5748 h 14825"/>
                  <a:gd name="connsiteX6" fmla="*/ 8721 w 10001"/>
                  <a:gd name="connsiteY6" fmla="*/ 9207 h 14825"/>
                  <a:gd name="connsiteX7" fmla="*/ 6011 w 10001"/>
                  <a:gd name="connsiteY7" fmla="*/ 14823 h 14825"/>
                  <a:gd name="connsiteX8" fmla="*/ 3914 w 10001"/>
                  <a:gd name="connsiteY8" fmla="*/ 9895 h 14825"/>
                  <a:gd name="connsiteX9" fmla="*/ 2716 w 10001"/>
                  <a:gd name="connsiteY9" fmla="*/ 7797 h 14825"/>
                  <a:gd name="connsiteX10" fmla="*/ 1479 w 10001"/>
                  <a:gd name="connsiteY10" fmla="*/ 7402 h 14825"/>
                  <a:gd name="connsiteX11" fmla="*/ 4 w 10001"/>
                  <a:gd name="connsiteY11" fmla="*/ 3989 h 14825"/>
                  <a:gd name="connsiteX0" fmla="*/ 4 w 10001"/>
                  <a:gd name="connsiteY0" fmla="*/ 7436 h 18272"/>
                  <a:gd name="connsiteX1" fmla="*/ 890 w 10001"/>
                  <a:gd name="connsiteY1" fmla="*/ 5022 h 18272"/>
                  <a:gd name="connsiteX2" fmla="*/ 3902 w 10001"/>
                  <a:gd name="connsiteY2" fmla="*/ 4440 h 18272"/>
                  <a:gd name="connsiteX3" fmla="*/ 6026 w 10001"/>
                  <a:gd name="connsiteY3" fmla="*/ 0 h 18272"/>
                  <a:gd name="connsiteX4" fmla="*/ 8378 w 10001"/>
                  <a:gd name="connsiteY4" fmla="*/ 4443 h 18272"/>
                  <a:gd name="connsiteX5" fmla="*/ 9998 w 10001"/>
                  <a:gd name="connsiteY5" fmla="*/ 9195 h 18272"/>
                  <a:gd name="connsiteX6" fmla="*/ 8721 w 10001"/>
                  <a:gd name="connsiteY6" fmla="*/ 12654 h 18272"/>
                  <a:gd name="connsiteX7" fmla="*/ 6011 w 10001"/>
                  <a:gd name="connsiteY7" fmla="*/ 18270 h 18272"/>
                  <a:gd name="connsiteX8" fmla="*/ 3914 w 10001"/>
                  <a:gd name="connsiteY8" fmla="*/ 13342 h 18272"/>
                  <a:gd name="connsiteX9" fmla="*/ 2716 w 10001"/>
                  <a:gd name="connsiteY9" fmla="*/ 11244 h 18272"/>
                  <a:gd name="connsiteX10" fmla="*/ 1479 w 10001"/>
                  <a:gd name="connsiteY10" fmla="*/ 10849 h 18272"/>
                  <a:gd name="connsiteX11" fmla="*/ 4 w 10001"/>
                  <a:gd name="connsiteY11" fmla="*/ 7436 h 18272"/>
                  <a:gd name="connsiteX0" fmla="*/ 1 w 9998"/>
                  <a:gd name="connsiteY0" fmla="*/ 7436 h 18272"/>
                  <a:gd name="connsiteX1" fmla="*/ 3899 w 9998"/>
                  <a:gd name="connsiteY1" fmla="*/ 4440 h 18272"/>
                  <a:gd name="connsiteX2" fmla="*/ 6023 w 9998"/>
                  <a:gd name="connsiteY2" fmla="*/ 0 h 18272"/>
                  <a:gd name="connsiteX3" fmla="*/ 8375 w 9998"/>
                  <a:gd name="connsiteY3" fmla="*/ 4443 h 18272"/>
                  <a:gd name="connsiteX4" fmla="*/ 9995 w 9998"/>
                  <a:gd name="connsiteY4" fmla="*/ 9195 h 18272"/>
                  <a:gd name="connsiteX5" fmla="*/ 8718 w 9998"/>
                  <a:gd name="connsiteY5" fmla="*/ 12654 h 18272"/>
                  <a:gd name="connsiteX6" fmla="*/ 6008 w 9998"/>
                  <a:gd name="connsiteY6" fmla="*/ 18270 h 18272"/>
                  <a:gd name="connsiteX7" fmla="*/ 3911 w 9998"/>
                  <a:gd name="connsiteY7" fmla="*/ 13342 h 18272"/>
                  <a:gd name="connsiteX8" fmla="*/ 2713 w 9998"/>
                  <a:gd name="connsiteY8" fmla="*/ 11244 h 18272"/>
                  <a:gd name="connsiteX9" fmla="*/ 1476 w 9998"/>
                  <a:gd name="connsiteY9" fmla="*/ 10849 h 18272"/>
                  <a:gd name="connsiteX10" fmla="*/ 1 w 9998"/>
                  <a:gd name="connsiteY10" fmla="*/ 7436 h 18272"/>
                  <a:gd name="connsiteX0" fmla="*/ 35 w 8559"/>
                  <a:gd name="connsiteY0" fmla="*/ 5938 h 10000"/>
                  <a:gd name="connsiteX1" fmla="*/ 2459 w 8559"/>
                  <a:gd name="connsiteY1" fmla="*/ 2430 h 10000"/>
                  <a:gd name="connsiteX2" fmla="*/ 4583 w 8559"/>
                  <a:gd name="connsiteY2" fmla="*/ 0 h 10000"/>
                  <a:gd name="connsiteX3" fmla="*/ 6936 w 8559"/>
                  <a:gd name="connsiteY3" fmla="*/ 2432 h 10000"/>
                  <a:gd name="connsiteX4" fmla="*/ 8556 w 8559"/>
                  <a:gd name="connsiteY4" fmla="*/ 5032 h 10000"/>
                  <a:gd name="connsiteX5" fmla="*/ 7279 w 8559"/>
                  <a:gd name="connsiteY5" fmla="*/ 6925 h 10000"/>
                  <a:gd name="connsiteX6" fmla="*/ 4568 w 8559"/>
                  <a:gd name="connsiteY6" fmla="*/ 9999 h 10000"/>
                  <a:gd name="connsiteX7" fmla="*/ 2471 w 8559"/>
                  <a:gd name="connsiteY7" fmla="*/ 7302 h 10000"/>
                  <a:gd name="connsiteX8" fmla="*/ 1273 w 8559"/>
                  <a:gd name="connsiteY8" fmla="*/ 6154 h 10000"/>
                  <a:gd name="connsiteX9" fmla="*/ 35 w 8559"/>
                  <a:gd name="connsiteY9" fmla="*/ 5938 h 10000"/>
                  <a:gd name="connsiteX0" fmla="*/ 49 w 9820"/>
                  <a:gd name="connsiteY0" fmla="*/ 4655 h 10000"/>
                  <a:gd name="connsiteX1" fmla="*/ 2693 w 9820"/>
                  <a:gd name="connsiteY1" fmla="*/ 2430 h 10000"/>
                  <a:gd name="connsiteX2" fmla="*/ 5175 w 9820"/>
                  <a:gd name="connsiteY2" fmla="*/ 0 h 10000"/>
                  <a:gd name="connsiteX3" fmla="*/ 7924 w 9820"/>
                  <a:gd name="connsiteY3" fmla="*/ 2432 h 10000"/>
                  <a:gd name="connsiteX4" fmla="*/ 9816 w 9820"/>
                  <a:gd name="connsiteY4" fmla="*/ 5032 h 10000"/>
                  <a:gd name="connsiteX5" fmla="*/ 8324 w 9820"/>
                  <a:gd name="connsiteY5" fmla="*/ 6925 h 10000"/>
                  <a:gd name="connsiteX6" fmla="*/ 5157 w 9820"/>
                  <a:gd name="connsiteY6" fmla="*/ 9999 h 10000"/>
                  <a:gd name="connsiteX7" fmla="*/ 2707 w 9820"/>
                  <a:gd name="connsiteY7" fmla="*/ 7302 h 10000"/>
                  <a:gd name="connsiteX8" fmla="*/ 1307 w 9820"/>
                  <a:gd name="connsiteY8" fmla="*/ 6154 h 10000"/>
                  <a:gd name="connsiteX9" fmla="*/ 49 w 9820"/>
                  <a:gd name="connsiteY9" fmla="*/ 4655 h 10000"/>
                  <a:gd name="connsiteX0" fmla="*/ 45 w 9995"/>
                  <a:gd name="connsiteY0" fmla="*/ 4655 h 10000"/>
                  <a:gd name="connsiteX1" fmla="*/ 2737 w 9995"/>
                  <a:gd name="connsiteY1" fmla="*/ 2430 h 10000"/>
                  <a:gd name="connsiteX2" fmla="*/ 5265 w 9995"/>
                  <a:gd name="connsiteY2" fmla="*/ 0 h 10000"/>
                  <a:gd name="connsiteX3" fmla="*/ 8064 w 9995"/>
                  <a:gd name="connsiteY3" fmla="*/ 2432 h 10000"/>
                  <a:gd name="connsiteX4" fmla="*/ 9991 w 9995"/>
                  <a:gd name="connsiteY4" fmla="*/ 5032 h 10000"/>
                  <a:gd name="connsiteX5" fmla="*/ 8472 w 9995"/>
                  <a:gd name="connsiteY5" fmla="*/ 6925 h 10000"/>
                  <a:gd name="connsiteX6" fmla="*/ 5247 w 9995"/>
                  <a:gd name="connsiteY6" fmla="*/ 9999 h 10000"/>
                  <a:gd name="connsiteX7" fmla="*/ 2752 w 9995"/>
                  <a:gd name="connsiteY7" fmla="*/ 7302 h 10000"/>
                  <a:gd name="connsiteX8" fmla="*/ 1374 w 9995"/>
                  <a:gd name="connsiteY8" fmla="*/ 6984 h 10000"/>
                  <a:gd name="connsiteX9" fmla="*/ 45 w 9995"/>
                  <a:gd name="connsiteY9" fmla="*/ 4655 h 10000"/>
                  <a:gd name="connsiteX0" fmla="*/ 45 w 10000"/>
                  <a:gd name="connsiteY0" fmla="*/ 5032 h 10377"/>
                  <a:gd name="connsiteX1" fmla="*/ 2738 w 10000"/>
                  <a:gd name="connsiteY1" fmla="*/ 2807 h 10377"/>
                  <a:gd name="connsiteX2" fmla="*/ 4886 w 10000"/>
                  <a:gd name="connsiteY2" fmla="*/ 0 h 10377"/>
                  <a:gd name="connsiteX3" fmla="*/ 8068 w 10000"/>
                  <a:gd name="connsiteY3" fmla="*/ 2809 h 10377"/>
                  <a:gd name="connsiteX4" fmla="*/ 9996 w 10000"/>
                  <a:gd name="connsiteY4" fmla="*/ 5409 h 10377"/>
                  <a:gd name="connsiteX5" fmla="*/ 8476 w 10000"/>
                  <a:gd name="connsiteY5" fmla="*/ 7302 h 10377"/>
                  <a:gd name="connsiteX6" fmla="*/ 5250 w 10000"/>
                  <a:gd name="connsiteY6" fmla="*/ 10376 h 10377"/>
                  <a:gd name="connsiteX7" fmla="*/ 2753 w 10000"/>
                  <a:gd name="connsiteY7" fmla="*/ 7679 h 10377"/>
                  <a:gd name="connsiteX8" fmla="*/ 1375 w 10000"/>
                  <a:gd name="connsiteY8" fmla="*/ 7361 h 10377"/>
                  <a:gd name="connsiteX9" fmla="*/ 45 w 10000"/>
                  <a:gd name="connsiteY9" fmla="*/ 5032 h 10377"/>
                  <a:gd name="connsiteX0" fmla="*/ 45 w 10000"/>
                  <a:gd name="connsiteY0" fmla="*/ 5036 h 10381"/>
                  <a:gd name="connsiteX1" fmla="*/ 2738 w 10000"/>
                  <a:gd name="connsiteY1" fmla="*/ 2811 h 10381"/>
                  <a:gd name="connsiteX2" fmla="*/ 4886 w 10000"/>
                  <a:gd name="connsiteY2" fmla="*/ 4 h 10381"/>
                  <a:gd name="connsiteX3" fmla="*/ 8068 w 10000"/>
                  <a:gd name="connsiteY3" fmla="*/ 2813 h 10381"/>
                  <a:gd name="connsiteX4" fmla="*/ 9996 w 10000"/>
                  <a:gd name="connsiteY4" fmla="*/ 5413 h 10381"/>
                  <a:gd name="connsiteX5" fmla="*/ 8476 w 10000"/>
                  <a:gd name="connsiteY5" fmla="*/ 7306 h 10381"/>
                  <a:gd name="connsiteX6" fmla="*/ 5250 w 10000"/>
                  <a:gd name="connsiteY6" fmla="*/ 10380 h 10381"/>
                  <a:gd name="connsiteX7" fmla="*/ 2753 w 10000"/>
                  <a:gd name="connsiteY7" fmla="*/ 7683 h 10381"/>
                  <a:gd name="connsiteX8" fmla="*/ 1375 w 10000"/>
                  <a:gd name="connsiteY8" fmla="*/ 7365 h 10381"/>
                  <a:gd name="connsiteX9" fmla="*/ 45 w 10000"/>
                  <a:gd name="connsiteY9" fmla="*/ 5036 h 10381"/>
                  <a:gd name="connsiteX0" fmla="*/ 45 w 10000"/>
                  <a:gd name="connsiteY0" fmla="*/ 5036 h 10796"/>
                  <a:gd name="connsiteX1" fmla="*/ 2738 w 10000"/>
                  <a:gd name="connsiteY1" fmla="*/ 2811 h 10796"/>
                  <a:gd name="connsiteX2" fmla="*/ 4886 w 10000"/>
                  <a:gd name="connsiteY2" fmla="*/ 4 h 10796"/>
                  <a:gd name="connsiteX3" fmla="*/ 8068 w 10000"/>
                  <a:gd name="connsiteY3" fmla="*/ 2813 h 10796"/>
                  <a:gd name="connsiteX4" fmla="*/ 9996 w 10000"/>
                  <a:gd name="connsiteY4" fmla="*/ 5413 h 10796"/>
                  <a:gd name="connsiteX5" fmla="*/ 8476 w 10000"/>
                  <a:gd name="connsiteY5" fmla="*/ 7306 h 10796"/>
                  <a:gd name="connsiteX6" fmla="*/ 5202 w 10000"/>
                  <a:gd name="connsiteY6" fmla="*/ 10795 h 10796"/>
                  <a:gd name="connsiteX7" fmla="*/ 2753 w 10000"/>
                  <a:gd name="connsiteY7" fmla="*/ 7683 h 10796"/>
                  <a:gd name="connsiteX8" fmla="*/ 1375 w 10000"/>
                  <a:gd name="connsiteY8" fmla="*/ 7365 h 10796"/>
                  <a:gd name="connsiteX9" fmla="*/ 45 w 10000"/>
                  <a:gd name="connsiteY9" fmla="*/ 5036 h 10796"/>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 w 9959"/>
                  <a:gd name="connsiteY0" fmla="*/ 5593 h 11352"/>
                  <a:gd name="connsiteX1" fmla="*/ 1089 w 9959"/>
                  <a:gd name="connsiteY1" fmla="*/ 469 h 11352"/>
                  <a:gd name="connsiteX2" fmla="*/ 4845 w 9959"/>
                  <a:gd name="connsiteY2" fmla="*/ 561 h 11352"/>
                  <a:gd name="connsiteX3" fmla="*/ 8027 w 9959"/>
                  <a:gd name="connsiteY3" fmla="*/ 3370 h 11352"/>
                  <a:gd name="connsiteX4" fmla="*/ 9955 w 9959"/>
                  <a:gd name="connsiteY4" fmla="*/ 5970 h 11352"/>
                  <a:gd name="connsiteX5" fmla="*/ 8435 w 9959"/>
                  <a:gd name="connsiteY5" fmla="*/ 7863 h 11352"/>
                  <a:gd name="connsiteX6" fmla="*/ 5161 w 9959"/>
                  <a:gd name="connsiteY6" fmla="*/ 11352 h 11352"/>
                  <a:gd name="connsiteX7" fmla="*/ 2712 w 9959"/>
                  <a:gd name="connsiteY7" fmla="*/ 8240 h 11352"/>
                  <a:gd name="connsiteX8" fmla="*/ 1334 w 9959"/>
                  <a:gd name="connsiteY8" fmla="*/ 7922 h 11352"/>
                  <a:gd name="connsiteX9" fmla="*/ 4 w 9959"/>
                  <a:gd name="connsiteY9" fmla="*/ 5593 h 11352"/>
                  <a:gd name="connsiteX0" fmla="*/ 0 w 11223"/>
                  <a:gd name="connsiteY0" fmla="*/ 3835 h 9929"/>
                  <a:gd name="connsiteX1" fmla="*/ 2316 w 11223"/>
                  <a:gd name="connsiteY1" fmla="*/ 342 h 9929"/>
                  <a:gd name="connsiteX2" fmla="*/ 6088 w 11223"/>
                  <a:gd name="connsiteY2" fmla="*/ 423 h 9929"/>
                  <a:gd name="connsiteX3" fmla="*/ 9283 w 11223"/>
                  <a:gd name="connsiteY3" fmla="*/ 2898 h 9929"/>
                  <a:gd name="connsiteX4" fmla="*/ 11219 w 11223"/>
                  <a:gd name="connsiteY4" fmla="*/ 5188 h 9929"/>
                  <a:gd name="connsiteX5" fmla="*/ 9693 w 11223"/>
                  <a:gd name="connsiteY5" fmla="*/ 6856 h 9929"/>
                  <a:gd name="connsiteX6" fmla="*/ 6405 w 11223"/>
                  <a:gd name="connsiteY6" fmla="*/ 9929 h 9929"/>
                  <a:gd name="connsiteX7" fmla="*/ 3946 w 11223"/>
                  <a:gd name="connsiteY7" fmla="*/ 7188 h 9929"/>
                  <a:gd name="connsiteX8" fmla="*/ 2562 w 11223"/>
                  <a:gd name="connsiteY8" fmla="*/ 6908 h 9929"/>
                  <a:gd name="connsiteX9" fmla="*/ 0 w 11223"/>
                  <a:gd name="connsiteY9" fmla="*/ 3835 h 9929"/>
                  <a:gd name="connsiteX0" fmla="*/ 0 w 9999"/>
                  <a:gd name="connsiteY0" fmla="*/ 3862 h 10000"/>
                  <a:gd name="connsiteX1" fmla="*/ 2064 w 9999"/>
                  <a:gd name="connsiteY1" fmla="*/ 344 h 10000"/>
                  <a:gd name="connsiteX2" fmla="*/ 5425 w 9999"/>
                  <a:gd name="connsiteY2" fmla="*/ 426 h 10000"/>
                  <a:gd name="connsiteX3" fmla="*/ 8271 w 9999"/>
                  <a:gd name="connsiteY3" fmla="*/ 2919 h 10000"/>
                  <a:gd name="connsiteX4" fmla="*/ 9996 w 9999"/>
                  <a:gd name="connsiteY4" fmla="*/ 5225 h 10000"/>
                  <a:gd name="connsiteX5" fmla="*/ 8637 w 9999"/>
                  <a:gd name="connsiteY5" fmla="*/ 6905 h 10000"/>
                  <a:gd name="connsiteX6" fmla="*/ 5707 w 9999"/>
                  <a:gd name="connsiteY6" fmla="*/ 10000 h 10000"/>
                  <a:gd name="connsiteX7" fmla="*/ 2283 w 9999"/>
                  <a:gd name="connsiteY7" fmla="*/ 6957 h 10000"/>
                  <a:gd name="connsiteX8" fmla="*/ 0 w 9999"/>
                  <a:gd name="connsiteY8" fmla="*/ 3862 h 10000"/>
                  <a:gd name="connsiteX0" fmla="*/ 124 w 10124"/>
                  <a:gd name="connsiteY0" fmla="*/ 3862 h 10000"/>
                  <a:gd name="connsiteX1" fmla="*/ 2188 w 10124"/>
                  <a:gd name="connsiteY1" fmla="*/ 344 h 10000"/>
                  <a:gd name="connsiteX2" fmla="*/ 5550 w 10124"/>
                  <a:gd name="connsiteY2" fmla="*/ 426 h 10000"/>
                  <a:gd name="connsiteX3" fmla="*/ 8396 w 10124"/>
                  <a:gd name="connsiteY3" fmla="*/ 2919 h 10000"/>
                  <a:gd name="connsiteX4" fmla="*/ 10121 w 10124"/>
                  <a:gd name="connsiteY4" fmla="*/ 5225 h 10000"/>
                  <a:gd name="connsiteX5" fmla="*/ 8762 w 10124"/>
                  <a:gd name="connsiteY5" fmla="*/ 6905 h 10000"/>
                  <a:gd name="connsiteX6" fmla="*/ 5832 w 10124"/>
                  <a:gd name="connsiteY6" fmla="*/ 10000 h 10000"/>
                  <a:gd name="connsiteX7" fmla="*/ 124 w 10124"/>
                  <a:gd name="connsiteY7" fmla="*/ 3862 h 10000"/>
                  <a:gd name="connsiteX0" fmla="*/ 43 w 10045"/>
                  <a:gd name="connsiteY0" fmla="*/ 3862 h 6912"/>
                  <a:gd name="connsiteX1" fmla="*/ 2107 w 10045"/>
                  <a:gd name="connsiteY1" fmla="*/ 344 h 6912"/>
                  <a:gd name="connsiteX2" fmla="*/ 5469 w 10045"/>
                  <a:gd name="connsiteY2" fmla="*/ 426 h 6912"/>
                  <a:gd name="connsiteX3" fmla="*/ 8315 w 10045"/>
                  <a:gd name="connsiteY3" fmla="*/ 2919 h 6912"/>
                  <a:gd name="connsiteX4" fmla="*/ 10040 w 10045"/>
                  <a:gd name="connsiteY4" fmla="*/ 5225 h 6912"/>
                  <a:gd name="connsiteX5" fmla="*/ 8681 w 10045"/>
                  <a:gd name="connsiteY5" fmla="*/ 6905 h 6912"/>
                  <a:gd name="connsiteX6" fmla="*/ 3967 w 10045"/>
                  <a:gd name="connsiteY6" fmla="*/ 5885 h 6912"/>
                  <a:gd name="connsiteX7" fmla="*/ 43 w 10045"/>
                  <a:gd name="connsiteY7" fmla="*/ 3862 h 6912"/>
                  <a:gd name="connsiteX0" fmla="*/ 47 w 10004"/>
                  <a:gd name="connsiteY0" fmla="*/ 5106 h 9519"/>
                  <a:gd name="connsiteX1" fmla="*/ 2102 w 10004"/>
                  <a:gd name="connsiteY1" fmla="*/ 17 h 9519"/>
                  <a:gd name="connsiteX2" fmla="*/ 6651 w 10004"/>
                  <a:gd name="connsiteY2" fmla="*/ 3484 h 9519"/>
                  <a:gd name="connsiteX3" fmla="*/ 8282 w 10004"/>
                  <a:gd name="connsiteY3" fmla="*/ 3742 h 9519"/>
                  <a:gd name="connsiteX4" fmla="*/ 9999 w 10004"/>
                  <a:gd name="connsiteY4" fmla="*/ 7078 h 9519"/>
                  <a:gd name="connsiteX5" fmla="*/ 8646 w 10004"/>
                  <a:gd name="connsiteY5" fmla="*/ 9509 h 9519"/>
                  <a:gd name="connsiteX6" fmla="*/ 3953 w 10004"/>
                  <a:gd name="connsiteY6" fmla="*/ 8033 h 9519"/>
                  <a:gd name="connsiteX7" fmla="*/ 47 w 10004"/>
                  <a:gd name="connsiteY7" fmla="*/ 5106 h 9519"/>
                  <a:gd name="connsiteX0" fmla="*/ 43 w 9996"/>
                  <a:gd name="connsiteY0" fmla="*/ 6232 h 10868"/>
                  <a:gd name="connsiteX1" fmla="*/ 2097 w 9996"/>
                  <a:gd name="connsiteY1" fmla="*/ 886 h 10868"/>
                  <a:gd name="connsiteX2" fmla="*/ 5642 w 9996"/>
                  <a:gd name="connsiteY2" fmla="*/ 385 h 10868"/>
                  <a:gd name="connsiteX3" fmla="*/ 8275 w 9996"/>
                  <a:gd name="connsiteY3" fmla="*/ 4799 h 10868"/>
                  <a:gd name="connsiteX4" fmla="*/ 9991 w 9996"/>
                  <a:gd name="connsiteY4" fmla="*/ 8304 h 10868"/>
                  <a:gd name="connsiteX5" fmla="*/ 8639 w 9996"/>
                  <a:gd name="connsiteY5" fmla="*/ 10857 h 10868"/>
                  <a:gd name="connsiteX6" fmla="*/ 3947 w 9996"/>
                  <a:gd name="connsiteY6" fmla="*/ 9307 h 10868"/>
                  <a:gd name="connsiteX7" fmla="*/ 43 w 9996"/>
                  <a:gd name="connsiteY7" fmla="*/ 6232 h 10868"/>
                  <a:gd name="connsiteX0" fmla="*/ 43 w 10004"/>
                  <a:gd name="connsiteY0" fmla="*/ 5543 h 9809"/>
                  <a:gd name="connsiteX1" fmla="*/ 2098 w 10004"/>
                  <a:gd name="connsiteY1" fmla="*/ 624 h 9809"/>
                  <a:gd name="connsiteX2" fmla="*/ 5644 w 10004"/>
                  <a:gd name="connsiteY2" fmla="*/ 163 h 9809"/>
                  <a:gd name="connsiteX3" fmla="*/ 8163 w 10004"/>
                  <a:gd name="connsiteY3" fmla="*/ 1492 h 9809"/>
                  <a:gd name="connsiteX4" fmla="*/ 9995 w 10004"/>
                  <a:gd name="connsiteY4" fmla="*/ 7450 h 9809"/>
                  <a:gd name="connsiteX5" fmla="*/ 8642 w 10004"/>
                  <a:gd name="connsiteY5" fmla="*/ 9799 h 9809"/>
                  <a:gd name="connsiteX6" fmla="*/ 3949 w 10004"/>
                  <a:gd name="connsiteY6" fmla="*/ 8373 h 9809"/>
                  <a:gd name="connsiteX7" fmla="*/ 43 w 10004"/>
                  <a:gd name="connsiteY7" fmla="*/ 5543 h 9809"/>
                  <a:gd name="connsiteX0" fmla="*/ 43 w 8950"/>
                  <a:gd name="connsiteY0" fmla="*/ 5651 h 10081"/>
                  <a:gd name="connsiteX1" fmla="*/ 2097 w 8950"/>
                  <a:gd name="connsiteY1" fmla="*/ 636 h 10081"/>
                  <a:gd name="connsiteX2" fmla="*/ 5642 w 8950"/>
                  <a:gd name="connsiteY2" fmla="*/ 166 h 10081"/>
                  <a:gd name="connsiteX3" fmla="*/ 8160 w 8950"/>
                  <a:gd name="connsiteY3" fmla="*/ 1521 h 10081"/>
                  <a:gd name="connsiteX4" fmla="*/ 8473 w 8950"/>
                  <a:gd name="connsiteY4" fmla="*/ 5322 h 10081"/>
                  <a:gd name="connsiteX5" fmla="*/ 8639 w 8950"/>
                  <a:gd name="connsiteY5" fmla="*/ 9990 h 10081"/>
                  <a:gd name="connsiteX6" fmla="*/ 3947 w 8950"/>
                  <a:gd name="connsiteY6" fmla="*/ 8536 h 10081"/>
                  <a:gd name="connsiteX7" fmla="*/ 43 w 8950"/>
                  <a:gd name="connsiteY7" fmla="*/ 5651 h 10081"/>
                  <a:gd name="connsiteX0" fmla="*/ 48 w 9651"/>
                  <a:gd name="connsiteY0" fmla="*/ 5606 h 8648"/>
                  <a:gd name="connsiteX1" fmla="*/ 2343 w 9651"/>
                  <a:gd name="connsiteY1" fmla="*/ 631 h 8648"/>
                  <a:gd name="connsiteX2" fmla="*/ 6304 w 9651"/>
                  <a:gd name="connsiteY2" fmla="*/ 165 h 8648"/>
                  <a:gd name="connsiteX3" fmla="*/ 9117 w 9651"/>
                  <a:gd name="connsiteY3" fmla="*/ 1509 h 8648"/>
                  <a:gd name="connsiteX4" fmla="*/ 9467 w 9651"/>
                  <a:gd name="connsiteY4" fmla="*/ 5279 h 8648"/>
                  <a:gd name="connsiteX5" fmla="*/ 6997 w 9651"/>
                  <a:gd name="connsiteY5" fmla="*/ 8019 h 8648"/>
                  <a:gd name="connsiteX6" fmla="*/ 4410 w 9651"/>
                  <a:gd name="connsiteY6" fmla="*/ 8467 h 8648"/>
                  <a:gd name="connsiteX7" fmla="*/ 48 w 9651"/>
                  <a:gd name="connsiteY7" fmla="*/ 5606 h 8648"/>
                  <a:gd name="connsiteX0" fmla="*/ 41 w 9991"/>
                  <a:gd name="connsiteY0" fmla="*/ 6482 h 9316"/>
                  <a:gd name="connsiteX1" fmla="*/ 2419 w 9991"/>
                  <a:gd name="connsiteY1" fmla="*/ 730 h 9316"/>
                  <a:gd name="connsiteX2" fmla="*/ 6523 w 9991"/>
                  <a:gd name="connsiteY2" fmla="*/ 191 h 9316"/>
                  <a:gd name="connsiteX3" fmla="*/ 9438 w 9991"/>
                  <a:gd name="connsiteY3" fmla="*/ 1745 h 9316"/>
                  <a:gd name="connsiteX4" fmla="*/ 9800 w 9991"/>
                  <a:gd name="connsiteY4" fmla="*/ 6104 h 9316"/>
                  <a:gd name="connsiteX5" fmla="*/ 7241 w 9991"/>
                  <a:gd name="connsiteY5" fmla="*/ 9273 h 9316"/>
                  <a:gd name="connsiteX6" fmla="*/ 1411 w 9991"/>
                  <a:gd name="connsiteY6" fmla="*/ 7856 h 9316"/>
                  <a:gd name="connsiteX7" fmla="*/ 41 w 9991"/>
                  <a:gd name="connsiteY7" fmla="*/ 6482 h 9316"/>
                  <a:gd name="connsiteX0" fmla="*/ 19 w 10708"/>
                  <a:gd name="connsiteY0" fmla="*/ 7721 h 10038"/>
                  <a:gd name="connsiteX1" fmla="*/ 3129 w 10708"/>
                  <a:gd name="connsiteY1" fmla="*/ 825 h 10038"/>
                  <a:gd name="connsiteX2" fmla="*/ 7237 w 10708"/>
                  <a:gd name="connsiteY2" fmla="*/ 246 h 10038"/>
                  <a:gd name="connsiteX3" fmla="*/ 10155 w 10708"/>
                  <a:gd name="connsiteY3" fmla="*/ 1914 h 10038"/>
                  <a:gd name="connsiteX4" fmla="*/ 10517 w 10708"/>
                  <a:gd name="connsiteY4" fmla="*/ 6593 h 10038"/>
                  <a:gd name="connsiteX5" fmla="*/ 7956 w 10708"/>
                  <a:gd name="connsiteY5" fmla="*/ 9995 h 10038"/>
                  <a:gd name="connsiteX6" fmla="*/ 2120 w 10708"/>
                  <a:gd name="connsiteY6" fmla="*/ 8474 h 10038"/>
                  <a:gd name="connsiteX7" fmla="*/ 19 w 10708"/>
                  <a:gd name="connsiteY7" fmla="*/ 7721 h 10038"/>
                  <a:gd name="connsiteX0" fmla="*/ 359 w 11048"/>
                  <a:gd name="connsiteY0" fmla="*/ 7721 h 10038"/>
                  <a:gd name="connsiteX1" fmla="*/ 3469 w 11048"/>
                  <a:gd name="connsiteY1" fmla="*/ 825 h 10038"/>
                  <a:gd name="connsiteX2" fmla="*/ 7577 w 11048"/>
                  <a:gd name="connsiteY2" fmla="*/ 246 h 10038"/>
                  <a:gd name="connsiteX3" fmla="*/ 10495 w 11048"/>
                  <a:gd name="connsiteY3" fmla="*/ 1914 h 10038"/>
                  <a:gd name="connsiteX4" fmla="*/ 10857 w 11048"/>
                  <a:gd name="connsiteY4" fmla="*/ 6593 h 10038"/>
                  <a:gd name="connsiteX5" fmla="*/ 8296 w 11048"/>
                  <a:gd name="connsiteY5" fmla="*/ 9995 h 10038"/>
                  <a:gd name="connsiteX6" fmla="*/ 2460 w 11048"/>
                  <a:gd name="connsiteY6" fmla="*/ 8474 h 10038"/>
                  <a:gd name="connsiteX7" fmla="*/ 359 w 11048"/>
                  <a:gd name="connsiteY7" fmla="*/ 7721 h 10038"/>
                  <a:gd name="connsiteX0" fmla="*/ 359 w 11048"/>
                  <a:gd name="connsiteY0" fmla="*/ 8392 h 10075"/>
                  <a:gd name="connsiteX1" fmla="*/ 3469 w 11048"/>
                  <a:gd name="connsiteY1" fmla="*/ 864 h 10075"/>
                  <a:gd name="connsiteX2" fmla="*/ 7577 w 11048"/>
                  <a:gd name="connsiteY2" fmla="*/ 285 h 10075"/>
                  <a:gd name="connsiteX3" fmla="*/ 10495 w 11048"/>
                  <a:gd name="connsiteY3" fmla="*/ 1953 h 10075"/>
                  <a:gd name="connsiteX4" fmla="*/ 10857 w 11048"/>
                  <a:gd name="connsiteY4" fmla="*/ 6632 h 10075"/>
                  <a:gd name="connsiteX5" fmla="*/ 8296 w 11048"/>
                  <a:gd name="connsiteY5" fmla="*/ 10034 h 10075"/>
                  <a:gd name="connsiteX6" fmla="*/ 2460 w 11048"/>
                  <a:gd name="connsiteY6" fmla="*/ 8513 h 10075"/>
                  <a:gd name="connsiteX7" fmla="*/ 359 w 11048"/>
                  <a:gd name="connsiteY7" fmla="*/ 8392 h 10075"/>
                  <a:gd name="connsiteX0" fmla="*/ 371 w 11060"/>
                  <a:gd name="connsiteY0" fmla="*/ 8392 h 10075"/>
                  <a:gd name="connsiteX1" fmla="*/ 3481 w 11060"/>
                  <a:gd name="connsiteY1" fmla="*/ 864 h 10075"/>
                  <a:gd name="connsiteX2" fmla="*/ 7589 w 11060"/>
                  <a:gd name="connsiteY2" fmla="*/ 285 h 10075"/>
                  <a:gd name="connsiteX3" fmla="*/ 10507 w 11060"/>
                  <a:gd name="connsiteY3" fmla="*/ 1953 h 10075"/>
                  <a:gd name="connsiteX4" fmla="*/ 10869 w 11060"/>
                  <a:gd name="connsiteY4" fmla="*/ 6632 h 10075"/>
                  <a:gd name="connsiteX5" fmla="*/ 8308 w 11060"/>
                  <a:gd name="connsiteY5" fmla="*/ 10034 h 10075"/>
                  <a:gd name="connsiteX6" fmla="*/ 2472 w 11060"/>
                  <a:gd name="connsiteY6" fmla="*/ 8513 h 10075"/>
                  <a:gd name="connsiteX7" fmla="*/ 371 w 11060"/>
                  <a:gd name="connsiteY7" fmla="*/ 8392 h 10075"/>
                  <a:gd name="connsiteX0" fmla="*/ 54 w 10743"/>
                  <a:gd name="connsiteY0" fmla="*/ 9468 h 11151"/>
                  <a:gd name="connsiteX1" fmla="*/ 4027 w 10743"/>
                  <a:gd name="connsiteY1" fmla="*/ 495 h 11151"/>
                  <a:gd name="connsiteX2" fmla="*/ 7272 w 10743"/>
                  <a:gd name="connsiteY2" fmla="*/ 1361 h 11151"/>
                  <a:gd name="connsiteX3" fmla="*/ 10190 w 10743"/>
                  <a:gd name="connsiteY3" fmla="*/ 3029 h 11151"/>
                  <a:gd name="connsiteX4" fmla="*/ 10552 w 10743"/>
                  <a:gd name="connsiteY4" fmla="*/ 7708 h 11151"/>
                  <a:gd name="connsiteX5" fmla="*/ 7991 w 10743"/>
                  <a:gd name="connsiteY5" fmla="*/ 11110 h 11151"/>
                  <a:gd name="connsiteX6" fmla="*/ 2155 w 10743"/>
                  <a:gd name="connsiteY6" fmla="*/ 9589 h 11151"/>
                  <a:gd name="connsiteX7" fmla="*/ 54 w 10743"/>
                  <a:gd name="connsiteY7" fmla="*/ 9468 h 11151"/>
                  <a:gd name="connsiteX0" fmla="*/ 54 w 10743"/>
                  <a:gd name="connsiteY0" fmla="*/ 9506 h 11189"/>
                  <a:gd name="connsiteX1" fmla="*/ 4027 w 10743"/>
                  <a:gd name="connsiteY1" fmla="*/ 533 h 11189"/>
                  <a:gd name="connsiteX2" fmla="*/ 7272 w 10743"/>
                  <a:gd name="connsiteY2" fmla="*/ 1399 h 11189"/>
                  <a:gd name="connsiteX3" fmla="*/ 10190 w 10743"/>
                  <a:gd name="connsiteY3" fmla="*/ 3067 h 11189"/>
                  <a:gd name="connsiteX4" fmla="*/ 10552 w 10743"/>
                  <a:gd name="connsiteY4" fmla="*/ 7746 h 11189"/>
                  <a:gd name="connsiteX5" fmla="*/ 7991 w 10743"/>
                  <a:gd name="connsiteY5" fmla="*/ 11148 h 11189"/>
                  <a:gd name="connsiteX6" fmla="*/ 2155 w 10743"/>
                  <a:gd name="connsiteY6" fmla="*/ 9627 h 11189"/>
                  <a:gd name="connsiteX7" fmla="*/ 54 w 10743"/>
                  <a:gd name="connsiteY7" fmla="*/ 9506 h 11189"/>
                  <a:gd name="connsiteX0" fmla="*/ 40 w 11293"/>
                  <a:gd name="connsiteY0" fmla="*/ 9082 h 11127"/>
                  <a:gd name="connsiteX1" fmla="*/ 4577 w 11293"/>
                  <a:gd name="connsiteY1" fmla="*/ 470 h 11127"/>
                  <a:gd name="connsiteX2" fmla="*/ 7822 w 11293"/>
                  <a:gd name="connsiteY2" fmla="*/ 1336 h 11127"/>
                  <a:gd name="connsiteX3" fmla="*/ 10740 w 11293"/>
                  <a:gd name="connsiteY3" fmla="*/ 3004 h 11127"/>
                  <a:gd name="connsiteX4" fmla="*/ 11102 w 11293"/>
                  <a:gd name="connsiteY4" fmla="*/ 7683 h 11127"/>
                  <a:gd name="connsiteX5" fmla="*/ 8541 w 11293"/>
                  <a:gd name="connsiteY5" fmla="*/ 11085 h 11127"/>
                  <a:gd name="connsiteX6" fmla="*/ 2705 w 11293"/>
                  <a:gd name="connsiteY6" fmla="*/ 9564 h 11127"/>
                  <a:gd name="connsiteX7" fmla="*/ 40 w 11293"/>
                  <a:gd name="connsiteY7" fmla="*/ 9082 h 11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293" h="11127">
                    <a:moveTo>
                      <a:pt x="40" y="9082"/>
                    </a:moveTo>
                    <a:cubicBezTo>
                      <a:pt x="352" y="7566"/>
                      <a:pt x="3280" y="1761"/>
                      <a:pt x="4577" y="470"/>
                    </a:cubicBezTo>
                    <a:cubicBezTo>
                      <a:pt x="5874" y="-821"/>
                      <a:pt x="6795" y="914"/>
                      <a:pt x="7822" y="1336"/>
                    </a:cubicBezTo>
                    <a:cubicBezTo>
                      <a:pt x="8849" y="1758"/>
                      <a:pt x="10193" y="1947"/>
                      <a:pt x="10740" y="3004"/>
                    </a:cubicBezTo>
                    <a:cubicBezTo>
                      <a:pt x="11287" y="4061"/>
                      <a:pt x="11468" y="6337"/>
                      <a:pt x="11102" y="7683"/>
                    </a:cubicBezTo>
                    <a:cubicBezTo>
                      <a:pt x="10736" y="9030"/>
                      <a:pt x="9940" y="10771"/>
                      <a:pt x="8541" y="11085"/>
                    </a:cubicBezTo>
                    <a:cubicBezTo>
                      <a:pt x="7141" y="11398"/>
                      <a:pt x="4122" y="9898"/>
                      <a:pt x="2705" y="9564"/>
                    </a:cubicBezTo>
                    <a:cubicBezTo>
                      <a:pt x="1288" y="9230"/>
                      <a:pt x="-272" y="10598"/>
                      <a:pt x="40" y="9082"/>
                    </a:cubicBezTo>
                    <a:close/>
                  </a:path>
                </a:pathLst>
              </a:custGeom>
              <a:solidFill>
                <a:srgbClr val="66CCFF"/>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grpSp>
            <p:nvGrpSpPr>
              <p:cNvPr id="370" name="Group 327"/>
              <p:cNvGrpSpPr>
                <a:grpSpLocks/>
              </p:cNvGrpSpPr>
              <p:nvPr/>
            </p:nvGrpSpPr>
            <p:grpSpPr bwMode="auto">
              <a:xfrm>
                <a:off x="7908175" y="5241780"/>
                <a:ext cx="536554" cy="263548"/>
                <a:chOff x="1871277" y="1576300"/>
                <a:chExt cx="1128371" cy="437861"/>
              </a:xfrm>
            </p:grpSpPr>
            <p:sp>
              <p:nvSpPr>
                <p:cNvPr id="374" name="Oval 373"/>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75" name="Rectangle 374"/>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76" name="Oval 375"/>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77" name="Freeform 376"/>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78" name="Freeform 377"/>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79" name="Freeform 378"/>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80" name="Freeform 379"/>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81" name="Straight Connector 380"/>
                <p:cNvCxnSpPr>
                  <a:endCxn id="376"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82" name="Straight Connector 381"/>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371" name="Group 370"/>
              <p:cNvGrpSpPr/>
              <p:nvPr/>
            </p:nvGrpSpPr>
            <p:grpSpPr>
              <a:xfrm>
                <a:off x="7876581" y="5223365"/>
                <a:ext cx="466894" cy="369332"/>
                <a:chOff x="599495" y="1708643"/>
                <a:chExt cx="491778" cy="409344"/>
              </a:xfrm>
            </p:grpSpPr>
            <p:sp>
              <p:nvSpPr>
                <p:cNvPr id="372" name="Oval 371"/>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373" name="TextBox 372"/>
                <p:cNvSpPr txBox="1"/>
                <p:nvPr/>
              </p:nvSpPr>
              <p:spPr>
                <a:xfrm>
                  <a:off x="599495" y="1708643"/>
                  <a:ext cx="491778" cy="409344"/>
                </a:xfrm>
                <a:prstGeom prst="rect">
                  <a:avLst/>
                </a:prstGeom>
                <a:noFill/>
              </p:spPr>
              <p:txBody>
                <a:bodyPr wrap="none" rtlCol="0">
                  <a:spAutoFit/>
                </a:bodyPr>
                <a:lstStyle/>
                <a:p>
                  <a:pPr algn="ctr"/>
                  <a:r>
                    <a:rPr lang="en-US" dirty="0"/>
                    <a:t>  X</a:t>
                  </a:r>
                </a:p>
              </p:txBody>
            </p:sp>
          </p:grpSp>
        </p:grpSp>
        <p:cxnSp>
          <p:nvCxnSpPr>
            <p:cNvPr id="402" name="Straight Connector 401"/>
            <p:cNvCxnSpPr/>
            <p:nvPr/>
          </p:nvCxnSpPr>
          <p:spPr bwMode="auto">
            <a:xfrm flipH="1">
              <a:off x="7133690" y="5764030"/>
              <a:ext cx="870024" cy="9999"/>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grpSp>
      <p:grpSp>
        <p:nvGrpSpPr>
          <p:cNvPr id="7" name="Group 6"/>
          <p:cNvGrpSpPr/>
          <p:nvPr/>
        </p:nvGrpSpPr>
        <p:grpSpPr>
          <a:xfrm>
            <a:off x="5713444" y="2742076"/>
            <a:ext cx="1009362" cy="768350"/>
            <a:chOff x="5713444" y="2379268"/>
            <a:chExt cx="1009362" cy="768350"/>
          </a:xfrm>
        </p:grpSpPr>
        <p:sp>
          <p:nvSpPr>
            <p:cNvPr id="162850" name="AutoShape 118"/>
            <p:cNvSpPr>
              <a:spLocks noChangeArrowheads="1"/>
            </p:cNvSpPr>
            <p:nvPr/>
          </p:nvSpPr>
          <p:spPr bwMode="auto">
            <a:xfrm rot="17597965">
              <a:off x="5467382" y="2625330"/>
              <a:ext cx="768350" cy="276226"/>
            </a:xfrm>
            <a:prstGeom prst="leftArrow">
              <a:avLst>
                <a:gd name="adj1" fmla="val 50000"/>
                <a:gd name="adj2" fmla="val 69540"/>
              </a:avLst>
            </a:prstGeom>
            <a:gradFill rotWithShape="1">
              <a:gsLst>
                <a:gs pos="0">
                  <a:srgbClr val="FF0000"/>
                </a:gs>
                <a:gs pos="100000">
                  <a:schemeClr val="bg1"/>
                </a:gs>
              </a:gsLst>
              <a:lin ang="0" scaled="1"/>
            </a:gra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p>
          </p:txBody>
        </p:sp>
        <p:sp>
          <p:nvSpPr>
            <p:cNvPr id="162851" name="Text Box 119"/>
            <p:cNvSpPr txBox="1">
              <a:spLocks noChangeArrowheads="1"/>
            </p:cNvSpPr>
            <p:nvPr/>
          </p:nvSpPr>
          <p:spPr bwMode="auto">
            <a:xfrm>
              <a:off x="5906829" y="2784958"/>
              <a:ext cx="815977"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nSpc>
                  <a:spcPct val="85000"/>
                </a:lnSpc>
              </a:pPr>
              <a:r>
                <a:rPr lang="en-US" sz="1600" i="1" dirty="0">
                  <a:solidFill>
                    <a:srgbClr val="CC0000"/>
                  </a:solidFill>
                </a:rPr>
                <a:t>AS3,X </a:t>
              </a:r>
            </a:p>
          </p:txBody>
        </p:sp>
      </p:grpSp>
      <p:grpSp>
        <p:nvGrpSpPr>
          <p:cNvPr id="6" name="Group 5"/>
          <p:cNvGrpSpPr/>
          <p:nvPr/>
        </p:nvGrpSpPr>
        <p:grpSpPr>
          <a:xfrm>
            <a:off x="2028828" y="2801412"/>
            <a:ext cx="1260153" cy="888605"/>
            <a:chOff x="2028828" y="2438604"/>
            <a:chExt cx="1260153" cy="888605"/>
          </a:xfrm>
        </p:grpSpPr>
        <p:sp>
          <p:nvSpPr>
            <p:cNvPr id="332" name="Text Box 119"/>
            <p:cNvSpPr txBox="1">
              <a:spLocks noChangeArrowheads="1"/>
            </p:cNvSpPr>
            <p:nvPr/>
          </p:nvSpPr>
          <p:spPr bwMode="auto">
            <a:xfrm>
              <a:off x="2028828" y="3019432"/>
              <a:ext cx="1260153" cy="30777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nSpc>
                  <a:spcPct val="85000"/>
                </a:lnSpc>
              </a:pPr>
              <a:r>
                <a:rPr lang="en-US" sz="1600" i="1" dirty="0">
                  <a:solidFill>
                    <a:srgbClr val="CC0000"/>
                  </a:solidFill>
                </a:rPr>
                <a:t>AS2,AS3,X </a:t>
              </a:r>
            </a:p>
          </p:txBody>
        </p:sp>
        <p:sp>
          <p:nvSpPr>
            <p:cNvPr id="327" name="AutoShape 118"/>
            <p:cNvSpPr>
              <a:spLocks noChangeArrowheads="1"/>
            </p:cNvSpPr>
            <p:nvPr/>
          </p:nvSpPr>
          <p:spPr bwMode="auto">
            <a:xfrm rot="3445218">
              <a:off x="2734864" y="2684666"/>
              <a:ext cx="768350" cy="276225"/>
            </a:xfrm>
            <a:prstGeom prst="leftArrow">
              <a:avLst>
                <a:gd name="adj1" fmla="val 50000"/>
                <a:gd name="adj2" fmla="val 69540"/>
              </a:avLst>
            </a:prstGeom>
            <a:gradFill rotWithShape="1">
              <a:gsLst>
                <a:gs pos="0">
                  <a:srgbClr val="FF0000"/>
                </a:gs>
                <a:gs pos="100000">
                  <a:schemeClr val="bg1"/>
                </a:gs>
              </a:gsLst>
              <a:lin ang="0" scaled="1"/>
            </a:gra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p>
          </p:txBody>
        </p:sp>
      </p:grpSp>
      <p:grpSp>
        <p:nvGrpSpPr>
          <p:cNvPr id="5" name="Group 4"/>
          <p:cNvGrpSpPr/>
          <p:nvPr/>
        </p:nvGrpSpPr>
        <p:grpSpPr>
          <a:xfrm>
            <a:off x="1400150" y="2281383"/>
            <a:ext cx="1113456" cy="802903"/>
            <a:chOff x="4057381" y="2820739"/>
            <a:chExt cx="1113456" cy="802903"/>
          </a:xfrm>
        </p:grpSpPr>
        <p:cxnSp>
          <p:nvCxnSpPr>
            <p:cNvPr id="3" name="Straight Arrow Connector 2"/>
            <p:cNvCxnSpPr/>
            <p:nvPr/>
          </p:nvCxnSpPr>
          <p:spPr bwMode="auto">
            <a:xfrm flipH="1" flipV="1">
              <a:off x="4769093" y="2820739"/>
              <a:ext cx="401744" cy="302376"/>
            </a:xfrm>
            <a:prstGeom prst="straightConnector1">
              <a:avLst/>
            </a:prstGeom>
            <a:solidFill>
              <a:schemeClr val="accent1"/>
            </a:solidFill>
            <a:ln w="25400" cap="flat" cmpd="sng" algn="ctr">
              <a:solidFill>
                <a:srgbClr val="CC0000"/>
              </a:solidFill>
              <a:prstDash val="solid"/>
              <a:round/>
              <a:headEnd type="none" w="med" len="med"/>
              <a:tailEnd type="triangle"/>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330" name="Straight Arrow Connector 329"/>
            <p:cNvCxnSpPr/>
            <p:nvPr/>
          </p:nvCxnSpPr>
          <p:spPr bwMode="auto">
            <a:xfrm flipH="1" flipV="1">
              <a:off x="4057381" y="3181458"/>
              <a:ext cx="1059565" cy="14171"/>
            </a:xfrm>
            <a:prstGeom prst="straightConnector1">
              <a:avLst/>
            </a:prstGeom>
            <a:solidFill>
              <a:schemeClr val="accent1"/>
            </a:solidFill>
            <a:ln w="25400" cap="flat" cmpd="sng" algn="ctr">
              <a:solidFill>
                <a:srgbClr val="CC0000"/>
              </a:solidFill>
              <a:prstDash val="solid"/>
              <a:round/>
              <a:headEnd type="none" w="med" len="med"/>
              <a:tailEnd type="triangle"/>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331" name="Straight Arrow Connector 330"/>
            <p:cNvCxnSpPr/>
            <p:nvPr/>
          </p:nvCxnSpPr>
          <p:spPr bwMode="auto">
            <a:xfrm flipH="1">
              <a:off x="4741068" y="3344630"/>
              <a:ext cx="409376" cy="279012"/>
            </a:xfrm>
            <a:prstGeom prst="straightConnector1">
              <a:avLst/>
            </a:prstGeom>
            <a:solidFill>
              <a:schemeClr val="accent1"/>
            </a:solidFill>
            <a:ln w="25400" cap="flat" cmpd="sng" algn="ctr">
              <a:solidFill>
                <a:srgbClr val="CC0000"/>
              </a:solidFill>
              <a:prstDash val="solid"/>
              <a:round/>
              <a:headEnd type="none" w="med" len="med"/>
              <a:tailEnd type="triangle"/>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grpSp>
      <p:cxnSp>
        <p:nvCxnSpPr>
          <p:cNvPr id="325" name="Straight Connector 324"/>
          <p:cNvCxnSpPr>
            <a:stCxn id="148" idx="1"/>
          </p:cNvCxnSpPr>
          <p:nvPr/>
        </p:nvCxnSpPr>
        <p:spPr bwMode="auto">
          <a:xfrm flipH="1">
            <a:off x="3046901" y="2522161"/>
            <a:ext cx="2716814" cy="143913"/>
          </a:xfrm>
          <a:prstGeom prst="line">
            <a:avLst/>
          </a:prstGeom>
          <a:solidFill>
            <a:schemeClr val="accent1"/>
          </a:solidFill>
          <a:ln w="3810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grpSp>
        <p:nvGrpSpPr>
          <p:cNvPr id="4" name="Group 3"/>
          <p:cNvGrpSpPr/>
          <p:nvPr/>
        </p:nvGrpSpPr>
        <p:grpSpPr>
          <a:xfrm>
            <a:off x="4617960" y="1984134"/>
            <a:ext cx="968155" cy="547957"/>
            <a:chOff x="4617960" y="1621326"/>
            <a:chExt cx="968155" cy="547957"/>
          </a:xfrm>
        </p:grpSpPr>
        <p:sp>
          <p:nvSpPr>
            <p:cNvPr id="329" name="AutoShape 118"/>
            <p:cNvSpPr>
              <a:spLocks noChangeArrowheads="1"/>
            </p:cNvSpPr>
            <p:nvPr/>
          </p:nvSpPr>
          <p:spPr bwMode="auto">
            <a:xfrm rot="21413181">
              <a:off x="4617960" y="1893058"/>
              <a:ext cx="768350" cy="276225"/>
            </a:xfrm>
            <a:prstGeom prst="leftArrow">
              <a:avLst>
                <a:gd name="adj1" fmla="val 50000"/>
                <a:gd name="adj2" fmla="val 69540"/>
              </a:avLst>
            </a:prstGeom>
            <a:gradFill rotWithShape="1">
              <a:gsLst>
                <a:gs pos="0">
                  <a:srgbClr val="FF0000"/>
                </a:gs>
                <a:gs pos="100000">
                  <a:schemeClr val="bg1"/>
                </a:gs>
              </a:gsLst>
              <a:lin ang="0" scaled="1"/>
            </a:gra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p>
          </p:txBody>
        </p:sp>
        <p:sp>
          <p:nvSpPr>
            <p:cNvPr id="2" name="TextBox 1"/>
            <p:cNvSpPr txBox="1"/>
            <p:nvPr/>
          </p:nvSpPr>
          <p:spPr>
            <a:xfrm rot="21418560">
              <a:off x="4770795" y="1621326"/>
              <a:ext cx="815320" cy="338554"/>
            </a:xfrm>
            <a:prstGeom prst="rect">
              <a:avLst/>
            </a:prstGeom>
            <a:noFill/>
          </p:spPr>
          <p:txBody>
            <a:bodyPr wrap="none" rtlCol="0">
              <a:spAutoFit/>
            </a:bodyPr>
            <a:lstStyle/>
            <a:p>
              <a:r>
                <a:rPr lang="en-US" sz="1600" i="1" dirty="0">
                  <a:solidFill>
                    <a:srgbClr val="CC0000"/>
                  </a:solidFill>
                </a:rPr>
                <a:t>AS3,X</a:t>
              </a:r>
            </a:p>
          </p:txBody>
        </p:sp>
      </p:grpSp>
      <p:sp>
        <p:nvSpPr>
          <p:cNvPr id="334" name="Rectangle 4"/>
          <p:cNvSpPr txBox="1">
            <a:spLocks noChangeArrowheads="1"/>
          </p:cNvSpPr>
          <p:nvPr/>
        </p:nvSpPr>
        <p:spPr bwMode="auto">
          <a:xfrm>
            <a:off x="3478500" y="5238590"/>
            <a:ext cx="5389671" cy="10287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293688" indent="-293688">
              <a:lnSpc>
                <a:spcPct val="90000"/>
              </a:lnSpc>
            </a:pPr>
            <a:r>
              <a:rPr lang="en-US" sz="2000" dirty="0">
                <a:latin typeface="Arial"/>
                <a:cs typeface="Arial"/>
              </a:rPr>
              <a:t>1</a:t>
            </a:r>
            <a:r>
              <a:rPr lang="en-US" sz="2000" dirty="0">
                <a:latin typeface="Gill Sans MT" charset="0"/>
              </a:rPr>
              <a:t>d: OSPF intra-domain routing: to get to </a:t>
            </a:r>
            <a:r>
              <a:rPr lang="en-US" sz="2000" dirty="0">
                <a:latin typeface="Arial"/>
                <a:cs typeface="Arial"/>
              </a:rPr>
              <a:t>1</a:t>
            </a:r>
            <a:r>
              <a:rPr lang="en-US" sz="2000" dirty="0">
                <a:latin typeface="Gill Sans MT" charset="0"/>
              </a:rPr>
              <a:t>c, forward over outgoing local interface </a:t>
            </a:r>
            <a:r>
              <a:rPr lang="en-US" sz="2000" dirty="0">
                <a:latin typeface="Arial"/>
                <a:cs typeface="Arial"/>
              </a:rPr>
              <a:t>1</a:t>
            </a:r>
          </a:p>
        </p:txBody>
      </p:sp>
      <p:sp>
        <p:nvSpPr>
          <p:cNvPr id="328" name="TextBox 327"/>
          <p:cNvSpPr txBox="1"/>
          <p:nvPr/>
        </p:nvSpPr>
        <p:spPr>
          <a:xfrm rot="21418560">
            <a:off x="2282548" y="2116378"/>
            <a:ext cx="815320" cy="338554"/>
          </a:xfrm>
          <a:prstGeom prst="rect">
            <a:avLst/>
          </a:prstGeom>
          <a:noFill/>
        </p:spPr>
        <p:txBody>
          <a:bodyPr wrap="none" rtlCol="0">
            <a:spAutoFit/>
          </a:bodyPr>
          <a:lstStyle/>
          <a:p>
            <a:r>
              <a:rPr lang="en-US" sz="1600" i="1" dirty="0">
                <a:solidFill>
                  <a:srgbClr val="CC0000"/>
                </a:solidFill>
              </a:rPr>
              <a:t>AS3,X</a:t>
            </a:r>
          </a:p>
        </p:txBody>
      </p:sp>
      <p:sp>
        <p:nvSpPr>
          <p:cNvPr id="8" name="TextBox 7"/>
          <p:cNvSpPr txBox="1"/>
          <p:nvPr/>
        </p:nvSpPr>
        <p:spPr>
          <a:xfrm>
            <a:off x="604729" y="1189190"/>
            <a:ext cx="7270064" cy="400110"/>
          </a:xfrm>
          <a:prstGeom prst="rect">
            <a:avLst/>
          </a:prstGeom>
          <a:noFill/>
        </p:spPr>
        <p:txBody>
          <a:bodyPr wrap="none" rtlCol="0">
            <a:spAutoFit/>
          </a:bodyPr>
          <a:lstStyle/>
          <a:p>
            <a:r>
              <a:rPr lang="en-US" sz="2000" dirty="0">
                <a:solidFill>
                  <a:srgbClr val="000090"/>
                </a:solidFill>
              </a:rPr>
              <a:t>Q: how does router set forwarding table entry to distant prefix?</a:t>
            </a:r>
          </a:p>
        </p:txBody>
      </p:sp>
      <p:grpSp>
        <p:nvGrpSpPr>
          <p:cNvPr id="14" name="Group 13"/>
          <p:cNvGrpSpPr/>
          <p:nvPr/>
        </p:nvGrpSpPr>
        <p:grpSpPr>
          <a:xfrm>
            <a:off x="1149470" y="2245331"/>
            <a:ext cx="1300492" cy="1068501"/>
            <a:chOff x="1149470" y="2245331"/>
            <a:chExt cx="1300492" cy="1068501"/>
          </a:xfrm>
        </p:grpSpPr>
        <p:sp>
          <p:nvSpPr>
            <p:cNvPr id="9" name="TextBox 8"/>
            <p:cNvSpPr txBox="1"/>
            <p:nvPr/>
          </p:nvSpPr>
          <p:spPr>
            <a:xfrm>
              <a:off x="2165447" y="2998844"/>
              <a:ext cx="284515" cy="307777"/>
            </a:xfrm>
            <a:prstGeom prst="rect">
              <a:avLst/>
            </a:prstGeom>
            <a:noFill/>
          </p:spPr>
          <p:txBody>
            <a:bodyPr wrap="none" rtlCol="0">
              <a:spAutoFit/>
            </a:bodyPr>
            <a:lstStyle/>
            <a:p>
              <a:r>
                <a:rPr lang="en-US" sz="1400" dirty="0"/>
                <a:t>1</a:t>
              </a:r>
            </a:p>
          </p:txBody>
        </p:sp>
        <p:sp>
          <p:nvSpPr>
            <p:cNvPr id="336" name="TextBox 335"/>
            <p:cNvSpPr txBox="1"/>
            <p:nvPr/>
          </p:nvSpPr>
          <p:spPr>
            <a:xfrm>
              <a:off x="1458923" y="3006055"/>
              <a:ext cx="284515" cy="307777"/>
            </a:xfrm>
            <a:prstGeom prst="rect">
              <a:avLst/>
            </a:prstGeom>
            <a:noFill/>
          </p:spPr>
          <p:txBody>
            <a:bodyPr wrap="none" rtlCol="0">
              <a:spAutoFit/>
            </a:bodyPr>
            <a:lstStyle/>
            <a:p>
              <a:r>
                <a:rPr lang="en-US" sz="1400" dirty="0"/>
                <a:t>2</a:t>
              </a:r>
            </a:p>
          </p:txBody>
        </p:sp>
        <p:sp>
          <p:nvSpPr>
            <p:cNvPr id="338" name="TextBox 337"/>
            <p:cNvSpPr txBox="1"/>
            <p:nvPr/>
          </p:nvSpPr>
          <p:spPr>
            <a:xfrm>
              <a:off x="1149470" y="2245331"/>
              <a:ext cx="284515" cy="307777"/>
            </a:xfrm>
            <a:prstGeom prst="rect">
              <a:avLst/>
            </a:prstGeom>
            <a:noFill/>
          </p:spPr>
          <p:txBody>
            <a:bodyPr wrap="none" rtlCol="0">
              <a:spAutoFit/>
            </a:bodyPr>
            <a:lstStyle/>
            <a:p>
              <a:r>
                <a:rPr lang="en-US" sz="1400" dirty="0"/>
                <a:t>1</a:t>
              </a:r>
            </a:p>
          </p:txBody>
        </p:sp>
        <p:sp>
          <p:nvSpPr>
            <p:cNvPr id="339" name="TextBox 338"/>
            <p:cNvSpPr txBox="1"/>
            <p:nvPr/>
          </p:nvSpPr>
          <p:spPr>
            <a:xfrm>
              <a:off x="1339883" y="2623598"/>
              <a:ext cx="284515" cy="307777"/>
            </a:xfrm>
            <a:prstGeom prst="rect">
              <a:avLst/>
            </a:prstGeom>
            <a:noFill/>
          </p:spPr>
          <p:txBody>
            <a:bodyPr wrap="none" rtlCol="0">
              <a:spAutoFit/>
            </a:bodyPr>
            <a:lstStyle/>
            <a:p>
              <a:r>
                <a:rPr lang="en-US" sz="1400" dirty="0"/>
                <a:t>2</a:t>
              </a:r>
            </a:p>
          </p:txBody>
        </p:sp>
      </p:grpSp>
      <p:grpSp>
        <p:nvGrpSpPr>
          <p:cNvPr id="13" name="Group 12"/>
          <p:cNvGrpSpPr/>
          <p:nvPr/>
        </p:nvGrpSpPr>
        <p:grpSpPr>
          <a:xfrm>
            <a:off x="537654" y="3379309"/>
            <a:ext cx="1694528" cy="2911109"/>
            <a:chOff x="537654" y="3379309"/>
            <a:chExt cx="1694528" cy="2911109"/>
          </a:xfrm>
        </p:grpSpPr>
        <p:sp>
          <p:nvSpPr>
            <p:cNvPr id="469" name="Freeform 468"/>
            <p:cNvSpPr/>
            <p:nvPr/>
          </p:nvSpPr>
          <p:spPr>
            <a:xfrm rot="10326036" flipH="1">
              <a:off x="771808" y="3379309"/>
              <a:ext cx="1333280" cy="959366"/>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325315"/>
                <a:gd name="connsiteY0" fmla="*/ 1160935 h 1160935"/>
                <a:gd name="connsiteX1" fmla="*/ 0 w 1325315"/>
                <a:gd name="connsiteY1" fmla="*/ 0 h 1160935"/>
                <a:gd name="connsiteX2" fmla="*/ 1040633 w 1325315"/>
                <a:gd name="connsiteY2" fmla="*/ 16785 h 1160935"/>
                <a:gd name="connsiteX3" fmla="*/ 1214315 w 1325315"/>
                <a:gd name="connsiteY3" fmla="*/ 1064597 h 1160935"/>
                <a:gd name="connsiteX4" fmla="*/ 448507 w 1325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06934 w 1167285"/>
                <a:gd name="connsiteY0" fmla="*/ 967578 h 967578"/>
                <a:gd name="connsiteX1" fmla="*/ 0 w 1167285"/>
                <a:gd name="connsiteY1" fmla="*/ 0 h 967578"/>
                <a:gd name="connsiteX2" fmla="*/ 1005993 w 1167285"/>
                <a:gd name="connsiteY2" fmla="*/ 46284 h 967578"/>
                <a:gd name="connsiteX3" fmla="*/ 1167285 w 1167285"/>
                <a:gd name="connsiteY3" fmla="*/ 895852 h 967578"/>
                <a:gd name="connsiteX4" fmla="*/ 1006934 w 1167285"/>
                <a:gd name="connsiteY4" fmla="*/ 967578 h 967578"/>
                <a:gd name="connsiteX0" fmla="*/ 1006934 w 1167285"/>
                <a:gd name="connsiteY0" fmla="*/ 1132232 h 1132232"/>
                <a:gd name="connsiteX1" fmla="*/ 0 w 1167285"/>
                <a:gd name="connsiteY1" fmla="*/ 164654 h 1132232"/>
                <a:gd name="connsiteX2" fmla="*/ 991394 w 1167285"/>
                <a:gd name="connsiteY2" fmla="*/ 130 h 1132232"/>
                <a:gd name="connsiteX3" fmla="*/ 1167285 w 1167285"/>
                <a:gd name="connsiteY3" fmla="*/ 1060506 h 1132232"/>
                <a:gd name="connsiteX4" fmla="*/ 1006934 w 1167285"/>
                <a:gd name="connsiteY4" fmla="*/ 1132232 h 1132232"/>
                <a:gd name="connsiteX0" fmla="*/ 986900 w 1167285"/>
                <a:gd name="connsiteY0" fmla="*/ 1088164 h 1088164"/>
                <a:gd name="connsiteX1" fmla="*/ 0 w 1167285"/>
                <a:gd name="connsiteY1" fmla="*/ 164654 h 1088164"/>
                <a:gd name="connsiteX2" fmla="*/ 991394 w 1167285"/>
                <a:gd name="connsiteY2" fmla="*/ 130 h 1088164"/>
                <a:gd name="connsiteX3" fmla="*/ 1167285 w 1167285"/>
                <a:gd name="connsiteY3" fmla="*/ 1060506 h 1088164"/>
                <a:gd name="connsiteX4" fmla="*/ 986900 w 1167285"/>
                <a:gd name="connsiteY4" fmla="*/ 1088164 h 1088164"/>
                <a:gd name="connsiteX0" fmla="*/ 986900 w 1167285"/>
                <a:gd name="connsiteY0" fmla="*/ 1088164 h 1088164"/>
                <a:gd name="connsiteX1" fmla="*/ 0 w 1167285"/>
                <a:gd name="connsiteY1" fmla="*/ 164654 h 1088164"/>
                <a:gd name="connsiteX2" fmla="*/ 991394 w 1167285"/>
                <a:gd name="connsiteY2" fmla="*/ 130 h 1088164"/>
                <a:gd name="connsiteX3" fmla="*/ 1167285 w 1167285"/>
                <a:gd name="connsiteY3" fmla="*/ 1060506 h 1088164"/>
                <a:gd name="connsiteX4" fmla="*/ 986900 w 1167285"/>
                <a:gd name="connsiteY4" fmla="*/ 1088164 h 1088164"/>
                <a:gd name="connsiteX0" fmla="*/ 986900 w 1332977"/>
                <a:gd name="connsiteY0" fmla="*/ 1088164 h 1088164"/>
                <a:gd name="connsiteX1" fmla="*/ 0 w 1332977"/>
                <a:gd name="connsiteY1" fmla="*/ 164654 h 1088164"/>
                <a:gd name="connsiteX2" fmla="*/ 991394 w 1332977"/>
                <a:gd name="connsiteY2" fmla="*/ 130 h 1088164"/>
                <a:gd name="connsiteX3" fmla="*/ 1332977 w 1332977"/>
                <a:gd name="connsiteY3" fmla="*/ 1045574 h 1088164"/>
                <a:gd name="connsiteX4" fmla="*/ 986900 w 1332977"/>
                <a:gd name="connsiteY4" fmla="*/ 1088164 h 1088164"/>
                <a:gd name="connsiteX0" fmla="*/ 1029955 w 1332977"/>
                <a:gd name="connsiteY0" fmla="*/ 1143414 h 1143414"/>
                <a:gd name="connsiteX1" fmla="*/ 0 w 1332977"/>
                <a:gd name="connsiteY1" fmla="*/ 164654 h 1143414"/>
                <a:gd name="connsiteX2" fmla="*/ 991394 w 1332977"/>
                <a:gd name="connsiteY2" fmla="*/ 130 h 1143414"/>
                <a:gd name="connsiteX3" fmla="*/ 1332977 w 1332977"/>
                <a:gd name="connsiteY3" fmla="*/ 1045574 h 1143414"/>
                <a:gd name="connsiteX4" fmla="*/ 1029955 w 1332977"/>
                <a:gd name="connsiteY4" fmla="*/ 1143414 h 1143414"/>
                <a:gd name="connsiteX0" fmla="*/ 1029955 w 1332977"/>
                <a:gd name="connsiteY0" fmla="*/ 1143414 h 1143414"/>
                <a:gd name="connsiteX1" fmla="*/ 0 w 1332977"/>
                <a:gd name="connsiteY1" fmla="*/ 164654 h 1143414"/>
                <a:gd name="connsiteX2" fmla="*/ 991394 w 1332977"/>
                <a:gd name="connsiteY2" fmla="*/ 130 h 1143414"/>
                <a:gd name="connsiteX3" fmla="*/ 1332977 w 1332977"/>
                <a:gd name="connsiteY3" fmla="*/ 1045574 h 1143414"/>
                <a:gd name="connsiteX4" fmla="*/ 1029955 w 1332977"/>
                <a:gd name="connsiteY4" fmla="*/ 1143414 h 1143414"/>
                <a:gd name="connsiteX0" fmla="*/ 1029955 w 1332977"/>
                <a:gd name="connsiteY0" fmla="*/ 1143414 h 1143414"/>
                <a:gd name="connsiteX1" fmla="*/ 0 w 1332977"/>
                <a:gd name="connsiteY1" fmla="*/ 164654 h 1143414"/>
                <a:gd name="connsiteX2" fmla="*/ 991394 w 1332977"/>
                <a:gd name="connsiteY2" fmla="*/ 130 h 1143414"/>
                <a:gd name="connsiteX3" fmla="*/ 1332977 w 1332977"/>
                <a:gd name="connsiteY3" fmla="*/ 1045574 h 1143414"/>
                <a:gd name="connsiteX4" fmla="*/ 1029955 w 1332977"/>
                <a:gd name="connsiteY4" fmla="*/ 1143414 h 1143414"/>
                <a:gd name="connsiteX0" fmla="*/ 1029955 w 1332977"/>
                <a:gd name="connsiteY0" fmla="*/ 1143414 h 1143414"/>
                <a:gd name="connsiteX1" fmla="*/ 0 w 1332977"/>
                <a:gd name="connsiteY1" fmla="*/ 164654 h 1143414"/>
                <a:gd name="connsiteX2" fmla="*/ 991394 w 1332977"/>
                <a:gd name="connsiteY2" fmla="*/ 130 h 1143414"/>
                <a:gd name="connsiteX3" fmla="*/ 1332977 w 1332977"/>
                <a:gd name="connsiteY3" fmla="*/ 1045574 h 1143414"/>
                <a:gd name="connsiteX4" fmla="*/ 1029955 w 1332977"/>
                <a:gd name="connsiteY4" fmla="*/ 1143414 h 1143414"/>
                <a:gd name="connsiteX0" fmla="*/ 1029955 w 1332977"/>
                <a:gd name="connsiteY0" fmla="*/ 1143414 h 1143414"/>
                <a:gd name="connsiteX1" fmla="*/ 0 w 1332977"/>
                <a:gd name="connsiteY1" fmla="*/ 164654 h 1143414"/>
                <a:gd name="connsiteX2" fmla="*/ 991394 w 1332977"/>
                <a:gd name="connsiteY2" fmla="*/ 130 h 1143414"/>
                <a:gd name="connsiteX3" fmla="*/ 1332977 w 1332977"/>
                <a:gd name="connsiteY3" fmla="*/ 1045574 h 1143414"/>
                <a:gd name="connsiteX4" fmla="*/ 1029955 w 1332977"/>
                <a:gd name="connsiteY4" fmla="*/ 1143414 h 1143414"/>
                <a:gd name="connsiteX0" fmla="*/ 1029955 w 1332977"/>
                <a:gd name="connsiteY0" fmla="*/ 1143414 h 1143414"/>
                <a:gd name="connsiteX1" fmla="*/ 0 w 1332977"/>
                <a:gd name="connsiteY1" fmla="*/ 164654 h 1143414"/>
                <a:gd name="connsiteX2" fmla="*/ 991394 w 1332977"/>
                <a:gd name="connsiteY2" fmla="*/ 130 h 1143414"/>
                <a:gd name="connsiteX3" fmla="*/ 1332977 w 1332977"/>
                <a:gd name="connsiteY3" fmla="*/ 1045574 h 1143414"/>
                <a:gd name="connsiteX4" fmla="*/ 1029955 w 1332977"/>
                <a:gd name="connsiteY4" fmla="*/ 1143414 h 11434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2977" h="1143414">
                  <a:moveTo>
                    <a:pt x="1029955" y="1143414"/>
                  </a:moveTo>
                  <a:cubicBezTo>
                    <a:pt x="771645" y="868623"/>
                    <a:pt x="908943" y="903822"/>
                    <a:pt x="0" y="164654"/>
                  </a:cubicBezTo>
                  <a:cubicBezTo>
                    <a:pt x="346878" y="170249"/>
                    <a:pt x="644516" y="-5465"/>
                    <a:pt x="991394" y="130"/>
                  </a:cubicBezTo>
                  <a:cubicBezTo>
                    <a:pt x="1125143" y="751678"/>
                    <a:pt x="1116033" y="592331"/>
                    <a:pt x="1332977" y="1045574"/>
                  </a:cubicBezTo>
                  <a:cubicBezTo>
                    <a:pt x="1183663" y="1029001"/>
                    <a:pt x="1194267" y="1059672"/>
                    <a:pt x="1029955" y="1143414"/>
                  </a:cubicBezTo>
                  <a:close/>
                </a:path>
              </a:pathLst>
            </a:custGeom>
            <a:gradFill>
              <a:gsLst>
                <a:gs pos="0">
                  <a:schemeClr val="bg1">
                    <a:lumMod val="95000"/>
                  </a:schemeClr>
                </a:gs>
                <a:gs pos="100000">
                  <a:schemeClr val="bg1">
                    <a:lumMod val="75000"/>
                  </a:schemeClr>
                </a:gs>
              </a:gsLst>
            </a:gradFill>
            <a:ln>
              <a:solidFill>
                <a:schemeClr val="bg1">
                  <a:lumMod val="75000"/>
                </a:schemeClr>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grpSp>
          <p:nvGrpSpPr>
            <p:cNvPr id="12" name="Group 11"/>
            <p:cNvGrpSpPr/>
            <p:nvPr/>
          </p:nvGrpSpPr>
          <p:grpSpPr>
            <a:xfrm>
              <a:off x="537654" y="4169528"/>
              <a:ext cx="1694528" cy="2120890"/>
              <a:chOff x="537654" y="4169528"/>
              <a:chExt cx="1694528" cy="2120890"/>
            </a:xfrm>
          </p:grpSpPr>
          <p:sp>
            <p:nvSpPr>
              <p:cNvPr id="481" name="Rectangle 480"/>
              <p:cNvSpPr/>
              <p:nvPr/>
            </p:nvSpPr>
            <p:spPr bwMode="auto">
              <a:xfrm rot="10800000">
                <a:off x="809301" y="4261100"/>
                <a:ext cx="1027112" cy="994484"/>
              </a:xfrm>
              <a:prstGeom prst="rect">
                <a:avLst/>
              </a:prstGeom>
              <a:gradFill>
                <a:gsLst>
                  <a:gs pos="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grpSp>
            <p:nvGrpSpPr>
              <p:cNvPr id="482" name="Group 104"/>
              <p:cNvGrpSpPr>
                <a:grpSpLocks/>
              </p:cNvGrpSpPr>
              <p:nvPr/>
            </p:nvGrpSpPr>
            <p:grpSpPr bwMode="auto">
              <a:xfrm>
                <a:off x="812771" y="5933069"/>
                <a:ext cx="1034710" cy="357349"/>
                <a:chOff x="4128636" y="3606589"/>
                <a:chExt cx="568145" cy="338667"/>
              </a:xfrm>
            </p:grpSpPr>
            <p:sp>
              <p:nvSpPr>
                <p:cNvPr id="496" name="Oval 495"/>
                <p:cNvSpPr/>
                <p:nvPr/>
              </p:nvSpPr>
              <p:spPr>
                <a:xfrm>
                  <a:off x="4128649" y="3720080"/>
                  <a:ext cx="568332" cy="225176"/>
                </a:xfrm>
                <a:prstGeom prst="ellipse">
                  <a:avLst/>
                </a:prstGeom>
                <a:solidFill>
                  <a:schemeClr val="accent2">
                    <a:lumMod val="75000"/>
                  </a:schemeClr>
                </a:solid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97" name="Rectangle 496"/>
                <p:cNvSpPr/>
                <p:nvPr/>
              </p:nvSpPr>
              <p:spPr>
                <a:xfrm>
                  <a:off x="4128649" y="3720080"/>
                  <a:ext cx="568332" cy="111898"/>
                </a:xfrm>
                <a:prstGeom prst="rect">
                  <a:avLst/>
                </a:prstGeom>
                <a:solidFill>
                  <a:schemeClr val="accent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98" name="Oval 497"/>
                <p:cNvSpPr/>
                <p:nvPr/>
              </p:nvSpPr>
              <p:spPr>
                <a:xfrm>
                  <a:off x="4128649" y="3606801"/>
                  <a:ext cx="568332" cy="225176"/>
                </a:xfrm>
                <a:prstGeom prst="ellipse">
                  <a:avLst/>
                </a:prstGeom>
                <a:solidFill>
                  <a:schemeClr val="accent2">
                    <a:lumMod val="60000"/>
                    <a:lumOff val="40000"/>
                    <a:alpha val="7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99" name="Straight Connector 498"/>
                <p:cNvCxnSpPr/>
                <p:nvPr/>
              </p:nvCxnSpPr>
              <p:spPr>
                <a:xfrm>
                  <a:off x="4696981" y="3720080"/>
                  <a:ext cx="0" cy="111898"/>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00" name="Straight Connector 499"/>
                <p:cNvCxnSpPr/>
                <p:nvPr/>
              </p:nvCxnSpPr>
              <p:spPr>
                <a:xfrm>
                  <a:off x="4128649" y="3720080"/>
                  <a:ext cx="0" cy="111898"/>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sp>
            <p:nvSpPr>
              <p:cNvPr id="483" name="Rectangle 482"/>
              <p:cNvSpPr/>
              <p:nvPr/>
            </p:nvSpPr>
            <p:spPr bwMode="auto">
              <a:xfrm>
                <a:off x="817079" y="5203658"/>
                <a:ext cx="1027112" cy="860514"/>
              </a:xfrm>
              <a:prstGeom prst="rect">
                <a:avLst/>
              </a:prstGeom>
              <a:gradFill>
                <a:gsLst>
                  <a:gs pos="0">
                    <a:schemeClr val="accent2">
                      <a:lumMod val="60000"/>
                      <a:lumOff val="40000"/>
                      <a:alpha val="62000"/>
                    </a:schemeClr>
                  </a:gs>
                  <a:gs pos="54000">
                    <a:schemeClr val="accent2">
                      <a:lumMod val="40000"/>
                      <a:lumOff val="6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84" name="Straight Connector 483"/>
              <p:cNvCxnSpPr>
                <a:endCxn id="497" idx="1"/>
              </p:cNvCxnSpPr>
              <p:nvPr/>
            </p:nvCxnSpPr>
            <p:spPr bwMode="auto">
              <a:xfrm>
                <a:off x="801363" y="4466995"/>
                <a:ext cx="11432" cy="1644862"/>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485" name="Straight Connector 484"/>
              <p:cNvCxnSpPr>
                <a:endCxn id="497" idx="3"/>
              </p:cNvCxnSpPr>
              <p:nvPr/>
            </p:nvCxnSpPr>
            <p:spPr bwMode="auto">
              <a:xfrm>
                <a:off x="1842763" y="4466995"/>
                <a:ext cx="5083" cy="1644862"/>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86" name="Group 9"/>
              <p:cNvGrpSpPr>
                <a:grpSpLocks/>
              </p:cNvGrpSpPr>
              <p:nvPr/>
            </p:nvGrpSpPr>
            <p:grpSpPr bwMode="auto">
              <a:xfrm>
                <a:off x="777993" y="4169528"/>
                <a:ext cx="1079500" cy="395024"/>
                <a:chOff x="2183302" y="1574638"/>
                <a:chExt cx="1200154" cy="430181"/>
              </a:xfrm>
            </p:grpSpPr>
            <p:sp>
              <p:nvSpPr>
                <p:cNvPr id="487" name="Oval 486"/>
                <p:cNvSpPr/>
                <p:nvPr/>
              </p:nvSpPr>
              <p:spPr bwMode="auto">
                <a:xfrm flipV="1">
                  <a:off x="2186832" y="1690517"/>
                  <a:ext cx="1194859" cy="314302"/>
                </a:xfrm>
                <a:prstGeom prst="ellipse">
                  <a:avLst/>
                </a:prstGeom>
                <a:gradFill flip="none" rotWithShape="1">
                  <a:gsLst>
                    <a:gs pos="0">
                      <a:schemeClr val="accent2">
                        <a:lumMod val="75000"/>
                      </a:schemeClr>
                    </a:gs>
                    <a:gs pos="31000">
                      <a:schemeClr val="accent2">
                        <a:lumMod val="60000"/>
                        <a:lumOff val="40000"/>
                      </a:schemeClr>
                    </a:gs>
                    <a:gs pos="100000">
                      <a:schemeClr val="accent2">
                        <a:lumMod val="20000"/>
                        <a:lumOff val="80000"/>
                      </a:schemeClr>
                    </a:gs>
                  </a:gsLst>
                  <a:lin ang="16200000" scaled="0"/>
                  <a:tileRect/>
                </a:gradFill>
                <a:ln w="6350" cmpd="sng">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488" name="Rectangle 487"/>
                <p:cNvSpPr/>
                <p:nvPr/>
              </p:nvSpPr>
              <p:spPr bwMode="auto">
                <a:xfrm>
                  <a:off x="2183302" y="1734964"/>
                  <a:ext cx="1198389" cy="112704"/>
                </a:xfrm>
                <a:prstGeom prst="rect">
                  <a:avLst/>
                </a:prstGeom>
                <a:gradFill>
                  <a:gsLst>
                    <a:gs pos="0">
                      <a:schemeClr val="accent2">
                        <a:lumMod val="40000"/>
                        <a:lumOff val="60000"/>
                      </a:schemeClr>
                    </a:gs>
                    <a:gs pos="54000">
                      <a:schemeClr val="accent2">
                        <a:lumMod val="60000"/>
                        <a:lumOff val="40000"/>
                      </a:schemeClr>
                    </a:gs>
                    <a:gs pos="100000">
                      <a:schemeClr val="accent2">
                        <a:lumMod val="75000"/>
                      </a:schemeClr>
                    </a:gs>
                  </a:gsLst>
                  <a:lin ang="162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89" name="Oval 488"/>
                <p:cNvSpPr/>
                <p:nvPr/>
              </p:nvSpPr>
              <p:spPr bwMode="auto">
                <a:xfrm flipV="1">
                  <a:off x="2183302" y="1574638"/>
                  <a:ext cx="1196624" cy="314302"/>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490" name="Freeform 489"/>
                <p:cNvSpPr/>
                <p:nvPr/>
              </p:nvSpPr>
              <p:spPr bwMode="auto">
                <a:xfrm>
                  <a:off x="2490400" y="1671469"/>
                  <a:ext cx="582428" cy="15715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91" name="Freeform 490"/>
                <p:cNvSpPr/>
                <p:nvPr/>
              </p:nvSpPr>
              <p:spPr bwMode="auto">
                <a:xfrm>
                  <a:off x="2430393" y="1630197"/>
                  <a:ext cx="702443" cy="109529"/>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92" name="Freeform 491"/>
                <p:cNvSpPr/>
                <p:nvPr/>
              </p:nvSpPr>
              <p:spPr bwMode="auto">
                <a:xfrm>
                  <a:off x="2892805" y="1723852"/>
                  <a:ext cx="257680" cy="95243"/>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93" name="Freeform 492"/>
                <p:cNvSpPr/>
                <p:nvPr/>
              </p:nvSpPr>
              <p:spPr bwMode="auto">
                <a:xfrm>
                  <a:off x="2418037" y="1725440"/>
                  <a:ext cx="254150" cy="95243"/>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94" name="Straight Connector 493"/>
                <p:cNvCxnSpPr>
                  <a:endCxn id="489" idx="2"/>
                </p:cNvCxnSpPr>
                <p:nvPr/>
              </p:nvCxnSpPr>
              <p:spPr bwMode="auto">
                <a:xfrm flipH="1" flipV="1">
                  <a:off x="2183302" y="1731787"/>
                  <a:ext cx="3530" cy="122228"/>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495" name="Straight Connector 494"/>
                <p:cNvCxnSpPr/>
                <p:nvPr/>
              </p:nvCxnSpPr>
              <p:spPr bwMode="auto">
                <a:xfrm flipH="1" flipV="1">
                  <a:off x="3379926" y="1728615"/>
                  <a:ext cx="3530" cy="122228"/>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sp>
            <p:nvSpPr>
              <p:cNvPr id="472" name="Rectangle 471"/>
              <p:cNvSpPr/>
              <p:nvPr/>
            </p:nvSpPr>
            <p:spPr bwMode="auto">
              <a:xfrm>
                <a:off x="546153" y="4588083"/>
                <a:ext cx="1670709" cy="1303807"/>
              </a:xfrm>
              <a:prstGeom prst="rect">
                <a:avLst/>
              </a:prstGeom>
              <a:solidFill>
                <a:schemeClr val="bg1"/>
              </a:solidFill>
              <a:ln>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473" name="TextBox 472"/>
              <p:cNvSpPr txBox="1"/>
              <p:nvPr/>
            </p:nvSpPr>
            <p:spPr>
              <a:xfrm>
                <a:off x="540390" y="4583226"/>
                <a:ext cx="620971" cy="311193"/>
              </a:xfrm>
              <a:prstGeom prst="rect">
                <a:avLst/>
              </a:prstGeom>
              <a:noFill/>
            </p:spPr>
            <p:txBody>
              <a:bodyPr wrap="none" rtlCol="0">
                <a:spAutoFit/>
              </a:bodyPr>
              <a:lstStyle/>
              <a:p>
                <a:r>
                  <a:rPr lang="en-US" dirty="0" err="1"/>
                  <a:t>dest</a:t>
                </a:r>
                <a:endParaRPr lang="en-US" dirty="0"/>
              </a:p>
            </p:txBody>
          </p:sp>
          <p:sp>
            <p:nvSpPr>
              <p:cNvPr id="474" name="TextBox 473"/>
              <p:cNvSpPr txBox="1"/>
              <p:nvPr/>
            </p:nvSpPr>
            <p:spPr>
              <a:xfrm>
                <a:off x="1162170" y="4587898"/>
                <a:ext cx="1070012" cy="311193"/>
              </a:xfrm>
              <a:prstGeom prst="rect">
                <a:avLst/>
              </a:prstGeom>
              <a:noFill/>
            </p:spPr>
            <p:txBody>
              <a:bodyPr wrap="none" rtlCol="0">
                <a:spAutoFit/>
              </a:bodyPr>
              <a:lstStyle/>
              <a:p>
                <a:r>
                  <a:rPr lang="en-US" dirty="0"/>
                  <a:t>interface</a:t>
                </a:r>
              </a:p>
            </p:txBody>
          </p:sp>
          <p:cxnSp>
            <p:nvCxnSpPr>
              <p:cNvPr id="475" name="Straight Connector 474"/>
              <p:cNvCxnSpPr/>
              <p:nvPr/>
            </p:nvCxnSpPr>
            <p:spPr bwMode="auto">
              <a:xfrm>
                <a:off x="1154183" y="4593421"/>
                <a:ext cx="1345" cy="1293547"/>
              </a:xfrm>
              <a:prstGeom prst="lin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476" name="Straight Connector 475"/>
              <p:cNvCxnSpPr/>
              <p:nvPr/>
            </p:nvCxnSpPr>
            <p:spPr bwMode="auto">
              <a:xfrm flipH="1">
                <a:off x="537654" y="4911108"/>
                <a:ext cx="1679208" cy="0"/>
              </a:xfrm>
              <a:prstGeom prst="lin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sp>
            <p:nvSpPr>
              <p:cNvPr id="477" name="TextBox 476"/>
              <p:cNvSpPr txBox="1"/>
              <p:nvPr/>
            </p:nvSpPr>
            <p:spPr>
              <a:xfrm>
                <a:off x="597755" y="4905652"/>
                <a:ext cx="415498" cy="777982"/>
              </a:xfrm>
              <a:prstGeom prst="rect">
                <a:avLst/>
              </a:prstGeom>
              <a:noFill/>
            </p:spPr>
            <p:txBody>
              <a:bodyPr wrap="none" rtlCol="0">
                <a:spAutoFit/>
              </a:bodyPr>
              <a:lstStyle/>
              <a:p>
                <a:r>
                  <a:rPr lang="en-US" dirty="0"/>
                  <a:t>…</a:t>
                </a:r>
              </a:p>
              <a:p>
                <a:endParaRPr lang="en-US" dirty="0"/>
              </a:p>
              <a:p>
                <a:r>
                  <a:rPr lang="en-US" dirty="0"/>
                  <a:t>…</a:t>
                </a:r>
              </a:p>
            </p:txBody>
          </p:sp>
          <p:sp>
            <p:nvSpPr>
              <p:cNvPr id="478" name="TextBox 477"/>
              <p:cNvSpPr txBox="1"/>
              <p:nvPr/>
            </p:nvSpPr>
            <p:spPr>
              <a:xfrm>
                <a:off x="649592" y="5234010"/>
                <a:ext cx="338629" cy="369332"/>
              </a:xfrm>
              <a:prstGeom prst="rect">
                <a:avLst/>
              </a:prstGeom>
              <a:noFill/>
            </p:spPr>
            <p:txBody>
              <a:bodyPr wrap="none" rtlCol="0">
                <a:spAutoFit/>
              </a:bodyPr>
              <a:lstStyle/>
              <a:p>
                <a:r>
                  <a:rPr lang="en-US" dirty="0">
                    <a:solidFill>
                      <a:srgbClr val="CC0000"/>
                    </a:solidFill>
                  </a:rPr>
                  <a:t>X</a:t>
                </a:r>
              </a:p>
            </p:txBody>
          </p:sp>
          <p:sp>
            <p:nvSpPr>
              <p:cNvPr id="479" name="TextBox 478"/>
              <p:cNvSpPr txBox="1"/>
              <p:nvPr/>
            </p:nvSpPr>
            <p:spPr>
              <a:xfrm>
                <a:off x="1230781" y="4917583"/>
                <a:ext cx="415498" cy="777982"/>
              </a:xfrm>
              <a:prstGeom prst="rect">
                <a:avLst/>
              </a:prstGeom>
              <a:noFill/>
            </p:spPr>
            <p:txBody>
              <a:bodyPr wrap="none" rtlCol="0">
                <a:spAutoFit/>
              </a:bodyPr>
              <a:lstStyle/>
              <a:p>
                <a:r>
                  <a:rPr lang="en-US" dirty="0"/>
                  <a:t>…</a:t>
                </a:r>
              </a:p>
              <a:p>
                <a:endParaRPr lang="en-US" dirty="0"/>
              </a:p>
              <a:p>
                <a:r>
                  <a:rPr lang="en-US" dirty="0"/>
                  <a:t>…</a:t>
                </a:r>
              </a:p>
            </p:txBody>
          </p:sp>
          <p:sp>
            <p:nvSpPr>
              <p:cNvPr id="480" name="TextBox 479"/>
              <p:cNvSpPr txBox="1"/>
              <p:nvPr/>
            </p:nvSpPr>
            <p:spPr>
              <a:xfrm>
                <a:off x="1308433" y="5241003"/>
                <a:ext cx="313044" cy="369332"/>
              </a:xfrm>
              <a:prstGeom prst="rect">
                <a:avLst/>
              </a:prstGeom>
              <a:noFill/>
            </p:spPr>
            <p:txBody>
              <a:bodyPr wrap="none" rtlCol="0">
                <a:spAutoFit/>
              </a:bodyPr>
              <a:lstStyle/>
              <a:p>
                <a:r>
                  <a:rPr lang="en-US" dirty="0">
                    <a:solidFill>
                      <a:srgbClr val="CC0000"/>
                    </a:solidFill>
                  </a:rPr>
                  <a:t>1</a:t>
                </a:r>
              </a:p>
            </p:txBody>
          </p:sp>
        </p:grpSp>
      </p:grpSp>
      <p:cxnSp>
        <p:nvCxnSpPr>
          <p:cNvPr id="272" name="Straight Arrow Connector 271"/>
          <p:cNvCxnSpPr/>
          <p:nvPr/>
        </p:nvCxnSpPr>
        <p:spPr bwMode="auto">
          <a:xfrm flipV="1">
            <a:off x="2219982" y="3159942"/>
            <a:ext cx="300087" cy="183452"/>
          </a:xfrm>
          <a:prstGeom prst="straightConnector1">
            <a:avLst/>
          </a:prstGeom>
          <a:solidFill>
            <a:schemeClr val="accent1"/>
          </a:solidFill>
          <a:ln w="38100" cap="flat" cmpd="sng" algn="ctr">
            <a:solidFill>
              <a:srgbClr val="CC0000"/>
            </a:solidFill>
            <a:prstDash val="solid"/>
            <a:round/>
            <a:headEnd type="none" w="med" len="med"/>
            <a:tailEnd type="triangle"/>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sp>
        <p:nvSpPr>
          <p:cNvPr id="18" name="TextBox 17"/>
          <p:cNvSpPr txBox="1"/>
          <p:nvPr/>
        </p:nvSpPr>
        <p:spPr>
          <a:xfrm>
            <a:off x="7035014" y="3728816"/>
            <a:ext cx="1300356" cy="338554"/>
          </a:xfrm>
          <a:prstGeom prst="rect">
            <a:avLst/>
          </a:prstGeom>
          <a:noFill/>
        </p:spPr>
        <p:txBody>
          <a:bodyPr wrap="none" rtlCol="0">
            <a:spAutoFit/>
          </a:bodyPr>
          <a:lstStyle/>
          <a:p>
            <a:r>
              <a:rPr lang="en-US" sz="1600" dirty="0"/>
              <a:t>physical link</a:t>
            </a:r>
          </a:p>
        </p:txBody>
      </p:sp>
      <p:sp>
        <p:nvSpPr>
          <p:cNvPr id="333" name="TextBox 332"/>
          <p:cNvSpPr txBox="1"/>
          <p:nvPr/>
        </p:nvSpPr>
        <p:spPr>
          <a:xfrm>
            <a:off x="396605" y="2859586"/>
            <a:ext cx="1122212" cy="761234"/>
          </a:xfrm>
          <a:prstGeom prst="rect">
            <a:avLst/>
          </a:prstGeom>
          <a:noFill/>
        </p:spPr>
        <p:txBody>
          <a:bodyPr wrap="square" rtlCol="0">
            <a:spAutoFit/>
          </a:bodyPr>
          <a:lstStyle/>
          <a:p>
            <a:pPr>
              <a:lnSpc>
                <a:spcPct val="90000"/>
              </a:lnSpc>
            </a:pPr>
            <a:r>
              <a:rPr lang="en-US" sz="1600" dirty="0"/>
              <a:t>local link interfaces</a:t>
            </a:r>
          </a:p>
          <a:p>
            <a:pPr>
              <a:lnSpc>
                <a:spcPct val="90000"/>
              </a:lnSpc>
            </a:pPr>
            <a:r>
              <a:rPr lang="en-US" sz="1600" dirty="0"/>
              <a:t>at 1a, 1d</a:t>
            </a:r>
          </a:p>
        </p:txBody>
      </p:sp>
      <p:sp>
        <p:nvSpPr>
          <p:cNvPr id="340" name="Slide Number Placeholder 5"/>
          <p:cNvSpPr>
            <a:spLocks noGrp="1"/>
          </p:cNvSpPr>
          <p:nvPr>
            <p:ph type="sldNum" sz="quarter" idx="12"/>
          </p:nvPr>
        </p:nvSpPr>
        <p:spPr>
          <a:xfrm>
            <a:off x="8456154" y="6475895"/>
            <a:ext cx="548655" cy="272319"/>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200" dirty="0">
                <a:latin typeface="Tahoma" charset="0"/>
              </a:rPr>
              <a:t>5-</a:t>
            </a:r>
            <a:fld id="{8E8C6E93-DF5B-BC4B-80F9-500DED1EEDCC}" type="slidenum">
              <a:rPr lang="en-US" sz="1200">
                <a:latin typeface="Tahoma" charset="0"/>
              </a:rPr>
              <a:pPr/>
              <a:t>86</a:t>
            </a:fld>
            <a:endParaRPr lang="en-US" sz="1200" dirty="0">
              <a:latin typeface="Tahoma" charset="0"/>
            </a:endParaRPr>
          </a:p>
        </p:txBody>
      </p:sp>
      <p:sp>
        <p:nvSpPr>
          <p:cNvPr id="341" name="Footer Placeholder 2"/>
          <p:cNvSpPr>
            <a:spLocks noGrp="1"/>
          </p:cNvSpPr>
          <p:nvPr>
            <p:ph type="ftr" sz="quarter" idx="11"/>
          </p:nvPr>
        </p:nvSpPr>
        <p:spPr>
          <a:xfrm>
            <a:off x="6375496" y="6475081"/>
            <a:ext cx="2177473" cy="241541"/>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200" dirty="0">
                <a:solidFill>
                  <a:srgbClr val="000000"/>
                </a:solidFill>
                <a:latin typeface="Tahoma" charset="0"/>
                <a:cs typeface="Arial" charset="0"/>
              </a:rPr>
              <a:t>Network Layer: Control Plane</a:t>
            </a:r>
          </a:p>
        </p:txBody>
      </p:sp>
      <p:grpSp>
        <p:nvGrpSpPr>
          <p:cNvPr id="22" name="Group 21"/>
          <p:cNvGrpSpPr/>
          <p:nvPr/>
        </p:nvGrpSpPr>
        <p:grpSpPr>
          <a:xfrm>
            <a:off x="1331251" y="2431189"/>
            <a:ext cx="961014" cy="810304"/>
            <a:chOff x="1331251" y="2431189"/>
            <a:chExt cx="961014" cy="810304"/>
          </a:xfrm>
        </p:grpSpPr>
        <p:cxnSp>
          <p:nvCxnSpPr>
            <p:cNvPr id="16" name="Straight Connector 15"/>
            <p:cNvCxnSpPr/>
            <p:nvPr/>
          </p:nvCxnSpPr>
          <p:spPr bwMode="auto">
            <a:xfrm flipH="1" flipV="1">
              <a:off x="1331251" y="2431189"/>
              <a:ext cx="48189" cy="810304"/>
            </a:xfrm>
            <a:prstGeom prst="lin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335" name="Straight Connector 334"/>
            <p:cNvCxnSpPr/>
            <p:nvPr/>
          </p:nvCxnSpPr>
          <p:spPr bwMode="auto">
            <a:xfrm flipV="1">
              <a:off x="1381115" y="2850809"/>
              <a:ext cx="104212" cy="372686"/>
            </a:xfrm>
            <a:prstGeom prst="lin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342" name="Straight Connector 341"/>
            <p:cNvCxnSpPr/>
            <p:nvPr/>
          </p:nvCxnSpPr>
          <p:spPr bwMode="auto">
            <a:xfrm flipV="1">
              <a:off x="1386317" y="3162800"/>
              <a:ext cx="168546" cy="58842"/>
            </a:xfrm>
            <a:prstGeom prst="lin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343" name="Straight Connector 342"/>
            <p:cNvCxnSpPr/>
            <p:nvPr/>
          </p:nvCxnSpPr>
          <p:spPr bwMode="auto">
            <a:xfrm flipV="1">
              <a:off x="1364971" y="3164519"/>
              <a:ext cx="927294" cy="67886"/>
            </a:xfrm>
            <a:prstGeom prst="lin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grpSp>
    </p:spTree>
    <p:extLst>
      <p:ext uri="{BB962C8B-B14F-4D97-AF65-F5344CB8AC3E}">
        <p14:creationId xmlns:p14="http://schemas.microsoft.com/office/powerpoint/2010/main" val="15653698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up)">
                                      <p:cBhvr>
                                        <p:cTn id="7" dur="1000"/>
                                        <p:tgtEl>
                                          <p:spTgt spid="7"/>
                                        </p:tgtEl>
                                      </p:cBhvr>
                                    </p:animEffect>
                                  </p:childTnLst>
                                </p:cTn>
                              </p:par>
                            </p:childTnLst>
                          </p:cTn>
                        </p:par>
                        <p:par>
                          <p:cTn id="8" fill="hold">
                            <p:stCondLst>
                              <p:cond delay="1000"/>
                            </p:stCondLst>
                            <p:childTnLst>
                              <p:par>
                                <p:cTn id="9" presetID="22" presetClass="entr" presetSubtype="4" fill="hold" nodeType="afterEffect">
                                  <p:stCondLst>
                                    <p:cond delay="0"/>
                                  </p:stCondLst>
                                  <p:childTnLst>
                                    <p:set>
                                      <p:cBhvr>
                                        <p:cTn id="10" dur="1" fill="hold">
                                          <p:stCondLst>
                                            <p:cond delay="0"/>
                                          </p:stCondLst>
                                        </p:cTn>
                                        <p:tgtEl>
                                          <p:spTgt spid="6"/>
                                        </p:tgtEl>
                                        <p:attrNameLst>
                                          <p:attrName>style.visibility</p:attrName>
                                        </p:attrNameLst>
                                      </p:cBhvr>
                                      <p:to>
                                        <p:strVal val="visible"/>
                                      </p:to>
                                    </p:set>
                                    <p:animEffect transition="in" filter="wipe(down)">
                                      <p:cBhvr>
                                        <p:cTn id="11" dur="1000"/>
                                        <p:tgtEl>
                                          <p:spTgt spid="6"/>
                                        </p:tgtEl>
                                      </p:cBhvr>
                                    </p:animEffect>
                                  </p:childTnLst>
                                </p:cTn>
                              </p:par>
                              <p:par>
                                <p:cTn id="12" presetID="9" presetClass="exit" presetSubtype="0" fill="hold" nodeType="withEffect">
                                  <p:stCondLst>
                                    <p:cond delay="0"/>
                                  </p:stCondLst>
                                  <p:childTnLst>
                                    <p:animEffect transition="out" filter="dissolve">
                                      <p:cBhvr>
                                        <p:cTn id="13" dur="500"/>
                                        <p:tgtEl>
                                          <p:spTgt spid="7"/>
                                        </p:tgtEl>
                                      </p:cBhvr>
                                    </p:animEffect>
                                    <p:set>
                                      <p:cBhvr>
                                        <p:cTn id="14" dur="1" fill="hold">
                                          <p:stCondLst>
                                            <p:cond delay="499"/>
                                          </p:stCondLst>
                                        </p:cTn>
                                        <p:tgtEl>
                                          <p:spTgt spid="7"/>
                                        </p:tgtEl>
                                        <p:attrNameLst>
                                          <p:attrName>style.visibility</p:attrName>
                                        </p:attrNameLst>
                                      </p:cBhvr>
                                      <p:to>
                                        <p:strVal val="hidden"/>
                                      </p:to>
                                    </p:set>
                                  </p:childTnLst>
                                </p:cTn>
                              </p:par>
                            </p:childTnLst>
                          </p:cTn>
                        </p:par>
                        <p:par>
                          <p:cTn id="15" fill="hold">
                            <p:stCondLst>
                              <p:cond delay="2000"/>
                            </p:stCondLst>
                            <p:childTnLst>
                              <p:par>
                                <p:cTn id="16" presetID="22" presetClass="entr" presetSubtype="2" fill="hold" nodeType="afterEffect">
                                  <p:stCondLst>
                                    <p:cond delay="0"/>
                                  </p:stCondLst>
                                  <p:childTnLst>
                                    <p:set>
                                      <p:cBhvr>
                                        <p:cTn id="17" dur="1" fill="hold">
                                          <p:stCondLst>
                                            <p:cond delay="0"/>
                                          </p:stCondLst>
                                        </p:cTn>
                                        <p:tgtEl>
                                          <p:spTgt spid="4"/>
                                        </p:tgtEl>
                                        <p:attrNameLst>
                                          <p:attrName>style.visibility</p:attrName>
                                        </p:attrNameLst>
                                      </p:cBhvr>
                                      <p:to>
                                        <p:strVal val="visible"/>
                                      </p:to>
                                    </p:set>
                                    <p:animEffect transition="in" filter="wipe(right)">
                                      <p:cBhvr>
                                        <p:cTn id="18" dur="1000"/>
                                        <p:tgtEl>
                                          <p:spTgt spid="4"/>
                                        </p:tgtEl>
                                      </p:cBhvr>
                                    </p:animEffect>
                                  </p:childTnLst>
                                </p:cTn>
                              </p:par>
                            </p:childTnLst>
                          </p:cTn>
                        </p:par>
                        <p:par>
                          <p:cTn id="19" fill="hold">
                            <p:stCondLst>
                              <p:cond delay="3000"/>
                            </p:stCondLst>
                            <p:childTnLst>
                              <p:par>
                                <p:cTn id="20" presetID="22" presetClass="entr" presetSubtype="2" fill="hold" nodeType="afterEffect">
                                  <p:stCondLst>
                                    <p:cond delay="0"/>
                                  </p:stCondLst>
                                  <p:childTnLst>
                                    <p:set>
                                      <p:cBhvr>
                                        <p:cTn id="21" dur="1" fill="hold">
                                          <p:stCondLst>
                                            <p:cond delay="0"/>
                                          </p:stCondLst>
                                        </p:cTn>
                                        <p:tgtEl>
                                          <p:spTgt spid="5"/>
                                        </p:tgtEl>
                                        <p:attrNameLst>
                                          <p:attrName>style.visibility</p:attrName>
                                        </p:attrNameLst>
                                      </p:cBhvr>
                                      <p:to>
                                        <p:strVal val="visible"/>
                                      </p:to>
                                    </p:set>
                                    <p:animEffect transition="in" filter="wipe(right)">
                                      <p:cBhvr>
                                        <p:cTn id="22" dur="1000"/>
                                        <p:tgtEl>
                                          <p:spTgt spid="5"/>
                                        </p:tgtEl>
                                      </p:cBhvr>
                                    </p:animEffect>
                                  </p:childTnLst>
                                </p:cTn>
                              </p:par>
                              <p:par>
                                <p:cTn id="23" presetID="9" presetClass="exit" presetSubtype="0" fill="hold" nodeType="withEffect">
                                  <p:stCondLst>
                                    <p:cond delay="0"/>
                                  </p:stCondLst>
                                  <p:childTnLst>
                                    <p:animEffect transition="out" filter="dissolve">
                                      <p:cBhvr>
                                        <p:cTn id="24" dur="500"/>
                                        <p:tgtEl>
                                          <p:spTgt spid="4"/>
                                        </p:tgtEl>
                                      </p:cBhvr>
                                    </p:animEffect>
                                    <p:set>
                                      <p:cBhvr>
                                        <p:cTn id="25" dur="1" fill="hold">
                                          <p:stCondLst>
                                            <p:cond delay="499"/>
                                          </p:stCondLst>
                                        </p:cTn>
                                        <p:tgtEl>
                                          <p:spTgt spid="4"/>
                                        </p:tgtEl>
                                        <p:attrNameLst>
                                          <p:attrName>style.visibility</p:attrName>
                                        </p:attrNameLst>
                                      </p:cBhvr>
                                      <p:to>
                                        <p:strVal val="hidden"/>
                                      </p:to>
                                    </p:set>
                                  </p:childTnLst>
                                </p:cTn>
                              </p:par>
                              <p:par>
                                <p:cTn id="26" presetID="9" presetClass="exit" presetSubtype="0" fill="hold" nodeType="withEffect">
                                  <p:stCondLst>
                                    <p:cond delay="0"/>
                                  </p:stCondLst>
                                  <p:childTnLst>
                                    <p:animEffect transition="out" filter="dissolve">
                                      <p:cBhvr>
                                        <p:cTn id="27" dur="500"/>
                                        <p:tgtEl>
                                          <p:spTgt spid="6"/>
                                        </p:tgtEl>
                                      </p:cBhvr>
                                    </p:animEffect>
                                    <p:set>
                                      <p:cBhvr>
                                        <p:cTn id="28" dur="1" fill="hold">
                                          <p:stCondLst>
                                            <p:cond delay="499"/>
                                          </p:stCondLst>
                                        </p:cTn>
                                        <p:tgtEl>
                                          <p:spTgt spid="6"/>
                                        </p:tgtEl>
                                        <p:attrNameLst>
                                          <p:attrName>style.visibility</p:attrName>
                                        </p:attrNameLst>
                                      </p:cBhvr>
                                      <p:to>
                                        <p:strVal val="hidden"/>
                                      </p:to>
                                    </p:set>
                                  </p:childTnLst>
                                </p:cTn>
                              </p:par>
                              <p:par>
                                <p:cTn id="29" presetID="9" presetClass="entr" presetSubtype="0" fill="hold" grpId="0" nodeType="withEffect">
                                  <p:stCondLst>
                                    <p:cond delay="0"/>
                                  </p:stCondLst>
                                  <p:childTnLst>
                                    <p:set>
                                      <p:cBhvr>
                                        <p:cTn id="30" dur="1" fill="hold">
                                          <p:stCondLst>
                                            <p:cond delay="0"/>
                                          </p:stCondLst>
                                        </p:cTn>
                                        <p:tgtEl>
                                          <p:spTgt spid="328"/>
                                        </p:tgtEl>
                                        <p:attrNameLst>
                                          <p:attrName>style.visibility</p:attrName>
                                        </p:attrNameLst>
                                      </p:cBhvr>
                                      <p:to>
                                        <p:strVal val="visible"/>
                                      </p:to>
                                    </p:set>
                                    <p:animEffect transition="in" filter="dissolve">
                                      <p:cBhvr>
                                        <p:cTn id="31" dur="500"/>
                                        <p:tgtEl>
                                          <p:spTgt spid="328"/>
                                        </p:tgtEl>
                                      </p:cBhvr>
                                    </p:animEffect>
                                  </p:childTnLst>
                                </p:cTn>
                              </p:par>
                            </p:childTnLst>
                          </p:cTn>
                        </p:par>
                      </p:childTnLst>
                    </p:cTn>
                  </p:par>
                  <p:par>
                    <p:cTn id="32" fill="hold">
                      <p:stCondLst>
                        <p:cond delay="indefinite"/>
                      </p:stCondLst>
                      <p:childTnLst>
                        <p:par>
                          <p:cTn id="33" fill="hold">
                            <p:stCondLst>
                              <p:cond delay="0"/>
                            </p:stCondLst>
                            <p:childTnLst>
                              <p:par>
                                <p:cTn id="34" presetID="9" presetClass="exit" presetSubtype="0" fill="hold" grpId="1" nodeType="clickEffect">
                                  <p:stCondLst>
                                    <p:cond delay="0"/>
                                  </p:stCondLst>
                                  <p:childTnLst>
                                    <p:animEffect transition="out" filter="dissolve">
                                      <p:cBhvr>
                                        <p:cTn id="35" dur="500"/>
                                        <p:tgtEl>
                                          <p:spTgt spid="328"/>
                                        </p:tgtEl>
                                      </p:cBhvr>
                                    </p:animEffect>
                                    <p:set>
                                      <p:cBhvr>
                                        <p:cTn id="36" dur="1" fill="hold">
                                          <p:stCondLst>
                                            <p:cond delay="499"/>
                                          </p:stCondLst>
                                        </p:cTn>
                                        <p:tgtEl>
                                          <p:spTgt spid="328"/>
                                        </p:tgtEl>
                                        <p:attrNameLst>
                                          <p:attrName>style.visibility</p:attrName>
                                        </p:attrNameLst>
                                      </p:cBhvr>
                                      <p:to>
                                        <p:strVal val="hidden"/>
                                      </p:to>
                                    </p:set>
                                  </p:childTnLst>
                                </p:cTn>
                              </p:par>
                              <p:par>
                                <p:cTn id="37" presetID="9" presetClass="exit" presetSubtype="0" fill="hold" nodeType="withEffect">
                                  <p:stCondLst>
                                    <p:cond delay="0"/>
                                  </p:stCondLst>
                                  <p:childTnLst>
                                    <p:animEffect transition="out" filter="dissolve">
                                      <p:cBhvr>
                                        <p:cTn id="38" dur="500"/>
                                        <p:tgtEl>
                                          <p:spTgt spid="5"/>
                                        </p:tgtEl>
                                      </p:cBhvr>
                                    </p:animEffect>
                                    <p:set>
                                      <p:cBhvr>
                                        <p:cTn id="39" dur="1" fill="hold">
                                          <p:stCondLst>
                                            <p:cond delay="499"/>
                                          </p:stCondLst>
                                        </p:cTn>
                                        <p:tgtEl>
                                          <p:spTgt spid="5"/>
                                        </p:tgtEl>
                                        <p:attrNameLst>
                                          <p:attrName>style.visibility</p:attrName>
                                        </p:attrNameLst>
                                      </p:cBhvr>
                                      <p:to>
                                        <p:strVal val="hidden"/>
                                      </p:to>
                                    </p:set>
                                  </p:childTnLst>
                                </p:cTn>
                              </p:par>
                              <p:par>
                                <p:cTn id="40" presetID="9" presetClass="entr" presetSubtype="0" fill="hold" nodeType="withEffect">
                                  <p:stCondLst>
                                    <p:cond delay="0"/>
                                  </p:stCondLst>
                                  <p:childTnLst>
                                    <p:set>
                                      <p:cBhvr>
                                        <p:cTn id="41" dur="1" fill="hold">
                                          <p:stCondLst>
                                            <p:cond delay="0"/>
                                          </p:stCondLst>
                                        </p:cTn>
                                        <p:tgtEl>
                                          <p:spTgt spid="14"/>
                                        </p:tgtEl>
                                        <p:attrNameLst>
                                          <p:attrName>style.visibility</p:attrName>
                                        </p:attrNameLst>
                                      </p:cBhvr>
                                      <p:to>
                                        <p:strVal val="visible"/>
                                      </p:to>
                                    </p:set>
                                    <p:animEffect transition="in" filter="dissolve">
                                      <p:cBhvr>
                                        <p:cTn id="42" dur="500"/>
                                        <p:tgtEl>
                                          <p:spTgt spid="14"/>
                                        </p:tgtEl>
                                      </p:cBhvr>
                                    </p:animEffect>
                                  </p:childTnLst>
                                </p:cTn>
                              </p:par>
                              <p:par>
                                <p:cTn id="43" presetID="9" presetClass="entr" presetSubtype="0" fill="hold" grpId="0" nodeType="withEffect">
                                  <p:stCondLst>
                                    <p:cond delay="0"/>
                                  </p:stCondLst>
                                  <p:childTnLst>
                                    <p:set>
                                      <p:cBhvr>
                                        <p:cTn id="44" dur="1" fill="hold">
                                          <p:stCondLst>
                                            <p:cond delay="0"/>
                                          </p:stCondLst>
                                        </p:cTn>
                                        <p:tgtEl>
                                          <p:spTgt spid="333"/>
                                        </p:tgtEl>
                                        <p:attrNameLst>
                                          <p:attrName>style.visibility</p:attrName>
                                        </p:attrNameLst>
                                      </p:cBhvr>
                                      <p:to>
                                        <p:strVal val="visible"/>
                                      </p:to>
                                    </p:set>
                                    <p:animEffect transition="in" filter="dissolve">
                                      <p:cBhvr>
                                        <p:cTn id="45" dur="500"/>
                                        <p:tgtEl>
                                          <p:spTgt spid="333"/>
                                        </p:tgtEl>
                                      </p:cBhvr>
                                    </p:animEffect>
                                  </p:childTnLst>
                                </p:cTn>
                              </p:par>
                              <p:par>
                                <p:cTn id="46" presetID="9" presetClass="entr" presetSubtype="0" fill="hold" nodeType="withEffect">
                                  <p:stCondLst>
                                    <p:cond delay="0"/>
                                  </p:stCondLst>
                                  <p:childTnLst>
                                    <p:set>
                                      <p:cBhvr>
                                        <p:cTn id="47" dur="1" fill="hold">
                                          <p:stCondLst>
                                            <p:cond delay="0"/>
                                          </p:stCondLst>
                                        </p:cTn>
                                        <p:tgtEl>
                                          <p:spTgt spid="22"/>
                                        </p:tgtEl>
                                        <p:attrNameLst>
                                          <p:attrName>style.visibility</p:attrName>
                                        </p:attrNameLst>
                                      </p:cBhvr>
                                      <p:to>
                                        <p:strVal val="visible"/>
                                      </p:to>
                                    </p:set>
                                    <p:animEffect transition="in" filter="dissolve">
                                      <p:cBhvr>
                                        <p:cTn id="48" dur="500"/>
                                        <p:tgtEl>
                                          <p:spTgt spid="22"/>
                                        </p:tgtEl>
                                      </p:cBhvr>
                                    </p:animEffect>
                                  </p:childTnLst>
                                </p:cTn>
                              </p:par>
                            </p:childTnLst>
                          </p:cTn>
                        </p:par>
                      </p:childTnLst>
                    </p:cTn>
                  </p:par>
                  <p:par>
                    <p:cTn id="49" fill="hold">
                      <p:stCondLst>
                        <p:cond delay="indefinite"/>
                      </p:stCondLst>
                      <p:childTnLst>
                        <p:par>
                          <p:cTn id="50" fill="hold">
                            <p:stCondLst>
                              <p:cond delay="0"/>
                            </p:stCondLst>
                            <p:childTnLst>
                              <p:par>
                                <p:cTn id="51" presetID="22" presetClass="entr" presetSubtype="1" fill="hold" nodeType="clickEffect">
                                  <p:stCondLst>
                                    <p:cond delay="0"/>
                                  </p:stCondLst>
                                  <p:childTnLst>
                                    <p:set>
                                      <p:cBhvr>
                                        <p:cTn id="52" dur="1" fill="hold">
                                          <p:stCondLst>
                                            <p:cond delay="0"/>
                                          </p:stCondLst>
                                        </p:cTn>
                                        <p:tgtEl>
                                          <p:spTgt spid="13"/>
                                        </p:tgtEl>
                                        <p:attrNameLst>
                                          <p:attrName>style.visibility</p:attrName>
                                        </p:attrNameLst>
                                      </p:cBhvr>
                                      <p:to>
                                        <p:strVal val="visible"/>
                                      </p:to>
                                    </p:set>
                                    <p:animEffect transition="in" filter="wipe(up)">
                                      <p:cBhvr>
                                        <p:cTn id="53" dur="1000"/>
                                        <p:tgtEl>
                                          <p:spTgt spid="13"/>
                                        </p:tgtEl>
                                      </p:cBhvr>
                                    </p:animEffect>
                                  </p:childTnLst>
                                </p:cTn>
                              </p:par>
                              <p:par>
                                <p:cTn id="54" presetID="9" presetClass="entr" presetSubtype="0" fill="hold" grpId="0" nodeType="withEffect">
                                  <p:stCondLst>
                                    <p:cond delay="0"/>
                                  </p:stCondLst>
                                  <p:childTnLst>
                                    <p:set>
                                      <p:cBhvr>
                                        <p:cTn id="55" dur="1" fill="hold">
                                          <p:stCondLst>
                                            <p:cond delay="0"/>
                                          </p:stCondLst>
                                        </p:cTn>
                                        <p:tgtEl>
                                          <p:spTgt spid="334"/>
                                        </p:tgtEl>
                                        <p:attrNameLst>
                                          <p:attrName>style.visibility</p:attrName>
                                        </p:attrNameLst>
                                      </p:cBhvr>
                                      <p:to>
                                        <p:strVal val="visible"/>
                                      </p:to>
                                    </p:set>
                                    <p:animEffect transition="in" filter="dissolve">
                                      <p:cBhvr>
                                        <p:cTn id="56" dur="500"/>
                                        <p:tgtEl>
                                          <p:spTgt spid="334"/>
                                        </p:tgtEl>
                                      </p:cBhvr>
                                    </p:animEffect>
                                  </p:childTnLst>
                                </p:cTn>
                              </p:par>
                              <p:par>
                                <p:cTn id="57" presetID="9" presetClass="entr" presetSubtype="0" fill="hold" nodeType="withEffect">
                                  <p:stCondLst>
                                    <p:cond delay="0"/>
                                  </p:stCondLst>
                                  <p:childTnLst>
                                    <p:set>
                                      <p:cBhvr>
                                        <p:cTn id="58" dur="1" fill="hold">
                                          <p:stCondLst>
                                            <p:cond delay="0"/>
                                          </p:stCondLst>
                                        </p:cTn>
                                        <p:tgtEl>
                                          <p:spTgt spid="272"/>
                                        </p:tgtEl>
                                        <p:attrNameLst>
                                          <p:attrName>style.visibility</p:attrName>
                                        </p:attrNameLst>
                                      </p:cBhvr>
                                      <p:to>
                                        <p:strVal val="visible"/>
                                      </p:to>
                                    </p:set>
                                    <p:animEffect transition="in" filter="dissolve">
                                      <p:cBhvr>
                                        <p:cTn id="59" dur="500"/>
                                        <p:tgtEl>
                                          <p:spTgt spid="272"/>
                                        </p:tgtEl>
                                      </p:cBhvr>
                                    </p:animEffect>
                                  </p:childTnLst>
                                </p:cTn>
                              </p:par>
                              <p:par>
                                <p:cTn id="60" presetID="9" presetClass="exit" presetSubtype="0" fill="hold" grpId="1" nodeType="withEffect">
                                  <p:stCondLst>
                                    <p:cond delay="0"/>
                                  </p:stCondLst>
                                  <p:childTnLst>
                                    <p:animEffect transition="out" filter="dissolve">
                                      <p:cBhvr>
                                        <p:cTn id="61" dur="500"/>
                                        <p:tgtEl>
                                          <p:spTgt spid="333"/>
                                        </p:tgtEl>
                                      </p:cBhvr>
                                    </p:animEffect>
                                    <p:set>
                                      <p:cBhvr>
                                        <p:cTn id="62" dur="1" fill="hold">
                                          <p:stCondLst>
                                            <p:cond delay="499"/>
                                          </p:stCondLst>
                                        </p:cTn>
                                        <p:tgtEl>
                                          <p:spTgt spid="333"/>
                                        </p:tgtEl>
                                        <p:attrNameLst>
                                          <p:attrName>style.visibility</p:attrName>
                                        </p:attrNameLst>
                                      </p:cBhvr>
                                      <p:to>
                                        <p:strVal val="hidden"/>
                                      </p:to>
                                    </p:set>
                                  </p:childTnLst>
                                </p:cTn>
                              </p:par>
                              <p:par>
                                <p:cTn id="63" presetID="9" presetClass="exit" presetSubtype="0" fill="hold" nodeType="withEffect">
                                  <p:stCondLst>
                                    <p:cond delay="0"/>
                                  </p:stCondLst>
                                  <p:childTnLst>
                                    <p:animEffect transition="out" filter="dissolve">
                                      <p:cBhvr>
                                        <p:cTn id="64" dur="500"/>
                                        <p:tgtEl>
                                          <p:spTgt spid="22"/>
                                        </p:tgtEl>
                                      </p:cBhvr>
                                    </p:animEffect>
                                    <p:set>
                                      <p:cBhvr>
                                        <p:cTn id="65" dur="1" fill="hold">
                                          <p:stCondLst>
                                            <p:cond delay="499"/>
                                          </p:stCondLst>
                                        </p:cTn>
                                        <p:tgtEl>
                                          <p:spTgt spid="22"/>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4" grpId="0"/>
      <p:bldP spid="328" grpId="0"/>
      <p:bldP spid="328" grpId="1"/>
      <p:bldP spid="333" grpId="0"/>
      <p:bldP spid="333" grpId="1"/>
    </p:bld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765" name="Rectangle 3"/>
          <p:cNvSpPr>
            <a:spLocks noGrp="1" noChangeArrowheads="1"/>
          </p:cNvSpPr>
          <p:nvPr>
            <p:ph type="title"/>
          </p:nvPr>
        </p:nvSpPr>
        <p:spPr>
          <a:xfrm>
            <a:off x="533400" y="0"/>
            <a:ext cx="8200292" cy="1143000"/>
          </a:xfrm>
        </p:spPr>
        <p:txBody>
          <a:bodyPr/>
          <a:lstStyle/>
          <a:p>
            <a:pPr>
              <a:defRPr/>
            </a:pPr>
            <a:r>
              <a:rPr lang="en-US" sz="4000" dirty="0">
                <a:cs typeface="+mj-cs"/>
              </a:rPr>
              <a:t>BGP, OSPF, forwarding table entries</a:t>
            </a:r>
          </a:p>
        </p:txBody>
      </p:sp>
      <p:sp>
        <p:nvSpPr>
          <p:cNvPr id="753668" name="Rectangle 4"/>
          <p:cNvSpPr>
            <a:spLocks noGrp="1" noChangeArrowheads="1"/>
          </p:cNvSpPr>
          <p:nvPr>
            <p:ph type="body" idx="1"/>
          </p:nvPr>
        </p:nvSpPr>
        <p:spPr>
          <a:xfrm>
            <a:off x="3455674" y="4619374"/>
            <a:ext cx="5183508" cy="551956"/>
          </a:xfrm>
        </p:spPr>
        <p:txBody>
          <a:bodyPr/>
          <a:lstStyle/>
          <a:p>
            <a:pPr marL="292100" indent="-292100">
              <a:lnSpc>
                <a:spcPct val="90000"/>
              </a:lnSpc>
            </a:pPr>
            <a:r>
              <a:rPr lang="en-US" sz="2000" dirty="0">
                <a:latin typeface="Gill Sans MT" charset="0"/>
              </a:rPr>
              <a:t>recall: 1a, 1b, 1c learn about </a:t>
            </a:r>
            <a:r>
              <a:rPr lang="en-US" sz="2000" dirty="0" err="1">
                <a:latin typeface="Gill Sans MT" charset="0"/>
              </a:rPr>
              <a:t>dest</a:t>
            </a:r>
            <a:r>
              <a:rPr lang="en-US" sz="2000" dirty="0">
                <a:latin typeface="Gill Sans MT" charset="0"/>
              </a:rPr>
              <a:t> X via iBGP from 1c: “path to X goes through 1c”</a:t>
            </a:r>
          </a:p>
        </p:txBody>
      </p:sp>
      <p:pic>
        <p:nvPicPr>
          <p:cNvPr id="162849" name="Picture 121"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11187" y="800100"/>
            <a:ext cx="7966198" cy="23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nvGrpSpPr>
          <p:cNvPr id="125" name="Group 124"/>
          <p:cNvGrpSpPr/>
          <p:nvPr/>
        </p:nvGrpSpPr>
        <p:grpSpPr>
          <a:xfrm>
            <a:off x="624887" y="1814322"/>
            <a:ext cx="2557336" cy="1719017"/>
            <a:chOff x="-2170772" y="2784954"/>
            <a:chExt cx="2712783" cy="1853712"/>
          </a:xfrm>
        </p:grpSpPr>
        <p:sp>
          <p:nvSpPr>
            <p:cNvPr id="261" name="Freeform 2"/>
            <p:cNvSpPr>
              <a:spLocks/>
            </p:cNvSpPr>
            <p:nvPr/>
          </p:nvSpPr>
          <p:spPr bwMode="auto">
            <a:xfrm>
              <a:off x="-2170772" y="2784954"/>
              <a:ext cx="2712783" cy="1853712"/>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 fmla="*/ 4 w 8600"/>
                <a:gd name="connsiteY0" fmla="*/ 4042 h 10128"/>
                <a:gd name="connsiteX1" fmla="*/ 715 w 8600"/>
                <a:gd name="connsiteY1" fmla="*/ 1598 h 10128"/>
                <a:gd name="connsiteX2" fmla="*/ 3130 w 8600"/>
                <a:gd name="connsiteY2" fmla="*/ 1009 h 10128"/>
                <a:gd name="connsiteX3" fmla="*/ 4995 w 8600"/>
                <a:gd name="connsiteY3" fmla="*/ 3 h 10128"/>
                <a:gd name="connsiteX4" fmla="*/ 6720 w 8600"/>
                <a:gd name="connsiteY4" fmla="*/ 1012 h 10128"/>
                <a:gd name="connsiteX5" fmla="*/ 8599 w 8600"/>
                <a:gd name="connsiteY5" fmla="*/ 6800 h 10128"/>
                <a:gd name="connsiteX6" fmla="*/ 6995 w 8600"/>
                <a:gd name="connsiteY6" fmla="*/ 9325 h 10128"/>
                <a:gd name="connsiteX7" fmla="*/ 5307 w 8600"/>
                <a:gd name="connsiteY7" fmla="*/ 8846 h 10128"/>
                <a:gd name="connsiteX8" fmla="*/ 4371 w 8600"/>
                <a:gd name="connsiteY8" fmla="*/ 9915 h 10128"/>
                <a:gd name="connsiteX9" fmla="*/ 3140 w 8600"/>
                <a:gd name="connsiteY9" fmla="*/ 10022 h 10128"/>
                <a:gd name="connsiteX10" fmla="*/ 2179 w 8600"/>
                <a:gd name="connsiteY10" fmla="*/ 7898 h 10128"/>
                <a:gd name="connsiteX11" fmla="*/ 1187 w 8600"/>
                <a:gd name="connsiteY11" fmla="*/ 7498 h 10128"/>
                <a:gd name="connsiteX12" fmla="*/ 4 w 8600"/>
                <a:gd name="connsiteY12" fmla="*/ 4042 h 10128"/>
                <a:gd name="connsiteX0" fmla="*/ 4 w 9326"/>
                <a:gd name="connsiteY0" fmla="*/ 3988 h 9997"/>
                <a:gd name="connsiteX1" fmla="*/ 830 w 9326"/>
                <a:gd name="connsiteY1" fmla="*/ 1575 h 9997"/>
                <a:gd name="connsiteX2" fmla="*/ 3639 w 9326"/>
                <a:gd name="connsiteY2" fmla="*/ 993 h 9997"/>
                <a:gd name="connsiteX3" fmla="*/ 5807 w 9326"/>
                <a:gd name="connsiteY3" fmla="*/ 0 h 9997"/>
                <a:gd name="connsiteX4" fmla="*/ 7813 w 9326"/>
                <a:gd name="connsiteY4" fmla="*/ 996 h 9997"/>
                <a:gd name="connsiteX5" fmla="*/ 9324 w 9326"/>
                <a:gd name="connsiteY5" fmla="*/ 5746 h 9997"/>
                <a:gd name="connsiteX6" fmla="*/ 8133 w 9326"/>
                <a:gd name="connsiteY6" fmla="*/ 9204 h 9997"/>
                <a:gd name="connsiteX7" fmla="*/ 6170 w 9326"/>
                <a:gd name="connsiteY7" fmla="*/ 8731 h 9997"/>
                <a:gd name="connsiteX8" fmla="*/ 5082 w 9326"/>
                <a:gd name="connsiteY8" fmla="*/ 9787 h 9997"/>
                <a:gd name="connsiteX9" fmla="*/ 3650 w 9326"/>
                <a:gd name="connsiteY9" fmla="*/ 9892 h 9997"/>
                <a:gd name="connsiteX10" fmla="*/ 2533 w 9326"/>
                <a:gd name="connsiteY10" fmla="*/ 7795 h 9997"/>
                <a:gd name="connsiteX11" fmla="*/ 1379 w 9326"/>
                <a:gd name="connsiteY11" fmla="*/ 7400 h 9997"/>
                <a:gd name="connsiteX12" fmla="*/ 4 w 9326"/>
                <a:gd name="connsiteY12" fmla="*/ 3988 h 9997"/>
                <a:gd name="connsiteX0" fmla="*/ 4 w 10001"/>
                <a:gd name="connsiteY0" fmla="*/ 3989 h 10041"/>
                <a:gd name="connsiteX1" fmla="*/ 890 w 10001"/>
                <a:gd name="connsiteY1" fmla="*/ 1575 h 10041"/>
                <a:gd name="connsiteX2" fmla="*/ 3902 w 10001"/>
                <a:gd name="connsiteY2" fmla="*/ 993 h 10041"/>
                <a:gd name="connsiteX3" fmla="*/ 6227 w 10001"/>
                <a:gd name="connsiteY3" fmla="*/ 0 h 10041"/>
                <a:gd name="connsiteX4" fmla="*/ 8378 w 10001"/>
                <a:gd name="connsiteY4" fmla="*/ 996 h 10041"/>
                <a:gd name="connsiteX5" fmla="*/ 9998 w 10001"/>
                <a:gd name="connsiteY5" fmla="*/ 5748 h 10041"/>
                <a:gd name="connsiteX6" fmla="*/ 8721 w 10001"/>
                <a:gd name="connsiteY6" fmla="*/ 9207 h 10041"/>
                <a:gd name="connsiteX7" fmla="*/ 5449 w 10001"/>
                <a:gd name="connsiteY7" fmla="*/ 9790 h 10041"/>
                <a:gd name="connsiteX8" fmla="*/ 3914 w 10001"/>
                <a:gd name="connsiteY8" fmla="*/ 9895 h 10041"/>
                <a:gd name="connsiteX9" fmla="*/ 2716 w 10001"/>
                <a:gd name="connsiteY9" fmla="*/ 7797 h 10041"/>
                <a:gd name="connsiteX10" fmla="*/ 1479 w 10001"/>
                <a:gd name="connsiteY10" fmla="*/ 7402 h 10041"/>
                <a:gd name="connsiteX11" fmla="*/ 4 w 10001"/>
                <a:gd name="connsiteY11" fmla="*/ 3989 h 10041"/>
                <a:gd name="connsiteX0" fmla="*/ 4 w 10001"/>
                <a:gd name="connsiteY0" fmla="*/ 3989 h 14825"/>
                <a:gd name="connsiteX1" fmla="*/ 890 w 10001"/>
                <a:gd name="connsiteY1" fmla="*/ 1575 h 14825"/>
                <a:gd name="connsiteX2" fmla="*/ 3902 w 10001"/>
                <a:gd name="connsiteY2" fmla="*/ 993 h 14825"/>
                <a:gd name="connsiteX3" fmla="*/ 6227 w 10001"/>
                <a:gd name="connsiteY3" fmla="*/ 0 h 14825"/>
                <a:gd name="connsiteX4" fmla="*/ 8378 w 10001"/>
                <a:gd name="connsiteY4" fmla="*/ 996 h 14825"/>
                <a:gd name="connsiteX5" fmla="*/ 9998 w 10001"/>
                <a:gd name="connsiteY5" fmla="*/ 5748 h 14825"/>
                <a:gd name="connsiteX6" fmla="*/ 8721 w 10001"/>
                <a:gd name="connsiteY6" fmla="*/ 9207 h 14825"/>
                <a:gd name="connsiteX7" fmla="*/ 6011 w 10001"/>
                <a:gd name="connsiteY7" fmla="*/ 14823 h 14825"/>
                <a:gd name="connsiteX8" fmla="*/ 3914 w 10001"/>
                <a:gd name="connsiteY8" fmla="*/ 9895 h 14825"/>
                <a:gd name="connsiteX9" fmla="*/ 2716 w 10001"/>
                <a:gd name="connsiteY9" fmla="*/ 7797 h 14825"/>
                <a:gd name="connsiteX10" fmla="*/ 1479 w 10001"/>
                <a:gd name="connsiteY10" fmla="*/ 7402 h 14825"/>
                <a:gd name="connsiteX11" fmla="*/ 4 w 10001"/>
                <a:gd name="connsiteY11" fmla="*/ 3989 h 14825"/>
                <a:gd name="connsiteX0" fmla="*/ 4 w 10001"/>
                <a:gd name="connsiteY0" fmla="*/ 7436 h 18272"/>
                <a:gd name="connsiteX1" fmla="*/ 890 w 10001"/>
                <a:gd name="connsiteY1" fmla="*/ 5022 h 18272"/>
                <a:gd name="connsiteX2" fmla="*/ 3902 w 10001"/>
                <a:gd name="connsiteY2" fmla="*/ 4440 h 18272"/>
                <a:gd name="connsiteX3" fmla="*/ 6026 w 10001"/>
                <a:gd name="connsiteY3" fmla="*/ 0 h 18272"/>
                <a:gd name="connsiteX4" fmla="*/ 8378 w 10001"/>
                <a:gd name="connsiteY4" fmla="*/ 4443 h 18272"/>
                <a:gd name="connsiteX5" fmla="*/ 9998 w 10001"/>
                <a:gd name="connsiteY5" fmla="*/ 9195 h 18272"/>
                <a:gd name="connsiteX6" fmla="*/ 8721 w 10001"/>
                <a:gd name="connsiteY6" fmla="*/ 12654 h 18272"/>
                <a:gd name="connsiteX7" fmla="*/ 6011 w 10001"/>
                <a:gd name="connsiteY7" fmla="*/ 18270 h 18272"/>
                <a:gd name="connsiteX8" fmla="*/ 3914 w 10001"/>
                <a:gd name="connsiteY8" fmla="*/ 13342 h 18272"/>
                <a:gd name="connsiteX9" fmla="*/ 2716 w 10001"/>
                <a:gd name="connsiteY9" fmla="*/ 11244 h 18272"/>
                <a:gd name="connsiteX10" fmla="*/ 1479 w 10001"/>
                <a:gd name="connsiteY10" fmla="*/ 10849 h 18272"/>
                <a:gd name="connsiteX11" fmla="*/ 4 w 10001"/>
                <a:gd name="connsiteY11" fmla="*/ 7436 h 18272"/>
                <a:gd name="connsiteX0" fmla="*/ 1 w 9998"/>
                <a:gd name="connsiteY0" fmla="*/ 7436 h 18272"/>
                <a:gd name="connsiteX1" fmla="*/ 3899 w 9998"/>
                <a:gd name="connsiteY1" fmla="*/ 4440 h 18272"/>
                <a:gd name="connsiteX2" fmla="*/ 6023 w 9998"/>
                <a:gd name="connsiteY2" fmla="*/ 0 h 18272"/>
                <a:gd name="connsiteX3" fmla="*/ 8375 w 9998"/>
                <a:gd name="connsiteY3" fmla="*/ 4443 h 18272"/>
                <a:gd name="connsiteX4" fmla="*/ 9995 w 9998"/>
                <a:gd name="connsiteY4" fmla="*/ 9195 h 18272"/>
                <a:gd name="connsiteX5" fmla="*/ 8718 w 9998"/>
                <a:gd name="connsiteY5" fmla="*/ 12654 h 18272"/>
                <a:gd name="connsiteX6" fmla="*/ 6008 w 9998"/>
                <a:gd name="connsiteY6" fmla="*/ 18270 h 18272"/>
                <a:gd name="connsiteX7" fmla="*/ 3911 w 9998"/>
                <a:gd name="connsiteY7" fmla="*/ 13342 h 18272"/>
                <a:gd name="connsiteX8" fmla="*/ 2713 w 9998"/>
                <a:gd name="connsiteY8" fmla="*/ 11244 h 18272"/>
                <a:gd name="connsiteX9" fmla="*/ 1476 w 9998"/>
                <a:gd name="connsiteY9" fmla="*/ 10849 h 18272"/>
                <a:gd name="connsiteX10" fmla="*/ 1 w 9998"/>
                <a:gd name="connsiteY10" fmla="*/ 7436 h 18272"/>
                <a:gd name="connsiteX0" fmla="*/ 35 w 8559"/>
                <a:gd name="connsiteY0" fmla="*/ 5938 h 10000"/>
                <a:gd name="connsiteX1" fmla="*/ 2459 w 8559"/>
                <a:gd name="connsiteY1" fmla="*/ 2430 h 10000"/>
                <a:gd name="connsiteX2" fmla="*/ 4583 w 8559"/>
                <a:gd name="connsiteY2" fmla="*/ 0 h 10000"/>
                <a:gd name="connsiteX3" fmla="*/ 6936 w 8559"/>
                <a:gd name="connsiteY3" fmla="*/ 2432 h 10000"/>
                <a:gd name="connsiteX4" fmla="*/ 8556 w 8559"/>
                <a:gd name="connsiteY4" fmla="*/ 5032 h 10000"/>
                <a:gd name="connsiteX5" fmla="*/ 7279 w 8559"/>
                <a:gd name="connsiteY5" fmla="*/ 6925 h 10000"/>
                <a:gd name="connsiteX6" fmla="*/ 4568 w 8559"/>
                <a:gd name="connsiteY6" fmla="*/ 9999 h 10000"/>
                <a:gd name="connsiteX7" fmla="*/ 2471 w 8559"/>
                <a:gd name="connsiteY7" fmla="*/ 7302 h 10000"/>
                <a:gd name="connsiteX8" fmla="*/ 1273 w 8559"/>
                <a:gd name="connsiteY8" fmla="*/ 6154 h 10000"/>
                <a:gd name="connsiteX9" fmla="*/ 35 w 8559"/>
                <a:gd name="connsiteY9" fmla="*/ 5938 h 10000"/>
                <a:gd name="connsiteX0" fmla="*/ 49 w 9820"/>
                <a:gd name="connsiteY0" fmla="*/ 4655 h 10000"/>
                <a:gd name="connsiteX1" fmla="*/ 2693 w 9820"/>
                <a:gd name="connsiteY1" fmla="*/ 2430 h 10000"/>
                <a:gd name="connsiteX2" fmla="*/ 5175 w 9820"/>
                <a:gd name="connsiteY2" fmla="*/ 0 h 10000"/>
                <a:gd name="connsiteX3" fmla="*/ 7924 w 9820"/>
                <a:gd name="connsiteY3" fmla="*/ 2432 h 10000"/>
                <a:gd name="connsiteX4" fmla="*/ 9816 w 9820"/>
                <a:gd name="connsiteY4" fmla="*/ 5032 h 10000"/>
                <a:gd name="connsiteX5" fmla="*/ 8324 w 9820"/>
                <a:gd name="connsiteY5" fmla="*/ 6925 h 10000"/>
                <a:gd name="connsiteX6" fmla="*/ 5157 w 9820"/>
                <a:gd name="connsiteY6" fmla="*/ 9999 h 10000"/>
                <a:gd name="connsiteX7" fmla="*/ 2707 w 9820"/>
                <a:gd name="connsiteY7" fmla="*/ 7302 h 10000"/>
                <a:gd name="connsiteX8" fmla="*/ 1307 w 9820"/>
                <a:gd name="connsiteY8" fmla="*/ 6154 h 10000"/>
                <a:gd name="connsiteX9" fmla="*/ 49 w 9820"/>
                <a:gd name="connsiteY9" fmla="*/ 4655 h 10000"/>
                <a:gd name="connsiteX0" fmla="*/ 45 w 9995"/>
                <a:gd name="connsiteY0" fmla="*/ 4655 h 10000"/>
                <a:gd name="connsiteX1" fmla="*/ 2737 w 9995"/>
                <a:gd name="connsiteY1" fmla="*/ 2430 h 10000"/>
                <a:gd name="connsiteX2" fmla="*/ 5265 w 9995"/>
                <a:gd name="connsiteY2" fmla="*/ 0 h 10000"/>
                <a:gd name="connsiteX3" fmla="*/ 8064 w 9995"/>
                <a:gd name="connsiteY3" fmla="*/ 2432 h 10000"/>
                <a:gd name="connsiteX4" fmla="*/ 9991 w 9995"/>
                <a:gd name="connsiteY4" fmla="*/ 5032 h 10000"/>
                <a:gd name="connsiteX5" fmla="*/ 8472 w 9995"/>
                <a:gd name="connsiteY5" fmla="*/ 6925 h 10000"/>
                <a:gd name="connsiteX6" fmla="*/ 5247 w 9995"/>
                <a:gd name="connsiteY6" fmla="*/ 9999 h 10000"/>
                <a:gd name="connsiteX7" fmla="*/ 2752 w 9995"/>
                <a:gd name="connsiteY7" fmla="*/ 7302 h 10000"/>
                <a:gd name="connsiteX8" fmla="*/ 1374 w 9995"/>
                <a:gd name="connsiteY8" fmla="*/ 6984 h 10000"/>
                <a:gd name="connsiteX9" fmla="*/ 45 w 9995"/>
                <a:gd name="connsiteY9" fmla="*/ 4655 h 10000"/>
                <a:gd name="connsiteX0" fmla="*/ 45 w 10000"/>
                <a:gd name="connsiteY0" fmla="*/ 5032 h 10377"/>
                <a:gd name="connsiteX1" fmla="*/ 2738 w 10000"/>
                <a:gd name="connsiteY1" fmla="*/ 2807 h 10377"/>
                <a:gd name="connsiteX2" fmla="*/ 4886 w 10000"/>
                <a:gd name="connsiteY2" fmla="*/ 0 h 10377"/>
                <a:gd name="connsiteX3" fmla="*/ 8068 w 10000"/>
                <a:gd name="connsiteY3" fmla="*/ 2809 h 10377"/>
                <a:gd name="connsiteX4" fmla="*/ 9996 w 10000"/>
                <a:gd name="connsiteY4" fmla="*/ 5409 h 10377"/>
                <a:gd name="connsiteX5" fmla="*/ 8476 w 10000"/>
                <a:gd name="connsiteY5" fmla="*/ 7302 h 10377"/>
                <a:gd name="connsiteX6" fmla="*/ 5250 w 10000"/>
                <a:gd name="connsiteY6" fmla="*/ 10376 h 10377"/>
                <a:gd name="connsiteX7" fmla="*/ 2753 w 10000"/>
                <a:gd name="connsiteY7" fmla="*/ 7679 h 10377"/>
                <a:gd name="connsiteX8" fmla="*/ 1375 w 10000"/>
                <a:gd name="connsiteY8" fmla="*/ 7361 h 10377"/>
                <a:gd name="connsiteX9" fmla="*/ 45 w 10000"/>
                <a:gd name="connsiteY9" fmla="*/ 5032 h 10377"/>
                <a:gd name="connsiteX0" fmla="*/ 45 w 10000"/>
                <a:gd name="connsiteY0" fmla="*/ 5036 h 10381"/>
                <a:gd name="connsiteX1" fmla="*/ 2738 w 10000"/>
                <a:gd name="connsiteY1" fmla="*/ 2811 h 10381"/>
                <a:gd name="connsiteX2" fmla="*/ 4886 w 10000"/>
                <a:gd name="connsiteY2" fmla="*/ 4 h 10381"/>
                <a:gd name="connsiteX3" fmla="*/ 8068 w 10000"/>
                <a:gd name="connsiteY3" fmla="*/ 2813 h 10381"/>
                <a:gd name="connsiteX4" fmla="*/ 9996 w 10000"/>
                <a:gd name="connsiteY4" fmla="*/ 5413 h 10381"/>
                <a:gd name="connsiteX5" fmla="*/ 8476 w 10000"/>
                <a:gd name="connsiteY5" fmla="*/ 7306 h 10381"/>
                <a:gd name="connsiteX6" fmla="*/ 5250 w 10000"/>
                <a:gd name="connsiteY6" fmla="*/ 10380 h 10381"/>
                <a:gd name="connsiteX7" fmla="*/ 2753 w 10000"/>
                <a:gd name="connsiteY7" fmla="*/ 7683 h 10381"/>
                <a:gd name="connsiteX8" fmla="*/ 1375 w 10000"/>
                <a:gd name="connsiteY8" fmla="*/ 7365 h 10381"/>
                <a:gd name="connsiteX9" fmla="*/ 45 w 10000"/>
                <a:gd name="connsiteY9" fmla="*/ 5036 h 10381"/>
                <a:gd name="connsiteX0" fmla="*/ 45 w 10000"/>
                <a:gd name="connsiteY0" fmla="*/ 5036 h 10796"/>
                <a:gd name="connsiteX1" fmla="*/ 2738 w 10000"/>
                <a:gd name="connsiteY1" fmla="*/ 2811 h 10796"/>
                <a:gd name="connsiteX2" fmla="*/ 4886 w 10000"/>
                <a:gd name="connsiteY2" fmla="*/ 4 h 10796"/>
                <a:gd name="connsiteX3" fmla="*/ 8068 w 10000"/>
                <a:gd name="connsiteY3" fmla="*/ 2813 h 10796"/>
                <a:gd name="connsiteX4" fmla="*/ 9996 w 10000"/>
                <a:gd name="connsiteY4" fmla="*/ 5413 h 10796"/>
                <a:gd name="connsiteX5" fmla="*/ 8476 w 10000"/>
                <a:gd name="connsiteY5" fmla="*/ 7306 h 10796"/>
                <a:gd name="connsiteX6" fmla="*/ 5202 w 10000"/>
                <a:gd name="connsiteY6" fmla="*/ 10795 h 10796"/>
                <a:gd name="connsiteX7" fmla="*/ 2753 w 10000"/>
                <a:gd name="connsiteY7" fmla="*/ 7683 h 10796"/>
                <a:gd name="connsiteX8" fmla="*/ 1375 w 10000"/>
                <a:gd name="connsiteY8" fmla="*/ 7365 h 10796"/>
                <a:gd name="connsiteX9" fmla="*/ 45 w 10000"/>
                <a:gd name="connsiteY9" fmla="*/ 5036 h 10796"/>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00" h="10795">
                  <a:moveTo>
                    <a:pt x="45" y="5036"/>
                  </a:moveTo>
                  <a:cubicBezTo>
                    <a:pt x="272" y="4277"/>
                    <a:pt x="1931" y="3650"/>
                    <a:pt x="2738" y="2811"/>
                  </a:cubicBezTo>
                  <a:cubicBezTo>
                    <a:pt x="3545" y="1972"/>
                    <a:pt x="3352" y="117"/>
                    <a:pt x="4886" y="4"/>
                  </a:cubicBezTo>
                  <a:cubicBezTo>
                    <a:pt x="6420" y="-109"/>
                    <a:pt x="7216" y="1912"/>
                    <a:pt x="8068" y="2813"/>
                  </a:cubicBezTo>
                  <a:cubicBezTo>
                    <a:pt x="8920" y="3715"/>
                    <a:pt x="9928" y="3420"/>
                    <a:pt x="9996" y="5413"/>
                  </a:cubicBezTo>
                  <a:cubicBezTo>
                    <a:pt x="10064" y="7406"/>
                    <a:pt x="9275" y="6409"/>
                    <a:pt x="8476" y="7306"/>
                  </a:cubicBezTo>
                  <a:cubicBezTo>
                    <a:pt x="7677" y="8203"/>
                    <a:pt x="7086" y="10770"/>
                    <a:pt x="5202" y="10795"/>
                  </a:cubicBezTo>
                  <a:cubicBezTo>
                    <a:pt x="3318" y="10820"/>
                    <a:pt x="3391" y="8255"/>
                    <a:pt x="2753" y="7683"/>
                  </a:cubicBezTo>
                  <a:cubicBezTo>
                    <a:pt x="2115" y="7111"/>
                    <a:pt x="2326" y="7496"/>
                    <a:pt x="1375" y="7365"/>
                  </a:cubicBezTo>
                  <a:cubicBezTo>
                    <a:pt x="493" y="6773"/>
                    <a:pt x="-182" y="5795"/>
                    <a:pt x="45" y="5036"/>
                  </a:cubicBezTo>
                  <a:close/>
                </a:path>
              </a:pathLst>
            </a:custGeom>
            <a:solidFill>
              <a:srgbClr val="66CCFF"/>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grpSp>
          <p:nvGrpSpPr>
            <p:cNvPr id="262" name="Group 261"/>
            <p:cNvGrpSpPr/>
            <p:nvPr/>
          </p:nvGrpSpPr>
          <p:grpSpPr>
            <a:xfrm>
              <a:off x="-1935370" y="2935816"/>
              <a:ext cx="2333625" cy="1590649"/>
              <a:chOff x="833331" y="2873352"/>
              <a:chExt cx="2333625" cy="1590649"/>
            </a:xfrm>
          </p:grpSpPr>
          <p:grpSp>
            <p:nvGrpSpPr>
              <p:cNvPr id="263" name="Group 262"/>
              <p:cNvGrpSpPr/>
              <p:nvPr/>
            </p:nvGrpSpPr>
            <p:grpSpPr>
              <a:xfrm>
                <a:off x="1736090" y="2873352"/>
                <a:ext cx="565150" cy="369332"/>
                <a:chOff x="1736090" y="2873352"/>
                <a:chExt cx="565150" cy="369332"/>
              </a:xfrm>
            </p:grpSpPr>
            <p:grpSp>
              <p:nvGrpSpPr>
                <p:cNvPr id="312" name="Group 327"/>
                <p:cNvGrpSpPr>
                  <a:grpSpLocks/>
                </p:cNvGrpSpPr>
                <p:nvPr/>
              </p:nvGrpSpPr>
              <p:grpSpPr bwMode="auto">
                <a:xfrm>
                  <a:off x="1736090" y="2893762"/>
                  <a:ext cx="565150" cy="292100"/>
                  <a:chOff x="1871277" y="1576300"/>
                  <a:chExt cx="1128371" cy="437861"/>
                </a:xfrm>
              </p:grpSpPr>
              <p:sp>
                <p:nvSpPr>
                  <p:cNvPr id="316" name="Oval 315"/>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17" name="Rectangle 316"/>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18" name="Oval 317"/>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19" name="Freeform 318"/>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20" name="Freeform 319"/>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21" name="Freeform 320"/>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22" name="Freeform 321"/>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23" name="Straight Connector 322"/>
                  <p:cNvCxnSpPr>
                    <a:endCxn id="318"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24" name="Straight Connector 323"/>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313" name="Group 312"/>
                <p:cNvGrpSpPr/>
                <p:nvPr/>
              </p:nvGrpSpPr>
              <p:grpSpPr>
                <a:xfrm>
                  <a:off x="1770362" y="2873352"/>
                  <a:ext cx="441422" cy="369332"/>
                  <a:chOff x="667045" y="1708643"/>
                  <a:chExt cx="441422" cy="369332"/>
                </a:xfrm>
              </p:grpSpPr>
              <p:sp>
                <p:nvSpPr>
                  <p:cNvPr id="314" name="Oval 313"/>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315" name="TextBox 314"/>
                  <p:cNvSpPr txBox="1"/>
                  <p:nvPr/>
                </p:nvSpPr>
                <p:spPr>
                  <a:xfrm>
                    <a:off x="667045" y="1708643"/>
                    <a:ext cx="441422" cy="369332"/>
                  </a:xfrm>
                  <a:prstGeom prst="rect">
                    <a:avLst/>
                  </a:prstGeom>
                  <a:noFill/>
                </p:spPr>
                <p:txBody>
                  <a:bodyPr wrap="none" rtlCol="0">
                    <a:spAutoFit/>
                  </a:bodyPr>
                  <a:lstStyle/>
                  <a:p>
                    <a:r>
                      <a:rPr lang="en-US" dirty="0"/>
                      <a:t>1b</a:t>
                    </a:r>
                  </a:p>
                </p:txBody>
              </p:sp>
            </p:grpSp>
          </p:grpSp>
          <p:grpSp>
            <p:nvGrpSpPr>
              <p:cNvPr id="264" name="Group 263"/>
              <p:cNvGrpSpPr/>
              <p:nvPr/>
            </p:nvGrpSpPr>
            <p:grpSpPr>
              <a:xfrm>
                <a:off x="1740320" y="4094669"/>
                <a:ext cx="565150" cy="369332"/>
                <a:chOff x="1736090" y="2873352"/>
                <a:chExt cx="565150" cy="369332"/>
              </a:xfrm>
            </p:grpSpPr>
            <p:grpSp>
              <p:nvGrpSpPr>
                <p:cNvPr id="299" name="Group 327"/>
                <p:cNvGrpSpPr>
                  <a:grpSpLocks/>
                </p:cNvGrpSpPr>
                <p:nvPr/>
              </p:nvGrpSpPr>
              <p:grpSpPr bwMode="auto">
                <a:xfrm>
                  <a:off x="1736090" y="2893762"/>
                  <a:ext cx="565150" cy="292100"/>
                  <a:chOff x="1871277" y="1576300"/>
                  <a:chExt cx="1128371" cy="437861"/>
                </a:xfrm>
              </p:grpSpPr>
              <p:sp>
                <p:nvSpPr>
                  <p:cNvPr id="303" name="Oval 302"/>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04" name="Rectangle 303"/>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05" name="Oval 304"/>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06" name="Freeform 305"/>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07" name="Freeform 306"/>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08" name="Freeform 307"/>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09" name="Freeform 308"/>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10" name="Straight Connector 309"/>
                  <p:cNvCxnSpPr>
                    <a:endCxn id="305"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11" name="Straight Connector 310"/>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300" name="Group 299"/>
                <p:cNvGrpSpPr/>
                <p:nvPr/>
              </p:nvGrpSpPr>
              <p:grpSpPr>
                <a:xfrm>
                  <a:off x="1770362" y="2873352"/>
                  <a:ext cx="441422" cy="369332"/>
                  <a:chOff x="667045" y="1708643"/>
                  <a:chExt cx="441422" cy="369332"/>
                </a:xfrm>
              </p:grpSpPr>
              <p:sp>
                <p:nvSpPr>
                  <p:cNvPr id="301" name="Oval 300"/>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302" name="TextBox 301"/>
                  <p:cNvSpPr txBox="1"/>
                  <p:nvPr/>
                </p:nvSpPr>
                <p:spPr>
                  <a:xfrm>
                    <a:off x="667045" y="1708643"/>
                    <a:ext cx="441422" cy="369332"/>
                  </a:xfrm>
                  <a:prstGeom prst="rect">
                    <a:avLst/>
                  </a:prstGeom>
                  <a:noFill/>
                </p:spPr>
                <p:txBody>
                  <a:bodyPr wrap="none" rtlCol="0">
                    <a:spAutoFit/>
                  </a:bodyPr>
                  <a:lstStyle/>
                  <a:p>
                    <a:r>
                      <a:rPr lang="en-US" dirty="0"/>
                      <a:t>1d</a:t>
                    </a:r>
                  </a:p>
                </p:txBody>
              </p:sp>
            </p:grpSp>
          </p:grpSp>
          <p:grpSp>
            <p:nvGrpSpPr>
              <p:cNvPr id="265" name="Group 264"/>
              <p:cNvGrpSpPr/>
              <p:nvPr/>
            </p:nvGrpSpPr>
            <p:grpSpPr>
              <a:xfrm>
                <a:off x="2601806" y="3485072"/>
                <a:ext cx="565150" cy="369332"/>
                <a:chOff x="1736090" y="2873352"/>
                <a:chExt cx="565150" cy="369332"/>
              </a:xfrm>
            </p:grpSpPr>
            <p:grpSp>
              <p:nvGrpSpPr>
                <p:cNvPr id="286" name="Group 327"/>
                <p:cNvGrpSpPr>
                  <a:grpSpLocks/>
                </p:cNvGrpSpPr>
                <p:nvPr/>
              </p:nvGrpSpPr>
              <p:grpSpPr bwMode="auto">
                <a:xfrm>
                  <a:off x="1736090" y="2893762"/>
                  <a:ext cx="565150" cy="292100"/>
                  <a:chOff x="1871277" y="1576300"/>
                  <a:chExt cx="1128371" cy="437861"/>
                </a:xfrm>
              </p:grpSpPr>
              <p:sp>
                <p:nvSpPr>
                  <p:cNvPr id="290" name="Oval 289"/>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91" name="Rectangle 290"/>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92" name="Oval 291"/>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93" name="Freeform 292"/>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94" name="Freeform 293"/>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95" name="Freeform 294"/>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96" name="Freeform 295"/>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97" name="Straight Connector 296"/>
                  <p:cNvCxnSpPr>
                    <a:endCxn id="292"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98" name="Straight Connector 297"/>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87" name="Group 286"/>
                <p:cNvGrpSpPr/>
                <p:nvPr/>
              </p:nvGrpSpPr>
              <p:grpSpPr>
                <a:xfrm>
                  <a:off x="1770362" y="2873352"/>
                  <a:ext cx="428460" cy="369332"/>
                  <a:chOff x="667045" y="1708643"/>
                  <a:chExt cx="428460" cy="369332"/>
                </a:xfrm>
              </p:grpSpPr>
              <p:sp>
                <p:nvSpPr>
                  <p:cNvPr id="288" name="Oval 287"/>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89" name="TextBox 288"/>
                  <p:cNvSpPr txBox="1"/>
                  <p:nvPr/>
                </p:nvSpPr>
                <p:spPr>
                  <a:xfrm>
                    <a:off x="667045" y="1708643"/>
                    <a:ext cx="428460" cy="369332"/>
                  </a:xfrm>
                  <a:prstGeom prst="rect">
                    <a:avLst/>
                  </a:prstGeom>
                  <a:noFill/>
                </p:spPr>
                <p:txBody>
                  <a:bodyPr wrap="none" rtlCol="0">
                    <a:spAutoFit/>
                  </a:bodyPr>
                  <a:lstStyle/>
                  <a:p>
                    <a:r>
                      <a:rPr lang="en-US" dirty="0"/>
                      <a:t>1c</a:t>
                    </a:r>
                  </a:p>
                </p:txBody>
              </p:sp>
            </p:grpSp>
          </p:grpSp>
          <p:grpSp>
            <p:nvGrpSpPr>
              <p:cNvPr id="266" name="Group 265"/>
              <p:cNvGrpSpPr/>
              <p:nvPr/>
            </p:nvGrpSpPr>
            <p:grpSpPr>
              <a:xfrm>
                <a:off x="833331" y="3478719"/>
                <a:ext cx="565150" cy="369332"/>
                <a:chOff x="1736090" y="2873352"/>
                <a:chExt cx="565150" cy="369332"/>
              </a:xfrm>
            </p:grpSpPr>
            <p:grpSp>
              <p:nvGrpSpPr>
                <p:cNvPr id="273" name="Group 327"/>
                <p:cNvGrpSpPr>
                  <a:grpSpLocks/>
                </p:cNvGrpSpPr>
                <p:nvPr/>
              </p:nvGrpSpPr>
              <p:grpSpPr bwMode="auto">
                <a:xfrm>
                  <a:off x="1736090" y="2893762"/>
                  <a:ext cx="565150" cy="292100"/>
                  <a:chOff x="1871277" y="1576300"/>
                  <a:chExt cx="1128371" cy="437861"/>
                </a:xfrm>
              </p:grpSpPr>
              <p:sp>
                <p:nvSpPr>
                  <p:cNvPr id="277" name="Oval 276"/>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78" name="Rectangle 277"/>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79" name="Oval 278"/>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80" name="Freeform 279"/>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81" name="Freeform 280"/>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82" name="Freeform 281"/>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83" name="Freeform 282"/>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84" name="Straight Connector 283"/>
                  <p:cNvCxnSpPr>
                    <a:endCxn id="279"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85" name="Straight Connector 284"/>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74" name="Group 273"/>
                <p:cNvGrpSpPr/>
                <p:nvPr/>
              </p:nvGrpSpPr>
              <p:grpSpPr>
                <a:xfrm>
                  <a:off x="1770362" y="2873352"/>
                  <a:ext cx="441422" cy="369332"/>
                  <a:chOff x="667045" y="1708643"/>
                  <a:chExt cx="441422" cy="369332"/>
                </a:xfrm>
              </p:grpSpPr>
              <p:sp>
                <p:nvSpPr>
                  <p:cNvPr id="275" name="Oval 274"/>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76" name="TextBox 275"/>
                  <p:cNvSpPr txBox="1"/>
                  <p:nvPr/>
                </p:nvSpPr>
                <p:spPr>
                  <a:xfrm>
                    <a:off x="667045" y="1708643"/>
                    <a:ext cx="441422" cy="369332"/>
                  </a:xfrm>
                  <a:prstGeom prst="rect">
                    <a:avLst/>
                  </a:prstGeom>
                  <a:noFill/>
                </p:spPr>
                <p:txBody>
                  <a:bodyPr wrap="none" rtlCol="0">
                    <a:spAutoFit/>
                  </a:bodyPr>
                  <a:lstStyle/>
                  <a:p>
                    <a:r>
                      <a:rPr lang="en-US" dirty="0"/>
                      <a:t>1a</a:t>
                    </a:r>
                  </a:p>
                </p:txBody>
              </p:sp>
            </p:grpSp>
          </p:grpSp>
          <p:cxnSp>
            <p:nvCxnSpPr>
              <p:cNvPr id="269" name="Straight Connector 268"/>
              <p:cNvCxnSpPr>
                <a:stCxn id="316" idx="7"/>
              </p:cNvCxnSpPr>
              <p:nvPr/>
            </p:nvCxnSpPr>
            <p:spPr bwMode="auto">
              <a:xfrm>
                <a:off x="2218708" y="3154477"/>
                <a:ext cx="480042" cy="369773"/>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270" name="Straight Connector 269"/>
              <p:cNvCxnSpPr/>
              <p:nvPr/>
            </p:nvCxnSpPr>
            <p:spPr bwMode="auto">
              <a:xfrm>
                <a:off x="1315140" y="3783345"/>
                <a:ext cx="489235" cy="352580"/>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271" name="Straight Connector 270"/>
              <p:cNvCxnSpPr/>
              <p:nvPr/>
            </p:nvCxnSpPr>
            <p:spPr bwMode="auto">
              <a:xfrm flipH="1">
                <a:off x="2196042" y="3783542"/>
                <a:ext cx="508002" cy="349250"/>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337" name="Straight Connector 336"/>
              <p:cNvCxnSpPr>
                <a:endCxn id="316" idx="2"/>
              </p:cNvCxnSpPr>
              <p:nvPr/>
            </p:nvCxnSpPr>
            <p:spPr bwMode="auto">
              <a:xfrm flipV="1">
                <a:off x="1319809" y="3078707"/>
                <a:ext cx="417868" cy="457019"/>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grpSp>
      </p:grpSp>
      <p:sp>
        <p:nvSpPr>
          <p:cNvPr id="197" name="Freeform 2"/>
          <p:cNvSpPr>
            <a:spLocks/>
          </p:cNvSpPr>
          <p:nvPr/>
        </p:nvSpPr>
        <p:spPr bwMode="auto">
          <a:xfrm>
            <a:off x="3285692" y="2741493"/>
            <a:ext cx="2545688" cy="1720535"/>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 fmla="*/ 4 w 8600"/>
              <a:gd name="connsiteY0" fmla="*/ 4042 h 10128"/>
              <a:gd name="connsiteX1" fmla="*/ 715 w 8600"/>
              <a:gd name="connsiteY1" fmla="*/ 1598 h 10128"/>
              <a:gd name="connsiteX2" fmla="*/ 3130 w 8600"/>
              <a:gd name="connsiteY2" fmla="*/ 1009 h 10128"/>
              <a:gd name="connsiteX3" fmla="*/ 4995 w 8600"/>
              <a:gd name="connsiteY3" fmla="*/ 3 h 10128"/>
              <a:gd name="connsiteX4" fmla="*/ 6720 w 8600"/>
              <a:gd name="connsiteY4" fmla="*/ 1012 h 10128"/>
              <a:gd name="connsiteX5" fmla="*/ 8599 w 8600"/>
              <a:gd name="connsiteY5" fmla="*/ 6800 h 10128"/>
              <a:gd name="connsiteX6" fmla="*/ 6995 w 8600"/>
              <a:gd name="connsiteY6" fmla="*/ 9325 h 10128"/>
              <a:gd name="connsiteX7" fmla="*/ 5307 w 8600"/>
              <a:gd name="connsiteY7" fmla="*/ 8846 h 10128"/>
              <a:gd name="connsiteX8" fmla="*/ 4371 w 8600"/>
              <a:gd name="connsiteY8" fmla="*/ 9915 h 10128"/>
              <a:gd name="connsiteX9" fmla="*/ 3140 w 8600"/>
              <a:gd name="connsiteY9" fmla="*/ 10022 h 10128"/>
              <a:gd name="connsiteX10" fmla="*/ 2179 w 8600"/>
              <a:gd name="connsiteY10" fmla="*/ 7898 h 10128"/>
              <a:gd name="connsiteX11" fmla="*/ 1187 w 8600"/>
              <a:gd name="connsiteY11" fmla="*/ 7498 h 10128"/>
              <a:gd name="connsiteX12" fmla="*/ 4 w 8600"/>
              <a:gd name="connsiteY12" fmla="*/ 4042 h 10128"/>
              <a:gd name="connsiteX0" fmla="*/ 4 w 9326"/>
              <a:gd name="connsiteY0" fmla="*/ 3988 h 9997"/>
              <a:gd name="connsiteX1" fmla="*/ 830 w 9326"/>
              <a:gd name="connsiteY1" fmla="*/ 1575 h 9997"/>
              <a:gd name="connsiteX2" fmla="*/ 3639 w 9326"/>
              <a:gd name="connsiteY2" fmla="*/ 993 h 9997"/>
              <a:gd name="connsiteX3" fmla="*/ 5807 w 9326"/>
              <a:gd name="connsiteY3" fmla="*/ 0 h 9997"/>
              <a:gd name="connsiteX4" fmla="*/ 7813 w 9326"/>
              <a:gd name="connsiteY4" fmla="*/ 996 h 9997"/>
              <a:gd name="connsiteX5" fmla="*/ 9324 w 9326"/>
              <a:gd name="connsiteY5" fmla="*/ 5746 h 9997"/>
              <a:gd name="connsiteX6" fmla="*/ 8133 w 9326"/>
              <a:gd name="connsiteY6" fmla="*/ 9204 h 9997"/>
              <a:gd name="connsiteX7" fmla="*/ 6170 w 9326"/>
              <a:gd name="connsiteY7" fmla="*/ 8731 h 9997"/>
              <a:gd name="connsiteX8" fmla="*/ 5082 w 9326"/>
              <a:gd name="connsiteY8" fmla="*/ 9787 h 9997"/>
              <a:gd name="connsiteX9" fmla="*/ 3650 w 9326"/>
              <a:gd name="connsiteY9" fmla="*/ 9892 h 9997"/>
              <a:gd name="connsiteX10" fmla="*/ 2533 w 9326"/>
              <a:gd name="connsiteY10" fmla="*/ 7795 h 9997"/>
              <a:gd name="connsiteX11" fmla="*/ 1379 w 9326"/>
              <a:gd name="connsiteY11" fmla="*/ 7400 h 9997"/>
              <a:gd name="connsiteX12" fmla="*/ 4 w 9326"/>
              <a:gd name="connsiteY12" fmla="*/ 3988 h 9997"/>
              <a:gd name="connsiteX0" fmla="*/ 4 w 10001"/>
              <a:gd name="connsiteY0" fmla="*/ 3989 h 10041"/>
              <a:gd name="connsiteX1" fmla="*/ 890 w 10001"/>
              <a:gd name="connsiteY1" fmla="*/ 1575 h 10041"/>
              <a:gd name="connsiteX2" fmla="*/ 3902 w 10001"/>
              <a:gd name="connsiteY2" fmla="*/ 993 h 10041"/>
              <a:gd name="connsiteX3" fmla="*/ 6227 w 10001"/>
              <a:gd name="connsiteY3" fmla="*/ 0 h 10041"/>
              <a:gd name="connsiteX4" fmla="*/ 8378 w 10001"/>
              <a:gd name="connsiteY4" fmla="*/ 996 h 10041"/>
              <a:gd name="connsiteX5" fmla="*/ 9998 w 10001"/>
              <a:gd name="connsiteY5" fmla="*/ 5748 h 10041"/>
              <a:gd name="connsiteX6" fmla="*/ 8721 w 10001"/>
              <a:gd name="connsiteY6" fmla="*/ 9207 h 10041"/>
              <a:gd name="connsiteX7" fmla="*/ 5449 w 10001"/>
              <a:gd name="connsiteY7" fmla="*/ 9790 h 10041"/>
              <a:gd name="connsiteX8" fmla="*/ 3914 w 10001"/>
              <a:gd name="connsiteY8" fmla="*/ 9895 h 10041"/>
              <a:gd name="connsiteX9" fmla="*/ 2716 w 10001"/>
              <a:gd name="connsiteY9" fmla="*/ 7797 h 10041"/>
              <a:gd name="connsiteX10" fmla="*/ 1479 w 10001"/>
              <a:gd name="connsiteY10" fmla="*/ 7402 h 10041"/>
              <a:gd name="connsiteX11" fmla="*/ 4 w 10001"/>
              <a:gd name="connsiteY11" fmla="*/ 3989 h 10041"/>
              <a:gd name="connsiteX0" fmla="*/ 4 w 10001"/>
              <a:gd name="connsiteY0" fmla="*/ 3989 h 14825"/>
              <a:gd name="connsiteX1" fmla="*/ 890 w 10001"/>
              <a:gd name="connsiteY1" fmla="*/ 1575 h 14825"/>
              <a:gd name="connsiteX2" fmla="*/ 3902 w 10001"/>
              <a:gd name="connsiteY2" fmla="*/ 993 h 14825"/>
              <a:gd name="connsiteX3" fmla="*/ 6227 w 10001"/>
              <a:gd name="connsiteY3" fmla="*/ 0 h 14825"/>
              <a:gd name="connsiteX4" fmla="*/ 8378 w 10001"/>
              <a:gd name="connsiteY4" fmla="*/ 996 h 14825"/>
              <a:gd name="connsiteX5" fmla="*/ 9998 w 10001"/>
              <a:gd name="connsiteY5" fmla="*/ 5748 h 14825"/>
              <a:gd name="connsiteX6" fmla="*/ 8721 w 10001"/>
              <a:gd name="connsiteY6" fmla="*/ 9207 h 14825"/>
              <a:gd name="connsiteX7" fmla="*/ 6011 w 10001"/>
              <a:gd name="connsiteY7" fmla="*/ 14823 h 14825"/>
              <a:gd name="connsiteX8" fmla="*/ 3914 w 10001"/>
              <a:gd name="connsiteY8" fmla="*/ 9895 h 14825"/>
              <a:gd name="connsiteX9" fmla="*/ 2716 w 10001"/>
              <a:gd name="connsiteY9" fmla="*/ 7797 h 14825"/>
              <a:gd name="connsiteX10" fmla="*/ 1479 w 10001"/>
              <a:gd name="connsiteY10" fmla="*/ 7402 h 14825"/>
              <a:gd name="connsiteX11" fmla="*/ 4 w 10001"/>
              <a:gd name="connsiteY11" fmla="*/ 3989 h 14825"/>
              <a:gd name="connsiteX0" fmla="*/ 4 w 10001"/>
              <a:gd name="connsiteY0" fmla="*/ 7436 h 18272"/>
              <a:gd name="connsiteX1" fmla="*/ 890 w 10001"/>
              <a:gd name="connsiteY1" fmla="*/ 5022 h 18272"/>
              <a:gd name="connsiteX2" fmla="*/ 3902 w 10001"/>
              <a:gd name="connsiteY2" fmla="*/ 4440 h 18272"/>
              <a:gd name="connsiteX3" fmla="*/ 6026 w 10001"/>
              <a:gd name="connsiteY3" fmla="*/ 0 h 18272"/>
              <a:gd name="connsiteX4" fmla="*/ 8378 w 10001"/>
              <a:gd name="connsiteY4" fmla="*/ 4443 h 18272"/>
              <a:gd name="connsiteX5" fmla="*/ 9998 w 10001"/>
              <a:gd name="connsiteY5" fmla="*/ 9195 h 18272"/>
              <a:gd name="connsiteX6" fmla="*/ 8721 w 10001"/>
              <a:gd name="connsiteY6" fmla="*/ 12654 h 18272"/>
              <a:gd name="connsiteX7" fmla="*/ 6011 w 10001"/>
              <a:gd name="connsiteY7" fmla="*/ 18270 h 18272"/>
              <a:gd name="connsiteX8" fmla="*/ 3914 w 10001"/>
              <a:gd name="connsiteY8" fmla="*/ 13342 h 18272"/>
              <a:gd name="connsiteX9" fmla="*/ 2716 w 10001"/>
              <a:gd name="connsiteY9" fmla="*/ 11244 h 18272"/>
              <a:gd name="connsiteX10" fmla="*/ 1479 w 10001"/>
              <a:gd name="connsiteY10" fmla="*/ 10849 h 18272"/>
              <a:gd name="connsiteX11" fmla="*/ 4 w 10001"/>
              <a:gd name="connsiteY11" fmla="*/ 7436 h 18272"/>
              <a:gd name="connsiteX0" fmla="*/ 1 w 9998"/>
              <a:gd name="connsiteY0" fmla="*/ 7436 h 18272"/>
              <a:gd name="connsiteX1" fmla="*/ 3899 w 9998"/>
              <a:gd name="connsiteY1" fmla="*/ 4440 h 18272"/>
              <a:gd name="connsiteX2" fmla="*/ 6023 w 9998"/>
              <a:gd name="connsiteY2" fmla="*/ 0 h 18272"/>
              <a:gd name="connsiteX3" fmla="*/ 8375 w 9998"/>
              <a:gd name="connsiteY3" fmla="*/ 4443 h 18272"/>
              <a:gd name="connsiteX4" fmla="*/ 9995 w 9998"/>
              <a:gd name="connsiteY4" fmla="*/ 9195 h 18272"/>
              <a:gd name="connsiteX5" fmla="*/ 8718 w 9998"/>
              <a:gd name="connsiteY5" fmla="*/ 12654 h 18272"/>
              <a:gd name="connsiteX6" fmla="*/ 6008 w 9998"/>
              <a:gd name="connsiteY6" fmla="*/ 18270 h 18272"/>
              <a:gd name="connsiteX7" fmla="*/ 3911 w 9998"/>
              <a:gd name="connsiteY7" fmla="*/ 13342 h 18272"/>
              <a:gd name="connsiteX8" fmla="*/ 2713 w 9998"/>
              <a:gd name="connsiteY8" fmla="*/ 11244 h 18272"/>
              <a:gd name="connsiteX9" fmla="*/ 1476 w 9998"/>
              <a:gd name="connsiteY9" fmla="*/ 10849 h 18272"/>
              <a:gd name="connsiteX10" fmla="*/ 1 w 9998"/>
              <a:gd name="connsiteY10" fmla="*/ 7436 h 18272"/>
              <a:gd name="connsiteX0" fmla="*/ 35 w 8559"/>
              <a:gd name="connsiteY0" fmla="*/ 5938 h 10000"/>
              <a:gd name="connsiteX1" fmla="*/ 2459 w 8559"/>
              <a:gd name="connsiteY1" fmla="*/ 2430 h 10000"/>
              <a:gd name="connsiteX2" fmla="*/ 4583 w 8559"/>
              <a:gd name="connsiteY2" fmla="*/ 0 h 10000"/>
              <a:gd name="connsiteX3" fmla="*/ 6936 w 8559"/>
              <a:gd name="connsiteY3" fmla="*/ 2432 h 10000"/>
              <a:gd name="connsiteX4" fmla="*/ 8556 w 8559"/>
              <a:gd name="connsiteY4" fmla="*/ 5032 h 10000"/>
              <a:gd name="connsiteX5" fmla="*/ 7279 w 8559"/>
              <a:gd name="connsiteY5" fmla="*/ 6925 h 10000"/>
              <a:gd name="connsiteX6" fmla="*/ 4568 w 8559"/>
              <a:gd name="connsiteY6" fmla="*/ 9999 h 10000"/>
              <a:gd name="connsiteX7" fmla="*/ 2471 w 8559"/>
              <a:gd name="connsiteY7" fmla="*/ 7302 h 10000"/>
              <a:gd name="connsiteX8" fmla="*/ 1273 w 8559"/>
              <a:gd name="connsiteY8" fmla="*/ 6154 h 10000"/>
              <a:gd name="connsiteX9" fmla="*/ 35 w 8559"/>
              <a:gd name="connsiteY9" fmla="*/ 5938 h 10000"/>
              <a:gd name="connsiteX0" fmla="*/ 49 w 9820"/>
              <a:gd name="connsiteY0" fmla="*/ 4655 h 10000"/>
              <a:gd name="connsiteX1" fmla="*/ 2693 w 9820"/>
              <a:gd name="connsiteY1" fmla="*/ 2430 h 10000"/>
              <a:gd name="connsiteX2" fmla="*/ 5175 w 9820"/>
              <a:gd name="connsiteY2" fmla="*/ 0 h 10000"/>
              <a:gd name="connsiteX3" fmla="*/ 7924 w 9820"/>
              <a:gd name="connsiteY3" fmla="*/ 2432 h 10000"/>
              <a:gd name="connsiteX4" fmla="*/ 9816 w 9820"/>
              <a:gd name="connsiteY4" fmla="*/ 5032 h 10000"/>
              <a:gd name="connsiteX5" fmla="*/ 8324 w 9820"/>
              <a:gd name="connsiteY5" fmla="*/ 6925 h 10000"/>
              <a:gd name="connsiteX6" fmla="*/ 5157 w 9820"/>
              <a:gd name="connsiteY6" fmla="*/ 9999 h 10000"/>
              <a:gd name="connsiteX7" fmla="*/ 2707 w 9820"/>
              <a:gd name="connsiteY7" fmla="*/ 7302 h 10000"/>
              <a:gd name="connsiteX8" fmla="*/ 1307 w 9820"/>
              <a:gd name="connsiteY8" fmla="*/ 6154 h 10000"/>
              <a:gd name="connsiteX9" fmla="*/ 49 w 9820"/>
              <a:gd name="connsiteY9" fmla="*/ 4655 h 10000"/>
              <a:gd name="connsiteX0" fmla="*/ 45 w 9995"/>
              <a:gd name="connsiteY0" fmla="*/ 4655 h 10000"/>
              <a:gd name="connsiteX1" fmla="*/ 2737 w 9995"/>
              <a:gd name="connsiteY1" fmla="*/ 2430 h 10000"/>
              <a:gd name="connsiteX2" fmla="*/ 5265 w 9995"/>
              <a:gd name="connsiteY2" fmla="*/ 0 h 10000"/>
              <a:gd name="connsiteX3" fmla="*/ 8064 w 9995"/>
              <a:gd name="connsiteY3" fmla="*/ 2432 h 10000"/>
              <a:gd name="connsiteX4" fmla="*/ 9991 w 9995"/>
              <a:gd name="connsiteY4" fmla="*/ 5032 h 10000"/>
              <a:gd name="connsiteX5" fmla="*/ 8472 w 9995"/>
              <a:gd name="connsiteY5" fmla="*/ 6925 h 10000"/>
              <a:gd name="connsiteX6" fmla="*/ 5247 w 9995"/>
              <a:gd name="connsiteY6" fmla="*/ 9999 h 10000"/>
              <a:gd name="connsiteX7" fmla="*/ 2752 w 9995"/>
              <a:gd name="connsiteY7" fmla="*/ 7302 h 10000"/>
              <a:gd name="connsiteX8" fmla="*/ 1374 w 9995"/>
              <a:gd name="connsiteY8" fmla="*/ 6984 h 10000"/>
              <a:gd name="connsiteX9" fmla="*/ 45 w 9995"/>
              <a:gd name="connsiteY9" fmla="*/ 4655 h 10000"/>
              <a:gd name="connsiteX0" fmla="*/ 45 w 10000"/>
              <a:gd name="connsiteY0" fmla="*/ 5032 h 10377"/>
              <a:gd name="connsiteX1" fmla="*/ 2738 w 10000"/>
              <a:gd name="connsiteY1" fmla="*/ 2807 h 10377"/>
              <a:gd name="connsiteX2" fmla="*/ 4886 w 10000"/>
              <a:gd name="connsiteY2" fmla="*/ 0 h 10377"/>
              <a:gd name="connsiteX3" fmla="*/ 8068 w 10000"/>
              <a:gd name="connsiteY3" fmla="*/ 2809 h 10377"/>
              <a:gd name="connsiteX4" fmla="*/ 9996 w 10000"/>
              <a:gd name="connsiteY4" fmla="*/ 5409 h 10377"/>
              <a:gd name="connsiteX5" fmla="*/ 8476 w 10000"/>
              <a:gd name="connsiteY5" fmla="*/ 7302 h 10377"/>
              <a:gd name="connsiteX6" fmla="*/ 5250 w 10000"/>
              <a:gd name="connsiteY6" fmla="*/ 10376 h 10377"/>
              <a:gd name="connsiteX7" fmla="*/ 2753 w 10000"/>
              <a:gd name="connsiteY7" fmla="*/ 7679 h 10377"/>
              <a:gd name="connsiteX8" fmla="*/ 1375 w 10000"/>
              <a:gd name="connsiteY8" fmla="*/ 7361 h 10377"/>
              <a:gd name="connsiteX9" fmla="*/ 45 w 10000"/>
              <a:gd name="connsiteY9" fmla="*/ 5032 h 10377"/>
              <a:gd name="connsiteX0" fmla="*/ 45 w 10000"/>
              <a:gd name="connsiteY0" fmla="*/ 5036 h 10381"/>
              <a:gd name="connsiteX1" fmla="*/ 2738 w 10000"/>
              <a:gd name="connsiteY1" fmla="*/ 2811 h 10381"/>
              <a:gd name="connsiteX2" fmla="*/ 4886 w 10000"/>
              <a:gd name="connsiteY2" fmla="*/ 4 h 10381"/>
              <a:gd name="connsiteX3" fmla="*/ 8068 w 10000"/>
              <a:gd name="connsiteY3" fmla="*/ 2813 h 10381"/>
              <a:gd name="connsiteX4" fmla="*/ 9996 w 10000"/>
              <a:gd name="connsiteY4" fmla="*/ 5413 h 10381"/>
              <a:gd name="connsiteX5" fmla="*/ 8476 w 10000"/>
              <a:gd name="connsiteY5" fmla="*/ 7306 h 10381"/>
              <a:gd name="connsiteX6" fmla="*/ 5250 w 10000"/>
              <a:gd name="connsiteY6" fmla="*/ 10380 h 10381"/>
              <a:gd name="connsiteX7" fmla="*/ 2753 w 10000"/>
              <a:gd name="connsiteY7" fmla="*/ 7683 h 10381"/>
              <a:gd name="connsiteX8" fmla="*/ 1375 w 10000"/>
              <a:gd name="connsiteY8" fmla="*/ 7365 h 10381"/>
              <a:gd name="connsiteX9" fmla="*/ 45 w 10000"/>
              <a:gd name="connsiteY9" fmla="*/ 5036 h 10381"/>
              <a:gd name="connsiteX0" fmla="*/ 45 w 10000"/>
              <a:gd name="connsiteY0" fmla="*/ 5036 h 10796"/>
              <a:gd name="connsiteX1" fmla="*/ 2738 w 10000"/>
              <a:gd name="connsiteY1" fmla="*/ 2811 h 10796"/>
              <a:gd name="connsiteX2" fmla="*/ 4886 w 10000"/>
              <a:gd name="connsiteY2" fmla="*/ 4 h 10796"/>
              <a:gd name="connsiteX3" fmla="*/ 8068 w 10000"/>
              <a:gd name="connsiteY3" fmla="*/ 2813 h 10796"/>
              <a:gd name="connsiteX4" fmla="*/ 9996 w 10000"/>
              <a:gd name="connsiteY4" fmla="*/ 5413 h 10796"/>
              <a:gd name="connsiteX5" fmla="*/ 8476 w 10000"/>
              <a:gd name="connsiteY5" fmla="*/ 7306 h 10796"/>
              <a:gd name="connsiteX6" fmla="*/ 5202 w 10000"/>
              <a:gd name="connsiteY6" fmla="*/ 10795 h 10796"/>
              <a:gd name="connsiteX7" fmla="*/ 2753 w 10000"/>
              <a:gd name="connsiteY7" fmla="*/ 7683 h 10796"/>
              <a:gd name="connsiteX8" fmla="*/ 1375 w 10000"/>
              <a:gd name="connsiteY8" fmla="*/ 7365 h 10796"/>
              <a:gd name="connsiteX9" fmla="*/ 45 w 10000"/>
              <a:gd name="connsiteY9" fmla="*/ 5036 h 10796"/>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00" h="10795">
                <a:moveTo>
                  <a:pt x="45" y="5036"/>
                </a:moveTo>
                <a:cubicBezTo>
                  <a:pt x="272" y="4277"/>
                  <a:pt x="1931" y="3650"/>
                  <a:pt x="2738" y="2811"/>
                </a:cubicBezTo>
                <a:cubicBezTo>
                  <a:pt x="3545" y="1972"/>
                  <a:pt x="3352" y="117"/>
                  <a:pt x="4886" y="4"/>
                </a:cubicBezTo>
                <a:cubicBezTo>
                  <a:pt x="6420" y="-109"/>
                  <a:pt x="7216" y="1912"/>
                  <a:pt x="8068" y="2813"/>
                </a:cubicBezTo>
                <a:cubicBezTo>
                  <a:pt x="8920" y="3715"/>
                  <a:pt x="9928" y="3420"/>
                  <a:pt x="9996" y="5413"/>
                </a:cubicBezTo>
                <a:cubicBezTo>
                  <a:pt x="10064" y="7406"/>
                  <a:pt x="9275" y="6409"/>
                  <a:pt x="8476" y="7306"/>
                </a:cubicBezTo>
                <a:cubicBezTo>
                  <a:pt x="7677" y="8203"/>
                  <a:pt x="7086" y="10770"/>
                  <a:pt x="5202" y="10795"/>
                </a:cubicBezTo>
                <a:cubicBezTo>
                  <a:pt x="3318" y="10820"/>
                  <a:pt x="3391" y="8255"/>
                  <a:pt x="2753" y="7683"/>
                </a:cubicBezTo>
                <a:cubicBezTo>
                  <a:pt x="2115" y="7111"/>
                  <a:pt x="2326" y="7496"/>
                  <a:pt x="1375" y="7365"/>
                </a:cubicBezTo>
                <a:cubicBezTo>
                  <a:pt x="493" y="6773"/>
                  <a:pt x="-182" y="5795"/>
                  <a:pt x="45" y="5036"/>
                </a:cubicBezTo>
                <a:close/>
              </a:path>
            </a:pathLst>
          </a:custGeom>
          <a:solidFill>
            <a:srgbClr val="66CCFF"/>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grpSp>
        <p:nvGrpSpPr>
          <p:cNvPr id="198" name="Group 197"/>
          <p:cNvGrpSpPr/>
          <p:nvPr/>
        </p:nvGrpSpPr>
        <p:grpSpPr>
          <a:xfrm>
            <a:off x="3506594" y="2881517"/>
            <a:ext cx="2189884" cy="1476371"/>
            <a:chOff x="833331" y="2873352"/>
            <a:chExt cx="2333625" cy="1590649"/>
          </a:xfrm>
        </p:grpSpPr>
        <p:grpSp>
          <p:nvGrpSpPr>
            <p:cNvPr id="199" name="Group 198"/>
            <p:cNvGrpSpPr/>
            <p:nvPr/>
          </p:nvGrpSpPr>
          <p:grpSpPr>
            <a:xfrm>
              <a:off x="1736090" y="2873352"/>
              <a:ext cx="565150" cy="369332"/>
              <a:chOff x="1736090" y="2873352"/>
              <a:chExt cx="565150" cy="369332"/>
            </a:xfrm>
          </p:grpSpPr>
          <p:grpSp>
            <p:nvGrpSpPr>
              <p:cNvPr id="248" name="Group 327"/>
              <p:cNvGrpSpPr>
                <a:grpSpLocks/>
              </p:cNvGrpSpPr>
              <p:nvPr/>
            </p:nvGrpSpPr>
            <p:grpSpPr bwMode="auto">
              <a:xfrm>
                <a:off x="1736090" y="2893762"/>
                <a:ext cx="565150" cy="292100"/>
                <a:chOff x="1871277" y="1576300"/>
                <a:chExt cx="1128371" cy="437861"/>
              </a:xfrm>
            </p:grpSpPr>
            <p:sp>
              <p:nvSpPr>
                <p:cNvPr id="252" name="Oval 251"/>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53" name="Rectangle 252"/>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54" name="Oval 253"/>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55" name="Freeform 254"/>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56" name="Freeform 255"/>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57" name="Freeform 256"/>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58" name="Freeform 257"/>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59" name="Straight Connector 258"/>
                <p:cNvCxnSpPr>
                  <a:endCxn id="254"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60" name="Straight Connector 259"/>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49" name="Group 248"/>
              <p:cNvGrpSpPr/>
              <p:nvPr/>
            </p:nvGrpSpPr>
            <p:grpSpPr>
              <a:xfrm>
                <a:off x="1770362" y="2873352"/>
                <a:ext cx="441422" cy="369332"/>
                <a:chOff x="667045" y="1708643"/>
                <a:chExt cx="441422" cy="369332"/>
              </a:xfrm>
            </p:grpSpPr>
            <p:sp>
              <p:nvSpPr>
                <p:cNvPr id="250" name="Oval 249"/>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51" name="TextBox 250"/>
                <p:cNvSpPr txBox="1"/>
                <p:nvPr/>
              </p:nvSpPr>
              <p:spPr>
                <a:xfrm>
                  <a:off x="667045" y="1708643"/>
                  <a:ext cx="441422" cy="369332"/>
                </a:xfrm>
                <a:prstGeom prst="rect">
                  <a:avLst/>
                </a:prstGeom>
                <a:noFill/>
              </p:spPr>
              <p:txBody>
                <a:bodyPr wrap="none" rtlCol="0">
                  <a:spAutoFit/>
                </a:bodyPr>
                <a:lstStyle/>
                <a:p>
                  <a:r>
                    <a:rPr lang="en-US" dirty="0"/>
                    <a:t>2b</a:t>
                  </a:r>
                </a:p>
              </p:txBody>
            </p:sp>
          </p:grpSp>
        </p:grpSp>
        <p:grpSp>
          <p:nvGrpSpPr>
            <p:cNvPr id="200" name="Group 199"/>
            <p:cNvGrpSpPr/>
            <p:nvPr/>
          </p:nvGrpSpPr>
          <p:grpSpPr>
            <a:xfrm>
              <a:off x="1740320" y="4094669"/>
              <a:ext cx="565150" cy="369332"/>
              <a:chOff x="1736090" y="2873352"/>
              <a:chExt cx="565150" cy="369332"/>
            </a:xfrm>
          </p:grpSpPr>
          <p:grpSp>
            <p:nvGrpSpPr>
              <p:cNvPr id="235" name="Group 327"/>
              <p:cNvGrpSpPr>
                <a:grpSpLocks/>
              </p:cNvGrpSpPr>
              <p:nvPr/>
            </p:nvGrpSpPr>
            <p:grpSpPr bwMode="auto">
              <a:xfrm>
                <a:off x="1736090" y="2893762"/>
                <a:ext cx="565150" cy="292100"/>
                <a:chOff x="1871277" y="1576300"/>
                <a:chExt cx="1128371" cy="437861"/>
              </a:xfrm>
            </p:grpSpPr>
            <p:sp>
              <p:nvSpPr>
                <p:cNvPr id="239" name="Oval 238"/>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40" name="Rectangle 239"/>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41" name="Oval 240"/>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42" name="Freeform 241"/>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43" name="Freeform 242"/>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44" name="Freeform 243"/>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45" name="Freeform 244"/>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46" name="Straight Connector 245"/>
                <p:cNvCxnSpPr>
                  <a:endCxn id="241"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47" name="Straight Connector 246"/>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36" name="Group 235"/>
              <p:cNvGrpSpPr/>
              <p:nvPr/>
            </p:nvGrpSpPr>
            <p:grpSpPr>
              <a:xfrm>
                <a:off x="1770362" y="2873352"/>
                <a:ext cx="441422" cy="369332"/>
                <a:chOff x="667045" y="1708643"/>
                <a:chExt cx="441422" cy="369332"/>
              </a:xfrm>
            </p:grpSpPr>
            <p:sp>
              <p:nvSpPr>
                <p:cNvPr id="237" name="Oval 236"/>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38" name="TextBox 237"/>
                <p:cNvSpPr txBox="1"/>
                <p:nvPr/>
              </p:nvSpPr>
              <p:spPr>
                <a:xfrm>
                  <a:off x="667045" y="1708643"/>
                  <a:ext cx="441422" cy="369332"/>
                </a:xfrm>
                <a:prstGeom prst="rect">
                  <a:avLst/>
                </a:prstGeom>
                <a:noFill/>
              </p:spPr>
              <p:txBody>
                <a:bodyPr wrap="none" rtlCol="0">
                  <a:spAutoFit/>
                </a:bodyPr>
                <a:lstStyle/>
                <a:p>
                  <a:r>
                    <a:rPr lang="en-US" dirty="0"/>
                    <a:t>2d</a:t>
                  </a:r>
                </a:p>
              </p:txBody>
            </p:sp>
          </p:grpSp>
        </p:grpSp>
        <p:grpSp>
          <p:nvGrpSpPr>
            <p:cNvPr id="201" name="Group 200"/>
            <p:cNvGrpSpPr/>
            <p:nvPr/>
          </p:nvGrpSpPr>
          <p:grpSpPr>
            <a:xfrm>
              <a:off x="2601806" y="3485072"/>
              <a:ext cx="565150" cy="369332"/>
              <a:chOff x="1736090" y="2873352"/>
              <a:chExt cx="565150" cy="369332"/>
            </a:xfrm>
          </p:grpSpPr>
          <p:grpSp>
            <p:nvGrpSpPr>
              <p:cNvPr id="222" name="Group 327"/>
              <p:cNvGrpSpPr>
                <a:grpSpLocks/>
              </p:cNvGrpSpPr>
              <p:nvPr/>
            </p:nvGrpSpPr>
            <p:grpSpPr bwMode="auto">
              <a:xfrm>
                <a:off x="1736090" y="2893762"/>
                <a:ext cx="565150" cy="292100"/>
                <a:chOff x="1871277" y="1576300"/>
                <a:chExt cx="1128371" cy="437861"/>
              </a:xfrm>
            </p:grpSpPr>
            <p:sp>
              <p:nvSpPr>
                <p:cNvPr id="226" name="Oval 225"/>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27" name="Rectangle 226"/>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28" name="Oval 227"/>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29" name="Freeform 228"/>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30" name="Freeform 229"/>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31" name="Freeform 230"/>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32" name="Freeform 231"/>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33" name="Straight Connector 232"/>
                <p:cNvCxnSpPr>
                  <a:endCxn id="228"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34" name="Straight Connector 233"/>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23" name="Group 222"/>
              <p:cNvGrpSpPr/>
              <p:nvPr/>
            </p:nvGrpSpPr>
            <p:grpSpPr>
              <a:xfrm>
                <a:off x="1770362" y="2873352"/>
                <a:ext cx="428460" cy="369332"/>
                <a:chOff x="667045" y="1708643"/>
                <a:chExt cx="428460" cy="369332"/>
              </a:xfrm>
            </p:grpSpPr>
            <p:sp>
              <p:nvSpPr>
                <p:cNvPr id="224" name="Oval 223"/>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25" name="TextBox 224"/>
                <p:cNvSpPr txBox="1"/>
                <p:nvPr/>
              </p:nvSpPr>
              <p:spPr>
                <a:xfrm>
                  <a:off x="667045" y="1708643"/>
                  <a:ext cx="428460" cy="369332"/>
                </a:xfrm>
                <a:prstGeom prst="rect">
                  <a:avLst/>
                </a:prstGeom>
                <a:noFill/>
              </p:spPr>
              <p:txBody>
                <a:bodyPr wrap="none" rtlCol="0">
                  <a:spAutoFit/>
                </a:bodyPr>
                <a:lstStyle/>
                <a:p>
                  <a:r>
                    <a:rPr lang="en-US" dirty="0"/>
                    <a:t>2c</a:t>
                  </a:r>
                </a:p>
              </p:txBody>
            </p:sp>
          </p:grpSp>
        </p:grpSp>
        <p:grpSp>
          <p:nvGrpSpPr>
            <p:cNvPr id="202" name="Group 201"/>
            <p:cNvGrpSpPr/>
            <p:nvPr/>
          </p:nvGrpSpPr>
          <p:grpSpPr>
            <a:xfrm>
              <a:off x="833331" y="3478719"/>
              <a:ext cx="565150" cy="369332"/>
              <a:chOff x="1736090" y="2873352"/>
              <a:chExt cx="565150" cy="369332"/>
            </a:xfrm>
          </p:grpSpPr>
          <p:grpSp>
            <p:nvGrpSpPr>
              <p:cNvPr id="209" name="Group 327"/>
              <p:cNvGrpSpPr>
                <a:grpSpLocks/>
              </p:cNvGrpSpPr>
              <p:nvPr/>
            </p:nvGrpSpPr>
            <p:grpSpPr bwMode="auto">
              <a:xfrm>
                <a:off x="1736090" y="2893762"/>
                <a:ext cx="565150" cy="292100"/>
                <a:chOff x="1871277" y="1576300"/>
                <a:chExt cx="1128371" cy="437861"/>
              </a:xfrm>
            </p:grpSpPr>
            <p:sp>
              <p:nvSpPr>
                <p:cNvPr id="213" name="Oval 212"/>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14" name="Rectangle 213"/>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15" name="Oval 214"/>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16" name="Freeform 215"/>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17" name="Freeform 216"/>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18" name="Freeform 217"/>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19" name="Freeform 218"/>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20" name="Straight Connector 219"/>
                <p:cNvCxnSpPr>
                  <a:endCxn id="215"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21" name="Straight Connector 220"/>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10" name="Group 209"/>
              <p:cNvGrpSpPr/>
              <p:nvPr/>
            </p:nvGrpSpPr>
            <p:grpSpPr>
              <a:xfrm>
                <a:off x="1770362" y="2873352"/>
                <a:ext cx="441422" cy="369332"/>
                <a:chOff x="667045" y="1708643"/>
                <a:chExt cx="441422" cy="369332"/>
              </a:xfrm>
            </p:grpSpPr>
            <p:sp>
              <p:nvSpPr>
                <p:cNvPr id="211" name="Oval 210"/>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12" name="TextBox 211"/>
                <p:cNvSpPr txBox="1"/>
                <p:nvPr/>
              </p:nvSpPr>
              <p:spPr>
                <a:xfrm>
                  <a:off x="667045" y="1708643"/>
                  <a:ext cx="441422" cy="369332"/>
                </a:xfrm>
                <a:prstGeom prst="rect">
                  <a:avLst/>
                </a:prstGeom>
                <a:noFill/>
              </p:spPr>
              <p:txBody>
                <a:bodyPr wrap="none" rtlCol="0">
                  <a:spAutoFit/>
                </a:bodyPr>
                <a:lstStyle/>
                <a:p>
                  <a:r>
                    <a:rPr lang="en-US" dirty="0"/>
                    <a:t>2a</a:t>
                  </a:r>
                </a:p>
              </p:txBody>
            </p:sp>
          </p:grpSp>
        </p:grpSp>
        <p:cxnSp>
          <p:nvCxnSpPr>
            <p:cNvPr id="203" name="Straight Connector 202"/>
            <p:cNvCxnSpPr>
              <a:endCxn id="238" idx="0"/>
            </p:cNvCxnSpPr>
            <p:nvPr/>
          </p:nvCxnSpPr>
          <p:spPr bwMode="auto">
            <a:xfrm>
              <a:off x="1991073" y="3173114"/>
              <a:ext cx="4230" cy="921555"/>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205" name="Straight Connector 204"/>
            <p:cNvCxnSpPr/>
            <p:nvPr/>
          </p:nvCxnSpPr>
          <p:spPr bwMode="auto">
            <a:xfrm>
              <a:off x="2280478" y="3145660"/>
              <a:ext cx="435814" cy="359474"/>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206" name="Straight Connector 205"/>
            <p:cNvCxnSpPr/>
            <p:nvPr/>
          </p:nvCxnSpPr>
          <p:spPr bwMode="auto">
            <a:xfrm>
              <a:off x="1300073" y="3768911"/>
              <a:ext cx="527386" cy="368208"/>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207" name="Straight Connector 206"/>
            <p:cNvCxnSpPr/>
            <p:nvPr/>
          </p:nvCxnSpPr>
          <p:spPr bwMode="auto">
            <a:xfrm flipH="1">
              <a:off x="2194462" y="3713972"/>
              <a:ext cx="509583" cy="428945"/>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grpSp>
      <p:sp>
        <p:nvSpPr>
          <p:cNvPr id="133" name="Freeform 2"/>
          <p:cNvSpPr>
            <a:spLocks/>
          </p:cNvSpPr>
          <p:nvPr/>
        </p:nvSpPr>
        <p:spPr bwMode="auto">
          <a:xfrm>
            <a:off x="5507686" y="1673235"/>
            <a:ext cx="2575521" cy="1672516"/>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 fmla="*/ 4 w 8600"/>
              <a:gd name="connsiteY0" fmla="*/ 4042 h 10128"/>
              <a:gd name="connsiteX1" fmla="*/ 715 w 8600"/>
              <a:gd name="connsiteY1" fmla="*/ 1598 h 10128"/>
              <a:gd name="connsiteX2" fmla="*/ 3130 w 8600"/>
              <a:gd name="connsiteY2" fmla="*/ 1009 h 10128"/>
              <a:gd name="connsiteX3" fmla="*/ 4995 w 8600"/>
              <a:gd name="connsiteY3" fmla="*/ 3 h 10128"/>
              <a:gd name="connsiteX4" fmla="*/ 6720 w 8600"/>
              <a:gd name="connsiteY4" fmla="*/ 1012 h 10128"/>
              <a:gd name="connsiteX5" fmla="*/ 8599 w 8600"/>
              <a:gd name="connsiteY5" fmla="*/ 6800 h 10128"/>
              <a:gd name="connsiteX6" fmla="*/ 6995 w 8600"/>
              <a:gd name="connsiteY6" fmla="*/ 9325 h 10128"/>
              <a:gd name="connsiteX7" fmla="*/ 5307 w 8600"/>
              <a:gd name="connsiteY7" fmla="*/ 8846 h 10128"/>
              <a:gd name="connsiteX8" fmla="*/ 4371 w 8600"/>
              <a:gd name="connsiteY8" fmla="*/ 9915 h 10128"/>
              <a:gd name="connsiteX9" fmla="*/ 3140 w 8600"/>
              <a:gd name="connsiteY9" fmla="*/ 10022 h 10128"/>
              <a:gd name="connsiteX10" fmla="*/ 2179 w 8600"/>
              <a:gd name="connsiteY10" fmla="*/ 7898 h 10128"/>
              <a:gd name="connsiteX11" fmla="*/ 1187 w 8600"/>
              <a:gd name="connsiteY11" fmla="*/ 7498 h 10128"/>
              <a:gd name="connsiteX12" fmla="*/ 4 w 8600"/>
              <a:gd name="connsiteY12" fmla="*/ 4042 h 10128"/>
              <a:gd name="connsiteX0" fmla="*/ 4 w 9326"/>
              <a:gd name="connsiteY0" fmla="*/ 3988 h 9997"/>
              <a:gd name="connsiteX1" fmla="*/ 830 w 9326"/>
              <a:gd name="connsiteY1" fmla="*/ 1575 h 9997"/>
              <a:gd name="connsiteX2" fmla="*/ 3639 w 9326"/>
              <a:gd name="connsiteY2" fmla="*/ 993 h 9997"/>
              <a:gd name="connsiteX3" fmla="*/ 5807 w 9326"/>
              <a:gd name="connsiteY3" fmla="*/ 0 h 9997"/>
              <a:gd name="connsiteX4" fmla="*/ 7813 w 9326"/>
              <a:gd name="connsiteY4" fmla="*/ 996 h 9997"/>
              <a:gd name="connsiteX5" fmla="*/ 9324 w 9326"/>
              <a:gd name="connsiteY5" fmla="*/ 5746 h 9997"/>
              <a:gd name="connsiteX6" fmla="*/ 8133 w 9326"/>
              <a:gd name="connsiteY6" fmla="*/ 9204 h 9997"/>
              <a:gd name="connsiteX7" fmla="*/ 6170 w 9326"/>
              <a:gd name="connsiteY7" fmla="*/ 8731 h 9997"/>
              <a:gd name="connsiteX8" fmla="*/ 5082 w 9326"/>
              <a:gd name="connsiteY8" fmla="*/ 9787 h 9997"/>
              <a:gd name="connsiteX9" fmla="*/ 3650 w 9326"/>
              <a:gd name="connsiteY9" fmla="*/ 9892 h 9997"/>
              <a:gd name="connsiteX10" fmla="*/ 2533 w 9326"/>
              <a:gd name="connsiteY10" fmla="*/ 7795 h 9997"/>
              <a:gd name="connsiteX11" fmla="*/ 1379 w 9326"/>
              <a:gd name="connsiteY11" fmla="*/ 7400 h 9997"/>
              <a:gd name="connsiteX12" fmla="*/ 4 w 9326"/>
              <a:gd name="connsiteY12" fmla="*/ 3988 h 9997"/>
              <a:gd name="connsiteX0" fmla="*/ 4 w 10001"/>
              <a:gd name="connsiteY0" fmla="*/ 3989 h 10041"/>
              <a:gd name="connsiteX1" fmla="*/ 890 w 10001"/>
              <a:gd name="connsiteY1" fmla="*/ 1575 h 10041"/>
              <a:gd name="connsiteX2" fmla="*/ 3902 w 10001"/>
              <a:gd name="connsiteY2" fmla="*/ 993 h 10041"/>
              <a:gd name="connsiteX3" fmla="*/ 6227 w 10001"/>
              <a:gd name="connsiteY3" fmla="*/ 0 h 10041"/>
              <a:gd name="connsiteX4" fmla="*/ 8378 w 10001"/>
              <a:gd name="connsiteY4" fmla="*/ 996 h 10041"/>
              <a:gd name="connsiteX5" fmla="*/ 9998 w 10001"/>
              <a:gd name="connsiteY5" fmla="*/ 5748 h 10041"/>
              <a:gd name="connsiteX6" fmla="*/ 8721 w 10001"/>
              <a:gd name="connsiteY6" fmla="*/ 9207 h 10041"/>
              <a:gd name="connsiteX7" fmla="*/ 5449 w 10001"/>
              <a:gd name="connsiteY7" fmla="*/ 9790 h 10041"/>
              <a:gd name="connsiteX8" fmla="*/ 3914 w 10001"/>
              <a:gd name="connsiteY8" fmla="*/ 9895 h 10041"/>
              <a:gd name="connsiteX9" fmla="*/ 2716 w 10001"/>
              <a:gd name="connsiteY9" fmla="*/ 7797 h 10041"/>
              <a:gd name="connsiteX10" fmla="*/ 1479 w 10001"/>
              <a:gd name="connsiteY10" fmla="*/ 7402 h 10041"/>
              <a:gd name="connsiteX11" fmla="*/ 4 w 10001"/>
              <a:gd name="connsiteY11" fmla="*/ 3989 h 10041"/>
              <a:gd name="connsiteX0" fmla="*/ 4 w 10001"/>
              <a:gd name="connsiteY0" fmla="*/ 3989 h 14825"/>
              <a:gd name="connsiteX1" fmla="*/ 890 w 10001"/>
              <a:gd name="connsiteY1" fmla="*/ 1575 h 14825"/>
              <a:gd name="connsiteX2" fmla="*/ 3902 w 10001"/>
              <a:gd name="connsiteY2" fmla="*/ 993 h 14825"/>
              <a:gd name="connsiteX3" fmla="*/ 6227 w 10001"/>
              <a:gd name="connsiteY3" fmla="*/ 0 h 14825"/>
              <a:gd name="connsiteX4" fmla="*/ 8378 w 10001"/>
              <a:gd name="connsiteY4" fmla="*/ 996 h 14825"/>
              <a:gd name="connsiteX5" fmla="*/ 9998 w 10001"/>
              <a:gd name="connsiteY5" fmla="*/ 5748 h 14825"/>
              <a:gd name="connsiteX6" fmla="*/ 8721 w 10001"/>
              <a:gd name="connsiteY6" fmla="*/ 9207 h 14825"/>
              <a:gd name="connsiteX7" fmla="*/ 6011 w 10001"/>
              <a:gd name="connsiteY7" fmla="*/ 14823 h 14825"/>
              <a:gd name="connsiteX8" fmla="*/ 3914 w 10001"/>
              <a:gd name="connsiteY8" fmla="*/ 9895 h 14825"/>
              <a:gd name="connsiteX9" fmla="*/ 2716 w 10001"/>
              <a:gd name="connsiteY9" fmla="*/ 7797 h 14825"/>
              <a:gd name="connsiteX10" fmla="*/ 1479 w 10001"/>
              <a:gd name="connsiteY10" fmla="*/ 7402 h 14825"/>
              <a:gd name="connsiteX11" fmla="*/ 4 w 10001"/>
              <a:gd name="connsiteY11" fmla="*/ 3989 h 14825"/>
              <a:gd name="connsiteX0" fmla="*/ 4 w 10001"/>
              <a:gd name="connsiteY0" fmla="*/ 7436 h 18272"/>
              <a:gd name="connsiteX1" fmla="*/ 890 w 10001"/>
              <a:gd name="connsiteY1" fmla="*/ 5022 h 18272"/>
              <a:gd name="connsiteX2" fmla="*/ 3902 w 10001"/>
              <a:gd name="connsiteY2" fmla="*/ 4440 h 18272"/>
              <a:gd name="connsiteX3" fmla="*/ 6026 w 10001"/>
              <a:gd name="connsiteY3" fmla="*/ 0 h 18272"/>
              <a:gd name="connsiteX4" fmla="*/ 8378 w 10001"/>
              <a:gd name="connsiteY4" fmla="*/ 4443 h 18272"/>
              <a:gd name="connsiteX5" fmla="*/ 9998 w 10001"/>
              <a:gd name="connsiteY5" fmla="*/ 9195 h 18272"/>
              <a:gd name="connsiteX6" fmla="*/ 8721 w 10001"/>
              <a:gd name="connsiteY6" fmla="*/ 12654 h 18272"/>
              <a:gd name="connsiteX7" fmla="*/ 6011 w 10001"/>
              <a:gd name="connsiteY7" fmla="*/ 18270 h 18272"/>
              <a:gd name="connsiteX8" fmla="*/ 3914 w 10001"/>
              <a:gd name="connsiteY8" fmla="*/ 13342 h 18272"/>
              <a:gd name="connsiteX9" fmla="*/ 2716 w 10001"/>
              <a:gd name="connsiteY9" fmla="*/ 11244 h 18272"/>
              <a:gd name="connsiteX10" fmla="*/ 1479 w 10001"/>
              <a:gd name="connsiteY10" fmla="*/ 10849 h 18272"/>
              <a:gd name="connsiteX11" fmla="*/ 4 w 10001"/>
              <a:gd name="connsiteY11" fmla="*/ 7436 h 18272"/>
              <a:gd name="connsiteX0" fmla="*/ 1 w 9998"/>
              <a:gd name="connsiteY0" fmla="*/ 7436 h 18272"/>
              <a:gd name="connsiteX1" fmla="*/ 3899 w 9998"/>
              <a:gd name="connsiteY1" fmla="*/ 4440 h 18272"/>
              <a:gd name="connsiteX2" fmla="*/ 6023 w 9998"/>
              <a:gd name="connsiteY2" fmla="*/ 0 h 18272"/>
              <a:gd name="connsiteX3" fmla="*/ 8375 w 9998"/>
              <a:gd name="connsiteY3" fmla="*/ 4443 h 18272"/>
              <a:gd name="connsiteX4" fmla="*/ 9995 w 9998"/>
              <a:gd name="connsiteY4" fmla="*/ 9195 h 18272"/>
              <a:gd name="connsiteX5" fmla="*/ 8718 w 9998"/>
              <a:gd name="connsiteY5" fmla="*/ 12654 h 18272"/>
              <a:gd name="connsiteX6" fmla="*/ 6008 w 9998"/>
              <a:gd name="connsiteY6" fmla="*/ 18270 h 18272"/>
              <a:gd name="connsiteX7" fmla="*/ 3911 w 9998"/>
              <a:gd name="connsiteY7" fmla="*/ 13342 h 18272"/>
              <a:gd name="connsiteX8" fmla="*/ 2713 w 9998"/>
              <a:gd name="connsiteY8" fmla="*/ 11244 h 18272"/>
              <a:gd name="connsiteX9" fmla="*/ 1476 w 9998"/>
              <a:gd name="connsiteY9" fmla="*/ 10849 h 18272"/>
              <a:gd name="connsiteX10" fmla="*/ 1 w 9998"/>
              <a:gd name="connsiteY10" fmla="*/ 7436 h 18272"/>
              <a:gd name="connsiteX0" fmla="*/ 35 w 8559"/>
              <a:gd name="connsiteY0" fmla="*/ 5938 h 10000"/>
              <a:gd name="connsiteX1" fmla="*/ 2459 w 8559"/>
              <a:gd name="connsiteY1" fmla="*/ 2430 h 10000"/>
              <a:gd name="connsiteX2" fmla="*/ 4583 w 8559"/>
              <a:gd name="connsiteY2" fmla="*/ 0 h 10000"/>
              <a:gd name="connsiteX3" fmla="*/ 6936 w 8559"/>
              <a:gd name="connsiteY3" fmla="*/ 2432 h 10000"/>
              <a:gd name="connsiteX4" fmla="*/ 8556 w 8559"/>
              <a:gd name="connsiteY4" fmla="*/ 5032 h 10000"/>
              <a:gd name="connsiteX5" fmla="*/ 7279 w 8559"/>
              <a:gd name="connsiteY5" fmla="*/ 6925 h 10000"/>
              <a:gd name="connsiteX6" fmla="*/ 4568 w 8559"/>
              <a:gd name="connsiteY6" fmla="*/ 9999 h 10000"/>
              <a:gd name="connsiteX7" fmla="*/ 2471 w 8559"/>
              <a:gd name="connsiteY7" fmla="*/ 7302 h 10000"/>
              <a:gd name="connsiteX8" fmla="*/ 1273 w 8559"/>
              <a:gd name="connsiteY8" fmla="*/ 6154 h 10000"/>
              <a:gd name="connsiteX9" fmla="*/ 35 w 8559"/>
              <a:gd name="connsiteY9" fmla="*/ 5938 h 10000"/>
              <a:gd name="connsiteX0" fmla="*/ 49 w 9820"/>
              <a:gd name="connsiteY0" fmla="*/ 4655 h 10000"/>
              <a:gd name="connsiteX1" fmla="*/ 2693 w 9820"/>
              <a:gd name="connsiteY1" fmla="*/ 2430 h 10000"/>
              <a:gd name="connsiteX2" fmla="*/ 5175 w 9820"/>
              <a:gd name="connsiteY2" fmla="*/ 0 h 10000"/>
              <a:gd name="connsiteX3" fmla="*/ 7924 w 9820"/>
              <a:gd name="connsiteY3" fmla="*/ 2432 h 10000"/>
              <a:gd name="connsiteX4" fmla="*/ 9816 w 9820"/>
              <a:gd name="connsiteY4" fmla="*/ 5032 h 10000"/>
              <a:gd name="connsiteX5" fmla="*/ 8324 w 9820"/>
              <a:gd name="connsiteY5" fmla="*/ 6925 h 10000"/>
              <a:gd name="connsiteX6" fmla="*/ 5157 w 9820"/>
              <a:gd name="connsiteY6" fmla="*/ 9999 h 10000"/>
              <a:gd name="connsiteX7" fmla="*/ 2707 w 9820"/>
              <a:gd name="connsiteY7" fmla="*/ 7302 h 10000"/>
              <a:gd name="connsiteX8" fmla="*/ 1307 w 9820"/>
              <a:gd name="connsiteY8" fmla="*/ 6154 h 10000"/>
              <a:gd name="connsiteX9" fmla="*/ 49 w 9820"/>
              <a:gd name="connsiteY9" fmla="*/ 4655 h 10000"/>
              <a:gd name="connsiteX0" fmla="*/ 45 w 9995"/>
              <a:gd name="connsiteY0" fmla="*/ 4655 h 10000"/>
              <a:gd name="connsiteX1" fmla="*/ 2737 w 9995"/>
              <a:gd name="connsiteY1" fmla="*/ 2430 h 10000"/>
              <a:gd name="connsiteX2" fmla="*/ 5265 w 9995"/>
              <a:gd name="connsiteY2" fmla="*/ 0 h 10000"/>
              <a:gd name="connsiteX3" fmla="*/ 8064 w 9995"/>
              <a:gd name="connsiteY3" fmla="*/ 2432 h 10000"/>
              <a:gd name="connsiteX4" fmla="*/ 9991 w 9995"/>
              <a:gd name="connsiteY4" fmla="*/ 5032 h 10000"/>
              <a:gd name="connsiteX5" fmla="*/ 8472 w 9995"/>
              <a:gd name="connsiteY5" fmla="*/ 6925 h 10000"/>
              <a:gd name="connsiteX6" fmla="*/ 5247 w 9995"/>
              <a:gd name="connsiteY6" fmla="*/ 9999 h 10000"/>
              <a:gd name="connsiteX7" fmla="*/ 2752 w 9995"/>
              <a:gd name="connsiteY7" fmla="*/ 7302 h 10000"/>
              <a:gd name="connsiteX8" fmla="*/ 1374 w 9995"/>
              <a:gd name="connsiteY8" fmla="*/ 6984 h 10000"/>
              <a:gd name="connsiteX9" fmla="*/ 45 w 9995"/>
              <a:gd name="connsiteY9" fmla="*/ 4655 h 10000"/>
              <a:gd name="connsiteX0" fmla="*/ 45 w 10000"/>
              <a:gd name="connsiteY0" fmla="*/ 5032 h 10377"/>
              <a:gd name="connsiteX1" fmla="*/ 2738 w 10000"/>
              <a:gd name="connsiteY1" fmla="*/ 2807 h 10377"/>
              <a:gd name="connsiteX2" fmla="*/ 4886 w 10000"/>
              <a:gd name="connsiteY2" fmla="*/ 0 h 10377"/>
              <a:gd name="connsiteX3" fmla="*/ 8068 w 10000"/>
              <a:gd name="connsiteY3" fmla="*/ 2809 h 10377"/>
              <a:gd name="connsiteX4" fmla="*/ 9996 w 10000"/>
              <a:gd name="connsiteY4" fmla="*/ 5409 h 10377"/>
              <a:gd name="connsiteX5" fmla="*/ 8476 w 10000"/>
              <a:gd name="connsiteY5" fmla="*/ 7302 h 10377"/>
              <a:gd name="connsiteX6" fmla="*/ 5250 w 10000"/>
              <a:gd name="connsiteY6" fmla="*/ 10376 h 10377"/>
              <a:gd name="connsiteX7" fmla="*/ 2753 w 10000"/>
              <a:gd name="connsiteY7" fmla="*/ 7679 h 10377"/>
              <a:gd name="connsiteX8" fmla="*/ 1375 w 10000"/>
              <a:gd name="connsiteY8" fmla="*/ 7361 h 10377"/>
              <a:gd name="connsiteX9" fmla="*/ 45 w 10000"/>
              <a:gd name="connsiteY9" fmla="*/ 5032 h 10377"/>
              <a:gd name="connsiteX0" fmla="*/ 45 w 10000"/>
              <a:gd name="connsiteY0" fmla="*/ 5036 h 10381"/>
              <a:gd name="connsiteX1" fmla="*/ 2738 w 10000"/>
              <a:gd name="connsiteY1" fmla="*/ 2811 h 10381"/>
              <a:gd name="connsiteX2" fmla="*/ 4886 w 10000"/>
              <a:gd name="connsiteY2" fmla="*/ 4 h 10381"/>
              <a:gd name="connsiteX3" fmla="*/ 8068 w 10000"/>
              <a:gd name="connsiteY3" fmla="*/ 2813 h 10381"/>
              <a:gd name="connsiteX4" fmla="*/ 9996 w 10000"/>
              <a:gd name="connsiteY4" fmla="*/ 5413 h 10381"/>
              <a:gd name="connsiteX5" fmla="*/ 8476 w 10000"/>
              <a:gd name="connsiteY5" fmla="*/ 7306 h 10381"/>
              <a:gd name="connsiteX6" fmla="*/ 5250 w 10000"/>
              <a:gd name="connsiteY6" fmla="*/ 10380 h 10381"/>
              <a:gd name="connsiteX7" fmla="*/ 2753 w 10000"/>
              <a:gd name="connsiteY7" fmla="*/ 7683 h 10381"/>
              <a:gd name="connsiteX8" fmla="*/ 1375 w 10000"/>
              <a:gd name="connsiteY8" fmla="*/ 7365 h 10381"/>
              <a:gd name="connsiteX9" fmla="*/ 45 w 10000"/>
              <a:gd name="connsiteY9" fmla="*/ 5036 h 10381"/>
              <a:gd name="connsiteX0" fmla="*/ 45 w 10000"/>
              <a:gd name="connsiteY0" fmla="*/ 5036 h 10796"/>
              <a:gd name="connsiteX1" fmla="*/ 2738 w 10000"/>
              <a:gd name="connsiteY1" fmla="*/ 2811 h 10796"/>
              <a:gd name="connsiteX2" fmla="*/ 4886 w 10000"/>
              <a:gd name="connsiteY2" fmla="*/ 4 h 10796"/>
              <a:gd name="connsiteX3" fmla="*/ 8068 w 10000"/>
              <a:gd name="connsiteY3" fmla="*/ 2813 h 10796"/>
              <a:gd name="connsiteX4" fmla="*/ 9996 w 10000"/>
              <a:gd name="connsiteY4" fmla="*/ 5413 h 10796"/>
              <a:gd name="connsiteX5" fmla="*/ 8476 w 10000"/>
              <a:gd name="connsiteY5" fmla="*/ 7306 h 10796"/>
              <a:gd name="connsiteX6" fmla="*/ 5202 w 10000"/>
              <a:gd name="connsiteY6" fmla="*/ 10795 h 10796"/>
              <a:gd name="connsiteX7" fmla="*/ 2753 w 10000"/>
              <a:gd name="connsiteY7" fmla="*/ 7683 h 10796"/>
              <a:gd name="connsiteX8" fmla="*/ 1375 w 10000"/>
              <a:gd name="connsiteY8" fmla="*/ 7365 h 10796"/>
              <a:gd name="connsiteX9" fmla="*/ 45 w 10000"/>
              <a:gd name="connsiteY9" fmla="*/ 5036 h 10796"/>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00" h="10795">
                <a:moveTo>
                  <a:pt x="45" y="5036"/>
                </a:moveTo>
                <a:cubicBezTo>
                  <a:pt x="272" y="4277"/>
                  <a:pt x="1931" y="3650"/>
                  <a:pt x="2738" y="2811"/>
                </a:cubicBezTo>
                <a:cubicBezTo>
                  <a:pt x="3545" y="1972"/>
                  <a:pt x="3352" y="117"/>
                  <a:pt x="4886" y="4"/>
                </a:cubicBezTo>
                <a:cubicBezTo>
                  <a:pt x="6420" y="-109"/>
                  <a:pt x="7216" y="1912"/>
                  <a:pt x="8068" y="2813"/>
                </a:cubicBezTo>
                <a:cubicBezTo>
                  <a:pt x="8920" y="3715"/>
                  <a:pt x="9928" y="3420"/>
                  <a:pt x="9996" y="5413"/>
                </a:cubicBezTo>
                <a:cubicBezTo>
                  <a:pt x="10064" y="7406"/>
                  <a:pt x="9275" y="6409"/>
                  <a:pt x="8476" y="7306"/>
                </a:cubicBezTo>
                <a:cubicBezTo>
                  <a:pt x="7677" y="8203"/>
                  <a:pt x="7086" y="10770"/>
                  <a:pt x="5202" y="10795"/>
                </a:cubicBezTo>
                <a:cubicBezTo>
                  <a:pt x="3318" y="10820"/>
                  <a:pt x="3391" y="8255"/>
                  <a:pt x="2753" y="7683"/>
                </a:cubicBezTo>
                <a:cubicBezTo>
                  <a:pt x="2115" y="7111"/>
                  <a:pt x="2326" y="7496"/>
                  <a:pt x="1375" y="7365"/>
                </a:cubicBezTo>
                <a:cubicBezTo>
                  <a:pt x="493" y="6773"/>
                  <a:pt x="-182" y="5795"/>
                  <a:pt x="45" y="5036"/>
                </a:cubicBezTo>
                <a:close/>
              </a:path>
            </a:pathLst>
          </a:custGeom>
          <a:solidFill>
            <a:srgbClr val="66CCFF"/>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grpSp>
        <p:nvGrpSpPr>
          <p:cNvPr id="134" name="Group 133"/>
          <p:cNvGrpSpPr/>
          <p:nvPr/>
        </p:nvGrpSpPr>
        <p:grpSpPr>
          <a:xfrm>
            <a:off x="5731177" y="1809351"/>
            <a:ext cx="2215548" cy="1435167"/>
            <a:chOff x="833331" y="2873352"/>
            <a:chExt cx="2333625" cy="1590649"/>
          </a:xfrm>
        </p:grpSpPr>
        <p:grpSp>
          <p:nvGrpSpPr>
            <p:cNvPr id="135" name="Group 134"/>
            <p:cNvGrpSpPr/>
            <p:nvPr/>
          </p:nvGrpSpPr>
          <p:grpSpPr>
            <a:xfrm>
              <a:off x="1736090" y="2873352"/>
              <a:ext cx="565150" cy="369332"/>
              <a:chOff x="1736090" y="2873352"/>
              <a:chExt cx="565150" cy="369332"/>
            </a:xfrm>
          </p:grpSpPr>
          <p:grpSp>
            <p:nvGrpSpPr>
              <p:cNvPr id="184" name="Group 327"/>
              <p:cNvGrpSpPr>
                <a:grpSpLocks/>
              </p:cNvGrpSpPr>
              <p:nvPr/>
            </p:nvGrpSpPr>
            <p:grpSpPr bwMode="auto">
              <a:xfrm>
                <a:off x="1736090" y="2893762"/>
                <a:ext cx="565150" cy="292100"/>
                <a:chOff x="1871277" y="1576300"/>
                <a:chExt cx="1128371" cy="437861"/>
              </a:xfrm>
            </p:grpSpPr>
            <p:sp>
              <p:nvSpPr>
                <p:cNvPr id="188" name="Oval 187"/>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89" name="Rectangle 188"/>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90" name="Oval 189"/>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91" name="Freeform 190"/>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92" name="Freeform 191"/>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93" name="Freeform 192"/>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94" name="Freeform 193"/>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95" name="Straight Connector 194"/>
                <p:cNvCxnSpPr>
                  <a:endCxn id="190"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96" name="Straight Connector 195"/>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85" name="Group 184"/>
              <p:cNvGrpSpPr/>
              <p:nvPr/>
            </p:nvGrpSpPr>
            <p:grpSpPr>
              <a:xfrm>
                <a:off x="1770362" y="2873352"/>
                <a:ext cx="441422" cy="369332"/>
                <a:chOff x="667045" y="1708643"/>
                <a:chExt cx="441422" cy="369332"/>
              </a:xfrm>
            </p:grpSpPr>
            <p:sp>
              <p:nvSpPr>
                <p:cNvPr id="186" name="Oval 185"/>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87" name="TextBox 186"/>
                <p:cNvSpPr txBox="1"/>
                <p:nvPr/>
              </p:nvSpPr>
              <p:spPr>
                <a:xfrm>
                  <a:off x="667045" y="1708643"/>
                  <a:ext cx="441422" cy="369332"/>
                </a:xfrm>
                <a:prstGeom prst="rect">
                  <a:avLst/>
                </a:prstGeom>
                <a:noFill/>
              </p:spPr>
              <p:txBody>
                <a:bodyPr wrap="none" rtlCol="0">
                  <a:spAutoFit/>
                </a:bodyPr>
                <a:lstStyle/>
                <a:p>
                  <a:r>
                    <a:rPr lang="en-US" dirty="0"/>
                    <a:t>3b</a:t>
                  </a:r>
                </a:p>
              </p:txBody>
            </p:sp>
          </p:grpSp>
        </p:grpSp>
        <p:grpSp>
          <p:nvGrpSpPr>
            <p:cNvPr id="136" name="Group 135"/>
            <p:cNvGrpSpPr/>
            <p:nvPr/>
          </p:nvGrpSpPr>
          <p:grpSpPr>
            <a:xfrm>
              <a:off x="1740320" y="4094669"/>
              <a:ext cx="565150" cy="369332"/>
              <a:chOff x="1736090" y="2873352"/>
              <a:chExt cx="565150" cy="369332"/>
            </a:xfrm>
          </p:grpSpPr>
          <p:grpSp>
            <p:nvGrpSpPr>
              <p:cNvPr id="171" name="Group 327"/>
              <p:cNvGrpSpPr>
                <a:grpSpLocks/>
              </p:cNvGrpSpPr>
              <p:nvPr/>
            </p:nvGrpSpPr>
            <p:grpSpPr bwMode="auto">
              <a:xfrm>
                <a:off x="1736090" y="2893762"/>
                <a:ext cx="565150" cy="292100"/>
                <a:chOff x="1871277" y="1576300"/>
                <a:chExt cx="1128371" cy="437861"/>
              </a:xfrm>
            </p:grpSpPr>
            <p:sp>
              <p:nvSpPr>
                <p:cNvPr id="175" name="Oval 174"/>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76" name="Rectangle 175"/>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77" name="Oval 176"/>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78" name="Freeform 177"/>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79" name="Freeform 178"/>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80" name="Freeform 179"/>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81" name="Freeform 180"/>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82" name="Straight Connector 181"/>
                <p:cNvCxnSpPr>
                  <a:endCxn id="177"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83" name="Straight Connector 182"/>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72" name="Group 171"/>
              <p:cNvGrpSpPr/>
              <p:nvPr/>
            </p:nvGrpSpPr>
            <p:grpSpPr>
              <a:xfrm>
                <a:off x="1770362" y="2873352"/>
                <a:ext cx="441422" cy="369332"/>
                <a:chOff x="667045" y="1708643"/>
                <a:chExt cx="441422" cy="369332"/>
              </a:xfrm>
            </p:grpSpPr>
            <p:sp>
              <p:nvSpPr>
                <p:cNvPr id="173" name="Oval 172"/>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74" name="TextBox 173"/>
                <p:cNvSpPr txBox="1"/>
                <p:nvPr/>
              </p:nvSpPr>
              <p:spPr>
                <a:xfrm>
                  <a:off x="667045" y="1708643"/>
                  <a:ext cx="441422" cy="369332"/>
                </a:xfrm>
                <a:prstGeom prst="rect">
                  <a:avLst/>
                </a:prstGeom>
                <a:noFill/>
              </p:spPr>
              <p:txBody>
                <a:bodyPr wrap="none" rtlCol="0">
                  <a:spAutoFit/>
                </a:bodyPr>
                <a:lstStyle/>
                <a:p>
                  <a:r>
                    <a:rPr lang="en-US" dirty="0"/>
                    <a:t>3d</a:t>
                  </a:r>
                </a:p>
              </p:txBody>
            </p:sp>
          </p:grpSp>
        </p:grpSp>
        <p:grpSp>
          <p:nvGrpSpPr>
            <p:cNvPr id="137" name="Group 136"/>
            <p:cNvGrpSpPr/>
            <p:nvPr/>
          </p:nvGrpSpPr>
          <p:grpSpPr>
            <a:xfrm>
              <a:off x="2601806" y="3485072"/>
              <a:ext cx="565150" cy="369332"/>
              <a:chOff x="1736090" y="2873352"/>
              <a:chExt cx="565150" cy="369332"/>
            </a:xfrm>
          </p:grpSpPr>
          <p:grpSp>
            <p:nvGrpSpPr>
              <p:cNvPr id="158" name="Group 327"/>
              <p:cNvGrpSpPr>
                <a:grpSpLocks/>
              </p:cNvGrpSpPr>
              <p:nvPr/>
            </p:nvGrpSpPr>
            <p:grpSpPr bwMode="auto">
              <a:xfrm>
                <a:off x="1736090" y="2893762"/>
                <a:ext cx="565150" cy="292100"/>
                <a:chOff x="1871277" y="1576300"/>
                <a:chExt cx="1128371" cy="437861"/>
              </a:xfrm>
            </p:grpSpPr>
            <p:sp>
              <p:nvSpPr>
                <p:cNvPr id="162" name="Oval 161"/>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63" name="Rectangle 162"/>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64" name="Oval 163"/>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65" name="Freeform 164"/>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66" name="Freeform 165"/>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67" name="Freeform 166"/>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68" name="Freeform 167"/>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69" name="Straight Connector 168"/>
                <p:cNvCxnSpPr>
                  <a:endCxn id="164"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70" name="Straight Connector 169"/>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59" name="Group 158"/>
              <p:cNvGrpSpPr/>
              <p:nvPr/>
            </p:nvGrpSpPr>
            <p:grpSpPr>
              <a:xfrm>
                <a:off x="1770362" y="2873352"/>
                <a:ext cx="428460" cy="369332"/>
                <a:chOff x="667045" y="1708643"/>
                <a:chExt cx="428460" cy="369332"/>
              </a:xfrm>
            </p:grpSpPr>
            <p:sp>
              <p:nvSpPr>
                <p:cNvPr id="160" name="Oval 159"/>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61" name="TextBox 160"/>
                <p:cNvSpPr txBox="1"/>
                <p:nvPr/>
              </p:nvSpPr>
              <p:spPr>
                <a:xfrm>
                  <a:off x="667045" y="1708643"/>
                  <a:ext cx="428460" cy="369332"/>
                </a:xfrm>
                <a:prstGeom prst="rect">
                  <a:avLst/>
                </a:prstGeom>
                <a:noFill/>
              </p:spPr>
              <p:txBody>
                <a:bodyPr wrap="none" rtlCol="0">
                  <a:spAutoFit/>
                </a:bodyPr>
                <a:lstStyle/>
                <a:p>
                  <a:r>
                    <a:rPr lang="en-US" dirty="0"/>
                    <a:t>3c</a:t>
                  </a:r>
                </a:p>
              </p:txBody>
            </p:sp>
          </p:grpSp>
        </p:grpSp>
        <p:grpSp>
          <p:nvGrpSpPr>
            <p:cNvPr id="138" name="Group 137"/>
            <p:cNvGrpSpPr/>
            <p:nvPr/>
          </p:nvGrpSpPr>
          <p:grpSpPr>
            <a:xfrm>
              <a:off x="833331" y="3478719"/>
              <a:ext cx="565150" cy="369332"/>
              <a:chOff x="1736090" y="2873352"/>
              <a:chExt cx="565150" cy="369332"/>
            </a:xfrm>
          </p:grpSpPr>
          <p:grpSp>
            <p:nvGrpSpPr>
              <p:cNvPr id="145" name="Group 327"/>
              <p:cNvGrpSpPr>
                <a:grpSpLocks/>
              </p:cNvGrpSpPr>
              <p:nvPr/>
            </p:nvGrpSpPr>
            <p:grpSpPr bwMode="auto">
              <a:xfrm>
                <a:off x="1736090" y="2893762"/>
                <a:ext cx="565150" cy="292100"/>
                <a:chOff x="1871277" y="1576300"/>
                <a:chExt cx="1128371" cy="437861"/>
              </a:xfrm>
            </p:grpSpPr>
            <p:sp>
              <p:nvSpPr>
                <p:cNvPr id="149" name="Oval 148"/>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50" name="Rectangle 149"/>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51" name="Oval 150"/>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52" name="Freeform 151"/>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53" name="Freeform 152"/>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54" name="Freeform 153"/>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55" name="Freeform 154"/>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56" name="Straight Connector 155"/>
                <p:cNvCxnSpPr>
                  <a:endCxn id="151"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57" name="Straight Connector 156"/>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46" name="Group 145"/>
              <p:cNvGrpSpPr/>
              <p:nvPr/>
            </p:nvGrpSpPr>
            <p:grpSpPr>
              <a:xfrm>
                <a:off x="1770362" y="2873352"/>
                <a:ext cx="441422" cy="369332"/>
                <a:chOff x="667045" y="1708643"/>
                <a:chExt cx="441422" cy="369332"/>
              </a:xfrm>
            </p:grpSpPr>
            <p:sp>
              <p:nvSpPr>
                <p:cNvPr id="147" name="Oval 146"/>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48" name="TextBox 147"/>
                <p:cNvSpPr txBox="1"/>
                <p:nvPr/>
              </p:nvSpPr>
              <p:spPr>
                <a:xfrm>
                  <a:off x="667045" y="1708643"/>
                  <a:ext cx="441422" cy="369332"/>
                </a:xfrm>
                <a:prstGeom prst="rect">
                  <a:avLst/>
                </a:prstGeom>
                <a:noFill/>
              </p:spPr>
              <p:txBody>
                <a:bodyPr wrap="none" rtlCol="0">
                  <a:spAutoFit/>
                </a:bodyPr>
                <a:lstStyle/>
                <a:p>
                  <a:r>
                    <a:rPr lang="en-US" dirty="0"/>
                    <a:t>3a</a:t>
                  </a:r>
                </a:p>
              </p:txBody>
            </p:sp>
          </p:grpSp>
        </p:grpSp>
        <p:cxnSp>
          <p:nvCxnSpPr>
            <p:cNvPr id="140" name="Straight Connector 139"/>
            <p:cNvCxnSpPr/>
            <p:nvPr/>
          </p:nvCxnSpPr>
          <p:spPr bwMode="auto">
            <a:xfrm>
              <a:off x="1407477" y="3648621"/>
              <a:ext cx="1204913" cy="6353"/>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141" name="Straight Connector 140"/>
            <p:cNvCxnSpPr>
              <a:stCxn id="188" idx="7"/>
            </p:cNvCxnSpPr>
            <p:nvPr/>
          </p:nvCxnSpPr>
          <p:spPr bwMode="auto">
            <a:xfrm>
              <a:off x="2218708" y="3154477"/>
              <a:ext cx="480042" cy="369773"/>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142" name="Straight Connector 141"/>
            <p:cNvCxnSpPr/>
            <p:nvPr/>
          </p:nvCxnSpPr>
          <p:spPr bwMode="auto">
            <a:xfrm>
              <a:off x="1300073" y="3786304"/>
              <a:ext cx="477927" cy="357071"/>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144" name="Straight Connector 143"/>
            <p:cNvCxnSpPr/>
            <p:nvPr/>
          </p:nvCxnSpPr>
          <p:spPr bwMode="auto">
            <a:xfrm flipH="1">
              <a:off x="1287553" y="3166946"/>
              <a:ext cx="508002" cy="349250"/>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grpSp>
      <p:cxnSp>
        <p:nvCxnSpPr>
          <p:cNvPr id="128" name="Straight Connector 127"/>
          <p:cNvCxnSpPr/>
          <p:nvPr/>
        </p:nvCxnSpPr>
        <p:spPr bwMode="auto">
          <a:xfrm flipH="1" flipV="1">
            <a:off x="3046707" y="2702855"/>
            <a:ext cx="542552" cy="781201"/>
          </a:xfrm>
          <a:prstGeom prst="line">
            <a:avLst/>
          </a:prstGeom>
          <a:solidFill>
            <a:schemeClr val="accent1"/>
          </a:solidFill>
          <a:ln w="3810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129" name="Straight Connector 128"/>
          <p:cNvCxnSpPr/>
          <p:nvPr/>
        </p:nvCxnSpPr>
        <p:spPr bwMode="auto">
          <a:xfrm flipV="1">
            <a:off x="5523188" y="2643973"/>
            <a:ext cx="337735" cy="823128"/>
          </a:xfrm>
          <a:prstGeom prst="line">
            <a:avLst/>
          </a:prstGeom>
          <a:solidFill>
            <a:schemeClr val="accent1"/>
          </a:solidFill>
          <a:ln w="3810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sp>
        <p:nvSpPr>
          <p:cNvPr id="130" name="TextBox 129"/>
          <p:cNvSpPr txBox="1"/>
          <p:nvPr/>
        </p:nvSpPr>
        <p:spPr>
          <a:xfrm>
            <a:off x="3493291" y="2801177"/>
            <a:ext cx="682273" cy="400110"/>
          </a:xfrm>
          <a:prstGeom prst="rect">
            <a:avLst/>
          </a:prstGeom>
          <a:noFill/>
        </p:spPr>
        <p:txBody>
          <a:bodyPr wrap="none" rtlCol="0">
            <a:spAutoFit/>
          </a:bodyPr>
          <a:lstStyle/>
          <a:p>
            <a:r>
              <a:rPr lang="en-US" sz="2000" dirty="0">
                <a:solidFill>
                  <a:srgbClr val="000090"/>
                </a:solidFill>
              </a:rPr>
              <a:t>AS2</a:t>
            </a:r>
          </a:p>
        </p:txBody>
      </p:sp>
      <p:sp>
        <p:nvSpPr>
          <p:cNvPr id="131" name="TextBox 130"/>
          <p:cNvSpPr txBox="1"/>
          <p:nvPr/>
        </p:nvSpPr>
        <p:spPr>
          <a:xfrm>
            <a:off x="5543950" y="1714475"/>
            <a:ext cx="682273" cy="400110"/>
          </a:xfrm>
          <a:prstGeom prst="rect">
            <a:avLst/>
          </a:prstGeom>
          <a:noFill/>
        </p:spPr>
        <p:txBody>
          <a:bodyPr wrap="none" rtlCol="0">
            <a:spAutoFit/>
          </a:bodyPr>
          <a:lstStyle/>
          <a:p>
            <a:r>
              <a:rPr lang="en-US" sz="2000" dirty="0">
                <a:solidFill>
                  <a:srgbClr val="000090"/>
                </a:solidFill>
              </a:rPr>
              <a:t>AS3</a:t>
            </a:r>
          </a:p>
        </p:txBody>
      </p:sp>
      <p:sp>
        <p:nvSpPr>
          <p:cNvPr id="132" name="TextBox 131"/>
          <p:cNvSpPr txBox="1"/>
          <p:nvPr/>
        </p:nvSpPr>
        <p:spPr>
          <a:xfrm>
            <a:off x="707172" y="1925151"/>
            <a:ext cx="682273" cy="400110"/>
          </a:xfrm>
          <a:prstGeom prst="rect">
            <a:avLst/>
          </a:prstGeom>
          <a:noFill/>
        </p:spPr>
        <p:txBody>
          <a:bodyPr wrap="none" rtlCol="0">
            <a:spAutoFit/>
          </a:bodyPr>
          <a:lstStyle/>
          <a:p>
            <a:r>
              <a:rPr lang="en-US" sz="2000" dirty="0">
                <a:solidFill>
                  <a:srgbClr val="000090"/>
                </a:solidFill>
              </a:rPr>
              <a:t>AS1</a:t>
            </a:r>
          </a:p>
        </p:txBody>
      </p:sp>
      <p:grpSp>
        <p:nvGrpSpPr>
          <p:cNvPr id="11" name="Group 10"/>
          <p:cNvGrpSpPr/>
          <p:nvPr/>
        </p:nvGrpSpPr>
        <p:grpSpPr>
          <a:xfrm>
            <a:off x="7070827" y="2776082"/>
            <a:ext cx="1701734" cy="616172"/>
            <a:chOff x="7073692" y="5469792"/>
            <a:chExt cx="1701734" cy="616172"/>
          </a:xfrm>
        </p:grpSpPr>
        <p:grpSp>
          <p:nvGrpSpPr>
            <p:cNvPr id="10" name="Group 9"/>
            <p:cNvGrpSpPr/>
            <p:nvPr/>
          </p:nvGrpSpPr>
          <p:grpSpPr>
            <a:xfrm>
              <a:off x="7073692" y="5469792"/>
              <a:ext cx="1701734" cy="616172"/>
              <a:chOff x="6946249" y="5096269"/>
              <a:chExt cx="1701734" cy="616172"/>
            </a:xfrm>
          </p:grpSpPr>
          <p:sp>
            <p:nvSpPr>
              <p:cNvPr id="399" name="Freeform 2"/>
              <p:cNvSpPr>
                <a:spLocks/>
              </p:cNvSpPr>
              <p:nvPr/>
            </p:nvSpPr>
            <p:spPr bwMode="auto">
              <a:xfrm>
                <a:off x="6946249" y="5096269"/>
                <a:ext cx="1701734" cy="616172"/>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 fmla="*/ 4 w 8600"/>
                  <a:gd name="connsiteY0" fmla="*/ 4042 h 10128"/>
                  <a:gd name="connsiteX1" fmla="*/ 715 w 8600"/>
                  <a:gd name="connsiteY1" fmla="*/ 1598 h 10128"/>
                  <a:gd name="connsiteX2" fmla="*/ 3130 w 8600"/>
                  <a:gd name="connsiteY2" fmla="*/ 1009 h 10128"/>
                  <a:gd name="connsiteX3" fmla="*/ 4995 w 8600"/>
                  <a:gd name="connsiteY3" fmla="*/ 3 h 10128"/>
                  <a:gd name="connsiteX4" fmla="*/ 6720 w 8600"/>
                  <a:gd name="connsiteY4" fmla="*/ 1012 h 10128"/>
                  <a:gd name="connsiteX5" fmla="*/ 8599 w 8600"/>
                  <a:gd name="connsiteY5" fmla="*/ 6800 h 10128"/>
                  <a:gd name="connsiteX6" fmla="*/ 6995 w 8600"/>
                  <a:gd name="connsiteY6" fmla="*/ 9325 h 10128"/>
                  <a:gd name="connsiteX7" fmla="*/ 5307 w 8600"/>
                  <a:gd name="connsiteY7" fmla="*/ 8846 h 10128"/>
                  <a:gd name="connsiteX8" fmla="*/ 4371 w 8600"/>
                  <a:gd name="connsiteY8" fmla="*/ 9915 h 10128"/>
                  <a:gd name="connsiteX9" fmla="*/ 3140 w 8600"/>
                  <a:gd name="connsiteY9" fmla="*/ 10022 h 10128"/>
                  <a:gd name="connsiteX10" fmla="*/ 2179 w 8600"/>
                  <a:gd name="connsiteY10" fmla="*/ 7898 h 10128"/>
                  <a:gd name="connsiteX11" fmla="*/ 1187 w 8600"/>
                  <a:gd name="connsiteY11" fmla="*/ 7498 h 10128"/>
                  <a:gd name="connsiteX12" fmla="*/ 4 w 8600"/>
                  <a:gd name="connsiteY12" fmla="*/ 4042 h 10128"/>
                  <a:gd name="connsiteX0" fmla="*/ 4 w 9326"/>
                  <a:gd name="connsiteY0" fmla="*/ 3988 h 9997"/>
                  <a:gd name="connsiteX1" fmla="*/ 830 w 9326"/>
                  <a:gd name="connsiteY1" fmla="*/ 1575 h 9997"/>
                  <a:gd name="connsiteX2" fmla="*/ 3639 w 9326"/>
                  <a:gd name="connsiteY2" fmla="*/ 993 h 9997"/>
                  <a:gd name="connsiteX3" fmla="*/ 5807 w 9326"/>
                  <a:gd name="connsiteY3" fmla="*/ 0 h 9997"/>
                  <a:gd name="connsiteX4" fmla="*/ 7813 w 9326"/>
                  <a:gd name="connsiteY4" fmla="*/ 996 h 9997"/>
                  <a:gd name="connsiteX5" fmla="*/ 9324 w 9326"/>
                  <a:gd name="connsiteY5" fmla="*/ 5746 h 9997"/>
                  <a:gd name="connsiteX6" fmla="*/ 8133 w 9326"/>
                  <a:gd name="connsiteY6" fmla="*/ 9204 h 9997"/>
                  <a:gd name="connsiteX7" fmla="*/ 6170 w 9326"/>
                  <a:gd name="connsiteY7" fmla="*/ 8731 h 9997"/>
                  <a:gd name="connsiteX8" fmla="*/ 5082 w 9326"/>
                  <a:gd name="connsiteY8" fmla="*/ 9787 h 9997"/>
                  <a:gd name="connsiteX9" fmla="*/ 3650 w 9326"/>
                  <a:gd name="connsiteY9" fmla="*/ 9892 h 9997"/>
                  <a:gd name="connsiteX10" fmla="*/ 2533 w 9326"/>
                  <a:gd name="connsiteY10" fmla="*/ 7795 h 9997"/>
                  <a:gd name="connsiteX11" fmla="*/ 1379 w 9326"/>
                  <a:gd name="connsiteY11" fmla="*/ 7400 h 9997"/>
                  <a:gd name="connsiteX12" fmla="*/ 4 w 9326"/>
                  <a:gd name="connsiteY12" fmla="*/ 3988 h 9997"/>
                  <a:gd name="connsiteX0" fmla="*/ 4 w 10001"/>
                  <a:gd name="connsiteY0" fmla="*/ 3989 h 10041"/>
                  <a:gd name="connsiteX1" fmla="*/ 890 w 10001"/>
                  <a:gd name="connsiteY1" fmla="*/ 1575 h 10041"/>
                  <a:gd name="connsiteX2" fmla="*/ 3902 w 10001"/>
                  <a:gd name="connsiteY2" fmla="*/ 993 h 10041"/>
                  <a:gd name="connsiteX3" fmla="*/ 6227 w 10001"/>
                  <a:gd name="connsiteY3" fmla="*/ 0 h 10041"/>
                  <a:gd name="connsiteX4" fmla="*/ 8378 w 10001"/>
                  <a:gd name="connsiteY4" fmla="*/ 996 h 10041"/>
                  <a:gd name="connsiteX5" fmla="*/ 9998 w 10001"/>
                  <a:gd name="connsiteY5" fmla="*/ 5748 h 10041"/>
                  <a:gd name="connsiteX6" fmla="*/ 8721 w 10001"/>
                  <a:gd name="connsiteY6" fmla="*/ 9207 h 10041"/>
                  <a:gd name="connsiteX7" fmla="*/ 5449 w 10001"/>
                  <a:gd name="connsiteY7" fmla="*/ 9790 h 10041"/>
                  <a:gd name="connsiteX8" fmla="*/ 3914 w 10001"/>
                  <a:gd name="connsiteY8" fmla="*/ 9895 h 10041"/>
                  <a:gd name="connsiteX9" fmla="*/ 2716 w 10001"/>
                  <a:gd name="connsiteY9" fmla="*/ 7797 h 10041"/>
                  <a:gd name="connsiteX10" fmla="*/ 1479 w 10001"/>
                  <a:gd name="connsiteY10" fmla="*/ 7402 h 10041"/>
                  <a:gd name="connsiteX11" fmla="*/ 4 w 10001"/>
                  <a:gd name="connsiteY11" fmla="*/ 3989 h 10041"/>
                  <a:gd name="connsiteX0" fmla="*/ 4 w 10001"/>
                  <a:gd name="connsiteY0" fmla="*/ 3989 h 14825"/>
                  <a:gd name="connsiteX1" fmla="*/ 890 w 10001"/>
                  <a:gd name="connsiteY1" fmla="*/ 1575 h 14825"/>
                  <a:gd name="connsiteX2" fmla="*/ 3902 w 10001"/>
                  <a:gd name="connsiteY2" fmla="*/ 993 h 14825"/>
                  <a:gd name="connsiteX3" fmla="*/ 6227 w 10001"/>
                  <a:gd name="connsiteY3" fmla="*/ 0 h 14825"/>
                  <a:gd name="connsiteX4" fmla="*/ 8378 w 10001"/>
                  <a:gd name="connsiteY4" fmla="*/ 996 h 14825"/>
                  <a:gd name="connsiteX5" fmla="*/ 9998 w 10001"/>
                  <a:gd name="connsiteY5" fmla="*/ 5748 h 14825"/>
                  <a:gd name="connsiteX6" fmla="*/ 8721 w 10001"/>
                  <a:gd name="connsiteY6" fmla="*/ 9207 h 14825"/>
                  <a:gd name="connsiteX7" fmla="*/ 6011 w 10001"/>
                  <a:gd name="connsiteY7" fmla="*/ 14823 h 14825"/>
                  <a:gd name="connsiteX8" fmla="*/ 3914 w 10001"/>
                  <a:gd name="connsiteY8" fmla="*/ 9895 h 14825"/>
                  <a:gd name="connsiteX9" fmla="*/ 2716 w 10001"/>
                  <a:gd name="connsiteY9" fmla="*/ 7797 h 14825"/>
                  <a:gd name="connsiteX10" fmla="*/ 1479 w 10001"/>
                  <a:gd name="connsiteY10" fmla="*/ 7402 h 14825"/>
                  <a:gd name="connsiteX11" fmla="*/ 4 w 10001"/>
                  <a:gd name="connsiteY11" fmla="*/ 3989 h 14825"/>
                  <a:gd name="connsiteX0" fmla="*/ 4 w 10001"/>
                  <a:gd name="connsiteY0" fmla="*/ 7436 h 18272"/>
                  <a:gd name="connsiteX1" fmla="*/ 890 w 10001"/>
                  <a:gd name="connsiteY1" fmla="*/ 5022 h 18272"/>
                  <a:gd name="connsiteX2" fmla="*/ 3902 w 10001"/>
                  <a:gd name="connsiteY2" fmla="*/ 4440 h 18272"/>
                  <a:gd name="connsiteX3" fmla="*/ 6026 w 10001"/>
                  <a:gd name="connsiteY3" fmla="*/ 0 h 18272"/>
                  <a:gd name="connsiteX4" fmla="*/ 8378 w 10001"/>
                  <a:gd name="connsiteY4" fmla="*/ 4443 h 18272"/>
                  <a:gd name="connsiteX5" fmla="*/ 9998 w 10001"/>
                  <a:gd name="connsiteY5" fmla="*/ 9195 h 18272"/>
                  <a:gd name="connsiteX6" fmla="*/ 8721 w 10001"/>
                  <a:gd name="connsiteY6" fmla="*/ 12654 h 18272"/>
                  <a:gd name="connsiteX7" fmla="*/ 6011 w 10001"/>
                  <a:gd name="connsiteY7" fmla="*/ 18270 h 18272"/>
                  <a:gd name="connsiteX8" fmla="*/ 3914 w 10001"/>
                  <a:gd name="connsiteY8" fmla="*/ 13342 h 18272"/>
                  <a:gd name="connsiteX9" fmla="*/ 2716 w 10001"/>
                  <a:gd name="connsiteY9" fmla="*/ 11244 h 18272"/>
                  <a:gd name="connsiteX10" fmla="*/ 1479 w 10001"/>
                  <a:gd name="connsiteY10" fmla="*/ 10849 h 18272"/>
                  <a:gd name="connsiteX11" fmla="*/ 4 w 10001"/>
                  <a:gd name="connsiteY11" fmla="*/ 7436 h 18272"/>
                  <a:gd name="connsiteX0" fmla="*/ 1 w 9998"/>
                  <a:gd name="connsiteY0" fmla="*/ 7436 h 18272"/>
                  <a:gd name="connsiteX1" fmla="*/ 3899 w 9998"/>
                  <a:gd name="connsiteY1" fmla="*/ 4440 h 18272"/>
                  <a:gd name="connsiteX2" fmla="*/ 6023 w 9998"/>
                  <a:gd name="connsiteY2" fmla="*/ 0 h 18272"/>
                  <a:gd name="connsiteX3" fmla="*/ 8375 w 9998"/>
                  <a:gd name="connsiteY3" fmla="*/ 4443 h 18272"/>
                  <a:gd name="connsiteX4" fmla="*/ 9995 w 9998"/>
                  <a:gd name="connsiteY4" fmla="*/ 9195 h 18272"/>
                  <a:gd name="connsiteX5" fmla="*/ 8718 w 9998"/>
                  <a:gd name="connsiteY5" fmla="*/ 12654 h 18272"/>
                  <a:gd name="connsiteX6" fmla="*/ 6008 w 9998"/>
                  <a:gd name="connsiteY6" fmla="*/ 18270 h 18272"/>
                  <a:gd name="connsiteX7" fmla="*/ 3911 w 9998"/>
                  <a:gd name="connsiteY7" fmla="*/ 13342 h 18272"/>
                  <a:gd name="connsiteX8" fmla="*/ 2713 w 9998"/>
                  <a:gd name="connsiteY8" fmla="*/ 11244 h 18272"/>
                  <a:gd name="connsiteX9" fmla="*/ 1476 w 9998"/>
                  <a:gd name="connsiteY9" fmla="*/ 10849 h 18272"/>
                  <a:gd name="connsiteX10" fmla="*/ 1 w 9998"/>
                  <a:gd name="connsiteY10" fmla="*/ 7436 h 18272"/>
                  <a:gd name="connsiteX0" fmla="*/ 35 w 8559"/>
                  <a:gd name="connsiteY0" fmla="*/ 5938 h 10000"/>
                  <a:gd name="connsiteX1" fmla="*/ 2459 w 8559"/>
                  <a:gd name="connsiteY1" fmla="*/ 2430 h 10000"/>
                  <a:gd name="connsiteX2" fmla="*/ 4583 w 8559"/>
                  <a:gd name="connsiteY2" fmla="*/ 0 h 10000"/>
                  <a:gd name="connsiteX3" fmla="*/ 6936 w 8559"/>
                  <a:gd name="connsiteY3" fmla="*/ 2432 h 10000"/>
                  <a:gd name="connsiteX4" fmla="*/ 8556 w 8559"/>
                  <a:gd name="connsiteY4" fmla="*/ 5032 h 10000"/>
                  <a:gd name="connsiteX5" fmla="*/ 7279 w 8559"/>
                  <a:gd name="connsiteY5" fmla="*/ 6925 h 10000"/>
                  <a:gd name="connsiteX6" fmla="*/ 4568 w 8559"/>
                  <a:gd name="connsiteY6" fmla="*/ 9999 h 10000"/>
                  <a:gd name="connsiteX7" fmla="*/ 2471 w 8559"/>
                  <a:gd name="connsiteY7" fmla="*/ 7302 h 10000"/>
                  <a:gd name="connsiteX8" fmla="*/ 1273 w 8559"/>
                  <a:gd name="connsiteY8" fmla="*/ 6154 h 10000"/>
                  <a:gd name="connsiteX9" fmla="*/ 35 w 8559"/>
                  <a:gd name="connsiteY9" fmla="*/ 5938 h 10000"/>
                  <a:gd name="connsiteX0" fmla="*/ 49 w 9820"/>
                  <a:gd name="connsiteY0" fmla="*/ 4655 h 10000"/>
                  <a:gd name="connsiteX1" fmla="*/ 2693 w 9820"/>
                  <a:gd name="connsiteY1" fmla="*/ 2430 h 10000"/>
                  <a:gd name="connsiteX2" fmla="*/ 5175 w 9820"/>
                  <a:gd name="connsiteY2" fmla="*/ 0 h 10000"/>
                  <a:gd name="connsiteX3" fmla="*/ 7924 w 9820"/>
                  <a:gd name="connsiteY3" fmla="*/ 2432 h 10000"/>
                  <a:gd name="connsiteX4" fmla="*/ 9816 w 9820"/>
                  <a:gd name="connsiteY4" fmla="*/ 5032 h 10000"/>
                  <a:gd name="connsiteX5" fmla="*/ 8324 w 9820"/>
                  <a:gd name="connsiteY5" fmla="*/ 6925 h 10000"/>
                  <a:gd name="connsiteX6" fmla="*/ 5157 w 9820"/>
                  <a:gd name="connsiteY6" fmla="*/ 9999 h 10000"/>
                  <a:gd name="connsiteX7" fmla="*/ 2707 w 9820"/>
                  <a:gd name="connsiteY7" fmla="*/ 7302 h 10000"/>
                  <a:gd name="connsiteX8" fmla="*/ 1307 w 9820"/>
                  <a:gd name="connsiteY8" fmla="*/ 6154 h 10000"/>
                  <a:gd name="connsiteX9" fmla="*/ 49 w 9820"/>
                  <a:gd name="connsiteY9" fmla="*/ 4655 h 10000"/>
                  <a:gd name="connsiteX0" fmla="*/ 45 w 9995"/>
                  <a:gd name="connsiteY0" fmla="*/ 4655 h 10000"/>
                  <a:gd name="connsiteX1" fmla="*/ 2737 w 9995"/>
                  <a:gd name="connsiteY1" fmla="*/ 2430 h 10000"/>
                  <a:gd name="connsiteX2" fmla="*/ 5265 w 9995"/>
                  <a:gd name="connsiteY2" fmla="*/ 0 h 10000"/>
                  <a:gd name="connsiteX3" fmla="*/ 8064 w 9995"/>
                  <a:gd name="connsiteY3" fmla="*/ 2432 h 10000"/>
                  <a:gd name="connsiteX4" fmla="*/ 9991 w 9995"/>
                  <a:gd name="connsiteY4" fmla="*/ 5032 h 10000"/>
                  <a:gd name="connsiteX5" fmla="*/ 8472 w 9995"/>
                  <a:gd name="connsiteY5" fmla="*/ 6925 h 10000"/>
                  <a:gd name="connsiteX6" fmla="*/ 5247 w 9995"/>
                  <a:gd name="connsiteY6" fmla="*/ 9999 h 10000"/>
                  <a:gd name="connsiteX7" fmla="*/ 2752 w 9995"/>
                  <a:gd name="connsiteY7" fmla="*/ 7302 h 10000"/>
                  <a:gd name="connsiteX8" fmla="*/ 1374 w 9995"/>
                  <a:gd name="connsiteY8" fmla="*/ 6984 h 10000"/>
                  <a:gd name="connsiteX9" fmla="*/ 45 w 9995"/>
                  <a:gd name="connsiteY9" fmla="*/ 4655 h 10000"/>
                  <a:gd name="connsiteX0" fmla="*/ 45 w 10000"/>
                  <a:gd name="connsiteY0" fmla="*/ 5032 h 10377"/>
                  <a:gd name="connsiteX1" fmla="*/ 2738 w 10000"/>
                  <a:gd name="connsiteY1" fmla="*/ 2807 h 10377"/>
                  <a:gd name="connsiteX2" fmla="*/ 4886 w 10000"/>
                  <a:gd name="connsiteY2" fmla="*/ 0 h 10377"/>
                  <a:gd name="connsiteX3" fmla="*/ 8068 w 10000"/>
                  <a:gd name="connsiteY3" fmla="*/ 2809 h 10377"/>
                  <a:gd name="connsiteX4" fmla="*/ 9996 w 10000"/>
                  <a:gd name="connsiteY4" fmla="*/ 5409 h 10377"/>
                  <a:gd name="connsiteX5" fmla="*/ 8476 w 10000"/>
                  <a:gd name="connsiteY5" fmla="*/ 7302 h 10377"/>
                  <a:gd name="connsiteX6" fmla="*/ 5250 w 10000"/>
                  <a:gd name="connsiteY6" fmla="*/ 10376 h 10377"/>
                  <a:gd name="connsiteX7" fmla="*/ 2753 w 10000"/>
                  <a:gd name="connsiteY7" fmla="*/ 7679 h 10377"/>
                  <a:gd name="connsiteX8" fmla="*/ 1375 w 10000"/>
                  <a:gd name="connsiteY8" fmla="*/ 7361 h 10377"/>
                  <a:gd name="connsiteX9" fmla="*/ 45 w 10000"/>
                  <a:gd name="connsiteY9" fmla="*/ 5032 h 10377"/>
                  <a:gd name="connsiteX0" fmla="*/ 45 w 10000"/>
                  <a:gd name="connsiteY0" fmla="*/ 5036 h 10381"/>
                  <a:gd name="connsiteX1" fmla="*/ 2738 w 10000"/>
                  <a:gd name="connsiteY1" fmla="*/ 2811 h 10381"/>
                  <a:gd name="connsiteX2" fmla="*/ 4886 w 10000"/>
                  <a:gd name="connsiteY2" fmla="*/ 4 h 10381"/>
                  <a:gd name="connsiteX3" fmla="*/ 8068 w 10000"/>
                  <a:gd name="connsiteY3" fmla="*/ 2813 h 10381"/>
                  <a:gd name="connsiteX4" fmla="*/ 9996 w 10000"/>
                  <a:gd name="connsiteY4" fmla="*/ 5413 h 10381"/>
                  <a:gd name="connsiteX5" fmla="*/ 8476 w 10000"/>
                  <a:gd name="connsiteY5" fmla="*/ 7306 h 10381"/>
                  <a:gd name="connsiteX6" fmla="*/ 5250 w 10000"/>
                  <a:gd name="connsiteY6" fmla="*/ 10380 h 10381"/>
                  <a:gd name="connsiteX7" fmla="*/ 2753 w 10000"/>
                  <a:gd name="connsiteY7" fmla="*/ 7683 h 10381"/>
                  <a:gd name="connsiteX8" fmla="*/ 1375 w 10000"/>
                  <a:gd name="connsiteY8" fmla="*/ 7365 h 10381"/>
                  <a:gd name="connsiteX9" fmla="*/ 45 w 10000"/>
                  <a:gd name="connsiteY9" fmla="*/ 5036 h 10381"/>
                  <a:gd name="connsiteX0" fmla="*/ 45 w 10000"/>
                  <a:gd name="connsiteY0" fmla="*/ 5036 h 10796"/>
                  <a:gd name="connsiteX1" fmla="*/ 2738 w 10000"/>
                  <a:gd name="connsiteY1" fmla="*/ 2811 h 10796"/>
                  <a:gd name="connsiteX2" fmla="*/ 4886 w 10000"/>
                  <a:gd name="connsiteY2" fmla="*/ 4 h 10796"/>
                  <a:gd name="connsiteX3" fmla="*/ 8068 w 10000"/>
                  <a:gd name="connsiteY3" fmla="*/ 2813 h 10796"/>
                  <a:gd name="connsiteX4" fmla="*/ 9996 w 10000"/>
                  <a:gd name="connsiteY4" fmla="*/ 5413 h 10796"/>
                  <a:gd name="connsiteX5" fmla="*/ 8476 w 10000"/>
                  <a:gd name="connsiteY5" fmla="*/ 7306 h 10796"/>
                  <a:gd name="connsiteX6" fmla="*/ 5202 w 10000"/>
                  <a:gd name="connsiteY6" fmla="*/ 10795 h 10796"/>
                  <a:gd name="connsiteX7" fmla="*/ 2753 w 10000"/>
                  <a:gd name="connsiteY7" fmla="*/ 7683 h 10796"/>
                  <a:gd name="connsiteX8" fmla="*/ 1375 w 10000"/>
                  <a:gd name="connsiteY8" fmla="*/ 7365 h 10796"/>
                  <a:gd name="connsiteX9" fmla="*/ 45 w 10000"/>
                  <a:gd name="connsiteY9" fmla="*/ 5036 h 10796"/>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 w 9959"/>
                  <a:gd name="connsiteY0" fmla="*/ 5593 h 11352"/>
                  <a:gd name="connsiteX1" fmla="*/ 1089 w 9959"/>
                  <a:gd name="connsiteY1" fmla="*/ 469 h 11352"/>
                  <a:gd name="connsiteX2" fmla="*/ 4845 w 9959"/>
                  <a:gd name="connsiteY2" fmla="*/ 561 h 11352"/>
                  <a:gd name="connsiteX3" fmla="*/ 8027 w 9959"/>
                  <a:gd name="connsiteY3" fmla="*/ 3370 h 11352"/>
                  <a:gd name="connsiteX4" fmla="*/ 9955 w 9959"/>
                  <a:gd name="connsiteY4" fmla="*/ 5970 h 11352"/>
                  <a:gd name="connsiteX5" fmla="*/ 8435 w 9959"/>
                  <a:gd name="connsiteY5" fmla="*/ 7863 h 11352"/>
                  <a:gd name="connsiteX6" fmla="*/ 5161 w 9959"/>
                  <a:gd name="connsiteY6" fmla="*/ 11352 h 11352"/>
                  <a:gd name="connsiteX7" fmla="*/ 2712 w 9959"/>
                  <a:gd name="connsiteY7" fmla="*/ 8240 h 11352"/>
                  <a:gd name="connsiteX8" fmla="*/ 1334 w 9959"/>
                  <a:gd name="connsiteY8" fmla="*/ 7922 h 11352"/>
                  <a:gd name="connsiteX9" fmla="*/ 4 w 9959"/>
                  <a:gd name="connsiteY9" fmla="*/ 5593 h 11352"/>
                  <a:gd name="connsiteX0" fmla="*/ 0 w 11223"/>
                  <a:gd name="connsiteY0" fmla="*/ 3835 h 9929"/>
                  <a:gd name="connsiteX1" fmla="*/ 2316 w 11223"/>
                  <a:gd name="connsiteY1" fmla="*/ 342 h 9929"/>
                  <a:gd name="connsiteX2" fmla="*/ 6088 w 11223"/>
                  <a:gd name="connsiteY2" fmla="*/ 423 h 9929"/>
                  <a:gd name="connsiteX3" fmla="*/ 9283 w 11223"/>
                  <a:gd name="connsiteY3" fmla="*/ 2898 h 9929"/>
                  <a:gd name="connsiteX4" fmla="*/ 11219 w 11223"/>
                  <a:gd name="connsiteY4" fmla="*/ 5188 h 9929"/>
                  <a:gd name="connsiteX5" fmla="*/ 9693 w 11223"/>
                  <a:gd name="connsiteY5" fmla="*/ 6856 h 9929"/>
                  <a:gd name="connsiteX6" fmla="*/ 6405 w 11223"/>
                  <a:gd name="connsiteY6" fmla="*/ 9929 h 9929"/>
                  <a:gd name="connsiteX7" fmla="*/ 3946 w 11223"/>
                  <a:gd name="connsiteY7" fmla="*/ 7188 h 9929"/>
                  <a:gd name="connsiteX8" fmla="*/ 2562 w 11223"/>
                  <a:gd name="connsiteY8" fmla="*/ 6908 h 9929"/>
                  <a:gd name="connsiteX9" fmla="*/ 0 w 11223"/>
                  <a:gd name="connsiteY9" fmla="*/ 3835 h 9929"/>
                  <a:gd name="connsiteX0" fmla="*/ 0 w 9999"/>
                  <a:gd name="connsiteY0" fmla="*/ 3862 h 10000"/>
                  <a:gd name="connsiteX1" fmla="*/ 2064 w 9999"/>
                  <a:gd name="connsiteY1" fmla="*/ 344 h 10000"/>
                  <a:gd name="connsiteX2" fmla="*/ 5425 w 9999"/>
                  <a:gd name="connsiteY2" fmla="*/ 426 h 10000"/>
                  <a:gd name="connsiteX3" fmla="*/ 8271 w 9999"/>
                  <a:gd name="connsiteY3" fmla="*/ 2919 h 10000"/>
                  <a:gd name="connsiteX4" fmla="*/ 9996 w 9999"/>
                  <a:gd name="connsiteY4" fmla="*/ 5225 h 10000"/>
                  <a:gd name="connsiteX5" fmla="*/ 8637 w 9999"/>
                  <a:gd name="connsiteY5" fmla="*/ 6905 h 10000"/>
                  <a:gd name="connsiteX6" fmla="*/ 5707 w 9999"/>
                  <a:gd name="connsiteY6" fmla="*/ 10000 h 10000"/>
                  <a:gd name="connsiteX7" fmla="*/ 2283 w 9999"/>
                  <a:gd name="connsiteY7" fmla="*/ 6957 h 10000"/>
                  <a:gd name="connsiteX8" fmla="*/ 0 w 9999"/>
                  <a:gd name="connsiteY8" fmla="*/ 3862 h 10000"/>
                  <a:gd name="connsiteX0" fmla="*/ 124 w 10124"/>
                  <a:gd name="connsiteY0" fmla="*/ 3862 h 10000"/>
                  <a:gd name="connsiteX1" fmla="*/ 2188 w 10124"/>
                  <a:gd name="connsiteY1" fmla="*/ 344 h 10000"/>
                  <a:gd name="connsiteX2" fmla="*/ 5550 w 10124"/>
                  <a:gd name="connsiteY2" fmla="*/ 426 h 10000"/>
                  <a:gd name="connsiteX3" fmla="*/ 8396 w 10124"/>
                  <a:gd name="connsiteY3" fmla="*/ 2919 h 10000"/>
                  <a:gd name="connsiteX4" fmla="*/ 10121 w 10124"/>
                  <a:gd name="connsiteY4" fmla="*/ 5225 h 10000"/>
                  <a:gd name="connsiteX5" fmla="*/ 8762 w 10124"/>
                  <a:gd name="connsiteY5" fmla="*/ 6905 h 10000"/>
                  <a:gd name="connsiteX6" fmla="*/ 5832 w 10124"/>
                  <a:gd name="connsiteY6" fmla="*/ 10000 h 10000"/>
                  <a:gd name="connsiteX7" fmla="*/ 124 w 10124"/>
                  <a:gd name="connsiteY7" fmla="*/ 3862 h 10000"/>
                  <a:gd name="connsiteX0" fmla="*/ 43 w 10045"/>
                  <a:gd name="connsiteY0" fmla="*/ 3862 h 6912"/>
                  <a:gd name="connsiteX1" fmla="*/ 2107 w 10045"/>
                  <a:gd name="connsiteY1" fmla="*/ 344 h 6912"/>
                  <a:gd name="connsiteX2" fmla="*/ 5469 w 10045"/>
                  <a:gd name="connsiteY2" fmla="*/ 426 h 6912"/>
                  <a:gd name="connsiteX3" fmla="*/ 8315 w 10045"/>
                  <a:gd name="connsiteY3" fmla="*/ 2919 h 6912"/>
                  <a:gd name="connsiteX4" fmla="*/ 10040 w 10045"/>
                  <a:gd name="connsiteY4" fmla="*/ 5225 h 6912"/>
                  <a:gd name="connsiteX5" fmla="*/ 8681 w 10045"/>
                  <a:gd name="connsiteY5" fmla="*/ 6905 h 6912"/>
                  <a:gd name="connsiteX6" fmla="*/ 3967 w 10045"/>
                  <a:gd name="connsiteY6" fmla="*/ 5885 h 6912"/>
                  <a:gd name="connsiteX7" fmla="*/ 43 w 10045"/>
                  <a:gd name="connsiteY7" fmla="*/ 3862 h 6912"/>
                  <a:gd name="connsiteX0" fmla="*/ 47 w 10004"/>
                  <a:gd name="connsiteY0" fmla="*/ 5106 h 9519"/>
                  <a:gd name="connsiteX1" fmla="*/ 2102 w 10004"/>
                  <a:gd name="connsiteY1" fmla="*/ 17 h 9519"/>
                  <a:gd name="connsiteX2" fmla="*/ 6651 w 10004"/>
                  <a:gd name="connsiteY2" fmla="*/ 3484 h 9519"/>
                  <a:gd name="connsiteX3" fmla="*/ 8282 w 10004"/>
                  <a:gd name="connsiteY3" fmla="*/ 3742 h 9519"/>
                  <a:gd name="connsiteX4" fmla="*/ 9999 w 10004"/>
                  <a:gd name="connsiteY4" fmla="*/ 7078 h 9519"/>
                  <a:gd name="connsiteX5" fmla="*/ 8646 w 10004"/>
                  <a:gd name="connsiteY5" fmla="*/ 9509 h 9519"/>
                  <a:gd name="connsiteX6" fmla="*/ 3953 w 10004"/>
                  <a:gd name="connsiteY6" fmla="*/ 8033 h 9519"/>
                  <a:gd name="connsiteX7" fmla="*/ 47 w 10004"/>
                  <a:gd name="connsiteY7" fmla="*/ 5106 h 9519"/>
                  <a:gd name="connsiteX0" fmla="*/ 43 w 9996"/>
                  <a:gd name="connsiteY0" fmla="*/ 6232 h 10868"/>
                  <a:gd name="connsiteX1" fmla="*/ 2097 w 9996"/>
                  <a:gd name="connsiteY1" fmla="*/ 886 h 10868"/>
                  <a:gd name="connsiteX2" fmla="*/ 5642 w 9996"/>
                  <a:gd name="connsiteY2" fmla="*/ 385 h 10868"/>
                  <a:gd name="connsiteX3" fmla="*/ 8275 w 9996"/>
                  <a:gd name="connsiteY3" fmla="*/ 4799 h 10868"/>
                  <a:gd name="connsiteX4" fmla="*/ 9991 w 9996"/>
                  <a:gd name="connsiteY4" fmla="*/ 8304 h 10868"/>
                  <a:gd name="connsiteX5" fmla="*/ 8639 w 9996"/>
                  <a:gd name="connsiteY5" fmla="*/ 10857 h 10868"/>
                  <a:gd name="connsiteX6" fmla="*/ 3947 w 9996"/>
                  <a:gd name="connsiteY6" fmla="*/ 9307 h 10868"/>
                  <a:gd name="connsiteX7" fmla="*/ 43 w 9996"/>
                  <a:gd name="connsiteY7" fmla="*/ 6232 h 10868"/>
                  <a:gd name="connsiteX0" fmla="*/ 43 w 10004"/>
                  <a:gd name="connsiteY0" fmla="*/ 5543 h 9809"/>
                  <a:gd name="connsiteX1" fmla="*/ 2098 w 10004"/>
                  <a:gd name="connsiteY1" fmla="*/ 624 h 9809"/>
                  <a:gd name="connsiteX2" fmla="*/ 5644 w 10004"/>
                  <a:gd name="connsiteY2" fmla="*/ 163 h 9809"/>
                  <a:gd name="connsiteX3" fmla="*/ 8163 w 10004"/>
                  <a:gd name="connsiteY3" fmla="*/ 1492 h 9809"/>
                  <a:gd name="connsiteX4" fmla="*/ 9995 w 10004"/>
                  <a:gd name="connsiteY4" fmla="*/ 7450 h 9809"/>
                  <a:gd name="connsiteX5" fmla="*/ 8642 w 10004"/>
                  <a:gd name="connsiteY5" fmla="*/ 9799 h 9809"/>
                  <a:gd name="connsiteX6" fmla="*/ 3949 w 10004"/>
                  <a:gd name="connsiteY6" fmla="*/ 8373 h 9809"/>
                  <a:gd name="connsiteX7" fmla="*/ 43 w 10004"/>
                  <a:gd name="connsiteY7" fmla="*/ 5543 h 9809"/>
                  <a:gd name="connsiteX0" fmla="*/ 43 w 8950"/>
                  <a:gd name="connsiteY0" fmla="*/ 5651 h 10081"/>
                  <a:gd name="connsiteX1" fmla="*/ 2097 w 8950"/>
                  <a:gd name="connsiteY1" fmla="*/ 636 h 10081"/>
                  <a:gd name="connsiteX2" fmla="*/ 5642 w 8950"/>
                  <a:gd name="connsiteY2" fmla="*/ 166 h 10081"/>
                  <a:gd name="connsiteX3" fmla="*/ 8160 w 8950"/>
                  <a:gd name="connsiteY3" fmla="*/ 1521 h 10081"/>
                  <a:gd name="connsiteX4" fmla="*/ 8473 w 8950"/>
                  <a:gd name="connsiteY4" fmla="*/ 5322 h 10081"/>
                  <a:gd name="connsiteX5" fmla="*/ 8639 w 8950"/>
                  <a:gd name="connsiteY5" fmla="*/ 9990 h 10081"/>
                  <a:gd name="connsiteX6" fmla="*/ 3947 w 8950"/>
                  <a:gd name="connsiteY6" fmla="*/ 8536 h 10081"/>
                  <a:gd name="connsiteX7" fmla="*/ 43 w 8950"/>
                  <a:gd name="connsiteY7" fmla="*/ 5651 h 10081"/>
                  <a:gd name="connsiteX0" fmla="*/ 48 w 9651"/>
                  <a:gd name="connsiteY0" fmla="*/ 5606 h 8648"/>
                  <a:gd name="connsiteX1" fmla="*/ 2343 w 9651"/>
                  <a:gd name="connsiteY1" fmla="*/ 631 h 8648"/>
                  <a:gd name="connsiteX2" fmla="*/ 6304 w 9651"/>
                  <a:gd name="connsiteY2" fmla="*/ 165 h 8648"/>
                  <a:gd name="connsiteX3" fmla="*/ 9117 w 9651"/>
                  <a:gd name="connsiteY3" fmla="*/ 1509 h 8648"/>
                  <a:gd name="connsiteX4" fmla="*/ 9467 w 9651"/>
                  <a:gd name="connsiteY4" fmla="*/ 5279 h 8648"/>
                  <a:gd name="connsiteX5" fmla="*/ 6997 w 9651"/>
                  <a:gd name="connsiteY5" fmla="*/ 8019 h 8648"/>
                  <a:gd name="connsiteX6" fmla="*/ 4410 w 9651"/>
                  <a:gd name="connsiteY6" fmla="*/ 8467 h 8648"/>
                  <a:gd name="connsiteX7" fmla="*/ 48 w 9651"/>
                  <a:gd name="connsiteY7" fmla="*/ 5606 h 8648"/>
                  <a:gd name="connsiteX0" fmla="*/ 41 w 9991"/>
                  <a:gd name="connsiteY0" fmla="*/ 6482 h 9316"/>
                  <a:gd name="connsiteX1" fmla="*/ 2419 w 9991"/>
                  <a:gd name="connsiteY1" fmla="*/ 730 h 9316"/>
                  <a:gd name="connsiteX2" fmla="*/ 6523 w 9991"/>
                  <a:gd name="connsiteY2" fmla="*/ 191 h 9316"/>
                  <a:gd name="connsiteX3" fmla="*/ 9438 w 9991"/>
                  <a:gd name="connsiteY3" fmla="*/ 1745 h 9316"/>
                  <a:gd name="connsiteX4" fmla="*/ 9800 w 9991"/>
                  <a:gd name="connsiteY4" fmla="*/ 6104 h 9316"/>
                  <a:gd name="connsiteX5" fmla="*/ 7241 w 9991"/>
                  <a:gd name="connsiteY5" fmla="*/ 9273 h 9316"/>
                  <a:gd name="connsiteX6" fmla="*/ 1411 w 9991"/>
                  <a:gd name="connsiteY6" fmla="*/ 7856 h 9316"/>
                  <a:gd name="connsiteX7" fmla="*/ 41 w 9991"/>
                  <a:gd name="connsiteY7" fmla="*/ 6482 h 9316"/>
                  <a:gd name="connsiteX0" fmla="*/ 19 w 10708"/>
                  <a:gd name="connsiteY0" fmla="*/ 7721 h 10038"/>
                  <a:gd name="connsiteX1" fmla="*/ 3129 w 10708"/>
                  <a:gd name="connsiteY1" fmla="*/ 825 h 10038"/>
                  <a:gd name="connsiteX2" fmla="*/ 7237 w 10708"/>
                  <a:gd name="connsiteY2" fmla="*/ 246 h 10038"/>
                  <a:gd name="connsiteX3" fmla="*/ 10155 w 10708"/>
                  <a:gd name="connsiteY3" fmla="*/ 1914 h 10038"/>
                  <a:gd name="connsiteX4" fmla="*/ 10517 w 10708"/>
                  <a:gd name="connsiteY4" fmla="*/ 6593 h 10038"/>
                  <a:gd name="connsiteX5" fmla="*/ 7956 w 10708"/>
                  <a:gd name="connsiteY5" fmla="*/ 9995 h 10038"/>
                  <a:gd name="connsiteX6" fmla="*/ 2120 w 10708"/>
                  <a:gd name="connsiteY6" fmla="*/ 8474 h 10038"/>
                  <a:gd name="connsiteX7" fmla="*/ 19 w 10708"/>
                  <a:gd name="connsiteY7" fmla="*/ 7721 h 10038"/>
                  <a:gd name="connsiteX0" fmla="*/ 359 w 11048"/>
                  <a:gd name="connsiteY0" fmla="*/ 7721 h 10038"/>
                  <a:gd name="connsiteX1" fmla="*/ 3469 w 11048"/>
                  <a:gd name="connsiteY1" fmla="*/ 825 h 10038"/>
                  <a:gd name="connsiteX2" fmla="*/ 7577 w 11048"/>
                  <a:gd name="connsiteY2" fmla="*/ 246 h 10038"/>
                  <a:gd name="connsiteX3" fmla="*/ 10495 w 11048"/>
                  <a:gd name="connsiteY3" fmla="*/ 1914 h 10038"/>
                  <a:gd name="connsiteX4" fmla="*/ 10857 w 11048"/>
                  <a:gd name="connsiteY4" fmla="*/ 6593 h 10038"/>
                  <a:gd name="connsiteX5" fmla="*/ 8296 w 11048"/>
                  <a:gd name="connsiteY5" fmla="*/ 9995 h 10038"/>
                  <a:gd name="connsiteX6" fmla="*/ 2460 w 11048"/>
                  <a:gd name="connsiteY6" fmla="*/ 8474 h 10038"/>
                  <a:gd name="connsiteX7" fmla="*/ 359 w 11048"/>
                  <a:gd name="connsiteY7" fmla="*/ 7721 h 10038"/>
                  <a:gd name="connsiteX0" fmla="*/ 359 w 11048"/>
                  <a:gd name="connsiteY0" fmla="*/ 8392 h 10075"/>
                  <a:gd name="connsiteX1" fmla="*/ 3469 w 11048"/>
                  <a:gd name="connsiteY1" fmla="*/ 864 h 10075"/>
                  <a:gd name="connsiteX2" fmla="*/ 7577 w 11048"/>
                  <a:gd name="connsiteY2" fmla="*/ 285 h 10075"/>
                  <a:gd name="connsiteX3" fmla="*/ 10495 w 11048"/>
                  <a:gd name="connsiteY3" fmla="*/ 1953 h 10075"/>
                  <a:gd name="connsiteX4" fmla="*/ 10857 w 11048"/>
                  <a:gd name="connsiteY4" fmla="*/ 6632 h 10075"/>
                  <a:gd name="connsiteX5" fmla="*/ 8296 w 11048"/>
                  <a:gd name="connsiteY5" fmla="*/ 10034 h 10075"/>
                  <a:gd name="connsiteX6" fmla="*/ 2460 w 11048"/>
                  <a:gd name="connsiteY6" fmla="*/ 8513 h 10075"/>
                  <a:gd name="connsiteX7" fmla="*/ 359 w 11048"/>
                  <a:gd name="connsiteY7" fmla="*/ 8392 h 10075"/>
                  <a:gd name="connsiteX0" fmla="*/ 371 w 11060"/>
                  <a:gd name="connsiteY0" fmla="*/ 8392 h 10075"/>
                  <a:gd name="connsiteX1" fmla="*/ 3481 w 11060"/>
                  <a:gd name="connsiteY1" fmla="*/ 864 h 10075"/>
                  <a:gd name="connsiteX2" fmla="*/ 7589 w 11060"/>
                  <a:gd name="connsiteY2" fmla="*/ 285 h 10075"/>
                  <a:gd name="connsiteX3" fmla="*/ 10507 w 11060"/>
                  <a:gd name="connsiteY3" fmla="*/ 1953 h 10075"/>
                  <a:gd name="connsiteX4" fmla="*/ 10869 w 11060"/>
                  <a:gd name="connsiteY4" fmla="*/ 6632 h 10075"/>
                  <a:gd name="connsiteX5" fmla="*/ 8308 w 11060"/>
                  <a:gd name="connsiteY5" fmla="*/ 10034 h 10075"/>
                  <a:gd name="connsiteX6" fmla="*/ 2472 w 11060"/>
                  <a:gd name="connsiteY6" fmla="*/ 8513 h 10075"/>
                  <a:gd name="connsiteX7" fmla="*/ 371 w 11060"/>
                  <a:gd name="connsiteY7" fmla="*/ 8392 h 10075"/>
                  <a:gd name="connsiteX0" fmla="*/ 54 w 10743"/>
                  <a:gd name="connsiteY0" fmla="*/ 9468 h 11151"/>
                  <a:gd name="connsiteX1" fmla="*/ 4027 w 10743"/>
                  <a:gd name="connsiteY1" fmla="*/ 495 h 11151"/>
                  <a:gd name="connsiteX2" fmla="*/ 7272 w 10743"/>
                  <a:gd name="connsiteY2" fmla="*/ 1361 h 11151"/>
                  <a:gd name="connsiteX3" fmla="*/ 10190 w 10743"/>
                  <a:gd name="connsiteY3" fmla="*/ 3029 h 11151"/>
                  <a:gd name="connsiteX4" fmla="*/ 10552 w 10743"/>
                  <a:gd name="connsiteY4" fmla="*/ 7708 h 11151"/>
                  <a:gd name="connsiteX5" fmla="*/ 7991 w 10743"/>
                  <a:gd name="connsiteY5" fmla="*/ 11110 h 11151"/>
                  <a:gd name="connsiteX6" fmla="*/ 2155 w 10743"/>
                  <a:gd name="connsiteY6" fmla="*/ 9589 h 11151"/>
                  <a:gd name="connsiteX7" fmla="*/ 54 w 10743"/>
                  <a:gd name="connsiteY7" fmla="*/ 9468 h 11151"/>
                  <a:gd name="connsiteX0" fmla="*/ 54 w 10743"/>
                  <a:gd name="connsiteY0" fmla="*/ 9506 h 11189"/>
                  <a:gd name="connsiteX1" fmla="*/ 4027 w 10743"/>
                  <a:gd name="connsiteY1" fmla="*/ 533 h 11189"/>
                  <a:gd name="connsiteX2" fmla="*/ 7272 w 10743"/>
                  <a:gd name="connsiteY2" fmla="*/ 1399 h 11189"/>
                  <a:gd name="connsiteX3" fmla="*/ 10190 w 10743"/>
                  <a:gd name="connsiteY3" fmla="*/ 3067 h 11189"/>
                  <a:gd name="connsiteX4" fmla="*/ 10552 w 10743"/>
                  <a:gd name="connsiteY4" fmla="*/ 7746 h 11189"/>
                  <a:gd name="connsiteX5" fmla="*/ 7991 w 10743"/>
                  <a:gd name="connsiteY5" fmla="*/ 11148 h 11189"/>
                  <a:gd name="connsiteX6" fmla="*/ 2155 w 10743"/>
                  <a:gd name="connsiteY6" fmla="*/ 9627 h 11189"/>
                  <a:gd name="connsiteX7" fmla="*/ 54 w 10743"/>
                  <a:gd name="connsiteY7" fmla="*/ 9506 h 11189"/>
                  <a:gd name="connsiteX0" fmla="*/ 40 w 11293"/>
                  <a:gd name="connsiteY0" fmla="*/ 9082 h 11127"/>
                  <a:gd name="connsiteX1" fmla="*/ 4577 w 11293"/>
                  <a:gd name="connsiteY1" fmla="*/ 470 h 11127"/>
                  <a:gd name="connsiteX2" fmla="*/ 7822 w 11293"/>
                  <a:gd name="connsiteY2" fmla="*/ 1336 h 11127"/>
                  <a:gd name="connsiteX3" fmla="*/ 10740 w 11293"/>
                  <a:gd name="connsiteY3" fmla="*/ 3004 h 11127"/>
                  <a:gd name="connsiteX4" fmla="*/ 11102 w 11293"/>
                  <a:gd name="connsiteY4" fmla="*/ 7683 h 11127"/>
                  <a:gd name="connsiteX5" fmla="*/ 8541 w 11293"/>
                  <a:gd name="connsiteY5" fmla="*/ 11085 h 11127"/>
                  <a:gd name="connsiteX6" fmla="*/ 2705 w 11293"/>
                  <a:gd name="connsiteY6" fmla="*/ 9564 h 11127"/>
                  <a:gd name="connsiteX7" fmla="*/ 40 w 11293"/>
                  <a:gd name="connsiteY7" fmla="*/ 9082 h 11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293" h="11127">
                    <a:moveTo>
                      <a:pt x="40" y="9082"/>
                    </a:moveTo>
                    <a:cubicBezTo>
                      <a:pt x="352" y="7566"/>
                      <a:pt x="3280" y="1761"/>
                      <a:pt x="4577" y="470"/>
                    </a:cubicBezTo>
                    <a:cubicBezTo>
                      <a:pt x="5874" y="-821"/>
                      <a:pt x="6795" y="914"/>
                      <a:pt x="7822" y="1336"/>
                    </a:cubicBezTo>
                    <a:cubicBezTo>
                      <a:pt x="8849" y="1758"/>
                      <a:pt x="10193" y="1947"/>
                      <a:pt x="10740" y="3004"/>
                    </a:cubicBezTo>
                    <a:cubicBezTo>
                      <a:pt x="11287" y="4061"/>
                      <a:pt x="11468" y="6337"/>
                      <a:pt x="11102" y="7683"/>
                    </a:cubicBezTo>
                    <a:cubicBezTo>
                      <a:pt x="10736" y="9030"/>
                      <a:pt x="9940" y="10771"/>
                      <a:pt x="8541" y="11085"/>
                    </a:cubicBezTo>
                    <a:cubicBezTo>
                      <a:pt x="7141" y="11398"/>
                      <a:pt x="4122" y="9898"/>
                      <a:pt x="2705" y="9564"/>
                    </a:cubicBezTo>
                    <a:cubicBezTo>
                      <a:pt x="1288" y="9230"/>
                      <a:pt x="-272" y="10598"/>
                      <a:pt x="40" y="9082"/>
                    </a:cubicBezTo>
                    <a:close/>
                  </a:path>
                </a:pathLst>
              </a:custGeom>
              <a:solidFill>
                <a:srgbClr val="66CCFF"/>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grpSp>
            <p:nvGrpSpPr>
              <p:cNvPr id="370" name="Group 327"/>
              <p:cNvGrpSpPr>
                <a:grpSpLocks/>
              </p:cNvGrpSpPr>
              <p:nvPr/>
            </p:nvGrpSpPr>
            <p:grpSpPr bwMode="auto">
              <a:xfrm>
                <a:off x="7908175" y="5241780"/>
                <a:ext cx="536554" cy="263548"/>
                <a:chOff x="1871277" y="1576300"/>
                <a:chExt cx="1128371" cy="437861"/>
              </a:xfrm>
            </p:grpSpPr>
            <p:sp>
              <p:nvSpPr>
                <p:cNvPr id="374" name="Oval 373"/>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75" name="Rectangle 374"/>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76" name="Oval 375"/>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77" name="Freeform 376"/>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78" name="Freeform 377"/>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79" name="Freeform 378"/>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80" name="Freeform 379"/>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81" name="Straight Connector 380"/>
                <p:cNvCxnSpPr>
                  <a:endCxn id="376"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82" name="Straight Connector 381"/>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371" name="Group 370"/>
              <p:cNvGrpSpPr/>
              <p:nvPr/>
            </p:nvGrpSpPr>
            <p:grpSpPr>
              <a:xfrm>
                <a:off x="7876581" y="5223365"/>
                <a:ext cx="466894" cy="369332"/>
                <a:chOff x="599495" y="1708643"/>
                <a:chExt cx="491778" cy="409344"/>
              </a:xfrm>
            </p:grpSpPr>
            <p:sp>
              <p:nvSpPr>
                <p:cNvPr id="372" name="Oval 371"/>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373" name="TextBox 372"/>
                <p:cNvSpPr txBox="1"/>
                <p:nvPr/>
              </p:nvSpPr>
              <p:spPr>
                <a:xfrm>
                  <a:off x="599495" y="1708643"/>
                  <a:ext cx="491778" cy="409344"/>
                </a:xfrm>
                <a:prstGeom prst="rect">
                  <a:avLst/>
                </a:prstGeom>
                <a:noFill/>
              </p:spPr>
              <p:txBody>
                <a:bodyPr wrap="none" rtlCol="0">
                  <a:spAutoFit/>
                </a:bodyPr>
                <a:lstStyle/>
                <a:p>
                  <a:pPr algn="ctr"/>
                  <a:r>
                    <a:rPr lang="en-US" dirty="0"/>
                    <a:t>  X</a:t>
                  </a:r>
                </a:p>
              </p:txBody>
            </p:sp>
          </p:grpSp>
        </p:grpSp>
        <p:cxnSp>
          <p:nvCxnSpPr>
            <p:cNvPr id="402" name="Straight Connector 401"/>
            <p:cNvCxnSpPr/>
            <p:nvPr/>
          </p:nvCxnSpPr>
          <p:spPr bwMode="auto">
            <a:xfrm flipH="1">
              <a:off x="7133690" y="5764030"/>
              <a:ext cx="870024" cy="9999"/>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grpSp>
      <p:sp>
        <p:nvSpPr>
          <p:cNvPr id="334" name="Rectangle 4"/>
          <p:cNvSpPr txBox="1">
            <a:spLocks noChangeArrowheads="1"/>
          </p:cNvSpPr>
          <p:nvPr/>
        </p:nvSpPr>
        <p:spPr bwMode="auto">
          <a:xfrm>
            <a:off x="3478500" y="5238590"/>
            <a:ext cx="5389671" cy="10287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293688" indent="-293688">
              <a:lnSpc>
                <a:spcPct val="90000"/>
              </a:lnSpc>
            </a:pPr>
            <a:r>
              <a:rPr lang="en-US" sz="2000" dirty="0">
                <a:latin typeface="Arial"/>
                <a:cs typeface="Arial"/>
              </a:rPr>
              <a:t>1</a:t>
            </a:r>
            <a:r>
              <a:rPr lang="en-US" sz="2000" dirty="0">
                <a:latin typeface="Gill Sans MT" charset="0"/>
              </a:rPr>
              <a:t>d: OSPF intra-domain routing: to get to </a:t>
            </a:r>
            <a:r>
              <a:rPr lang="en-US" sz="2000" dirty="0">
                <a:latin typeface="Arial"/>
                <a:cs typeface="Arial"/>
              </a:rPr>
              <a:t>1</a:t>
            </a:r>
            <a:r>
              <a:rPr lang="en-US" sz="2000" dirty="0">
                <a:latin typeface="Gill Sans MT" charset="0"/>
              </a:rPr>
              <a:t>c, forward over outgoing local interface </a:t>
            </a:r>
            <a:r>
              <a:rPr lang="en-US" sz="2000" dirty="0">
                <a:latin typeface="Arial"/>
                <a:cs typeface="Arial"/>
              </a:rPr>
              <a:t>1</a:t>
            </a:r>
          </a:p>
        </p:txBody>
      </p:sp>
      <p:sp>
        <p:nvSpPr>
          <p:cNvPr id="8" name="TextBox 7"/>
          <p:cNvSpPr txBox="1"/>
          <p:nvPr/>
        </p:nvSpPr>
        <p:spPr>
          <a:xfrm>
            <a:off x="604729" y="1189190"/>
            <a:ext cx="7270064" cy="400110"/>
          </a:xfrm>
          <a:prstGeom prst="rect">
            <a:avLst/>
          </a:prstGeom>
          <a:noFill/>
        </p:spPr>
        <p:txBody>
          <a:bodyPr wrap="none" rtlCol="0">
            <a:spAutoFit/>
          </a:bodyPr>
          <a:lstStyle/>
          <a:p>
            <a:r>
              <a:rPr lang="en-US" sz="2000" dirty="0">
                <a:solidFill>
                  <a:srgbClr val="000090"/>
                </a:solidFill>
              </a:rPr>
              <a:t>Q: how does router set forwarding table entry to distant prefix?</a:t>
            </a:r>
          </a:p>
        </p:txBody>
      </p:sp>
      <p:grpSp>
        <p:nvGrpSpPr>
          <p:cNvPr id="13" name="Group 12"/>
          <p:cNvGrpSpPr/>
          <p:nvPr/>
        </p:nvGrpSpPr>
        <p:grpSpPr>
          <a:xfrm>
            <a:off x="537654" y="2724170"/>
            <a:ext cx="1694528" cy="3566248"/>
            <a:chOff x="537654" y="2724170"/>
            <a:chExt cx="1694528" cy="3566248"/>
          </a:xfrm>
        </p:grpSpPr>
        <p:sp>
          <p:nvSpPr>
            <p:cNvPr id="469" name="Freeform 468"/>
            <p:cNvSpPr/>
            <p:nvPr/>
          </p:nvSpPr>
          <p:spPr>
            <a:xfrm rot="10326036" flipH="1">
              <a:off x="726574" y="2724170"/>
              <a:ext cx="991619" cy="1641218"/>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325315"/>
                <a:gd name="connsiteY0" fmla="*/ 1160935 h 1160935"/>
                <a:gd name="connsiteX1" fmla="*/ 0 w 1325315"/>
                <a:gd name="connsiteY1" fmla="*/ 0 h 1160935"/>
                <a:gd name="connsiteX2" fmla="*/ 1040633 w 1325315"/>
                <a:gd name="connsiteY2" fmla="*/ 16785 h 1160935"/>
                <a:gd name="connsiteX3" fmla="*/ 1214315 w 1325315"/>
                <a:gd name="connsiteY3" fmla="*/ 1064597 h 1160935"/>
                <a:gd name="connsiteX4" fmla="*/ 448507 w 1325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06934 w 1167285"/>
                <a:gd name="connsiteY0" fmla="*/ 967578 h 967578"/>
                <a:gd name="connsiteX1" fmla="*/ 0 w 1167285"/>
                <a:gd name="connsiteY1" fmla="*/ 0 h 967578"/>
                <a:gd name="connsiteX2" fmla="*/ 1005993 w 1167285"/>
                <a:gd name="connsiteY2" fmla="*/ 46284 h 967578"/>
                <a:gd name="connsiteX3" fmla="*/ 1167285 w 1167285"/>
                <a:gd name="connsiteY3" fmla="*/ 895852 h 967578"/>
                <a:gd name="connsiteX4" fmla="*/ 1006934 w 1167285"/>
                <a:gd name="connsiteY4" fmla="*/ 967578 h 967578"/>
                <a:gd name="connsiteX0" fmla="*/ 1006934 w 1167285"/>
                <a:gd name="connsiteY0" fmla="*/ 1132232 h 1132232"/>
                <a:gd name="connsiteX1" fmla="*/ 0 w 1167285"/>
                <a:gd name="connsiteY1" fmla="*/ 164654 h 1132232"/>
                <a:gd name="connsiteX2" fmla="*/ 991394 w 1167285"/>
                <a:gd name="connsiteY2" fmla="*/ 130 h 1132232"/>
                <a:gd name="connsiteX3" fmla="*/ 1167285 w 1167285"/>
                <a:gd name="connsiteY3" fmla="*/ 1060506 h 1132232"/>
                <a:gd name="connsiteX4" fmla="*/ 1006934 w 1167285"/>
                <a:gd name="connsiteY4" fmla="*/ 1132232 h 1132232"/>
                <a:gd name="connsiteX0" fmla="*/ 986900 w 1167285"/>
                <a:gd name="connsiteY0" fmla="*/ 1088164 h 1088164"/>
                <a:gd name="connsiteX1" fmla="*/ 0 w 1167285"/>
                <a:gd name="connsiteY1" fmla="*/ 164654 h 1088164"/>
                <a:gd name="connsiteX2" fmla="*/ 991394 w 1167285"/>
                <a:gd name="connsiteY2" fmla="*/ 130 h 1088164"/>
                <a:gd name="connsiteX3" fmla="*/ 1167285 w 1167285"/>
                <a:gd name="connsiteY3" fmla="*/ 1060506 h 1088164"/>
                <a:gd name="connsiteX4" fmla="*/ 986900 w 1167285"/>
                <a:gd name="connsiteY4" fmla="*/ 1088164 h 1088164"/>
                <a:gd name="connsiteX0" fmla="*/ 986900 w 1167285"/>
                <a:gd name="connsiteY0" fmla="*/ 1088164 h 1088164"/>
                <a:gd name="connsiteX1" fmla="*/ 0 w 1167285"/>
                <a:gd name="connsiteY1" fmla="*/ 164654 h 1088164"/>
                <a:gd name="connsiteX2" fmla="*/ 991394 w 1167285"/>
                <a:gd name="connsiteY2" fmla="*/ 130 h 1088164"/>
                <a:gd name="connsiteX3" fmla="*/ 1167285 w 1167285"/>
                <a:gd name="connsiteY3" fmla="*/ 1060506 h 1088164"/>
                <a:gd name="connsiteX4" fmla="*/ 986900 w 1167285"/>
                <a:gd name="connsiteY4" fmla="*/ 1088164 h 1088164"/>
                <a:gd name="connsiteX0" fmla="*/ 986900 w 1332977"/>
                <a:gd name="connsiteY0" fmla="*/ 1088164 h 1088164"/>
                <a:gd name="connsiteX1" fmla="*/ 0 w 1332977"/>
                <a:gd name="connsiteY1" fmla="*/ 164654 h 1088164"/>
                <a:gd name="connsiteX2" fmla="*/ 991394 w 1332977"/>
                <a:gd name="connsiteY2" fmla="*/ 130 h 1088164"/>
                <a:gd name="connsiteX3" fmla="*/ 1332977 w 1332977"/>
                <a:gd name="connsiteY3" fmla="*/ 1045574 h 1088164"/>
                <a:gd name="connsiteX4" fmla="*/ 986900 w 1332977"/>
                <a:gd name="connsiteY4" fmla="*/ 1088164 h 1088164"/>
                <a:gd name="connsiteX0" fmla="*/ 1029955 w 1332977"/>
                <a:gd name="connsiteY0" fmla="*/ 1143414 h 1143414"/>
                <a:gd name="connsiteX1" fmla="*/ 0 w 1332977"/>
                <a:gd name="connsiteY1" fmla="*/ 164654 h 1143414"/>
                <a:gd name="connsiteX2" fmla="*/ 991394 w 1332977"/>
                <a:gd name="connsiteY2" fmla="*/ 130 h 1143414"/>
                <a:gd name="connsiteX3" fmla="*/ 1332977 w 1332977"/>
                <a:gd name="connsiteY3" fmla="*/ 1045574 h 1143414"/>
                <a:gd name="connsiteX4" fmla="*/ 1029955 w 1332977"/>
                <a:gd name="connsiteY4" fmla="*/ 1143414 h 1143414"/>
                <a:gd name="connsiteX0" fmla="*/ 1029955 w 1332977"/>
                <a:gd name="connsiteY0" fmla="*/ 1143414 h 1143414"/>
                <a:gd name="connsiteX1" fmla="*/ 0 w 1332977"/>
                <a:gd name="connsiteY1" fmla="*/ 164654 h 1143414"/>
                <a:gd name="connsiteX2" fmla="*/ 991394 w 1332977"/>
                <a:gd name="connsiteY2" fmla="*/ 130 h 1143414"/>
                <a:gd name="connsiteX3" fmla="*/ 1332977 w 1332977"/>
                <a:gd name="connsiteY3" fmla="*/ 1045574 h 1143414"/>
                <a:gd name="connsiteX4" fmla="*/ 1029955 w 1332977"/>
                <a:gd name="connsiteY4" fmla="*/ 1143414 h 1143414"/>
                <a:gd name="connsiteX0" fmla="*/ 1029955 w 1332977"/>
                <a:gd name="connsiteY0" fmla="*/ 1143414 h 1143414"/>
                <a:gd name="connsiteX1" fmla="*/ 0 w 1332977"/>
                <a:gd name="connsiteY1" fmla="*/ 164654 h 1143414"/>
                <a:gd name="connsiteX2" fmla="*/ 991394 w 1332977"/>
                <a:gd name="connsiteY2" fmla="*/ 130 h 1143414"/>
                <a:gd name="connsiteX3" fmla="*/ 1332977 w 1332977"/>
                <a:gd name="connsiteY3" fmla="*/ 1045574 h 1143414"/>
                <a:gd name="connsiteX4" fmla="*/ 1029955 w 1332977"/>
                <a:gd name="connsiteY4" fmla="*/ 1143414 h 1143414"/>
                <a:gd name="connsiteX0" fmla="*/ 1029955 w 1332977"/>
                <a:gd name="connsiteY0" fmla="*/ 1143414 h 1143414"/>
                <a:gd name="connsiteX1" fmla="*/ 0 w 1332977"/>
                <a:gd name="connsiteY1" fmla="*/ 164654 h 1143414"/>
                <a:gd name="connsiteX2" fmla="*/ 991394 w 1332977"/>
                <a:gd name="connsiteY2" fmla="*/ 130 h 1143414"/>
                <a:gd name="connsiteX3" fmla="*/ 1332977 w 1332977"/>
                <a:gd name="connsiteY3" fmla="*/ 1045574 h 1143414"/>
                <a:gd name="connsiteX4" fmla="*/ 1029955 w 1332977"/>
                <a:gd name="connsiteY4" fmla="*/ 1143414 h 1143414"/>
                <a:gd name="connsiteX0" fmla="*/ 1029955 w 1332977"/>
                <a:gd name="connsiteY0" fmla="*/ 1143414 h 1143414"/>
                <a:gd name="connsiteX1" fmla="*/ 0 w 1332977"/>
                <a:gd name="connsiteY1" fmla="*/ 164654 h 1143414"/>
                <a:gd name="connsiteX2" fmla="*/ 991394 w 1332977"/>
                <a:gd name="connsiteY2" fmla="*/ 130 h 1143414"/>
                <a:gd name="connsiteX3" fmla="*/ 1332977 w 1332977"/>
                <a:gd name="connsiteY3" fmla="*/ 1045574 h 1143414"/>
                <a:gd name="connsiteX4" fmla="*/ 1029955 w 1332977"/>
                <a:gd name="connsiteY4" fmla="*/ 1143414 h 1143414"/>
                <a:gd name="connsiteX0" fmla="*/ 1029955 w 1332977"/>
                <a:gd name="connsiteY0" fmla="*/ 1143414 h 1143414"/>
                <a:gd name="connsiteX1" fmla="*/ 0 w 1332977"/>
                <a:gd name="connsiteY1" fmla="*/ 164654 h 1143414"/>
                <a:gd name="connsiteX2" fmla="*/ 991394 w 1332977"/>
                <a:gd name="connsiteY2" fmla="*/ 130 h 1143414"/>
                <a:gd name="connsiteX3" fmla="*/ 1332977 w 1332977"/>
                <a:gd name="connsiteY3" fmla="*/ 1045574 h 1143414"/>
                <a:gd name="connsiteX4" fmla="*/ 1029955 w 1332977"/>
                <a:gd name="connsiteY4" fmla="*/ 1143414 h 1143414"/>
                <a:gd name="connsiteX0" fmla="*/ 302061 w 1332977"/>
                <a:gd name="connsiteY0" fmla="*/ 1951097 h 1951096"/>
                <a:gd name="connsiteX1" fmla="*/ 0 w 1332977"/>
                <a:gd name="connsiteY1" fmla="*/ 164654 h 1951096"/>
                <a:gd name="connsiteX2" fmla="*/ 991394 w 1332977"/>
                <a:gd name="connsiteY2" fmla="*/ 130 h 1951096"/>
                <a:gd name="connsiteX3" fmla="*/ 1332977 w 1332977"/>
                <a:gd name="connsiteY3" fmla="*/ 1045574 h 1951096"/>
                <a:gd name="connsiteX4" fmla="*/ 302061 w 1332977"/>
                <a:gd name="connsiteY4" fmla="*/ 1951097 h 1951096"/>
                <a:gd name="connsiteX0" fmla="*/ 302061 w 1008228"/>
                <a:gd name="connsiteY0" fmla="*/ 1951097 h 1951097"/>
                <a:gd name="connsiteX1" fmla="*/ 0 w 1008228"/>
                <a:gd name="connsiteY1" fmla="*/ 164654 h 1951097"/>
                <a:gd name="connsiteX2" fmla="*/ 991394 w 1008228"/>
                <a:gd name="connsiteY2" fmla="*/ 130 h 1951097"/>
                <a:gd name="connsiteX3" fmla="*/ 628320 w 1008228"/>
                <a:gd name="connsiteY3" fmla="*/ 1842100 h 1951097"/>
                <a:gd name="connsiteX4" fmla="*/ 302061 w 1008228"/>
                <a:gd name="connsiteY4" fmla="*/ 1951097 h 1951097"/>
                <a:gd name="connsiteX0" fmla="*/ 302061 w 1020405"/>
                <a:gd name="connsiteY0" fmla="*/ 1951097 h 1951097"/>
                <a:gd name="connsiteX1" fmla="*/ 0 w 1020405"/>
                <a:gd name="connsiteY1" fmla="*/ 164654 h 1951097"/>
                <a:gd name="connsiteX2" fmla="*/ 991394 w 1020405"/>
                <a:gd name="connsiteY2" fmla="*/ 130 h 1951097"/>
                <a:gd name="connsiteX3" fmla="*/ 628320 w 1020405"/>
                <a:gd name="connsiteY3" fmla="*/ 1842100 h 1951097"/>
                <a:gd name="connsiteX4" fmla="*/ 302061 w 1020405"/>
                <a:gd name="connsiteY4" fmla="*/ 1951097 h 1951097"/>
                <a:gd name="connsiteX0" fmla="*/ 302061 w 991394"/>
                <a:gd name="connsiteY0" fmla="*/ 1951097 h 1951097"/>
                <a:gd name="connsiteX1" fmla="*/ 0 w 991394"/>
                <a:gd name="connsiteY1" fmla="*/ 164654 h 1951097"/>
                <a:gd name="connsiteX2" fmla="*/ 991394 w 991394"/>
                <a:gd name="connsiteY2" fmla="*/ 130 h 1951097"/>
                <a:gd name="connsiteX3" fmla="*/ 628320 w 991394"/>
                <a:gd name="connsiteY3" fmla="*/ 1842100 h 1951097"/>
                <a:gd name="connsiteX4" fmla="*/ 302061 w 991394"/>
                <a:gd name="connsiteY4" fmla="*/ 1951097 h 1951097"/>
                <a:gd name="connsiteX0" fmla="*/ 271973 w 991394"/>
                <a:gd name="connsiteY0" fmla="*/ 1956074 h 1956074"/>
                <a:gd name="connsiteX1" fmla="*/ 0 w 991394"/>
                <a:gd name="connsiteY1" fmla="*/ 164654 h 1956074"/>
                <a:gd name="connsiteX2" fmla="*/ 991394 w 991394"/>
                <a:gd name="connsiteY2" fmla="*/ 130 h 1956074"/>
                <a:gd name="connsiteX3" fmla="*/ 628320 w 991394"/>
                <a:gd name="connsiteY3" fmla="*/ 1842100 h 1956074"/>
                <a:gd name="connsiteX4" fmla="*/ 271973 w 991394"/>
                <a:gd name="connsiteY4" fmla="*/ 1956074 h 1956074"/>
                <a:gd name="connsiteX0" fmla="*/ 271973 w 991394"/>
                <a:gd name="connsiteY0" fmla="*/ 1956074 h 1956074"/>
                <a:gd name="connsiteX1" fmla="*/ 0 w 991394"/>
                <a:gd name="connsiteY1" fmla="*/ 164654 h 1956074"/>
                <a:gd name="connsiteX2" fmla="*/ 991394 w 991394"/>
                <a:gd name="connsiteY2" fmla="*/ 130 h 1956074"/>
                <a:gd name="connsiteX3" fmla="*/ 628320 w 991394"/>
                <a:gd name="connsiteY3" fmla="*/ 1842100 h 1956074"/>
                <a:gd name="connsiteX4" fmla="*/ 271973 w 991394"/>
                <a:gd name="connsiteY4" fmla="*/ 1956074 h 1956074"/>
                <a:gd name="connsiteX0" fmla="*/ 271973 w 991394"/>
                <a:gd name="connsiteY0" fmla="*/ 1956074 h 1956074"/>
                <a:gd name="connsiteX1" fmla="*/ 0 w 991394"/>
                <a:gd name="connsiteY1" fmla="*/ 164654 h 1956074"/>
                <a:gd name="connsiteX2" fmla="*/ 991394 w 991394"/>
                <a:gd name="connsiteY2" fmla="*/ 130 h 1956074"/>
                <a:gd name="connsiteX3" fmla="*/ 628320 w 991394"/>
                <a:gd name="connsiteY3" fmla="*/ 1842100 h 1956074"/>
                <a:gd name="connsiteX4" fmla="*/ 271973 w 991394"/>
                <a:gd name="connsiteY4" fmla="*/ 1956074 h 19560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1394" h="1956074">
                  <a:moveTo>
                    <a:pt x="271973" y="1956074"/>
                  </a:moveTo>
                  <a:cubicBezTo>
                    <a:pt x="357744" y="1054071"/>
                    <a:pt x="286439" y="1036036"/>
                    <a:pt x="0" y="164654"/>
                  </a:cubicBezTo>
                  <a:cubicBezTo>
                    <a:pt x="346878" y="170249"/>
                    <a:pt x="644516" y="-5465"/>
                    <a:pt x="991394" y="130"/>
                  </a:cubicBezTo>
                  <a:cubicBezTo>
                    <a:pt x="818067" y="853650"/>
                    <a:pt x="760467" y="804686"/>
                    <a:pt x="628320" y="1842100"/>
                  </a:cubicBezTo>
                  <a:cubicBezTo>
                    <a:pt x="479006" y="1825527"/>
                    <a:pt x="436285" y="1872332"/>
                    <a:pt x="271973" y="1956074"/>
                  </a:cubicBezTo>
                  <a:close/>
                </a:path>
              </a:pathLst>
            </a:custGeom>
            <a:gradFill>
              <a:gsLst>
                <a:gs pos="0">
                  <a:schemeClr val="bg1">
                    <a:lumMod val="95000"/>
                  </a:schemeClr>
                </a:gs>
                <a:gs pos="100000">
                  <a:schemeClr val="bg1">
                    <a:lumMod val="75000"/>
                  </a:schemeClr>
                </a:gs>
              </a:gsLst>
            </a:gradFill>
            <a:ln>
              <a:solidFill>
                <a:schemeClr val="bg1">
                  <a:lumMod val="75000"/>
                </a:schemeClr>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grpSp>
          <p:nvGrpSpPr>
            <p:cNvPr id="12" name="Group 11"/>
            <p:cNvGrpSpPr/>
            <p:nvPr/>
          </p:nvGrpSpPr>
          <p:grpSpPr>
            <a:xfrm>
              <a:off x="537654" y="4169528"/>
              <a:ext cx="1694528" cy="2120890"/>
              <a:chOff x="537654" y="4169528"/>
              <a:chExt cx="1694528" cy="2120890"/>
            </a:xfrm>
          </p:grpSpPr>
          <p:sp>
            <p:nvSpPr>
              <p:cNvPr id="481" name="Rectangle 480"/>
              <p:cNvSpPr/>
              <p:nvPr/>
            </p:nvSpPr>
            <p:spPr bwMode="auto">
              <a:xfrm rot="10800000">
                <a:off x="809301" y="4261100"/>
                <a:ext cx="1027112" cy="994484"/>
              </a:xfrm>
              <a:prstGeom prst="rect">
                <a:avLst/>
              </a:prstGeom>
              <a:gradFill>
                <a:gsLst>
                  <a:gs pos="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grpSp>
            <p:nvGrpSpPr>
              <p:cNvPr id="482" name="Group 104"/>
              <p:cNvGrpSpPr>
                <a:grpSpLocks/>
              </p:cNvGrpSpPr>
              <p:nvPr/>
            </p:nvGrpSpPr>
            <p:grpSpPr bwMode="auto">
              <a:xfrm>
                <a:off x="812771" y="5933069"/>
                <a:ext cx="1034710" cy="357349"/>
                <a:chOff x="4128636" y="3606589"/>
                <a:chExt cx="568145" cy="338667"/>
              </a:xfrm>
            </p:grpSpPr>
            <p:sp>
              <p:nvSpPr>
                <p:cNvPr id="496" name="Oval 495"/>
                <p:cNvSpPr/>
                <p:nvPr/>
              </p:nvSpPr>
              <p:spPr>
                <a:xfrm>
                  <a:off x="4128649" y="3720080"/>
                  <a:ext cx="568332" cy="225176"/>
                </a:xfrm>
                <a:prstGeom prst="ellipse">
                  <a:avLst/>
                </a:prstGeom>
                <a:solidFill>
                  <a:schemeClr val="accent2">
                    <a:lumMod val="75000"/>
                  </a:schemeClr>
                </a:solid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97" name="Rectangle 496"/>
                <p:cNvSpPr/>
                <p:nvPr/>
              </p:nvSpPr>
              <p:spPr>
                <a:xfrm>
                  <a:off x="4128649" y="3720080"/>
                  <a:ext cx="568332" cy="111898"/>
                </a:xfrm>
                <a:prstGeom prst="rect">
                  <a:avLst/>
                </a:prstGeom>
                <a:solidFill>
                  <a:schemeClr val="accent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98" name="Oval 497"/>
                <p:cNvSpPr/>
                <p:nvPr/>
              </p:nvSpPr>
              <p:spPr>
                <a:xfrm>
                  <a:off x="4128649" y="3606801"/>
                  <a:ext cx="568332" cy="225176"/>
                </a:xfrm>
                <a:prstGeom prst="ellipse">
                  <a:avLst/>
                </a:prstGeom>
                <a:solidFill>
                  <a:schemeClr val="accent2">
                    <a:lumMod val="60000"/>
                    <a:lumOff val="40000"/>
                    <a:alpha val="7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99" name="Straight Connector 498"/>
                <p:cNvCxnSpPr/>
                <p:nvPr/>
              </p:nvCxnSpPr>
              <p:spPr>
                <a:xfrm>
                  <a:off x="4696981" y="3720080"/>
                  <a:ext cx="0" cy="111898"/>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00" name="Straight Connector 499"/>
                <p:cNvCxnSpPr/>
                <p:nvPr/>
              </p:nvCxnSpPr>
              <p:spPr>
                <a:xfrm>
                  <a:off x="4128649" y="3720080"/>
                  <a:ext cx="0" cy="111898"/>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sp>
            <p:nvSpPr>
              <p:cNvPr id="483" name="Rectangle 482"/>
              <p:cNvSpPr/>
              <p:nvPr/>
            </p:nvSpPr>
            <p:spPr bwMode="auto">
              <a:xfrm>
                <a:off x="817079" y="5203658"/>
                <a:ext cx="1027112" cy="860514"/>
              </a:xfrm>
              <a:prstGeom prst="rect">
                <a:avLst/>
              </a:prstGeom>
              <a:gradFill>
                <a:gsLst>
                  <a:gs pos="0">
                    <a:schemeClr val="accent2">
                      <a:lumMod val="60000"/>
                      <a:lumOff val="40000"/>
                      <a:alpha val="62000"/>
                    </a:schemeClr>
                  </a:gs>
                  <a:gs pos="54000">
                    <a:schemeClr val="accent2">
                      <a:lumMod val="40000"/>
                      <a:lumOff val="6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84" name="Straight Connector 483"/>
              <p:cNvCxnSpPr>
                <a:endCxn id="497" idx="1"/>
              </p:cNvCxnSpPr>
              <p:nvPr/>
            </p:nvCxnSpPr>
            <p:spPr bwMode="auto">
              <a:xfrm>
                <a:off x="801363" y="4466995"/>
                <a:ext cx="11432" cy="1644862"/>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485" name="Straight Connector 484"/>
              <p:cNvCxnSpPr>
                <a:endCxn id="497" idx="3"/>
              </p:cNvCxnSpPr>
              <p:nvPr/>
            </p:nvCxnSpPr>
            <p:spPr bwMode="auto">
              <a:xfrm>
                <a:off x="1842763" y="4466995"/>
                <a:ext cx="5083" cy="1644862"/>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86" name="Group 9"/>
              <p:cNvGrpSpPr>
                <a:grpSpLocks/>
              </p:cNvGrpSpPr>
              <p:nvPr/>
            </p:nvGrpSpPr>
            <p:grpSpPr bwMode="auto">
              <a:xfrm>
                <a:off x="777993" y="4169528"/>
                <a:ext cx="1079500" cy="395024"/>
                <a:chOff x="2183302" y="1574638"/>
                <a:chExt cx="1200154" cy="430181"/>
              </a:xfrm>
            </p:grpSpPr>
            <p:sp>
              <p:nvSpPr>
                <p:cNvPr id="487" name="Oval 486"/>
                <p:cNvSpPr/>
                <p:nvPr/>
              </p:nvSpPr>
              <p:spPr bwMode="auto">
                <a:xfrm flipV="1">
                  <a:off x="2186832" y="1690517"/>
                  <a:ext cx="1194859" cy="314302"/>
                </a:xfrm>
                <a:prstGeom prst="ellipse">
                  <a:avLst/>
                </a:prstGeom>
                <a:gradFill flip="none" rotWithShape="1">
                  <a:gsLst>
                    <a:gs pos="0">
                      <a:schemeClr val="accent2">
                        <a:lumMod val="75000"/>
                      </a:schemeClr>
                    </a:gs>
                    <a:gs pos="31000">
                      <a:schemeClr val="accent2">
                        <a:lumMod val="60000"/>
                        <a:lumOff val="40000"/>
                      </a:schemeClr>
                    </a:gs>
                    <a:gs pos="100000">
                      <a:schemeClr val="accent2">
                        <a:lumMod val="20000"/>
                        <a:lumOff val="80000"/>
                      </a:schemeClr>
                    </a:gs>
                  </a:gsLst>
                  <a:lin ang="16200000" scaled="0"/>
                  <a:tileRect/>
                </a:gradFill>
                <a:ln w="6350" cmpd="sng">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488" name="Rectangle 487"/>
                <p:cNvSpPr/>
                <p:nvPr/>
              </p:nvSpPr>
              <p:spPr bwMode="auto">
                <a:xfrm>
                  <a:off x="2183302" y="1734964"/>
                  <a:ext cx="1198389" cy="112704"/>
                </a:xfrm>
                <a:prstGeom prst="rect">
                  <a:avLst/>
                </a:prstGeom>
                <a:gradFill>
                  <a:gsLst>
                    <a:gs pos="0">
                      <a:schemeClr val="accent2">
                        <a:lumMod val="40000"/>
                        <a:lumOff val="60000"/>
                      </a:schemeClr>
                    </a:gs>
                    <a:gs pos="54000">
                      <a:schemeClr val="accent2">
                        <a:lumMod val="60000"/>
                        <a:lumOff val="40000"/>
                      </a:schemeClr>
                    </a:gs>
                    <a:gs pos="100000">
                      <a:schemeClr val="accent2">
                        <a:lumMod val="75000"/>
                      </a:schemeClr>
                    </a:gs>
                  </a:gsLst>
                  <a:lin ang="162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89" name="Oval 488"/>
                <p:cNvSpPr/>
                <p:nvPr/>
              </p:nvSpPr>
              <p:spPr bwMode="auto">
                <a:xfrm flipV="1">
                  <a:off x="2183302" y="1574638"/>
                  <a:ext cx="1196624" cy="314302"/>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490" name="Freeform 489"/>
                <p:cNvSpPr/>
                <p:nvPr/>
              </p:nvSpPr>
              <p:spPr bwMode="auto">
                <a:xfrm>
                  <a:off x="2490400" y="1671469"/>
                  <a:ext cx="582428" cy="15715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91" name="Freeform 490"/>
                <p:cNvSpPr/>
                <p:nvPr/>
              </p:nvSpPr>
              <p:spPr bwMode="auto">
                <a:xfrm>
                  <a:off x="2430393" y="1630197"/>
                  <a:ext cx="702443" cy="109529"/>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92" name="Freeform 491"/>
                <p:cNvSpPr/>
                <p:nvPr/>
              </p:nvSpPr>
              <p:spPr bwMode="auto">
                <a:xfrm>
                  <a:off x="2892805" y="1723852"/>
                  <a:ext cx="257680" cy="95243"/>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93" name="Freeform 492"/>
                <p:cNvSpPr/>
                <p:nvPr/>
              </p:nvSpPr>
              <p:spPr bwMode="auto">
                <a:xfrm>
                  <a:off x="2418037" y="1725440"/>
                  <a:ext cx="254150" cy="95243"/>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94" name="Straight Connector 493"/>
                <p:cNvCxnSpPr>
                  <a:endCxn id="489" idx="2"/>
                </p:cNvCxnSpPr>
                <p:nvPr/>
              </p:nvCxnSpPr>
              <p:spPr bwMode="auto">
                <a:xfrm flipH="1" flipV="1">
                  <a:off x="2183302" y="1731787"/>
                  <a:ext cx="3530" cy="122228"/>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495" name="Straight Connector 494"/>
                <p:cNvCxnSpPr/>
                <p:nvPr/>
              </p:nvCxnSpPr>
              <p:spPr bwMode="auto">
                <a:xfrm flipH="1" flipV="1">
                  <a:off x="3379926" y="1728615"/>
                  <a:ext cx="3530" cy="122228"/>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sp>
            <p:nvSpPr>
              <p:cNvPr id="472" name="Rectangle 471"/>
              <p:cNvSpPr/>
              <p:nvPr/>
            </p:nvSpPr>
            <p:spPr bwMode="auto">
              <a:xfrm>
                <a:off x="546153" y="4588083"/>
                <a:ext cx="1670709" cy="1303807"/>
              </a:xfrm>
              <a:prstGeom prst="rect">
                <a:avLst/>
              </a:prstGeom>
              <a:solidFill>
                <a:schemeClr val="bg1"/>
              </a:solidFill>
              <a:ln>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473" name="TextBox 472"/>
              <p:cNvSpPr txBox="1"/>
              <p:nvPr/>
            </p:nvSpPr>
            <p:spPr>
              <a:xfrm>
                <a:off x="540390" y="4583226"/>
                <a:ext cx="620971" cy="311193"/>
              </a:xfrm>
              <a:prstGeom prst="rect">
                <a:avLst/>
              </a:prstGeom>
              <a:noFill/>
            </p:spPr>
            <p:txBody>
              <a:bodyPr wrap="none" rtlCol="0">
                <a:spAutoFit/>
              </a:bodyPr>
              <a:lstStyle/>
              <a:p>
                <a:r>
                  <a:rPr lang="en-US" dirty="0" err="1"/>
                  <a:t>dest</a:t>
                </a:r>
                <a:endParaRPr lang="en-US" dirty="0"/>
              </a:p>
            </p:txBody>
          </p:sp>
          <p:sp>
            <p:nvSpPr>
              <p:cNvPr id="474" name="TextBox 473"/>
              <p:cNvSpPr txBox="1"/>
              <p:nvPr/>
            </p:nvSpPr>
            <p:spPr>
              <a:xfrm>
                <a:off x="1162170" y="4587898"/>
                <a:ext cx="1070012" cy="311193"/>
              </a:xfrm>
              <a:prstGeom prst="rect">
                <a:avLst/>
              </a:prstGeom>
              <a:noFill/>
            </p:spPr>
            <p:txBody>
              <a:bodyPr wrap="none" rtlCol="0">
                <a:spAutoFit/>
              </a:bodyPr>
              <a:lstStyle/>
              <a:p>
                <a:r>
                  <a:rPr lang="en-US" dirty="0"/>
                  <a:t>interface</a:t>
                </a:r>
              </a:p>
            </p:txBody>
          </p:sp>
          <p:cxnSp>
            <p:nvCxnSpPr>
              <p:cNvPr id="475" name="Straight Connector 474"/>
              <p:cNvCxnSpPr/>
              <p:nvPr/>
            </p:nvCxnSpPr>
            <p:spPr bwMode="auto">
              <a:xfrm>
                <a:off x="1154183" y="4593421"/>
                <a:ext cx="1345" cy="1293547"/>
              </a:xfrm>
              <a:prstGeom prst="lin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476" name="Straight Connector 475"/>
              <p:cNvCxnSpPr/>
              <p:nvPr/>
            </p:nvCxnSpPr>
            <p:spPr bwMode="auto">
              <a:xfrm flipH="1">
                <a:off x="537654" y="4911108"/>
                <a:ext cx="1679208" cy="0"/>
              </a:xfrm>
              <a:prstGeom prst="lin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sp>
            <p:nvSpPr>
              <p:cNvPr id="477" name="TextBox 476"/>
              <p:cNvSpPr txBox="1"/>
              <p:nvPr/>
            </p:nvSpPr>
            <p:spPr>
              <a:xfrm>
                <a:off x="597755" y="4905652"/>
                <a:ext cx="415498" cy="777982"/>
              </a:xfrm>
              <a:prstGeom prst="rect">
                <a:avLst/>
              </a:prstGeom>
              <a:noFill/>
            </p:spPr>
            <p:txBody>
              <a:bodyPr wrap="none" rtlCol="0">
                <a:spAutoFit/>
              </a:bodyPr>
              <a:lstStyle/>
              <a:p>
                <a:r>
                  <a:rPr lang="en-US" dirty="0"/>
                  <a:t>…</a:t>
                </a:r>
              </a:p>
              <a:p>
                <a:endParaRPr lang="en-US" dirty="0"/>
              </a:p>
              <a:p>
                <a:r>
                  <a:rPr lang="en-US" dirty="0"/>
                  <a:t>…</a:t>
                </a:r>
              </a:p>
            </p:txBody>
          </p:sp>
          <p:sp>
            <p:nvSpPr>
              <p:cNvPr id="478" name="TextBox 477"/>
              <p:cNvSpPr txBox="1"/>
              <p:nvPr/>
            </p:nvSpPr>
            <p:spPr>
              <a:xfrm>
                <a:off x="649592" y="5234010"/>
                <a:ext cx="338629" cy="369332"/>
              </a:xfrm>
              <a:prstGeom prst="rect">
                <a:avLst/>
              </a:prstGeom>
              <a:noFill/>
            </p:spPr>
            <p:txBody>
              <a:bodyPr wrap="none" rtlCol="0">
                <a:spAutoFit/>
              </a:bodyPr>
              <a:lstStyle/>
              <a:p>
                <a:r>
                  <a:rPr lang="en-US" dirty="0">
                    <a:solidFill>
                      <a:srgbClr val="CC0000"/>
                    </a:solidFill>
                  </a:rPr>
                  <a:t>X</a:t>
                </a:r>
              </a:p>
            </p:txBody>
          </p:sp>
          <p:sp>
            <p:nvSpPr>
              <p:cNvPr id="479" name="TextBox 478"/>
              <p:cNvSpPr txBox="1"/>
              <p:nvPr/>
            </p:nvSpPr>
            <p:spPr>
              <a:xfrm>
                <a:off x="1230781" y="4917583"/>
                <a:ext cx="415498" cy="777982"/>
              </a:xfrm>
              <a:prstGeom prst="rect">
                <a:avLst/>
              </a:prstGeom>
              <a:noFill/>
            </p:spPr>
            <p:txBody>
              <a:bodyPr wrap="none" rtlCol="0">
                <a:spAutoFit/>
              </a:bodyPr>
              <a:lstStyle/>
              <a:p>
                <a:r>
                  <a:rPr lang="en-US" dirty="0"/>
                  <a:t>…</a:t>
                </a:r>
              </a:p>
              <a:p>
                <a:endParaRPr lang="en-US" dirty="0"/>
              </a:p>
              <a:p>
                <a:r>
                  <a:rPr lang="en-US" dirty="0"/>
                  <a:t>…</a:t>
                </a:r>
              </a:p>
            </p:txBody>
          </p:sp>
          <p:sp>
            <p:nvSpPr>
              <p:cNvPr id="480" name="TextBox 479"/>
              <p:cNvSpPr txBox="1"/>
              <p:nvPr/>
            </p:nvSpPr>
            <p:spPr>
              <a:xfrm>
                <a:off x="1308433" y="5241003"/>
                <a:ext cx="313044" cy="369332"/>
              </a:xfrm>
              <a:prstGeom prst="rect">
                <a:avLst/>
              </a:prstGeom>
              <a:noFill/>
            </p:spPr>
            <p:txBody>
              <a:bodyPr wrap="none" rtlCol="0">
                <a:spAutoFit/>
              </a:bodyPr>
              <a:lstStyle/>
              <a:p>
                <a:r>
                  <a:rPr lang="en-US" dirty="0">
                    <a:solidFill>
                      <a:srgbClr val="CC0000"/>
                    </a:solidFill>
                  </a:rPr>
                  <a:t>2</a:t>
                </a:r>
              </a:p>
            </p:txBody>
          </p:sp>
        </p:grpSp>
      </p:grpSp>
      <p:sp>
        <p:nvSpPr>
          <p:cNvPr id="267" name="Rectangle 4"/>
          <p:cNvSpPr txBox="1">
            <a:spLocks noChangeArrowheads="1"/>
          </p:cNvSpPr>
          <p:nvPr/>
        </p:nvSpPr>
        <p:spPr bwMode="auto">
          <a:xfrm>
            <a:off x="3487781" y="5828603"/>
            <a:ext cx="4993774" cy="10287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293688" indent="-293688">
              <a:lnSpc>
                <a:spcPct val="90000"/>
              </a:lnSpc>
            </a:pPr>
            <a:r>
              <a:rPr lang="en-US" sz="2000" dirty="0">
                <a:latin typeface="Arial"/>
                <a:cs typeface="Arial"/>
              </a:rPr>
              <a:t>1</a:t>
            </a:r>
            <a:r>
              <a:rPr lang="en-US" sz="2000" dirty="0">
                <a:latin typeface="+mj-lt"/>
                <a:cs typeface="Arial"/>
              </a:rPr>
              <a:t>a: OSPF intra-domain routing: to get to </a:t>
            </a:r>
            <a:r>
              <a:rPr lang="en-US" sz="2000" dirty="0">
                <a:latin typeface="Arial"/>
                <a:cs typeface="Arial"/>
              </a:rPr>
              <a:t>1</a:t>
            </a:r>
            <a:r>
              <a:rPr lang="en-US" sz="2000" dirty="0">
                <a:latin typeface="+mj-lt"/>
                <a:cs typeface="Arial"/>
              </a:rPr>
              <a:t>c, forward over outgoing local interface 2</a:t>
            </a:r>
            <a:endParaRPr lang="en-US" sz="2000" dirty="0">
              <a:latin typeface="+mj-lt"/>
            </a:endParaRPr>
          </a:p>
        </p:txBody>
      </p:sp>
      <p:grpSp>
        <p:nvGrpSpPr>
          <p:cNvPr id="268" name="Group 267"/>
          <p:cNvGrpSpPr/>
          <p:nvPr/>
        </p:nvGrpSpPr>
        <p:grpSpPr>
          <a:xfrm>
            <a:off x="1149470" y="2245331"/>
            <a:ext cx="474928" cy="686044"/>
            <a:chOff x="1149470" y="2245331"/>
            <a:chExt cx="474928" cy="686044"/>
          </a:xfrm>
        </p:grpSpPr>
        <p:sp>
          <p:nvSpPr>
            <p:cNvPr id="333" name="TextBox 332"/>
            <p:cNvSpPr txBox="1"/>
            <p:nvPr/>
          </p:nvSpPr>
          <p:spPr>
            <a:xfrm>
              <a:off x="1149470" y="2245331"/>
              <a:ext cx="284515" cy="307777"/>
            </a:xfrm>
            <a:prstGeom prst="rect">
              <a:avLst/>
            </a:prstGeom>
            <a:noFill/>
          </p:spPr>
          <p:txBody>
            <a:bodyPr wrap="none" rtlCol="0">
              <a:spAutoFit/>
            </a:bodyPr>
            <a:lstStyle/>
            <a:p>
              <a:r>
                <a:rPr lang="en-US" sz="1400" dirty="0"/>
                <a:t>1</a:t>
              </a:r>
            </a:p>
          </p:txBody>
        </p:sp>
        <p:sp>
          <p:nvSpPr>
            <p:cNvPr id="335" name="TextBox 334"/>
            <p:cNvSpPr txBox="1"/>
            <p:nvPr/>
          </p:nvSpPr>
          <p:spPr>
            <a:xfrm>
              <a:off x="1339883" y="2623598"/>
              <a:ext cx="284515" cy="307777"/>
            </a:xfrm>
            <a:prstGeom prst="rect">
              <a:avLst/>
            </a:prstGeom>
            <a:noFill/>
          </p:spPr>
          <p:txBody>
            <a:bodyPr wrap="none" rtlCol="0">
              <a:spAutoFit/>
            </a:bodyPr>
            <a:lstStyle/>
            <a:p>
              <a:r>
                <a:rPr lang="en-US" sz="1400" dirty="0"/>
                <a:t>2</a:t>
              </a:r>
            </a:p>
          </p:txBody>
        </p:sp>
      </p:grpSp>
      <p:cxnSp>
        <p:nvCxnSpPr>
          <p:cNvPr id="15" name="Straight Arrow Connector 14"/>
          <p:cNvCxnSpPr/>
          <p:nvPr/>
        </p:nvCxnSpPr>
        <p:spPr bwMode="auto">
          <a:xfrm>
            <a:off x="1144952" y="2748406"/>
            <a:ext cx="315088" cy="241540"/>
          </a:xfrm>
          <a:prstGeom prst="straightConnector1">
            <a:avLst/>
          </a:prstGeom>
          <a:solidFill>
            <a:schemeClr val="accent1"/>
          </a:solidFill>
          <a:ln w="38100" cap="flat" cmpd="sng" algn="ctr">
            <a:solidFill>
              <a:srgbClr val="CC0000"/>
            </a:solidFill>
            <a:prstDash val="solid"/>
            <a:round/>
            <a:headEnd type="none" w="med" len="med"/>
            <a:tailEnd type="triangle"/>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340" name="Straight Connector 339"/>
          <p:cNvCxnSpPr/>
          <p:nvPr/>
        </p:nvCxnSpPr>
        <p:spPr bwMode="auto">
          <a:xfrm flipH="1">
            <a:off x="3046901" y="2522161"/>
            <a:ext cx="2716814" cy="143913"/>
          </a:xfrm>
          <a:prstGeom prst="line">
            <a:avLst/>
          </a:prstGeom>
          <a:solidFill>
            <a:schemeClr val="accent1"/>
          </a:solidFill>
          <a:ln w="3810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sp>
        <p:nvSpPr>
          <p:cNvPr id="341" name="Slide Number Placeholder 5"/>
          <p:cNvSpPr>
            <a:spLocks noGrp="1"/>
          </p:cNvSpPr>
          <p:nvPr>
            <p:ph type="sldNum" sz="quarter" idx="12"/>
          </p:nvPr>
        </p:nvSpPr>
        <p:spPr>
          <a:xfrm>
            <a:off x="8456154" y="6475895"/>
            <a:ext cx="548655" cy="272319"/>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200" dirty="0">
                <a:latin typeface="Tahoma" charset="0"/>
              </a:rPr>
              <a:t>5-</a:t>
            </a:r>
            <a:fld id="{8E8C6E93-DF5B-BC4B-80F9-500DED1EEDCC}" type="slidenum">
              <a:rPr lang="en-US" sz="1200">
                <a:latin typeface="Tahoma" charset="0"/>
              </a:rPr>
              <a:pPr/>
              <a:t>87</a:t>
            </a:fld>
            <a:endParaRPr lang="en-US" sz="1200" dirty="0">
              <a:latin typeface="Tahoma" charset="0"/>
            </a:endParaRPr>
          </a:p>
        </p:txBody>
      </p:sp>
      <p:sp>
        <p:nvSpPr>
          <p:cNvPr id="342" name="Footer Placeholder 2"/>
          <p:cNvSpPr>
            <a:spLocks noGrp="1"/>
          </p:cNvSpPr>
          <p:nvPr>
            <p:ph type="ftr" sz="quarter" idx="11"/>
          </p:nvPr>
        </p:nvSpPr>
        <p:spPr>
          <a:xfrm>
            <a:off x="6375496" y="6475081"/>
            <a:ext cx="2177473" cy="241541"/>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200" dirty="0">
                <a:solidFill>
                  <a:srgbClr val="000000"/>
                </a:solidFill>
                <a:latin typeface="Tahoma" charset="0"/>
                <a:cs typeface="Arial" charset="0"/>
              </a:rPr>
              <a:t>Network Layer: Control Plane</a:t>
            </a:r>
          </a:p>
        </p:txBody>
      </p:sp>
    </p:spTree>
    <p:extLst>
      <p:ext uri="{BB962C8B-B14F-4D97-AF65-F5344CB8AC3E}">
        <p14:creationId xmlns:p14="http://schemas.microsoft.com/office/powerpoint/2010/main" val="29964911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after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wipe(up)">
                                      <p:cBhvr>
                                        <p:cTn id="7" dur="1000"/>
                                        <p:tgtEl>
                                          <p:spTgt spid="13"/>
                                        </p:tgtEl>
                                      </p:cBhvr>
                                    </p:animEffect>
                                  </p:childTnLst>
                                </p:cTn>
                              </p:par>
                              <p:par>
                                <p:cTn id="8" presetID="9" presetClass="entr" presetSubtype="0" fill="hold" grpId="0" nodeType="withEffect">
                                  <p:stCondLst>
                                    <p:cond delay="0"/>
                                  </p:stCondLst>
                                  <p:childTnLst>
                                    <p:set>
                                      <p:cBhvr>
                                        <p:cTn id="9" dur="1" fill="hold">
                                          <p:stCondLst>
                                            <p:cond delay="0"/>
                                          </p:stCondLst>
                                        </p:cTn>
                                        <p:tgtEl>
                                          <p:spTgt spid="267"/>
                                        </p:tgtEl>
                                        <p:attrNameLst>
                                          <p:attrName>style.visibility</p:attrName>
                                        </p:attrNameLst>
                                      </p:cBhvr>
                                      <p:to>
                                        <p:strVal val="visible"/>
                                      </p:to>
                                    </p:set>
                                    <p:animEffect transition="in" filter="dissolve">
                                      <p:cBhvr>
                                        <p:cTn id="10" dur="500"/>
                                        <p:tgtEl>
                                          <p:spTgt spid="267"/>
                                        </p:tgtEl>
                                      </p:cBhvr>
                                    </p:animEffect>
                                  </p:childTnLst>
                                </p:cTn>
                              </p:par>
                              <p:par>
                                <p:cTn id="11" presetID="9" presetClass="entr" presetSubtype="0" fill="hold" nodeType="withEffect">
                                  <p:stCondLst>
                                    <p:cond delay="0"/>
                                  </p:stCondLst>
                                  <p:childTnLst>
                                    <p:set>
                                      <p:cBhvr>
                                        <p:cTn id="12" dur="1" fill="hold">
                                          <p:stCondLst>
                                            <p:cond delay="0"/>
                                          </p:stCondLst>
                                        </p:cTn>
                                        <p:tgtEl>
                                          <p:spTgt spid="15"/>
                                        </p:tgtEl>
                                        <p:attrNameLst>
                                          <p:attrName>style.visibility</p:attrName>
                                        </p:attrNameLst>
                                      </p:cBhvr>
                                      <p:to>
                                        <p:strVal val="visible"/>
                                      </p:to>
                                    </p:set>
                                    <p:animEffect transition="in" filter="dissolve">
                                      <p:cBhvr>
                                        <p:cTn id="13"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7" grpId="0"/>
    </p:bld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0836" name="Rectangle 2"/>
          <p:cNvSpPr>
            <a:spLocks noGrp="1" noChangeArrowheads="1"/>
          </p:cNvSpPr>
          <p:nvPr>
            <p:ph type="title"/>
          </p:nvPr>
        </p:nvSpPr>
        <p:spPr/>
        <p:txBody>
          <a:bodyPr/>
          <a:lstStyle/>
          <a:p>
            <a:pPr>
              <a:defRPr/>
            </a:pPr>
            <a:r>
              <a:rPr lang="en-US">
                <a:cs typeface="+mj-cs"/>
              </a:rPr>
              <a:t>BGP route selection</a:t>
            </a:r>
          </a:p>
        </p:txBody>
      </p:sp>
      <p:sp>
        <p:nvSpPr>
          <p:cNvPr id="120837" name="Rectangle 3"/>
          <p:cNvSpPr>
            <a:spLocks noGrp="1" noChangeArrowheads="1"/>
          </p:cNvSpPr>
          <p:nvPr>
            <p:ph type="body" idx="1"/>
          </p:nvPr>
        </p:nvSpPr>
        <p:spPr>
          <a:xfrm>
            <a:off x="522288" y="1433513"/>
            <a:ext cx="7772400" cy="4648200"/>
          </a:xfrm>
        </p:spPr>
        <p:txBody>
          <a:bodyPr/>
          <a:lstStyle/>
          <a:p>
            <a:pPr marL="346075" indent="-346075">
              <a:defRPr/>
            </a:pPr>
            <a:r>
              <a:rPr lang="en-US" dirty="0">
                <a:cs typeface="+mn-cs"/>
              </a:rPr>
              <a:t>router may learn about more than one route to destination AS, selects route based on:</a:t>
            </a:r>
          </a:p>
          <a:p>
            <a:pPr marL="1084263" lvl="1" indent="-457200">
              <a:buFont typeface="ZapfDingbats" charset="0"/>
              <a:buAutoNum type="arabicPeriod"/>
              <a:defRPr/>
            </a:pPr>
            <a:r>
              <a:rPr lang="en-US" dirty="0"/>
              <a:t>local preference value attribute: policy decision</a:t>
            </a:r>
          </a:p>
          <a:p>
            <a:pPr marL="1084263" lvl="1" indent="-457200">
              <a:buFont typeface="ZapfDingbats" charset="0"/>
              <a:buAutoNum type="arabicPeriod"/>
              <a:defRPr/>
            </a:pPr>
            <a:r>
              <a:rPr lang="en-US" dirty="0"/>
              <a:t>shortest AS-PATH </a:t>
            </a:r>
          </a:p>
          <a:p>
            <a:pPr marL="1084263" lvl="1" indent="-457200">
              <a:buFont typeface="ZapfDingbats" charset="0"/>
              <a:buAutoNum type="arabicPeriod"/>
              <a:defRPr/>
            </a:pPr>
            <a:r>
              <a:rPr lang="en-US" dirty="0"/>
              <a:t>closest NEXT-HOP router: hot potato routing</a:t>
            </a:r>
          </a:p>
          <a:p>
            <a:pPr marL="1084263" lvl="1" indent="-457200">
              <a:buFont typeface="ZapfDingbats" charset="0"/>
              <a:buAutoNum type="arabicPeriod"/>
              <a:defRPr/>
            </a:pPr>
            <a:r>
              <a:rPr lang="en-US" dirty="0"/>
              <a:t>additional criteria </a:t>
            </a:r>
          </a:p>
        </p:txBody>
      </p:sp>
      <p:pic>
        <p:nvPicPr>
          <p:cNvPr id="165893" name="Picture 6"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31825" y="1050925"/>
            <a:ext cx="5027613" cy="1730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5" name="Slide Number Placeholder 5"/>
          <p:cNvSpPr>
            <a:spLocks noGrp="1"/>
          </p:cNvSpPr>
          <p:nvPr>
            <p:ph type="sldNum" sz="quarter" idx="12"/>
          </p:nvPr>
        </p:nvSpPr>
        <p:spPr>
          <a:xfrm>
            <a:off x="8456154" y="6475895"/>
            <a:ext cx="548655" cy="272319"/>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200" dirty="0">
                <a:latin typeface="Tahoma" charset="0"/>
              </a:rPr>
              <a:t>5-</a:t>
            </a:r>
            <a:fld id="{8E8C6E93-DF5B-BC4B-80F9-500DED1EEDCC}" type="slidenum">
              <a:rPr lang="en-US" sz="1200">
                <a:latin typeface="Tahoma" charset="0"/>
              </a:rPr>
              <a:pPr/>
              <a:t>88</a:t>
            </a:fld>
            <a:endParaRPr lang="en-US" sz="1200" dirty="0">
              <a:latin typeface="Tahoma" charset="0"/>
            </a:endParaRPr>
          </a:p>
        </p:txBody>
      </p:sp>
      <p:sp>
        <p:nvSpPr>
          <p:cNvPr id="6" name="Footer Placeholder 2"/>
          <p:cNvSpPr>
            <a:spLocks noGrp="1"/>
          </p:cNvSpPr>
          <p:nvPr>
            <p:ph type="ftr" sz="quarter" idx="11"/>
          </p:nvPr>
        </p:nvSpPr>
        <p:spPr>
          <a:xfrm>
            <a:off x="6375496" y="6475081"/>
            <a:ext cx="2177473" cy="241541"/>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200" dirty="0">
                <a:solidFill>
                  <a:srgbClr val="000000"/>
                </a:solidFill>
                <a:latin typeface="Tahoma" charset="0"/>
                <a:cs typeface="Arial" charset="0"/>
              </a:rPr>
              <a:t>Network Layer: Control Plane</a:t>
            </a:r>
          </a:p>
        </p:txBody>
      </p:sp>
    </p:spTree>
    <p:extLst>
      <p:ext uri="{BB962C8B-B14F-4D97-AF65-F5344CB8AC3E}">
        <p14:creationId xmlns:p14="http://schemas.microsoft.com/office/powerpoint/2010/main" val="2733423051"/>
      </p:ext>
    </p:extLst>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3297" name="Title 1"/>
          <p:cNvSpPr>
            <a:spLocks noGrp="1"/>
          </p:cNvSpPr>
          <p:nvPr>
            <p:ph type="title"/>
          </p:nvPr>
        </p:nvSpPr>
        <p:spPr>
          <a:xfrm>
            <a:off x="533400" y="87508"/>
            <a:ext cx="7772400" cy="1143000"/>
          </a:xfrm>
        </p:spPr>
        <p:txBody>
          <a:bodyPr/>
          <a:lstStyle/>
          <a:p>
            <a:r>
              <a:rPr lang="en-US">
                <a:latin typeface="Gill Sans MT" charset="0"/>
              </a:rPr>
              <a:t>Hot Potato Routing</a:t>
            </a:r>
          </a:p>
        </p:txBody>
      </p:sp>
      <p:sp>
        <p:nvSpPr>
          <p:cNvPr id="40" name="Content Placeholder 39"/>
          <p:cNvSpPr>
            <a:spLocks noGrp="1"/>
          </p:cNvSpPr>
          <p:nvPr>
            <p:ph idx="1"/>
          </p:nvPr>
        </p:nvSpPr>
        <p:spPr>
          <a:xfrm>
            <a:off x="914400" y="4747113"/>
            <a:ext cx="8229600" cy="826498"/>
          </a:xfrm>
        </p:spPr>
        <p:txBody>
          <a:bodyPr/>
          <a:lstStyle/>
          <a:p>
            <a:pPr>
              <a:defRPr/>
            </a:pPr>
            <a:r>
              <a:rPr lang="en-US" sz="2400" dirty="0"/>
              <a:t>2d learns (via iBGP) it can route to X via 2a or 2c</a:t>
            </a:r>
          </a:p>
          <a:p>
            <a:pPr>
              <a:defRPr/>
            </a:pPr>
            <a:r>
              <a:rPr lang="en-US" sz="2400" i="1" dirty="0">
                <a:solidFill>
                  <a:srgbClr val="000090"/>
                </a:solidFill>
              </a:rPr>
              <a:t>hot potato routing: </a:t>
            </a:r>
            <a:r>
              <a:rPr lang="en-US" sz="2400" dirty="0"/>
              <a:t>choose local gateway that has least intra-domain cost (e.g., 2d chooses 2a, even though more AS hops to </a:t>
            </a:r>
            <a:r>
              <a:rPr lang="en-US" sz="2400" i="1" dirty="0"/>
              <a:t>X</a:t>
            </a:r>
            <a:r>
              <a:rPr lang="en-US" sz="2400" dirty="0"/>
              <a:t>): don’t worry about inter-domain cost!</a:t>
            </a:r>
            <a:endParaRPr lang="en-US" sz="2400" dirty="0">
              <a:solidFill>
                <a:schemeClr val="accent6">
                  <a:lumMod val="75000"/>
                </a:schemeClr>
              </a:solidFill>
            </a:endParaRPr>
          </a:p>
        </p:txBody>
      </p:sp>
      <p:pic>
        <p:nvPicPr>
          <p:cNvPr id="183302" name="Picture 36"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09600" y="925708"/>
            <a:ext cx="4572000" cy="1524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nvGrpSpPr>
          <p:cNvPr id="121" name="Group 120"/>
          <p:cNvGrpSpPr/>
          <p:nvPr/>
        </p:nvGrpSpPr>
        <p:grpSpPr>
          <a:xfrm>
            <a:off x="624887" y="1673230"/>
            <a:ext cx="2557336" cy="1719017"/>
            <a:chOff x="-2170772" y="2784954"/>
            <a:chExt cx="2712783" cy="1853712"/>
          </a:xfrm>
        </p:grpSpPr>
        <p:sp>
          <p:nvSpPr>
            <p:cNvPr id="122" name="Freeform 2"/>
            <p:cNvSpPr>
              <a:spLocks/>
            </p:cNvSpPr>
            <p:nvPr/>
          </p:nvSpPr>
          <p:spPr bwMode="auto">
            <a:xfrm>
              <a:off x="-2170772" y="2784954"/>
              <a:ext cx="2712783" cy="1853712"/>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 fmla="*/ 4 w 8600"/>
                <a:gd name="connsiteY0" fmla="*/ 4042 h 10128"/>
                <a:gd name="connsiteX1" fmla="*/ 715 w 8600"/>
                <a:gd name="connsiteY1" fmla="*/ 1598 h 10128"/>
                <a:gd name="connsiteX2" fmla="*/ 3130 w 8600"/>
                <a:gd name="connsiteY2" fmla="*/ 1009 h 10128"/>
                <a:gd name="connsiteX3" fmla="*/ 4995 w 8600"/>
                <a:gd name="connsiteY3" fmla="*/ 3 h 10128"/>
                <a:gd name="connsiteX4" fmla="*/ 6720 w 8600"/>
                <a:gd name="connsiteY4" fmla="*/ 1012 h 10128"/>
                <a:gd name="connsiteX5" fmla="*/ 8599 w 8600"/>
                <a:gd name="connsiteY5" fmla="*/ 6800 h 10128"/>
                <a:gd name="connsiteX6" fmla="*/ 6995 w 8600"/>
                <a:gd name="connsiteY6" fmla="*/ 9325 h 10128"/>
                <a:gd name="connsiteX7" fmla="*/ 5307 w 8600"/>
                <a:gd name="connsiteY7" fmla="*/ 8846 h 10128"/>
                <a:gd name="connsiteX8" fmla="*/ 4371 w 8600"/>
                <a:gd name="connsiteY8" fmla="*/ 9915 h 10128"/>
                <a:gd name="connsiteX9" fmla="*/ 3140 w 8600"/>
                <a:gd name="connsiteY9" fmla="*/ 10022 h 10128"/>
                <a:gd name="connsiteX10" fmla="*/ 2179 w 8600"/>
                <a:gd name="connsiteY10" fmla="*/ 7898 h 10128"/>
                <a:gd name="connsiteX11" fmla="*/ 1187 w 8600"/>
                <a:gd name="connsiteY11" fmla="*/ 7498 h 10128"/>
                <a:gd name="connsiteX12" fmla="*/ 4 w 8600"/>
                <a:gd name="connsiteY12" fmla="*/ 4042 h 10128"/>
                <a:gd name="connsiteX0" fmla="*/ 4 w 9326"/>
                <a:gd name="connsiteY0" fmla="*/ 3988 h 9997"/>
                <a:gd name="connsiteX1" fmla="*/ 830 w 9326"/>
                <a:gd name="connsiteY1" fmla="*/ 1575 h 9997"/>
                <a:gd name="connsiteX2" fmla="*/ 3639 w 9326"/>
                <a:gd name="connsiteY2" fmla="*/ 993 h 9997"/>
                <a:gd name="connsiteX3" fmla="*/ 5807 w 9326"/>
                <a:gd name="connsiteY3" fmla="*/ 0 h 9997"/>
                <a:gd name="connsiteX4" fmla="*/ 7813 w 9326"/>
                <a:gd name="connsiteY4" fmla="*/ 996 h 9997"/>
                <a:gd name="connsiteX5" fmla="*/ 9324 w 9326"/>
                <a:gd name="connsiteY5" fmla="*/ 5746 h 9997"/>
                <a:gd name="connsiteX6" fmla="*/ 8133 w 9326"/>
                <a:gd name="connsiteY6" fmla="*/ 9204 h 9997"/>
                <a:gd name="connsiteX7" fmla="*/ 6170 w 9326"/>
                <a:gd name="connsiteY7" fmla="*/ 8731 h 9997"/>
                <a:gd name="connsiteX8" fmla="*/ 5082 w 9326"/>
                <a:gd name="connsiteY8" fmla="*/ 9787 h 9997"/>
                <a:gd name="connsiteX9" fmla="*/ 3650 w 9326"/>
                <a:gd name="connsiteY9" fmla="*/ 9892 h 9997"/>
                <a:gd name="connsiteX10" fmla="*/ 2533 w 9326"/>
                <a:gd name="connsiteY10" fmla="*/ 7795 h 9997"/>
                <a:gd name="connsiteX11" fmla="*/ 1379 w 9326"/>
                <a:gd name="connsiteY11" fmla="*/ 7400 h 9997"/>
                <a:gd name="connsiteX12" fmla="*/ 4 w 9326"/>
                <a:gd name="connsiteY12" fmla="*/ 3988 h 9997"/>
                <a:gd name="connsiteX0" fmla="*/ 4 w 10001"/>
                <a:gd name="connsiteY0" fmla="*/ 3989 h 10041"/>
                <a:gd name="connsiteX1" fmla="*/ 890 w 10001"/>
                <a:gd name="connsiteY1" fmla="*/ 1575 h 10041"/>
                <a:gd name="connsiteX2" fmla="*/ 3902 w 10001"/>
                <a:gd name="connsiteY2" fmla="*/ 993 h 10041"/>
                <a:gd name="connsiteX3" fmla="*/ 6227 w 10001"/>
                <a:gd name="connsiteY3" fmla="*/ 0 h 10041"/>
                <a:gd name="connsiteX4" fmla="*/ 8378 w 10001"/>
                <a:gd name="connsiteY4" fmla="*/ 996 h 10041"/>
                <a:gd name="connsiteX5" fmla="*/ 9998 w 10001"/>
                <a:gd name="connsiteY5" fmla="*/ 5748 h 10041"/>
                <a:gd name="connsiteX6" fmla="*/ 8721 w 10001"/>
                <a:gd name="connsiteY6" fmla="*/ 9207 h 10041"/>
                <a:gd name="connsiteX7" fmla="*/ 5449 w 10001"/>
                <a:gd name="connsiteY7" fmla="*/ 9790 h 10041"/>
                <a:gd name="connsiteX8" fmla="*/ 3914 w 10001"/>
                <a:gd name="connsiteY8" fmla="*/ 9895 h 10041"/>
                <a:gd name="connsiteX9" fmla="*/ 2716 w 10001"/>
                <a:gd name="connsiteY9" fmla="*/ 7797 h 10041"/>
                <a:gd name="connsiteX10" fmla="*/ 1479 w 10001"/>
                <a:gd name="connsiteY10" fmla="*/ 7402 h 10041"/>
                <a:gd name="connsiteX11" fmla="*/ 4 w 10001"/>
                <a:gd name="connsiteY11" fmla="*/ 3989 h 10041"/>
                <a:gd name="connsiteX0" fmla="*/ 4 w 10001"/>
                <a:gd name="connsiteY0" fmla="*/ 3989 h 14825"/>
                <a:gd name="connsiteX1" fmla="*/ 890 w 10001"/>
                <a:gd name="connsiteY1" fmla="*/ 1575 h 14825"/>
                <a:gd name="connsiteX2" fmla="*/ 3902 w 10001"/>
                <a:gd name="connsiteY2" fmla="*/ 993 h 14825"/>
                <a:gd name="connsiteX3" fmla="*/ 6227 w 10001"/>
                <a:gd name="connsiteY3" fmla="*/ 0 h 14825"/>
                <a:gd name="connsiteX4" fmla="*/ 8378 w 10001"/>
                <a:gd name="connsiteY4" fmla="*/ 996 h 14825"/>
                <a:gd name="connsiteX5" fmla="*/ 9998 w 10001"/>
                <a:gd name="connsiteY5" fmla="*/ 5748 h 14825"/>
                <a:gd name="connsiteX6" fmla="*/ 8721 w 10001"/>
                <a:gd name="connsiteY6" fmla="*/ 9207 h 14825"/>
                <a:gd name="connsiteX7" fmla="*/ 6011 w 10001"/>
                <a:gd name="connsiteY7" fmla="*/ 14823 h 14825"/>
                <a:gd name="connsiteX8" fmla="*/ 3914 w 10001"/>
                <a:gd name="connsiteY8" fmla="*/ 9895 h 14825"/>
                <a:gd name="connsiteX9" fmla="*/ 2716 w 10001"/>
                <a:gd name="connsiteY9" fmla="*/ 7797 h 14825"/>
                <a:gd name="connsiteX10" fmla="*/ 1479 w 10001"/>
                <a:gd name="connsiteY10" fmla="*/ 7402 h 14825"/>
                <a:gd name="connsiteX11" fmla="*/ 4 w 10001"/>
                <a:gd name="connsiteY11" fmla="*/ 3989 h 14825"/>
                <a:gd name="connsiteX0" fmla="*/ 4 w 10001"/>
                <a:gd name="connsiteY0" fmla="*/ 7436 h 18272"/>
                <a:gd name="connsiteX1" fmla="*/ 890 w 10001"/>
                <a:gd name="connsiteY1" fmla="*/ 5022 h 18272"/>
                <a:gd name="connsiteX2" fmla="*/ 3902 w 10001"/>
                <a:gd name="connsiteY2" fmla="*/ 4440 h 18272"/>
                <a:gd name="connsiteX3" fmla="*/ 6026 w 10001"/>
                <a:gd name="connsiteY3" fmla="*/ 0 h 18272"/>
                <a:gd name="connsiteX4" fmla="*/ 8378 w 10001"/>
                <a:gd name="connsiteY4" fmla="*/ 4443 h 18272"/>
                <a:gd name="connsiteX5" fmla="*/ 9998 w 10001"/>
                <a:gd name="connsiteY5" fmla="*/ 9195 h 18272"/>
                <a:gd name="connsiteX6" fmla="*/ 8721 w 10001"/>
                <a:gd name="connsiteY6" fmla="*/ 12654 h 18272"/>
                <a:gd name="connsiteX7" fmla="*/ 6011 w 10001"/>
                <a:gd name="connsiteY7" fmla="*/ 18270 h 18272"/>
                <a:gd name="connsiteX8" fmla="*/ 3914 w 10001"/>
                <a:gd name="connsiteY8" fmla="*/ 13342 h 18272"/>
                <a:gd name="connsiteX9" fmla="*/ 2716 w 10001"/>
                <a:gd name="connsiteY9" fmla="*/ 11244 h 18272"/>
                <a:gd name="connsiteX10" fmla="*/ 1479 w 10001"/>
                <a:gd name="connsiteY10" fmla="*/ 10849 h 18272"/>
                <a:gd name="connsiteX11" fmla="*/ 4 w 10001"/>
                <a:gd name="connsiteY11" fmla="*/ 7436 h 18272"/>
                <a:gd name="connsiteX0" fmla="*/ 1 w 9998"/>
                <a:gd name="connsiteY0" fmla="*/ 7436 h 18272"/>
                <a:gd name="connsiteX1" fmla="*/ 3899 w 9998"/>
                <a:gd name="connsiteY1" fmla="*/ 4440 h 18272"/>
                <a:gd name="connsiteX2" fmla="*/ 6023 w 9998"/>
                <a:gd name="connsiteY2" fmla="*/ 0 h 18272"/>
                <a:gd name="connsiteX3" fmla="*/ 8375 w 9998"/>
                <a:gd name="connsiteY3" fmla="*/ 4443 h 18272"/>
                <a:gd name="connsiteX4" fmla="*/ 9995 w 9998"/>
                <a:gd name="connsiteY4" fmla="*/ 9195 h 18272"/>
                <a:gd name="connsiteX5" fmla="*/ 8718 w 9998"/>
                <a:gd name="connsiteY5" fmla="*/ 12654 h 18272"/>
                <a:gd name="connsiteX6" fmla="*/ 6008 w 9998"/>
                <a:gd name="connsiteY6" fmla="*/ 18270 h 18272"/>
                <a:gd name="connsiteX7" fmla="*/ 3911 w 9998"/>
                <a:gd name="connsiteY7" fmla="*/ 13342 h 18272"/>
                <a:gd name="connsiteX8" fmla="*/ 2713 w 9998"/>
                <a:gd name="connsiteY8" fmla="*/ 11244 h 18272"/>
                <a:gd name="connsiteX9" fmla="*/ 1476 w 9998"/>
                <a:gd name="connsiteY9" fmla="*/ 10849 h 18272"/>
                <a:gd name="connsiteX10" fmla="*/ 1 w 9998"/>
                <a:gd name="connsiteY10" fmla="*/ 7436 h 18272"/>
                <a:gd name="connsiteX0" fmla="*/ 35 w 8559"/>
                <a:gd name="connsiteY0" fmla="*/ 5938 h 10000"/>
                <a:gd name="connsiteX1" fmla="*/ 2459 w 8559"/>
                <a:gd name="connsiteY1" fmla="*/ 2430 h 10000"/>
                <a:gd name="connsiteX2" fmla="*/ 4583 w 8559"/>
                <a:gd name="connsiteY2" fmla="*/ 0 h 10000"/>
                <a:gd name="connsiteX3" fmla="*/ 6936 w 8559"/>
                <a:gd name="connsiteY3" fmla="*/ 2432 h 10000"/>
                <a:gd name="connsiteX4" fmla="*/ 8556 w 8559"/>
                <a:gd name="connsiteY4" fmla="*/ 5032 h 10000"/>
                <a:gd name="connsiteX5" fmla="*/ 7279 w 8559"/>
                <a:gd name="connsiteY5" fmla="*/ 6925 h 10000"/>
                <a:gd name="connsiteX6" fmla="*/ 4568 w 8559"/>
                <a:gd name="connsiteY6" fmla="*/ 9999 h 10000"/>
                <a:gd name="connsiteX7" fmla="*/ 2471 w 8559"/>
                <a:gd name="connsiteY7" fmla="*/ 7302 h 10000"/>
                <a:gd name="connsiteX8" fmla="*/ 1273 w 8559"/>
                <a:gd name="connsiteY8" fmla="*/ 6154 h 10000"/>
                <a:gd name="connsiteX9" fmla="*/ 35 w 8559"/>
                <a:gd name="connsiteY9" fmla="*/ 5938 h 10000"/>
                <a:gd name="connsiteX0" fmla="*/ 49 w 9820"/>
                <a:gd name="connsiteY0" fmla="*/ 4655 h 10000"/>
                <a:gd name="connsiteX1" fmla="*/ 2693 w 9820"/>
                <a:gd name="connsiteY1" fmla="*/ 2430 h 10000"/>
                <a:gd name="connsiteX2" fmla="*/ 5175 w 9820"/>
                <a:gd name="connsiteY2" fmla="*/ 0 h 10000"/>
                <a:gd name="connsiteX3" fmla="*/ 7924 w 9820"/>
                <a:gd name="connsiteY3" fmla="*/ 2432 h 10000"/>
                <a:gd name="connsiteX4" fmla="*/ 9816 w 9820"/>
                <a:gd name="connsiteY4" fmla="*/ 5032 h 10000"/>
                <a:gd name="connsiteX5" fmla="*/ 8324 w 9820"/>
                <a:gd name="connsiteY5" fmla="*/ 6925 h 10000"/>
                <a:gd name="connsiteX6" fmla="*/ 5157 w 9820"/>
                <a:gd name="connsiteY6" fmla="*/ 9999 h 10000"/>
                <a:gd name="connsiteX7" fmla="*/ 2707 w 9820"/>
                <a:gd name="connsiteY7" fmla="*/ 7302 h 10000"/>
                <a:gd name="connsiteX8" fmla="*/ 1307 w 9820"/>
                <a:gd name="connsiteY8" fmla="*/ 6154 h 10000"/>
                <a:gd name="connsiteX9" fmla="*/ 49 w 9820"/>
                <a:gd name="connsiteY9" fmla="*/ 4655 h 10000"/>
                <a:gd name="connsiteX0" fmla="*/ 45 w 9995"/>
                <a:gd name="connsiteY0" fmla="*/ 4655 h 10000"/>
                <a:gd name="connsiteX1" fmla="*/ 2737 w 9995"/>
                <a:gd name="connsiteY1" fmla="*/ 2430 h 10000"/>
                <a:gd name="connsiteX2" fmla="*/ 5265 w 9995"/>
                <a:gd name="connsiteY2" fmla="*/ 0 h 10000"/>
                <a:gd name="connsiteX3" fmla="*/ 8064 w 9995"/>
                <a:gd name="connsiteY3" fmla="*/ 2432 h 10000"/>
                <a:gd name="connsiteX4" fmla="*/ 9991 w 9995"/>
                <a:gd name="connsiteY4" fmla="*/ 5032 h 10000"/>
                <a:gd name="connsiteX5" fmla="*/ 8472 w 9995"/>
                <a:gd name="connsiteY5" fmla="*/ 6925 h 10000"/>
                <a:gd name="connsiteX6" fmla="*/ 5247 w 9995"/>
                <a:gd name="connsiteY6" fmla="*/ 9999 h 10000"/>
                <a:gd name="connsiteX7" fmla="*/ 2752 w 9995"/>
                <a:gd name="connsiteY7" fmla="*/ 7302 h 10000"/>
                <a:gd name="connsiteX8" fmla="*/ 1374 w 9995"/>
                <a:gd name="connsiteY8" fmla="*/ 6984 h 10000"/>
                <a:gd name="connsiteX9" fmla="*/ 45 w 9995"/>
                <a:gd name="connsiteY9" fmla="*/ 4655 h 10000"/>
                <a:gd name="connsiteX0" fmla="*/ 45 w 10000"/>
                <a:gd name="connsiteY0" fmla="*/ 5032 h 10377"/>
                <a:gd name="connsiteX1" fmla="*/ 2738 w 10000"/>
                <a:gd name="connsiteY1" fmla="*/ 2807 h 10377"/>
                <a:gd name="connsiteX2" fmla="*/ 4886 w 10000"/>
                <a:gd name="connsiteY2" fmla="*/ 0 h 10377"/>
                <a:gd name="connsiteX3" fmla="*/ 8068 w 10000"/>
                <a:gd name="connsiteY3" fmla="*/ 2809 h 10377"/>
                <a:gd name="connsiteX4" fmla="*/ 9996 w 10000"/>
                <a:gd name="connsiteY4" fmla="*/ 5409 h 10377"/>
                <a:gd name="connsiteX5" fmla="*/ 8476 w 10000"/>
                <a:gd name="connsiteY5" fmla="*/ 7302 h 10377"/>
                <a:gd name="connsiteX6" fmla="*/ 5250 w 10000"/>
                <a:gd name="connsiteY6" fmla="*/ 10376 h 10377"/>
                <a:gd name="connsiteX7" fmla="*/ 2753 w 10000"/>
                <a:gd name="connsiteY7" fmla="*/ 7679 h 10377"/>
                <a:gd name="connsiteX8" fmla="*/ 1375 w 10000"/>
                <a:gd name="connsiteY8" fmla="*/ 7361 h 10377"/>
                <a:gd name="connsiteX9" fmla="*/ 45 w 10000"/>
                <a:gd name="connsiteY9" fmla="*/ 5032 h 10377"/>
                <a:gd name="connsiteX0" fmla="*/ 45 w 10000"/>
                <a:gd name="connsiteY0" fmla="*/ 5036 h 10381"/>
                <a:gd name="connsiteX1" fmla="*/ 2738 w 10000"/>
                <a:gd name="connsiteY1" fmla="*/ 2811 h 10381"/>
                <a:gd name="connsiteX2" fmla="*/ 4886 w 10000"/>
                <a:gd name="connsiteY2" fmla="*/ 4 h 10381"/>
                <a:gd name="connsiteX3" fmla="*/ 8068 w 10000"/>
                <a:gd name="connsiteY3" fmla="*/ 2813 h 10381"/>
                <a:gd name="connsiteX4" fmla="*/ 9996 w 10000"/>
                <a:gd name="connsiteY4" fmla="*/ 5413 h 10381"/>
                <a:gd name="connsiteX5" fmla="*/ 8476 w 10000"/>
                <a:gd name="connsiteY5" fmla="*/ 7306 h 10381"/>
                <a:gd name="connsiteX6" fmla="*/ 5250 w 10000"/>
                <a:gd name="connsiteY6" fmla="*/ 10380 h 10381"/>
                <a:gd name="connsiteX7" fmla="*/ 2753 w 10000"/>
                <a:gd name="connsiteY7" fmla="*/ 7683 h 10381"/>
                <a:gd name="connsiteX8" fmla="*/ 1375 w 10000"/>
                <a:gd name="connsiteY8" fmla="*/ 7365 h 10381"/>
                <a:gd name="connsiteX9" fmla="*/ 45 w 10000"/>
                <a:gd name="connsiteY9" fmla="*/ 5036 h 10381"/>
                <a:gd name="connsiteX0" fmla="*/ 45 w 10000"/>
                <a:gd name="connsiteY0" fmla="*/ 5036 h 10796"/>
                <a:gd name="connsiteX1" fmla="*/ 2738 w 10000"/>
                <a:gd name="connsiteY1" fmla="*/ 2811 h 10796"/>
                <a:gd name="connsiteX2" fmla="*/ 4886 w 10000"/>
                <a:gd name="connsiteY2" fmla="*/ 4 h 10796"/>
                <a:gd name="connsiteX3" fmla="*/ 8068 w 10000"/>
                <a:gd name="connsiteY3" fmla="*/ 2813 h 10796"/>
                <a:gd name="connsiteX4" fmla="*/ 9996 w 10000"/>
                <a:gd name="connsiteY4" fmla="*/ 5413 h 10796"/>
                <a:gd name="connsiteX5" fmla="*/ 8476 w 10000"/>
                <a:gd name="connsiteY5" fmla="*/ 7306 h 10796"/>
                <a:gd name="connsiteX6" fmla="*/ 5202 w 10000"/>
                <a:gd name="connsiteY6" fmla="*/ 10795 h 10796"/>
                <a:gd name="connsiteX7" fmla="*/ 2753 w 10000"/>
                <a:gd name="connsiteY7" fmla="*/ 7683 h 10796"/>
                <a:gd name="connsiteX8" fmla="*/ 1375 w 10000"/>
                <a:gd name="connsiteY8" fmla="*/ 7365 h 10796"/>
                <a:gd name="connsiteX9" fmla="*/ 45 w 10000"/>
                <a:gd name="connsiteY9" fmla="*/ 5036 h 10796"/>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00" h="10795">
                  <a:moveTo>
                    <a:pt x="45" y="5036"/>
                  </a:moveTo>
                  <a:cubicBezTo>
                    <a:pt x="272" y="4277"/>
                    <a:pt x="1931" y="3650"/>
                    <a:pt x="2738" y="2811"/>
                  </a:cubicBezTo>
                  <a:cubicBezTo>
                    <a:pt x="3545" y="1972"/>
                    <a:pt x="3352" y="117"/>
                    <a:pt x="4886" y="4"/>
                  </a:cubicBezTo>
                  <a:cubicBezTo>
                    <a:pt x="6420" y="-109"/>
                    <a:pt x="7216" y="1912"/>
                    <a:pt x="8068" y="2813"/>
                  </a:cubicBezTo>
                  <a:cubicBezTo>
                    <a:pt x="8920" y="3715"/>
                    <a:pt x="9928" y="3420"/>
                    <a:pt x="9996" y="5413"/>
                  </a:cubicBezTo>
                  <a:cubicBezTo>
                    <a:pt x="10064" y="7406"/>
                    <a:pt x="9275" y="6409"/>
                    <a:pt x="8476" y="7306"/>
                  </a:cubicBezTo>
                  <a:cubicBezTo>
                    <a:pt x="7677" y="8203"/>
                    <a:pt x="7086" y="10770"/>
                    <a:pt x="5202" y="10795"/>
                  </a:cubicBezTo>
                  <a:cubicBezTo>
                    <a:pt x="3318" y="10820"/>
                    <a:pt x="3391" y="8255"/>
                    <a:pt x="2753" y="7683"/>
                  </a:cubicBezTo>
                  <a:cubicBezTo>
                    <a:pt x="2115" y="7111"/>
                    <a:pt x="2326" y="7496"/>
                    <a:pt x="1375" y="7365"/>
                  </a:cubicBezTo>
                  <a:cubicBezTo>
                    <a:pt x="493" y="6773"/>
                    <a:pt x="-182" y="5795"/>
                    <a:pt x="45" y="5036"/>
                  </a:cubicBezTo>
                  <a:close/>
                </a:path>
              </a:pathLst>
            </a:custGeom>
            <a:solidFill>
              <a:srgbClr val="66CCFF"/>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grpSp>
          <p:nvGrpSpPr>
            <p:cNvPr id="123" name="Group 122"/>
            <p:cNvGrpSpPr/>
            <p:nvPr/>
          </p:nvGrpSpPr>
          <p:grpSpPr>
            <a:xfrm>
              <a:off x="-1935370" y="2935816"/>
              <a:ext cx="2333625" cy="1590649"/>
              <a:chOff x="833331" y="2873352"/>
              <a:chExt cx="2333625" cy="1590649"/>
            </a:xfrm>
          </p:grpSpPr>
          <p:grpSp>
            <p:nvGrpSpPr>
              <p:cNvPr id="124" name="Group 123"/>
              <p:cNvGrpSpPr/>
              <p:nvPr/>
            </p:nvGrpSpPr>
            <p:grpSpPr>
              <a:xfrm>
                <a:off x="1736090" y="2873352"/>
                <a:ext cx="565150" cy="369332"/>
                <a:chOff x="1736090" y="2873352"/>
                <a:chExt cx="565150" cy="369332"/>
              </a:xfrm>
            </p:grpSpPr>
            <p:grpSp>
              <p:nvGrpSpPr>
                <p:cNvPr id="173" name="Group 327"/>
                <p:cNvGrpSpPr>
                  <a:grpSpLocks/>
                </p:cNvGrpSpPr>
                <p:nvPr/>
              </p:nvGrpSpPr>
              <p:grpSpPr bwMode="auto">
                <a:xfrm>
                  <a:off x="1736090" y="2893762"/>
                  <a:ext cx="565150" cy="292100"/>
                  <a:chOff x="1871277" y="1576300"/>
                  <a:chExt cx="1128371" cy="437861"/>
                </a:xfrm>
              </p:grpSpPr>
              <p:sp>
                <p:nvSpPr>
                  <p:cNvPr id="177" name="Oval 176"/>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78" name="Rectangle 177"/>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79" name="Oval 178"/>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80" name="Freeform 179"/>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81" name="Freeform 180"/>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82" name="Freeform 181"/>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83" name="Freeform 182"/>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84" name="Straight Connector 183"/>
                  <p:cNvCxnSpPr>
                    <a:endCxn id="179"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85" name="Straight Connector 184"/>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74" name="Group 173"/>
                <p:cNvGrpSpPr/>
                <p:nvPr/>
              </p:nvGrpSpPr>
              <p:grpSpPr>
                <a:xfrm>
                  <a:off x="1770362" y="2873352"/>
                  <a:ext cx="441422" cy="369332"/>
                  <a:chOff x="667045" y="1708643"/>
                  <a:chExt cx="441422" cy="369332"/>
                </a:xfrm>
              </p:grpSpPr>
              <p:sp>
                <p:nvSpPr>
                  <p:cNvPr id="175" name="Oval 174"/>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76" name="TextBox 175"/>
                  <p:cNvSpPr txBox="1"/>
                  <p:nvPr/>
                </p:nvSpPr>
                <p:spPr>
                  <a:xfrm>
                    <a:off x="667045" y="1708643"/>
                    <a:ext cx="441422" cy="369332"/>
                  </a:xfrm>
                  <a:prstGeom prst="rect">
                    <a:avLst/>
                  </a:prstGeom>
                  <a:noFill/>
                </p:spPr>
                <p:txBody>
                  <a:bodyPr wrap="none" rtlCol="0">
                    <a:spAutoFit/>
                  </a:bodyPr>
                  <a:lstStyle/>
                  <a:p>
                    <a:r>
                      <a:rPr lang="en-US" dirty="0"/>
                      <a:t>1b</a:t>
                    </a:r>
                  </a:p>
                </p:txBody>
              </p:sp>
            </p:grpSp>
          </p:grpSp>
          <p:grpSp>
            <p:nvGrpSpPr>
              <p:cNvPr id="125" name="Group 124"/>
              <p:cNvGrpSpPr/>
              <p:nvPr/>
            </p:nvGrpSpPr>
            <p:grpSpPr>
              <a:xfrm>
                <a:off x="1740320" y="4094669"/>
                <a:ext cx="565150" cy="369332"/>
                <a:chOff x="1736090" y="2873352"/>
                <a:chExt cx="565150" cy="369332"/>
              </a:xfrm>
            </p:grpSpPr>
            <p:grpSp>
              <p:nvGrpSpPr>
                <p:cNvPr id="160" name="Group 327"/>
                <p:cNvGrpSpPr>
                  <a:grpSpLocks/>
                </p:cNvGrpSpPr>
                <p:nvPr/>
              </p:nvGrpSpPr>
              <p:grpSpPr bwMode="auto">
                <a:xfrm>
                  <a:off x="1736090" y="2893762"/>
                  <a:ext cx="565150" cy="292100"/>
                  <a:chOff x="1871277" y="1576300"/>
                  <a:chExt cx="1128371" cy="437861"/>
                </a:xfrm>
              </p:grpSpPr>
              <p:sp>
                <p:nvSpPr>
                  <p:cNvPr id="164" name="Oval 163"/>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65" name="Rectangle 164"/>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66" name="Oval 165"/>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67" name="Freeform 166"/>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68" name="Freeform 167"/>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69" name="Freeform 168"/>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70" name="Freeform 169"/>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71" name="Straight Connector 170"/>
                  <p:cNvCxnSpPr>
                    <a:endCxn id="166"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72" name="Straight Connector 171"/>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61" name="Group 160"/>
                <p:cNvGrpSpPr/>
                <p:nvPr/>
              </p:nvGrpSpPr>
              <p:grpSpPr>
                <a:xfrm>
                  <a:off x="1770362" y="2873352"/>
                  <a:ext cx="441422" cy="369332"/>
                  <a:chOff x="667045" y="1708643"/>
                  <a:chExt cx="441422" cy="369332"/>
                </a:xfrm>
              </p:grpSpPr>
              <p:sp>
                <p:nvSpPr>
                  <p:cNvPr id="162" name="Oval 161"/>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63" name="TextBox 162"/>
                  <p:cNvSpPr txBox="1"/>
                  <p:nvPr/>
                </p:nvSpPr>
                <p:spPr>
                  <a:xfrm>
                    <a:off x="667045" y="1708643"/>
                    <a:ext cx="441422" cy="369332"/>
                  </a:xfrm>
                  <a:prstGeom prst="rect">
                    <a:avLst/>
                  </a:prstGeom>
                  <a:noFill/>
                </p:spPr>
                <p:txBody>
                  <a:bodyPr wrap="none" rtlCol="0">
                    <a:spAutoFit/>
                  </a:bodyPr>
                  <a:lstStyle/>
                  <a:p>
                    <a:r>
                      <a:rPr lang="en-US" dirty="0"/>
                      <a:t>1d</a:t>
                    </a:r>
                  </a:p>
                </p:txBody>
              </p:sp>
            </p:grpSp>
          </p:grpSp>
          <p:grpSp>
            <p:nvGrpSpPr>
              <p:cNvPr id="126" name="Group 125"/>
              <p:cNvGrpSpPr/>
              <p:nvPr/>
            </p:nvGrpSpPr>
            <p:grpSpPr>
              <a:xfrm>
                <a:off x="2601806" y="3485072"/>
                <a:ext cx="565150" cy="369332"/>
                <a:chOff x="1736090" y="2873352"/>
                <a:chExt cx="565150" cy="369332"/>
              </a:xfrm>
            </p:grpSpPr>
            <p:grpSp>
              <p:nvGrpSpPr>
                <p:cNvPr id="145" name="Group 327"/>
                <p:cNvGrpSpPr>
                  <a:grpSpLocks/>
                </p:cNvGrpSpPr>
                <p:nvPr/>
              </p:nvGrpSpPr>
              <p:grpSpPr bwMode="auto">
                <a:xfrm>
                  <a:off x="1736090" y="2893762"/>
                  <a:ext cx="565150" cy="292100"/>
                  <a:chOff x="1871277" y="1576300"/>
                  <a:chExt cx="1128371" cy="437861"/>
                </a:xfrm>
              </p:grpSpPr>
              <p:sp>
                <p:nvSpPr>
                  <p:cNvPr id="149" name="Oval 148"/>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50" name="Rectangle 149"/>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51" name="Oval 150"/>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52" name="Freeform 151"/>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53" name="Freeform 152"/>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54" name="Freeform 153"/>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57" name="Freeform 156"/>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58" name="Straight Connector 157"/>
                  <p:cNvCxnSpPr>
                    <a:endCxn id="151"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59" name="Straight Connector 158"/>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46" name="Group 145"/>
                <p:cNvGrpSpPr/>
                <p:nvPr/>
              </p:nvGrpSpPr>
              <p:grpSpPr>
                <a:xfrm>
                  <a:off x="1770362" y="2873352"/>
                  <a:ext cx="428460" cy="369332"/>
                  <a:chOff x="667045" y="1708643"/>
                  <a:chExt cx="428460" cy="369332"/>
                </a:xfrm>
              </p:grpSpPr>
              <p:sp>
                <p:nvSpPr>
                  <p:cNvPr id="147" name="Oval 146"/>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48" name="TextBox 147"/>
                  <p:cNvSpPr txBox="1"/>
                  <p:nvPr/>
                </p:nvSpPr>
                <p:spPr>
                  <a:xfrm>
                    <a:off x="667045" y="1708643"/>
                    <a:ext cx="428460" cy="369332"/>
                  </a:xfrm>
                  <a:prstGeom prst="rect">
                    <a:avLst/>
                  </a:prstGeom>
                  <a:noFill/>
                </p:spPr>
                <p:txBody>
                  <a:bodyPr wrap="none" rtlCol="0">
                    <a:spAutoFit/>
                  </a:bodyPr>
                  <a:lstStyle/>
                  <a:p>
                    <a:r>
                      <a:rPr lang="en-US" dirty="0"/>
                      <a:t>1c</a:t>
                    </a:r>
                  </a:p>
                </p:txBody>
              </p:sp>
            </p:grpSp>
          </p:grpSp>
          <p:grpSp>
            <p:nvGrpSpPr>
              <p:cNvPr id="127" name="Group 126"/>
              <p:cNvGrpSpPr/>
              <p:nvPr/>
            </p:nvGrpSpPr>
            <p:grpSpPr>
              <a:xfrm>
                <a:off x="833331" y="3478719"/>
                <a:ext cx="565150" cy="369332"/>
                <a:chOff x="1736090" y="2873352"/>
                <a:chExt cx="565150" cy="369332"/>
              </a:xfrm>
            </p:grpSpPr>
            <p:grpSp>
              <p:nvGrpSpPr>
                <p:cNvPr id="132" name="Group 327"/>
                <p:cNvGrpSpPr>
                  <a:grpSpLocks/>
                </p:cNvGrpSpPr>
                <p:nvPr/>
              </p:nvGrpSpPr>
              <p:grpSpPr bwMode="auto">
                <a:xfrm>
                  <a:off x="1736090" y="2893762"/>
                  <a:ext cx="565150" cy="292100"/>
                  <a:chOff x="1871277" y="1576300"/>
                  <a:chExt cx="1128371" cy="437861"/>
                </a:xfrm>
              </p:grpSpPr>
              <p:sp>
                <p:nvSpPr>
                  <p:cNvPr id="136" name="Oval 135"/>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37" name="Rectangle 136"/>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38" name="Oval 137"/>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39" name="Freeform 138"/>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40" name="Freeform 139"/>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41" name="Freeform 140"/>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42" name="Freeform 141"/>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43" name="Straight Connector 142"/>
                  <p:cNvCxnSpPr>
                    <a:endCxn id="138"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44" name="Straight Connector 143"/>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33" name="Group 132"/>
                <p:cNvGrpSpPr/>
                <p:nvPr/>
              </p:nvGrpSpPr>
              <p:grpSpPr>
                <a:xfrm>
                  <a:off x="1770362" y="2873352"/>
                  <a:ext cx="441422" cy="369332"/>
                  <a:chOff x="667045" y="1708643"/>
                  <a:chExt cx="441422" cy="369332"/>
                </a:xfrm>
              </p:grpSpPr>
              <p:sp>
                <p:nvSpPr>
                  <p:cNvPr id="134" name="Oval 133"/>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35" name="TextBox 134"/>
                  <p:cNvSpPr txBox="1"/>
                  <p:nvPr/>
                </p:nvSpPr>
                <p:spPr>
                  <a:xfrm>
                    <a:off x="667045" y="1708643"/>
                    <a:ext cx="441422" cy="369332"/>
                  </a:xfrm>
                  <a:prstGeom prst="rect">
                    <a:avLst/>
                  </a:prstGeom>
                  <a:noFill/>
                </p:spPr>
                <p:txBody>
                  <a:bodyPr wrap="none" rtlCol="0">
                    <a:spAutoFit/>
                  </a:bodyPr>
                  <a:lstStyle/>
                  <a:p>
                    <a:r>
                      <a:rPr lang="en-US" dirty="0"/>
                      <a:t>1a</a:t>
                    </a:r>
                  </a:p>
                </p:txBody>
              </p:sp>
            </p:grpSp>
          </p:grpSp>
          <p:cxnSp>
            <p:nvCxnSpPr>
              <p:cNvPr id="128" name="Straight Connector 127"/>
              <p:cNvCxnSpPr>
                <a:stCxn id="177" idx="7"/>
              </p:cNvCxnSpPr>
              <p:nvPr/>
            </p:nvCxnSpPr>
            <p:spPr bwMode="auto">
              <a:xfrm>
                <a:off x="2218708" y="3154477"/>
                <a:ext cx="480042" cy="369773"/>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129" name="Straight Connector 128"/>
              <p:cNvCxnSpPr/>
              <p:nvPr/>
            </p:nvCxnSpPr>
            <p:spPr bwMode="auto">
              <a:xfrm>
                <a:off x="1315140" y="3783345"/>
                <a:ext cx="489235" cy="352580"/>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130" name="Straight Connector 129"/>
              <p:cNvCxnSpPr/>
              <p:nvPr/>
            </p:nvCxnSpPr>
            <p:spPr bwMode="auto">
              <a:xfrm flipH="1">
                <a:off x="2196042" y="3783542"/>
                <a:ext cx="508002" cy="349250"/>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131" name="Straight Connector 130"/>
              <p:cNvCxnSpPr>
                <a:endCxn id="177" idx="2"/>
              </p:cNvCxnSpPr>
              <p:nvPr/>
            </p:nvCxnSpPr>
            <p:spPr bwMode="auto">
              <a:xfrm flipV="1">
                <a:off x="1319809" y="3078707"/>
                <a:ext cx="417868" cy="457019"/>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grpSp>
      </p:grpSp>
      <p:sp>
        <p:nvSpPr>
          <p:cNvPr id="186" name="Freeform 2"/>
          <p:cNvSpPr>
            <a:spLocks/>
          </p:cNvSpPr>
          <p:nvPr/>
        </p:nvSpPr>
        <p:spPr bwMode="auto">
          <a:xfrm>
            <a:off x="3285692" y="2600401"/>
            <a:ext cx="2545688" cy="1720535"/>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 fmla="*/ 4 w 8600"/>
              <a:gd name="connsiteY0" fmla="*/ 4042 h 10128"/>
              <a:gd name="connsiteX1" fmla="*/ 715 w 8600"/>
              <a:gd name="connsiteY1" fmla="*/ 1598 h 10128"/>
              <a:gd name="connsiteX2" fmla="*/ 3130 w 8600"/>
              <a:gd name="connsiteY2" fmla="*/ 1009 h 10128"/>
              <a:gd name="connsiteX3" fmla="*/ 4995 w 8600"/>
              <a:gd name="connsiteY3" fmla="*/ 3 h 10128"/>
              <a:gd name="connsiteX4" fmla="*/ 6720 w 8600"/>
              <a:gd name="connsiteY4" fmla="*/ 1012 h 10128"/>
              <a:gd name="connsiteX5" fmla="*/ 8599 w 8600"/>
              <a:gd name="connsiteY5" fmla="*/ 6800 h 10128"/>
              <a:gd name="connsiteX6" fmla="*/ 6995 w 8600"/>
              <a:gd name="connsiteY6" fmla="*/ 9325 h 10128"/>
              <a:gd name="connsiteX7" fmla="*/ 5307 w 8600"/>
              <a:gd name="connsiteY7" fmla="*/ 8846 h 10128"/>
              <a:gd name="connsiteX8" fmla="*/ 4371 w 8600"/>
              <a:gd name="connsiteY8" fmla="*/ 9915 h 10128"/>
              <a:gd name="connsiteX9" fmla="*/ 3140 w 8600"/>
              <a:gd name="connsiteY9" fmla="*/ 10022 h 10128"/>
              <a:gd name="connsiteX10" fmla="*/ 2179 w 8600"/>
              <a:gd name="connsiteY10" fmla="*/ 7898 h 10128"/>
              <a:gd name="connsiteX11" fmla="*/ 1187 w 8600"/>
              <a:gd name="connsiteY11" fmla="*/ 7498 h 10128"/>
              <a:gd name="connsiteX12" fmla="*/ 4 w 8600"/>
              <a:gd name="connsiteY12" fmla="*/ 4042 h 10128"/>
              <a:gd name="connsiteX0" fmla="*/ 4 w 9326"/>
              <a:gd name="connsiteY0" fmla="*/ 3988 h 9997"/>
              <a:gd name="connsiteX1" fmla="*/ 830 w 9326"/>
              <a:gd name="connsiteY1" fmla="*/ 1575 h 9997"/>
              <a:gd name="connsiteX2" fmla="*/ 3639 w 9326"/>
              <a:gd name="connsiteY2" fmla="*/ 993 h 9997"/>
              <a:gd name="connsiteX3" fmla="*/ 5807 w 9326"/>
              <a:gd name="connsiteY3" fmla="*/ 0 h 9997"/>
              <a:gd name="connsiteX4" fmla="*/ 7813 w 9326"/>
              <a:gd name="connsiteY4" fmla="*/ 996 h 9997"/>
              <a:gd name="connsiteX5" fmla="*/ 9324 w 9326"/>
              <a:gd name="connsiteY5" fmla="*/ 5746 h 9997"/>
              <a:gd name="connsiteX6" fmla="*/ 8133 w 9326"/>
              <a:gd name="connsiteY6" fmla="*/ 9204 h 9997"/>
              <a:gd name="connsiteX7" fmla="*/ 6170 w 9326"/>
              <a:gd name="connsiteY7" fmla="*/ 8731 h 9997"/>
              <a:gd name="connsiteX8" fmla="*/ 5082 w 9326"/>
              <a:gd name="connsiteY8" fmla="*/ 9787 h 9997"/>
              <a:gd name="connsiteX9" fmla="*/ 3650 w 9326"/>
              <a:gd name="connsiteY9" fmla="*/ 9892 h 9997"/>
              <a:gd name="connsiteX10" fmla="*/ 2533 w 9326"/>
              <a:gd name="connsiteY10" fmla="*/ 7795 h 9997"/>
              <a:gd name="connsiteX11" fmla="*/ 1379 w 9326"/>
              <a:gd name="connsiteY11" fmla="*/ 7400 h 9997"/>
              <a:gd name="connsiteX12" fmla="*/ 4 w 9326"/>
              <a:gd name="connsiteY12" fmla="*/ 3988 h 9997"/>
              <a:gd name="connsiteX0" fmla="*/ 4 w 10001"/>
              <a:gd name="connsiteY0" fmla="*/ 3989 h 10041"/>
              <a:gd name="connsiteX1" fmla="*/ 890 w 10001"/>
              <a:gd name="connsiteY1" fmla="*/ 1575 h 10041"/>
              <a:gd name="connsiteX2" fmla="*/ 3902 w 10001"/>
              <a:gd name="connsiteY2" fmla="*/ 993 h 10041"/>
              <a:gd name="connsiteX3" fmla="*/ 6227 w 10001"/>
              <a:gd name="connsiteY3" fmla="*/ 0 h 10041"/>
              <a:gd name="connsiteX4" fmla="*/ 8378 w 10001"/>
              <a:gd name="connsiteY4" fmla="*/ 996 h 10041"/>
              <a:gd name="connsiteX5" fmla="*/ 9998 w 10001"/>
              <a:gd name="connsiteY5" fmla="*/ 5748 h 10041"/>
              <a:gd name="connsiteX6" fmla="*/ 8721 w 10001"/>
              <a:gd name="connsiteY6" fmla="*/ 9207 h 10041"/>
              <a:gd name="connsiteX7" fmla="*/ 5449 w 10001"/>
              <a:gd name="connsiteY7" fmla="*/ 9790 h 10041"/>
              <a:gd name="connsiteX8" fmla="*/ 3914 w 10001"/>
              <a:gd name="connsiteY8" fmla="*/ 9895 h 10041"/>
              <a:gd name="connsiteX9" fmla="*/ 2716 w 10001"/>
              <a:gd name="connsiteY9" fmla="*/ 7797 h 10041"/>
              <a:gd name="connsiteX10" fmla="*/ 1479 w 10001"/>
              <a:gd name="connsiteY10" fmla="*/ 7402 h 10041"/>
              <a:gd name="connsiteX11" fmla="*/ 4 w 10001"/>
              <a:gd name="connsiteY11" fmla="*/ 3989 h 10041"/>
              <a:gd name="connsiteX0" fmla="*/ 4 w 10001"/>
              <a:gd name="connsiteY0" fmla="*/ 3989 h 14825"/>
              <a:gd name="connsiteX1" fmla="*/ 890 w 10001"/>
              <a:gd name="connsiteY1" fmla="*/ 1575 h 14825"/>
              <a:gd name="connsiteX2" fmla="*/ 3902 w 10001"/>
              <a:gd name="connsiteY2" fmla="*/ 993 h 14825"/>
              <a:gd name="connsiteX3" fmla="*/ 6227 w 10001"/>
              <a:gd name="connsiteY3" fmla="*/ 0 h 14825"/>
              <a:gd name="connsiteX4" fmla="*/ 8378 w 10001"/>
              <a:gd name="connsiteY4" fmla="*/ 996 h 14825"/>
              <a:gd name="connsiteX5" fmla="*/ 9998 w 10001"/>
              <a:gd name="connsiteY5" fmla="*/ 5748 h 14825"/>
              <a:gd name="connsiteX6" fmla="*/ 8721 w 10001"/>
              <a:gd name="connsiteY6" fmla="*/ 9207 h 14825"/>
              <a:gd name="connsiteX7" fmla="*/ 6011 w 10001"/>
              <a:gd name="connsiteY7" fmla="*/ 14823 h 14825"/>
              <a:gd name="connsiteX8" fmla="*/ 3914 w 10001"/>
              <a:gd name="connsiteY8" fmla="*/ 9895 h 14825"/>
              <a:gd name="connsiteX9" fmla="*/ 2716 w 10001"/>
              <a:gd name="connsiteY9" fmla="*/ 7797 h 14825"/>
              <a:gd name="connsiteX10" fmla="*/ 1479 w 10001"/>
              <a:gd name="connsiteY10" fmla="*/ 7402 h 14825"/>
              <a:gd name="connsiteX11" fmla="*/ 4 w 10001"/>
              <a:gd name="connsiteY11" fmla="*/ 3989 h 14825"/>
              <a:gd name="connsiteX0" fmla="*/ 4 w 10001"/>
              <a:gd name="connsiteY0" fmla="*/ 7436 h 18272"/>
              <a:gd name="connsiteX1" fmla="*/ 890 w 10001"/>
              <a:gd name="connsiteY1" fmla="*/ 5022 h 18272"/>
              <a:gd name="connsiteX2" fmla="*/ 3902 w 10001"/>
              <a:gd name="connsiteY2" fmla="*/ 4440 h 18272"/>
              <a:gd name="connsiteX3" fmla="*/ 6026 w 10001"/>
              <a:gd name="connsiteY3" fmla="*/ 0 h 18272"/>
              <a:gd name="connsiteX4" fmla="*/ 8378 w 10001"/>
              <a:gd name="connsiteY4" fmla="*/ 4443 h 18272"/>
              <a:gd name="connsiteX5" fmla="*/ 9998 w 10001"/>
              <a:gd name="connsiteY5" fmla="*/ 9195 h 18272"/>
              <a:gd name="connsiteX6" fmla="*/ 8721 w 10001"/>
              <a:gd name="connsiteY6" fmla="*/ 12654 h 18272"/>
              <a:gd name="connsiteX7" fmla="*/ 6011 w 10001"/>
              <a:gd name="connsiteY7" fmla="*/ 18270 h 18272"/>
              <a:gd name="connsiteX8" fmla="*/ 3914 w 10001"/>
              <a:gd name="connsiteY8" fmla="*/ 13342 h 18272"/>
              <a:gd name="connsiteX9" fmla="*/ 2716 w 10001"/>
              <a:gd name="connsiteY9" fmla="*/ 11244 h 18272"/>
              <a:gd name="connsiteX10" fmla="*/ 1479 w 10001"/>
              <a:gd name="connsiteY10" fmla="*/ 10849 h 18272"/>
              <a:gd name="connsiteX11" fmla="*/ 4 w 10001"/>
              <a:gd name="connsiteY11" fmla="*/ 7436 h 18272"/>
              <a:gd name="connsiteX0" fmla="*/ 1 w 9998"/>
              <a:gd name="connsiteY0" fmla="*/ 7436 h 18272"/>
              <a:gd name="connsiteX1" fmla="*/ 3899 w 9998"/>
              <a:gd name="connsiteY1" fmla="*/ 4440 h 18272"/>
              <a:gd name="connsiteX2" fmla="*/ 6023 w 9998"/>
              <a:gd name="connsiteY2" fmla="*/ 0 h 18272"/>
              <a:gd name="connsiteX3" fmla="*/ 8375 w 9998"/>
              <a:gd name="connsiteY3" fmla="*/ 4443 h 18272"/>
              <a:gd name="connsiteX4" fmla="*/ 9995 w 9998"/>
              <a:gd name="connsiteY4" fmla="*/ 9195 h 18272"/>
              <a:gd name="connsiteX5" fmla="*/ 8718 w 9998"/>
              <a:gd name="connsiteY5" fmla="*/ 12654 h 18272"/>
              <a:gd name="connsiteX6" fmla="*/ 6008 w 9998"/>
              <a:gd name="connsiteY6" fmla="*/ 18270 h 18272"/>
              <a:gd name="connsiteX7" fmla="*/ 3911 w 9998"/>
              <a:gd name="connsiteY7" fmla="*/ 13342 h 18272"/>
              <a:gd name="connsiteX8" fmla="*/ 2713 w 9998"/>
              <a:gd name="connsiteY8" fmla="*/ 11244 h 18272"/>
              <a:gd name="connsiteX9" fmla="*/ 1476 w 9998"/>
              <a:gd name="connsiteY9" fmla="*/ 10849 h 18272"/>
              <a:gd name="connsiteX10" fmla="*/ 1 w 9998"/>
              <a:gd name="connsiteY10" fmla="*/ 7436 h 18272"/>
              <a:gd name="connsiteX0" fmla="*/ 35 w 8559"/>
              <a:gd name="connsiteY0" fmla="*/ 5938 h 10000"/>
              <a:gd name="connsiteX1" fmla="*/ 2459 w 8559"/>
              <a:gd name="connsiteY1" fmla="*/ 2430 h 10000"/>
              <a:gd name="connsiteX2" fmla="*/ 4583 w 8559"/>
              <a:gd name="connsiteY2" fmla="*/ 0 h 10000"/>
              <a:gd name="connsiteX3" fmla="*/ 6936 w 8559"/>
              <a:gd name="connsiteY3" fmla="*/ 2432 h 10000"/>
              <a:gd name="connsiteX4" fmla="*/ 8556 w 8559"/>
              <a:gd name="connsiteY4" fmla="*/ 5032 h 10000"/>
              <a:gd name="connsiteX5" fmla="*/ 7279 w 8559"/>
              <a:gd name="connsiteY5" fmla="*/ 6925 h 10000"/>
              <a:gd name="connsiteX6" fmla="*/ 4568 w 8559"/>
              <a:gd name="connsiteY6" fmla="*/ 9999 h 10000"/>
              <a:gd name="connsiteX7" fmla="*/ 2471 w 8559"/>
              <a:gd name="connsiteY7" fmla="*/ 7302 h 10000"/>
              <a:gd name="connsiteX8" fmla="*/ 1273 w 8559"/>
              <a:gd name="connsiteY8" fmla="*/ 6154 h 10000"/>
              <a:gd name="connsiteX9" fmla="*/ 35 w 8559"/>
              <a:gd name="connsiteY9" fmla="*/ 5938 h 10000"/>
              <a:gd name="connsiteX0" fmla="*/ 49 w 9820"/>
              <a:gd name="connsiteY0" fmla="*/ 4655 h 10000"/>
              <a:gd name="connsiteX1" fmla="*/ 2693 w 9820"/>
              <a:gd name="connsiteY1" fmla="*/ 2430 h 10000"/>
              <a:gd name="connsiteX2" fmla="*/ 5175 w 9820"/>
              <a:gd name="connsiteY2" fmla="*/ 0 h 10000"/>
              <a:gd name="connsiteX3" fmla="*/ 7924 w 9820"/>
              <a:gd name="connsiteY3" fmla="*/ 2432 h 10000"/>
              <a:gd name="connsiteX4" fmla="*/ 9816 w 9820"/>
              <a:gd name="connsiteY4" fmla="*/ 5032 h 10000"/>
              <a:gd name="connsiteX5" fmla="*/ 8324 w 9820"/>
              <a:gd name="connsiteY5" fmla="*/ 6925 h 10000"/>
              <a:gd name="connsiteX6" fmla="*/ 5157 w 9820"/>
              <a:gd name="connsiteY6" fmla="*/ 9999 h 10000"/>
              <a:gd name="connsiteX7" fmla="*/ 2707 w 9820"/>
              <a:gd name="connsiteY7" fmla="*/ 7302 h 10000"/>
              <a:gd name="connsiteX8" fmla="*/ 1307 w 9820"/>
              <a:gd name="connsiteY8" fmla="*/ 6154 h 10000"/>
              <a:gd name="connsiteX9" fmla="*/ 49 w 9820"/>
              <a:gd name="connsiteY9" fmla="*/ 4655 h 10000"/>
              <a:gd name="connsiteX0" fmla="*/ 45 w 9995"/>
              <a:gd name="connsiteY0" fmla="*/ 4655 h 10000"/>
              <a:gd name="connsiteX1" fmla="*/ 2737 w 9995"/>
              <a:gd name="connsiteY1" fmla="*/ 2430 h 10000"/>
              <a:gd name="connsiteX2" fmla="*/ 5265 w 9995"/>
              <a:gd name="connsiteY2" fmla="*/ 0 h 10000"/>
              <a:gd name="connsiteX3" fmla="*/ 8064 w 9995"/>
              <a:gd name="connsiteY3" fmla="*/ 2432 h 10000"/>
              <a:gd name="connsiteX4" fmla="*/ 9991 w 9995"/>
              <a:gd name="connsiteY4" fmla="*/ 5032 h 10000"/>
              <a:gd name="connsiteX5" fmla="*/ 8472 w 9995"/>
              <a:gd name="connsiteY5" fmla="*/ 6925 h 10000"/>
              <a:gd name="connsiteX6" fmla="*/ 5247 w 9995"/>
              <a:gd name="connsiteY6" fmla="*/ 9999 h 10000"/>
              <a:gd name="connsiteX7" fmla="*/ 2752 w 9995"/>
              <a:gd name="connsiteY7" fmla="*/ 7302 h 10000"/>
              <a:gd name="connsiteX8" fmla="*/ 1374 w 9995"/>
              <a:gd name="connsiteY8" fmla="*/ 6984 h 10000"/>
              <a:gd name="connsiteX9" fmla="*/ 45 w 9995"/>
              <a:gd name="connsiteY9" fmla="*/ 4655 h 10000"/>
              <a:gd name="connsiteX0" fmla="*/ 45 w 10000"/>
              <a:gd name="connsiteY0" fmla="*/ 5032 h 10377"/>
              <a:gd name="connsiteX1" fmla="*/ 2738 w 10000"/>
              <a:gd name="connsiteY1" fmla="*/ 2807 h 10377"/>
              <a:gd name="connsiteX2" fmla="*/ 4886 w 10000"/>
              <a:gd name="connsiteY2" fmla="*/ 0 h 10377"/>
              <a:gd name="connsiteX3" fmla="*/ 8068 w 10000"/>
              <a:gd name="connsiteY3" fmla="*/ 2809 h 10377"/>
              <a:gd name="connsiteX4" fmla="*/ 9996 w 10000"/>
              <a:gd name="connsiteY4" fmla="*/ 5409 h 10377"/>
              <a:gd name="connsiteX5" fmla="*/ 8476 w 10000"/>
              <a:gd name="connsiteY5" fmla="*/ 7302 h 10377"/>
              <a:gd name="connsiteX6" fmla="*/ 5250 w 10000"/>
              <a:gd name="connsiteY6" fmla="*/ 10376 h 10377"/>
              <a:gd name="connsiteX7" fmla="*/ 2753 w 10000"/>
              <a:gd name="connsiteY7" fmla="*/ 7679 h 10377"/>
              <a:gd name="connsiteX8" fmla="*/ 1375 w 10000"/>
              <a:gd name="connsiteY8" fmla="*/ 7361 h 10377"/>
              <a:gd name="connsiteX9" fmla="*/ 45 w 10000"/>
              <a:gd name="connsiteY9" fmla="*/ 5032 h 10377"/>
              <a:gd name="connsiteX0" fmla="*/ 45 w 10000"/>
              <a:gd name="connsiteY0" fmla="*/ 5036 h 10381"/>
              <a:gd name="connsiteX1" fmla="*/ 2738 w 10000"/>
              <a:gd name="connsiteY1" fmla="*/ 2811 h 10381"/>
              <a:gd name="connsiteX2" fmla="*/ 4886 w 10000"/>
              <a:gd name="connsiteY2" fmla="*/ 4 h 10381"/>
              <a:gd name="connsiteX3" fmla="*/ 8068 w 10000"/>
              <a:gd name="connsiteY3" fmla="*/ 2813 h 10381"/>
              <a:gd name="connsiteX4" fmla="*/ 9996 w 10000"/>
              <a:gd name="connsiteY4" fmla="*/ 5413 h 10381"/>
              <a:gd name="connsiteX5" fmla="*/ 8476 w 10000"/>
              <a:gd name="connsiteY5" fmla="*/ 7306 h 10381"/>
              <a:gd name="connsiteX6" fmla="*/ 5250 w 10000"/>
              <a:gd name="connsiteY6" fmla="*/ 10380 h 10381"/>
              <a:gd name="connsiteX7" fmla="*/ 2753 w 10000"/>
              <a:gd name="connsiteY7" fmla="*/ 7683 h 10381"/>
              <a:gd name="connsiteX8" fmla="*/ 1375 w 10000"/>
              <a:gd name="connsiteY8" fmla="*/ 7365 h 10381"/>
              <a:gd name="connsiteX9" fmla="*/ 45 w 10000"/>
              <a:gd name="connsiteY9" fmla="*/ 5036 h 10381"/>
              <a:gd name="connsiteX0" fmla="*/ 45 w 10000"/>
              <a:gd name="connsiteY0" fmla="*/ 5036 h 10796"/>
              <a:gd name="connsiteX1" fmla="*/ 2738 w 10000"/>
              <a:gd name="connsiteY1" fmla="*/ 2811 h 10796"/>
              <a:gd name="connsiteX2" fmla="*/ 4886 w 10000"/>
              <a:gd name="connsiteY2" fmla="*/ 4 h 10796"/>
              <a:gd name="connsiteX3" fmla="*/ 8068 w 10000"/>
              <a:gd name="connsiteY3" fmla="*/ 2813 h 10796"/>
              <a:gd name="connsiteX4" fmla="*/ 9996 w 10000"/>
              <a:gd name="connsiteY4" fmla="*/ 5413 h 10796"/>
              <a:gd name="connsiteX5" fmla="*/ 8476 w 10000"/>
              <a:gd name="connsiteY5" fmla="*/ 7306 h 10796"/>
              <a:gd name="connsiteX6" fmla="*/ 5202 w 10000"/>
              <a:gd name="connsiteY6" fmla="*/ 10795 h 10796"/>
              <a:gd name="connsiteX7" fmla="*/ 2753 w 10000"/>
              <a:gd name="connsiteY7" fmla="*/ 7683 h 10796"/>
              <a:gd name="connsiteX8" fmla="*/ 1375 w 10000"/>
              <a:gd name="connsiteY8" fmla="*/ 7365 h 10796"/>
              <a:gd name="connsiteX9" fmla="*/ 45 w 10000"/>
              <a:gd name="connsiteY9" fmla="*/ 5036 h 10796"/>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00" h="10795">
                <a:moveTo>
                  <a:pt x="45" y="5036"/>
                </a:moveTo>
                <a:cubicBezTo>
                  <a:pt x="272" y="4277"/>
                  <a:pt x="1931" y="3650"/>
                  <a:pt x="2738" y="2811"/>
                </a:cubicBezTo>
                <a:cubicBezTo>
                  <a:pt x="3545" y="1972"/>
                  <a:pt x="3352" y="117"/>
                  <a:pt x="4886" y="4"/>
                </a:cubicBezTo>
                <a:cubicBezTo>
                  <a:pt x="6420" y="-109"/>
                  <a:pt x="7216" y="1912"/>
                  <a:pt x="8068" y="2813"/>
                </a:cubicBezTo>
                <a:cubicBezTo>
                  <a:pt x="8920" y="3715"/>
                  <a:pt x="9928" y="3420"/>
                  <a:pt x="9996" y="5413"/>
                </a:cubicBezTo>
                <a:cubicBezTo>
                  <a:pt x="10064" y="7406"/>
                  <a:pt x="9275" y="6409"/>
                  <a:pt x="8476" y="7306"/>
                </a:cubicBezTo>
                <a:cubicBezTo>
                  <a:pt x="7677" y="8203"/>
                  <a:pt x="7086" y="10770"/>
                  <a:pt x="5202" y="10795"/>
                </a:cubicBezTo>
                <a:cubicBezTo>
                  <a:pt x="3318" y="10820"/>
                  <a:pt x="3391" y="8255"/>
                  <a:pt x="2753" y="7683"/>
                </a:cubicBezTo>
                <a:cubicBezTo>
                  <a:pt x="2115" y="7111"/>
                  <a:pt x="2326" y="7496"/>
                  <a:pt x="1375" y="7365"/>
                </a:cubicBezTo>
                <a:cubicBezTo>
                  <a:pt x="493" y="6773"/>
                  <a:pt x="-182" y="5795"/>
                  <a:pt x="45" y="5036"/>
                </a:cubicBezTo>
                <a:close/>
              </a:path>
            </a:pathLst>
          </a:custGeom>
          <a:solidFill>
            <a:srgbClr val="66CCFF"/>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grpSp>
        <p:nvGrpSpPr>
          <p:cNvPr id="187" name="Group 186"/>
          <p:cNvGrpSpPr/>
          <p:nvPr/>
        </p:nvGrpSpPr>
        <p:grpSpPr>
          <a:xfrm>
            <a:off x="3506594" y="2740425"/>
            <a:ext cx="2189884" cy="1476371"/>
            <a:chOff x="833331" y="2873352"/>
            <a:chExt cx="2333625" cy="1590649"/>
          </a:xfrm>
        </p:grpSpPr>
        <p:grpSp>
          <p:nvGrpSpPr>
            <p:cNvPr id="188" name="Group 187"/>
            <p:cNvGrpSpPr/>
            <p:nvPr/>
          </p:nvGrpSpPr>
          <p:grpSpPr>
            <a:xfrm>
              <a:off x="1736090" y="2873352"/>
              <a:ext cx="565150" cy="369332"/>
              <a:chOff x="1736090" y="2873352"/>
              <a:chExt cx="565150" cy="369332"/>
            </a:xfrm>
          </p:grpSpPr>
          <p:grpSp>
            <p:nvGrpSpPr>
              <p:cNvPr id="235" name="Group 327"/>
              <p:cNvGrpSpPr>
                <a:grpSpLocks/>
              </p:cNvGrpSpPr>
              <p:nvPr/>
            </p:nvGrpSpPr>
            <p:grpSpPr bwMode="auto">
              <a:xfrm>
                <a:off x="1736090" y="2893762"/>
                <a:ext cx="565150" cy="292100"/>
                <a:chOff x="1871277" y="1576300"/>
                <a:chExt cx="1128371" cy="437861"/>
              </a:xfrm>
            </p:grpSpPr>
            <p:sp>
              <p:nvSpPr>
                <p:cNvPr id="239" name="Oval 238"/>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40" name="Rectangle 239"/>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41" name="Oval 240"/>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42" name="Freeform 241"/>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43" name="Freeform 242"/>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44" name="Freeform 243"/>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45" name="Freeform 244"/>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46" name="Straight Connector 245"/>
                <p:cNvCxnSpPr>
                  <a:endCxn id="241"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47" name="Straight Connector 246"/>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36" name="Group 235"/>
              <p:cNvGrpSpPr/>
              <p:nvPr/>
            </p:nvGrpSpPr>
            <p:grpSpPr>
              <a:xfrm>
                <a:off x="1770362" y="2873352"/>
                <a:ext cx="441422" cy="369332"/>
                <a:chOff x="667045" y="1708643"/>
                <a:chExt cx="441422" cy="369332"/>
              </a:xfrm>
            </p:grpSpPr>
            <p:sp>
              <p:nvSpPr>
                <p:cNvPr id="237" name="Oval 236"/>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38" name="TextBox 237"/>
                <p:cNvSpPr txBox="1"/>
                <p:nvPr/>
              </p:nvSpPr>
              <p:spPr>
                <a:xfrm>
                  <a:off x="667045" y="1708643"/>
                  <a:ext cx="441422" cy="369332"/>
                </a:xfrm>
                <a:prstGeom prst="rect">
                  <a:avLst/>
                </a:prstGeom>
                <a:noFill/>
              </p:spPr>
              <p:txBody>
                <a:bodyPr wrap="none" rtlCol="0">
                  <a:spAutoFit/>
                </a:bodyPr>
                <a:lstStyle/>
                <a:p>
                  <a:r>
                    <a:rPr lang="en-US" dirty="0"/>
                    <a:t>2b</a:t>
                  </a:r>
                </a:p>
              </p:txBody>
            </p:sp>
          </p:grpSp>
        </p:grpSp>
        <p:grpSp>
          <p:nvGrpSpPr>
            <p:cNvPr id="189" name="Group 188"/>
            <p:cNvGrpSpPr/>
            <p:nvPr/>
          </p:nvGrpSpPr>
          <p:grpSpPr>
            <a:xfrm>
              <a:off x="1740320" y="4094669"/>
              <a:ext cx="565150" cy="369332"/>
              <a:chOff x="1736090" y="2873352"/>
              <a:chExt cx="565150" cy="369332"/>
            </a:xfrm>
          </p:grpSpPr>
          <p:grpSp>
            <p:nvGrpSpPr>
              <p:cNvPr id="222" name="Group 327"/>
              <p:cNvGrpSpPr>
                <a:grpSpLocks/>
              </p:cNvGrpSpPr>
              <p:nvPr/>
            </p:nvGrpSpPr>
            <p:grpSpPr bwMode="auto">
              <a:xfrm>
                <a:off x="1736090" y="2893762"/>
                <a:ext cx="565150" cy="292100"/>
                <a:chOff x="1871277" y="1576300"/>
                <a:chExt cx="1128371" cy="437861"/>
              </a:xfrm>
            </p:grpSpPr>
            <p:sp>
              <p:nvSpPr>
                <p:cNvPr id="226" name="Oval 225"/>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27" name="Rectangle 226"/>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28" name="Oval 227"/>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29" name="Freeform 228"/>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30" name="Freeform 229"/>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31" name="Freeform 230"/>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32" name="Freeform 231"/>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33" name="Straight Connector 232"/>
                <p:cNvCxnSpPr>
                  <a:endCxn id="228"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34" name="Straight Connector 233"/>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23" name="Group 222"/>
              <p:cNvGrpSpPr/>
              <p:nvPr/>
            </p:nvGrpSpPr>
            <p:grpSpPr>
              <a:xfrm>
                <a:off x="1770362" y="2873352"/>
                <a:ext cx="441422" cy="369332"/>
                <a:chOff x="667045" y="1708643"/>
                <a:chExt cx="441422" cy="369332"/>
              </a:xfrm>
            </p:grpSpPr>
            <p:sp>
              <p:nvSpPr>
                <p:cNvPr id="224" name="Oval 223"/>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25" name="TextBox 224"/>
                <p:cNvSpPr txBox="1"/>
                <p:nvPr/>
              </p:nvSpPr>
              <p:spPr>
                <a:xfrm>
                  <a:off x="667045" y="1708643"/>
                  <a:ext cx="441422" cy="369332"/>
                </a:xfrm>
                <a:prstGeom prst="rect">
                  <a:avLst/>
                </a:prstGeom>
                <a:noFill/>
              </p:spPr>
              <p:txBody>
                <a:bodyPr wrap="none" rtlCol="0">
                  <a:spAutoFit/>
                </a:bodyPr>
                <a:lstStyle/>
                <a:p>
                  <a:r>
                    <a:rPr lang="en-US" dirty="0"/>
                    <a:t>2d</a:t>
                  </a:r>
                </a:p>
              </p:txBody>
            </p:sp>
          </p:grpSp>
        </p:grpSp>
        <p:grpSp>
          <p:nvGrpSpPr>
            <p:cNvPr id="190" name="Group 189"/>
            <p:cNvGrpSpPr/>
            <p:nvPr/>
          </p:nvGrpSpPr>
          <p:grpSpPr>
            <a:xfrm>
              <a:off x="2601806" y="3485072"/>
              <a:ext cx="565150" cy="369332"/>
              <a:chOff x="1736090" y="2873352"/>
              <a:chExt cx="565150" cy="369332"/>
            </a:xfrm>
          </p:grpSpPr>
          <p:grpSp>
            <p:nvGrpSpPr>
              <p:cNvPr id="209" name="Group 327"/>
              <p:cNvGrpSpPr>
                <a:grpSpLocks/>
              </p:cNvGrpSpPr>
              <p:nvPr/>
            </p:nvGrpSpPr>
            <p:grpSpPr bwMode="auto">
              <a:xfrm>
                <a:off x="1736090" y="2893762"/>
                <a:ext cx="565150" cy="292100"/>
                <a:chOff x="1871277" y="1576300"/>
                <a:chExt cx="1128371" cy="437861"/>
              </a:xfrm>
            </p:grpSpPr>
            <p:sp>
              <p:nvSpPr>
                <p:cNvPr id="213" name="Oval 212"/>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14" name="Rectangle 213"/>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15" name="Oval 214"/>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16" name="Freeform 215"/>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17" name="Freeform 216"/>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18" name="Freeform 217"/>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19" name="Freeform 218"/>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20" name="Straight Connector 219"/>
                <p:cNvCxnSpPr>
                  <a:endCxn id="215"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21" name="Straight Connector 220"/>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10" name="Group 209"/>
              <p:cNvGrpSpPr/>
              <p:nvPr/>
            </p:nvGrpSpPr>
            <p:grpSpPr>
              <a:xfrm>
                <a:off x="1770362" y="2873352"/>
                <a:ext cx="428460" cy="369332"/>
                <a:chOff x="667045" y="1708643"/>
                <a:chExt cx="428460" cy="369332"/>
              </a:xfrm>
            </p:grpSpPr>
            <p:sp>
              <p:nvSpPr>
                <p:cNvPr id="211" name="Oval 210"/>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12" name="TextBox 211"/>
                <p:cNvSpPr txBox="1"/>
                <p:nvPr/>
              </p:nvSpPr>
              <p:spPr>
                <a:xfrm>
                  <a:off x="667045" y="1708643"/>
                  <a:ext cx="428460" cy="369332"/>
                </a:xfrm>
                <a:prstGeom prst="rect">
                  <a:avLst/>
                </a:prstGeom>
                <a:noFill/>
              </p:spPr>
              <p:txBody>
                <a:bodyPr wrap="none" rtlCol="0">
                  <a:spAutoFit/>
                </a:bodyPr>
                <a:lstStyle/>
                <a:p>
                  <a:r>
                    <a:rPr lang="en-US" dirty="0"/>
                    <a:t>2c</a:t>
                  </a:r>
                </a:p>
              </p:txBody>
            </p:sp>
          </p:grpSp>
        </p:grpSp>
        <p:grpSp>
          <p:nvGrpSpPr>
            <p:cNvPr id="191" name="Group 190"/>
            <p:cNvGrpSpPr/>
            <p:nvPr/>
          </p:nvGrpSpPr>
          <p:grpSpPr>
            <a:xfrm>
              <a:off x="833331" y="3478719"/>
              <a:ext cx="565150" cy="369332"/>
              <a:chOff x="1736090" y="2873352"/>
              <a:chExt cx="565150" cy="369332"/>
            </a:xfrm>
          </p:grpSpPr>
          <p:grpSp>
            <p:nvGrpSpPr>
              <p:cNvPr id="196" name="Group 327"/>
              <p:cNvGrpSpPr>
                <a:grpSpLocks/>
              </p:cNvGrpSpPr>
              <p:nvPr/>
            </p:nvGrpSpPr>
            <p:grpSpPr bwMode="auto">
              <a:xfrm>
                <a:off x="1736090" y="2893762"/>
                <a:ext cx="565150" cy="292100"/>
                <a:chOff x="1871277" y="1576300"/>
                <a:chExt cx="1128371" cy="437861"/>
              </a:xfrm>
            </p:grpSpPr>
            <p:sp>
              <p:nvSpPr>
                <p:cNvPr id="200" name="Oval 199"/>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01" name="Rectangle 200"/>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02" name="Oval 201"/>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03" name="Freeform 202"/>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04" name="Freeform 203"/>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05" name="Freeform 204"/>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06" name="Freeform 205"/>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07" name="Straight Connector 206"/>
                <p:cNvCxnSpPr>
                  <a:endCxn id="202"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08" name="Straight Connector 207"/>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97" name="Group 196"/>
              <p:cNvGrpSpPr/>
              <p:nvPr/>
            </p:nvGrpSpPr>
            <p:grpSpPr>
              <a:xfrm>
                <a:off x="1770362" y="2873352"/>
                <a:ext cx="441422" cy="369332"/>
                <a:chOff x="667045" y="1708643"/>
                <a:chExt cx="441422" cy="369332"/>
              </a:xfrm>
            </p:grpSpPr>
            <p:sp>
              <p:nvSpPr>
                <p:cNvPr id="198" name="Oval 197"/>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99" name="TextBox 198"/>
                <p:cNvSpPr txBox="1"/>
                <p:nvPr/>
              </p:nvSpPr>
              <p:spPr>
                <a:xfrm>
                  <a:off x="667045" y="1708643"/>
                  <a:ext cx="441422" cy="369332"/>
                </a:xfrm>
                <a:prstGeom prst="rect">
                  <a:avLst/>
                </a:prstGeom>
                <a:noFill/>
              </p:spPr>
              <p:txBody>
                <a:bodyPr wrap="none" rtlCol="0">
                  <a:spAutoFit/>
                </a:bodyPr>
                <a:lstStyle/>
                <a:p>
                  <a:r>
                    <a:rPr lang="en-US" dirty="0"/>
                    <a:t>2a</a:t>
                  </a:r>
                </a:p>
              </p:txBody>
            </p:sp>
          </p:grpSp>
        </p:grpSp>
        <p:cxnSp>
          <p:nvCxnSpPr>
            <p:cNvPr id="192" name="Straight Connector 191"/>
            <p:cNvCxnSpPr>
              <a:endCxn id="225" idx="0"/>
            </p:cNvCxnSpPr>
            <p:nvPr/>
          </p:nvCxnSpPr>
          <p:spPr bwMode="auto">
            <a:xfrm>
              <a:off x="1991073" y="3173114"/>
              <a:ext cx="4230" cy="921555"/>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193" name="Straight Connector 192"/>
            <p:cNvCxnSpPr/>
            <p:nvPr/>
          </p:nvCxnSpPr>
          <p:spPr bwMode="auto">
            <a:xfrm>
              <a:off x="2280478" y="3145660"/>
              <a:ext cx="435814" cy="359474"/>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194" name="Straight Connector 193"/>
            <p:cNvCxnSpPr/>
            <p:nvPr/>
          </p:nvCxnSpPr>
          <p:spPr bwMode="auto">
            <a:xfrm>
              <a:off x="1300073" y="3768911"/>
              <a:ext cx="527386" cy="368208"/>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195" name="Straight Connector 194"/>
            <p:cNvCxnSpPr/>
            <p:nvPr/>
          </p:nvCxnSpPr>
          <p:spPr bwMode="auto">
            <a:xfrm flipH="1">
              <a:off x="2194462" y="3713972"/>
              <a:ext cx="509583" cy="428945"/>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grpSp>
      <p:sp>
        <p:nvSpPr>
          <p:cNvPr id="248" name="Freeform 2"/>
          <p:cNvSpPr>
            <a:spLocks/>
          </p:cNvSpPr>
          <p:nvPr/>
        </p:nvSpPr>
        <p:spPr bwMode="auto">
          <a:xfrm>
            <a:off x="5507686" y="1532143"/>
            <a:ext cx="2575521" cy="1672516"/>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 fmla="*/ 4 w 8600"/>
              <a:gd name="connsiteY0" fmla="*/ 4042 h 10128"/>
              <a:gd name="connsiteX1" fmla="*/ 715 w 8600"/>
              <a:gd name="connsiteY1" fmla="*/ 1598 h 10128"/>
              <a:gd name="connsiteX2" fmla="*/ 3130 w 8600"/>
              <a:gd name="connsiteY2" fmla="*/ 1009 h 10128"/>
              <a:gd name="connsiteX3" fmla="*/ 4995 w 8600"/>
              <a:gd name="connsiteY3" fmla="*/ 3 h 10128"/>
              <a:gd name="connsiteX4" fmla="*/ 6720 w 8600"/>
              <a:gd name="connsiteY4" fmla="*/ 1012 h 10128"/>
              <a:gd name="connsiteX5" fmla="*/ 8599 w 8600"/>
              <a:gd name="connsiteY5" fmla="*/ 6800 h 10128"/>
              <a:gd name="connsiteX6" fmla="*/ 6995 w 8600"/>
              <a:gd name="connsiteY6" fmla="*/ 9325 h 10128"/>
              <a:gd name="connsiteX7" fmla="*/ 5307 w 8600"/>
              <a:gd name="connsiteY7" fmla="*/ 8846 h 10128"/>
              <a:gd name="connsiteX8" fmla="*/ 4371 w 8600"/>
              <a:gd name="connsiteY8" fmla="*/ 9915 h 10128"/>
              <a:gd name="connsiteX9" fmla="*/ 3140 w 8600"/>
              <a:gd name="connsiteY9" fmla="*/ 10022 h 10128"/>
              <a:gd name="connsiteX10" fmla="*/ 2179 w 8600"/>
              <a:gd name="connsiteY10" fmla="*/ 7898 h 10128"/>
              <a:gd name="connsiteX11" fmla="*/ 1187 w 8600"/>
              <a:gd name="connsiteY11" fmla="*/ 7498 h 10128"/>
              <a:gd name="connsiteX12" fmla="*/ 4 w 8600"/>
              <a:gd name="connsiteY12" fmla="*/ 4042 h 10128"/>
              <a:gd name="connsiteX0" fmla="*/ 4 w 9326"/>
              <a:gd name="connsiteY0" fmla="*/ 3988 h 9997"/>
              <a:gd name="connsiteX1" fmla="*/ 830 w 9326"/>
              <a:gd name="connsiteY1" fmla="*/ 1575 h 9997"/>
              <a:gd name="connsiteX2" fmla="*/ 3639 w 9326"/>
              <a:gd name="connsiteY2" fmla="*/ 993 h 9997"/>
              <a:gd name="connsiteX3" fmla="*/ 5807 w 9326"/>
              <a:gd name="connsiteY3" fmla="*/ 0 h 9997"/>
              <a:gd name="connsiteX4" fmla="*/ 7813 w 9326"/>
              <a:gd name="connsiteY4" fmla="*/ 996 h 9997"/>
              <a:gd name="connsiteX5" fmla="*/ 9324 w 9326"/>
              <a:gd name="connsiteY5" fmla="*/ 5746 h 9997"/>
              <a:gd name="connsiteX6" fmla="*/ 8133 w 9326"/>
              <a:gd name="connsiteY6" fmla="*/ 9204 h 9997"/>
              <a:gd name="connsiteX7" fmla="*/ 6170 w 9326"/>
              <a:gd name="connsiteY7" fmla="*/ 8731 h 9997"/>
              <a:gd name="connsiteX8" fmla="*/ 5082 w 9326"/>
              <a:gd name="connsiteY8" fmla="*/ 9787 h 9997"/>
              <a:gd name="connsiteX9" fmla="*/ 3650 w 9326"/>
              <a:gd name="connsiteY9" fmla="*/ 9892 h 9997"/>
              <a:gd name="connsiteX10" fmla="*/ 2533 w 9326"/>
              <a:gd name="connsiteY10" fmla="*/ 7795 h 9997"/>
              <a:gd name="connsiteX11" fmla="*/ 1379 w 9326"/>
              <a:gd name="connsiteY11" fmla="*/ 7400 h 9997"/>
              <a:gd name="connsiteX12" fmla="*/ 4 w 9326"/>
              <a:gd name="connsiteY12" fmla="*/ 3988 h 9997"/>
              <a:gd name="connsiteX0" fmla="*/ 4 w 10001"/>
              <a:gd name="connsiteY0" fmla="*/ 3989 h 10041"/>
              <a:gd name="connsiteX1" fmla="*/ 890 w 10001"/>
              <a:gd name="connsiteY1" fmla="*/ 1575 h 10041"/>
              <a:gd name="connsiteX2" fmla="*/ 3902 w 10001"/>
              <a:gd name="connsiteY2" fmla="*/ 993 h 10041"/>
              <a:gd name="connsiteX3" fmla="*/ 6227 w 10001"/>
              <a:gd name="connsiteY3" fmla="*/ 0 h 10041"/>
              <a:gd name="connsiteX4" fmla="*/ 8378 w 10001"/>
              <a:gd name="connsiteY4" fmla="*/ 996 h 10041"/>
              <a:gd name="connsiteX5" fmla="*/ 9998 w 10001"/>
              <a:gd name="connsiteY5" fmla="*/ 5748 h 10041"/>
              <a:gd name="connsiteX6" fmla="*/ 8721 w 10001"/>
              <a:gd name="connsiteY6" fmla="*/ 9207 h 10041"/>
              <a:gd name="connsiteX7" fmla="*/ 5449 w 10001"/>
              <a:gd name="connsiteY7" fmla="*/ 9790 h 10041"/>
              <a:gd name="connsiteX8" fmla="*/ 3914 w 10001"/>
              <a:gd name="connsiteY8" fmla="*/ 9895 h 10041"/>
              <a:gd name="connsiteX9" fmla="*/ 2716 w 10001"/>
              <a:gd name="connsiteY9" fmla="*/ 7797 h 10041"/>
              <a:gd name="connsiteX10" fmla="*/ 1479 w 10001"/>
              <a:gd name="connsiteY10" fmla="*/ 7402 h 10041"/>
              <a:gd name="connsiteX11" fmla="*/ 4 w 10001"/>
              <a:gd name="connsiteY11" fmla="*/ 3989 h 10041"/>
              <a:gd name="connsiteX0" fmla="*/ 4 w 10001"/>
              <a:gd name="connsiteY0" fmla="*/ 3989 h 14825"/>
              <a:gd name="connsiteX1" fmla="*/ 890 w 10001"/>
              <a:gd name="connsiteY1" fmla="*/ 1575 h 14825"/>
              <a:gd name="connsiteX2" fmla="*/ 3902 w 10001"/>
              <a:gd name="connsiteY2" fmla="*/ 993 h 14825"/>
              <a:gd name="connsiteX3" fmla="*/ 6227 w 10001"/>
              <a:gd name="connsiteY3" fmla="*/ 0 h 14825"/>
              <a:gd name="connsiteX4" fmla="*/ 8378 w 10001"/>
              <a:gd name="connsiteY4" fmla="*/ 996 h 14825"/>
              <a:gd name="connsiteX5" fmla="*/ 9998 w 10001"/>
              <a:gd name="connsiteY5" fmla="*/ 5748 h 14825"/>
              <a:gd name="connsiteX6" fmla="*/ 8721 w 10001"/>
              <a:gd name="connsiteY6" fmla="*/ 9207 h 14825"/>
              <a:gd name="connsiteX7" fmla="*/ 6011 w 10001"/>
              <a:gd name="connsiteY7" fmla="*/ 14823 h 14825"/>
              <a:gd name="connsiteX8" fmla="*/ 3914 w 10001"/>
              <a:gd name="connsiteY8" fmla="*/ 9895 h 14825"/>
              <a:gd name="connsiteX9" fmla="*/ 2716 w 10001"/>
              <a:gd name="connsiteY9" fmla="*/ 7797 h 14825"/>
              <a:gd name="connsiteX10" fmla="*/ 1479 w 10001"/>
              <a:gd name="connsiteY10" fmla="*/ 7402 h 14825"/>
              <a:gd name="connsiteX11" fmla="*/ 4 w 10001"/>
              <a:gd name="connsiteY11" fmla="*/ 3989 h 14825"/>
              <a:gd name="connsiteX0" fmla="*/ 4 w 10001"/>
              <a:gd name="connsiteY0" fmla="*/ 7436 h 18272"/>
              <a:gd name="connsiteX1" fmla="*/ 890 w 10001"/>
              <a:gd name="connsiteY1" fmla="*/ 5022 h 18272"/>
              <a:gd name="connsiteX2" fmla="*/ 3902 w 10001"/>
              <a:gd name="connsiteY2" fmla="*/ 4440 h 18272"/>
              <a:gd name="connsiteX3" fmla="*/ 6026 w 10001"/>
              <a:gd name="connsiteY3" fmla="*/ 0 h 18272"/>
              <a:gd name="connsiteX4" fmla="*/ 8378 w 10001"/>
              <a:gd name="connsiteY4" fmla="*/ 4443 h 18272"/>
              <a:gd name="connsiteX5" fmla="*/ 9998 w 10001"/>
              <a:gd name="connsiteY5" fmla="*/ 9195 h 18272"/>
              <a:gd name="connsiteX6" fmla="*/ 8721 w 10001"/>
              <a:gd name="connsiteY6" fmla="*/ 12654 h 18272"/>
              <a:gd name="connsiteX7" fmla="*/ 6011 w 10001"/>
              <a:gd name="connsiteY7" fmla="*/ 18270 h 18272"/>
              <a:gd name="connsiteX8" fmla="*/ 3914 w 10001"/>
              <a:gd name="connsiteY8" fmla="*/ 13342 h 18272"/>
              <a:gd name="connsiteX9" fmla="*/ 2716 w 10001"/>
              <a:gd name="connsiteY9" fmla="*/ 11244 h 18272"/>
              <a:gd name="connsiteX10" fmla="*/ 1479 w 10001"/>
              <a:gd name="connsiteY10" fmla="*/ 10849 h 18272"/>
              <a:gd name="connsiteX11" fmla="*/ 4 w 10001"/>
              <a:gd name="connsiteY11" fmla="*/ 7436 h 18272"/>
              <a:gd name="connsiteX0" fmla="*/ 1 w 9998"/>
              <a:gd name="connsiteY0" fmla="*/ 7436 h 18272"/>
              <a:gd name="connsiteX1" fmla="*/ 3899 w 9998"/>
              <a:gd name="connsiteY1" fmla="*/ 4440 h 18272"/>
              <a:gd name="connsiteX2" fmla="*/ 6023 w 9998"/>
              <a:gd name="connsiteY2" fmla="*/ 0 h 18272"/>
              <a:gd name="connsiteX3" fmla="*/ 8375 w 9998"/>
              <a:gd name="connsiteY3" fmla="*/ 4443 h 18272"/>
              <a:gd name="connsiteX4" fmla="*/ 9995 w 9998"/>
              <a:gd name="connsiteY4" fmla="*/ 9195 h 18272"/>
              <a:gd name="connsiteX5" fmla="*/ 8718 w 9998"/>
              <a:gd name="connsiteY5" fmla="*/ 12654 h 18272"/>
              <a:gd name="connsiteX6" fmla="*/ 6008 w 9998"/>
              <a:gd name="connsiteY6" fmla="*/ 18270 h 18272"/>
              <a:gd name="connsiteX7" fmla="*/ 3911 w 9998"/>
              <a:gd name="connsiteY7" fmla="*/ 13342 h 18272"/>
              <a:gd name="connsiteX8" fmla="*/ 2713 w 9998"/>
              <a:gd name="connsiteY8" fmla="*/ 11244 h 18272"/>
              <a:gd name="connsiteX9" fmla="*/ 1476 w 9998"/>
              <a:gd name="connsiteY9" fmla="*/ 10849 h 18272"/>
              <a:gd name="connsiteX10" fmla="*/ 1 w 9998"/>
              <a:gd name="connsiteY10" fmla="*/ 7436 h 18272"/>
              <a:gd name="connsiteX0" fmla="*/ 35 w 8559"/>
              <a:gd name="connsiteY0" fmla="*/ 5938 h 10000"/>
              <a:gd name="connsiteX1" fmla="*/ 2459 w 8559"/>
              <a:gd name="connsiteY1" fmla="*/ 2430 h 10000"/>
              <a:gd name="connsiteX2" fmla="*/ 4583 w 8559"/>
              <a:gd name="connsiteY2" fmla="*/ 0 h 10000"/>
              <a:gd name="connsiteX3" fmla="*/ 6936 w 8559"/>
              <a:gd name="connsiteY3" fmla="*/ 2432 h 10000"/>
              <a:gd name="connsiteX4" fmla="*/ 8556 w 8559"/>
              <a:gd name="connsiteY4" fmla="*/ 5032 h 10000"/>
              <a:gd name="connsiteX5" fmla="*/ 7279 w 8559"/>
              <a:gd name="connsiteY5" fmla="*/ 6925 h 10000"/>
              <a:gd name="connsiteX6" fmla="*/ 4568 w 8559"/>
              <a:gd name="connsiteY6" fmla="*/ 9999 h 10000"/>
              <a:gd name="connsiteX7" fmla="*/ 2471 w 8559"/>
              <a:gd name="connsiteY7" fmla="*/ 7302 h 10000"/>
              <a:gd name="connsiteX8" fmla="*/ 1273 w 8559"/>
              <a:gd name="connsiteY8" fmla="*/ 6154 h 10000"/>
              <a:gd name="connsiteX9" fmla="*/ 35 w 8559"/>
              <a:gd name="connsiteY9" fmla="*/ 5938 h 10000"/>
              <a:gd name="connsiteX0" fmla="*/ 49 w 9820"/>
              <a:gd name="connsiteY0" fmla="*/ 4655 h 10000"/>
              <a:gd name="connsiteX1" fmla="*/ 2693 w 9820"/>
              <a:gd name="connsiteY1" fmla="*/ 2430 h 10000"/>
              <a:gd name="connsiteX2" fmla="*/ 5175 w 9820"/>
              <a:gd name="connsiteY2" fmla="*/ 0 h 10000"/>
              <a:gd name="connsiteX3" fmla="*/ 7924 w 9820"/>
              <a:gd name="connsiteY3" fmla="*/ 2432 h 10000"/>
              <a:gd name="connsiteX4" fmla="*/ 9816 w 9820"/>
              <a:gd name="connsiteY4" fmla="*/ 5032 h 10000"/>
              <a:gd name="connsiteX5" fmla="*/ 8324 w 9820"/>
              <a:gd name="connsiteY5" fmla="*/ 6925 h 10000"/>
              <a:gd name="connsiteX6" fmla="*/ 5157 w 9820"/>
              <a:gd name="connsiteY6" fmla="*/ 9999 h 10000"/>
              <a:gd name="connsiteX7" fmla="*/ 2707 w 9820"/>
              <a:gd name="connsiteY7" fmla="*/ 7302 h 10000"/>
              <a:gd name="connsiteX8" fmla="*/ 1307 w 9820"/>
              <a:gd name="connsiteY8" fmla="*/ 6154 h 10000"/>
              <a:gd name="connsiteX9" fmla="*/ 49 w 9820"/>
              <a:gd name="connsiteY9" fmla="*/ 4655 h 10000"/>
              <a:gd name="connsiteX0" fmla="*/ 45 w 9995"/>
              <a:gd name="connsiteY0" fmla="*/ 4655 h 10000"/>
              <a:gd name="connsiteX1" fmla="*/ 2737 w 9995"/>
              <a:gd name="connsiteY1" fmla="*/ 2430 h 10000"/>
              <a:gd name="connsiteX2" fmla="*/ 5265 w 9995"/>
              <a:gd name="connsiteY2" fmla="*/ 0 h 10000"/>
              <a:gd name="connsiteX3" fmla="*/ 8064 w 9995"/>
              <a:gd name="connsiteY3" fmla="*/ 2432 h 10000"/>
              <a:gd name="connsiteX4" fmla="*/ 9991 w 9995"/>
              <a:gd name="connsiteY4" fmla="*/ 5032 h 10000"/>
              <a:gd name="connsiteX5" fmla="*/ 8472 w 9995"/>
              <a:gd name="connsiteY5" fmla="*/ 6925 h 10000"/>
              <a:gd name="connsiteX6" fmla="*/ 5247 w 9995"/>
              <a:gd name="connsiteY6" fmla="*/ 9999 h 10000"/>
              <a:gd name="connsiteX7" fmla="*/ 2752 w 9995"/>
              <a:gd name="connsiteY7" fmla="*/ 7302 h 10000"/>
              <a:gd name="connsiteX8" fmla="*/ 1374 w 9995"/>
              <a:gd name="connsiteY8" fmla="*/ 6984 h 10000"/>
              <a:gd name="connsiteX9" fmla="*/ 45 w 9995"/>
              <a:gd name="connsiteY9" fmla="*/ 4655 h 10000"/>
              <a:gd name="connsiteX0" fmla="*/ 45 w 10000"/>
              <a:gd name="connsiteY0" fmla="*/ 5032 h 10377"/>
              <a:gd name="connsiteX1" fmla="*/ 2738 w 10000"/>
              <a:gd name="connsiteY1" fmla="*/ 2807 h 10377"/>
              <a:gd name="connsiteX2" fmla="*/ 4886 w 10000"/>
              <a:gd name="connsiteY2" fmla="*/ 0 h 10377"/>
              <a:gd name="connsiteX3" fmla="*/ 8068 w 10000"/>
              <a:gd name="connsiteY3" fmla="*/ 2809 h 10377"/>
              <a:gd name="connsiteX4" fmla="*/ 9996 w 10000"/>
              <a:gd name="connsiteY4" fmla="*/ 5409 h 10377"/>
              <a:gd name="connsiteX5" fmla="*/ 8476 w 10000"/>
              <a:gd name="connsiteY5" fmla="*/ 7302 h 10377"/>
              <a:gd name="connsiteX6" fmla="*/ 5250 w 10000"/>
              <a:gd name="connsiteY6" fmla="*/ 10376 h 10377"/>
              <a:gd name="connsiteX7" fmla="*/ 2753 w 10000"/>
              <a:gd name="connsiteY7" fmla="*/ 7679 h 10377"/>
              <a:gd name="connsiteX8" fmla="*/ 1375 w 10000"/>
              <a:gd name="connsiteY8" fmla="*/ 7361 h 10377"/>
              <a:gd name="connsiteX9" fmla="*/ 45 w 10000"/>
              <a:gd name="connsiteY9" fmla="*/ 5032 h 10377"/>
              <a:gd name="connsiteX0" fmla="*/ 45 w 10000"/>
              <a:gd name="connsiteY0" fmla="*/ 5036 h 10381"/>
              <a:gd name="connsiteX1" fmla="*/ 2738 w 10000"/>
              <a:gd name="connsiteY1" fmla="*/ 2811 h 10381"/>
              <a:gd name="connsiteX2" fmla="*/ 4886 w 10000"/>
              <a:gd name="connsiteY2" fmla="*/ 4 h 10381"/>
              <a:gd name="connsiteX3" fmla="*/ 8068 w 10000"/>
              <a:gd name="connsiteY3" fmla="*/ 2813 h 10381"/>
              <a:gd name="connsiteX4" fmla="*/ 9996 w 10000"/>
              <a:gd name="connsiteY4" fmla="*/ 5413 h 10381"/>
              <a:gd name="connsiteX5" fmla="*/ 8476 w 10000"/>
              <a:gd name="connsiteY5" fmla="*/ 7306 h 10381"/>
              <a:gd name="connsiteX6" fmla="*/ 5250 w 10000"/>
              <a:gd name="connsiteY6" fmla="*/ 10380 h 10381"/>
              <a:gd name="connsiteX7" fmla="*/ 2753 w 10000"/>
              <a:gd name="connsiteY7" fmla="*/ 7683 h 10381"/>
              <a:gd name="connsiteX8" fmla="*/ 1375 w 10000"/>
              <a:gd name="connsiteY8" fmla="*/ 7365 h 10381"/>
              <a:gd name="connsiteX9" fmla="*/ 45 w 10000"/>
              <a:gd name="connsiteY9" fmla="*/ 5036 h 10381"/>
              <a:gd name="connsiteX0" fmla="*/ 45 w 10000"/>
              <a:gd name="connsiteY0" fmla="*/ 5036 h 10796"/>
              <a:gd name="connsiteX1" fmla="*/ 2738 w 10000"/>
              <a:gd name="connsiteY1" fmla="*/ 2811 h 10796"/>
              <a:gd name="connsiteX2" fmla="*/ 4886 w 10000"/>
              <a:gd name="connsiteY2" fmla="*/ 4 h 10796"/>
              <a:gd name="connsiteX3" fmla="*/ 8068 w 10000"/>
              <a:gd name="connsiteY3" fmla="*/ 2813 h 10796"/>
              <a:gd name="connsiteX4" fmla="*/ 9996 w 10000"/>
              <a:gd name="connsiteY4" fmla="*/ 5413 h 10796"/>
              <a:gd name="connsiteX5" fmla="*/ 8476 w 10000"/>
              <a:gd name="connsiteY5" fmla="*/ 7306 h 10796"/>
              <a:gd name="connsiteX6" fmla="*/ 5202 w 10000"/>
              <a:gd name="connsiteY6" fmla="*/ 10795 h 10796"/>
              <a:gd name="connsiteX7" fmla="*/ 2753 w 10000"/>
              <a:gd name="connsiteY7" fmla="*/ 7683 h 10796"/>
              <a:gd name="connsiteX8" fmla="*/ 1375 w 10000"/>
              <a:gd name="connsiteY8" fmla="*/ 7365 h 10796"/>
              <a:gd name="connsiteX9" fmla="*/ 45 w 10000"/>
              <a:gd name="connsiteY9" fmla="*/ 5036 h 10796"/>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00" h="10795">
                <a:moveTo>
                  <a:pt x="45" y="5036"/>
                </a:moveTo>
                <a:cubicBezTo>
                  <a:pt x="272" y="4277"/>
                  <a:pt x="1931" y="3650"/>
                  <a:pt x="2738" y="2811"/>
                </a:cubicBezTo>
                <a:cubicBezTo>
                  <a:pt x="3545" y="1972"/>
                  <a:pt x="3352" y="117"/>
                  <a:pt x="4886" y="4"/>
                </a:cubicBezTo>
                <a:cubicBezTo>
                  <a:pt x="6420" y="-109"/>
                  <a:pt x="7216" y="1912"/>
                  <a:pt x="8068" y="2813"/>
                </a:cubicBezTo>
                <a:cubicBezTo>
                  <a:pt x="8920" y="3715"/>
                  <a:pt x="9928" y="3420"/>
                  <a:pt x="9996" y="5413"/>
                </a:cubicBezTo>
                <a:cubicBezTo>
                  <a:pt x="10064" y="7406"/>
                  <a:pt x="9275" y="6409"/>
                  <a:pt x="8476" y="7306"/>
                </a:cubicBezTo>
                <a:cubicBezTo>
                  <a:pt x="7677" y="8203"/>
                  <a:pt x="7086" y="10770"/>
                  <a:pt x="5202" y="10795"/>
                </a:cubicBezTo>
                <a:cubicBezTo>
                  <a:pt x="3318" y="10820"/>
                  <a:pt x="3391" y="8255"/>
                  <a:pt x="2753" y="7683"/>
                </a:cubicBezTo>
                <a:cubicBezTo>
                  <a:pt x="2115" y="7111"/>
                  <a:pt x="2326" y="7496"/>
                  <a:pt x="1375" y="7365"/>
                </a:cubicBezTo>
                <a:cubicBezTo>
                  <a:pt x="493" y="6773"/>
                  <a:pt x="-182" y="5795"/>
                  <a:pt x="45" y="5036"/>
                </a:cubicBezTo>
                <a:close/>
              </a:path>
            </a:pathLst>
          </a:custGeom>
          <a:solidFill>
            <a:srgbClr val="66CCFF"/>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grpSp>
        <p:nvGrpSpPr>
          <p:cNvPr id="250" name="Group 249"/>
          <p:cNvGrpSpPr/>
          <p:nvPr/>
        </p:nvGrpSpPr>
        <p:grpSpPr>
          <a:xfrm>
            <a:off x="6588258" y="1668259"/>
            <a:ext cx="536554" cy="333232"/>
            <a:chOff x="1736090" y="2873352"/>
            <a:chExt cx="565150" cy="369332"/>
          </a:xfrm>
        </p:grpSpPr>
        <p:grpSp>
          <p:nvGrpSpPr>
            <p:cNvPr id="298" name="Group 327"/>
            <p:cNvGrpSpPr>
              <a:grpSpLocks/>
            </p:cNvGrpSpPr>
            <p:nvPr/>
          </p:nvGrpSpPr>
          <p:grpSpPr bwMode="auto">
            <a:xfrm>
              <a:off x="1736090" y="2893762"/>
              <a:ext cx="565150" cy="292100"/>
              <a:chOff x="1871277" y="1576300"/>
              <a:chExt cx="1128371" cy="437861"/>
            </a:xfrm>
          </p:grpSpPr>
          <p:sp>
            <p:nvSpPr>
              <p:cNvPr id="302" name="Oval 301"/>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03" name="Rectangle 302"/>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04" name="Oval 303"/>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05" name="Freeform 304"/>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06" name="Freeform 305"/>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07" name="Freeform 306"/>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08" name="Freeform 307"/>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09" name="Straight Connector 308"/>
              <p:cNvCxnSpPr>
                <a:endCxn id="304"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10" name="Straight Connector 309"/>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99" name="Group 298"/>
            <p:cNvGrpSpPr/>
            <p:nvPr/>
          </p:nvGrpSpPr>
          <p:grpSpPr>
            <a:xfrm>
              <a:off x="1770362" y="2873352"/>
              <a:ext cx="441422" cy="369332"/>
              <a:chOff x="667045" y="1708643"/>
              <a:chExt cx="441422" cy="369332"/>
            </a:xfrm>
          </p:grpSpPr>
          <p:sp>
            <p:nvSpPr>
              <p:cNvPr id="300" name="Oval 299"/>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301" name="TextBox 300"/>
              <p:cNvSpPr txBox="1"/>
              <p:nvPr/>
            </p:nvSpPr>
            <p:spPr>
              <a:xfrm>
                <a:off x="667045" y="1708643"/>
                <a:ext cx="441422" cy="369332"/>
              </a:xfrm>
              <a:prstGeom prst="rect">
                <a:avLst/>
              </a:prstGeom>
              <a:noFill/>
            </p:spPr>
            <p:txBody>
              <a:bodyPr wrap="none" rtlCol="0">
                <a:spAutoFit/>
              </a:bodyPr>
              <a:lstStyle/>
              <a:p>
                <a:r>
                  <a:rPr lang="en-US" dirty="0"/>
                  <a:t>3b</a:t>
                </a:r>
              </a:p>
            </p:txBody>
          </p:sp>
        </p:grpSp>
      </p:grpSp>
      <p:grpSp>
        <p:nvGrpSpPr>
          <p:cNvPr id="251" name="Group 250"/>
          <p:cNvGrpSpPr/>
          <p:nvPr/>
        </p:nvGrpSpPr>
        <p:grpSpPr>
          <a:xfrm>
            <a:off x="6592274" y="2770198"/>
            <a:ext cx="536554" cy="333232"/>
            <a:chOff x="1736090" y="2873352"/>
            <a:chExt cx="565150" cy="369332"/>
          </a:xfrm>
        </p:grpSpPr>
        <p:grpSp>
          <p:nvGrpSpPr>
            <p:cNvPr id="285" name="Group 327"/>
            <p:cNvGrpSpPr>
              <a:grpSpLocks/>
            </p:cNvGrpSpPr>
            <p:nvPr/>
          </p:nvGrpSpPr>
          <p:grpSpPr bwMode="auto">
            <a:xfrm>
              <a:off x="1736090" y="2893762"/>
              <a:ext cx="565150" cy="292100"/>
              <a:chOff x="1871277" y="1576300"/>
              <a:chExt cx="1128371" cy="437861"/>
            </a:xfrm>
          </p:grpSpPr>
          <p:sp>
            <p:nvSpPr>
              <p:cNvPr id="289" name="Oval 288"/>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90" name="Rectangle 289"/>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91" name="Oval 290"/>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92" name="Freeform 291"/>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93" name="Freeform 292"/>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94" name="Freeform 293"/>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95" name="Freeform 294"/>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96" name="Straight Connector 295"/>
              <p:cNvCxnSpPr>
                <a:endCxn id="291"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97" name="Straight Connector 296"/>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86" name="Group 285"/>
            <p:cNvGrpSpPr/>
            <p:nvPr/>
          </p:nvGrpSpPr>
          <p:grpSpPr>
            <a:xfrm>
              <a:off x="1770362" y="2873352"/>
              <a:ext cx="441422" cy="369332"/>
              <a:chOff x="667045" y="1708643"/>
              <a:chExt cx="441422" cy="369332"/>
            </a:xfrm>
          </p:grpSpPr>
          <p:sp>
            <p:nvSpPr>
              <p:cNvPr id="287" name="Oval 286"/>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88" name="TextBox 287"/>
              <p:cNvSpPr txBox="1"/>
              <p:nvPr/>
            </p:nvSpPr>
            <p:spPr>
              <a:xfrm>
                <a:off x="667045" y="1708643"/>
                <a:ext cx="441422" cy="369332"/>
              </a:xfrm>
              <a:prstGeom prst="rect">
                <a:avLst/>
              </a:prstGeom>
              <a:noFill/>
            </p:spPr>
            <p:txBody>
              <a:bodyPr wrap="none" rtlCol="0">
                <a:spAutoFit/>
              </a:bodyPr>
              <a:lstStyle/>
              <a:p>
                <a:r>
                  <a:rPr lang="en-US" dirty="0"/>
                  <a:t>3d</a:t>
                </a:r>
              </a:p>
            </p:txBody>
          </p:sp>
        </p:grpSp>
      </p:grpSp>
      <p:grpSp>
        <p:nvGrpSpPr>
          <p:cNvPr id="252" name="Group 251"/>
          <p:cNvGrpSpPr/>
          <p:nvPr/>
        </p:nvGrpSpPr>
        <p:grpSpPr>
          <a:xfrm>
            <a:off x="7410171" y="2220186"/>
            <a:ext cx="536554" cy="333232"/>
            <a:chOff x="1736090" y="2873352"/>
            <a:chExt cx="565150" cy="369332"/>
          </a:xfrm>
        </p:grpSpPr>
        <p:grpSp>
          <p:nvGrpSpPr>
            <p:cNvPr id="272" name="Group 327"/>
            <p:cNvGrpSpPr>
              <a:grpSpLocks/>
            </p:cNvGrpSpPr>
            <p:nvPr/>
          </p:nvGrpSpPr>
          <p:grpSpPr bwMode="auto">
            <a:xfrm>
              <a:off x="1736090" y="2893762"/>
              <a:ext cx="565150" cy="292100"/>
              <a:chOff x="1871277" y="1576300"/>
              <a:chExt cx="1128371" cy="437861"/>
            </a:xfrm>
          </p:grpSpPr>
          <p:sp>
            <p:nvSpPr>
              <p:cNvPr id="276" name="Oval 275"/>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77" name="Rectangle 276"/>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78" name="Oval 277"/>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79" name="Freeform 278"/>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80" name="Freeform 279"/>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81" name="Freeform 280"/>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82" name="Freeform 281"/>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83" name="Straight Connector 282"/>
              <p:cNvCxnSpPr>
                <a:endCxn id="278"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84" name="Straight Connector 283"/>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73" name="Group 272"/>
            <p:cNvGrpSpPr/>
            <p:nvPr/>
          </p:nvGrpSpPr>
          <p:grpSpPr>
            <a:xfrm>
              <a:off x="1770362" y="2873352"/>
              <a:ext cx="428460" cy="369332"/>
              <a:chOff x="667045" y="1708643"/>
              <a:chExt cx="428460" cy="369332"/>
            </a:xfrm>
          </p:grpSpPr>
          <p:sp>
            <p:nvSpPr>
              <p:cNvPr id="274" name="Oval 273"/>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75" name="TextBox 274"/>
              <p:cNvSpPr txBox="1"/>
              <p:nvPr/>
            </p:nvSpPr>
            <p:spPr>
              <a:xfrm>
                <a:off x="667045" y="1708643"/>
                <a:ext cx="428460" cy="369332"/>
              </a:xfrm>
              <a:prstGeom prst="rect">
                <a:avLst/>
              </a:prstGeom>
              <a:noFill/>
            </p:spPr>
            <p:txBody>
              <a:bodyPr wrap="none" rtlCol="0">
                <a:spAutoFit/>
              </a:bodyPr>
              <a:lstStyle/>
              <a:p>
                <a:r>
                  <a:rPr lang="en-US" dirty="0"/>
                  <a:t>3c</a:t>
                </a:r>
              </a:p>
            </p:txBody>
          </p:sp>
        </p:grpSp>
      </p:grpSp>
      <p:grpSp>
        <p:nvGrpSpPr>
          <p:cNvPr id="253" name="Group 252"/>
          <p:cNvGrpSpPr/>
          <p:nvPr/>
        </p:nvGrpSpPr>
        <p:grpSpPr>
          <a:xfrm>
            <a:off x="5731177" y="2214454"/>
            <a:ext cx="536554" cy="333232"/>
            <a:chOff x="1736090" y="2873352"/>
            <a:chExt cx="565150" cy="369332"/>
          </a:xfrm>
        </p:grpSpPr>
        <p:grpSp>
          <p:nvGrpSpPr>
            <p:cNvPr id="259" name="Group 327"/>
            <p:cNvGrpSpPr>
              <a:grpSpLocks/>
            </p:cNvGrpSpPr>
            <p:nvPr/>
          </p:nvGrpSpPr>
          <p:grpSpPr bwMode="auto">
            <a:xfrm>
              <a:off x="1736090" y="2893762"/>
              <a:ext cx="565150" cy="292100"/>
              <a:chOff x="1871277" y="1576300"/>
              <a:chExt cx="1128371" cy="437861"/>
            </a:xfrm>
          </p:grpSpPr>
          <p:sp>
            <p:nvSpPr>
              <p:cNvPr id="263" name="Oval 262"/>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64" name="Rectangle 263"/>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65" name="Oval 264"/>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66" name="Freeform 265"/>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67" name="Freeform 266"/>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68" name="Freeform 267"/>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69" name="Freeform 268"/>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70" name="Straight Connector 269"/>
              <p:cNvCxnSpPr>
                <a:endCxn id="265"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71" name="Straight Connector 270"/>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60" name="Group 259"/>
            <p:cNvGrpSpPr/>
            <p:nvPr/>
          </p:nvGrpSpPr>
          <p:grpSpPr>
            <a:xfrm>
              <a:off x="1770362" y="2873352"/>
              <a:ext cx="441422" cy="369332"/>
              <a:chOff x="667045" y="1708643"/>
              <a:chExt cx="441422" cy="369332"/>
            </a:xfrm>
          </p:grpSpPr>
          <p:sp>
            <p:nvSpPr>
              <p:cNvPr id="261" name="Oval 260"/>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62" name="TextBox 261"/>
              <p:cNvSpPr txBox="1"/>
              <p:nvPr/>
            </p:nvSpPr>
            <p:spPr>
              <a:xfrm>
                <a:off x="667045" y="1708643"/>
                <a:ext cx="441422" cy="369332"/>
              </a:xfrm>
              <a:prstGeom prst="rect">
                <a:avLst/>
              </a:prstGeom>
              <a:noFill/>
            </p:spPr>
            <p:txBody>
              <a:bodyPr wrap="none" rtlCol="0">
                <a:spAutoFit/>
              </a:bodyPr>
              <a:lstStyle/>
              <a:p>
                <a:r>
                  <a:rPr lang="en-US" dirty="0"/>
                  <a:t>3a</a:t>
                </a:r>
              </a:p>
            </p:txBody>
          </p:sp>
        </p:grpSp>
      </p:grpSp>
      <p:cxnSp>
        <p:nvCxnSpPr>
          <p:cNvPr id="254" name="Straight Connector 253"/>
          <p:cNvCxnSpPr/>
          <p:nvPr/>
        </p:nvCxnSpPr>
        <p:spPr bwMode="auto">
          <a:xfrm>
            <a:off x="6276273" y="2367749"/>
            <a:ext cx="1143946" cy="5732"/>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255" name="Straight Connector 254"/>
          <p:cNvCxnSpPr>
            <a:stCxn id="302" idx="7"/>
          </p:cNvCxnSpPr>
          <p:nvPr/>
        </p:nvCxnSpPr>
        <p:spPr bwMode="auto">
          <a:xfrm>
            <a:off x="7046457" y="1921905"/>
            <a:ext cx="455753" cy="333629"/>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256" name="Straight Connector 255"/>
          <p:cNvCxnSpPr/>
          <p:nvPr/>
        </p:nvCxnSpPr>
        <p:spPr bwMode="auto">
          <a:xfrm>
            <a:off x="6174303" y="2491974"/>
            <a:ext cx="453745" cy="322169"/>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257" name="Straight Connector 256"/>
          <p:cNvCxnSpPr/>
          <p:nvPr/>
        </p:nvCxnSpPr>
        <p:spPr bwMode="auto">
          <a:xfrm flipH="1">
            <a:off x="6162417" y="1933156"/>
            <a:ext cx="482298" cy="315112"/>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258" name="Straight Connector 257"/>
          <p:cNvCxnSpPr/>
          <p:nvPr/>
        </p:nvCxnSpPr>
        <p:spPr bwMode="auto">
          <a:xfrm flipH="1" flipV="1">
            <a:off x="5412148" y="3178324"/>
            <a:ext cx="1295763" cy="643754"/>
          </a:xfrm>
          <a:prstGeom prst="line">
            <a:avLst/>
          </a:prstGeom>
          <a:solidFill>
            <a:schemeClr val="accent1"/>
          </a:solidFill>
          <a:ln w="19050" cap="flat" cmpd="sng" algn="ctr">
            <a:solidFill>
              <a:schemeClr val="bg2">
                <a:lumMod val="75000"/>
              </a:schemeClr>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311" name="Straight Connector 310"/>
          <p:cNvCxnSpPr/>
          <p:nvPr/>
        </p:nvCxnSpPr>
        <p:spPr bwMode="auto">
          <a:xfrm flipH="1" flipV="1">
            <a:off x="3046707" y="2561763"/>
            <a:ext cx="542552" cy="781201"/>
          </a:xfrm>
          <a:prstGeom prst="line">
            <a:avLst/>
          </a:prstGeom>
          <a:solidFill>
            <a:schemeClr val="accent1"/>
          </a:solidFill>
          <a:ln w="3810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312" name="Straight Connector 311"/>
          <p:cNvCxnSpPr/>
          <p:nvPr/>
        </p:nvCxnSpPr>
        <p:spPr bwMode="auto">
          <a:xfrm flipV="1">
            <a:off x="5523188" y="2502881"/>
            <a:ext cx="337735" cy="823128"/>
          </a:xfrm>
          <a:prstGeom prst="line">
            <a:avLst/>
          </a:prstGeom>
          <a:solidFill>
            <a:schemeClr val="accent1"/>
          </a:solidFill>
          <a:ln w="3810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sp>
        <p:nvSpPr>
          <p:cNvPr id="313" name="TextBox 312"/>
          <p:cNvSpPr txBox="1"/>
          <p:nvPr/>
        </p:nvSpPr>
        <p:spPr>
          <a:xfrm>
            <a:off x="3493291" y="2660085"/>
            <a:ext cx="682273" cy="400110"/>
          </a:xfrm>
          <a:prstGeom prst="rect">
            <a:avLst/>
          </a:prstGeom>
          <a:noFill/>
        </p:spPr>
        <p:txBody>
          <a:bodyPr wrap="none" rtlCol="0">
            <a:spAutoFit/>
          </a:bodyPr>
          <a:lstStyle/>
          <a:p>
            <a:r>
              <a:rPr lang="en-US" sz="2000" dirty="0">
                <a:solidFill>
                  <a:srgbClr val="000090"/>
                </a:solidFill>
              </a:rPr>
              <a:t>AS2</a:t>
            </a:r>
          </a:p>
        </p:txBody>
      </p:sp>
      <p:sp>
        <p:nvSpPr>
          <p:cNvPr id="314" name="TextBox 313"/>
          <p:cNvSpPr txBox="1"/>
          <p:nvPr/>
        </p:nvSpPr>
        <p:spPr>
          <a:xfrm>
            <a:off x="5543950" y="1573383"/>
            <a:ext cx="682273" cy="400110"/>
          </a:xfrm>
          <a:prstGeom prst="rect">
            <a:avLst/>
          </a:prstGeom>
          <a:noFill/>
        </p:spPr>
        <p:txBody>
          <a:bodyPr wrap="none" rtlCol="0">
            <a:spAutoFit/>
          </a:bodyPr>
          <a:lstStyle/>
          <a:p>
            <a:r>
              <a:rPr lang="en-US" sz="2000" dirty="0">
                <a:solidFill>
                  <a:srgbClr val="000090"/>
                </a:solidFill>
              </a:rPr>
              <a:t>AS3</a:t>
            </a:r>
          </a:p>
        </p:txBody>
      </p:sp>
      <p:sp>
        <p:nvSpPr>
          <p:cNvPr id="315" name="TextBox 314"/>
          <p:cNvSpPr txBox="1"/>
          <p:nvPr/>
        </p:nvSpPr>
        <p:spPr>
          <a:xfrm>
            <a:off x="707172" y="1784059"/>
            <a:ext cx="682273" cy="400110"/>
          </a:xfrm>
          <a:prstGeom prst="rect">
            <a:avLst/>
          </a:prstGeom>
          <a:noFill/>
        </p:spPr>
        <p:txBody>
          <a:bodyPr wrap="none" rtlCol="0">
            <a:spAutoFit/>
          </a:bodyPr>
          <a:lstStyle/>
          <a:p>
            <a:r>
              <a:rPr lang="en-US" sz="2000" dirty="0">
                <a:solidFill>
                  <a:srgbClr val="000090"/>
                </a:solidFill>
              </a:rPr>
              <a:t>AS1</a:t>
            </a:r>
          </a:p>
        </p:txBody>
      </p:sp>
      <p:grpSp>
        <p:nvGrpSpPr>
          <p:cNvPr id="316" name="Group 315"/>
          <p:cNvGrpSpPr/>
          <p:nvPr/>
        </p:nvGrpSpPr>
        <p:grpSpPr>
          <a:xfrm>
            <a:off x="7070827" y="2634990"/>
            <a:ext cx="1701734" cy="616172"/>
            <a:chOff x="7073692" y="5469792"/>
            <a:chExt cx="1701734" cy="616172"/>
          </a:xfrm>
        </p:grpSpPr>
        <p:grpSp>
          <p:nvGrpSpPr>
            <p:cNvPr id="317" name="Group 316"/>
            <p:cNvGrpSpPr/>
            <p:nvPr/>
          </p:nvGrpSpPr>
          <p:grpSpPr>
            <a:xfrm>
              <a:off x="7073692" y="5469792"/>
              <a:ext cx="1701734" cy="616172"/>
              <a:chOff x="6946249" y="5096269"/>
              <a:chExt cx="1701734" cy="616172"/>
            </a:xfrm>
          </p:grpSpPr>
          <p:sp>
            <p:nvSpPr>
              <p:cNvPr id="319" name="Freeform 2"/>
              <p:cNvSpPr>
                <a:spLocks/>
              </p:cNvSpPr>
              <p:nvPr/>
            </p:nvSpPr>
            <p:spPr bwMode="auto">
              <a:xfrm>
                <a:off x="6946249" y="5096269"/>
                <a:ext cx="1701734" cy="616172"/>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 fmla="*/ 4 w 8600"/>
                  <a:gd name="connsiteY0" fmla="*/ 4042 h 10128"/>
                  <a:gd name="connsiteX1" fmla="*/ 715 w 8600"/>
                  <a:gd name="connsiteY1" fmla="*/ 1598 h 10128"/>
                  <a:gd name="connsiteX2" fmla="*/ 3130 w 8600"/>
                  <a:gd name="connsiteY2" fmla="*/ 1009 h 10128"/>
                  <a:gd name="connsiteX3" fmla="*/ 4995 w 8600"/>
                  <a:gd name="connsiteY3" fmla="*/ 3 h 10128"/>
                  <a:gd name="connsiteX4" fmla="*/ 6720 w 8600"/>
                  <a:gd name="connsiteY4" fmla="*/ 1012 h 10128"/>
                  <a:gd name="connsiteX5" fmla="*/ 8599 w 8600"/>
                  <a:gd name="connsiteY5" fmla="*/ 6800 h 10128"/>
                  <a:gd name="connsiteX6" fmla="*/ 6995 w 8600"/>
                  <a:gd name="connsiteY6" fmla="*/ 9325 h 10128"/>
                  <a:gd name="connsiteX7" fmla="*/ 5307 w 8600"/>
                  <a:gd name="connsiteY7" fmla="*/ 8846 h 10128"/>
                  <a:gd name="connsiteX8" fmla="*/ 4371 w 8600"/>
                  <a:gd name="connsiteY8" fmla="*/ 9915 h 10128"/>
                  <a:gd name="connsiteX9" fmla="*/ 3140 w 8600"/>
                  <a:gd name="connsiteY9" fmla="*/ 10022 h 10128"/>
                  <a:gd name="connsiteX10" fmla="*/ 2179 w 8600"/>
                  <a:gd name="connsiteY10" fmla="*/ 7898 h 10128"/>
                  <a:gd name="connsiteX11" fmla="*/ 1187 w 8600"/>
                  <a:gd name="connsiteY11" fmla="*/ 7498 h 10128"/>
                  <a:gd name="connsiteX12" fmla="*/ 4 w 8600"/>
                  <a:gd name="connsiteY12" fmla="*/ 4042 h 10128"/>
                  <a:gd name="connsiteX0" fmla="*/ 4 w 9326"/>
                  <a:gd name="connsiteY0" fmla="*/ 3988 h 9997"/>
                  <a:gd name="connsiteX1" fmla="*/ 830 w 9326"/>
                  <a:gd name="connsiteY1" fmla="*/ 1575 h 9997"/>
                  <a:gd name="connsiteX2" fmla="*/ 3639 w 9326"/>
                  <a:gd name="connsiteY2" fmla="*/ 993 h 9997"/>
                  <a:gd name="connsiteX3" fmla="*/ 5807 w 9326"/>
                  <a:gd name="connsiteY3" fmla="*/ 0 h 9997"/>
                  <a:gd name="connsiteX4" fmla="*/ 7813 w 9326"/>
                  <a:gd name="connsiteY4" fmla="*/ 996 h 9997"/>
                  <a:gd name="connsiteX5" fmla="*/ 9324 w 9326"/>
                  <a:gd name="connsiteY5" fmla="*/ 5746 h 9997"/>
                  <a:gd name="connsiteX6" fmla="*/ 8133 w 9326"/>
                  <a:gd name="connsiteY6" fmla="*/ 9204 h 9997"/>
                  <a:gd name="connsiteX7" fmla="*/ 6170 w 9326"/>
                  <a:gd name="connsiteY7" fmla="*/ 8731 h 9997"/>
                  <a:gd name="connsiteX8" fmla="*/ 5082 w 9326"/>
                  <a:gd name="connsiteY8" fmla="*/ 9787 h 9997"/>
                  <a:gd name="connsiteX9" fmla="*/ 3650 w 9326"/>
                  <a:gd name="connsiteY9" fmla="*/ 9892 h 9997"/>
                  <a:gd name="connsiteX10" fmla="*/ 2533 w 9326"/>
                  <a:gd name="connsiteY10" fmla="*/ 7795 h 9997"/>
                  <a:gd name="connsiteX11" fmla="*/ 1379 w 9326"/>
                  <a:gd name="connsiteY11" fmla="*/ 7400 h 9997"/>
                  <a:gd name="connsiteX12" fmla="*/ 4 w 9326"/>
                  <a:gd name="connsiteY12" fmla="*/ 3988 h 9997"/>
                  <a:gd name="connsiteX0" fmla="*/ 4 w 10001"/>
                  <a:gd name="connsiteY0" fmla="*/ 3989 h 10041"/>
                  <a:gd name="connsiteX1" fmla="*/ 890 w 10001"/>
                  <a:gd name="connsiteY1" fmla="*/ 1575 h 10041"/>
                  <a:gd name="connsiteX2" fmla="*/ 3902 w 10001"/>
                  <a:gd name="connsiteY2" fmla="*/ 993 h 10041"/>
                  <a:gd name="connsiteX3" fmla="*/ 6227 w 10001"/>
                  <a:gd name="connsiteY3" fmla="*/ 0 h 10041"/>
                  <a:gd name="connsiteX4" fmla="*/ 8378 w 10001"/>
                  <a:gd name="connsiteY4" fmla="*/ 996 h 10041"/>
                  <a:gd name="connsiteX5" fmla="*/ 9998 w 10001"/>
                  <a:gd name="connsiteY5" fmla="*/ 5748 h 10041"/>
                  <a:gd name="connsiteX6" fmla="*/ 8721 w 10001"/>
                  <a:gd name="connsiteY6" fmla="*/ 9207 h 10041"/>
                  <a:gd name="connsiteX7" fmla="*/ 5449 w 10001"/>
                  <a:gd name="connsiteY7" fmla="*/ 9790 h 10041"/>
                  <a:gd name="connsiteX8" fmla="*/ 3914 w 10001"/>
                  <a:gd name="connsiteY8" fmla="*/ 9895 h 10041"/>
                  <a:gd name="connsiteX9" fmla="*/ 2716 w 10001"/>
                  <a:gd name="connsiteY9" fmla="*/ 7797 h 10041"/>
                  <a:gd name="connsiteX10" fmla="*/ 1479 w 10001"/>
                  <a:gd name="connsiteY10" fmla="*/ 7402 h 10041"/>
                  <a:gd name="connsiteX11" fmla="*/ 4 w 10001"/>
                  <a:gd name="connsiteY11" fmla="*/ 3989 h 10041"/>
                  <a:gd name="connsiteX0" fmla="*/ 4 w 10001"/>
                  <a:gd name="connsiteY0" fmla="*/ 3989 h 14825"/>
                  <a:gd name="connsiteX1" fmla="*/ 890 w 10001"/>
                  <a:gd name="connsiteY1" fmla="*/ 1575 h 14825"/>
                  <a:gd name="connsiteX2" fmla="*/ 3902 w 10001"/>
                  <a:gd name="connsiteY2" fmla="*/ 993 h 14825"/>
                  <a:gd name="connsiteX3" fmla="*/ 6227 w 10001"/>
                  <a:gd name="connsiteY3" fmla="*/ 0 h 14825"/>
                  <a:gd name="connsiteX4" fmla="*/ 8378 w 10001"/>
                  <a:gd name="connsiteY4" fmla="*/ 996 h 14825"/>
                  <a:gd name="connsiteX5" fmla="*/ 9998 w 10001"/>
                  <a:gd name="connsiteY5" fmla="*/ 5748 h 14825"/>
                  <a:gd name="connsiteX6" fmla="*/ 8721 w 10001"/>
                  <a:gd name="connsiteY6" fmla="*/ 9207 h 14825"/>
                  <a:gd name="connsiteX7" fmla="*/ 6011 w 10001"/>
                  <a:gd name="connsiteY7" fmla="*/ 14823 h 14825"/>
                  <a:gd name="connsiteX8" fmla="*/ 3914 w 10001"/>
                  <a:gd name="connsiteY8" fmla="*/ 9895 h 14825"/>
                  <a:gd name="connsiteX9" fmla="*/ 2716 w 10001"/>
                  <a:gd name="connsiteY9" fmla="*/ 7797 h 14825"/>
                  <a:gd name="connsiteX10" fmla="*/ 1479 w 10001"/>
                  <a:gd name="connsiteY10" fmla="*/ 7402 h 14825"/>
                  <a:gd name="connsiteX11" fmla="*/ 4 w 10001"/>
                  <a:gd name="connsiteY11" fmla="*/ 3989 h 14825"/>
                  <a:gd name="connsiteX0" fmla="*/ 4 w 10001"/>
                  <a:gd name="connsiteY0" fmla="*/ 7436 h 18272"/>
                  <a:gd name="connsiteX1" fmla="*/ 890 w 10001"/>
                  <a:gd name="connsiteY1" fmla="*/ 5022 h 18272"/>
                  <a:gd name="connsiteX2" fmla="*/ 3902 w 10001"/>
                  <a:gd name="connsiteY2" fmla="*/ 4440 h 18272"/>
                  <a:gd name="connsiteX3" fmla="*/ 6026 w 10001"/>
                  <a:gd name="connsiteY3" fmla="*/ 0 h 18272"/>
                  <a:gd name="connsiteX4" fmla="*/ 8378 w 10001"/>
                  <a:gd name="connsiteY4" fmla="*/ 4443 h 18272"/>
                  <a:gd name="connsiteX5" fmla="*/ 9998 w 10001"/>
                  <a:gd name="connsiteY5" fmla="*/ 9195 h 18272"/>
                  <a:gd name="connsiteX6" fmla="*/ 8721 w 10001"/>
                  <a:gd name="connsiteY6" fmla="*/ 12654 h 18272"/>
                  <a:gd name="connsiteX7" fmla="*/ 6011 w 10001"/>
                  <a:gd name="connsiteY7" fmla="*/ 18270 h 18272"/>
                  <a:gd name="connsiteX8" fmla="*/ 3914 w 10001"/>
                  <a:gd name="connsiteY8" fmla="*/ 13342 h 18272"/>
                  <a:gd name="connsiteX9" fmla="*/ 2716 w 10001"/>
                  <a:gd name="connsiteY9" fmla="*/ 11244 h 18272"/>
                  <a:gd name="connsiteX10" fmla="*/ 1479 w 10001"/>
                  <a:gd name="connsiteY10" fmla="*/ 10849 h 18272"/>
                  <a:gd name="connsiteX11" fmla="*/ 4 w 10001"/>
                  <a:gd name="connsiteY11" fmla="*/ 7436 h 18272"/>
                  <a:gd name="connsiteX0" fmla="*/ 1 w 9998"/>
                  <a:gd name="connsiteY0" fmla="*/ 7436 h 18272"/>
                  <a:gd name="connsiteX1" fmla="*/ 3899 w 9998"/>
                  <a:gd name="connsiteY1" fmla="*/ 4440 h 18272"/>
                  <a:gd name="connsiteX2" fmla="*/ 6023 w 9998"/>
                  <a:gd name="connsiteY2" fmla="*/ 0 h 18272"/>
                  <a:gd name="connsiteX3" fmla="*/ 8375 w 9998"/>
                  <a:gd name="connsiteY3" fmla="*/ 4443 h 18272"/>
                  <a:gd name="connsiteX4" fmla="*/ 9995 w 9998"/>
                  <a:gd name="connsiteY4" fmla="*/ 9195 h 18272"/>
                  <a:gd name="connsiteX5" fmla="*/ 8718 w 9998"/>
                  <a:gd name="connsiteY5" fmla="*/ 12654 h 18272"/>
                  <a:gd name="connsiteX6" fmla="*/ 6008 w 9998"/>
                  <a:gd name="connsiteY6" fmla="*/ 18270 h 18272"/>
                  <a:gd name="connsiteX7" fmla="*/ 3911 w 9998"/>
                  <a:gd name="connsiteY7" fmla="*/ 13342 h 18272"/>
                  <a:gd name="connsiteX8" fmla="*/ 2713 w 9998"/>
                  <a:gd name="connsiteY8" fmla="*/ 11244 h 18272"/>
                  <a:gd name="connsiteX9" fmla="*/ 1476 w 9998"/>
                  <a:gd name="connsiteY9" fmla="*/ 10849 h 18272"/>
                  <a:gd name="connsiteX10" fmla="*/ 1 w 9998"/>
                  <a:gd name="connsiteY10" fmla="*/ 7436 h 18272"/>
                  <a:gd name="connsiteX0" fmla="*/ 35 w 8559"/>
                  <a:gd name="connsiteY0" fmla="*/ 5938 h 10000"/>
                  <a:gd name="connsiteX1" fmla="*/ 2459 w 8559"/>
                  <a:gd name="connsiteY1" fmla="*/ 2430 h 10000"/>
                  <a:gd name="connsiteX2" fmla="*/ 4583 w 8559"/>
                  <a:gd name="connsiteY2" fmla="*/ 0 h 10000"/>
                  <a:gd name="connsiteX3" fmla="*/ 6936 w 8559"/>
                  <a:gd name="connsiteY3" fmla="*/ 2432 h 10000"/>
                  <a:gd name="connsiteX4" fmla="*/ 8556 w 8559"/>
                  <a:gd name="connsiteY4" fmla="*/ 5032 h 10000"/>
                  <a:gd name="connsiteX5" fmla="*/ 7279 w 8559"/>
                  <a:gd name="connsiteY5" fmla="*/ 6925 h 10000"/>
                  <a:gd name="connsiteX6" fmla="*/ 4568 w 8559"/>
                  <a:gd name="connsiteY6" fmla="*/ 9999 h 10000"/>
                  <a:gd name="connsiteX7" fmla="*/ 2471 w 8559"/>
                  <a:gd name="connsiteY7" fmla="*/ 7302 h 10000"/>
                  <a:gd name="connsiteX8" fmla="*/ 1273 w 8559"/>
                  <a:gd name="connsiteY8" fmla="*/ 6154 h 10000"/>
                  <a:gd name="connsiteX9" fmla="*/ 35 w 8559"/>
                  <a:gd name="connsiteY9" fmla="*/ 5938 h 10000"/>
                  <a:gd name="connsiteX0" fmla="*/ 49 w 9820"/>
                  <a:gd name="connsiteY0" fmla="*/ 4655 h 10000"/>
                  <a:gd name="connsiteX1" fmla="*/ 2693 w 9820"/>
                  <a:gd name="connsiteY1" fmla="*/ 2430 h 10000"/>
                  <a:gd name="connsiteX2" fmla="*/ 5175 w 9820"/>
                  <a:gd name="connsiteY2" fmla="*/ 0 h 10000"/>
                  <a:gd name="connsiteX3" fmla="*/ 7924 w 9820"/>
                  <a:gd name="connsiteY3" fmla="*/ 2432 h 10000"/>
                  <a:gd name="connsiteX4" fmla="*/ 9816 w 9820"/>
                  <a:gd name="connsiteY4" fmla="*/ 5032 h 10000"/>
                  <a:gd name="connsiteX5" fmla="*/ 8324 w 9820"/>
                  <a:gd name="connsiteY5" fmla="*/ 6925 h 10000"/>
                  <a:gd name="connsiteX6" fmla="*/ 5157 w 9820"/>
                  <a:gd name="connsiteY6" fmla="*/ 9999 h 10000"/>
                  <a:gd name="connsiteX7" fmla="*/ 2707 w 9820"/>
                  <a:gd name="connsiteY7" fmla="*/ 7302 h 10000"/>
                  <a:gd name="connsiteX8" fmla="*/ 1307 w 9820"/>
                  <a:gd name="connsiteY8" fmla="*/ 6154 h 10000"/>
                  <a:gd name="connsiteX9" fmla="*/ 49 w 9820"/>
                  <a:gd name="connsiteY9" fmla="*/ 4655 h 10000"/>
                  <a:gd name="connsiteX0" fmla="*/ 45 w 9995"/>
                  <a:gd name="connsiteY0" fmla="*/ 4655 h 10000"/>
                  <a:gd name="connsiteX1" fmla="*/ 2737 w 9995"/>
                  <a:gd name="connsiteY1" fmla="*/ 2430 h 10000"/>
                  <a:gd name="connsiteX2" fmla="*/ 5265 w 9995"/>
                  <a:gd name="connsiteY2" fmla="*/ 0 h 10000"/>
                  <a:gd name="connsiteX3" fmla="*/ 8064 w 9995"/>
                  <a:gd name="connsiteY3" fmla="*/ 2432 h 10000"/>
                  <a:gd name="connsiteX4" fmla="*/ 9991 w 9995"/>
                  <a:gd name="connsiteY4" fmla="*/ 5032 h 10000"/>
                  <a:gd name="connsiteX5" fmla="*/ 8472 w 9995"/>
                  <a:gd name="connsiteY5" fmla="*/ 6925 h 10000"/>
                  <a:gd name="connsiteX6" fmla="*/ 5247 w 9995"/>
                  <a:gd name="connsiteY6" fmla="*/ 9999 h 10000"/>
                  <a:gd name="connsiteX7" fmla="*/ 2752 w 9995"/>
                  <a:gd name="connsiteY7" fmla="*/ 7302 h 10000"/>
                  <a:gd name="connsiteX8" fmla="*/ 1374 w 9995"/>
                  <a:gd name="connsiteY8" fmla="*/ 6984 h 10000"/>
                  <a:gd name="connsiteX9" fmla="*/ 45 w 9995"/>
                  <a:gd name="connsiteY9" fmla="*/ 4655 h 10000"/>
                  <a:gd name="connsiteX0" fmla="*/ 45 w 10000"/>
                  <a:gd name="connsiteY0" fmla="*/ 5032 h 10377"/>
                  <a:gd name="connsiteX1" fmla="*/ 2738 w 10000"/>
                  <a:gd name="connsiteY1" fmla="*/ 2807 h 10377"/>
                  <a:gd name="connsiteX2" fmla="*/ 4886 w 10000"/>
                  <a:gd name="connsiteY2" fmla="*/ 0 h 10377"/>
                  <a:gd name="connsiteX3" fmla="*/ 8068 w 10000"/>
                  <a:gd name="connsiteY3" fmla="*/ 2809 h 10377"/>
                  <a:gd name="connsiteX4" fmla="*/ 9996 w 10000"/>
                  <a:gd name="connsiteY4" fmla="*/ 5409 h 10377"/>
                  <a:gd name="connsiteX5" fmla="*/ 8476 w 10000"/>
                  <a:gd name="connsiteY5" fmla="*/ 7302 h 10377"/>
                  <a:gd name="connsiteX6" fmla="*/ 5250 w 10000"/>
                  <a:gd name="connsiteY6" fmla="*/ 10376 h 10377"/>
                  <a:gd name="connsiteX7" fmla="*/ 2753 w 10000"/>
                  <a:gd name="connsiteY7" fmla="*/ 7679 h 10377"/>
                  <a:gd name="connsiteX8" fmla="*/ 1375 w 10000"/>
                  <a:gd name="connsiteY8" fmla="*/ 7361 h 10377"/>
                  <a:gd name="connsiteX9" fmla="*/ 45 w 10000"/>
                  <a:gd name="connsiteY9" fmla="*/ 5032 h 10377"/>
                  <a:gd name="connsiteX0" fmla="*/ 45 w 10000"/>
                  <a:gd name="connsiteY0" fmla="*/ 5036 h 10381"/>
                  <a:gd name="connsiteX1" fmla="*/ 2738 w 10000"/>
                  <a:gd name="connsiteY1" fmla="*/ 2811 h 10381"/>
                  <a:gd name="connsiteX2" fmla="*/ 4886 w 10000"/>
                  <a:gd name="connsiteY2" fmla="*/ 4 h 10381"/>
                  <a:gd name="connsiteX3" fmla="*/ 8068 w 10000"/>
                  <a:gd name="connsiteY3" fmla="*/ 2813 h 10381"/>
                  <a:gd name="connsiteX4" fmla="*/ 9996 w 10000"/>
                  <a:gd name="connsiteY4" fmla="*/ 5413 h 10381"/>
                  <a:gd name="connsiteX5" fmla="*/ 8476 w 10000"/>
                  <a:gd name="connsiteY5" fmla="*/ 7306 h 10381"/>
                  <a:gd name="connsiteX6" fmla="*/ 5250 w 10000"/>
                  <a:gd name="connsiteY6" fmla="*/ 10380 h 10381"/>
                  <a:gd name="connsiteX7" fmla="*/ 2753 w 10000"/>
                  <a:gd name="connsiteY7" fmla="*/ 7683 h 10381"/>
                  <a:gd name="connsiteX8" fmla="*/ 1375 w 10000"/>
                  <a:gd name="connsiteY8" fmla="*/ 7365 h 10381"/>
                  <a:gd name="connsiteX9" fmla="*/ 45 w 10000"/>
                  <a:gd name="connsiteY9" fmla="*/ 5036 h 10381"/>
                  <a:gd name="connsiteX0" fmla="*/ 45 w 10000"/>
                  <a:gd name="connsiteY0" fmla="*/ 5036 h 10796"/>
                  <a:gd name="connsiteX1" fmla="*/ 2738 w 10000"/>
                  <a:gd name="connsiteY1" fmla="*/ 2811 h 10796"/>
                  <a:gd name="connsiteX2" fmla="*/ 4886 w 10000"/>
                  <a:gd name="connsiteY2" fmla="*/ 4 h 10796"/>
                  <a:gd name="connsiteX3" fmla="*/ 8068 w 10000"/>
                  <a:gd name="connsiteY3" fmla="*/ 2813 h 10796"/>
                  <a:gd name="connsiteX4" fmla="*/ 9996 w 10000"/>
                  <a:gd name="connsiteY4" fmla="*/ 5413 h 10796"/>
                  <a:gd name="connsiteX5" fmla="*/ 8476 w 10000"/>
                  <a:gd name="connsiteY5" fmla="*/ 7306 h 10796"/>
                  <a:gd name="connsiteX6" fmla="*/ 5202 w 10000"/>
                  <a:gd name="connsiteY6" fmla="*/ 10795 h 10796"/>
                  <a:gd name="connsiteX7" fmla="*/ 2753 w 10000"/>
                  <a:gd name="connsiteY7" fmla="*/ 7683 h 10796"/>
                  <a:gd name="connsiteX8" fmla="*/ 1375 w 10000"/>
                  <a:gd name="connsiteY8" fmla="*/ 7365 h 10796"/>
                  <a:gd name="connsiteX9" fmla="*/ 45 w 10000"/>
                  <a:gd name="connsiteY9" fmla="*/ 5036 h 10796"/>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 w 9959"/>
                  <a:gd name="connsiteY0" fmla="*/ 5593 h 11352"/>
                  <a:gd name="connsiteX1" fmla="*/ 1089 w 9959"/>
                  <a:gd name="connsiteY1" fmla="*/ 469 h 11352"/>
                  <a:gd name="connsiteX2" fmla="*/ 4845 w 9959"/>
                  <a:gd name="connsiteY2" fmla="*/ 561 h 11352"/>
                  <a:gd name="connsiteX3" fmla="*/ 8027 w 9959"/>
                  <a:gd name="connsiteY3" fmla="*/ 3370 h 11352"/>
                  <a:gd name="connsiteX4" fmla="*/ 9955 w 9959"/>
                  <a:gd name="connsiteY4" fmla="*/ 5970 h 11352"/>
                  <a:gd name="connsiteX5" fmla="*/ 8435 w 9959"/>
                  <a:gd name="connsiteY5" fmla="*/ 7863 h 11352"/>
                  <a:gd name="connsiteX6" fmla="*/ 5161 w 9959"/>
                  <a:gd name="connsiteY6" fmla="*/ 11352 h 11352"/>
                  <a:gd name="connsiteX7" fmla="*/ 2712 w 9959"/>
                  <a:gd name="connsiteY7" fmla="*/ 8240 h 11352"/>
                  <a:gd name="connsiteX8" fmla="*/ 1334 w 9959"/>
                  <a:gd name="connsiteY8" fmla="*/ 7922 h 11352"/>
                  <a:gd name="connsiteX9" fmla="*/ 4 w 9959"/>
                  <a:gd name="connsiteY9" fmla="*/ 5593 h 11352"/>
                  <a:gd name="connsiteX0" fmla="*/ 0 w 11223"/>
                  <a:gd name="connsiteY0" fmla="*/ 3835 h 9929"/>
                  <a:gd name="connsiteX1" fmla="*/ 2316 w 11223"/>
                  <a:gd name="connsiteY1" fmla="*/ 342 h 9929"/>
                  <a:gd name="connsiteX2" fmla="*/ 6088 w 11223"/>
                  <a:gd name="connsiteY2" fmla="*/ 423 h 9929"/>
                  <a:gd name="connsiteX3" fmla="*/ 9283 w 11223"/>
                  <a:gd name="connsiteY3" fmla="*/ 2898 h 9929"/>
                  <a:gd name="connsiteX4" fmla="*/ 11219 w 11223"/>
                  <a:gd name="connsiteY4" fmla="*/ 5188 h 9929"/>
                  <a:gd name="connsiteX5" fmla="*/ 9693 w 11223"/>
                  <a:gd name="connsiteY5" fmla="*/ 6856 h 9929"/>
                  <a:gd name="connsiteX6" fmla="*/ 6405 w 11223"/>
                  <a:gd name="connsiteY6" fmla="*/ 9929 h 9929"/>
                  <a:gd name="connsiteX7" fmla="*/ 3946 w 11223"/>
                  <a:gd name="connsiteY7" fmla="*/ 7188 h 9929"/>
                  <a:gd name="connsiteX8" fmla="*/ 2562 w 11223"/>
                  <a:gd name="connsiteY8" fmla="*/ 6908 h 9929"/>
                  <a:gd name="connsiteX9" fmla="*/ 0 w 11223"/>
                  <a:gd name="connsiteY9" fmla="*/ 3835 h 9929"/>
                  <a:gd name="connsiteX0" fmla="*/ 0 w 9999"/>
                  <a:gd name="connsiteY0" fmla="*/ 3862 h 10000"/>
                  <a:gd name="connsiteX1" fmla="*/ 2064 w 9999"/>
                  <a:gd name="connsiteY1" fmla="*/ 344 h 10000"/>
                  <a:gd name="connsiteX2" fmla="*/ 5425 w 9999"/>
                  <a:gd name="connsiteY2" fmla="*/ 426 h 10000"/>
                  <a:gd name="connsiteX3" fmla="*/ 8271 w 9999"/>
                  <a:gd name="connsiteY3" fmla="*/ 2919 h 10000"/>
                  <a:gd name="connsiteX4" fmla="*/ 9996 w 9999"/>
                  <a:gd name="connsiteY4" fmla="*/ 5225 h 10000"/>
                  <a:gd name="connsiteX5" fmla="*/ 8637 w 9999"/>
                  <a:gd name="connsiteY5" fmla="*/ 6905 h 10000"/>
                  <a:gd name="connsiteX6" fmla="*/ 5707 w 9999"/>
                  <a:gd name="connsiteY6" fmla="*/ 10000 h 10000"/>
                  <a:gd name="connsiteX7" fmla="*/ 2283 w 9999"/>
                  <a:gd name="connsiteY7" fmla="*/ 6957 h 10000"/>
                  <a:gd name="connsiteX8" fmla="*/ 0 w 9999"/>
                  <a:gd name="connsiteY8" fmla="*/ 3862 h 10000"/>
                  <a:gd name="connsiteX0" fmla="*/ 124 w 10124"/>
                  <a:gd name="connsiteY0" fmla="*/ 3862 h 10000"/>
                  <a:gd name="connsiteX1" fmla="*/ 2188 w 10124"/>
                  <a:gd name="connsiteY1" fmla="*/ 344 h 10000"/>
                  <a:gd name="connsiteX2" fmla="*/ 5550 w 10124"/>
                  <a:gd name="connsiteY2" fmla="*/ 426 h 10000"/>
                  <a:gd name="connsiteX3" fmla="*/ 8396 w 10124"/>
                  <a:gd name="connsiteY3" fmla="*/ 2919 h 10000"/>
                  <a:gd name="connsiteX4" fmla="*/ 10121 w 10124"/>
                  <a:gd name="connsiteY4" fmla="*/ 5225 h 10000"/>
                  <a:gd name="connsiteX5" fmla="*/ 8762 w 10124"/>
                  <a:gd name="connsiteY5" fmla="*/ 6905 h 10000"/>
                  <a:gd name="connsiteX6" fmla="*/ 5832 w 10124"/>
                  <a:gd name="connsiteY6" fmla="*/ 10000 h 10000"/>
                  <a:gd name="connsiteX7" fmla="*/ 124 w 10124"/>
                  <a:gd name="connsiteY7" fmla="*/ 3862 h 10000"/>
                  <a:gd name="connsiteX0" fmla="*/ 43 w 10045"/>
                  <a:gd name="connsiteY0" fmla="*/ 3862 h 6912"/>
                  <a:gd name="connsiteX1" fmla="*/ 2107 w 10045"/>
                  <a:gd name="connsiteY1" fmla="*/ 344 h 6912"/>
                  <a:gd name="connsiteX2" fmla="*/ 5469 w 10045"/>
                  <a:gd name="connsiteY2" fmla="*/ 426 h 6912"/>
                  <a:gd name="connsiteX3" fmla="*/ 8315 w 10045"/>
                  <a:gd name="connsiteY3" fmla="*/ 2919 h 6912"/>
                  <a:gd name="connsiteX4" fmla="*/ 10040 w 10045"/>
                  <a:gd name="connsiteY4" fmla="*/ 5225 h 6912"/>
                  <a:gd name="connsiteX5" fmla="*/ 8681 w 10045"/>
                  <a:gd name="connsiteY5" fmla="*/ 6905 h 6912"/>
                  <a:gd name="connsiteX6" fmla="*/ 3967 w 10045"/>
                  <a:gd name="connsiteY6" fmla="*/ 5885 h 6912"/>
                  <a:gd name="connsiteX7" fmla="*/ 43 w 10045"/>
                  <a:gd name="connsiteY7" fmla="*/ 3862 h 6912"/>
                  <a:gd name="connsiteX0" fmla="*/ 47 w 10004"/>
                  <a:gd name="connsiteY0" fmla="*/ 5106 h 9519"/>
                  <a:gd name="connsiteX1" fmla="*/ 2102 w 10004"/>
                  <a:gd name="connsiteY1" fmla="*/ 17 h 9519"/>
                  <a:gd name="connsiteX2" fmla="*/ 6651 w 10004"/>
                  <a:gd name="connsiteY2" fmla="*/ 3484 h 9519"/>
                  <a:gd name="connsiteX3" fmla="*/ 8282 w 10004"/>
                  <a:gd name="connsiteY3" fmla="*/ 3742 h 9519"/>
                  <a:gd name="connsiteX4" fmla="*/ 9999 w 10004"/>
                  <a:gd name="connsiteY4" fmla="*/ 7078 h 9519"/>
                  <a:gd name="connsiteX5" fmla="*/ 8646 w 10004"/>
                  <a:gd name="connsiteY5" fmla="*/ 9509 h 9519"/>
                  <a:gd name="connsiteX6" fmla="*/ 3953 w 10004"/>
                  <a:gd name="connsiteY6" fmla="*/ 8033 h 9519"/>
                  <a:gd name="connsiteX7" fmla="*/ 47 w 10004"/>
                  <a:gd name="connsiteY7" fmla="*/ 5106 h 9519"/>
                  <a:gd name="connsiteX0" fmla="*/ 43 w 9996"/>
                  <a:gd name="connsiteY0" fmla="*/ 6232 h 10868"/>
                  <a:gd name="connsiteX1" fmla="*/ 2097 w 9996"/>
                  <a:gd name="connsiteY1" fmla="*/ 886 h 10868"/>
                  <a:gd name="connsiteX2" fmla="*/ 5642 w 9996"/>
                  <a:gd name="connsiteY2" fmla="*/ 385 h 10868"/>
                  <a:gd name="connsiteX3" fmla="*/ 8275 w 9996"/>
                  <a:gd name="connsiteY3" fmla="*/ 4799 h 10868"/>
                  <a:gd name="connsiteX4" fmla="*/ 9991 w 9996"/>
                  <a:gd name="connsiteY4" fmla="*/ 8304 h 10868"/>
                  <a:gd name="connsiteX5" fmla="*/ 8639 w 9996"/>
                  <a:gd name="connsiteY5" fmla="*/ 10857 h 10868"/>
                  <a:gd name="connsiteX6" fmla="*/ 3947 w 9996"/>
                  <a:gd name="connsiteY6" fmla="*/ 9307 h 10868"/>
                  <a:gd name="connsiteX7" fmla="*/ 43 w 9996"/>
                  <a:gd name="connsiteY7" fmla="*/ 6232 h 10868"/>
                  <a:gd name="connsiteX0" fmla="*/ 43 w 10004"/>
                  <a:gd name="connsiteY0" fmla="*/ 5543 h 9809"/>
                  <a:gd name="connsiteX1" fmla="*/ 2098 w 10004"/>
                  <a:gd name="connsiteY1" fmla="*/ 624 h 9809"/>
                  <a:gd name="connsiteX2" fmla="*/ 5644 w 10004"/>
                  <a:gd name="connsiteY2" fmla="*/ 163 h 9809"/>
                  <a:gd name="connsiteX3" fmla="*/ 8163 w 10004"/>
                  <a:gd name="connsiteY3" fmla="*/ 1492 h 9809"/>
                  <a:gd name="connsiteX4" fmla="*/ 9995 w 10004"/>
                  <a:gd name="connsiteY4" fmla="*/ 7450 h 9809"/>
                  <a:gd name="connsiteX5" fmla="*/ 8642 w 10004"/>
                  <a:gd name="connsiteY5" fmla="*/ 9799 h 9809"/>
                  <a:gd name="connsiteX6" fmla="*/ 3949 w 10004"/>
                  <a:gd name="connsiteY6" fmla="*/ 8373 h 9809"/>
                  <a:gd name="connsiteX7" fmla="*/ 43 w 10004"/>
                  <a:gd name="connsiteY7" fmla="*/ 5543 h 9809"/>
                  <a:gd name="connsiteX0" fmla="*/ 43 w 8950"/>
                  <a:gd name="connsiteY0" fmla="*/ 5651 h 10081"/>
                  <a:gd name="connsiteX1" fmla="*/ 2097 w 8950"/>
                  <a:gd name="connsiteY1" fmla="*/ 636 h 10081"/>
                  <a:gd name="connsiteX2" fmla="*/ 5642 w 8950"/>
                  <a:gd name="connsiteY2" fmla="*/ 166 h 10081"/>
                  <a:gd name="connsiteX3" fmla="*/ 8160 w 8950"/>
                  <a:gd name="connsiteY3" fmla="*/ 1521 h 10081"/>
                  <a:gd name="connsiteX4" fmla="*/ 8473 w 8950"/>
                  <a:gd name="connsiteY4" fmla="*/ 5322 h 10081"/>
                  <a:gd name="connsiteX5" fmla="*/ 8639 w 8950"/>
                  <a:gd name="connsiteY5" fmla="*/ 9990 h 10081"/>
                  <a:gd name="connsiteX6" fmla="*/ 3947 w 8950"/>
                  <a:gd name="connsiteY6" fmla="*/ 8536 h 10081"/>
                  <a:gd name="connsiteX7" fmla="*/ 43 w 8950"/>
                  <a:gd name="connsiteY7" fmla="*/ 5651 h 10081"/>
                  <a:gd name="connsiteX0" fmla="*/ 48 w 9651"/>
                  <a:gd name="connsiteY0" fmla="*/ 5606 h 8648"/>
                  <a:gd name="connsiteX1" fmla="*/ 2343 w 9651"/>
                  <a:gd name="connsiteY1" fmla="*/ 631 h 8648"/>
                  <a:gd name="connsiteX2" fmla="*/ 6304 w 9651"/>
                  <a:gd name="connsiteY2" fmla="*/ 165 h 8648"/>
                  <a:gd name="connsiteX3" fmla="*/ 9117 w 9651"/>
                  <a:gd name="connsiteY3" fmla="*/ 1509 h 8648"/>
                  <a:gd name="connsiteX4" fmla="*/ 9467 w 9651"/>
                  <a:gd name="connsiteY4" fmla="*/ 5279 h 8648"/>
                  <a:gd name="connsiteX5" fmla="*/ 6997 w 9651"/>
                  <a:gd name="connsiteY5" fmla="*/ 8019 h 8648"/>
                  <a:gd name="connsiteX6" fmla="*/ 4410 w 9651"/>
                  <a:gd name="connsiteY6" fmla="*/ 8467 h 8648"/>
                  <a:gd name="connsiteX7" fmla="*/ 48 w 9651"/>
                  <a:gd name="connsiteY7" fmla="*/ 5606 h 8648"/>
                  <a:gd name="connsiteX0" fmla="*/ 41 w 9991"/>
                  <a:gd name="connsiteY0" fmla="*/ 6482 h 9316"/>
                  <a:gd name="connsiteX1" fmla="*/ 2419 w 9991"/>
                  <a:gd name="connsiteY1" fmla="*/ 730 h 9316"/>
                  <a:gd name="connsiteX2" fmla="*/ 6523 w 9991"/>
                  <a:gd name="connsiteY2" fmla="*/ 191 h 9316"/>
                  <a:gd name="connsiteX3" fmla="*/ 9438 w 9991"/>
                  <a:gd name="connsiteY3" fmla="*/ 1745 h 9316"/>
                  <a:gd name="connsiteX4" fmla="*/ 9800 w 9991"/>
                  <a:gd name="connsiteY4" fmla="*/ 6104 h 9316"/>
                  <a:gd name="connsiteX5" fmla="*/ 7241 w 9991"/>
                  <a:gd name="connsiteY5" fmla="*/ 9273 h 9316"/>
                  <a:gd name="connsiteX6" fmla="*/ 1411 w 9991"/>
                  <a:gd name="connsiteY6" fmla="*/ 7856 h 9316"/>
                  <a:gd name="connsiteX7" fmla="*/ 41 w 9991"/>
                  <a:gd name="connsiteY7" fmla="*/ 6482 h 9316"/>
                  <a:gd name="connsiteX0" fmla="*/ 19 w 10708"/>
                  <a:gd name="connsiteY0" fmla="*/ 7721 h 10038"/>
                  <a:gd name="connsiteX1" fmla="*/ 3129 w 10708"/>
                  <a:gd name="connsiteY1" fmla="*/ 825 h 10038"/>
                  <a:gd name="connsiteX2" fmla="*/ 7237 w 10708"/>
                  <a:gd name="connsiteY2" fmla="*/ 246 h 10038"/>
                  <a:gd name="connsiteX3" fmla="*/ 10155 w 10708"/>
                  <a:gd name="connsiteY3" fmla="*/ 1914 h 10038"/>
                  <a:gd name="connsiteX4" fmla="*/ 10517 w 10708"/>
                  <a:gd name="connsiteY4" fmla="*/ 6593 h 10038"/>
                  <a:gd name="connsiteX5" fmla="*/ 7956 w 10708"/>
                  <a:gd name="connsiteY5" fmla="*/ 9995 h 10038"/>
                  <a:gd name="connsiteX6" fmla="*/ 2120 w 10708"/>
                  <a:gd name="connsiteY6" fmla="*/ 8474 h 10038"/>
                  <a:gd name="connsiteX7" fmla="*/ 19 w 10708"/>
                  <a:gd name="connsiteY7" fmla="*/ 7721 h 10038"/>
                  <a:gd name="connsiteX0" fmla="*/ 359 w 11048"/>
                  <a:gd name="connsiteY0" fmla="*/ 7721 h 10038"/>
                  <a:gd name="connsiteX1" fmla="*/ 3469 w 11048"/>
                  <a:gd name="connsiteY1" fmla="*/ 825 h 10038"/>
                  <a:gd name="connsiteX2" fmla="*/ 7577 w 11048"/>
                  <a:gd name="connsiteY2" fmla="*/ 246 h 10038"/>
                  <a:gd name="connsiteX3" fmla="*/ 10495 w 11048"/>
                  <a:gd name="connsiteY3" fmla="*/ 1914 h 10038"/>
                  <a:gd name="connsiteX4" fmla="*/ 10857 w 11048"/>
                  <a:gd name="connsiteY4" fmla="*/ 6593 h 10038"/>
                  <a:gd name="connsiteX5" fmla="*/ 8296 w 11048"/>
                  <a:gd name="connsiteY5" fmla="*/ 9995 h 10038"/>
                  <a:gd name="connsiteX6" fmla="*/ 2460 w 11048"/>
                  <a:gd name="connsiteY6" fmla="*/ 8474 h 10038"/>
                  <a:gd name="connsiteX7" fmla="*/ 359 w 11048"/>
                  <a:gd name="connsiteY7" fmla="*/ 7721 h 10038"/>
                  <a:gd name="connsiteX0" fmla="*/ 359 w 11048"/>
                  <a:gd name="connsiteY0" fmla="*/ 8392 h 10075"/>
                  <a:gd name="connsiteX1" fmla="*/ 3469 w 11048"/>
                  <a:gd name="connsiteY1" fmla="*/ 864 h 10075"/>
                  <a:gd name="connsiteX2" fmla="*/ 7577 w 11048"/>
                  <a:gd name="connsiteY2" fmla="*/ 285 h 10075"/>
                  <a:gd name="connsiteX3" fmla="*/ 10495 w 11048"/>
                  <a:gd name="connsiteY3" fmla="*/ 1953 h 10075"/>
                  <a:gd name="connsiteX4" fmla="*/ 10857 w 11048"/>
                  <a:gd name="connsiteY4" fmla="*/ 6632 h 10075"/>
                  <a:gd name="connsiteX5" fmla="*/ 8296 w 11048"/>
                  <a:gd name="connsiteY5" fmla="*/ 10034 h 10075"/>
                  <a:gd name="connsiteX6" fmla="*/ 2460 w 11048"/>
                  <a:gd name="connsiteY6" fmla="*/ 8513 h 10075"/>
                  <a:gd name="connsiteX7" fmla="*/ 359 w 11048"/>
                  <a:gd name="connsiteY7" fmla="*/ 8392 h 10075"/>
                  <a:gd name="connsiteX0" fmla="*/ 371 w 11060"/>
                  <a:gd name="connsiteY0" fmla="*/ 8392 h 10075"/>
                  <a:gd name="connsiteX1" fmla="*/ 3481 w 11060"/>
                  <a:gd name="connsiteY1" fmla="*/ 864 h 10075"/>
                  <a:gd name="connsiteX2" fmla="*/ 7589 w 11060"/>
                  <a:gd name="connsiteY2" fmla="*/ 285 h 10075"/>
                  <a:gd name="connsiteX3" fmla="*/ 10507 w 11060"/>
                  <a:gd name="connsiteY3" fmla="*/ 1953 h 10075"/>
                  <a:gd name="connsiteX4" fmla="*/ 10869 w 11060"/>
                  <a:gd name="connsiteY4" fmla="*/ 6632 h 10075"/>
                  <a:gd name="connsiteX5" fmla="*/ 8308 w 11060"/>
                  <a:gd name="connsiteY5" fmla="*/ 10034 h 10075"/>
                  <a:gd name="connsiteX6" fmla="*/ 2472 w 11060"/>
                  <a:gd name="connsiteY6" fmla="*/ 8513 h 10075"/>
                  <a:gd name="connsiteX7" fmla="*/ 371 w 11060"/>
                  <a:gd name="connsiteY7" fmla="*/ 8392 h 10075"/>
                  <a:gd name="connsiteX0" fmla="*/ 54 w 10743"/>
                  <a:gd name="connsiteY0" fmla="*/ 9468 h 11151"/>
                  <a:gd name="connsiteX1" fmla="*/ 4027 w 10743"/>
                  <a:gd name="connsiteY1" fmla="*/ 495 h 11151"/>
                  <a:gd name="connsiteX2" fmla="*/ 7272 w 10743"/>
                  <a:gd name="connsiteY2" fmla="*/ 1361 h 11151"/>
                  <a:gd name="connsiteX3" fmla="*/ 10190 w 10743"/>
                  <a:gd name="connsiteY3" fmla="*/ 3029 h 11151"/>
                  <a:gd name="connsiteX4" fmla="*/ 10552 w 10743"/>
                  <a:gd name="connsiteY4" fmla="*/ 7708 h 11151"/>
                  <a:gd name="connsiteX5" fmla="*/ 7991 w 10743"/>
                  <a:gd name="connsiteY5" fmla="*/ 11110 h 11151"/>
                  <a:gd name="connsiteX6" fmla="*/ 2155 w 10743"/>
                  <a:gd name="connsiteY6" fmla="*/ 9589 h 11151"/>
                  <a:gd name="connsiteX7" fmla="*/ 54 w 10743"/>
                  <a:gd name="connsiteY7" fmla="*/ 9468 h 11151"/>
                  <a:gd name="connsiteX0" fmla="*/ 54 w 10743"/>
                  <a:gd name="connsiteY0" fmla="*/ 9506 h 11189"/>
                  <a:gd name="connsiteX1" fmla="*/ 4027 w 10743"/>
                  <a:gd name="connsiteY1" fmla="*/ 533 h 11189"/>
                  <a:gd name="connsiteX2" fmla="*/ 7272 w 10743"/>
                  <a:gd name="connsiteY2" fmla="*/ 1399 h 11189"/>
                  <a:gd name="connsiteX3" fmla="*/ 10190 w 10743"/>
                  <a:gd name="connsiteY3" fmla="*/ 3067 h 11189"/>
                  <a:gd name="connsiteX4" fmla="*/ 10552 w 10743"/>
                  <a:gd name="connsiteY4" fmla="*/ 7746 h 11189"/>
                  <a:gd name="connsiteX5" fmla="*/ 7991 w 10743"/>
                  <a:gd name="connsiteY5" fmla="*/ 11148 h 11189"/>
                  <a:gd name="connsiteX6" fmla="*/ 2155 w 10743"/>
                  <a:gd name="connsiteY6" fmla="*/ 9627 h 11189"/>
                  <a:gd name="connsiteX7" fmla="*/ 54 w 10743"/>
                  <a:gd name="connsiteY7" fmla="*/ 9506 h 11189"/>
                  <a:gd name="connsiteX0" fmla="*/ 40 w 11293"/>
                  <a:gd name="connsiteY0" fmla="*/ 9082 h 11127"/>
                  <a:gd name="connsiteX1" fmla="*/ 4577 w 11293"/>
                  <a:gd name="connsiteY1" fmla="*/ 470 h 11127"/>
                  <a:gd name="connsiteX2" fmla="*/ 7822 w 11293"/>
                  <a:gd name="connsiteY2" fmla="*/ 1336 h 11127"/>
                  <a:gd name="connsiteX3" fmla="*/ 10740 w 11293"/>
                  <a:gd name="connsiteY3" fmla="*/ 3004 h 11127"/>
                  <a:gd name="connsiteX4" fmla="*/ 11102 w 11293"/>
                  <a:gd name="connsiteY4" fmla="*/ 7683 h 11127"/>
                  <a:gd name="connsiteX5" fmla="*/ 8541 w 11293"/>
                  <a:gd name="connsiteY5" fmla="*/ 11085 h 11127"/>
                  <a:gd name="connsiteX6" fmla="*/ 2705 w 11293"/>
                  <a:gd name="connsiteY6" fmla="*/ 9564 h 11127"/>
                  <a:gd name="connsiteX7" fmla="*/ 40 w 11293"/>
                  <a:gd name="connsiteY7" fmla="*/ 9082 h 11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293" h="11127">
                    <a:moveTo>
                      <a:pt x="40" y="9082"/>
                    </a:moveTo>
                    <a:cubicBezTo>
                      <a:pt x="352" y="7566"/>
                      <a:pt x="3280" y="1761"/>
                      <a:pt x="4577" y="470"/>
                    </a:cubicBezTo>
                    <a:cubicBezTo>
                      <a:pt x="5874" y="-821"/>
                      <a:pt x="6795" y="914"/>
                      <a:pt x="7822" y="1336"/>
                    </a:cubicBezTo>
                    <a:cubicBezTo>
                      <a:pt x="8849" y="1758"/>
                      <a:pt x="10193" y="1947"/>
                      <a:pt x="10740" y="3004"/>
                    </a:cubicBezTo>
                    <a:cubicBezTo>
                      <a:pt x="11287" y="4061"/>
                      <a:pt x="11468" y="6337"/>
                      <a:pt x="11102" y="7683"/>
                    </a:cubicBezTo>
                    <a:cubicBezTo>
                      <a:pt x="10736" y="9030"/>
                      <a:pt x="9940" y="10771"/>
                      <a:pt x="8541" y="11085"/>
                    </a:cubicBezTo>
                    <a:cubicBezTo>
                      <a:pt x="7141" y="11398"/>
                      <a:pt x="4122" y="9898"/>
                      <a:pt x="2705" y="9564"/>
                    </a:cubicBezTo>
                    <a:cubicBezTo>
                      <a:pt x="1288" y="9230"/>
                      <a:pt x="-272" y="10598"/>
                      <a:pt x="40" y="9082"/>
                    </a:cubicBezTo>
                    <a:close/>
                  </a:path>
                </a:pathLst>
              </a:custGeom>
              <a:solidFill>
                <a:srgbClr val="66CCFF"/>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grpSp>
            <p:nvGrpSpPr>
              <p:cNvPr id="320" name="Group 327"/>
              <p:cNvGrpSpPr>
                <a:grpSpLocks/>
              </p:cNvGrpSpPr>
              <p:nvPr/>
            </p:nvGrpSpPr>
            <p:grpSpPr bwMode="auto">
              <a:xfrm>
                <a:off x="7908175" y="5241780"/>
                <a:ext cx="536554" cy="263548"/>
                <a:chOff x="1871277" y="1576300"/>
                <a:chExt cx="1128371" cy="437861"/>
              </a:xfrm>
            </p:grpSpPr>
            <p:sp>
              <p:nvSpPr>
                <p:cNvPr id="324" name="Oval 323"/>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25" name="Rectangle 324"/>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26" name="Oval 325"/>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27" name="Freeform 326"/>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28" name="Freeform 327"/>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29" name="Freeform 328"/>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30" name="Freeform 329"/>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31" name="Straight Connector 330"/>
                <p:cNvCxnSpPr>
                  <a:endCxn id="326"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32" name="Straight Connector 331"/>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321" name="Group 320"/>
              <p:cNvGrpSpPr/>
              <p:nvPr/>
            </p:nvGrpSpPr>
            <p:grpSpPr>
              <a:xfrm>
                <a:off x="7876581" y="5223365"/>
                <a:ext cx="466894" cy="369332"/>
                <a:chOff x="599495" y="1708643"/>
                <a:chExt cx="491778" cy="409344"/>
              </a:xfrm>
            </p:grpSpPr>
            <p:sp>
              <p:nvSpPr>
                <p:cNvPr id="322" name="Oval 321"/>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323" name="TextBox 322"/>
                <p:cNvSpPr txBox="1"/>
                <p:nvPr/>
              </p:nvSpPr>
              <p:spPr>
                <a:xfrm>
                  <a:off x="599495" y="1708643"/>
                  <a:ext cx="491778" cy="409344"/>
                </a:xfrm>
                <a:prstGeom prst="rect">
                  <a:avLst/>
                </a:prstGeom>
                <a:noFill/>
              </p:spPr>
              <p:txBody>
                <a:bodyPr wrap="none" rtlCol="0">
                  <a:spAutoFit/>
                </a:bodyPr>
                <a:lstStyle/>
                <a:p>
                  <a:pPr algn="ctr"/>
                  <a:r>
                    <a:rPr lang="en-US" dirty="0"/>
                    <a:t>  X</a:t>
                  </a:r>
                </a:p>
              </p:txBody>
            </p:sp>
          </p:grpSp>
        </p:grpSp>
        <p:cxnSp>
          <p:nvCxnSpPr>
            <p:cNvPr id="318" name="Straight Connector 317"/>
            <p:cNvCxnSpPr/>
            <p:nvPr/>
          </p:nvCxnSpPr>
          <p:spPr bwMode="auto">
            <a:xfrm flipH="1">
              <a:off x="7133690" y="5764030"/>
              <a:ext cx="870024" cy="9999"/>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grpSp>
      <p:grpSp>
        <p:nvGrpSpPr>
          <p:cNvPr id="333" name="Group 332"/>
          <p:cNvGrpSpPr/>
          <p:nvPr/>
        </p:nvGrpSpPr>
        <p:grpSpPr>
          <a:xfrm>
            <a:off x="5713444" y="2600984"/>
            <a:ext cx="872159" cy="788717"/>
            <a:chOff x="5713444" y="2379268"/>
            <a:chExt cx="872159" cy="788717"/>
          </a:xfrm>
        </p:grpSpPr>
        <p:sp>
          <p:nvSpPr>
            <p:cNvPr id="334" name="AutoShape 118"/>
            <p:cNvSpPr>
              <a:spLocks noChangeArrowheads="1"/>
            </p:cNvSpPr>
            <p:nvPr/>
          </p:nvSpPr>
          <p:spPr bwMode="auto">
            <a:xfrm rot="17597965">
              <a:off x="5467382" y="2625330"/>
              <a:ext cx="768350" cy="276226"/>
            </a:xfrm>
            <a:prstGeom prst="leftArrow">
              <a:avLst>
                <a:gd name="adj1" fmla="val 50000"/>
                <a:gd name="adj2" fmla="val 69540"/>
              </a:avLst>
            </a:prstGeom>
            <a:gradFill rotWithShape="1">
              <a:gsLst>
                <a:gs pos="0">
                  <a:srgbClr val="FF0000"/>
                </a:gs>
                <a:gs pos="100000">
                  <a:schemeClr val="bg1"/>
                </a:gs>
              </a:gsLst>
              <a:lin ang="0" scaled="1"/>
            </a:gra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p>
          </p:txBody>
        </p:sp>
        <p:sp>
          <p:nvSpPr>
            <p:cNvPr id="335" name="Text Box 119"/>
            <p:cNvSpPr txBox="1">
              <a:spLocks noChangeArrowheads="1"/>
            </p:cNvSpPr>
            <p:nvPr/>
          </p:nvSpPr>
          <p:spPr bwMode="auto">
            <a:xfrm>
              <a:off x="5848435" y="2887139"/>
              <a:ext cx="737168" cy="28084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nSpc>
                  <a:spcPct val="85000"/>
                </a:lnSpc>
              </a:pPr>
              <a:r>
                <a:rPr lang="en-US" sz="1400" i="1" dirty="0">
                  <a:solidFill>
                    <a:srgbClr val="CC0000"/>
                  </a:solidFill>
                </a:rPr>
                <a:t>AS3,X </a:t>
              </a:r>
            </a:p>
          </p:txBody>
        </p:sp>
      </p:grpSp>
      <p:grpSp>
        <p:nvGrpSpPr>
          <p:cNvPr id="336" name="Group 335"/>
          <p:cNvGrpSpPr/>
          <p:nvPr/>
        </p:nvGrpSpPr>
        <p:grpSpPr>
          <a:xfrm>
            <a:off x="2240503" y="2660320"/>
            <a:ext cx="1126397" cy="993049"/>
            <a:chOff x="2240503" y="2438604"/>
            <a:chExt cx="1126397" cy="993049"/>
          </a:xfrm>
        </p:grpSpPr>
        <p:sp>
          <p:nvSpPr>
            <p:cNvPr id="337" name="Text Box 119"/>
            <p:cNvSpPr txBox="1">
              <a:spLocks noChangeArrowheads="1"/>
            </p:cNvSpPr>
            <p:nvPr/>
          </p:nvSpPr>
          <p:spPr bwMode="auto">
            <a:xfrm>
              <a:off x="2240503" y="3150807"/>
              <a:ext cx="1126397" cy="28084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nSpc>
                  <a:spcPct val="85000"/>
                </a:lnSpc>
              </a:pPr>
              <a:r>
                <a:rPr lang="en-US" sz="1400" i="1" dirty="0">
                  <a:solidFill>
                    <a:srgbClr val="CC0000"/>
                  </a:solidFill>
                </a:rPr>
                <a:t>AS1,AS3,X </a:t>
              </a:r>
            </a:p>
          </p:txBody>
        </p:sp>
        <p:sp>
          <p:nvSpPr>
            <p:cNvPr id="338" name="AutoShape 118"/>
            <p:cNvSpPr>
              <a:spLocks noChangeArrowheads="1"/>
            </p:cNvSpPr>
            <p:nvPr/>
          </p:nvSpPr>
          <p:spPr bwMode="auto">
            <a:xfrm rot="14228333">
              <a:off x="2734864" y="2684666"/>
              <a:ext cx="768350" cy="276225"/>
            </a:xfrm>
            <a:prstGeom prst="leftArrow">
              <a:avLst>
                <a:gd name="adj1" fmla="val 50000"/>
                <a:gd name="adj2" fmla="val 69540"/>
              </a:avLst>
            </a:prstGeom>
            <a:gradFill rotWithShape="1">
              <a:gsLst>
                <a:gs pos="0">
                  <a:srgbClr val="FF0000"/>
                </a:gs>
                <a:gs pos="100000">
                  <a:schemeClr val="bg1"/>
                </a:gs>
              </a:gsLst>
              <a:lin ang="0" scaled="1"/>
            </a:gra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p>
          </p:txBody>
        </p:sp>
      </p:grpSp>
      <p:cxnSp>
        <p:nvCxnSpPr>
          <p:cNvPr id="340" name="Straight Arrow Connector 339"/>
          <p:cNvCxnSpPr/>
          <p:nvPr/>
        </p:nvCxnSpPr>
        <p:spPr bwMode="auto">
          <a:xfrm flipH="1">
            <a:off x="4912930" y="3654209"/>
            <a:ext cx="357050" cy="288595"/>
          </a:xfrm>
          <a:prstGeom prst="straightConnector1">
            <a:avLst/>
          </a:prstGeom>
          <a:solidFill>
            <a:schemeClr val="accent1"/>
          </a:solidFill>
          <a:ln w="25400" cap="flat" cmpd="sng" algn="ctr">
            <a:solidFill>
              <a:srgbClr val="CC0000"/>
            </a:solidFill>
            <a:prstDash val="solid"/>
            <a:round/>
            <a:headEnd type="none" w="med" len="med"/>
            <a:tailEnd type="triangle"/>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342" name="Straight Arrow Connector 341"/>
          <p:cNvCxnSpPr/>
          <p:nvPr/>
        </p:nvCxnSpPr>
        <p:spPr bwMode="auto">
          <a:xfrm>
            <a:off x="3885547" y="3671141"/>
            <a:ext cx="413648" cy="296911"/>
          </a:xfrm>
          <a:prstGeom prst="straightConnector1">
            <a:avLst/>
          </a:prstGeom>
          <a:solidFill>
            <a:schemeClr val="accent1"/>
          </a:solidFill>
          <a:ln w="25400" cap="flat" cmpd="sng" algn="ctr">
            <a:solidFill>
              <a:srgbClr val="CC0000"/>
            </a:solidFill>
            <a:prstDash val="solid"/>
            <a:round/>
            <a:headEnd type="none" w="med" len="med"/>
            <a:tailEnd type="triangle"/>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343" name="Straight Connector 342"/>
          <p:cNvCxnSpPr>
            <a:stCxn id="262" idx="1"/>
          </p:cNvCxnSpPr>
          <p:nvPr/>
        </p:nvCxnSpPr>
        <p:spPr bwMode="auto">
          <a:xfrm flipH="1">
            <a:off x="3046901" y="2381069"/>
            <a:ext cx="2716814" cy="143913"/>
          </a:xfrm>
          <a:prstGeom prst="line">
            <a:avLst/>
          </a:prstGeom>
          <a:solidFill>
            <a:schemeClr val="accent1"/>
          </a:solidFill>
          <a:ln w="3810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sp>
        <p:nvSpPr>
          <p:cNvPr id="354" name="TextBox 353"/>
          <p:cNvSpPr txBox="1"/>
          <p:nvPr/>
        </p:nvSpPr>
        <p:spPr>
          <a:xfrm>
            <a:off x="6713852" y="3668010"/>
            <a:ext cx="1860906" cy="338554"/>
          </a:xfrm>
          <a:prstGeom prst="rect">
            <a:avLst/>
          </a:prstGeom>
          <a:noFill/>
        </p:spPr>
        <p:txBody>
          <a:bodyPr wrap="none" rtlCol="0">
            <a:spAutoFit/>
          </a:bodyPr>
          <a:lstStyle/>
          <a:p>
            <a:r>
              <a:rPr lang="en-US" sz="1600" dirty="0">
                <a:solidFill>
                  <a:schemeClr val="bg2">
                    <a:lumMod val="75000"/>
                  </a:schemeClr>
                </a:solidFill>
              </a:rPr>
              <a:t>OSPF link weights</a:t>
            </a:r>
          </a:p>
        </p:txBody>
      </p:sp>
      <p:sp>
        <p:nvSpPr>
          <p:cNvPr id="4" name="TextBox 3"/>
          <p:cNvSpPr txBox="1"/>
          <p:nvPr/>
        </p:nvSpPr>
        <p:spPr>
          <a:xfrm>
            <a:off x="4072921" y="3471742"/>
            <a:ext cx="527738" cy="307777"/>
          </a:xfrm>
          <a:prstGeom prst="rect">
            <a:avLst/>
          </a:prstGeom>
          <a:noFill/>
        </p:spPr>
        <p:txBody>
          <a:bodyPr wrap="none" rtlCol="0">
            <a:spAutoFit/>
          </a:bodyPr>
          <a:lstStyle/>
          <a:p>
            <a:r>
              <a:rPr lang="en-US" sz="1400" i="1" dirty="0">
                <a:solidFill>
                  <a:srgbClr val="606060"/>
                </a:solidFill>
              </a:rPr>
              <a:t>201</a:t>
            </a:r>
            <a:endParaRPr lang="en-US" i="1" dirty="0">
              <a:solidFill>
                <a:srgbClr val="606060"/>
              </a:solidFill>
            </a:endParaRPr>
          </a:p>
        </p:txBody>
      </p:sp>
      <p:sp>
        <p:nvSpPr>
          <p:cNvPr id="357" name="TextBox 356"/>
          <p:cNvSpPr txBox="1"/>
          <p:nvPr/>
        </p:nvSpPr>
        <p:spPr>
          <a:xfrm>
            <a:off x="4531886" y="3127836"/>
            <a:ext cx="527738" cy="307777"/>
          </a:xfrm>
          <a:prstGeom prst="rect">
            <a:avLst/>
          </a:prstGeom>
          <a:noFill/>
        </p:spPr>
        <p:txBody>
          <a:bodyPr wrap="none" rtlCol="0">
            <a:spAutoFit/>
          </a:bodyPr>
          <a:lstStyle/>
          <a:p>
            <a:r>
              <a:rPr lang="en-US" sz="1400" i="1" dirty="0">
                <a:solidFill>
                  <a:srgbClr val="606060"/>
                </a:solidFill>
              </a:rPr>
              <a:t>152</a:t>
            </a:r>
            <a:endParaRPr lang="en-US" i="1" dirty="0">
              <a:solidFill>
                <a:srgbClr val="606060"/>
              </a:solidFill>
            </a:endParaRPr>
          </a:p>
        </p:txBody>
      </p:sp>
      <p:sp>
        <p:nvSpPr>
          <p:cNvPr id="358" name="TextBox 357"/>
          <p:cNvSpPr txBox="1"/>
          <p:nvPr/>
        </p:nvSpPr>
        <p:spPr>
          <a:xfrm>
            <a:off x="5012749" y="2966393"/>
            <a:ext cx="514413" cy="307777"/>
          </a:xfrm>
          <a:prstGeom prst="rect">
            <a:avLst/>
          </a:prstGeom>
          <a:noFill/>
        </p:spPr>
        <p:txBody>
          <a:bodyPr wrap="none" rtlCol="0">
            <a:spAutoFit/>
          </a:bodyPr>
          <a:lstStyle/>
          <a:p>
            <a:r>
              <a:rPr lang="en-US" sz="1400" i="1" dirty="0">
                <a:solidFill>
                  <a:srgbClr val="606060"/>
                </a:solidFill>
              </a:rPr>
              <a:t>112</a:t>
            </a:r>
            <a:endParaRPr lang="en-US" i="1" dirty="0">
              <a:solidFill>
                <a:srgbClr val="606060"/>
              </a:solidFill>
            </a:endParaRPr>
          </a:p>
        </p:txBody>
      </p:sp>
      <p:sp>
        <p:nvSpPr>
          <p:cNvPr id="359" name="TextBox 358"/>
          <p:cNvSpPr txBox="1"/>
          <p:nvPr/>
        </p:nvSpPr>
        <p:spPr>
          <a:xfrm>
            <a:off x="4662388" y="3433508"/>
            <a:ext cx="527738" cy="307777"/>
          </a:xfrm>
          <a:prstGeom prst="rect">
            <a:avLst/>
          </a:prstGeom>
          <a:noFill/>
        </p:spPr>
        <p:txBody>
          <a:bodyPr wrap="none" rtlCol="0">
            <a:spAutoFit/>
          </a:bodyPr>
          <a:lstStyle/>
          <a:p>
            <a:r>
              <a:rPr lang="en-US" sz="1400" i="1" dirty="0">
                <a:solidFill>
                  <a:srgbClr val="606060"/>
                </a:solidFill>
              </a:rPr>
              <a:t>263</a:t>
            </a:r>
            <a:endParaRPr lang="en-US" i="1" dirty="0">
              <a:solidFill>
                <a:srgbClr val="606060"/>
              </a:solidFill>
            </a:endParaRPr>
          </a:p>
        </p:txBody>
      </p:sp>
      <p:sp>
        <p:nvSpPr>
          <p:cNvPr id="362" name="Slide Number Placeholder 5"/>
          <p:cNvSpPr>
            <a:spLocks noGrp="1"/>
          </p:cNvSpPr>
          <p:nvPr>
            <p:ph type="sldNum" sz="quarter" idx="12"/>
          </p:nvPr>
        </p:nvSpPr>
        <p:spPr>
          <a:xfrm>
            <a:off x="8456154" y="6475895"/>
            <a:ext cx="548655" cy="272319"/>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200" dirty="0">
                <a:latin typeface="Tahoma" charset="0"/>
              </a:rPr>
              <a:t>5-</a:t>
            </a:r>
            <a:fld id="{8E8C6E93-DF5B-BC4B-80F9-500DED1EEDCC}" type="slidenum">
              <a:rPr lang="en-US" sz="1200">
                <a:latin typeface="Tahoma" charset="0"/>
              </a:rPr>
              <a:pPr/>
              <a:t>89</a:t>
            </a:fld>
            <a:endParaRPr lang="en-US" sz="1200" dirty="0">
              <a:latin typeface="Tahoma" charset="0"/>
            </a:endParaRPr>
          </a:p>
        </p:txBody>
      </p:sp>
      <p:sp>
        <p:nvSpPr>
          <p:cNvPr id="363" name="Footer Placeholder 2"/>
          <p:cNvSpPr>
            <a:spLocks noGrp="1"/>
          </p:cNvSpPr>
          <p:nvPr>
            <p:ph type="ftr" sz="quarter" idx="11"/>
          </p:nvPr>
        </p:nvSpPr>
        <p:spPr>
          <a:xfrm>
            <a:off x="6375496" y="6475081"/>
            <a:ext cx="2177473" cy="241541"/>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200" dirty="0">
                <a:solidFill>
                  <a:srgbClr val="000000"/>
                </a:solidFill>
                <a:latin typeface="Tahoma" charset="0"/>
                <a:cs typeface="Arial" charset="0"/>
              </a:rPr>
              <a:t>Network Layer: Control Plane</a:t>
            </a:r>
          </a:p>
        </p:txBody>
      </p:sp>
    </p:spTree>
    <p:extLst>
      <p:ext uri="{BB962C8B-B14F-4D97-AF65-F5344CB8AC3E}">
        <p14:creationId xmlns:p14="http://schemas.microsoft.com/office/powerpoint/2010/main" val="14496741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333"/>
                                        </p:tgtEl>
                                        <p:attrNameLst>
                                          <p:attrName>style.visibility</p:attrName>
                                        </p:attrNameLst>
                                      </p:cBhvr>
                                      <p:to>
                                        <p:strVal val="visible"/>
                                      </p:to>
                                    </p:set>
                                    <p:animEffect transition="in" filter="wipe(up)">
                                      <p:cBhvr>
                                        <p:cTn id="7" dur="1000"/>
                                        <p:tgtEl>
                                          <p:spTgt spid="333"/>
                                        </p:tgtEl>
                                      </p:cBhvr>
                                    </p:animEffect>
                                  </p:childTnLst>
                                </p:cTn>
                              </p:par>
                            </p:childTnLst>
                          </p:cTn>
                        </p:par>
                        <p:par>
                          <p:cTn id="8" fill="hold">
                            <p:stCondLst>
                              <p:cond delay="1000"/>
                            </p:stCondLst>
                            <p:childTnLst>
                              <p:par>
                                <p:cTn id="9" presetID="22" presetClass="entr" presetSubtype="1" fill="hold" nodeType="afterEffect">
                                  <p:stCondLst>
                                    <p:cond delay="0"/>
                                  </p:stCondLst>
                                  <p:childTnLst>
                                    <p:set>
                                      <p:cBhvr>
                                        <p:cTn id="10" dur="1" fill="hold">
                                          <p:stCondLst>
                                            <p:cond delay="0"/>
                                          </p:stCondLst>
                                        </p:cTn>
                                        <p:tgtEl>
                                          <p:spTgt spid="340"/>
                                        </p:tgtEl>
                                        <p:attrNameLst>
                                          <p:attrName>style.visibility</p:attrName>
                                        </p:attrNameLst>
                                      </p:cBhvr>
                                      <p:to>
                                        <p:strVal val="visible"/>
                                      </p:to>
                                    </p:set>
                                    <p:animEffect transition="in" filter="wipe(up)">
                                      <p:cBhvr>
                                        <p:cTn id="11" dur="500"/>
                                        <p:tgtEl>
                                          <p:spTgt spid="340"/>
                                        </p:tgtEl>
                                      </p:cBhvr>
                                    </p:animEffect>
                                  </p:childTnLst>
                                </p:cTn>
                              </p:par>
                            </p:childTnLst>
                          </p:cTn>
                        </p:par>
                        <p:par>
                          <p:cTn id="12" fill="hold">
                            <p:stCondLst>
                              <p:cond delay="1500"/>
                            </p:stCondLst>
                            <p:childTnLst>
                              <p:par>
                                <p:cTn id="13" presetID="22" presetClass="entr" presetSubtype="1" fill="hold" nodeType="afterEffect">
                                  <p:stCondLst>
                                    <p:cond delay="0"/>
                                  </p:stCondLst>
                                  <p:childTnLst>
                                    <p:set>
                                      <p:cBhvr>
                                        <p:cTn id="14" dur="1" fill="hold">
                                          <p:stCondLst>
                                            <p:cond delay="0"/>
                                          </p:stCondLst>
                                        </p:cTn>
                                        <p:tgtEl>
                                          <p:spTgt spid="336"/>
                                        </p:tgtEl>
                                        <p:attrNameLst>
                                          <p:attrName>style.visibility</p:attrName>
                                        </p:attrNameLst>
                                      </p:cBhvr>
                                      <p:to>
                                        <p:strVal val="visible"/>
                                      </p:to>
                                    </p:set>
                                    <p:animEffect transition="in" filter="wipe(up)">
                                      <p:cBhvr>
                                        <p:cTn id="15" dur="1000"/>
                                        <p:tgtEl>
                                          <p:spTgt spid="336"/>
                                        </p:tgtEl>
                                      </p:cBhvr>
                                    </p:animEffect>
                                  </p:childTnLst>
                                </p:cTn>
                              </p:par>
                            </p:childTnLst>
                          </p:cTn>
                        </p:par>
                        <p:par>
                          <p:cTn id="16" fill="hold">
                            <p:stCondLst>
                              <p:cond delay="2500"/>
                            </p:stCondLst>
                            <p:childTnLst>
                              <p:par>
                                <p:cTn id="17" presetID="22" presetClass="entr" presetSubtype="1" fill="hold" nodeType="afterEffect">
                                  <p:stCondLst>
                                    <p:cond delay="0"/>
                                  </p:stCondLst>
                                  <p:childTnLst>
                                    <p:set>
                                      <p:cBhvr>
                                        <p:cTn id="18" dur="1" fill="hold">
                                          <p:stCondLst>
                                            <p:cond delay="0"/>
                                          </p:stCondLst>
                                        </p:cTn>
                                        <p:tgtEl>
                                          <p:spTgt spid="342"/>
                                        </p:tgtEl>
                                        <p:attrNameLst>
                                          <p:attrName>style.visibility</p:attrName>
                                        </p:attrNameLst>
                                      </p:cBhvr>
                                      <p:to>
                                        <p:strVal val="visible"/>
                                      </p:to>
                                    </p:set>
                                    <p:animEffect transition="in" filter="wipe(up)">
                                      <p:cBhvr>
                                        <p:cTn id="19" dur="500"/>
                                        <p:tgtEl>
                                          <p:spTgt spid="342"/>
                                        </p:tgtEl>
                                      </p:cBhvr>
                                    </p:animEffect>
                                  </p:childTnLst>
                                </p:cTn>
                              </p:par>
                            </p:childTnLst>
                          </p:cTn>
                        </p:par>
                        <p:par>
                          <p:cTn id="20" fill="hold">
                            <p:stCondLst>
                              <p:cond delay="3000"/>
                            </p:stCondLst>
                            <p:childTnLst>
                              <p:par>
                                <p:cTn id="21" presetID="9" presetClass="entr" presetSubtype="0" fill="hold" grpId="0" nodeType="afterEffect">
                                  <p:stCondLst>
                                    <p:cond delay="0"/>
                                  </p:stCondLst>
                                  <p:childTnLst>
                                    <p:set>
                                      <p:cBhvr>
                                        <p:cTn id="22" dur="1" fill="hold">
                                          <p:stCondLst>
                                            <p:cond delay="0"/>
                                          </p:stCondLst>
                                        </p:cTn>
                                        <p:tgtEl>
                                          <p:spTgt spid="40">
                                            <p:txEl>
                                              <p:pRg st="0" end="0"/>
                                            </p:txEl>
                                          </p:spTgt>
                                        </p:tgtEl>
                                        <p:attrNameLst>
                                          <p:attrName>style.visibility</p:attrName>
                                        </p:attrNameLst>
                                      </p:cBhvr>
                                      <p:to>
                                        <p:strVal val="visible"/>
                                      </p:to>
                                    </p:set>
                                    <p:animEffect transition="in" filter="dissolve">
                                      <p:cBhvr>
                                        <p:cTn id="23" dur="500"/>
                                        <p:tgtEl>
                                          <p:spTgt spid="40">
                                            <p:txEl>
                                              <p:pRg st="0" end="0"/>
                                            </p:txEl>
                                          </p:spTgt>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xit" presetSubtype="0" fill="hold" nodeType="clickEffect">
                                  <p:stCondLst>
                                    <p:cond delay="0"/>
                                  </p:stCondLst>
                                  <p:childTnLst>
                                    <p:animEffect transition="out" filter="dissolve">
                                      <p:cBhvr>
                                        <p:cTn id="27" dur="500"/>
                                        <p:tgtEl>
                                          <p:spTgt spid="333"/>
                                        </p:tgtEl>
                                      </p:cBhvr>
                                    </p:animEffect>
                                    <p:set>
                                      <p:cBhvr>
                                        <p:cTn id="28" dur="1" fill="hold">
                                          <p:stCondLst>
                                            <p:cond delay="499"/>
                                          </p:stCondLst>
                                        </p:cTn>
                                        <p:tgtEl>
                                          <p:spTgt spid="333"/>
                                        </p:tgtEl>
                                        <p:attrNameLst>
                                          <p:attrName>style.visibility</p:attrName>
                                        </p:attrNameLst>
                                      </p:cBhvr>
                                      <p:to>
                                        <p:strVal val="hidden"/>
                                      </p:to>
                                    </p:set>
                                  </p:childTnLst>
                                </p:cTn>
                              </p:par>
                              <p:par>
                                <p:cTn id="29" presetID="9" presetClass="exit" presetSubtype="0" fill="hold" nodeType="withEffect">
                                  <p:stCondLst>
                                    <p:cond delay="0"/>
                                  </p:stCondLst>
                                  <p:childTnLst>
                                    <p:animEffect transition="out" filter="dissolve">
                                      <p:cBhvr>
                                        <p:cTn id="30" dur="500"/>
                                        <p:tgtEl>
                                          <p:spTgt spid="340"/>
                                        </p:tgtEl>
                                      </p:cBhvr>
                                    </p:animEffect>
                                    <p:set>
                                      <p:cBhvr>
                                        <p:cTn id="31" dur="1" fill="hold">
                                          <p:stCondLst>
                                            <p:cond delay="499"/>
                                          </p:stCondLst>
                                        </p:cTn>
                                        <p:tgtEl>
                                          <p:spTgt spid="340"/>
                                        </p:tgtEl>
                                        <p:attrNameLst>
                                          <p:attrName>style.visibility</p:attrName>
                                        </p:attrNameLst>
                                      </p:cBhvr>
                                      <p:to>
                                        <p:strVal val="hidden"/>
                                      </p:to>
                                    </p:set>
                                  </p:childTnLst>
                                </p:cTn>
                              </p:par>
                              <p:par>
                                <p:cTn id="32" presetID="9" presetClass="exit" presetSubtype="0" fill="hold" nodeType="withEffect">
                                  <p:stCondLst>
                                    <p:cond delay="0"/>
                                  </p:stCondLst>
                                  <p:childTnLst>
                                    <p:animEffect transition="out" filter="dissolve">
                                      <p:cBhvr>
                                        <p:cTn id="33" dur="500"/>
                                        <p:tgtEl>
                                          <p:spTgt spid="336"/>
                                        </p:tgtEl>
                                      </p:cBhvr>
                                    </p:animEffect>
                                    <p:set>
                                      <p:cBhvr>
                                        <p:cTn id="34" dur="1" fill="hold">
                                          <p:stCondLst>
                                            <p:cond delay="499"/>
                                          </p:stCondLst>
                                        </p:cTn>
                                        <p:tgtEl>
                                          <p:spTgt spid="336"/>
                                        </p:tgtEl>
                                        <p:attrNameLst>
                                          <p:attrName>style.visibility</p:attrName>
                                        </p:attrNameLst>
                                      </p:cBhvr>
                                      <p:to>
                                        <p:strVal val="hidden"/>
                                      </p:to>
                                    </p:set>
                                  </p:childTnLst>
                                </p:cTn>
                              </p:par>
                              <p:par>
                                <p:cTn id="35" presetID="9" presetClass="exit" presetSubtype="0" fill="hold" nodeType="withEffect">
                                  <p:stCondLst>
                                    <p:cond delay="0"/>
                                  </p:stCondLst>
                                  <p:childTnLst>
                                    <p:animEffect transition="out" filter="dissolve">
                                      <p:cBhvr>
                                        <p:cTn id="36" dur="500"/>
                                        <p:tgtEl>
                                          <p:spTgt spid="342"/>
                                        </p:tgtEl>
                                      </p:cBhvr>
                                    </p:animEffect>
                                    <p:set>
                                      <p:cBhvr>
                                        <p:cTn id="37" dur="1" fill="hold">
                                          <p:stCondLst>
                                            <p:cond delay="499"/>
                                          </p:stCondLst>
                                        </p:cTn>
                                        <p:tgtEl>
                                          <p:spTgt spid="342"/>
                                        </p:tgtEl>
                                        <p:attrNameLst>
                                          <p:attrName>style.visibility</p:attrName>
                                        </p:attrNameLst>
                                      </p:cBhvr>
                                      <p:to>
                                        <p:strVal val="hidden"/>
                                      </p:to>
                                    </p:set>
                                  </p:childTnLst>
                                </p:cTn>
                              </p:par>
                            </p:childTnLst>
                          </p:cTn>
                        </p:par>
                      </p:childTnLst>
                    </p:cTn>
                  </p:par>
                  <p:par>
                    <p:cTn id="38" fill="hold">
                      <p:stCondLst>
                        <p:cond delay="indefinite"/>
                      </p:stCondLst>
                      <p:childTnLst>
                        <p:par>
                          <p:cTn id="39" fill="hold">
                            <p:stCondLst>
                              <p:cond delay="0"/>
                            </p:stCondLst>
                            <p:childTnLst>
                              <p:par>
                                <p:cTn id="40" presetID="9" presetClass="entr" presetSubtype="0" fill="hold" grpId="0" nodeType="clickEffect">
                                  <p:stCondLst>
                                    <p:cond delay="0"/>
                                  </p:stCondLst>
                                  <p:childTnLst>
                                    <p:set>
                                      <p:cBhvr>
                                        <p:cTn id="41" dur="1" fill="hold">
                                          <p:stCondLst>
                                            <p:cond delay="0"/>
                                          </p:stCondLst>
                                        </p:cTn>
                                        <p:tgtEl>
                                          <p:spTgt spid="40">
                                            <p:txEl>
                                              <p:pRg st="1" end="1"/>
                                            </p:txEl>
                                          </p:spTgt>
                                        </p:tgtEl>
                                        <p:attrNameLst>
                                          <p:attrName>style.visibility</p:attrName>
                                        </p:attrNameLst>
                                      </p:cBhvr>
                                      <p:to>
                                        <p:strVal val="visible"/>
                                      </p:to>
                                    </p:set>
                                    <p:animEffect transition="in" filter="dissolve">
                                      <p:cBhvr>
                                        <p:cTn id="42" dur="500"/>
                                        <p:tgtEl>
                                          <p:spTgt spid="40">
                                            <p:txEl>
                                              <p:pRg st="1" end="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 grpId="0" uiExpand="1" build="p"/>
    </p:bld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5349" name="Rectangle 3"/>
          <p:cNvSpPr>
            <a:spLocks noChangeArrowheads="1"/>
          </p:cNvSpPr>
          <p:nvPr/>
        </p:nvSpPr>
        <p:spPr bwMode="auto">
          <a:xfrm>
            <a:off x="1181100" y="3581400"/>
            <a:ext cx="4876800" cy="381000"/>
          </a:xfrm>
          <a:prstGeom prst="rect">
            <a:avLst/>
          </a:prstGeom>
          <a:solidFill>
            <a:schemeClr val="bg1"/>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p>
        </p:txBody>
      </p:sp>
      <p:sp>
        <p:nvSpPr>
          <p:cNvPr id="185350" name="Rectangle 4"/>
          <p:cNvSpPr>
            <a:spLocks noChangeArrowheads="1"/>
          </p:cNvSpPr>
          <p:nvPr/>
        </p:nvSpPr>
        <p:spPr bwMode="auto">
          <a:xfrm>
            <a:off x="631940" y="4371320"/>
            <a:ext cx="8229600" cy="205322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342900" indent="-342900">
              <a:lnSpc>
                <a:spcPct val="85000"/>
              </a:lnSpc>
              <a:spcBef>
                <a:spcPct val="20000"/>
              </a:spcBef>
              <a:buClr>
                <a:srgbClr val="000099"/>
              </a:buClr>
              <a:buSzPct val="100000"/>
              <a:buFont typeface="Wingdings" charset="2"/>
              <a:buChar char="§"/>
            </a:pPr>
            <a:r>
              <a:rPr lang="en-US" sz="2400" dirty="0">
                <a:latin typeface="+mn-lt"/>
              </a:rPr>
              <a:t>A advertises path Aw to B and to C</a:t>
            </a:r>
          </a:p>
          <a:p>
            <a:pPr marL="342900" indent="-342900">
              <a:lnSpc>
                <a:spcPct val="85000"/>
              </a:lnSpc>
              <a:spcBef>
                <a:spcPct val="20000"/>
              </a:spcBef>
              <a:buClr>
                <a:srgbClr val="000099"/>
              </a:buClr>
              <a:buSzPct val="100000"/>
              <a:buFont typeface="Wingdings" charset="2"/>
              <a:buChar char="§"/>
            </a:pPr>
            <a:r>
              <a:rPr lang="en-US" sz="2400" dirty="0">
                <a:latin typeface="+mn-lt"/>
              </a:rPr>
              <a:t>B </a:t>
            </a:r>
            <a:r>
              <a:rPr lang="en-US" sz="2400" i="1" dirty="0">
                <a:solidFill>
                  <a:srgbClr val="CC0000"/>
                </a:solidFill>
                <a:latin typeface="+mn-lt"/>
              </a:rPr>
              <a:t>chooses not to advertise </a:t>
            </a:r>
            <a:r>
              <a:rPr lang="en-US" sz="2400" dirty="0" err="1">
                <a:latin typeface="+mn-lt"/>
              </a:rPr>
              <a:t>BAw</a:t>
            </a:r>
            <a:r>
              <a:rPr lang="en-US" sz="2400" dirty="0">
                <a:latin typeface="+mn-lt"/>
              </a:rPr>
              <a:t> to C:  </a:t>
            </a:r>
          </a:p>
          <a:p>
            <a:pPr marL="800100" lvl="1" indent="-342900">
              <a:lnSpc>
                <a:spcPct val="85000"/>
              </a:lnSpc>
              <a:spcBef>
                <a:spcPct val="20000"/>
              </a:spcBef>
              <a:buClr>
                <a:srgbClr val="000099"/>
              </a:buClr>
              <a:buSzPct val="100000"/>
              <a:buFont typeface="Wingdings" charset="2"/>
              <a:buChar char="§"/>
            </a:pPr>
            <a:r>
              <a:rPr lang="en-US" sz="2000" dirty="0">
                <a:latin typeface="+mn-lt"/>
              </a:rPr>
              <a:t>B gets no </a:t>
            </a:r>
            <a:r>
              <a:rPr lang="ja-JP" altLang="en-US" sz="2000" dirty="0">
                <a:latin typeface="+mn-lt"/>
              </a:rPr>
              <a:t>“</a:t>
            </a:r>
            <a:r>
              <a:rPr lang="en-US" altLang="ja-JP" sz="2000" dirty="0">
                <a:latin typeface="+mn-lt"/>
              </a:rPr>
              <a:t>revenue</a:t>
            </a:r>
            <a:r>
              <a:rPr lang="ja-JP" altLang="en-US" sz="2000" dirty="0">
                <a:latin typeface="+mn-lt"/>
              </a:rPr>
              <a:t>”</a:t>
            </a:r>
            <a:r>
              <a:rPr lang="en-US" altLang="ja-JP" sz="2000" dirty="0">
                <a:latin typeface="+mn-lt"/>
              </a:rPr>
              <a:t> for routing </a:t>
            </a:r>
            <a:r>
              <a:rPr lang="en-US" altLang="ja-JP" sz="2000" dirty="0" err="1">
                <a:latin typeface="+mn-lt"/>
              </a:rPr>
              <a:t>CBAw</a:t>
            </a:r>
            <a:r>
              <a:rPr lang="en-US" altLang="ja-JP" sz="2000" dirty="0">
                <a:latin typeface="+mn-lt"/>
              </a:rPr>
              <a:t>, since none of  C, A, w are B</a:t>
            </a:r>
            <a:r>
              <a:rPr lang="ja-JP" altLang="en-US" sz="2000" dirty="0">
                <a:latin typeface="+mn-lt"/>
              </a:rPr>
              <a:t>’</a:t>
            </a:r>
            <a:r>
              <a:rPr lang="en-US" altLang="ja-JP" sz="2000" dirty="0">
                <a:latin typeface="+mn-lt"/>
              </a:rPr>
              <a:t>s customers</a:t>
            </a:r>
          </a:p>
          <a:p>
            <a:pPr marL="800100" lvl="1" indent="-342900">
              <a:lnSpc>
                <a:spcPct val="85000"/>
              </a:lnSpc>
              <a:spcBef>
                <a:spcPct val="20000"/>
              </a:spcBef>
              <a:buClr>
                <a:srgbClr val="000099"/>
              </a:buClr>
              <a:buSzPct val="100000"/>
              <a:buFont typeface="Wingdings" charset="2"/>
              <a:buChar char="§"/>
            </a:pPr>
            <a:r>
              <a:rPr lang="en-US" altLang="ja-JP" sz="2000" dirty="0">
                <a:latin typeface="+mn-lt"/>
              </a:rPr>
              <a:t>C does not learn about </a:t>
            </a:r>
            <a:r>
              <a:rPr lang="en-US" altLang="ja-JP" sz="2000" dirty="0" err="1">
                <a:latin typeface="+mn-lt"/>
              </a:rPr>
              <a:t>CBAw</a:t>
            </a:r>
            <a:r>
              <a:rPr lang="en-US" altLang="ja-JP" sz="2000" dirty="0">
                <a:latin typeface="+mn-lt"/>
              </a:rPr>
              <a:t> path</a:t>
            </a:r>
          </a:p>
          <a:p>
            <a:pPr marL="342900" indent="-342900">
              <a:lnSpc>
                <a:spcPct val="85000"/>
              </a:lnSpc>
              <a:spcBef>
                <a:spcPct val="20000"/>
              </a:spcBef>
              <a:buClr>
                <a:srgbClr val="000099"/>
              </a:buClr>
              <a:buSzPct val="100000"/>
              <a:buFont typeface="Wingdings" charset="2"/>
              <a:buChar char="§"/>
            </a:pPr>
            <a:r>
              <a:rPr lang="en-US" sz="2400" dirty="0">
                <a:latin typeface="+mn-lt"/>
              </a:rPr>
              <a:t>C will route </a:t>
            </a:r>
            <a:r>
              <a:rPr lang="en-US" sz="2400" dirty="0" err="1">
                <a:latin typeface="+mn-lt"/>
              </a:rPr>
              <a:t>CAw</a:t>
            </a:r>
            <a:r>
              <a:rPr lang="en-US" sz="2400" dirty="0">
                <a:latin typeface="+mn-lt"/>
              </a:rPr>
              <a:t> (not using B) to get to w</a:t>
            </a:r>
          </a:p>
        </p:txBody>
      </p:sp>
      <p:grpSp>
        <p:nvGrpSpPr>
          <p:cNvPr id="185351" name="Group 5"/>
          <p:cNvGrpSpPr>
            <a:grpSpLocks/>
          </p:cNvGrpSpPr>
          <p:nvPr/>
        </p:nvGrpSpPr>
        <p:grpSpPr bwMode="auto">
          <a:xfrm>
            <a:off x="476250" y="1123950"/>
            <a:ext cx="7539038" cy="3048000"/>
            <a:chOff x="300" y="708"/>
            <a:chExt cx="4749" cy="1920"/>
          </a:xfrm>
        </p:grpSpPr>
        <p:sp>
          <p:nvSpPr>
            <p:cNvPr id="185352" name="AutoShape 6"/>
            <p:cNvSpPr>
              <a:spLocks noChangeAspect="1" noChangeArrowheads="1" noTextEdit="1"/>
            </p:cNvSpPr>
            <p:nvPr/>
          </p:nvSpPr>
          <p:spPr bwMode="auto">
            <a:xfrm>
              <a:off x="300" y="708"/>
              <a:ext cx="4749" cy="192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endParaRPr lang="en-US"/>
            </a:p>
          </p:txBody>
        </p:sp>
        <p:sp>
          <p:nvSpPr>
            <p:cNvPr id="185353" name="Freeform 7"/>
            <p:cNvSpPr>
              <a:spLocks/>
            </p:cNvSpPr>
            <p:nvPr/>
          </p:nvSpPr>
          <p:spPr bwMode="auto">
            <a:xfrm>
              <a:off x="1602" y="955"/>
              <a:ext cx="563" cy="364"/>
            </a:xfrm>
            <a:custGeom>
              <a:avLst/>
              <a:gdLst>
                <a:gd name="T0" fmla="*/ 148 w 563"/>
                <a:gd name="T1" fmla="*/ 5 h 364"/>
                <a:gd name="T2" fmla="*/ 119 w 563"/>
                <a:gd name="T3" fmla="*/ 10 h 364"/>
                <a:gd name="T4" fmla="*/ 94 w 563"/>
                <a:gd name="T5" fmla="*/ 21 h 364"/>
                <a:gd name="T6" fmla="*/ 70 w 563"/>
                <a:gd name="T7" fmla="*/ 37 h 364"/>
                <a:gd name="T8" fmla="*/ 46 w 563"/>
                <a:gd name="T9" fmla="*/ 61 h 364"/>
                <a:gd name="T10" fmla="*/ 24 w 563"/>
                <a:gd name="T11" fmla="*/ 91 h 364"/>
                <a:gd name="T12" fmla="*/ 8 w 563"/>
                <a:gd name="T13" fmla="*/ 120 h 364"/>
                <a:gd name="T14" fmla="*/ 3 w 563"/>
                <a:gd name="T15" fmla="*/ 136 h 364"/>
                <a:gd name="T16" fmla="*/ 0 w 563"/>
                <a:gd name="T17" fmla="*/ 150 h 364"/>
                <a:gd name="T18" fmla="*/ 0 w 563"/>
                <a:gd name="T19" fmla="*/ 166 h 364"/>
                <a:gd name="T20" fmla="*/ 8 w 563"/>
                <a:gd name="T21" fmla="*/ 195 h 364"/>
                <a:gd name="T22" fmla="*/ 27 w 563"/>
                <a:gd name="T23" fmla="*/ 228 h 364"/>
                <a:gd name="T24" fmla="*/ 49 w 563"/>
                <a:gd name="T25" fmla="*/ 257 h 364"/>
                <a:gd name="T26" fmla="*/ 70 w 563"/>
                <a:gd name="T27" fmla="*/ 284 h 364"/>
                <a:gd name="T28" fmla="*/ 92 w 563"/>
                <a:gd name="T29" fmla="*/ 305 h 364"/>
                <a:gd name="T30" fmla="*/ 111 w 563"/>
                <a:gd name="T31" fmla="*/ 321 h 364"/>
                <a:gd name="T32" fmla="*/ 127 w 563"/>
                <a:gd name="T33" fmla="*/ 332 h 364"/>
                <a:gd name="T34" fmla="*/ 146 w 563"/>
                <a:gd name="T35" fmla="*/ 340 h 364"/>
                <a:gd name="T36" fmla="*/ 170 w 563"/>
                <a:gd name="T37" fmla="*/ 346 h 364"/>
                <a:gd name="T38" fmla="*/ 191 w 563"/>
                <a:gd name="T39" fmla="*/ 348 h 364"/>
                <a:gd name="T40" fmla="*/ 218 w 563"/>
                <a:gd name="T41" fmla="*/ 354 h 364"/>
                <a:gd name="T42" fmla="*/ 261 w 563"/>
                <a:gd name="T43" fmla="*/ 356 h 364"/>
                <a:gd name="T44" fmla="*/ 310 w 563"/>
                <a:gd name="T45" fmla="*/ 362 h 364"/>
                <a:gd name="T46" fmla="*/ 361 w 563"/>
                <a:gd name="T47" fmla="*/ 364 h 364"/>
                <a:gd name="T48" fmla="*/ 409 w 563"/>
                <a:gd name="T49" fmla="*/ 362 h 364"/>
                <a:gd name="T50" fmla="*/ 458 w 563"/>
                <a:gd name="T51" fmla="*/ 359 h 364"/>
                <a:gd name="T52" fmla="*/ 495 w 563"/>
                <a:gd name="T53" fmla="*/ 348 h 364"/>
                <a:gd name="T54" fmla="*/ 511 w 563"/>
                <a:gd name="T55" fmla="*/ 340 h 364"/>
                <a:gd name="T56" fmla="*/ 525 w 563"/>
                <a:gd name="T57" fmla="*/ 332 h 364"/>
                <a:gd name="T58" fmla="*/ 536 w 563"/>
                <a:gd name="T59" fmla="*/ 321 h 364"/>
                <a:gd name="T60" fmla="*/ 549 w 563"/>
                <a:gd name="T61" fmla="*/ 295 h 364"/>
                <a:gd name="T62" fmla="*/ 557 w 563"/>
                <a:gd name="T63" fmla="*/ 257 h 364"/>
                <a:gd name="T64" fmla="*/ 563 w 563"/>
                <a:gd name="T65" fmla="*/ 217 h 364"/>
                <a:gd name="T66" fmla="*/ 563 w 563"/>
                <a:gd name="T67" fmla="*/ 174 h 364"/>
                <a:gd name="T68" fmla="*/ 557 w 563"/>
                <a:gd name="T69" fmla="*/ 134 h 364"/>
                <a:gd name="T70" fmla="*/ 555 w 563"/>
                <a:gd name="T71" fmla="*/ 96 h 364"/>
                <a:gd name="T72" fmla="*/ 549 w 563"/>
                <a:gd name="T73" fmla="*/ 67 h 364"/>
                <a:gd name="T74" fmla="*/ 546 w 563"/>
                <a:gd name="T75" fmla="*/ 56 h 364"/>
                <a:gd name="T76" fmla="*/ 541 w 563"/>
                <a:gd name="T77" fmla="*/ 40 h 364"/>
                <a:gd name="T78" fmla="*/ 536 w 563"/>
                <a:gd name="T79" fmla="*/ 29 h 364"/>
                <a:gd name="T80" fmla="*/ 528 w 563"/>
                <a:gd name="T81" fmla="*/ 21 h 364"/>
                <a:gd name="T82" fmla="*/ 520 w 563"/>
                <a:gd name="T83" fmla="*/ 18 h 364"/>
                <a:gd name="T84" fmla="*/ 495 w 563"/>
                <a:gd name="T85" fmla="*/ 16 h 364"/>
                <a:gd name="T86" fmla="*/ 466 w 563"/>
                <a:gd name="T87" fmla="*/ 16 h 364"/>
                <a:gd name="T88" fmla="*/ 450 w 563"/>
                <a:gd name="T89" fmla="*/ 13 h 364"/>
                <a:gd name="T90" fmla="*/ 409 w 563"/>
                <a:gd name="T91" fmla="*/ 13 h 364"/>
                <a:gd name="T92" fmla="*/ 364 w 563"/>
                <a:gd name="T93" fmla="*/ 16 h 364"/>
                <a:gd name="T94" fmla="*/ 320 w 563"/>
                <a:gd name="T95" fmla="*/ 16 h 364"/>
                <a:gd name="T96" fmla="*/ 283 w 563"/>
                <a:gd name="T97" fmla="*/ 13 h 364"/>
                <a:gd name="T98" fmla="*/ 248 w 563"/>
                <a:gd name="T99" fmla="*/ 8 h 364"/>
                <a:gd name="T100" fmla="*/ 213 w 563"/>
                <a:gd name="T101" fmla="*/ 2 h 364"/>
                <a:gd name="T102" fmla="*/ 186 w 563"/>
                <a:gd name="T103" fmla="*/ 0 h 364"/>
                <a:gd name="T104" fmla="*/ 175 w 563"/>
                <a:gd name="T105" fmla="*/ 0 h 364"/>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63"/>
                <a:gd name="T160" fmla="*/ 0 h 364"/>
                <a:gd name="T161" fmla="*/ 563 w 563"/>
                <a:gd name="T162" fmla="*/ 364 h 364"/>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63" h="364">
                  <a:moveTo>
                    <a:pt x="175" y="0"/>
                  </a:moveTo>
                  <a:lnTo>
                    <a:pt x="148" y="5"/>
                  </a:lnTo>
                  <a:lnTo>
                    <a:pt x="132" y="8"/>
                  </a:lnTo>
                  <a:lnTo>
                    <a:pt x="119" y="10"/>
                  </a:lnTo>
                  <a:lnTo>
                    <a:pt x="108" y="16"/>
                  </a:lnTo>
                  <a:lnTo>
                    <a:pt x="94" y="21"/>
                  </a:lnTo>
                  <a:lnTo>
                    <a:pt x="81" y="29"/>
                  </a:lnTo>
                  <a:lnTo>
                    <a:pt x="70" y="37"/>
                  </a:lnTo>
                  <a:lnTo>
                    <a:pt x="59" y="48"/>
                  </a:lnTo>
                  <a:lnTo>
                    <a:pt x="46" y="61"/>
                  </a:lnTo>
                  <a:lnTo>
                    <a:pt x="35" y="75"/>
                  </a:lnTo>
                  <a:lnTo>
                    <a:pt x="24" y="91"/>
                  </a:lnTo>
                  <a:lnTo>
                    <a:pt x="14" y="104"/>
                  </a:lnTo>
                  <a:lnTo>
                    <a:pt x="8" y="120"/>
                  </a:lnTo>
                  <a:lnTo>
                    <a:pt x="3" y="128"/>
                  </a:lnTo>
                  <a:lnTo>
                    <a:pt x="3" y="136"/>
                  </a:lnTo>
                  <a:lnTo>
                    <a:pt x="0" y="142"/>
                  </a:lnTo>
                  <a:lnTo>
                    <a:pt x="0" y="150"/>
                  </a:lnTo>
                  <a:lnTo>
                    <a:pt x="0" y="158"/>
                  </a:lnTo>
                  <a:lnTo>
                    <a:pt x="0" y="166"/>
                  </a:lnTo>
                  <a:lnTo>
                    <a:pt x="3" y="182"/>
                  </a:lnTo>
                  <a:lnTo>
                    <a:pt x="8" y="195"/>
                  </a:lnTo>
                  <a:lnTo>
                    <a:pt x="16" y="212"/>
                  </a:lnTo>
                  <a:lnTo>
                    <a:pt x="27" y="228"/>
                  </a:lnTo>
                  <a:lnTo>
                    <a:pt x="35" y="244"/>
                  </a:lnTo>
                  <a:lnTo>
                    <a:pt x="49" y="257"/>
                  </a:lnTo>
                  <a:lnTo>
                    <a:pt x="59" y="271"/>
                  </a:lnTo>
                  <a:lnTo>
                    <a:pt x="70" y="284"/>
                  </a:lnTo>
                  <a:lnTo>
                    <a:pt x="81" y="295"/>
                  </a:lnTo>
                  <a:lnTo>
                    <a:pt x="92" y="305"/>
                  </a:lnTo>
                  <a:lnTo>
                    <a:pt x="103" y="319"/>
                  </a:lnTo>
                  <a:lnTo>
                    <a:pt x="111" y="321"/>
                  </a:lnTo>
                  <a:lnTo>
                    <a:pt x="119" y="327"/>
                  </a:lnTo>
                  <a:lnTo>
                    <a:pt x="127" y="332"/>
                  </a:lnTo>
                  <a:lnTo>
                    <a:pt x="135" y="335"/>
                  </a:lnTo>
                  <a:lnTo>
                    <a:pt x="146" y="340"/>
                  </a:lnTo>
                  <a:lnTo>
                    <a:pt x="156" y="343"/>
                  </a:lnTo>
                  <a:lnTo>
                    <a:pt x="170" y="346"/>
                  </a:lnTo>
                  <a:lnTo>
                    <a:pt x="183" y="348"/>
                  </a:lnTo>
                  <a:lnTo>
                    <a:pt x="191" y="348"/>
                  </a:lnTo>
                  <a:lnTo>
                    <a:pt x="199" y="351"/>
                  </a:lnTo>
                  <a:lnTo>
                    <a:pt x="218" y="354"/>
                  </a:lnTo>
                  <a:lnTo>
                    <a:pt x="240" y="356"/>
                  </a:lnTo>
                  <a:lnTo>
                    <a:pt x="261" y="356"/>
                  </a:lnTo>
                  <a:lnTo>
                    <a:pt x="285" y="359"/>
                  </a:lnTo>
                  <a:lnTo>
                    <a:pt x="310" y="362"/>
                  </a:lnTo>
                  <a:lnTo>
                    <a:pt x="334" y="362"/>
                  </a:lnTo>
                  <a:lnTo>
                    <a:pt x="361" y="364"/>
                  </a:lnTo>
                  <a:lnTo>
                    <a:pt x="385" y="364"/>
                  </a:lnTo>
                  <a:lnTo>
                    <a:pt x="409" y="362"/>
                  </a:lnTo>
                  <a:lnTo>
                    <a:pt x="433" y="362"/>
                  </a:lnTo>
                  <a:lnTo>
                    <a:pt x="458" y="359"/>
                  </a:lnTo>
                  <a:lnTo>
                    <a:pt x="477" y="354"/>
                  </a:lnTo>
                  <a:lnTo>
                    <a:pt x="495" y="348"/>
                  </a:lnTo>
                  <a:lnTo>
                    <a:pt x="503" y="346"/>
                  </a:lnTo>
                  <a:lnTo>
                    <a:pt x="511" y="340"/>
                  </a:lnTo>
                  <a:lnTo>
                    <a:pt x="520" y="338"/>
                  </a:lnTo>
                  <a:lnTo>
                    <a:pt x="525" y="332"/>
                  </a:lnTo>
                  <a:lnTo>
                    <a:pt x="530" y="327"/>
                  </a:lnTo>
                  <a:lnTo>
                    <a:pt x="536" y="321"/>
                  </a:lnTo>
                  <a:lnTo>
                    <a:pt x="544" y="308"/>
                  </a:lnTo>
                  <a:lnTo>
                    <a:pt x="549" y="295"/>
                  </a:lnTo>
                  <a:lnTo>
                    <a:pt x="555" y="276"/>
                  </a:lnTo>
                  <a:lnTo>
                    <a:pt x="557" y="257"/>
                  </a:lnTo>
                  <a:lnTo>
                    <a:pt x="560" y="238"/>
                  </a:lnTo>
                  <a:lnTo>
                    <a:pt x="563" y="217"/>
                  </a:lnTo>
                  <a:lnTo>
                    <a:pt x="563" y="195"/>
                  </a:lnTo>
                  <a:lnTo>
                    <a:pt x="563" y="174"/>
                  </a:lnTo>
                  <a:lnTo>
                    <a:pt x="560" y="155"/>
                  </a:lnTo>
                  <a:lnTo>
                    <a:pt x="557" y="134"/>
                  </a:lnTo>
                  <a:lnTo>
                    <a:pt x="557" y="115"/>
                  </a:lnTo>
                  <a:lnTo>
                    <a:pt x="555" y="96"/>
                  </a:lnTo>
                  <a:lnTo>
                    <a:pt x="552" y="80"/>
                  </a:lnTo>
                  <a:lnTo>
                    <a:pt x="549" y="67"/>
                  </a:lnTo>
                  <a:lnTo>
                    <a:pt x="546" y="61"/>
                  </a:lnTo>
                  <a:lnTo>
                    <a:pt x="546" y="56"/>
                  </a:lnTo>
                  <a:lnTo>
                    <a:pt x="544" y="48"/>
                  </a:lnTo>
                  <a:lnTo>
                    <a:pt x="541" y="40"/>
                  </a:lnTo>
                  <a:lnTo>
                    <a:pt x="538" y="32"/>
                  </a:lnTo>
                  <a:lnTo>
                    <a:pt x="536" y="29"/>
                  </a:lnTo>
                  <a:lnTo>
                    <a:pt x="533" y="24"/>
                  </a:lnTo>
                  <a:lnTo>
                    <a:pt x="528" y="21"/>
                  </a:lnTo>
                  <a:lnTo>
                    <a:pt x="522" y="18"/>
                  </a:lnTo>
                  <a:lnTo>
                    <a:pt x="520" y="18"/>
                  </a:lnTo>
                  <a:lnTo>
                    <a:pt x="506" y="16"/>
                  </a:lnTo>
                  <a:lnTo>
                    <a:pt x="495" y="16"/>
                  </a:lnTo>
                  <a:lnTo>
                    <a:pt x="479" y="16"/>
                  </a:lnTo>
                  <a:lnTo>
                    <a:pt x="466" y="16"/>
                  </a:lnTo>
                  <a:lnTo>
                    <a:pt x="458" y="16"/>
                  </a:lnTo>
                  <a:lnTo>
                    <a:pt x="450" y="13"/>
                  </a:lnTo>
                  <a:lnTo>
                    <a:pt x="431" y="13"/>
                  </a:lnTo>
                  <a:lnTo>
                    <a:pt x="409" y="13"/>
                  </a:lnTo>
                  <a:lnTo>
                    <a:pt x="388" y="13"/>
                  </a:lnTo>
                  <a:lnTo>
                    <a:pt x="364" y="16"/>
                  </a:lnTo>
                  <a:lnTo>
                    <a:pt x="342" y="16"/>
                  </a:lnTo>
                  <a:lnTo>
                    <a:pt x="320" y="16"/>
                  </a:lnTo>
                  <a:lnTo>
                    <a:pt x="302" y="16"/>
                  </a:lnTo>
                  <a:lnTo>
                    <a:pt x="283" y="13"/>
                  </a:lnTo>
                  <a:lnTo>
                    <a:pt x="264" y="13"/>
                  </a:lnTo>
                  <a:lnTo>
                    <a:pt x="248" y="8"/>
                  </a:lnTo>
                  <a:lnTo>
                    <a:pt x="229" y="5"/>
                  </a:lnTo>
                  <a:lnTo>
                    <a:pt x="213" y="2"/>
                  </a:lnTo>
                  <a:lnTo>
                    <a:pt x="199" y="0"/>
                  </a:lnTo>
                  <a:lnTo>
                    <a:pt x="186" y="0"/>
                  </a:lnTo>
                  <a:lnTo>
                    <a:pt x="181" y="0"/>
                  </a:lnTo>
                  <a:lnTo>
                    <a:pt x="175" y="0"/>
                  </a:lnTo>
                  <a:close/>
                </a:path>
              </a:pathLst>
            </a:custGeom>
            <a:solidFill>
              <a:srgbClr val="33CC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185354" name="Freeform 8"/>
            <p:cNvSpPr>
              <a:spLocks/>
            </p:cNvSpPr>
            <p:nvPr/>
          </p:nvSpPr>
          <p:spPr bwMode="auto">
            <a:xfrm>
              <a:off x="951" y="1290"/>
              <a:ext cx="562" cy="365"/>
            </a:xfrm>
            <a:custGeom>
              <a:avLst/>
              <a:gdLst>
                <a:gd name="T0" fmla="*/ 148 w 562"/>
                <a:gd name="T1" fmla="*/ 5 h 365"/>
                <a:gd name="T2" fmla="*/ 121 w 562"/>
                <a:gd name="T3" fmla="*/ 11 h 365"/>
                <a:gd name="T4" fmla="*/ 94 w 562"/>
                <a:gd name="T5" fmla="*/ 21 h 365"/>
                <a:gd name="T6" fmla="*/ 70 w 562"/>
                <a:gd name="T7" fmla="*/ 37 h 365"/>
                <a:gd name="T8" fmla="*/ 46 w 562"/>
                <a:gd name="T9" fmla="*/ 62 h 365"/>
                <a:gd name="T10" fmla="*/ 24 w 562"/>
                <a:gd name="T11" fmla="*/ 91 h 365"/>
                <a:gd name="T12" fmla="*/ 8 w 562"/>
                <a:gd name="T13" fmla="*/ 121 h 365"/>
                <a:gd name="T14" fmla="*/ 3 w 562"/>
                <a:gd name="T15" fmla="*/ 137 h 365"/>
                <a:gd name="T16" fmla="*/ 0 w 562"/>
                <a:gd name="T17" fmla="*/ 150 h 365"/>
                <a:gd name="T18" fmla="*/ 0 w 562"/>
                <a:gd name="T19" fmla="*/ 166 h 365"/>
                <a:gd name="T20" fmla="*/ 3 w 562"/>
                <a:gd name="T21" fmla="*/ 182 h 365"/>
                <a:gd name="T22" fmla="*/ 19 w 562"/>
                <a:gd name="T23" fmla="*/ 212 h 365"/>
                <a:gd name="T24" fmla="*/ 38 w 562"/>
                <a:gd name="T25" fmla="*/ 244 h 365"/>
                <a:gd name="T26" fmla="*/ 59 w 562"/>
                <a:gd name="T27" fmla="*/ 271 h 365"/>
                <a:gd name="T28" fmla="*/ 81 w 562"/>
                <a:gd name="T29" fmla="*/ 295 h 365"/>
                <a:gd name="T30" fmla="*/ 105 w 562"/>
                <a:gd name="T31" fmla="*/ 319 h 365"/>
                <a:gd name="T32" fmla="*/ 119 w 562"/>
                <a:gd name="T33" fmla="*/ 327 h 365"/>
                <a:gd name="T34" fmla="*/ 137 w 562"/>
                <a:gd name="T35" fmla="*/ 335 h 365"/>
                <a:gd name="T36" fmla="*/ 156 w 562"/>
                <a:gd name="T37" fmla="*/ 343 h 365"/>
                <a:gd name="T38" fmla="*/ 183 w 562"/>
                <a:gd name="T39" fmla="*/ 349 h 365"/>
                <a:gd name="T40" fmla="*/ 199 w 562"/>
                <a:gd name="T41" fmla="*/ 351 h 365"/>
                <a:gd name="T42" fmla="*/ 240 w 562"/>
                <a:gd name="T43" fmla="*/ 357 h 365"/>
                <a:gd name="T44" fmla="*/ 285 w 562"/>
                <a:gd name="T45" fmla="*/ 359 h 365"/>
                <a:gd name="T46" fmla="*/ 334 w 562"/>
                <a:gd name="T47" fmla="*/ 362 h 365"/>
                <a:gd name="T48" fmla="*/ 385 w 562"/>
                <a:gd name="T49" fmla="*/ 365 h 365"/>
                <a:gd name="T50" fmla="*/ 433 w 562"/>
                <a:gd name="T51" fmla="*/ 362 h 365"/>
                <a:gd name="T52" fmla="*/ 476 w 562"/>
                <a:gd name="T53" fmla="*/ 354 h 365"/>
                <a:gd name="T54" fmla="*/ 503 w 562"/>
                <a:gd name="T55" fmla="*/ 346 h 365"/>
                <a:gd name="T56" fmla="*/ 519 w 562"/>
                <a:gd name="T57" fmla="*/ 338 h 365"/>
                <a:gd name="T58" fmla="*/ 530 w 562"/>
                <a:gd name="T59" fmla="*/ 327 h 365"/>
                <a:gd name="T60" fmla="*/ 544 w 562"/>
                <a:gd name="T61" fmla="*/ 308 h 365"/>
                <a:gd name="T62" fmla="*/ 554 w 562"/>
                <a:gd name="T63" fmla="*/ 276 h 365"/>
                <a:gd name="T64" fmla="*/ 560 w 562"/>
                <a:gd name="T65" fmla="*/ 239 h 365"/>
                <a:gd name="T66" fmla="*/ 562 w 562"/>
                <a:gd name="T67" fmla="*/ 196 h 365"/>
                <a:gd name="T68" fmla="*/ 560 w 562"/>
                <a:gd name="T69" fmla="*/ 155 h 365"/>
                <a:gd name="T70" fmla="*/ 557 w 562"/>
                <a:gd name="T71" fmla="*/ 115 h 365"/>
                <a:gd name="T72" fmla="*/ 552 w 562"/>
                <a:gd name="T73" fmla="*/ 80 h 365"/>
                <a:gd name="T74" fmla="*/ 549 w 562"/>
                <a:gd name="T75" fmla="*/ 62 h 365"/>
                <a:gd name="T76" fmla="*/ 546 w 562"/>
                <a:gd name="T77" fmla="*/ 48 h 365"/>
                <a:gd name="T78" fmla="*/ 541 w 562"/>
                <a:gd name="T79" fmla="*/ 32 h 365"/>
                <a:gd name="T80" fmla="*/ 533 w 562"/>
                <a:gd name="T81" fmla="*/ 24 h 365"/>
                <a:gd name="T82" fmla="*/ 525 w 562"/>
                <a:gd name="T83" fmla="*/ 19 h 365"/>
                <a:gd name="T84" fmla="*/ 509 w 562"/>
                <a:gd name="T85" fmla="*/ 16 h 365"/>
                <a:gd name="T86" fmla="*/ 482 w 562"/>
                <a:gd name="T87" fmla="*/ 16 h 365"/>
                <a:gd name="T88" fmla="*/ 458 w 562"/>
                <a:gd name="T89" fmla="*/ 16 h 365"/>
                <a:gd name="T90" fmla="*/ 431 w 562"/>
                <a:gd name="T91" fmla="*/ 13 h 365"/>
                <a:gd name="T92" fmla="*/ 388 w 562"/>
                <a:gd name="T93" fmla="*/ 13 h 365"/>
                <a:gd name="T94" fmla="*/ 342 w 562"/>
                <a:gd name="T95" fmla="*/ 16 h 365"/>
                <a:gd name="T96" fmla="*/ 301 w 562"/>
                <a:gd name="T97" fmla="*/ 16 h 365"/>
                <a:gd name="T98" fmla="*/ 264 w 562"/>
                <a:gd name="T99" fmla="*/ 13 h 365"/>
                <a:gd name="T100" fmla="*/ 229 w 562"/>
                <a:gd name="T101" fmla="*/ 5 h 365"/>
                <a:gd name="T102" fmla="*/ 199 w 562"/>
                <a:gd name="T103" fmla="*/ 0 h 365"/>
                <a:gd name="T104" fmla="*/ 183 w 562"/>
                <a:gd name="T105" fmla="*/ 0 h 36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62"/>
                <a:gd name="T160" fmla="*/ 0 h 365"/>
                <a:gd name="T161" fmla="*/ 562 w 562"/>
                <a:gd name="T162" fmla="*/ 365 h 36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62" h="365">
                  <a:moveTo>
                    <a:pt x="178" y="0"/>
                  </a:moveTo>
                  <a:lnTo>
                    <a:pt x="148" y="5"/>
                  </a:lnTo>
                  <a:lnTo>
                    <a:pt x="135" y="8"/>
                  </a:lnTo>
                  <a:lnTo>
                    <a:pt x="121" y="11"/>
                  </a:lnTo>
                  <a:lnTo>
                    <a:pt x="108" y="16"/>
                  </a:lnTo>
                  <a:lnTo>
                    <a:pt x="94" y="21"/>
                  </a:lnTo>
                  <a:lnTo>
                    <a:pt x="81" y="29"/>
                  </a:lnTo>
                  <a:lnTo>
                    <a:pt x="70" y="37"/>
                  </a:lnTo>
                  <a:lnTo>
                    <a:pt x="59" y="48"/>
                  </a:lnTo>
                  <a:lnTo>
                    <a:pt x="46" y="62"/>
                  </a:lnTo>
                  <a:lnTo>
                    <a:pt x="35" y="75"/>
                  </a:lnTo>
                  <a:lnTo>
                    <a:pt x="24" y="91"/>
                  </a:lnTo>
                  <a:lnTo>
                    <a:pt x="16" y="104"/>
                  </a:lnTo>
                  <a:lnTo>
                    <a:pt x="8" y="121"/>
                  </a:lnTo>
                  <a:lnTo>
                    <a:pt x="6" y="129"/>
                  </a:lnTo>
                  <a:lnTo>
                    <a:pt x="3" y="137"/>
                  </a:lnTo>
                  <a:lnTo>
                    <a:pt x="0" y="142"/>
                  </a:lnTo>
                  <a:lnTo>
                    <a:pt x="0" y="150"/>
                  </a:lnTo>
                  <a:lnTo>
                    <a:pt x="0" y="158"/>
                  </a:lnTo>
                  <a:lnTo>
                    <a:pt x="0" y="166"/>
                  </a:lnTo>
                  <a:lnTo>
                    <a:pt x="3" y="174"/>
                  </a:lnTo>
                  <a:lnTo>
                    <a:pt x="3" y="182"/>
                  </a:lnTo>
                  <a:lnTo>
                    <a:pt x="11" y="196"/>
                  </a:lnTo>
                  <a:lnTo>
                    <a:pt x="19" y="212"/>
                  </a:lnTo>
                  <a:lnTo>
                    <a:pt x="27" y="228"/>
                  </a:lnTo>
                  <a:lnTo>
                    <a:pt x="38" y="244"/>
                  </a:lnTo>
                  <a:lnTo>
                    <a:pt x="49" y="257"/>
                  </a:lnTo>
                  <a:lnTo>
                    <a:pt x="59" y="271"/>
                  </a:lnTo>
                  <a:lnTo>
                    <a:pt x="70" y="284"/>
                  </a:lnTo>
                  <a:lnTo>
                    <a:pt x="81" y="295"/>
                  </a:lnTo>
                  <a:lnTo>
                    <a:pt x="92" y="306"/>
                  </a:lnTo>
                  <a:lnTo>
                    <a:pt x="105" y="319"/>
                  </a:lnTo>
                  <a:lnTo>
                    <a:pt x="110" y="322"/>
                  </a:lnTo>
                  <a:lnTo>
                    <a:pt x="119" y="327"/>
                  </a:lnTo>
                  <a:lnTo>
                    <a:pt x="127" y="332"/>
                  </a:lnTo>
                  <a:lnTo>
                    <a:pt x="137" y="335"/>
                  </a:lnTo>
                  <a:lnTo>
                    <a:pt x="145" y="340"/>
                  </a:lnTo>
                  <a:lnTo>
                    <a:pt x="156" y="343"/>
                  </a:lnTo>
                  <a:lnTo>
                    <a:pt x="170" y="346"/>
                  </a:lnTo>
                  <a:lnTo>
                    <a:pt x="183" y="349"/>
                  </a:lnTo>
                  <a:lnTo>
                    <a:pt x="191" y="349"/>
                  </a:lnTo>
                  <a:lnTo>
                    <a:pt x="199" y="351"/>
                  </a:lnTo>
                  <a:lnTo>
                    <a:pt x="218" y="354"/>
                  </a:lnTo>
                  <a:lnTo>
                    <a:pt x="240" y="357"/>
                  </a:lnTo>
                  <a:lnTo>
                    <a:pt x="261" y="357"/>
                  </a:lnTo>
                  <a:lnTo>
                    <a:pt x="285" y="359"/>
                  </a:lnTo>
                  <a:lnTo>
                    <a:pt x="310" y="362"/>
                  </a:lnTo>
                  <a:lnTo>
                    <a:pt x="334" y="362"/>
                  </a:lnTo>
                  <a:lnTo>
                    <a:pt x="361" y="365"/>
                  </a:lnTo>
                  <a:lnTo>
                    <a:pt x="385" y="365"/>
                  </a:lnTo>
                  <a:lnTo>
                    <a:pt x="409" y="362"/>
                  </a:lnTo>
                  <a:lnTo>
                    <a:pt x="433" y="362"/>
                  </a:lnTo>
                  <a:lnTo>
                    <a:pt x="458" y="359"/>
                  </a:lnTo>
                  <a:lnTo>
                    <a:pt x="476" y="354"/>
                  </a:lnTo>
                  <a:lnTo>
                    <a:pt x="495" y="349"/>
                  </a:lnTo>
                  <a:lnTo>
                    <a:pt x="503" y="346"/>
                  </a:lnTo>
                  <a:lnTo>
                    <a:pt x="511" y="340"/>
                  </a:lnTo>
                  <a:lnTo>
                    <a:pt x="519" y="338"/>
                  </a:lnTo>
                  <a:lnTo>
                    <a:pt x="525" y="332"/>
                  </a:lnTo>
                  <a:lnTo>
                    <a:pt x="530" y="327"/>
                  </a:lnTo>
                  <a:lnTo>
                    <a:pt x="536" y="322"/>
                  </a:lnTo>
                  <a:lnTo>
                    <a:pt x="544" y="308"/>
                  </a:lnTo>
                  <a:lnTo>
                    <a:pt x="549" y="295"/>
                  </a:lnTo>
                  <a:lnTo>
                    <a:pt x="554" y="276"/>
                  </a:lnTo>
                  <a:lnTo>
                    <a:pt x="557" y="257"/>
                  </a:lnTo>
                  <a:lnTo>
                    <a:pt x="560" y="239"/>
                  </a:lnTo>
                  <a:lnTo>
                    <a:pt x="562" y="217"/>
                  </a:lnTo>
                  <a:lnTo>
                    <a:pt x="562" y="196"/>
                  </a:lnTo>
                  <a:lnTo>
                    <a:pt x="562" y="174"/>
                  </a:lnTo>
                  <a:lnTo>
                    <a:pt x="560" y="155"/>
                  </a:lnTo>
                  <a:lnTo>
                    <a:pt x="560" y="134"/>
                  </a:lnTo>
                  <a:lnTo>
                    <a:pt x="557" y="115"/>
                  </a:lnTo>
                  <a:lnTo>
                    <a:pt x="554" y="96"/>
                  </a:lnTo>
                  <a:lnTo>
                    <a:pt x="552" y="80"/>
                  </a:lnTo>
                  <a:lnTo>
                    <a:pt x="552" y="67"/>
                  </a:lnTo>
                  <a:lnTo>
                    <a:pt x="549" y="62"/>
                  </a:lnTo>
                  <a:lnTo>
                    <a:pt x="549" y="56"/>
                  </a:lnTo>
                  <a:lnTo>
                    <a:pt x="546" y="48"/>
                  </a:lnTo>
                  <a:lnTo>
                    <a:pt x="544" y="40"/>
                  </a:lnTo>
                  <a:lnTo>
                    <a:pt x="541" y="32"/>
                  </a:lnTo>
                  <a:lnTo>
                    <a:pt x="538" y="29"/>
                  </a:lnTo>
                  <a:lnTo>
                    <a:pt x="533" y="24"/>
                  </a:lnTo>
                  <a:lnTo>
                    <a:pt x="530" y="21"/>
                  </a:lnTo>
                  <a:lnTo>
                    <a:pt x="525" y="19"/>
                  </a:lnTo>
                  <a:lnTo>
                    <a:pt x="519" y="19"/>
                  </a:lnTo>
                  <a:lnTo>
                    <a:pt x="509" y="16"/>
                  </a:lnTo>
                  <a:lnTo>
                    <a:pt x="495" y="16"/>
                  </a:lnTo>
                  <a:lnTo>
                    <a:pt x="482" y="16"/>
                  </a:lnTo>
                  <a:lnTo>
                    <a:pt x="466" y="16"/>
                  </a:lnTo>
                  <a:lnTo>
                    <a:pt x="458" y="16"/>
                  </a:lnTo>
                  <a:lnTo>
                    <a:pt x="449" y="13"/>
                  </a:lnTo>
                  <a:lnTo>
                    <a:pt x="431" y="13"/>
                  </a:lnTo>
                  <a:lnTo>
                    <a:pt x="409" y="13"/>
                  </a:lnTo>
                  <a:lnTo>
                    <a:pt x="388" y="13"/>
                  </a:lnTo>
                  <a:lnTo>
                    <a:pt x="363" y="16"/>
                  </a:lnTo>
                  <a:lnTo>
                    <a:pt x="342" y="16"/>
                  </a:lnTo>
                  <a:lnTo>
                    <a:pt x="320" y="16"/>
                  </a:lnTo>
                  <a:lnTo>
                    <a:pt x="301" y="16"/>
                  </a:lnTo>
                  <a:lnTo>
                    <a:pt x="283" y="13"/>
                  </a:lnTo>
                  <a:lnTo>
                    <a:pt x="264" y="13"/>
                  </a:lnTo>
                  <a:lnTo>
                    <a:pt x="248" y="8"/>
                  </a:lnTo>
                  <a:lnTo>
                    <a:pt x="229" y="5"/>
                  </a:lnTo>
                  <a:lnTo>
                    <a:pt x="213" y="3"/>
                  </a:lnTo>
                  <a:lnTo>
                    <a:pt x="199" y="0"/>
                  </a:lnTo>
                  <a:lnTo>
                    <a:pt x="188" y="0"/>
                  </a:lnTo>
                  <a:lnTo>
                    <a:pt x="183" y="0"/>
                  </a:lnTo>
                  <a:lnTo>
                    <a:pt x="178" y="0"/>
                  </a:lnTo>
                  <a:close/>
                </a:path>
              </a:pathLst>
            </a:custGeom>
            <a:solidFill>
              <a:srgbClr val="33CC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185355" name="Rectangle 9"/>
            <p:cNvSpPr>
              <a:spLocks noChangeArrowheads="1"/>
            </p:cNvSpPr>
            <p:nvPr/>
          </p:nvSpPr>
          <p:spPr bwMode="auto">
            <a:xfrm flipH="1">
              <a:off x="1184" y="1385"/>
              <a:ext cx="74" cy="17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lIns="0" tIns="0" rIns="0" bIns="0">
              <a:spAutoFit/>
            </a:bodyPr>
            <a:lstStyle/>
            <a:p>
              <a:r>
                <a:rPr lang="en-US" b="1">
                  <a:solidFill>
                    <a:schemeClr val="bg1"/>
                  </a:solidFill>
                </a:rPr>
                <a:t>A</a:t>
              </a:r>
            </a:p>
          </p:txBody>
        </p:sp>
        <p:sp>
          <p:nvSpPr>
            <p:cNvPr id="185356" name="Rectangle 10"/>
            <p:cNvSpPr>
              <a:spLocks noChangeArrowheads="1"/>
            </p:cNvSpPr>
            <p:nvPr/>
          </p:nvSpPr>
          <p:spPr bwMode="auto">
            <a:xfrm>
              <a:off x="1867" y="1057"/>
              <a:ext cx="96" cy="17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lIns="0" tIns="0" rIns="0" bIns="0">
              <a:spAutoFit/>
            </a:bodyPr>
            <a:lstStyle/>
            <a:p>
              <a:r>
                <a:rPr lang="en-US">
                  <a:solidFill>
                    <a:schemeClr val="bg1"/>
                  </a:solidFill>
                </a:rPr>
                <a:t>B</a:t>
              </a:r>
            </a:p>
          </p:txBody>
        </p:sp>
        <p:sp>
          <p:nvSpPr>
            <p:cNvPr id="185357" name="Freeform 11"/>
            <p:cNvSpPr>
              <a:spLocks/>
            </p:cNvSpPr>
            <p:nvPr/>
          </p:nvSpPr>
          <p:spPr bwMode="auto">
            <a:xfrm>
              <a:off x="1640" y="1582"/>
              <a:ext cx="565" cy="362"/>
            </a:xfrm>
            <a:custGeom>
              <a:avLst/>
              <a:gdLst>
                <a:gd name="T0" fmla="*/ 164 w 565"/>
                <a:gd name="T1" fmla="*/ 0 h 362"/>
                <a:gd name="T2" fmla="*/ 134 w 565"/>
                <a:gd name="T3" fmla="*/ 6 h 362"/>
                <a:gd name="T4" fmla="*/ 108 w 565"/>
                <a:gd name="T5" fmla="*/ 14 h 362"/>
                <a:gd name="T6" fmla="*/ 83 w 565"/>
                <a:gd name="T7" fmla="*/ 30 h 362"/>
                <a:gd name="T8" fmla="*/ 62 w 565"/>
                <a:gd name="T9" fmla="*/ 48 h 362"/>
                <a:gd name="T10" fmla="*/ 38 w 565"/>
                <a:gd name="T11" fmla="*/ 73 h 362"/>
                <a:gd name="T12" fmla="*/ 16 w 565"/>
                <a:gd name="T13" fmla="*/ 105 h 362"/>
                <a:gd name="T14" fmla="*/ 5 w 565"/>
                <a:gd name="T15" fmla="*/ 126 h 362"/>
                <a:gd name="T16" fmla="*/ 0 w 565"/>
                <a:gd name="T17" fmla="*/ 142 h 362"/>
                <a:gd name="T18" fmla="*/ 0 w 565"/>
                <a:gd name="T19" fmla="*/ 158 h 362"/>
                <a:gd name="T20" fmla="*/ 5 w 565"/>
                <a:gd name="T21" fmla="*/ 180 h 362"/>
                <a:gd name="T22" fmla="*/ 19 w 565"/>
                <a:gd name="T23" fmla="*/ 212 h 362"/>
                <a:gd name="T24" fmla="*/ 38 w 565"/>
                <a:gd name="T25" fmla="*/ 242 h 362"/>
                <a:gd name="T26" fmla="*/ 59 w 565"/>
                <a:gd name="T27" fmla="*/ 268 h 362"/>
                <a:gd name="T28" fmla="*/ 81 w 565"/>
                <a:gd name="T29" fmla="*/ 295 h 362"/>
                <a:gd name="T30" fmla="*/ 105 w 565"/>
                <a:gd name="T31" fmla="*/ 317 h 362"/>
                <a:gd name="T32" fmla="*/ 121 w 565"/>
                <a:gd name="T33" fmla="*/ 327 h 362"/>
                <a:gd name="T34" fmla="*/ 137 w 565"/>
                <a:gd name="T35" fmla="*/ 335 h 362"/>
                <a:gd name="T36" fmla="*/ 159 w 565"/>
                <a:gd name="T37" fmla="*/ 343 h 362"/>
                <a:gd name="T38" fmla="*/ 186 w 565"/>
                <a:gd name="T39" fmla="*/ 349 h 362"/>
                <a:gd name="T40" fmla="*/ 202 w 565"/>
                <a:gd name="T41" fmla="*/ 351 h 362"/>
                <a:gd name="T42" fmla="*/ 239 w 565"/>
                <a:gd name="T43" fmla="*/ 354 h 362"/>
                <a:gd name="T44" fmla="*/ 285 w 565"/>
                <a:gd name="T45" fmla="*/ 360 h 362"/>
                <a:gd name="T46" fmla="*/ 334 w 565"/>
                <a:gd name="T47" fmla="*/ 362 h 362"/>
                <a:gd name="T48" fmla="*/ 385 w 565"/>
                <a:gd name="T49" fmla="*/ 362 h 362"/>
                <a:gd name="T50" fmla="*/ 433 w 565"/>
                <a:gd name="T51" fmla="*/ 360 h 362"/>
                <a:gd name="T52" fmla="*/ 476 w 565"/>
                <a:gd name="T53" fmla="*/ 354 h 362"/>
                <a:gd name="T54" fmla="*/ 503 w 565"/>
                <a:gd name="T55" fmla="*/ 343 h 362"/>
                <a:gd name="T56" fmla="*/ 519 w 565"/>
                <a:gd name="T57" fmla="*/ 338 h 362"/>
                <a:gd name="T58" fmla="*/ 530 w 565"/>
                <a:gd name="T59" fmla="*/ 327 h 362"/>
                <a:gd name="T60" fmla="*/ 543 w 565"/>
                <a:gd name="T61" fmla="*/ 309 h 362"/>
                <a:gd name="T62" fmla="*/ 557 w 565"/>
                <a:gd name="T63" fmla="*/ 276 h 362"/>
                <a:gd name="T64" fmla="*/ 562 w 565"/>
                <a:gd name="T65" fmla="*/ 236 h 362"/>
                <a:gd name="T66" fmla="*/ 565 w 565"/>
                <a:gd name="T67" fmla="*/ 196 h 362"/>
                <a:gd name="T68" fmla="*/ 562 w 565"/>
                <a:gd name="T69" fmla="*/ 153 h 362"/>
                <a:gd name="T70" fmla="*/ 560 w 565"/>
                <a:gd name="T71" fmla="*/ 113 h 362"/>
                <a:gd name="T72" fmla="*/ 554 w 565"/>
                <a:gd name="T73" fmla="*/ 78 h 362"/>
                <a:gd name="T74" fmla="*/ 549 w 565"/>
                <a:gd name="T75" fmla="*/ 59 h 362"/>
                <a:gd name="T76" fmla="*/ 546 w 565"/>
                <a:gd name="T77" fmla="*/ 46 h 362"/>
                <a:gd name="T78" fmla="*/ 541 w 565"/>
                <a:gd name="T79" fmla="*/ 32 h 362"/>
                <a:gd name="T80" fmla="*/ 533 w 565"/>
                <a:gd name="T81" fmla="*/ 24 h 362"/>
                <a:gd name="T82" fmla="*/ 525 w 565"/>
                <a:gd name="T83" fmla="*/ 19 h 362"/>
                <a:gd name="T84" fmla="*/ 508 w 565"/>
                <a:gd name="T85" fmla="*/ 16 h 362"/>
                <a:gd name="T86" fmla="*/ 482 w 565"/>
                <a:gd name="T87" fmla="*/ 16 h 362"/>
                <a:gd name="T88" fmla="*/ 460 w 565"/>
                <a:gd name="T89" fmla="*/ 14 h 362"/>
                <a:gd name="T90" fmla="*/ 430 w 565"/>
                <a:gd name="T91" fmla="*/ 11 h 362"/>
                <a:gd name="T92" fmla="*/ 387 w 565"/>
                <a:gd name="T93" fmla="*/ 14 h 362"/>
                <a:gd name="T94" fmla="*/ 342 w 565"/>
                <a:gd name="T95" fmla="*/ 14 h 362"/>
                <a:gd name="T96" fmla="*/ 301 w 565"/>
                <a:gd name="T97" fmla="*/ 14 h 362"/>
                <a:gd name="T98" fmla="*/ 264 w 565"/>
                <a:gd name="T99" fmla="*/ 11 h 362"/>
                <a:gd name="T100" fmla="*/ 229 w 565"/>
                <a:gd name="T101" fmla="*/ 3 h 362"/>
                <a:gd name="T102" fmla="*/ 199 w 565"/>
                <a:gd name="T103" fmla="*/ 0 h 362"/>
                <a:gd name="T104" fmla="*/ 183 w 565"/>
                <a:gd name="T105" fmla="*/ 0 h 36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65"/>
                <a:gd name="T160" fmla="*/ 0 h 362"/>
                <a:gd name="T161" fmla="*/ 565 w 565"/>
                <a:gd name="T162" fmla="*/ 362 h 36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65" h="362">
                  <a:moveTo>
                    <a:pt x="178" y="0"/>
                  </a:moveTo>
                  <a:lnTo>
                    <a:pt x="164" y="0"/>
                  </a:lnTo>
                  <a:lnTo>
                    <a:pt x="148" y="3"/>
                  </a:lnTo>
                  <a:lnTo>
                    <a:pt x="134" y="6"/>
                  </a:lnTo>
                  <a:lnTo>
                    <a:pt x="121" y="11"/>
                  </a:lnTo>
                  <a:lnTo>
                    <a:pt x="108" y="14"/>
                  </a:lnTo>
                  <a:lnTo>
                    <a:pt x="94" y="22"/>
                  </a:lnTo>
                  <a:lnTo>
                    <a:pt x="83" y="30"/>
                  </a:lnTo>
                  <a:lnTo>
                    <a:pt x="73" y="38"/>
                  </a:lnTo>
                  <a:lnTo>
                    <a:pt x="62" y="48"/>
                  </a:lnTo>
                  <a:lnTo>
                    <a:pt x="48" y="59"/>
                  </a:lnTo>
                  <a:lnTo>
                    <a:pt x="38" y="73"/>
                  </a:lnTo>
                  <a:lnTo>
                    <a:pt x="27" y="89"/>
                  </a:lnTo>
                  <a:lnTo>
                    <a:pt x="16" y="105"/>
                  </a:lnTo>
                  <a:lnTo>
                    <a:pt x="8" y="118"/>
                  </a:lnTo>
                  <a:lnTo>
                    <a:pt x="5" y="126"/>
                  </a:lnTo>
                  <a:lnTo>
                    <a:pt x="3" y="134"/>
                  </a:lnTo>
                  <a:lnTo>
                    <a:pt x="0" y="142"/>
                  </a:lnTo>
                  <a:lnTo>
                    <a:pt x="0" y="150"/>
                  </a:lnTo>
                  <a:lnTo>
                    <a:pt x="0" y="158"/>
                  </a:lnTo>
                  <a:lnTo>
                    <a:pt x="3" y="164"/>
                  </a:lnTo>
                  <a:lnTo>
                    <a:pt x="5" y="180"/>
                  </a:lnTo>
                  <a:lnTo>
                    <a:pt x="11" y="196"/>
                  </a:lnTo>
                  <a:lnTo>
                    <a:pt x="19" y="212"/>
                  </a:lnTo>
                  <a:lnTo>
                    <a:pt x="27" y="228"/>
                  </a:lnTo>
                  <a:lnTo>
                    <a:pt x="38" y="242"/>
                  </a:lnTo>
                  <a:lnTo>
                    <a:pt x="48" y="255"/>
                  </a:lnTo>
                  <a:lnTo>
                    <a:pt x="59" y="268"/>
                  </a:lnTo>
                  <a:lnTo>
                    <a:pt x="70" y="282"/>
                  </a:lnTo>
                  <a:lnTo>
                    <a:pt x="81" y="295"/>
                  </a:lnTo>
                  <a:lnTo>
                    <a:pt x="94" y="306"/>
                  </a:lnTo>
                  <a:lnTo>
                    <a:pt x="105" y="317"/>
                  </a:lnTo>
                  <a:lnTo>
                    <a:pt x="113" y="322"/>
                  </a:lnTo>
                  <a:lnTo>
                    <a:pt x="121" y="327"/>
                  </a:lnTo>
                  <a:lnTo>
                    <a:pt x="129" y="333"/>
                  </a:lnTo>
                  <a:lnTo>
                    <a:pt x="137" y="335"/>
                  </a:lnTo>
                  <a:lnTo>
                    <a:pt x="148" y="341"/>
                  </a:lnTo>
                  <a:lnTo>
                    <a:pt x="159" y="343"/>
                  </a:lnTo>
                  <a:lnTo>
                    <a:pt x="172" y="346"/>
                  </a:lnTo>
                  <a:lnTo>
                    <a:pt x="186" y="349"/>
                  </a:lnTo>
                  <a:lnTo>
                    <a:pt x="194" y="349"/>
                  </a:lnTo>
                  <a:lnTo>
                    <a:pt x="202" y="351"/>
                  </a:lnTo>
                  <a:lnTo>
                    <a:pt x="221" y="354"/>
                  </a:lnTo>
                  <a:lnTo>
                    <a:pt x="239" y="354"/>
                  </a:lnTo>
                  <a:lnTo>
                    <a:pt x="261" y="357"/>
                  </a:lnTo>
                  <a:lnTo>
                    <a:pt x="285" y="360"/>
                  </a:lnTo>
                  <a:lnTo>
                    <a:pt x="309" y="362"/>
                  </a:lnTo>
                  <a:lnTo>
                    <a:pt x="334" y="362"/>
                  </a:lnTo>
                  <a:lnTo>
                    <a:pt x="360" y="362"/>
                  </a:lnTo>
                  <a:lnTo>
                    <a:pt x="385" y="362"/>
                  </a:lnTo>
                  <a:lnTo>
                    <a:pt x="409" y="362"/>
                  </a:lnTo>
                  <a:lnTo>
                    <a:pt x="433" y="360"/>
                  </a:lnTo>
                  <a:lnTo>
                    <a:pt x="457" y="357"/>
                  </a:lnTo>
                  <a:lnTo>
                    <a:pt x="476" y="354"/>
                  </a:lnTo>
                  <a:lnTo>
                    <a:pt x="495" y="349"/>
                  </a:lnTo>
                  <a:lnTo>
                    <a:pt x="503" y="343"/>
                  </a:lnTo>
                  <a:lnTo>
                    <a:pt x="511" y="341"/>
                  </a:lnTo>
                  <a:lnTo>
                    <a:pt x="519" y="338"/>
                  </a:lnTo>
                  <a:lnTo>
                    <a:pt x="525" y="333"/>
                  </a:lnTo>
                  <a:lnTo>
                    <a:pt x="530" y="327"/>
                  </a:lnTo>
                  <a:lnTo>
                    <a:pt x="535" y="322"/>
                  </a:lnTo>
                  <a:lnTo>
                    <a:pt x="543" y="309"/>
                  </a:lnTo>
                  <a:lnTo>
                    <a:pt x="552" y="292"/>
                  </a:lnTo>
                  <a:lnTo>
                    <a:pt x="557" y="276"/>
                  </a:lnTo>
                  <a:lnTo>
                    <a:pt x="560" y="258"/>
                  </a:lnTo>
                  <a:lnTo>
                    <a:pt x="562" y="236"/>
                  </a:lnTo>
                  <a:lnTo>
                    <a:pt x="565" y="217"/>
                  </a:lnTo>
                  <a:lnTo>
                    <a:pt x="565" y="196"/>
                  </a:lnTo>
                  <a:lnTo>
                    <a:pt x="562" y="174"/>
                  </a:lnTo>
                  <a:lnTo>
                    <a:pt x="562" y="153"/>
                  </a:lnTo>
                  <a:lnTo>
                    <a:pt x="560" y="132"/>
                  </a:lnTo>
                  <a:lnTo>
                    <a:pt x="560" y="113"/>
                  </a:lnTo>
                  <a:lnTo>
                    <a:pt x="557" y="97"/>
                  </a:lnTo>
                  <a:lnTo>
                    <a:pt x="554" y="78"/>
                  </a:lnTo>
                  <a:lnTo>
                    <a:pt x="552" y="65"/>
                  </a:lnTo>
                  <a:lnTo>
                    <a:pt x="549" y="59"/>
                  </a:lnTo>
                  <a:lnTo>
                    <a:pt x="549" y="54"/>
                  </a:lnTo>
                  <a:lnTo>
                    <a:pt x="546" y="46"/>
                  </a:lnTo>
                  <a:lnTo>
                    <a:pt x="543" y="38"/>
                  </a:lnTo>
                  <a:lnTo>
                    <a:pt x="541" y="32"/>
                  </a:lnTo>
                  <a:lnTo>
                    <a:pt x="538" y="27"/>
                  </a:lnTo>
                  <a:lnTo>
                    <a:pt x="533" y="24"/>
                  </a:lnTo>
                  <a:lnTo>
                    <a:pt x="530" y="22"/>
                  </a:lnTo>
                  <a:lnTo>
                    <a:pt x="525" y="19"/>
                  </a:lnTo>
                  <a:lnTo>
                    <a:pt x="519" y="19"/>
                  </a:lnTo>
                  <a:lnTo>
                    <a:pt x="508" y="16"/>
                  </a:lnTo>
                  <a:lnTo>
                    <a:pt x="495" y="16"/>
                  </a:lnTo>
                  <a:lnTo>
                    <a:pt x="482" y="16"/>
                  </a:lnTo>
                  <a:lnTo>
                    <a:pt x="468" y="14"/>
                  </a:lnTo>
                  <a:lnTo>
                    <a:pt x="460" y="14"/>
                  </a:lnTo>
                  <a:lnTo>
                    <a:pt x="452" y="11"/>
                  </a:lnTo>
                  <a:lnTo>
                    <a:pt x="430" y="11"/>
                  </a:lnTo>
                  <a:lnTo>
                    <a:pt x="409" y="11"/>
                  </a:lnTo>
                  <a:lnTo>
                    <a:pt x="387" y="14"/>
                  </a:lnTo>
                  <a:lnTo>
                    <a:pt x="363" y="14"/>
                  </a:lnTo>
                  <a:lnTo>
                    <a:pt x="342" y="14"/>
                  </a:lnTo>
                  <a:lnTo>
                    <a:pt x="320" y="14"/>
                  </a:lnTo>
                  <a:lnTo>
                    <a:pt x="301" y="14"/>
                  </a:lnTo>
                  <a:lnTo>
                    <a:pt x="282" y="11"/>
                  </a:lnTo>
                  <a:lnTo>
                    <a:pt x="264" y="11"/>
                  </a:lnTo>
                  <a:lnTo>
                    <a:pt x="247" y="6"/>
                  </a:lnTo>
                  <a:lnTo>
                    <a:pt x="229" y="3"/>
                  </a:lnTo>
                  <a:lnTo>
                    <a:pt x="213" y="0"/>
                  </a:lnTo>
                  <a:lnTo>
                    <a:pt x="199" y="0"/>
                  </a:lnTo>
                  <a:lnTo>
                    <a:pt x="188" y="0"/>
                  </a:lnTo>
                  <a:lnTo>
                    <a:pt x="183" y="0"/>
                  </a:lnTo>
                  <a:lnTo>
                    <a:pt x="178" y="0"/>
                  </a:lnTo>
                  <a:close/>
                </a:path>
              </a:pathLst>
            </a:custGeom>
            <a:solidFill>
              <a:srgbClr val="33CC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185358" name="Rectangle 12"/>
            <p:cNvSpPr>
              <a:spLocks noChangeArrowheads="1"/>
            </p:cNvSpPr>
            <p:nvPr/>
          </p:nvSpPr>
          <p:spPr bwMode="auto">
            <a:xfrm>
              <a:off x="1896" y="1657"/>
              <a:ext cx="104" cy="17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lIns="0" tIns="0" rIns="0" bIns="0">
              <a:spAutoFit/>
            </a:bodyPr>
            <a:lstStyle/>
            <a:p>
              <a:r>
                <a:rPr lang="en-US" b="1">
                  <a:solidFill>
                    <a:schemeClr val="bg1"/>
                  </a:solidFill>
                </a:rPr>
                <a:t>C</a:t>
              </a:r>
            </a:p>
          </p:txBody>
        </p:sp>
        <p:sp>
          <p:nvSpPr>
            <p:cNvPr id="185359" name="Rectangle 13"/>
            <p:cNvSpPr>
              <a:spLocks noChangeArrowheads="1"/>
            </p:cNvSpPr>
            <p:nvPr/>
          </p:nvSpPr>
          <p:spPr bwMode="auto">
            <a:xfrm>
              <a:off x="1963" y="1657"/>
              <a:ext cx="31" cy="13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lIns="0" tIns="0" rIns="0" bIns="0">
              <a:spAutoFit/>
            </a:bodyPr>
            <a:lstStyle/>
            <a:p>
              <a:r>
                <a:rPr lang="en-US" sz="1400">
                  <a:solidFill>
                    <a:srgbClr val="000000"/>
                  </a:solidFill>
                </a:rPr>
                <a:t> </a:t>
              </a:r>
              <a:endParaRPr lang="en-US"/>
            </a:p>
          </p:txBody>
        </p:sp>
        <p:sp>
          <p:nvSpPr>
            <p:cNvPr id="185360" name="Freeform 14"/>
            <p:cNvSpPr>
              <a:spLocks/>
            </p:cNvSpPr>
            <p:nvPr/>
          </p:nvSpPr>
          <p:spPr bwMode="auto">
            <a:xfrm>
              <a:off x="443" y="1335"/>
              <a:ext cx="218" cy="215"/>
            </a:xfrm>
            <a:custGeom>
              <a:avLst/>
              <a:gdLst>
                <a:gd name="T0" fmla="*/ 99 w 218"/>
                <a:gd name="T1" fmla="*/ 0 h 215"/>
                <a:gd name="T2" fmla="*/ 78 w 218"/>
                <a:gd name="T3" fmla="*/ 6 h 215"/>
                <a:gd name="T4" fmla="*/ 56 w 218"/>
                <a:gd name="T5" fmla="*/ 14 h 215"/>
                <a:gd name="T6" fmla="*/ 40 w 218"/>
                <a:gd name="T7" fmla="*/ 25 h 215"/>
                <a:gd name="T8" fmla="*/ 24 w 218"/>
                <a:gd name="T9" fmla="*/ 41 h 215"/>
                <a:gd name="T10" fmla="*/ 13 w 218"/>
                <a:gd name="T11" fmla="*/ 57 h 215"/>
                <a:gd name="T12" fmla="*/ 5 w 218"/>
                <a:gd name="T13" fmla="*/ 76 h 215"/>
                <a:gd name="T14" fmla="*/ 0 w 218"/>
                <a:gd name="T15" fmla="*/ 97 h 215"/>
                <a:gd name="T16" fmla="*/ 0 w 218"/>
                <a:gd name="T17" fmla="*/ 118 h 215"/>
                <a:gd name="T18" fmla="*/ 5 w 218"/>
                <a:gd name="T19" fmla="*/ 140 h 215"/>
                <a:gd name="T20" fmla="*/ 13 w 218"/>
                <a:gd name="T21" fmla="*/ 159 h 215"/>
                <a:gd name="T22" fmla="*/ 24 w 218"/>
                <a:gd name="T23" fmla="*/ 175 h 215"/>
                <a:gd name="T24" fmla="*/ 40 w 218"/>
                <a:gd name="T25" fmla="*/ 191 h 215"/>
                <a:gd name="T26" fmla="*/ 56 w 218"/>
                <a:gd name="T27" fmla="*/ 202 h 215"/>
                <a:gd name="T28" fmla="*/ 78 w 218"/>
                <a:gd name="T29" fmla="*/ 210 h 215"/>
                <a:gd name="T30" fmla="*/ 99 w 218"/>
                <a:gd name="T31" fmla="*/ 215 h 215"/>
                <a:gd name="T32" fmla="*/ 121 w 218"/>
                <a:gd name="T33" fmla="*/ 215 h 215"/>
                <a:gd name="T34" fmla="*/ 142 w 218"/>
                <a:gd name="T35" fmla="*/ 210 h 215"/>
                <a:gd name="T36" fmla="*/ 161 w 218"/>
                <a:gd name="T37" fmla="*/ 202 h 215"/>
                <a:gd name="T38" fmla="*/ 177 w 218"/>
                <a:gd name="T39" fmla="*/ 191 h 215"/>
                <a:gd name="T40" fmla="*/ 193 w 218"/>
                <a:gd name="T41" fmla="*/ 175 h 215"/>
                <a:gd name="T42" fmla="*/ 204 w 218"/>
                <a:gd name="T43" fmla="*/ 159 h 215"/>
                <a:gd name="T44" fmla="*/ 212 w 218"/>
                <a:gd name="T45" fmla="*/ 140 h 215"/>
                <a:gd name="T46" fmla="*/ 218 w 218"/>
                <a:gd name="T47" fmla="*/ 118 h 215"/>
                <a:gd name="T48" fmla="*/ 218 w 218"/>
                <a:gd name="T49" fmla="*/ 97 h 215"/>
                <a:gd name="T50" fmla="*/ 212 w 218"/>
                <a:gd name="T51" fmla="*/ 76 h 215"/>
                <a:gd name="T52" fmla="*/ 204 w 218"/>
                <a:gd name="T53" fmla="*/ 57 h 215"/>
                <a:gd name="T54" fmla="*/ 193 w 218"/>
                <a:gd name="T55" fmla="*/ 41 h 215"/>
                <a:gd name="T56" fmla="*/ 177 w 218"/>
                <a:gd name="T57" fmla="*/ 25 h 215"/>
                <a:gd name="T58" fmla="*/ 161 w 218"/>
                <a:gd name="T59" fmla="*/ 14 h 215"/>
                <a:gd name="T60" fmla="*/ 142 w 218"/>
                <a:gd name="T61" fmla="*/ 6 h 215"/>
                <a:gd name="T62" fmla="*/ 121 w 218"/>
                <a:gd name="T63" fmla="*/ 0 h 21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18"/>
                <a:gd name="T97" fmla="*/ 0 h 215"/>
                <a:gd name="T98" fmla="*/ 218 w 218"/>
                <a:gd name="T99" fmla="*/ 215 h 21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18" h="215">
                  <a:moveTo>
                    <a:pt x="110" y="0"/>
                  </a:moveTo>
                  <a:lnTo>
                    <a:pt x="99" y="0"/>
                  </a:lnTo>
                  <a:lnTo>
                    <a:pt x="88" y="3"/>
                  </a:lnTo>
                  <a:lnTo>
                    <a:pt x="78" y="6"/>
                  </a:lnTo>
                  <a:lnTo>
                    <a:pt x="67" y="9"/>
                  </a:lnTo>
                  <a:lnTo>
                    <a:pt x="56" y="14"/>
                  </a:lnTo>
                  <a:lnTo>
                    <a:pt x="48" y="19"/>
                  </a:lnTo>
                  <a:lnTo>
                    <a:pt x="40" y="25"/>
                  </a:lnTo>
                  <a:lnTo>
                    <a:pt x="32" y="33"/>
                  </a:lnTo>
                  <a:lnTo>
                    <a:pt x="24" y="41"/>
                  </a:lnTo>
                  <a:lnTo>
                    <a:pt x="18" y="49"/>
                  </a:lnTo>
                  <a:lnTo>
                    <a:pt x="13" y="57"/>
                  </a:lnTo>
                  <a:lnTo>
                    <a:pt x="8" y="65"/>
                  </a:lnTo>
                  <a:lnTo>
                    <a:pt x="5" y="76"/>
                  </a:lnTo>
                  <a:lnTo>
                    <a:pt x="2" y="86"/>
                  </a:lnTo>
                  <a:lnTo>
                    <a:pt x="0" y="97"/>
                  </a:lnTo>
                  <a:lnTo>
                    <a:pt x="0" y="108"/>
                  </a:lnTo>
                  <a:lnTo>
                    <a:pt x="0" y="118"/>
                  </a:lnTo>
                  <a:lnTo>
                    <a:pt x="2" y="129"/>
                  </a:lnTo>
                  <a:lnTo>
                    <a:pt x="5" y="140"/>
                  </a:lnTo>
                  <a:lnTo>
                    <a:pt x="8" y="151"/>
                  </a:lnTo>
                  <a:lnTo>
                    <a:pt x="13" y="159"/>
                  </a:lnTo>
                  <a:lnTo>
                    <a:pt x="18" y="167"/>
                  </a:lnTo>
                  <a:lnTo>
                    <a:pt x="24" y="175"/>
                  </a:lnTo>
                  <a:lnTo>
                    <a:pt x="32" y="183"/>
                  </a:lnTo>
                  <a:lnTo>
                    <a:pt x="40" y="191"/>
                  </a:lnTo>
                  <a:lnTo>
                    <a:pt x="48" y="196"/>
                  </a:lnTo>
                  <a:lnTo>
                    <a:pt x="56" y="202"/>
                  </a:lnTo>
                  <a:lnTo>
                    <a:pt x="67" y="207"/>
                  </a:lnTo>
                  <a:lnTo>
                    <a:pt x="78" y="210"/>
                  </a:lnTo>
                  <a:lnTo>
                    <a:pt x="88" y="212"/>
                  </a:lnTo>
                  <a:lnTo>
                    <a:pt x="99" y="215"/>
                  </a:lnTo>
                  <a:lnTo>
                    <a:pt x="110" y="215"/>
                  </a:lnTo>
                  <a:lnTo>
                    <a:pt x="121" y="215"/>
                  </a:lnTo>
                  <a:lnTo>
                    <a:pt x="131" y="212"/>
                  </a:lnTo>
                  <a:lnTo>
                    <a:pt x="142" y="210"/>
                  </a:lnTo>
                  <a:lnTo>
                    <a:pt x="153" y="207"/>
                  </a:lnTo>
                  <a:lnTo>
                    <a:pt x="161" y="202"/>
                  </a:lnTo>
                  <a:lnTo>
                    <a:pt x="169" y="196"/>
                  </a:lnTo>
                  <a:lnTo>
                    <a:pt x="177" y="191"/>
                  </a:lnTo>
                  <a:lnTo>
                    <a:pt x="185" y="183"/>
                  </a:lnTo>
                  <a:lnTo>
                    <a:pt x="193" y="175"/>
                  </a:lnTo>
                  <a:lnTo>
                    <a:pt x="199" y="167"/>
                  </a:lnTo>
                  <a:lnTo>
                    <a:pt x="204" y="159"/>
                  </a:lnTo>
                  <a:lnTo>
                    <a:pt x="209" y="151"/>
                  </a:lnTo>
                  <a:lnTo>
                    <a:pt x="212" y="140"/>
                  </a:lnTo>
                  <a:lnTo>
                    <a:pt x="215" y="129"/>
                  </a:lnTo>
                  <a:lnTo>
                    <a:pt x="218" y="118"/>
                  </a:lnTo>
                  <a:lnTo>
                    <a:pt x="218" y="108"/>
                  </a:lnTo>
                  <a:lnTo>
                    <a:pt x="218" y="97"/>
                  </a:lnTo>
                  <a:lnTo>
                    <a:pt x="215" y="86"/>
                  </a:lnTo>
                  <a:lnTo>
                    <a:pt x="212" y="76"/>
                  </a:lnTo>
                  <a:lnTo>
                    <a:pt x="209" y="65"/>
                  </a:lnTo>
                  <a:lnTo>
                    <a:pt x="204" y="57"/>
                  </a:lnTo>
                  <a:lnTo>
                    <a:pt x="199" y="49"/>
                  </a:lnTo>
                  <a:lnTo>
                    <a:pt x="193" y="41"/>
                  </a:lnTo>
                  <a:lnTo>
                    <a:pt x="185" y="33"/>
                  </a:lnTo>
                  <a:lnTo>
                    <a:pt x="177" y="25"/>
                  </a:lnTo>
                  <a:lnTo>
                    <a:pt x="169" y="19"/>
                  </a:lnTo>
                  <a:lnTo>
                    <a:pt x="161" y="14"/>
                  </a:lnTo>
                  <a:lnTo>
                    <a:pt x="153" y="9"/>
                  </a:lnTo>
                  <a:lnTo>
                    <a:pt x="142" y="6"/>
                  </a:lnTo>
                  <a:lnTo>
                    <a:pt x="131" y="3"/>
                  </a:lnTo>
                  <a:lnTo>
                    <a:pt x="121" y="0"/>
                  </a:lnTo>
                  <a:lnTo>
                    <a:pt x="110" y="0"/>
                  </a:lnTo>
                  <a:close/>
                </a:path>
              </a:pathLst>
            </a:custGeom>
            <a:solidFill>
              <a:srgbClr val="33CC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185361" name="Rectangle 15"/>
            <p:cNvSpPr>
              <a:spLocks noChangeArrowheads="1"/>
            </p:cNvSpPr>
            <p:nvPr/>
          </p:nvSpPr>
          <p:spPr bwMode="auto">
            <a:xfrm>
              <a:off x="493" y="1378"/>
              <a:ext cx="121" cy="15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lIns="0" tIns="0" rIns="0" bIns="0">
              <a:spAutoFit/>
            </a:bodyPr>
            <a:lstStyle/>
            <a:p>
              <a:r>
                <a:rPr lang="en-US" sz="1600" b="1">
                  <a:solidFill>
                    <a:schemeClr val="bg1"/>
                  </a:solidFill>
                </a:rPr>
                <a:t>W</a:t>
              </a:r>
            </a:p>
          </p:txBody>
        </p:sp>
        <p:sp>
          <p:nvSpPr>
            <p:cNvPr id="185362" name="Rectangle 16"/>
            <p:cNvSpPr>
              <a:spLocks noChangeArrowheads="1"/>
            </p:cNvSpPr>
            <p:nvPr/>
          </p:nvSpPr>
          <p:spPr bwMode="auto">
            <a:xfrm>
              <a:off x="617" y="1360"/>
              <a:ext cx="31" cy="13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lIns="0" tIns="0" rIns="0" bIns="0">
              <a:spAutoFit/>
            </a:bodyPr>
            <a:lstStyle/>
            <a:p>
              <a:r>
                <a:rPr lang="en-US" sz="1400">
                  <a:solidFill>
                    <a:srgbClr val="000000"/>
                  </a:solidFill>
                </a:rPr>
                <a:t> </a:t>
              </a:r>
              <a:endParaRPr lang="en-US"/>
            </a:p>
          </p:txBody>
        </p:sp>
        <p:sp>
          <p:nvSpPr>
            <p:cNvPr id="185363" name="Freeform 17"/>
            <p:cNvSpPr>
              <a:spLocks/>
            </p:cNvSpPr>
            <p:nvPr/>
          </p:nvSpPr>
          <p:spPr bwMode="auto">
            <a:xfrm>
              <a:off x="2584" y="1220"/>
              <a:ext cx="218" cy="212"/>
            </a:xfrm>
            <a:custGeom>
              <a:avLst/>
              <a:gdLst>
                <a:gd name="T0" fmla="*/ 100 w 218"/>
                <a:gd name="T1" fmla="*/ 0 h 212"/>
                <a:gd name="T2" fmla="*/ 78 w 218"/>
                <a:gd name="T3" fmla="*/ 6 h 212"/>
                <a:gd name="T4" fmla="*/ 57 w 218"/>
                <a:gd name="T5" fmla="*/ 14 h 212"/>
                <a:gd name="T6" fmla="*/ 41 w 218"/>
                <a:gd name="T7" fmla="*/ 24 h 212"/>
                <a:gd name="T8" fmla="*/ 25 w 218"/>
                <a:gd name="T9" fmla="*/ 38 h 212"/>
                <a:gd name="T10" fmla="*/ 14 w 218"/>
                <a:gd name="T11" fmla="*/ 54 h 212"/>
                <a:gd name="T12" fmla="*/ 6 w 218"/>
                <a:gd name="T13" fmla="*/ 73 h 212"/>
                <a:gd name="T14" fmla="*/ 0 w 218"/>
                <a:gd name="T15" fmla="*/ 94 h 212"/>
                <a:gd name="T16" fmla="*/ 0 w 218"/>
                <a:gd name="T17" fmla="*/ 115 h 212"/>
                <a:gd name="T18" fmla="*/ 6 w 218"/>
                <a:gd name="T19" fmla="*/ 137 h 212"/>
                <a:gd name="T20" fmla="*/ 14 w 218"/>
                <a:gd name="T21" fmla="*/ 156 h 212"/>
                <a:gd name="T22" fmla="*/ 25 w 218"/>
                <a:gd name="T23" fmla="*/ 172 h 212"/>
                <a:gd name="T24" fmla="*/ 41 w 218"/>
                <a:gd name="T25" fmla="*/ 188 h 212"/>
                <a:gd name="T26" fmla="*/ 57 w 218"/>
                <a:gd name="T27" fmla="*/ 199 h 212"/>
                <a:gd name="T28" fmla="*/ 78 w 218"/>
                <a:gd name="T29" fmla="*/ 207 h 212"/>
                <a:gd name="T30" fmla="*/ 100 w 218"/>
                <a:gd name="T31" fmla="*/ 212 h 212"/>
                <a:gd name="T32" fmla="*/ 121 w 218"/>
                <a:gd name="T33" fmla="*/ 212 h 212"/>
                <a:gd name="T34" fmla="*/ 143 w 218"/>
                <a:gd name="T35" fmla="*/ 207 h 212"/>
                <a:gd name="T36" fmla="*/ 162 w 218"/>
                <a:gd name="T37" fmla="*/ 199 h 212"/>
                <a:gd name="T38" fmla="*/ 178 w 218"/>
                <a:gd name="T39" fmla="*/ 188 h 212"/>
                <a:gd name="T40" fmla="*/ 194 w 218"/>
                <a:gd name="T41" fmla="*/ 172 h 212"/>
                <a:gd name="T42" fmla="*/ 205 w 218"/>
                <a:gd name="T43" fmla="*/ 156 h 212"/>
                <a:gd name="T44" fmla="*/ 213 w 218"/>
                <a:gd name="T45" fmla="*/ 137 h 212"/>
                <a:gd name="T46" fmla="*/ 218 w 218"/>
                <a:gd name="T47" fmla="*/ 115 h 212"/>
                <a:gd name="T48" fmla="*/ 218 w 218"/>
                <a:gd name="T49" fmla="*/ 94 h 212"/>
                <a:gd name="T50" fmla="*/ 213 w 218"/>
                <a:gd name="T51" fmla="*/ 73 h 212"/>
                <a:gd name="T52" fmla="*/ 205 w 218"/>
                <a:gd name="T53" fmla="*/ 54 h 212"/>
                <a:gd name="T54" fmla="*/ 194 w 218"/>
                <a:gd name="T55" fmla="*/ 38 h 212"/>
                <a:gd name="T56" fmla="*/ 178 w 218"/>
                <a:gd name="T57" fmla="*/ 24 h 212"/>
                <a:gd name="T58" fmla="*/ 162 w 218"/>
                <a:gd name="T59" fmla="*/ 14 h 212"/>
                <a:gd name="T60" fmla="*/ 143 w 218"/>
                <a:gd name="T61" fmla="*/ 6 h 212"/>
                <a:gd name="T62" fmla="*/ 121 w 218"/>
                <a:gd name="T63" fmla="*/ 0 h 21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18"/>
                <a:gd name="T97" fmla="*/ 0 h 212"/>
                <a:gd name="T98" fmla="*/ 218 w 218"/>
                <a:gd name="T99" fmla="*/ 212 h 21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18" h="212">
                  <a:moveTo>
                    <a:pt x="111" y="0"/>
                  </a:moveTo>
                  <a:lnTo>
                    <a:pt x="100" y="0"/>
                  </a:lnTo>
                  <a:lnTo>
                    <a:pt x="89" y="3"/>
                  </a:lnTo>
                  <a:lnTo>
                    <a:pt x="78" y="6"/>
                  </a:lnTo>
                  <a:lnTo>
                    <a:pt x="68" y="8"/>
                  </a:lnTo>
                  <a:lnTo>
                    <a:pt x="57" y="14"/>
                  </a:lnTo>
                  <a:lnTo>
                    <a:pt x="49" y="19"/>
                  </a:lnTo>
                  <a:lnTo>
                    <a:pt x="41" y="24"/>
                  </a:lnTo>
                  <a:lnTo>
                    <a:pt x="33" y="30"/>
                  </a:lnTo>
                  <a:lnTo>
                    <a:pt x="25" y="38"/>
                  </a:lnTo>
                  <a:lnTo>
                    <a:pt x="19" y="46"/>
                  </a:lnTo>
                  <a:lnTo>
                    <a:pt x="14" y="54"/>
                  </a:lnTo>
                  <a:lnTo>
                    <a:pt x="8" y="65"/>
                  </a:lnTo>
                  <a:lnTo>
                    <a:pt x="6" y="73"/>
                  </a:lnTo>
                  <a:lnTo>
                    <a:pt x="3" y="83"/>
                  </a:lnTo>
                  <a:lnTo>
                    <a:pt x="0" y="94"/>
                  </a:lnTo>
                  <a:lnTo>
                    <a:pt x="0" y="105"/>
                  </a:lnTo>
                  <a:lnTo>
                    <a:pt x="0" y="115"/>
                  </a:lnTo>
                  <a:lnTo>
                    <a:pt x="3" y="126"/>
                  </a:lnTo>
                  <a:lnTo>
                    <a:pt x="6" y="137"/>
                  </a:lnTo>
                  <a:lnTo>
                    <a:pt x="8" y="148"/>
                  </a:lnTo>
                  <a:lnTo>
                    <a:pt x="14" y="156"/>
                  </a:lnTo>
                  <a:lnTo>
                    <a:pt x="19" y="164"/>
                  </a:lnTo>
                  <a:lnTo>
                    <a:pt x="25" y="172"/>
                  </a:lnTo>
                  <a:lnTo>
                    <a:pt x="33" y="180"/>
                  </a:lnTo>
                  <a:lnTo>
                    <a:pt x="41" y="188"/>
                  </a:lnTo>
                  <a:lnTo>
                    <a:pt x="49" y="193"/>
                  </a:lnTo>
                  <a:lnTo>
                    <a:pt x="57" y="199"/>
                  </a:lnTo>
                  <a:lnTo>
                    <a:pt x="68" y="204"/>
                  </a:lnTo>
                  <a:lnTo>
                    <a:pt x="78" y="207"/>
                  </a:lnTo>
                  <a:lnTo>
                    <a:pt x="89" y="209"/>
                  </a:lnTo>
                  <a:lnTo>
                    <a:pt x="100" y="212"/>
                  </a:lnTo>
                  <a:lnTo>
                    <a:pt x="111" y="212"/>
                  </a:lnTo>
                  <a:lnTo>
                    <a:pt x="121" y="212"/>
                  </a:lnTo>
                  <a:lnTo>
                    <a:pt x="132" y="209"/>
                  </a:lnTo>
                  <a:lnTo>
                    <a:pt x="143" y="207"/>
                  </a:lnTo>
                  <a:lnTo>
                    <a:pt x="154" y="204"/>
                  </a:lnTo>
                  <a:lnTo>
                    <a:pt x="162" y="199"/>
                  </a:lnTo>
                  <a:lnTo>
                    <a:pt x="170" y="193"/>
                  </a:lnTo>
                  <a:lnTo>
                    <a:pt x="178" y="188"/>
                  </a:lnTo>
                  <a:lnTo>
                    <a:pt x="186" y="180"/>
                  </a:lnTo>
                  <a:lnTo>
                    <a:pt x="194" y="172"/>
                  </a:lnTo>
                  <a:lnTo>
                    <a:pt x="199" y="164"/>
                  </a:lnTo>
                  <a:lnTo>
                    <a:pt x="205" y="156"/>
                  </a:lnTo>
                  <a:lnTo>
                    <a:pt x="210" y="148"/>
                  </a:lnTo>
                  <a:lnTo>
                    <a:pt x="213" y="137"/>
                  </a:lnTo>
                  <a:lnTo>
                    <a:pt x="216" y="126"/>
                  </a:lnTo>
                  <a:lnTo>
                    <a:pt x="218" y="115"/>
                  </a:lnTo>
                  <a:lnTo>
                    <a:pt x="218" y="105"/>
                  </a:lnTo>
                  <a:lnTo>
                    <a:pt x="218" y="94"/>
                  </a:lnTo>
                  <a:lnTo>
                    <a:pt x="216" y="83"/>
                  </a:lnTo>
                  <a:lnTo>
                    <a:pt x="213" y="73"/>
                  </a:lnTo>
                  <a:lnTo>
                    <a:pt x="210" y="65"/>
                  </a:lnTo>
                  <a:lnTo>
                    <a:pt x="205" y="54"/>
                  </a:lnTo>
                  <a:lnTo>
                    <a:pt x="199" y="46"/>
                  </a:lnTo>
                  <a:lnTo>
                    <a:pt x="194" y="38"/>
                  </a:lnTo>
                  <a:lnTo>
                    <a:pt x="186" y="30"/>
                  </a:lnTo>
                  <a:lnTo>
                    <a:pt x="178" y="24"/>
                  </a:lnTo>
                  <a:lnTo>
                    <a:pt x="170" y="19"/>
                  </a:lnTo>
                  <a:lnTo>
                    <a:pt x="162" y="14"/>
                  </a:lnTo>
                  <a:lnTo>
                    <a:pt x="154" y="8"/>
                  </a:lnTo>
                  <a:lnTo>
                    <a:pt x="143" y="6"/>
                  </a:lnTo>
                  <a:lnTo>
                    <a:pt x="132" y="3"/>
                  </a:lnTo>
                  <a:lnTo>
                    <a:pt x="121" y="0"/>
                  </a:lnTo>
                  <a:lnTo>
                    <a:pt x="111" y="0"/>
                  </a:lnTo>
                  <a:close/>
                </a:path>
              </a:pathLst>
            </a:custGeom>
            <a:solidFill>
              <a:srgbClr val="33CC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185364" name="Rectangle 18"/>
            <p:cNvSpPr>
              <a:spLocks noChangeArrowheads="1"/>
            </p:cNvSpPr>
            <p:nvPr/>
          </p:nvSpPr>
          <p:spPr bwMode="auto">
            <a:xfrm>
              <a:off x="2641" y="1262"/>
              <a:ext cx="85" cy="15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lIns="0" tIns="0" rIns="0" bIns="0">
              <a:spAutoFit/>
            </a:bodyPr>
            <a:lstStyle/>
            <a:p>
              <a:r>
                <a:rPr lang="en-US" sz="1600" b="1">
                  <a:solidFill>
                    <a:schemeClr val="bg1"/>
                  </a:solidFill>
                </a:rPr>
                <a:t>X</a:t>
              </a:r>
            </a:p>
          </p:txBody>
        </p:sp>
        <p:sp>
          <p:nvSpPr>
            <p:cNvPr id="185365" name="Freeform 19"/>
            <p:cNvSpPr>
              <a:spLocks/>
            </p:cNvSpPr>
            <p:nvPr/>
          </p:nvSpPr>
          <p:spPr bwMode="auto">
            <a:xfrm>
              <a:off x="2579" y="1952"/>
              <a:ext cx="218" cy="212"/>
            </a:xfrm>
            <a:custGeom>
              <a:avLst/>
              <a:gdLst>
                <a:gd name="T0" fmla="*/ 97 w 218"/>
                <a:gd name="T1" fmla="*/ 0 h 212"/>
                <a:gd name="T2" fmla="*/ 75 w 218"/>
                <a:gd name="T3" fmla="*/ 6 h 212"/>
                <a:gd name="T4" fmla="*/ 56 w 218"/>
                <a:gd name="T5" fmla="*/ 14 h 212"/>
                <a:gd name="T6" fmla="*/ 40 w 218"/>
                <a:gd name="T7" fmla="*/ 24 h 212"/>
                <a:gd name="T8" fmla="*/ 24 w 218"/>
                <a:gd name="T9" fmla="*/ 38 h 212"/>
                <a:gd name="T10" fmla="*/ 13 w 218"/>
                <a:gd name="T11" fmla="*/ 54 h 212"/>
                <a:gd name="T12" fmla="*/ 5 w 218"/>
                <a:gd name="T13" fmla="*/ 73 h 212"/>
                <a:gd name="T14" fmla="*/ 0 w 218"/>
                <a:gd name="T15" fmla="*/ 94 h 212"/>
                <a:gd name="T16" fmla="*/ 0 w 218"/>
                <a:gd name="T17" fmla="*/ 116 h 212"/>
                <a:gd name="T18" fmla="*/ 5 w 218"/>
                <a:gd name="T19" fmla="*/ 137 h 212"/>
                <a:gd name="T20" fmla="*/ 13 w 218"/>
                <a:gd name="T21" fmla="*/ 156 h 212"/>
                <a:gd name="T22" fmla="*/ 24 w 218"/>
                <a:gd name="T23" fmla="*/ 172 h 212"/>
                <a:gd name="T24" fmla="*/ 40 w 218"/>
                <a:gd name="T25" fmla="*/ 188 h 212"/>
                <a:gd name="T26" fmla="*/ 56 w 218"/>
                <a:gd name="T27" fmla="*/ 199 h 212"/>
                <a:gd name="T28" fmla="*/ 75 w 218"/>
                <a:gd name="T29" fmla="*/ 207 h 212"/>
                <a:gd name="T30" fmla="*/ 97 w 218"/>
                <a:gd name="T31" fmla="*/ 212 h 212"/>
                <a:gd name="T32" fmla="*/ 118 w 218"/>
                <a:gd name="T33" fmla="*/ 212 h 212"/>
                <a:gd name="T34" fmla="*/ 140 w 218"/>
                <a:gd name="T35" fmla="*/ 207 h 212"/>
                <a:gd name="T36" fmla="*/ 161 w 218"/>
                <a:gd name="T37" fmla="*/ 199 h 212"/>
                <a:gd name="T38" fmla="*/ 178 w 218"/>
                <a:gd name="T39" fmla="*/ 188 h 212"/>
                <a:gd name="T40" fmla="*/ 194 w 218"/>
                <a:gd name="T41" fmla="*/ 172 h 212"/>
                <a:gd name="T42" fmla="*/ 204 w 218"/>
                <a:gd name="T43" fmla="*/ 156 h 212"/>
                <a:gd name="T44" fmla="*/ 213 w 218"/>
                <a:gd name="T45" fmla="*/ 137 h 212"/>
                <a:gd name="T46" fmla="*/ 218 w 218"/>
                <a:gd name="T47" fmla="*/ 116 h 212"/>
                <a:gd name="T48" fmla="*/ 218 w 218"/>
                <a:gd name="T49" fmla="*/ 94 h 212"/>
                <a:gd name="T50" fmla="*/ 213 w 218"/>
                <a:gd name="T51" fmla="*/ 73 h 212"/>
                <a:gd name="T52" fmla="*/ 204 w 218"/>
                <a:gd name="T53" fmla="*/ 54 h 212"/>
                <a:gd name="T54" fmla="*/ 194 w 218"/>
                <a:gd name="T55" fmla="*/ 38 h 212"/>
                <a:gd name="T56" fmla="*/ 178 w 218"/>
                <a:gd name="T57" fmla="*/ 24 h 212"/>
                <a:gd name="T58" fmla="*/ 161 w 218"/>
                <a:gd name="T59" fmla="*/ 14 h 212"/>
                <a:gd name="T60" fmla="*/ 140 w 218"/>
                <a:gd name="T61" fmla="*/ 6 h 212"/>
                <a:gd name="T62" fmla="*/ 118 w 218"/>
                <a:gd name="T63" fmla="*/ 0 h 21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18"/>
                <a:gd name="T97" fmla="*/ 0 h 212"/>
                <a:gd name="T98" fmla="*/ 218 w 218"/>
                <a:gd name="T99" fmla="*/ 212 h 21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18" h="212">
                  <a:moveTo>
                    <a:pt x="108" y="0"/>
                  </a:moveTo>
                  <a:lnTo>
                    <a:pt x="97" y="0"/>
                  </a:lnTo>
                  <a:lnTo>
                    <a:pt x="86" y="3"/>
                  </a:lnTo>
                  <a:lnTo>
                    <a:pt x="75" y="6"/>
                  </a:lnTo>
                  <a:lnTo>
                    <a:pt x="65" y="8"/>
                  </a:lnTo>
                  <a:lnTo>
                    <a:pt x="56" y="14"/>
                  </a:lnTo>
                  <a:lnTo>
                    <a:pt x="48" y="19"/>
                  </a:lnTo>
                  <a:lnTo>
                    <a:pt x="40" y="24"/>
                  </a:lnTo>
                  <a:lnTo>
                    <a:pt x="32" y="30"/>
                  </a:lnTo>
                  <a:lnTo>
                    <a:pt x="24" y="38"/>
                  </a:lnTo>
                  <a:lnTo>
                    <a:pt x="19" y="46"/>
                  </a:lnTo>
                  <a:lnTo>
                    <a:pt x="13" y="54"/>
                  </a:lnTo>
                  <a:lnTo>
                    <a:pt x="8" y="65"/>
                  </a:lnTo>
                  <a:lnTo>
                    <a:pt x="5" y="73"/>
                  </a:lnTo>
                  <a:lnTo>
                    <a:pt x="3" y="83"/>
                  </a:lnTo>
                  <a:lnTo>
                    <a:pt x="0" y="94"/>
                  </a:lnTo>
                  <a:lnTo>
                    <a:pt x="0" y="105"/>
                  </a:lnTo>
                  <a:lnTo>
                    <a:pt x="0" y="116"/>
                  </a:lnTo>
                  <a:lnTo>
                    <a:pt x="3" y="126"/>
                  </a:lnTo>
                  <a:lnTo>
                    <a:pt x="5" y="137"/>
                  </a:lnTo>
                  <a:lnTo>
                    <a:pt x="8" y="148"/>
                  </a:lnTo>
                  <a:lnTo>
                    <a:pt x="13" y="156"/>
                  </a:lnTo>
                  <a:lnTo>
                    <a:pt x="19" y="164"/>
                  </a:lnTo>
                  <a:lnTo>
                    <a:pt x="24" y="172"/>
                  </a:lnTo>
                  <a:lnTo>
                    <a:pt x="32" y="180"/>
                  </a:lnTo>
                  <a:lnTo>
                    <a:pt x="40" y="188"/>
                  </a:lnTo>
                  <a:lnTo>
                    <a:pt x="48" y="193"/>
                  </a:lnTo>
                  <a:lnTo>
                    <a:pt x="56" y="199"/>
                  </a:lnTo>
                  <a:lnTo>
                    <a:pt x="65" y="204"/>
                  </a:lnTo>
                  <a:lnTo>
                    <a:pt x="75" y="207"/>
                  </a:lnTo>
                  <a:lnTo>
                    <a:pt x="86" y="209"/>
                  </a:lnTo>
                  <a:lnTo>
                    <a:pt x="97" y="212"/>
                  </a:lnTo>
                  <a:lnTo>
                    <a:pt x="108" y="212"/>
                  </a:lnTo>
                  <a:lnTo>
                    <a:pt x="118" y="212"/>
                  </a:lnTo>
                  <a:lnTo>
                    <a:pt x="129" y="209"/>
                  </a:lnTo>
                  <a:lnTo>
                    <a:pt x="140" y="207"/>
                  </a:lnTo>
                  <a:lnTo>
                    <a:pt x="151" y="204"/>
                  </a:lnTo>
                  <a:lnTo>
                    <a:pt x="161" y="199"/>
                  </a:lnTo>
                  <a:lnTo>
                    <a:pt x="169" y="193"/>
                  </a:lnTo>
                  <a:lnTo>
                    <a:pt x="178" y="188"/>
                  </a:lnTo>
                  <a:lnTo>
                    <a:pt x="186" y="180"/>
                  </a:lnTo>
                  <a:lnTo>
                    <a:pt x="194" y="172"/>
                  </a:lnTo>
                  <a:lnTo>
                    <a:pt x="199" y="164"/>
                  </a:lnTo>
                  <a:lnTo>
                    <a:pt x="204" y="156"/>
                  </a:lnTo>
                  <a:lnTo>
                    <a:pt x="210" y="148"/>
                  </a:lnTo>
                  <a:lnTo>
                    <a:pt x="213" y="137"/>
                  </a:lnTo>
                  <a:lnTo>
                    <a:pt x="215" y="126"/>
                  </a:lnTo>
                  <a:lnTo>
                    <a:pt x="218" y="116"/>
                  </a:lnTo>
                  <a:lnTo>
                    <a:pt x="218" y="105"/>
                  </a:lnTo>
                  <a:lnTo>
                    <a:pt x="218" y="94"/>
                  </a:lnTo>
                  <a:lnTo>
                    <a:pt x="215" y="83"/>
                  </a:lnTo>
                  <a:lnTo>
                    <a:pt x="213" y="73"/>
                  </a:lnTo>
                  <a:lnTo>
                    <a:pt x="210" y="65"/>
                  </a:lnTo>
                  <a:lnTo>
                    <a:pt x="204" y="54"/>
                  </a:lnTo>
                  <a:lnTo>
                    <a:pt x="199" y="46"/>
                  </a:lnTo>
                  <a:lnTo>
                    <a:pt x="194" y="38"/>
                  </a:lnTo>
                  <a:lnTo>
                    <a:pt x="186" y="30"/>
                  </a:lnTo>
                  <a:lnTo>
                    <a:pt x="178" y="24"/>
                  </a:lnTo>
                  <a:lnTo>
                    <a:pt x="169" y="19"/>
                  </a:lnTo>
                  <a:lnTo>
                    <a:pt x="161" y="14"/>
                  </a:lnTo>
                  <a:lnTo>
                    <a:pt x="151" y="8"/>
                  </a:lnTo>
                  <a:lnTo>
                    <a:pt x="140" y="6"/>
                  </a:lnTo>
                  <a:lnTo>
                    <a:pt x="129" y="3"/>
                  </a:lnTo>
                  <a:lnTo>
                    <a:pt x="118" y="0"/>
                  </a:lnTo>
                  <a:lnTo>
                    <a:pt x="108" y="0"/>
                  </a:lnTo>
                  <a:close/>
                </a:path>
              </a:pathLst>
            </a:custGeom>
            <a:solidFill>
              <a:srgbClr val="33CC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185366" name="Rectangle 20"/>
            <p:cNvSpPr>
              <a:spLocks noChangeArrowheads="1"/>
            </p:cNvSpPr>
            <p:nvPr/>
          </p:nvSpPr>
          <p:spPr bwMode="auto">
            <a:xfrm>
              <a:off x="2653" y="1983"/>
              <a:ext cx="85" cy="15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lIns="0" tIns="0" rIns="0" bIns="0">
              <a:spAutoFit/>
            </a:bodyPr>
            <a:lstStyle/>
            <a:p>
              <a:r>
                <a:rPr lang="en-US" sz="1600" b="1">
                  <a:solidFill>
                    <a:schemeClr val="bg1"/>
                  </a:solidFill>
                </a:rPr>
                <a:t>Y</a:t>
              </a:r>
            </a:p>
          </p:txBody>
        </p:sp>
        <p:sp>
          <p:nvSpPr>
            <p:cNvPr id="185367" name="Line 21"/>
            <p:cNvSpPr>
              <a:spLocks noChangeShapeType="1"/>
            </p:cNvSpPr>
            <p:nvPr/>
          </p:nvSpPr>
          <p:spPr bwMode="auto">
            <a:xfrm>
              <a:off x="674" y="1448"/>
              <a:ext cx="280" cy="1"/>
            </a:xfrm>
            <a:prstGeom prst="line">
              <a:avLst/>
            </a:prstGeom>
            <a:noFill/>
            <a:ln w="17463">
              <a:solidFill>
                <a:srgbClr val="000000"/>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85368" name="Line 22"/>
            <p:cNvSpPr>
              <a:spLocks noChangeShapeType="1"/>
            </p:cNvSpPr>
            <p:nvPr/>
          </p:nvSpPr>
          <p:spPr bwMode="auto">
            <a:xfrm>
              <a:off x="2165" y="1140"/>
              <a:ext cx="419" cy="174"/>
            </a:xfrm>
            <a:prstGeom prst="line">
              <a:avLst/>
            </a:prstGeom>
            <a:noFill/>
            <a:ln w="17463">
              <a:solidFill>
                <a:srgbClr val="000000"/>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85369" name="Line 23"/>
            <p:cNvSpPr>
              <a:spLocks noChangeShapeType="1"/>
            </p:cNvSpPr>
            <p:nvPr/>
          </p:nvSpPr>
          <p:spPr bwMode="auto">
            <a:xfrm flipV="1">
              <a:off x="2192" y="1381"/>
              <a:ext cx="422" cy="357"/>
            </a:xfrm>
            <a:prstGeom prst="line">
              <a:avLst/>
            </a:prstGeom>
            <a:noFill/>
            <a:ln w="17463">
              <a:solidFill>
                <a:srgbClr val="000000"/>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85370" name="Line 24"/>
            <p:cNvSpPr>
              <a:spLocks noChangeShapeType="1"/>
            </p:cNvSpPr>
            <p:nvPr/>
          </p:nvSpPr>
          <p:spPr bwMode="auto">
            <a:xfrm>
              <a:off x="2197" y="1821"/>
              <a:ext cx="387" cy="201"/>
            </a:xfrm>
            <a:prstGeom prst="line">
              <a:avLst/>
            </a:prstGeom>
            <a:noFill/>
            <a:ln w="17463">
              <a:solidFill>
                <a:srgbClr val="000000"/>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85371" name="Line 25"/>
            <p:cNvSpPr>
              <a:spLocks noChangeShapeType="1"/>
            </p:cNvSpPr>
            <p:nvPr/>
          </p:nvSpPr>
          <p:spPr bwMode="auto">
            <a:xfrm flipV="1">
              <a:off x="1481" y="1228"/>
              <a:ext cx="183" cy="148"/>
            </a:xfrm>
            <a:prstGeom prst="line">
              <a:avLst/>
            </a:prstGeom>
            <a:noFill/>
            <a:ln w="55563">
              <a:solidFill>
                <a:srgbClr val="000000"/>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85372" name="Line 26"/>
            <p:cNvSpPr>
              <a:spLocks noChangeShapeType="1"/>
            </p:cNvSpPr>
            <p:nvPr/>
          </p:nvSpPr>
          <p:spPr bwMode="auto">
            <a:xfrm flipV="1">
              <a:off x="2030" y="1309"/>
              <a:ext cx="1" cy="268"/>
            </a:xfrm>
            <a:prstGeom prst="line">
              <a:avLst/>
            </a:prstGeom>
            <a:noFill/>
            <a:ln w="55563">
              <a:solidFill>
                <a:srgbClr val="000000"/>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85373" name="Line 27"/>
            <p:cNvSpPr>
              <a:spLocks noChangeShapeType="1"/>
            </p:cNvSpPr>
            <p:nvPr/>
          </p:nvSpPr>
          <p:spPr bwMode="auto">
            <a:xfrm>
              <a:off x="1497" y="1577"/>
              <a:ext cx="167" cy="104"/>
            </a:xfrm>
            <a:prstGeom prst="line">
              <a:avLst/>
            </a:prstGeom>
            <a:noFill/>
            <a:ln w="55563">
              <a:solidFill>
                <a:srgbClr val="000000"/>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85374" name="Rectangle 28"/>
            <p:cNvSpPr>
              <a:spLocks noChangeArrowheads="1"/>
            </p:cNvSpPr>
            <p:nvPr/>
          </p:nvSpPr>
          <p:spPr bwMode="auto">
            <a:xfrm>
              <a:off x="3050" y="853"/>
              <a:ext cx="608" cy="284"/>
            </a:xfrm>
            <a:prstGeom prst="rect">
              <a:avLst/>
            </a:prstGeom>
            <a:solidFill>
              <a:srgbClr val="FFFF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a:lstStyle/>
            <a:p>
              <a:endParaRPr lang="en-US"/>
            </a:p>
          </p:txBody>
        </p:sp>
        <p:sp>
          <p:nvSpPr>
            <p:cNvPr id="185375" name="Rectangle 29"/>
            <p:cNvSpPr>
              <a:spLocks noChangeArrowheads="1"/>
            </p:cNvSpPr>
            <p:nvPr/>
          </p:nvSpPr>
          <p:spPr bwMode="auto">
            <a:xfrm>
              <a:off x="3131" y="896"/>
              <a:ext cx="526" cy="1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lIns="0" tIns="0" rIns="0" bIns="0">
              <a:spAutoFit/>
            </a:bodyPr>
            <a:lstStyle/>
            <a:p>
              <a:r>
                <a:rPr lang="en-US" sz="2000">
                  <a:solidFill>
                    <a:srgbClr val="000000"/>
                  </a:solidFill>
                </a:rPr>
                <a:t>legend</a:t>
              </a:r>
              <a:r>
                <a:rPr lang="en-US" sz="1700" b="1">
                  <a:solidFill>
                    <a:srgbClr val="000000"/>
                  </a:solidFill>
                </a:rPr>
                <a:t>:</a:t>
              </a:r>
              <a:endParaRPr lang="en-US"/>
            </a:p>
          </p:txBody>
        </p:sp>
        <p:sp>
          <p:nvSpPr>
            <p:cNvPr id="185376" name="Rectangle 30"/>
            <p:cNvSpPr>
              <a:spLocks noChangeArrowheads="1"/>
            </p:cNvSpPr>
            <p:nvPr/>
          </p:nvSpPr>
          <p:spPr bwMode="auto">
            <a:xfrm>
              <a:off x="3548" y="898"/>
              <a:ext cx="38" cy="1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lIns="0" tIns="0" rIns="0" bIns="0">
              <a:spAutoFit/>
            </a:bodyPr>
            <a:lstStyle/>
            <a:p>
              <a:r>
                <a:rPr lang="en-US" sz="1700">
                  <a:solidFill>
                    <a:srgbClr val="000000"/>
                  </a:solidFill>
                </a:rPr>
                <a:t> </a:t>
              </a:r>
              <a:endParaRPr lang="en-US"/>
            </a:p>
          </p:txBody>
        </p:sp>
        <p:sp>
          <p:nvSpPr>
            <p:cNvPr id="185377" name="Rectangle 31"/>
            <p:cNvSpPr>
              <a:spLocks noChangeArrowheads="1"/>
            </p:cNvSpPr>
            <p:nvPr/>
          </p:nvSpPr>
          <p:spPr bwMode="auto">
            <a:xfrm>
              <a:off x="4261" y="1432"/>
              <a:ext cx="731" cy="499"/>
            </a:xfrm>
            <a:prstGeom prst="rect">
              <a:avLst/>
            </a:prstGeom>
            <a:solidFill>
              <a:srgbClr val="FFFF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a:lstStyle/>
            <a:p>
              <a:endParaRPr lang="en-US"/>
            </a:p>
          </p:txBody>
        </p:sp>
        <p:sp>
          <p:nvSpPr>
            <p:cNvPr id="185378" name="Rectangle 32"/>
            <p:cNvSpPr>
              <a:spLocks noChangeArrowheads="1"/>
            </p:cNvSpPr>
            <p:nvPr/>
          </p:nvSpPr>
          <p:spPr bwMode="auto">
            <a:xfrm>
              <a:off x="4341" y="1472"/>
              <a:ext cx="701" cy="1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lIns="0" tIns="0" rIns="0" bIns="0">
              <a:spAutoFit/>
            </a:bodyPr>
            <a:lstStyle/>
            <a:p>
              <a:r>
                <a:rPr lang="en-US" sz="2000">
                  <a:solidFill>
                    <a:srgbClr val="000000"/>
                  </a:solidFill>
                </a:rPr>
                <a:t>customer </a:t>
              </a:r>
              <a:endParaRPr lang="en-US" sz="2000"/>
            </a:p>
          </p:txBody>
        </p:sp>
        <p:sp>
          <p:nvSpPr>
            <p:cNvPr id="185379" name="Rectangle 33"/>
            <p:cNvSpPr>
              <a:spLocks noChangeArrowheads="1"/>
            </p:cNvSpPr>
            <p:nvPr/>
          </p:nvSpPr>
          <p:spPr bwMode="auto">
            <a:xfrm>
              <a:off x="4341" y="1630"/>
              <a:ext cx="604" cy="1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lIns="0" tIns="0" rIns="0" bIns="0">
              <a:spAutoFit/>
            </a:bodyPr>
            <a:lstStyle/>
            <a:p>
              <a:r>
                <a:rPr lang="en-US" sz="2000">
                  <a:solidFill>
                    <a:srgbClr val="000000"/>
                  </a:solidFill>
                </a:rPr>
                <a:t>network:</a:t>
              </a:r>
              <a:endParaRPr lang="en-US" sz="2000"/>
            </a:p>
          </p:txBody>
        </p:sp>
        <p:sp>
          <p:nvSpPr>
            <p:cNvPr id="185380" name="Rectangle 34"/>
            <p:cNvSpPr>
              <a:spLocks noChangeArrowheads="1"/>
            </p:cNvSpPr>
            <p:nvPr/>
          </p:nvSpPr>
          <p:spPr bwMode="auto">
            <a:xfrm>
              <a:off x="4823" y="1630"/>
              <a:ext cx="44" cy="1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lIns="0" tIns="0" rIns="0" bIns="0">
              <a:spAutoFit/>
            </a:bodyPr>
            <a:lstStyle/>
            <a:p>
              <a:r>
                <a:rPr lang="en-US" sz="2000">
                  <a:solidFill>
                    <a:srgbClr val="000000"/>
                  </a:solidFill>
                </a:rPr>
                <a:t> </a:t>
              </a:r>
              <a:endParaRPr lang="en-US" sz="2000"/>
            </a:p>
          </p:txBody>
        </p:sp>
        <p:sp>
          <p:nvSpPr>
            <p:cNvPr id="185381" name="Rectangle 35"/>
            <p:cNvSpPr>
              <a:spLocks noChangeArrowheads="1"/>
            </p:cNvSpPr>
            <p:nvPr/>
          </p:nvSpPr>
          <p:spPr bwMode="auto">
            <a:xfrm>
              <a:off x="4261" y="869"/>
              <a:ext cx="697" cy="424"/>
            </a:xfrm>
            <a:prstGeom prst="rect">
              <a:avLst/>
            </a:prstGeom>
            <a:solidFill>
              <a:srgbClr val="FFFF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a:lstStyle/>
            <a:p>
              <a:endParaRPr lang="en-US"/>
            </a:p>
          </p:txBody>
        </p:sp>
        <p:sp>
          <p:nvSpPr>
            <p:cNvPr id="185382" name="Rectangle 36"/>
            <p:cNvSpPr>
              <a:spLocks noChangeArrowheads="1"/>
            </p:cNvSpPr>
            <p:nvPr/>
          </p:nvSpPr>
          <p:spPr bwMode="auto">
            <a:xfrm>
              <a:off x="4341" y="909"/>
              <a:ext cx="578" cy="1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lIns="0" tIns="0" rIns="0" bIns="0">
              <a:spAutoFit/>
            </a:bodyPr>
            <a:lstStyle/>
            <a:p>
              <a:r>
                <a:rPr lang="en-US" sz="2000">
                  <a:solidFill>
                    <a:srgbClr val="000000"/>
                  </a:solidFill>
                </a:rPr>
                <a:t>provider</a:t>
              </a:r>
              <a:endParaRPr lang="en-US" sz="2000"/>
            </a:p>
          </p:txBody>
        </p:sp>
        <p:sp>
          <p:nvSpPr>
            <p:cNvPr id="185383" name="Rectangle 37"/>
            <p:cNvSpPr>
              <a:spLocks noChangeArrowheads="1"/>
            </p:cNvSpPr>
            <p:nvPr/>
          </p:nvSpPr>
          <p:spPr bwMode="auto">
            <a:xfrm>
              <a:off x="4796" y="909"/>
              <a:ext cx="44" cy="1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lIns="0" tIns="0" rIns="0" bIns="0">
              <a:spAutoFit/>
            </a:bodyPr>
            <a:lstStyle/>
            <a:p>
              <a:r>
                <a:rPr lang="en-US" sz="2000">
                  <a:solidFill>
                    <a:srgbClr val="000000"/>
                  </a:solidFill>
                </a:rPr>
                <a:t> </a:t>
              </a:r>
              <a:endParaRPr lang="en-US" sz="2000"/>
            </a:p>
          </p:txBody>
        </p:sp>
        <p:sp>
          <p:nvSpPr>
            <p:cNvPr id="185384" name="Rectangle 38"/>
            <p:cNvSpPr>
              <a:spLocks noChangeArrowheads="1"/>
            </p:cNvSpPr>
            <p:nvPr/>
          </p:nvSpPr>
          <p:spPr bwMode="auto">
            <a:xfrm>
              <a:off x="4341" y="1064"/>
              <a:ext cx="560" cy="1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lIns="0" tIns="0" rIns="0" bIns="0">
              <a:spAutoFit/>
            </a:bodyPr>
            <a:lstStyle/>
            <a:p>
              <a:r>
                <a:rPr lang="en-US" sz="2000">
                  <a:solidFill>
                    <a:srgbClr val="000000"/>
                  </a:solidFill>
                </a:rPr>
                <a:t>network</a:t>
              </a:r>
              <a:endParaRPr lang="en-US" sz="2000"/>
            </a:p>
          </p:txBody>
        </p:sp>
        <p:sp>
          <p:nvSpPr>
            <p:cNvPr id="185385" name="Rectangle 39"/>
            <p:cNvSpPr>
              <a:spLocks noChangeArrowheads="1"/>
            </p:cNvSpPr>
            <p:nvPr/>
          </p:nvSpPr>
          <p:spPr bwMode="auto">
            <a:xfrm>
              <a:off x="4785" y="1064"/>
              <a:ext cx="44" cy="1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lIns="0" tIns="0" rIns="0" bIns="0">
              <a:spAutoFit/>
            </a:bodyPr>
            <a:lstStyle/>
            <a:p>
              <a:r>
                <a:rPr lang="en-US" sz="2000">
                  <a:solidFill>
                    <a:srgbClr val="000000"/>
                  </a:solidFill>
                </a:rPr>
                <a:t> </a:t>
              </a:r>
              <a:endParaRPr lang="en-US" sz="2000"/>
            </a:p>
          </p:txBody>
        </p:sp>
        <p:sp>
          <p:nvSpPr>
            <p:cNvPr id="185386" name="Freeform 40"/>
            <p:cNvSpPr>
              <a:spLocks/>
            </p:cNvSpPr>
            <p:nvPr/>
          </p:nvSpPr>
          <p:spPr bwMode="auto">
            <a:xfrm>
              <a:off x="3749" y="901"/>
              <a:ext cx="563" cy="362"/>
            </a:xfrm>
            <a:custGeom>
              <a:avLst/>
              <a:gdLst>
                <a:gd name="T0" fmla="*/ 162 w 563"/>
                <a:gd name="T1" fmla="*/ 0 h 362"/>
                <a:gd name="T2" fmla="*/ 132 w 563"/>
                <a:gd name="T3" fmla="*/ 5 h 362"/>
                <a:gd name="T4" fmla="*/ 108 w 563"/>
                <a:gd name="T5" fmla="*/ 13 h 362"/>
                <a:gd name="T6" fmla="*/ 81 w 563"/>
                <a:gd name="T7" fmla="*/ 30 h 362"/>
                <a:gd name="T8" fmla="*/ 60 w 563"/>
                <a:gd name="T9" fmla="*/ 48 h 362"/>
                <a:gd name="T10" fmla="*/ 35 w 563"/>
                <a:gd name="T11" fmla="*/ 72 h 362"/>
                <a:gd name="T12" fmla="*/ 14 w 563"/>
                <a:gd name="T13" fmla="*/ 102 h 362"/>
                <a:gd name="T14" fmla="*/ 3 w 563"/>
                <a:gd name="T15" fmla="*/ 126 h 362"/>
                <a:gd name="T16" fmla="*/ 0 w 563"/>
                <a:gd name="T17" fmla="*/ 140 h 362"/>
                <a:gd name="T18" fmla="*/ 0 w 563"/>
                <a:gd name="T19" fmla="*/ 156 h 362"/>
                <a:gd name="T20" fmla="*/ 3 w 563"/>
                <a:gd name="T21" fmla="*/ 180 h 362"/>
                <a:gd name="T22" fmla="*/ 17 w 563"/>
                <a:gd name="T23" fmla="*/ 212 h 362"/>
                <a:gd name="T24" fmla="*/ 35 w 563"/>
                <a:gd name="T25" fmla="*/ 241 h 362"/>
                <a:gd name="T26" fmla="*/ 60 w 563"/>
                <a:gd name="T27" fmla="*/ 268 h 362"/>
                <a:gd name="T28" fmla="*/ 81 w 563"/>
                <a:gd name="T29" fmla="*/ 292 h 362"/>
                <a:gd name="T30" fmla="*/ 103 w 563"/>
                <a:gd name="T31" fmla="*/ 316 h 362"/>
                <a:gd name="T32" fmla="*/ 119 w 563"/>
                <a:gd name="T33" fmla="*/ 327 h 362"/>
                <a:gd name="T34" fmla="*/ 135 w 563"/>
                <a:gd name="T35" fmla="*/ 335 h 362"/>
                <a:gd name="T36" fmla="*/ 156 w 563"/>
                <a:gd name="T37" fmla="*/ 341 h 362"/>
                <a:gd name="T38" fmla="*/ 183 w 563"/>
                <a:gd name="T39" fmla="*/ 346 h 362"/>
                <a:gd name="T40" fmla="*/ 200 w 563"/>
                <a:gd name="T41" fmla="*/ 349 h 362"/>
                <a:gd name="T42" fmla="*/ 240 w 563"/>
                <a:gd name="T43" fmla="*/ 354 h 362"/>
                <a:gd name="T44" fmla="*/ 286 w 563"/>
                <a:gd name="T45" fmla="*/ 357 h 362"/>
                <a:gd name="T46" fmla="*/ 334 w 563"/>
                <a:gd name="T47" fmla="*/ 359 h 362"/>
                <a:gd name="T48" fmla="*/ 385 w 563"/>
                <a:gd name="T49" fmla="*/ 362 h 362"/>
                <a:gd name="T50" fmla="*/ 434 w 563"/>
                <a:gd name="T51" fmla="*/ 359 h 362"/>
                <a:gd name="T52" fmla="*/ 477 w 563"/>
                <a:gd name="T53" fmla="*/ 351 h 362"/>
                <a:gd name="T54" fmla="*/ 504 w 563"/>
                <a:gd name="T55" fmla="*/ 343 h 362"/>
                <a:gd name="T56" fmla="*/ 517 w 563"/>
                <a:gd name="T57" fmla="*/ 335 h 362"/>
                <a:gd name="T58" fmla="*/ 528 w 563"/>
                <a:gd name="T59" fmla="*/ 325 h 362"/>
                <a:gd name="T60" fmla="*/ 541 w 563"/>
                <a:gd name="T61" fmla="*/ 306 h 362"/>
                <a:gd name="T62" fmla="*/ 555 w 563"/>
                <a:gd name="T63" fmla="*/ 274 h 362"/>
                <a:gd name="T64" fmla="*/ 560 w 563"/>
                <a:gd name="T65" fmla="*/ 236 h 362"/>
                <a:gd name="T66" fmla="*/ 563 w 563"/>
                <a:gd name="T67" fmla="*/ 193 h 362"/>
                <a:gd name="T68" fmla="*/ 560 w 563"/>
                <a:gd name="T69" fmla="*/ 153 h 362"/>
                <a:gd name="T70" fmla="*/ 557 w 563"/>
                <a:gd name="T71" fmla="*/ 113 h 362"/>
                <a:gd name="T72" fmla="*/ 552 w 563"/>
                <a:gd name="T73" fmla="*/ 78 h 362"/>
                <a:gd name="T74" fmla="*/ 547 w 563"/>
                <a:gd name="T75" fmla="*/ 59 h 362"/>
                <a:gd name="T76" fmla="*/ 544 w 563"/>
                <a:gd name="T77" fmla="*/ 46 h 362"/>
                <a:gd name="T78" fmla="*/ 539 w 563"/>
                <a:gd name="T79" fmla="*/ 30 h 362"/>
                <a:gd name="T80" fmla="*/ 533 w 563"/>
                <a:gd name="T81" fmla="*/ 22 h 362"/>
                <a:gd name="T82" fmla="*/ 522 w 563"/>
                <a:gd name="T83" fmla="*/ 19 h 362"/>
                <a:gd name="T84" fmla="*/ 506 w 563"/>
                <a:gd name="T85" fmla="*/ 16 h 362"/>
                <a:gd name="T86" fmla="*/ 479 w 563"/>
                <a:gd name="T87" fmla="*/ 16 h 362"/>
                <a:gd name="T88" fmla="*/ 466 w 563"/>
                <a:gd name="T89" fmla="*/ 13 h 362"/>
                <a:gd name="T90" fmla="*/ 450 w 563"/>
                <a:gd name="T91" fmla="*/ 11 h 362"/>
                <a:gd name="T92" fmla="*/ 409 w 563"/>
                <a:gd name="T93" fmla="*/ 11 h 362"/>
                <a:gd name="T94" fmla="*/ 364 w 563"/>
                <a:gd name="T95" fmla="*/ 13 h 362"/>
                <a:gd name="T96" fmla="*/ 321 w 563"/>
                <a:gd name="T97" fmla="*/ 13 h 362"/>
                <a:gd name="T98" fmla="*/ 283 w 563"/>
                <a:gd name="T99" fmla="*/ 11 h 362"/>
                <a:gd name="T100" fmla="*/ 248 w 563"/>
                <a:gd name="T101" fmla="*/ 5 h 362"/>
                <a:gd name="T102" fmla="*/ 213 w 563"/>
                <a:gd name="T103" fmla="*/ 0 h 362"/>
                <a:gd name="T104" fmla="*/ 186 w 563"/>
                <a:gd name="T105" fmla="*/ 0 h 362"/>
                <a:gd name="T106" fmla="*/ 175 w 563"/>
                <a:gd name="T107" fmla="*/ 0 h 36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563"/>
                <a:gd name="T163" fmla="*/ 0 h 362"/>
                <a:gd name="T164" fmla="*/ 563 w 563"/>
                <a:gd name="T165" fmla="*/ 362 h 362"/>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563" h="362">
                  <a:moveTo>
                    <a:pt x="175" y="0"/>
                  </a:moveTo>
                  <a:lnTo>
                    <a:pt x="162" y="0"/>
                  </a:lnTo>
                  <a:lnTo>
                    <a:pt x="148" y="3"/>
                  </a:lnTo>
                  <a:lnTo>
                    <a:pt x="132" y="5"/>
                  </a:lnTo>
                  <a:lnTo>
                    <a:pt x="119" y="11"/>
                  </a:lnTo>
                  <a:lnTo>
                    <a:pt x="108" y="13"/>
                  </a:lnTo>
                  <a:lnTo>
                    <a:pt x="95" y="22"/>
                  </a:lnTo>
                  <a:lnTo>
                    <a:pt x="81" y="30"/>
                  </a:lnTo>
                  <a:lnTo>
                    <a:pt x="70" y="38"/>
                  </a:lnTo>
                  <a:lnTo>
                    <a:pt x="60" y="48"/>
                  </a:lnTo>
                  <a:lnTo>
                    <a:pt x="46" y="59"/>
                  </a:lnTo>
                  <a:lnTo>
                    <a:pt x="35" y="72"/>
                  </a:lnTo>
                  <a:lnTo>
                    <a:pt x="25" y="89"/>
                  </a:lnTo>
                  <a:lnTo>
                    <a:pt x="14" y="102"/>
                  </a:lnTo>
                  <a:lnTo>
                    <a:pt x="8" y="118"/>
                  </a:lnTo>
                  <a:lnTo>
                    <a:pt x="3" y="126"/>
                  </a:lnTo>
                  <a:lnTo>
                    <a:pt x="3" y="134"/>
                  </a:lnTo>
                  <a:lnTo>
                    <a:pt x="0" y="140"/>
                  </a:lnTo>
                  <a:lnTo>
                    <a:pt x="0" y="148"/>
                  </a:lnTo>
                  <a:lnTo>
                    <a:pt x="0" y="156"/>
                  </a:lnTo>
                  <a:lnTo>
                    <a:pt x="0" y="164"/>
                  </a:lnTo>
                  <a:lnTo>
                    <a:pt x="3" y="180"/>
                  </a:lnTo>
                  <a:lnTo>
                    <a:pt x="8" y="196"/>
                  </a:lnTo>
                  <a:lnTo>
                    <a:pt x="17" y="212"/>
                  </a:lnTo>
                  <a:lnTo>
                    <a:pt x="27" y="225"/>
                  </a:lnTo>
                  <a:lnTo>
                    <a:pt x="35" y="241"/>
                  </a:lnTo>
                  <a:lnTo>
                    <a:pt x="49" y="255"/>
                  </a:lnTo>
                  <a:lnTo>
                    <a:pt x="60" y="268"/>
                  </a:lnTo>
                  <a:lnTo>
                    <a:pt x="70" y="282"/>
                  </a:lnTo>
                  <a:lnTo>
                    <a:pt x="81" y="292"/>
                  </a:lnTo>
                  <a:lnTo>
                    <a:pt x="92" y="306"/>
                  </a:lnTo>
                  <a:lnTo>
                    <a:pt x="103" y="316"/>
                  </a:lnTo>
                  <a:lnTo>
                    <a:pt x="111" y="322"/>
                  </a:lnTo>
                  <a:lnTo>
                    <a:pt x="119" y="327"/>
                  </a:lnTo>
                  <a:lnTo>
                    <a:pt x="127" y="330"/>
                  </a:lnTo>
                  <a:lnTo>
                    <a:pt x="135" y="335"/>
                  </a:lnTo>
                  <a:lnTo>
                    <a:pt x="146" y="338"/>
                  </a:lnTo>
                  <a:lnTo>
                    <a:pt x="156" y="341"/>
                  </a:lnTo>
                  <a:lnTo>
                    <a:pt x="170" y="343"/>
                  </a:lnTo>
                  <a:lnTo>
                    <a:pt x="183" y="346"/>
                  </a:lnTo>
                  <a:lnTo>
                    <a:pt x="191" y="346"/>
                  </a:lnTo>
                  <a:lnTo>
                    <a:pt x="200" y="349"/>
                  </a:lnTo>
                  <a:lnTo>
                    <a:pt x="218" y="351"/>
                  </a:lnTo>
                  <a:lnTo>
                    <a:pt x="240" y="354"/>
                  </a:lnTo>
                  <a:lnTo>
                    <a:pt x="261" y="354"/>
                  </a:lnTo>
                  <a:lnTo>
                    <a:pt x="286" y="357"/>
                  </a:lnTo>
                  <a:lnTo>
                    <a:pt x="310" y="359"/>
                  </a:lnTo>
                  <a:lnTo>
                    <a:pt x="334" y="359"/>
                  </a:lnTo>
                  <a:lnTo>
                    <a:pt x="361" y="362"/>
                  </a:lnTo>
                  <a:lnTo>
                    <a:pt x="385" y="362"/>
                  </a:lnTo>
                  <a:lnTo>
                    <a:pt x="409" y="359"/>
                  </a:lnTo>
                  <a:lnTo>
                    <a:pt x="434" y="359"/>
                  </a:lnTo>
                  <a:lnTo>
                    <a:pt x="455" y="357"/>
                  </a:lnTo>
                  <a:lnTo>
                    <a:pt x="477" y="351"/>
                  </a:lnTo>
                  <a:lnTo>
                    <a:pt x="493" y="346"/>
                  </a:lnTo>
                  <a:lnTo>
                    <a:pt x="504" y="343"/>
                  </a:lnTo>
                  <a:lnTo>
                    <a:pt x="509" y="338"/>
                  </a:lnTo>
                  <a:lnTo>
                    <a:pt x="517" y="335"/>
                  </a:lnTo>
                  <a:lnTo>
                    <a:pt x="522" y="330"/>
                  </a:lnTo>
                  <a:lnTo>
                    <a:pt x="528" y="325"/>
                  </a:lnTo>
                  <a:lnTo>
                    <a:pt x="533" y="319"/>
                  </a:lnTo>
                  <a:lnTo>
                    <a:pt x="541" y="306"/>
                  </a:lnTo>
                  <a:lnTo>
                    <a:pt x="549" y="292"/>
                  </a:lnTo>
                  <a:lnTo>
                    <a:pt x="555" y="274"/>
                  </a:lnTo>
                  <a:lnTo>
                    <a:pt x="557" y="255"/>
                  </a:lnTo>
                  <a:lnTo>
                    <a:pt x="560" y="236"/>
                  </a:lnTo>
                  <a:lnTo>
                    <a:pt x="563" y="215"/>
                  </a:lnTo>
                  <a:lnTo>
                    <a:pt x="563" y="193"/>
                  </a:lnTo>
                  <a:lnTo>
                    <a:pt x="560" y="172"/>
                  </a:lnTo>
                  <a:lnTo>
                    <a:pt x="560" y="153"/>
                  </a:lnTo>
                  <a:lnTo>
                    <a:pt x="557" y="131"/>
                  </a:lnTo>
                  <a:lnTo>
                    <a:pt x="557" y="113"/>
                  </a:lnTo>
                  <a:lnTo>
                    <a:pt x="555" y="94"/>
                  </a:lnTo>
                  <a:lnTo>
                    <a:pt x="552" y="78"/>
                  </a:lnTo>
                  <a:lnTo>
                    <a:pt x="549" y="64"/>
                  </a:lnTo>
                  <a:lnTo>
                    <a:pt x="547" y="59"/>
                  </a:lnTo>
                  <a:lnTo>
                    <a:pt x="547" y="54"/>
                  </a:lnTo>
                  <a:lnTo>
                    <a:pt x="544" y="46"/>
                  </a:lnTo>
                  <a:lnTo>
                    <a:pt x="541" y="38"/>
                  </a:lnTo>
                  <a:lnTo>
                    <a:pt x="539" y="30"/>
                  </a:lnTo>
                  <a:lnTo>
                    <a:pt x="536" y="27"/>
                  </a:lnTo>
                  <a:lnTo>
                    <a:pt x="533" y="22"/>
                  </a:lnTo>
                  <a:lnTo>
                    <a:pt x="528" y="19"/>
                  </a:lnTo>
                  <a:lnTo>
                    <a:pt x="522" y="19"/>
                  </a:lnTo>
                  <a:lnTo>
                    <a:pt x="520" y="16"/>
                  </a:lnTo>
                  <a:lnTo>
                    <a:pt x="506" y="16"/>
                  </a:lnTo>
                  <a:lnTo>
                    <a:pt x="495" y="16"/>
                  </a:lnTo>
                  <a:lnTo>
                    <a:pt x="479" y="16"/>
                  </a:lnTo>
                  <a:lnTo>
                    <a:pt x="474" y="13"/>
                  </a:lnTo>
                  <a:lnTo>
                    <a:pt x="466" y="13"/>
                  </a:lnTo>
                  <a:lnTo>
                    <a:pt x="458" y="13"/>
                  </a:lnTo>
                  <a:lnTo>
                    <a:pt x="450" y="11"/>
                  </a:lnTo>
                  <a:lnTo>
                    <a:pt x="431" y="11"/>
                  </a:lnTo>
                  <a:lnTo>
                    <a:pt x="409" y="11"/>
                  </a:lnTo>
                  <a:lnTo>
                    <a:pt x="388" y="13"/>
                  </a:lnTo>
                  <a:lnTo>
                    <a:pt x="364" y="13"/>
                  </a:lnTo>
                  <a:lnTo>
                    <a:pt x="342" y="13"/>
                  </a:lnTo>
                  <a:lnTo>
                    <a:pt x="321" y="13"/>
                  </a:lnTo>
                  <a:lnTo>
                    <a:pt x="302" y="13"/>
                  </a:lnTo>
                  <a:lnTo>
                    <a:pt x="283" y="11"/>
                  </a:lnTo>
                  <a:lnTo>
                    <a:pt x="264" y="11"/>
                  </a:lnTo>
                  <a:lnTo>
                    <a:pt x="248" y="5"/>
                  </a:lnTo>
                  <a:lnTo>
                    <a:pt x="229" y="3"/>
                  </a:lnTo>
                  <a:lnTo>
                    <a:pt x="213" y="0"/>
                  </a:lnTo>
                  <a:lnTo>
                    <a:pt x="200" y="0"/>
                  </a:lnTo>
                  <a:lnTo>
                    <a:pt x="186" y="0"/>
                  </a:lnTo>
                  <a:lnTo>
                    <a:pt x="181" y="0"/>
                  </a:lnTo>
                  <a:lnTo>
                    <a:pt x="175" y="0"/>
                  </a:lnTo>
                  <a:close/>
                </a:path>
              </a:pathLst>
            </a:custGeom>
            <a:solidFill>
              <a:srgbClr val="33CC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185387" name="Freeform 41"/>
            <p:cNvSpPr>
              <a:spLocks/>
            </p:cNvSpPr>
            <p:nvPr/>
          </p:nvSpPr>
          <p:spPr bwMode="auto">
            <a:xfrm>
              <a:off x="4064" y="1504"/>
              <a:ext cx="218" cy="212"/>
            </a:xfrm>
            <a:custGeom>
              <a:avLst/>
              <a:gdLst>
                <a:gd name="T0" fmla="*/ 100 w 218"/>
                <a:gd name="T1" fmla="*/ 0 h 212"/>
                <a:gd name="T2" fmla="*/ 78 w 218"/>
                <a:gd name="T3" fmla="*/ 6 h 212"/>
                <a:gd name="T4" fmla="*/ 57 w 218"/>
                <a:gd name="T5" fmla="*/ 14 h 212"/>
                <a:gd name="T6" fmla="*/ 41 w 218"/>
                <a:gd name="T7" fmla="*/ 25 h 212"/>
                <a:gd name="T8" fmla="*/ 24 w 218"/>
                <a:gd name="T9" fmla="*/ 38 h 212"/>
                <a:gd name="T10" fmla="*/ 14 w 218"/>
                <a:gd name="T11" fmla="*/ 57 h 212"/>
                <a:gd name="T12" fmla="*/ 6 w 218"/>
                <a:gd name="T13" fmla="*/ 76 h 212"/>
                <a:gd name="T14" fmla="*/ 0 w 218"/>
                <a:gd name="T15" fmla="*/ 94 h 212"/>
                <a:gd name="T16" fmla="*/ 0 w 218"/>
                <a:gd name="T17" fmla="*/ 116 h 212"/>
                <a:gd name="T18" fmla="*/ 6 w 218"/>
                <a:gd name="T19" fmla="*/ 137 h 212"/>
                <a:gd name="T20" fmla="*/ 14 w 218"/>
                <a:gd name="T21" fmla="*/ 156 h 212"/>
                <a:gd name="T22" fmla="*/ 24 w 218"/>
                <a:gd name="T23" fmla="*/ 172 h 212"/>
                <a:gd name="T24" fmla="*/ 41 w 218"/>
                <a:gd name="T25" fmla="*/ 188 h 212"/>
                <a:gd name="T26" fmla="*/ 57 w 218"/>
                <a:gd name="T27" fmla="*/ 199 h 212"/>
                <a:gd name="T28" fmla="*/ 78 w 218"/>
                <a:gd name="T29" fmla="*/ 207 h 212"/>
                <a:gd name="T30" fmla="*/ 100 w 218"/>
                <a:gd name="T31" fmla="*/ 212 h 212"/>
                <a:gd name="T32" fmla="*/ 121 w 218"/>
                <a:gd name="T33" fmla="*/ 212 h 212"/>
                <a:gd name="T34" fmla="*/ 143 w 218"/>
                <a:gd name="T35" fmla="*/ 207 h 212"/>
                <a:gd name="T36" fmla="*/ 162 w 218"/>
                <a:gd name="T37" fmla="*/ 199 h 212"/>
                <a:gd name="T38" fmla="*/ 178 w 218"/>
                <a:gd name="T39" fmla="*/ 188 h 212"/>
                <a:gd name="T40" fmla="*/ 194 w 218"/>
                <a:gd name="T41" fmla="*/ 172 h 212"/>
                <a:gd name="T42" fmla="*/ 205 w 218"/>
                <a:gd name="T43" fmla="*/ 156 h 212"/>
                <a:gd name="T44" fmla="*/ 213 w 218"/>
                <a:gd name="T45" fmla="*/ 137 h 212"/>
                <a:gd name="T46" fmla="*/ 218 w 218"/>
                <a:gd name="T47" fmla="*/ 116 h 212"/>
                <a:gd name="T48" fmla="*/ 218 w 218"/>
                <a:gd name="T49" fmla="*/ 94 h 212"/>
                <a:gd name="T50" fmla="*/ 213 w 218"/>
                <a:gd name="T51" fmla="*/ 76 h 212"/>
                <a:gd name="T52" fmla="*/ 205 w 218"/>
                <a:gd name="T53" fmla="*/ 57 h 212"/>
                <a:gd name="T54" fmla="*/ 194 w 218"/>
                <a:gd name="T55" fmla="*/ 38 h 212"/>
                <a:gd name="T56" fmla="*/ 178 w 218"/>
                <a:gd name="T57" fmla="*/ 25 h 212"/>
                <a:gd name="T58" fmla="*/ 162 w 218"/>
                <a:gd name="T59" fmla="*/ 14 h 212"/>
                <a:gd name="T60" fmla="*/ 143 w 218"/>
                <a:gd name="T61" fmla="*/ 6 h 212"/>
                <a:gd name="T62" fmla="*/ 121 w 218"/>
                <a:gd name="T63" fmla="*/ 0 h 21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18"/>
                <a:gd name="T97" fmla="*/ 0 h 212"/>
                <a:gd name="T98" fmla="*/ 218 w 218"/>
                <a:gd name="T99" fmla="*/ 212 h 21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18" h="212">
                  <a:moveTo>
                    <a:pt x="111" y="0"/>
                  </a:moveTo>
                  <a:lnTo>
                    <a:pt x="100" y="0"/>
                  </a:lnTo>
                  <a:lnTo>
                    <a:pt x="89" y="3"/>
                  </a:lnTo>
                  <a:lnTo>
                    <a:pt x="78" y="6"/>
                  </a:lnTo>
                  <a:lnTo>
                    <a:pt x="67" y="8"/>
                  </a:lnTo>
                  <a:lnTo>
                    <a:pt x="57" y="14"/>
                  </a:lnTo>
                  <a:lnTo>
                    <a:pt x="49" y="19"/>
                  </a:lnTo>
                  <a:lnTo>
                    <a:pt x="41" y="25"/>
                  </a:lnTo>
                  <a:lnTo>
                    <a:pt x="33" y="33"/>
                  </a:lnTo>
                  <a:lnTo>
                    <a:pt x="24" y="38"/>
                  </a:lnTo>
                  <a:lnTo>
                    <a:pt x="19" y="46"/>
                  </a:lnTo>
                  <a:lnTo>
                    <a:pt x="14" y="57"/>
                  </a:lnTo>
                  <a:lnTo>
                    <a:pt x="8" y="65"/>
                  </a:lnTo>
                  <a:lnTo>
                    <a:pt x="6" y="76"/>
                  </a:lnTo>
                  <a:lnTo>
                    <a:pt x="3" y="84"/>
                  </a:lnTo>
                  <a:lnTo>
                    <a:pt x="0" y="94"/>
                  </a:lnTo>
                  <a:lnTo>
                    <a:pt x="0" y="105"/>
                  </a:lnTo>
                  <a:lnTo>
                    <a:pt x="0" y="116"/>
                  </a:lnTo>
                  <a:lnTo>
                    <a:pt x="3" y="126"/>
                  </a:lnTo>
                  <a:lnTo>
                    <a:pt x="6" y="137"/>
                  </a:lnTo>
                  <a:lnTo>
                    <a:pt x="8" y="148"/>
                  </a:lnTo>
                  <a:lnTo>
                    <a:pt x="14" y="156"/>
                  </a:lnTo>
                  <a:lnTo>
                    <a:pt x="19" y="164"/>
                  </a:lnTo>
                  <a:lnTo>
                    <a:pt x="24" y="172"/>
                  </a:lnTo>
                  <a:lnTo>
                    <a:pt x="33" y="180"/>
                  </a:lnTo>
                  <a:lnTo>
                    <a:pt x="41" y="188"/>
                  </a:lnTo>
                  <a:lnTo>
                    <a:pt x="49" y="193"/>
                  </a:lnTo>
                  <a:lnTo>
                    <a:pt x="57" y="199"/>
                  </a:lnTo>
                  <a:lnTo>
                    <a:pt x="67" y="204"/>
                  </a:lnTo>
                  <a:lnTo>
                    <a:pt x="78" y="207"/>
                  </a:lnTo>
                  <a:lnTo>
                    <a:pt x="89" y="210"/>
                  </a:lnTo>
                  <a:lnTo>
                    <a:pt x="100" y="212"/>
                  </a:lnTo>
                  <a:lnTo>
                    <a:pt x="111" y="212"/>
                  </a:lnTo>
                  <a:lnTo>
                    <a:pt x="121" y="212"/>
                  </a:lnTo>
                  <a:lnTo>
                    <a:pt x="132" y="210"/>
                  </a:lnTo>
                  <a:lnTo>
                    <a:pt x="143" y="207"/>
                  </a:lnTo>
                  <a:lnTo>
                    <a:pt x="154" y="204"/>
                  </a:lnTo>
                  <a:lnTo>
                    <a:pt x="162" y="199"/>
                  </a:lnTo>
                  <a:lnTo>
                    <a:pt x="170" y="193"/>
                  </a:lnTo>
                  <a:lnTo>
                    <a:pt x="178" y="188"/>
                  </a:lnTo>
                  <a:lnTo>
                    <a:pt x="186" y="180"/>
                  </a:lnTo>
                  <a:lnTo>
                    <a:pt x="194" y="172"/>
                  </a:lnTo>
                  <a:lnTo>
                    <a:pt x="199" y="164"/>
                  </a:lnTo>
                  <a:lnTo>
                    <a:pt x="205" y="156"/>
                  </a:lnTo>
                  <a:lnTo>
                    <a:pt x="210" y="148"/>
                  </a:lnTo>
                  <a:lnTo>
                    <a:pt x="213" y="137"/>
                  </a:lnTo>
                  <a:lnTo>
                    <a:pt x="215" y="126"/>
                  </a:lnTo>
                  <a:lnTo>
                    <a:pt x="218" y="116"/>
                  </a:lnTo>
                  <a:lnTo>
                    <a:pt x="218" y="105"/>
                  </a:lnTo>
                  <a:lnTo>
                    <a:pt x="218" y="94"/>
                  </a:lnTo>
                  <a:lnTo>
                    <a:pt x="215" y="84"/>
                  </a:lnTo>
                  <a:lnTo>
                    <a:pt x="213" y="76"/>
                  </a:lnTo>
                  <a:lnTo>
                    <a:pt x="210" y="65"/>
                  </a:lnTo>
                  <a:lnTo>
                    <a:pt x="205" y="57"/>
                  </a:lnTo>
                  <a:lnTo>
                    <a:pt x="199" y="46"/>
                  </a:lnTo>
                  <a:lnTo>
                    <a:pt x="194" y="38"/>
                  </a:lnTo>
                  <a:lnTo>
                    <a:pt x="186" y="33"/>
                  </a:lnTo>
                  <a:lnTo>
                    <a:pt x="178" y="25"/>
                  </a:lnTo>
                  <a:lnTo>
                    <a:pt x="170" y="19"/>
                  </a:lnTo>
                  <a:lnTo>
                    <a:pt x="162" y="14"/>
                  </a:lnTo>
                  <a:lnTo>
                    <a:pt x="154" y="8"/>
                  </a:lnTo>
                  <a:lnTo>
                    <a:pt x="143" y="6"/>
                  </a:lnTo>
                  <a:lnTo>
                    <a:pt x="132" y="3"/>
                  </a:lnTo>
                  <a:lnTo>
                    <a:pt x="121" y="0"/>
                  </a:lnTo>
                  <a:lnTo>
                    <a:pt x="111" y="0"/>
                  </a:lnTo>
                  <a:close/>
                </a:path>
              </a:pathLst>
            </a:custGeom>
            <a:solidFill>
              <a:srgbClr val="33CC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grpSp>
      <p:sp>
        <p:nvSpPr>
          <p:cNvPr id="2" name="TextBox 1"/>
          <p:cNvSpPr txBox="1"/>
          <p:nvPr/>
        </p:nvSpPr>
        <p:spPr>
          <a:xfrm>
            <a:off x="538017" y="3604926"/>
            <a:ext cx="7997077" cy="707886"/>
          </a:xfrm>
          <a:prstGeom prst="rect">
            <a:avLst/>
          </a:prstGeom>
          <a:noFill/>
        </p:spPr>
        <p:txBody>
          <a:bodyPr wrap="square" rtlCol="0">
            <a:spAutoFit/>
          </a:bodyPr>
          <a:lstStyle/>
          <a:p>
            <a:pPr algn="ctr"/>
            <a:r>
              <a:rPr lang="en-US" sz="2000" dirty="0">
                <a:solidFill>
                  <a:srgbClr val="000090"/>
                </a:solidFill>
              </a:rPr>
              <a:t>Suppose an ISP only wants to route traffic to/from its customer networks (does not want to carry transit traffic between other ISPs)</a:t>
            </a:r>
          </a:p>
        </p:txBody>
      </p:sp>
      <p:sp>
        <p:nvSpPr>
          <p:cNvPr id="44" name="Slide Number Placeholder 5"/>
          <p:cNvSpPr>
            <a:spLocks noGrp="1"/>
          </p:cNvSpPr>
          <p:nvPr>
            <p:ph type="sldNum" sz="quarter" idx="12"/>
          </p:nvPr>
        </p:nvSpPr>
        <p:spPr>
          <a:xfrm>
            <a:off x="8456154" y="6475895"/>
            <a:ext cx="548655" cy="272319"/>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200" dirty="0">
                <a:latin typeface="Tahoma" charset="0"/>
              </a:rPr>
              <a:t>5-</a:t>
            </a:r>
            <a:fld id="{8E8C6E93-DF5B-BC4B-80F9-500DED1EEDCC}" type="slidenum">
              <a:rPr lang="en-US" sz="1200">
                <a:latin typeface="Tahoma" charset="0"/>
              </a:rPr>
              <a:pPr/>
              <a:t>90</a:t>
            </a:fld>
            <a:endParaRPr lang="en-US" sz="1200" dirty="0">
              <a:latin typeface="Tahoma" charset="0"/>
            </a:endParaRPr>
          </a:p>
        </p:txBody>
      </p:sp>
      <p:sp>
        <p:nvSpPr>
          <p:cNvPr id="45" name="Footer Placeholder 2"/>
          <p:cNvSpPr>
            <a:spLocks noGrp="1"/>
          </p:cNvSpPr>
          <p:nvPr>
            <p:ph type="ftr" sz="quarter" idx="11"/>
          </p:nvPr>
        </p:nvSpPr>
        <p:spPr>
          <a:xfrm>
            <a:off x="6375496" y="6475081"/>
            <a:ext cx="2177473" cy="241541"/>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200" dirty="0">
                <a:solidFill>
                  <a:srgbClr val="000000"/>
                </a:solidFill>
                <a:latin typeface="Tahoma" charset="0"/>
                <a:cs typeface="Arial" charset="0"/>
              </a:rPr>
              <a:t>Network Layer: Control Plane</a:t>
            </a:r>
          </a:p>
        </p:txBody>
      </p:sp>
      <p:pic>
        <p:nvPicPr>
          <p:cNvPr id="49" name="Picture 42"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95165" y="801925"/>
            <a:ext cx="8301892" cy="25631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50" name="Rectangle 2"/>
          <p:cNvSpPr>
            <a:spLocks noGrp="1" noChangeArrowheads="1"/>
          </p:cNvSpPr>
          <p:nvPr>
            <p:ph type="title"/>
          </p:nvPr>
        </p:nvSpPr>
        <p:spPr>
          <a:xfrm>
            <a:off x="368746" y="6884"/>
            <a:ext cx="8610600" cy="1143000"/>
          </a:xfrm>
        </p:spPr>
        <p:txBody>
          <a:bodyPr/>
          <a:lstStyle/>
          <a:p>
            <a:pPr>
              <a:defRPr/>
            </a:pPr>
            <a:r>
              <a:rPr lang="en-US" sz="4000" dirty="0">
                <a:cs typeface="+mj-cs"/>
              </a:rPr>
              <a:t>BGP: achieving policy via advertisements</a:t>
            </a:r>
          </a:p>
        </p:txBody>
      </p:sp>
    </p:spTree>
    <p:extLst>
      <p:ext uri="{BB962C8B-B14F-4D97-AF65-F5344CB8AC3E}">
        <p14:creationId xmlns:p14="http://schemas.microsoft.com/office/powerpoint/2010/main" val="2260229663"/>
      </p:ext>
    </p:extLst>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85347" name="Picture 42"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95165" y="801925"/>
            <a:ext cx="8301892" cy="25631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22885" name="Rectangle 2"/>
          <p:cNvSpPr>
            <a:spLocks noGrp="1" noChangeArrowheads="1"/>
          </p:cNvSpPr>
          <p:nvPr>
            <p:ph type="title"/>
          </p:nvPr>
        </p:nvSpPr>
        <p:spPr>
          <a:xfrm>
            <a:off x="368746" y="6884"/>
            <a:ext cx="8610600" cy="1143000"/>
          </a:xfrm>
        </p:spPr>
        <p:txBody>
          <a:bodyPr/>
          <a:lstStyle/>
          <a:p>
            <a:pPr>
              <a:defRPr/>
            </a:pPr>
            <a:r>
              <a:rPr lang="en-US" sz="4000" dirty="0">
                <a:cs typeface="+mj-cs"/>
              </a:rPr>
              <a:t>BGP: achieving policy via advertisements</a:t>
            </a:r>
          </a:p>
        </p:txBody>
      </p:sp>
      <p:sp>
        <p:nvSpPr>
          <p:cNvPr id="185349" name="Rectangle 3"/>
          <p:cNvSpPr>
            <a:spLocks noChangeArrowheads="1"/>
          </p:cNvSpPr>
          <p:nvPr/>
        </p:nvSpPr>
        <p:spPr bwMode="auto">
          <a:xfrm>
            <a:off x="1181100" y="3581400"/>
            <a:ext cx="4876800" cy="381000"/>
          </a:xfrm>
          <a:prstGeom prst="rect">
            <a:avLst/>
          </a:prstGeom>
          <a:solidFill>
            <a:schemeClr val="bg1"/>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p>
        </p:txBody>
      </p:sp>
      <p:sp>
        <p:nvSpPr>
          <p:cNvPr id="185350" name="Rectangle 4"/>
          <p:cNvSpPr>
            <a:spLocks noChangeArrowheads="1"/>
          </p:cNvSpPr>
          <p:nvPr/>
        </p:nvSpPr>
        <p:spPr bwMode="auto">
          <a:xfrm>
            <a:off x="682740" y="4513560"/>
            <a:ext cx="8229600" cy="205322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282575" indent="-282575">
              <a:lnSpc>
                <a:spcPct val="85000"/>
              </a:lnSpc>
              <a:spcBef>
                <a:spcPct val="20000"/>
              </a:spcBef>
              <a:buClr>
                <a:srgbClr val="000099"/>
              </a:buClr>
              <a:buSzPct val="100000"/>
              <a:buFont typeface="Wingdings" charset="2"/>
              <a:buChar char="§"/>
            </a:pPr>
            <a:r>
              <a:rPr lang="en-US" sz="2400" dirty="0">
                <a:latin typeface="Gill Sans MT" charset="0"/>
              </a:rPr>
              <a:t>A,B,C are </a:t>
            </a:r>
            <a:r>
              <a:rPr lang="en-US" sz="2400" i="1" dirty="0">
                <a:solidFill>
                  <a:srgbClr val="CC0000"/>
                </a:solidFill>
                <a:latin typeface="Gill Sans MT" charset="0"/>
              </a:rPr>
              <a:t>provider networks</a:t>
            </a:r>
          </a:p>
          <a:p>
            <a:pPr marL="282575" indent="-282575">
              <a:lnSpc>
                <a:spcPct val="85000"/>
              </a:lnSpc>
              <a:spcBef>
                <a:spcPct val="20000"/>
              </a:spcBef>
              <a:buClr>
                <a:srgbClr val="000099"/>
              </a:buClr>
              <a:buSzPct val="100000"/>
              <a:buFont typeface="Wingdings" charset="2"/>
              <a:buChar char="§"/>
            </a:pPr>
            <a:r>
              <a:rPr lang="en-US" sz="2400" dirty="0">
                <a:latin typeface="Gill Sans MT" charset="0"/>
              </a:rPr>
              <a:t>X,W,Y are customer (of provider networks)</a:t>
            </a:r>
          </a:p>
          <a:p>
            <a:pPr marL="282575" indent="-282575">
              <a:lnSpc>
                <a:spcPct val="85000"/>
              </a:lnSpc>
              <a:spcBef>
                <a:spcPct val="20000"/>
              </a:spcBef>
              <a:buClr>
                <a:srgbClr val="000099"/>
              </a:buClr>
              <a:buSzPct val="100000"/>
              <a:buFont typeface="Wingdings" charset="2"/>
              <a:buChar char="§"/>
            </a:pPr>
            <a:r>
              <a:rPr lang="en-US" sz="2400" dirty="0">
                <a:latin typeface="Gill Sans MT" charset="0"/>
              </a:rPr>
              <a:t>X is </a:t>
            </a:r>
            <a:r>
              <a:rPr lang="en-US" sz="2400" i="1" dirty="0">
                <a:solidFill>
                  <a:srgbClr val="CC0000"/>
                </a:solidFill>
                <a:latin typeface="Gill Sans MT" charset="0"/>
              </a:rPr>
              <a:t>dual-homed:</a:t>
            </a:r>
            <a:r>
              <a:rPr lang="en-US" sz="2400" dirty="0">
                <a:latin typeface="Gill Sans MT" charset="0"/>
              </a:rPr>
              <a:t> attached to two networks</a:t>
            </a:r>
          </a:p>
          <a:p>
            <a:pPr marL="228600" indent="-228600">
              <a:lnSpc>
                <a:spcPct val="85000"/>
              </a:lnSpc>
              <a:spcBef>
                <a:spcPct val="20000"/>
              </a:spcBef>
              <a:buClr>
                <a:srgbClr val="000099"/>
              </a:buClr>
              <a:buFont typeface="Wingdings" charset="0"/>
              <a:buChar char="§"/>
            </a:pPr>
            <a:r>
              <a:rPr lang="en-US" sz="2400" i="1" dirty="0">
                <a:solidFill>
                  <a:srgbClr val="000090"/>
                </a:solidFill>
                <a:latin typeface="Gill Sans MT" charset="0"/>
              </a:rPr>
              <a:t>policy to enforce: </a:t>
            </a:r>
            <a:r>
              <a:rPr lang="en-US" sz="2400" dirty="0">
                <a:latin typeface="Gill Sans MT" charset="0"/>
              </a:rPr>
              <a:t>X does not want to route from B to C via X </a:t>
            </a:r>
          </a:p>
          <a:p>
            <a:pPr marL="685800" lvl="1" indent="-228600">
              <a:lnSpc>
                <a:spcPct val="85000"/>
              </a:lnSpc>
              <a:spcBef>
                <a:spcPct val="20000"/>
              </a:spcBef>
              <a:buClr>
                <a:srgbClr val="000099"/>
              </a:buClr>
              <a:buFont typeface="Wingdings" charset="0"/>
              <a:buChar char="§"/>
            </a:pPr>
            <a:r>
              <a:rPr lang="en-US" sz="2000" dirty="0">
                <a:latin typeface="Gill Sans MT" charset="0"/>
              </a:rPr>
              <a:t>.. so X will not advertise to B a route to C</a:t>
            </a:r>
          </a:p>
          <a:p>
            <a:pPr marL="342900" indent="-342900">
              <a:lnSpc>
                <a:spcPct val="85000"/>
              </a:lnSpc>
              <a:spcBef>
                <a:spcPct val="20000"/>
              </a:spcBef>
              <a:buClr>
                <a:srgbClr val="000099"/>
              </a:buClr>
              <a:buSzPct val="65000"/>
              <a:buFont typeface="Wingdings" charset="0"/>
              <a:buChar char="v"/>
            </a:pPr>
            <a:endParaRPr lang="en-US" sz="2400" dirty="0">
              <a:latin typeface="Gill Sans MT" charset="0"/>
            </a:endParaRPr>
          </a:p>
        </p:txBody>
      </p:sp>
      <p:grpSp>
        <p:nvGrpSpPr>
          <p:cNvPr id="185351" name="Group 5"/>
          <p:cNvGrpSpPr>
            <a:grpSpLocks/>
          </p:cNvGrpSpPr>
          <p:nvPr/>
        </p:nvGrpSpPr>
        <p:grpSpPr bwMode="auto">
          <a:xfrm>
            <a:off x="476250" y="1123950"/>
            <a:ext cx="7539038" cy="3048000"/>
            <a:chOff x="300" y="708"/>
            <a:chExt cx="4749" cy="1920"/>
          </a:xfrm>
        </p:grpSpPr>
        <p:sp>
          <p:nvSpPr>
            <p:cNvPr id="185352" name="AutoShape 6"/>
            <p:cNvSpPr>
              <a:spLocks noChangeAspect="1" noChangeArrowheads="1" noTextEdit="1"/>
            </p:cNvSpPr>
            <p:nvPr/>
          </p:nvSpPr>
          <p:spPr bwMode="auto">
            <a:xfrm>
              <a:off x="300" y="708"/>
              <a:ext cx="4749" cy="192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endParaRPr lang="en-US"/>
            </a:p>
          </p:txBody>
        </p:sp>
        <p:sp>
          <p:nvSpPr>
            <p:cNvPr id="185353" name="Freeform 7"/>
            <p:cNvSpPr>
              <a:spLocks/>
            </p:cNvSpPr>
            <p:nvPr/>
          </p:nvSpPr>
          <p:spPr bwMode="auto">
            <a:xfrm>
              <a:off x="1602" y="955"/>
              <a:ext cx="563" cy="364"/>
            </a:xfrm>
            <a:custGeom>
              <a:avLst/>
              <a:gdLst>
                <a:gd name="T0" fmla="*/ 148 w 563"/>
                <a:gd name="T1" fmla="*/ 5 h 364"/>
                <a:gd name="T2" fmla="*/ 119 w 563"/>
                <a:gd name="T3" fmla="*/ 10 h 364"/>
                <a:gd name="T4" fmla="*/ 94 w 563"/>
                <a:gd name="T5" fmla="*/ 21 h 364"/>
                <a:gd name="T6" fmla="*/ 70 w 563"/>
                <a:gd name="T7" fmla="*/ 37 h 364"/>
                <a:gd name="T8" fmla="*/ 46 w 563"/>
                <a:gd name="T9" fmla="*/ 61 h 364"/>
                <a:gd name="T10" fmla="*/ 24 w 563"/>
                <a:gd name="T11" fmla="*/ 91 h 364"/>
                <a:gd name="T12" fmla="*/ 8 w 563"/>
                <a:gd name="T13" fmla="*/ 120 h 364"/>
                <a:gd name="T14" fmla="*/ 3 w 563"/>
                <a:gd name="T15" fmla="*/ 136 h 364"/>
                <a:gd name="T16" fmla="*/ 0 w 563"/>
                <a:gd name="T17" fmla="*/ 150 h 364"/>
                <a:gd name="T18" fmla="*/ 0 w 563"/>
                <a:gd name="T19" fmla="*/ 166 h 364"/>
                <a:gd name="T20" fmla="*/ 8 w 563"/>
                <a:gd name="T21" fmla="*/ 195 h 364"/>
                <a:gd name="T22" fmla="*/ 27 w 563"/>
                <a:gd name="T23" fmla="*/ 228 h 364"/>
                <a:gd name="T24" fmla="*/ 49 w 563"/>
                <a:gd name="T25" fmla="*/ 257 h 364"/>
                <a:gd name="T26" fmla="*/ 70 w 563"/>
                <a:gd name="T27" fmla="*/ 284 h 364"/>
                <a:gd name="T28" fmla="*/ 92 w 563"/>
                <a:gd name="T29" fmla="*/ 305 h 364"/>
                <a:gd name="T30" fmla="*/ 111 w 563"/>
                <a:gd name="T31" fmla="*/ 321 h 364"/>
                <a:gd name="T32" fmla="*/ 127 w 563"/>
                <a:gd name="T33" fmla="*/ 332 h 364"/>
                <a:gd name="T34" fmla="*/ 146 w 563"/>
                <a:gd name="T35" fmla="*/ 340 h 364"/>
                <a:gd name="T36" fmla="*/ 170 w 563"/>
                <a:gd name="T37" fmla="*/ 346 h 364"/>
                <a:gd name="T38" fmla="*/ 191 w 563"/>
                <a:gd name="T39" fmla="*/ 348 h 364"/>
                <a:gd name="T40" fmla="*/ 218 w 563"/>
                <a:gd name="T41" fmla="*/ 354 h 364"/>
                <a:gd name="T42" fmla="*/ 261 w 563"/>
                <a:gd name="T43" fmla="*/ 356 h 364"/>
                <a:gd name="T44" fmla="*/ 310 w 563"/>
                <a:gd name="T45" fmla="*/ 362 h 364"/>
                <a:gd name="T46" fmla="*/ 361 w 563"/>
                <a:gd name="T47" fmla="*/ 364 h 364"/>
                <a:gd name="T48" fmla="*/ 409 w 563"/>
                <a:gd name="T49" fmla="*/ 362 h 364"/>
                <a:gd name="T50" fmla="*/ 458 w 563"/>
                <a:gd name="T51" fmla="*/ 359 h 364"/>
                <a:gd name="T52" fmla="*/ 495 w 563"/>
                <a:gd name="T53" fmla="*/ 348 h 364"/>
                <a:gd name="T54" fmla="*/ 511 w 563"/>
                <a:gd name="T55" fmla="*/ 340 h 364"/>
                <a:gd name="T56" fmla="*/ 525 w 563"/>
                <a:gd name="T57" fmla="*/ 332 h 364"/>
                <a:gd name="T58" fmla="*/ 536 w 563"/>
                <a:gd name="T59" fmla="*/ 321 h 364"/>
                <a:gd name="T60" fmla="*/ 549 w 563"/>
                <a:gd name="T61" fmla="*/ 295 h 364"/>
                <a:gd name="T62" fmla="*/ 557 w 563"/>
                <a:gd name="T63" fmla="*/ 257 h 364"/>
                <a:gd name="T64" fmla="*/ 563 w 563"/>
                <a:gd name="T65" fmla="*/ 217 h 364"/>
                <a:gd name="T66" fmla="*/ 563 w 563"/>
                <a:gd name="T67" fmla="*/ 174 h 364"/>
                <a:gd name="T68" fmla="*/ 557 w 563"/>
                <a:gd name="T69" fmla="*/ 134 h 364"/>
                <a:gd name="T70" fmla="*/ 555 w 563"/>
                <a:gd name="T71" fmla="*/ 96 h 364"/>
                <a:gd name="T72" fmla="*/ 549 w 563"/>
                <a:gd name="T73" fmla="*/ 67 h 364"/>
                <a:gd name="T74" fmla="*/ 546 w 563"/>
                <a:gd name="T75" fmla="*/ 56 h 364"/>
                <a:gd name="T76" fmla="*/ 541 w 563"/>
                <a:gd name="T77" fmla="*/ 40 h 364"/>
                <a:gd name="T78" fmla="*/ 536 w 563"/>
                <a:gd name="T79" fmla="*/ 29 h 364"/>
                <a:gd name="T80" fmla="*/ 528 w 563"/>
                <a:gd name="T81" fmla="*/ 21 h 364"/>
                <a:gd name="T82" fmla="*/ 520 w 563"/>
                <a:gd name="T83" fmla="*/ 18 h 364"/>
                <a:gd name="T84" fmla="*/ 495 w 563"/>
                <a:gd name="T85" fmla="*/ 16 h 364"/>
                <a:gd name="T86" fmla="*/ 466 w 563"/>
                <a:gd name="T87" fmla="*/ 16 h 364"/>
                <a:gd name="T88" fmla="*/ 450 w 563"/>
                <a:gd name="T89" fmla="*/ 13 h 364"/>
                <a:gd name="T90" fmla="*/ 409 w 563"/>
                <a:gd name="T91" fmla="*/ 13 h 364"/>
                <a:gd name="T92" fmla="*/ 364 w 563"/>
                <a:gd name="T93" fmla="*/ 16 h 364"/>
                <a:gd name="T94" fmla="*/ 320 w 563"/>
                <a:gd name="T95" fmla="*/ 16 h 364"/>
                <a:gd name="T96" fmla="*/ 283 w 563"/>
                <a:gd name="T97" fmla="*/ 13 h 364"/>
                <a:gd name="T98" fmla="*/ 248 w 563"/>
                <a:gd name="T99" fmla="*/ 8 h 364"/>
                <a:gd name="T100" fmla="*/ 213 w 563"/>
                <a:gd name="T101" fmla="*/ 2 h 364"/>
                <a:gd name="T102" fmla="*/ 186 w 563"/>
                <a:gd name="T103" fmla="*/ 0 h 364"/>
                <a:gd name="T104" fmla="*/ 175 w 563"/>
                <a:gd name="T105" fmla="*/ 0 h 364"/>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63"/>
                <a:gd name="T160" fmla="*/ 0 h 364"/>
                <a:gd name="T161" fmla="*/ 563 w 563"/>
                <a:gd name="T162" fmla="*/ 364 h 364"/>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63" h="364">
                  <a:moveTo>
                    <a:pt x="175" y="0"/>
                  </a:moveTo>
                  <a:lnTo>
                    <a:pt x="148" y="5"/>
                  </a:lnTo>
                  <a:lnTo>
                    <a:pt x="132" y="8"/>
                  </a:lnTo>
                  <a:lnTo>
                    <a:pt x="119" y="10"/>
                  </a:lnTo>
                  <a:lnTo>
                    <a:pt x="108" y="16"/>
                  </a:lnTo>
                  <a:lnTo>
                    <a:pt x="94" y="21"/>
                  </a:lnTo>
                  <a:lnTo>
                    <a:pt x="81" y="29"/>
                  </a:lnTo>
                  <a:lnTo>
                    <a:pt x="70" y="37"/>
                  </a:lnTo>
                  <a:lnTo>
                    <a:pt x="59" y="48"/>
                  </a:lnTo>
                  <a:lnTo>
                    <a:pt x="46" y="61"/>
                  </a:lnTo>
                  <a:lnTo>
                    <a:pt x="35" y="75"/>
                  </a:lnTo>
                  <a:lnTo>
                    <a:pt x="24" y="91"/>
                  </a:lnTo>
                  <a:lnTo>
                    <a:pt x="14" y="104"/>
                  </a:lnTo>
                  <a:lnTo>
                    <a:pt x="8" y="120"/>
                  </a:lnTo>
                  <a:lnTo>
                    <a:pt x="3" y="128"/>
                  </a:lnTo>
                  <a:lnTo>
                    <a:pt x="3" y="136"/>
                  </a:lnTo>
                  <a:lnTo>
                    <a:pt x="0" y="142"/>
                  </a:lnTo>
                  <a:lnTo>
                    <a:pt x="0" y="150"/>
                  </a:lnTo>
                  <a:lnTo>
                    <a:pt x="0" y="158"/>
                  </a:lnTo>
                  <a:lnTo>
                    <a:pt x="0" y="166"/>
                  </a:lnTo>
                  <a:lnTo>
                    <a:pt x="3" y="182"/>
                  </a:lnTo>
                  <a:lnTo>
                    <a:pt x="8" y="195"/>
                  </a:lnTo>
                  <a:lnTo>
                    <a:pt x="16" y="212"/>
                  </a:lnTo>
                  <a:lnTo>
                    <a:pt x="27" y="228"/>
                  </a:lnTo>
                  <a:lnTo>
                    <a:pt x="35" y="244"/>
                  </a:lnTo>
                  <a:lnTo>
                    <a:pt x="49" y="257"/>
                  </a:lnTo>
                  <a:lnTo>
                    <a:pt x="59" y="271"/>
                  </a:lnTo>
                  <a:lnTo>
                    <a:pt x="70" y="284"/>
                  </a:lnTo>
                  <a:lnTo>
                    <a:pt x="81" y="295"/>
                  </a:lnTo>
                  <a:lnTo>
                    <a:pt x="92" y="305"/>
                  </a:lnTo>
                  <a:lnTo>
                    <a:pt x="103" y="319"/>
                  </a:lnTo>
                  <a:lnTo>
                    <a:pt x="111" y="321"/>
                  </a:lnTo>
                  <a:lnTo>
                    <a:pt x="119" y="327"/>
                  </a:lnTo>
                  <a:lnTo>
                    <a:pt x="127" y="332"/>
                  </a:lnTo>
                  <a:lnTo>
                    <a:pt x="135" y="335"/>
                  </a:lnTo>
                  <a:lnTo>
                    <a:pt x="146" y="340"/>
                  </a:lnTo>
                  <a:lnTo>
                    <a:pt x="156" y="343"/>
                  </a:lnTo>
                  <a:lnTo>
                    <a:pt x="170" y="346"/>
                  </a:lnTo>
                  <a:lnTo>
                    <a:pt x="183" y="348"/>
                  </a:lnTo>
                  <a:lnTo>
                    <a:pt x="191" y="348"/>
                  </a:lnTo>
                  <a:lnTo>
                    <a:pt x="199" y="351"/>
                  </a:lnTo>
                  <a:lnTo>
                    <a:pt x="218" y="354"/>
                  </a:lnTo>
                  <a:lnTo>
                    <a:pt x="240" y="356"/>
                  </a:lnTo>
                  <a:lnTo>
                    <a:pt x="261" y="356"/>
                  </a:lnTo>
                  <a:lnTo>
                    <a:pt x="285" y="359"/>
                  </a:lnTo>
                  <a:lnTo>
                    <a:pt x="310" y="362"/>
                  </a:lnTo>
                  <a:lnTo>
                    <a:pt x="334" y="362"/>
                  </a:lnTo>
                  <a:lnTo>
                    <a:pt x="361" y="364"/>
                  </a:lnTo>
                  <a:lnTo>
                    <a:pt x="385" y="364"/>
                  </a:lnTo>
                  <a:lnTo>
                    <a:pt x="409" y="362"/>
                  </a:lnTo>
                  <a:lnTo>
                    <a:pt x="433" y="362"/>
                  </a:lnTo>
                  <a:lnTo>
                    <a:pt x="458" y="359"/>
                  </a:lnTo>
                  <a:lnTo>
                    <a:pt x="477" y="354"/>
                  </a:lnTo>
                  <a:lnTo>
                    <a:pt x="495" y="348"/>
                  </a:lnTo>
                  <a:lnTo>
                    <a:pt x="503" y="346"/>
                  </a:lnTo>
                  <a:lnTo>
                    <a:pt x="511" y="340"/>
                  </a:lnTo>
                  <a:lnTo>
                    <a:pt x="520" y="338"/>
                  </a:lnTo>
                  <a:lnTo>
                    <a:pt x="525" y="332"/>
                  </a:lnTo>
                  <a:lnTo>
                    <a:pt x="530" y="327"/>
                  </a:lnTo>
                  <a:lnTo>
                    <a:pt x="536" y="321"/>
                  </a:lnTo>
                  <a:lnTo>
                    <a:pt x="544" y="308"/>
                  </a:lnTo>
                  <a:lnTo>
                    <a:pt x="549" y="295"/>
                  </a:lnTo>
                  <a:lnTo>
                    <a:pt x="555" y="276"/>
                  </a:lnTo>
                  <a:lnTo>
                    <a:pt x="557" y="257"/>
                  </a:lnTo>
                  <a:lnTo>
                    <a:pt x="560" y="238"/>
                  </a:lnTo>
                  <a:lnTo>
                    <a:pt x="563" y="217"/>
                  </a:lnTo>
                  <a:lnTo>
                    <a:pt x="563" y="195"/>
                  </a:lnTo>
                  <a:lnTo>
                    <a:pt x="563" y="174"/>
                  </a:lnTo>
                  <a:lnTo>
                    <a:pt x="560" y="155"/>
                  </a:lnTo>
                  <a:lnTo>
                    <a:pt x="557" y="134"/>
                  </a:lnTo>
                  <a:lnTo>
                    <a:pt x="557" y="115"/>
                  </a:lnTo>
                  <a:lnTo>
                    <a:pt x="555" y="96"/>
                  </a:lnTo>
                  <a:lnTo>
                    <a:pt x="552" y="80"/>
                  </a:lnTo>
                  <a:lnTo>
                    <a:pt x="549" y="67"/>
                  </a:lnTo>
                  <a:lnTo>
                    <a:pt x="546" y="61"/>
                  </a:lnTo>
                  <a:lnTo>
                    <a:pt x="546" y="56"/>
                  </a:lnTo>
                  <a:lnTo>
                    <a:pt x="544" y="48"/>
                  </a:lnTo>
                  <a:lnTo>
                    <a:pt x="541" y="40"/>
                  </a:lnTo>
                  <a:lnTo>
                    <a:pt x="538" y="32"/>
                  </a:lnTo>
                  <a:lnTo>
                    <a:pt x="536" y="29"/>
                  </a:lnTo>
                  <a:lnTo>
                    <a:pt x="533" y="24"/>
                  </a:lnTo>
                  <a:lnTo>
                    <a:pt x="528" y="21"/>
                  </a:lnTo>
                  <a:lnTo>
                    <a:pt x="522" y="18"/>
                  </a:lnTo>
                  <a:lnTo>
                    <a:pt x="520" y="18"/>
                  </a:lnTo>
                  <a:lnTo>
                    <a:pt x="506" y="16"/>
                  </a:lnTo>
                  <a:lnTo>
                    <a:pt x="495" y="16"/>
                  </a:lnTo>
                  <a:lnTo>
                    <a:pt x="479" y="16"/>
                  </a:lnTo>
                  <a:lnTo>
                    <a:pt x="466" y="16"/>
                  </a:lnTo>
                  <a:lnTo>
                    <a:pt x="458" y="16"/>
                  </a:lnTo>
                  <a:lnTo>
                    <a:pt x="450" y="13"/>
                  </a:lnTo>
                  <a:lnTo>
                    <a:pt x="431" y="13"/>
                  </a:lnTo>
                  <a:lnTo>
                    <a:pt x="409" y="13"/>
                  </a:lnTo>
                  <a:lnTo>
                    <a:pt x="388" y="13"/>
                  </a:lnTo>
                  <a:lnTo>
                    <a:pt x="364" y="16"/>
                  </a:lnTo>
                  <a:lnTo>
                    <a:pt x="342" y="16"/>
                  </a:lnTo>
                  <a:lnTo>
                    <a:pt x="320" y="16"/>
                  </a:lnTo>
                  <a:lnTo>
                    <a:pt x="302" y="16"/>
                  </a:lnTo>
                  <a:lnTo>
                    <a:pt x="283" y="13"/>
                  </a:lnTo>
                  <a:lnTo>
                    <a:pt x="264" y="13"/>
                  </a:lnTo>
                  <a:lnTo>
                    <a:pt x="248" y="8"/>
                  </a:lnTo>
                  <a:lnTo>
                    <a:pt x="229" y="5"/>
                  </a:lnTo>
                  <a:lnTo>
                    <a:pt x="213" y="2"/>
                  </a:lnTo>
                  <a:lnTo>
                    <a:pt x="199" y="0"/>
                  </a:lnTo>
                  <a:lnTo>
                    <a:pt x="186" y="0"/>
                  </a:lnTo>
                  <a:lnTo>
                    <a:pt x="181" y="0"/>
                  </a:lnTo>
                  <a:lnTo>
                    <a:pt x="175" y="0"/>
                  </a:lnTo>
                  <a:close/>
                </a:path>
              </a:pathLst>
            </a:custGeom>
            <a:solidFill>
              <a:srgbClr val="33CC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185354" name="Freeform 8"/>
            <p:cNvSpPr>
              <a:spLocks/>
            </p:cNvSpPr>
            <p:nvPr/>
          </p:nvSpPr>
          <p:spPr bwMode="auto">
            <a:xfrm>
              <a:off x="951" y="1290"/>
              <a:ext cx="562" cy="365"/>
            </a:xfrm>
            <a:custGeom>
              <a:avLst/>
              <a:gdLst>
                <a:gd name="T0" fmla="*/ 148 w 562"/>
                <a:gd name="T1" fmla="*/ 5 h 365"/>
                <a:gd name="T2" fmla="*/ 121 w 562"/>
                <a:gd name="T3" fmla="*/ 11 h 365"/>
                <a:gd name="T4" fmla="*/ 94 w 562"/>
                <a:gd name="T5" fmla="*/ 21 h 365"/>
                <a:gd name="T6" fmla="*/ 70 w 562"/>
                <a:gd name="T7" fmla="*/ 37 h 365"/>
                <a:gd name="T8" fmla="*/ 46 w 562"/>
                <a:gd name="T9" fmla="*/ 62 h 365"/>
                <a:gd name="T10" fmla="*/ 24 w 562"/>
                <a:gd name="T11" fmla="*/ 91 h 365"/>
                <a:gd name="T12" fmla="*/ 8 w 562"/>
                <a:gd name="T13" fmla="*/ 121 h 365"/>
                <a:gd name="T14" fmla="*/ 3 w 562"/>
                <a:gd name="T15" fmla="*/ 137 h 365"/>
                <a:gd name="T16" fmla="*/ 0 w 562"/>
                <a:gd name="T17" fmla="*/ 150 h 365"/>
                <a:gd name="T18" fmla="*/ 0 w 562"/>
                <a:gd name="T19" fmla="*/ 166 h 365"/>
                <a:gd name="T20" fmla="*/ 3 w 562"/>
                <a:gd name="T21" fmla="*/ 182 h 365"/>
                <a:gd name="T22" fmla="*/ 19 w 562"/>
                <a:gd name="T23" fmla="*/ 212 h 365"/>
                <a:gd name="T24" fmla="*/ 38 w 562"/>
                <a:gd name="T25" fmla="*/ 244 h 365"/>
                <a:gd name="T26" fmla="*/ 59 w 562"/>
                <a:gd name="T27" fmla="*/ 271 h 365"/>
                <a:gd name="T28" fmla="*/ 81 w 562"/>
                <a:gd name="T29" fmla="*/ 295 h 365"/>
                <a:gd name="T30" fmla="*/ 105 w 562"/>
                <a:gd name="T31" fmla="*/ 319 h 365"/>
                <a:gd name="T32" fmla="*/ 119 w 562"/>
                <a:gd name="T33" fmla="*/ 327 h 365"/>
                <a:gd name="T34" fmla="*/ 137 w 562"/>
                <a:gd name="T35" fmla="*/ 335 h 365"/>
                <a:gd name="T36" fmla="*/ 156 w 562"/>
                <a:gd name="T37" fmla="*/ 343 h 365"/>
                <a:gd name="T38" fmla="*/ 183 w 562"/>
                <a:gd name="T39" fmla="*/ 349 h 365"/>
                <a:gd name="T40" fmla="*/ 199 w 562"/>
                <a:gd name="T41" fmla="*/ 351 h 365"/>
                <a:gd name="T42" fmla="*/ 240 w 562"/>
                <a:gd name="T43" fmla="*/ 357 h 365"/>
                <a:gd name="T44" fmla="*/ 285 w 562"/>
                <a:gd name="T45" fmla="*/ 359 h 365"/>
                <a:gd name="T46" fmla="*/ 334 w 562"/>
                <a:gd name="T47" fmla="*/ 362 h 365"/>
                <a:gd name="T48" fmla="*/ 385 w 562"/>
                <a:gd name="T49" fmla="*/ 365 h 365"/>
                <a:gd name="T50" fmla="*/ 433 w 562"/>
                <a:gd name="T51" fmla="*/ 362 h 365"/>
                <a:gd name="T52" fmla="*/ 476 w 562"/>
                <a:gd name="T53" fmla="*/ 354 h 365"/>
                <a:gd name="T54" fmla="*/ 503 w 562"/>
                <a:gd name="T55" fmla="*/ 346 h 365"/>
                <a:gd name="T56" fmla="*/ 519 w 562"/>
                <a:gd name="T57" fmla="*/ 338 h 365"/>
                <a:gd name="T58" fmla="*/ 530 w 562"/>
                <a:gd name="T59" fmla="*/ 327 h 365"/>
                <a:gd name="T60" fmla="*/ 544 w 562"/>
                <a:gd name="T61" fmla="*/ 308 h 365"/>
                <a:gd name="T62" fmla="*/ 554 w 562"/>
                <a:gd name="T63" fmla="*/ 276 h 365"/>
                <a:gd name="T64" fmla="*/ 560 w 562"/>
                <a:gd name="T65" fmla="*/ 239 h 365"/>
                <a:gd name="T66" fmla="*/ 562 w 562"/>
                <a:gd name="T67" fmla="*/ 196 h 365"/>
                <a:gd name="T68" fmla="*/ 560 w 562"/>
                <a:gd name="T69" fmla="*/ 155 h 365"/>
                <a:gd name="T70" fmla="*/ 557 w 562"/>
                <a:gd name="T71" fmla="*/ 115 h 365"/>
                <a:gd name="T72" fmla="*/ 552 w 562"/>
                <a:gd name="T73" fmla="*/ 80 h 365"/>
                <a:gd name="T74" fmla="*/ 549 w 562"/>
                <a:gd name="T75" fmla="*/ 62 h 365"/>
                <a:gd name="T76" fmla="*/ 546 w 562"/>
                <a:gd name="T77" fmla="*/ 48 h 365"/>
                <a:gd name="T78" fmla="*/ 541 w 562"/>
                <a:gd name="T79" fmla="*/ 32 h 365"/>
                <a:gd name="T80" fmla="*/ 533 w 562"/>
                <a:gd name="T81" fmla="*/ 24 h 365"/>
                <a:gd name="T82" fmla="*/ 525 w 562"/>
                <a:gd name="T83" fmla="*/ 19 h 365"/>
                <a:gd name="T84" fmla="*/ 509 w 562"/>
                <a:gd name="T85" fmla="*/ 16 h 365"/>
                <a:gd name="T86" fmla="*/ 482 w 562"/>
                <a:gd name="T87" fmla="*/ 16 h 365"/>
                <a:gd name="T88" fmla="*/ 458 w 562"/>
                <a:gd name="T89" fmla="*/ 16 h 365"/>
                <a:gd name="T90" fmla="*/ 431 w 562"/>
                <a:gd name="T91" fmla="*/ 13 h 365"/>
                <a:gd name="T92" fmla="*/ 388 w 562"/>
                <a:gd name="T93" fmla="*/ 13 h 365"/>
                <a:gd name="T94" fmla="*/ 342 w 562"/>
                <a:gd name="T95" fmla="*/ 16 h 365"/>
                <a:gd name="T96" fmla="*/ 301 w 562"/>
                <a:gd name="T97" fmla="*/ 16 h 365"/>
                <a:gd name="T98" fmla="*/ 264 w 562"/>
                <a:gd name="T99" fmla="*/ 13 h 365"/>
                <a:gd name="T100" fmla="*/ 229 w 562"/>
                <a:gd name="T101" fmla="*/ 5 h 365"/>
                <a:gd name="T102" fmla="*/ 199 w 562"/>
                <a:gd name="T103" fmla="*/ 0 h 365"/>
                <a:gd name="T104" fmla="*/ 183 w 562"/>
                <a:gd name="T105" fmla="*/ 0 h 36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62"/>
                <a:gd name="T160" fmla="*/ 0 h 365"/>
                <a:gd name="T161" fmla="*/ 562 w 562"/>
                <a:gd name="T162" fmla="*/ 365 h 36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62" h="365">
                  <a:moveTo>
                    <a:pt x="178" y="0"/>
                  </a:moveTo>
                  <a:lnTo>
                    <a:pt x="148" y="5"/>
                  </a:lnTo>
                  <a:lnTo>
                    <a:pt x="135" y="8"/>
                  </a:lnTo>
                  <a:lnTo>
                    <a:pt x="121" y="11"/>
                  </a:lnTo>
                  <a:lnTo>
                    <a:pt x="108" y="16"/>
                  </a:lnTo>
                  <a:lnTo>
                    <a:pt x="94" y="21"/>
                  </a:lnTo>
                  <a:lnTo>
                    <a:pt x="81" y="29"/>
                  </a:lnTo>
                  <a:lnTo>
                    <a:pt x="70" y="37"/>
                  </a:lnTo>
                  <a:lnTo>
                    <a:pt x="59" y="48"/>
                  </a:lnTo>
                  <a:lnTo>
                    <a:pt x="46" y="62"/>
                  </a:lnTo>
                  <a:lnTo>
                    <a:pt x="35" y="75"/>
                  </a:lnTo>
                  <a:lnTo>
                    <a:pt x="24" y="91"/>
                  </a:lnTo>
                  <a:lnTo>
                    <a:pt x="16" y="104"/>
                  </a:lnTo>
                  <a:lnTo>
                    <a:pt x="8" y="121"/>
                  </a:lnTo>
                  <a:lnTo>
                    <a:pt x="6" y="129"/>
                  </a:lnTo>
                  <a:lnTo>
                    <a:pt x="3" y="137"/>
                  </a:lnTo>
                  <a:lnTo>
                    <a:pt x="0" y="142"/>
                  </a:lnTo>
                  <a:lnTo>
                    <a:pt x="0" y="150"/>
                  </a:lnTo>
                  <a:lnTo>
                    <a:pt x="0" y="158"/>
                  </a:lnTo>
                  <a:lnTo>
                    <a:pt x="0" y="166"/>
                  </a:lnTo>
                  <a:lnTo>
                    <a:pt x="3" y="174"/>
                  </a:lnTo>
                  <a:lnTo>
                    <a:pt x="3" y="182"/>
                  </a:lnTo>
                  <a:lnTo>
                    <a:pt x="11" y="196"/>
                  </a:lnTo>
                  <a:lnTo>
                    <a:pt x="19" y="212"/>
                  </a:lnTo>
                  <a:lnTo>
                    <a:pt x="27" y="228"/>
                  </a:lnTo>
                  <a:lnTo>
                    <a:pt x="38" y="244"/>
                  </a:lnTo>
                  <a:lnTo>
                    <a:pt x="49" y="257"/>
                  </a:lnTo>
                  <a:lnTo>
                    <a:pt x="59" y="271"/>
                  </a:lnTo>
                  <a:lnTo>
                    <a:pt x="70" y="284"/>
                  </a:lnTo>
                  <a:lnTo>
                    <a:pt x="81" y="295"/>
                  </a:lnTo>
                  <a:lnTo>
                    <a:pt x="92" y="306"/>
                  </a:lnTo>
                  <a:lnTo>
                    <a:pt x="105" y="319"/>
                  </a:lnTo>
                  <a:lnTo>
                    <a:pt x="110" y="322"/>
                  </a:lnTo>
                  <a:lnTo>
                    <a:pt x="119" y="327"/>
                  </a:lnTo>
                  <a:lnTo>
                    <a:pt x="127" y="332"/>
                  </a:lnTo>
                  <a:lnTo>
                    <a:pt x="137" y="335"/>
                  </a:lnTo>
                  <a:lnTo>
                    <a:pt x="145" y="340"/>
                  </a:lnTo>
                  <a:lnTo>
                    <a:pt x="156" y="343"/>
                  </a:lnTo>
                  <a:lnTo>
                    <a:pt x="170" y="346"/>
                  </a:lnTo>
                  <a:lnTo>
                    <a:pt x="183" y="349"/>
                  </a:lnTo>
                  <a:lnTo>
                    <a:pt x="191" y="349"/>
                  </a:lnTo>
                  <a:lnTo>
                    <a:pt x="199" y="351"/>
                  </a:lnTo>
                  <a:lnTo>
                    <a:pt x="218" y="354"/>
                  </a:lnTo>
                  <a:lnTo>
                    <a:pt x="240" y="357"/>
                  </a:lnTo>
                  <a:lnTo>
                    <a:pt x="261" y="357"/>
                  </a:lnTo>
                  <a:lnTo>
                    <a:pt x="285" y="359"/>
                  </a:lnTo>
                  <a:lnTo>
                    <a:pt x="310" y="362"/>
                  </a:lnTo>
                  <a:lnTo>
                    <a:pt x="334" y="362"/>
                  </a:lnTo>
                  <a:lnTo>
                    <a:pt x="361" y="365"/>
                  </a:lnTo>
                  <a:lnTo>
                    <a:pt x="385" y="365"/>
                  </a:lnTo>
                  <a:lnTo>
                    <a:pt x="409" y="362"/>
                  </a:lnTo>
                  <a:lnTo>
                    <a:pt x="433" y="362"/>
                  </a:lnTo>
                  <a:lnTo>
                    <a:pt x="458" y="359"/>
                  </a:lnTo>
                  <a:lnTo>
                    <a:pt x="476" y="354"/>
                  </a:lnTo>
                  <a:lnTo>
                    <a:pt x="495" y="349"/>
                  </a:lnTo>
                  <a:lnTo>
                    <a:pt x="503" y="346"/>
                  </a:lnTo>
                  <a:lnTo>
                    <a:pt x="511" y="340"/>
                  </a:lnTo>
                  <a:lnTo>
                    <a:pt x="519" y="338"/>
                  </a:lnTo>
                  <a:lnTo>
                    <a:pt x="525" y="332"/>
                  </a:lnTo>
                  <a:lnTo>
                    <a:pt x="530" y="327"/>
                  </a:lnTo>
                  <a:lnTo>
                    <a:pt x="536" y="322"/>
                  </a:lnTo>
                  <a:lnTo>
                    <a:pt x="544" y="308"/>
                  </a:lnTo>
                  <a:lnTo>
                    <a:pt x="549" y="295"/>
                  </a:lnTo>
                  <a:lnTo>
                    <a:pt x="554" y="276"/>
                  </a:lnTo>
                  <a:lnTo>
                    <a:pt x="557" y="257"/>
                  </a:lnTo>
                  <a:lnTo>
                    <a:pt x="560" y="239"/>
                  </a:lnTo>
                  <a:lnTo>
                    <a:pt x="562" y="217"/>
                  </a:lnTo>
                  <a:lnTo>
                    <a:pt x="562" y="196"/>
                  </a:lnTo>
                  <a:lnTo>
                    <a:pt x="562" y="174"/>
                  </a:lnTo>
                  <a:lnTo>
                    <a:pt x="560" y="155"/>
                  </a:lnTo>
                  <a:lnTo>
                    <a:pt x="560" y="134"/>
                  </a:lnTo>
                  <a:lnTo>
                    <a:pt x="557" y="115"/>
                  </a:lnTo>
                  <a:lnTo>
                    <a:pt x="554" y="96"/>
                  </a:lnTo>
                  <a:lnTo>
                    <a:pt x="552" y="80"/>
                  </a:lnTo>
                  <a:lnTo>
                    <a:pt x="552" y="67"/>
                  </a:lnTo>
                  <a:lnTo>
                    <a:pt x="549" y="62"/>
                  </a:lnTo>
                  <a:lnTo>
                    <a:pt x="549" y="56"/>
                  </a:lnTo>
                  <a:lnTo>
                    <a:pt x="546" y="48"/>
                  </a:lnTo>
                  <a:lnTo>
                    <a:pt x="544" y="40"/>
                  </a:lnTo>
                  <a:lnTo>
                    <a:pt x="541" y="32"/>
                  </a:lnTo>
                  <a:lnTo>
                    <a:pt x="538" y="29"/>
                  </a:lnTo>
                  <a:lnTo>
                    <a:pt x="533" y="24"/>
                  </a:lnTo>
                  <a:lnTo>
                    <a:pt x="530" y="21"/>
                  </a:lnTo>
                  <a:lnTo>
                    <a:pt x="525" y="19"/>
                  </a:lnTo>
                  <a:lnTo>
                    <a:pt x="519" y="19"/>
                  </a:lnTo>
                  <a:lnTo>
                    <a:pt x="509" y="16"/>
                  </a:lnTo>
                  <a:lnTo>
                    <a:pt x="495" y="16"/>
                  </a:lnTo>
                  <a:lnTo>
                    <a:pt x="482" y="16"/>
                  </a:lnTo>
                  <a:lnTo>
                    <a:pt x="466" y="16"/>
                  </a:lnTo>
                  <a:lnTo>
                    <a:pt x="458" y="16"/>
                  </a:lnTo>
                  <a:lnTo>
                    <a:pt x="449" y="13"/>
                  </a:lnTo>
                  <a:lnTo>
                    <a:pt x="431" y="13"/>
                  </a:lnTo>
                  <a:lnTo>
                    <a:pt x="409" y="13"/>
                  </a:lnTo>
                  <a:lnTo>
                    <a:pt x="388" y="13"/>
                  </a:lnTo>
                  <a:lnTo>
                    <a:pt x="363" y="16"/>
                  </a:lnTo>
                  <a:lnTo>
                    <a:pt x="342" y="16"/>
                  </a:lnTo>
                  <a:lnTo>
                    <a:pt x="320" y="16"/>
                  </a:lnTo>
                  <a:lnTo>
                    <a:pt x="301" y="16"/>
                  </a:lnTo>
                  <a:lnTo>
                    <a:pt x="283" y="13"/>
                  </a:lnTo>
                  <a:lnTo>
                    <a:pt x="264" y="13"/>
                  </a:lnTo>
                  <a:lnTo>
                    <a:pt x="248" y="8"/>
                  </a:lnTo>
                  <a:lnTo>
                    <a:pt x="229" y="5"/>
                  </a:lnTo>
                  <a:lnTo>
                    <a:pt x="213" y="3"/>
                  </a:lnTo>
                  <a:lnTo>
                    <a:pt x="199" y="0"/>
                  </a:lnTo>
                  <a:lnTo>
                    <a:pt x="188" y="0"/>
                  </a:lnTo>
                  <a:lnTo>
                    <a:pt x="183" y="0"/>
                  </a:lnTo>
                  <a:lnTo>
                    <a:pt x="178" y="0"/>
                  </a:lnTo>
                  <a:close/>
                </a:path>
              </a:pathLst>
            </a:custGeom>
            <a:solidFill>
              <a:srgbClr val="33CC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185355" name="Rectangle 9"/>
            <p:cNvSpPr>
              <a:spLocks noChangeArrowheads="1"/>
            </p:cNvSpPr>
            <p:nvPr/>
          </p:nvSpPr>
          <p:spPr bwMode="auto">
            <a:xfrm flipH="1">
              <a:off x="1184" y="1385"/>
              <a:ext cx="74" cy="17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lIns="0" tIns="0" rIns="0" bIns="0">
              <a:spAutoFit/>
            </a:bodyPr>
            <a:lstStyle/>
            <a:p>
              <a:r>
                <a:rPr lang="en-US" b="1">
                  <a:solidFill>
                    <a:schemeClr val="bg1"/>
                  </a:solidFill>
                </a:rPr>
                <a:t>A</a:t>
              </a:r>
            </a:p>
          </p:txBody>
        </p:sp>
        <p:sp>
          <p:nvSpPr>
            <p:cNvPr id="185356" name="Rectangle 10"/>
            <p:cNvSpPr>
              <a:spLocks noChangeArrowheads="1"/>
            </p:cNvSpPr>
            <p:nvPr/>
          </p:nvSpPr>
          <p:spPr bwMode="auto">
            <a:xfrm>
              <a:off x="1867" y="1057"/>
              <a:ext cx="96" cy="17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lIns="0" tIns="0" rIns="0" bIns="0">
              <a:spAutoFit/>
            </a:bodyPr>
            <a:lstStyle/>
            <a:p>
              <a:r>
                <a:rPr lang="en-US">
                  <a:solidFill>
                    <a:schemeClr val="bg1"/>
                  </a:solidFill>
                </a:rPr>
                <a:t>B</a:t>
              </a:r>
            </a:p>
          </p:txBody>
        </p:sp>
        <p:sp>
          <p:nvSpPr>
            <p:cNvPr id="185357" name="Freeform 11"/>
            <p:cNvSpPr>
              <a:spLocks/>
            </p:cNvSpPr>
            <p:nvPr/>
          </p:nvSpPr>
          <p:spPr bwMode="auto">
            <a:xfrm>
              <a:off x="1640" y="1582"/>
              <a:ext cx="565" cy="362"/>
            </a:xfrm>
            <a:custGeom>
              <a:avLst/>
              <a:gdLst>
                <a:gd name="T0" fmla="*/ 164 w 565"/>
                <a:gd name="T1" fmla="*/ 0 h 362"/>
                <a:gd name="T2" fmla="*/ 134 w 565"/>
                <a:gd name="T3" fmla="*/ 6 h 362"/>
                <a:gd name="T4" fmla="*/ 108 w 565"/>
                <a:gd name="T5" fmla="*/ 14 h 362"/>
                <a:gd name="T6" fmla="*/ 83 w 565"/>
                <a:gd name="T7" fmla="*/ 30 h 362"/>
                <a:gd name="T8" fmla="*/ 62 w 565"/>
                <a:gd name="T9" fmla="*/ 48 h 362"/>
                <a:gd name="T10" fmla="*/ 38 w 565"/>
                <a:gd name="T11" fmla="*/ 73 h 362"/>
                <a:gd name="T12" fmla="*/ 16 w 565"/>
                <a:gd name="T13" fmla="*/ 105 h 362"/>
                <a:gd name="T14" fmla="*/ 5 w 565"/>
                <a:gd name="T15" fmla="*/ 126 h 362"/>
                <a:gd name="T16" fmla="*/ 0 w 565"/>
                <a:gd name="T17" fmla="*/ 142 h 362"/>
                <a:gd name="T18" fmla="*/ 0 w 565"/>
                <a:gd name="T19" fmla="*/ 158 h 362"/>
                <a:gd name="T20" fmla="*/ 5 w 565"/>
                <a:gd name="T21" fmla="*/ 180 h 362"/>
                <a:gd name="T22" fmla="*/ 19 w 565"/>
                <a:gd name="T23" fmla="*/ 212 h 362"/>
                <a:gd name="T24" fmla="*/ 38 w 565"/>
                <a:gd name="T25" fmla="*/ 242 h 362"/>
                <a:gd name="T26" fmla="*/ 59 w 565"/>
                <a:gd name="T27" fmla="*/ 268 h 362"/>
                <a:gd name="T28" fmla="*/ 81 w 565"/>
                <a:gd name="T29" fmla="*/ 295 h 362"/>
                <a:gd name="T30" fmla="*/ 105 w 565"/>
                <a:gd name="T31" fmla="*/ 317 h 362"/>
                <a:gd name="T32" fmla="*/ 121 w 565"/>
                <a:gd name="T33" fmla="*/ 327 h 362"/>
                <a:gd name="T34" fmla="*/ 137 w 565"/>
                <a:gd name="T35" fmla="*/ 335 h 362"/>
                <a:gd name="T36" fmla="*/ 159 w 565"/>
                <a:gd name="T37" fmla="*/ 343 h 362"/>
                <a:gd name="T38" fmla="*/ 186 w 565"/>
                <a:gd name="T39" fmla="*/ 349 h 362"/>
                <a:gd name="T40" fmla="*/ 202 w 565"/>
                <a:gd name="T41" fmla="*/ 351 h 362"/>
                <a:gd name="T42" fmla="*/ 239 w 565"/>
                <a:gd name="T43" fmla="*/ 354 h 362"/>
                <a:gd name="T44" fmla="*/ 285 w 565"/>
                <a:gd name="T45" fmla="*/ 360 h 362"/>
                <a:gd name="T46" fmla="*/ 334 w 565"/>
                <a:gd name="T47" fmla="*/ 362 h 362"/>
                <a:gd name="T48" fmla="*/ 385 w 565"/>
                <a:gd name="T49" fmla="*/ 362 h 362"/>
                <a:gd name="T50" fmla="*/ 433 w 565"/>
                <a:gd name="T51" fmla="*/ 360 h 362"/>
                <a:gd name="T52" fmla="*/ 476 w 565"/>
                <a:gd name="T53" fmla="*/ 354 h 362"/>
                <a:gd name="T54" fmla="*/ 503 w 565"/>
                <a:gd name="T55" fmla="*/ 343 h 362"/>
                <a:gd name="T56" fmla="*/ 519 w 565"/>
                <a:gd name="T57" fmla="*/ 338 h 362"/>
                <a:gd name="T58" fmla="*/ 530 w 565"/>
                <a:gd name="T59" fmla="*/ 327 h 362"/>
                <a:gd name="T60" fmla="*/ 543 w 565"/>
                <a:gd name="T61" fmla="*/ 309 h 362"/>
                <a:gd name="T62" fmla="*/ 557 w 565"/>
                <a:gd name="T63" fmla="*/ 276 h 362"/>
                <a:gd name="T64" fmla="*/ 562 w 565"/>
                <a:gd name="T65" fmla="*/ 236 h 362"/>
                <a:gd name="T66" fmla="*/ 565 w 565"/>
                <a:gd name="T67" fmla="*/ 196 h 362"/>
                <a:gd name="T68" fmla="*/ 562 w 565"/>
                <a:gd name="T69" fmla="*/ 153 h 362"/>
                <a:gd name="T70" fmla="*/ 560 w 565"/>
                <a:gd name="T71" fmla="*/ 113 h 362"/>
                <a:gd name="T72" fmla="*/ 554 w 565"/>
                <a:gd name="T73" fmla="*/ 78 h 362"/>
                <a:gd name="T74" fmla="*/ 549 w 565"/>
                <a:gd name="T75" fmla="*/ 59 h 362"/>
                <a:gd name="T76" fmla="*/ 546 w 565"/>
                <a:gd name="T77" fmla="*/ 46 h 362"/>
                <a:gd name="T78" fmla="*/ 541 w 565"/>
                <a:gd name="T79" fmla="*/ 32 h 362"/>
                <a:gd name="T80" fmla="*/ 533 w 565"/>
                <a:gd name="T81" fmla="*/ 24 h 362"/>
                <a:gd name="T82" fmla="*/ 525 w 565"/>
                <a:gd name="T83" fmla="*/ 19 h 362"/>
                <a:gd name="T84" fmla="*/ 508 w 565"/>
                <a:gd name="T85" fmla="*/ 16 h 362"/>
                <a:gd name="T86" fmla="*/ 482 w 565"/>
                <a:gd name="T87" fmla="*/ 16 h 362"/>
                <a:gd name="T88" fmla="*/ 460 w 565"/>
                <a:gd name="T89" fmla="*/ 14 h 362"/>
                <a:gd name="T90" fmla="*/ 430 w 565"/>
                <a:gd name="T91" fmla="*/ 11 h 362"/>
                <a:gd name="T92" fmla="*/ 387 w 565"/>
                <a:gd name="T93" fmla="*/ 14 h 362"/>
                <a:gd name="T94" fmla="*/ 342 w 565"/>
                <a:gd name="T95" fmla="*/ 14 h 362"/>
                <a:gd name="T96" fmla="*/ 301 w 565"/>
                <a:gd name="T97" fmla="*/ 14 h 362"/>
                <a:gd name="T98" fmla="*/ 264 w 565"/>
                <a:gd name="T99" fmla="*/ 11 h 362"/>
                <a:gd name="T100" fmla="*/ 229 w 565"/>
                <a:gd name="T101" fmla="*/ 3 h 362"/>
                <a:gd name="T102" fmla="*/ 199 w 565"/>
                <a:gd name="T103" fmla="*/ 0 h 362"/>
                <a:gd name="T104" fmla="*/ 183 w 565"/>
                <a:gd name="T105" fmla="*/ 0 h 36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65"/>
                <a:gd name="T160" fmla="*/ 0 h 362"/>
                <a:gd name="T161" fmla="*/ 565 w 565"/>
                <a:gd name="T162" fmla="*/ 362 h 36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65" h="362">
                  <a:moveTo>
                    <a:pt x="178" y="0"/>
                  </a:moveTo>
                  <a:lnTo>
                    <a:pt x="164" y="0"/>
                  </a:lnTo>
                  <a:lnTo>
                    <a:pt x="148" y="3"/>
                  </a:lnTo>
                  <a:lnTo>
                    <a:pt x="134" y="6"/>
                  </a:lnTo>
                  <a:lnTo>
                    <a:pt x="121" y="11"/>
                  </a:lnTo>
                  <a:lnTo>
                    <a:pt x="108" y="14"/>
                  </a:lnTo>
                  <a:lnTo>
                    <a:pt x="94" y="22"/>
                  </a:lnTo>
                  <a:lnTo>
                    <a:pt x="83" y="30"/>
                  </a:lnTo>
                  <a:lnTo>
                    <a:pt x="73" y="38"/>
                  </a:lnTo>
                  <a:lnTo>
                    <a:pt x="62" y="48"/>
                  </a:lnTo>
                  <a:lnTo>
                    <a:pt x="48" y="59"/>
                  </a:lnTo>
                  <a:lnTo>
                    <a:pt x="38" y="73"/>
                  </a:lnTo>
                  <a:lnTo>
                    <a:pt x="27" y="89"/>
                  </a:lnTo>
                  <a:lnTo>
                    <a:pt x="16" y="105"/>
                  </a:lnTo>
                  <a:lnTo>
                    <a:pt x="8" y="118"/>
                  </a:lnTo>
                  <a:lnTo>
                    <a:pt x="5" y="126"/>
                  </a:lnTo>
                  <a:lnTo>
                    <a:pt x="3" y="134"/>
                  </a:lnTo>
                  <a:lnTo>
                    <a:pt x="0" y="142"/>
                  </a:lnTo>
                  <a:lnTo>
                    <a:pt x="0" y="150"/>
                  </a:lnTo>
                  <a:lnTo>
                    <a:pt x="0" y="158"/>
                  </a:lnTo>
                  <a:lnTo>
                    <a:pt x="3" y="164"/>
                  </a:lnTo>
                  <a:lnTo>
                    <a:pt x="5" y="180"/>
                  </a:lnTo>
                  <a:lnTo>
                    <a:pt x="11" y="196"/>
                  </a:lnTo>
                  <a:lnTo>
                    <a:pt x="19" y="212"/>
                  </a:lnTo>
                  <a:lnTo>
                    <a:pt x="27" y="228"/>
                  </a:lnTo>
                  <a:lnTo>
                    <a:pt x="38" y="242"/>
                  </a:lnTo>
                  <a:lnTo>
                    <a:pt x="48" y="255"/>
                  </a:lnTo>
                  <a:lnTo>
                    <a:pt x="59" y="268"/>
                  </a:lnTo>
                  <a:lnTo>
                    <a:pt x="70" y="282"/>
                  </a:lnTo>
                  <a:lnTo>
                    <a:pt x="81" y="295"/>
                  </a:lnTo>
                  <a:lnTo>
                    <a:pt x="94" y="306"/>
                  </a:lnTo>
                  <a:lnTo>
                    <a:pt x="105" y="317"/>
                  </a:lnTo>
                  <a:lnTo>
                    <a:pt x="113" y="322"/>
                  </a:lnTo>
                  <a:lnTo>
                    <a:pt x="121" y="327"/>
                  </a:lnTo>
                  <a:lnTo>
                    <a:pt x="129" y="333"/>
                  </a:lnTo>
                  <a:lnTo>
                    <a:pt x="137" y="335"/>
                  </a:lnTo>
                  <a:lnTo>
                    <a:pt x="148" y="341"/>
                  </a:lnTo>
                  <a:lnTo>
                    <a:pt x="159" y="343"/>
                  </a:lnTo>
                  <a:lnTo>
                    <a:pt x="172" y="346"/>
                  </a:lnTo>
                  <a:lnTo>
                    <a:pt x="186" y="349"/>
                  </a:lnTo>
                  <a:lnTo>
                    <a:pt x="194" y="349"/>
                  </a:lnTo>
                  <a:lnTo>
                    <a:pt x="202" y="351"/>
                  </a:lnTo>
                  <a:lnTo>
                    <a:pt x="221" y="354"/>
                  </a:lnTo>
                  <a:lnTo>
                    <a:pt x="239" y="354"/>
                  </a:lnTo>
                  <a:lnTo>
                    <a:pt x="261" y="357"/>
                  </a:lnTo>
                  <a:lnTo>
                    <a:pt x="285" y="360"/>
                  </a:lnTo>
                  <a:lnTo>
                    <a:pt x="309" y="362"/>
                  </a:lnTo>
                  <a:lnTo>
                    <a:pt x="334" y="362"/>
                  </a:lnTo>
                  <a:lnTo>
                    <a:pt x="360" y="362"/>
                  </a:lnTo>
                  <a:lnTo>
                    <a:pt x="385" y="362"/>
                  </a:lnTo>
                  <a:lnTo>
                    <a:pt x="409" y="362"/>
                  </a:lnTo>
                  <a:lnTo>
                    <a:pt x="433" y="360"/>
                  </a:lnTo>
                  <a:lnTo>
                    <a:pt x="457" y="357"/>
                  </a:lnTo>
                  <a:lnTo>
                    <a:pt x="476" y="354"/>
                  </a:lnTo>
                  <a:lnTo>
                    <a:pt x="495" y="349"/>
                  </a:lnTo>
                  <a:lnTo>
                    <a:pt x="503" y="343"/>
                  </a:lnTo>
                  <a:lnTo>
                    <a:pt x="511" y="341"/>
                  </a:lnTo>
                  <a:lnTo>
                    <a:pt x="519" y="338"/>
                  </a:lnTo>
                  <a:lnTo>
                    <a:pt x="525" y="333"/>
                  </a:lnTo>
                  <a:lnTo>
                    <a:pt x="530" y="327"/>
                  </a:lnTo>
                  <a:lnTo>
                    <a:pt x="535" y="322"/>
                  </a:lnTo>
                  <a:lnTo>
                    <a:pt x="543" y="309"/>
                  </a:lnTo>
                  <a:lnTo>
                    <a:pt x="552" y="292"/>
                  </a:lnTo>
                  <a:lnTo>
                    <a:pt x="557" y="276"/>
                  </a:lnTo>
                  <a:lnTo>
                    <a:pt x="560" y="258"/>
                  </a:lnTo>
                  <a:lnTo>
                    <a:pt x="562" y="236"/>
                  </a:lnTo>
                  <a:lnTo>
                    <a:pt x="565" y="217"/>
                  </a:lnTo>
                  <a:lnTo>
                    <a:pt x="565" y="196"/>
                  </a:lnTo>
                  <a:lnTo>
                    <a:pt x="562" y="174"/>
                  </a:lnTo>
                  <a:lnTo>
                    <a:pt x="562" y="153"/>
                  </a:lnTo>
                  <a:lnTo>
                    <a:pt x="560" y="132"/>
                  </a:lnTo>
                  <a:lnTo>
                    <a:pt x="560" y="113"/>
                  </a:lnTo>
                  <a:lnTo>
                    <a:pt x="557" y="97"/>
                  </a:lnTo>
                  <a:lnTo>
                    <a:pt x="554" y="78"/>
                  </a:lnTo>
                  <a:lnTo>
                    <a:pt x="552" y="65"/>
                  </a:lnTo>
                  <a:lnTo>
                    <a:pt x="549" y="59"/>
                  </a:lnTo>
                  <a:lnTo>
                    <a:pt x="549" y="54"/>
                  </a:lnTo>
                  <a:lnTo>
                    <a:pt x="546" y="46"/>
                  </a:lnTo>
                  <a:lnTo>
                    <a:pt x="543" y="38"/>
                  </a:lnTo>
                  <a:lnTo>
                    <a:pt x="541" y="32"/>
                  </a:lnTo>
                  <a:lnTo>
                    <a:pt x="538" y="27"/>
                  </a:lnTo>
                  <a:lnTo>
                    <a:pt x="533" y="24"/>
                  </a:lnTo>
                  <a:lnTo>
                    <a:pt x="530" y="22"/>
                  </a:lnTo>
                  <a:lnTo>
                    <a:pt x="525" y="19"/>
                  </a:lnTo>
                  <a:lnTo>
                    <a:pt x="519" y="19"/>
                  </a:lnTo>
                  <a:lnTo>
                    <a:pt x="508" y="16"/>
                  </a:lnTo>
                  <a:lnTo>
                    <a:pt x="495" y="16"/>
                  </a:lnTo>
                  <a:lnTo>
                    <a:pt x="482" y="16"/>
                  </a:lnTo>
                  <a:lnTo>
                    <a:pt x="468" y="14"/>
                  </a:lnTo>
                  <a:lnTo>
                    <a:pt x="460" y="14"/>
                  </a:lnTo>
                  <a:lnTo>
                    <a:pt x="452" y="11"/>
                  </a:lnTo>
                  <a:lnTo>
                    <a:pt x="430" y="11"/>
                  </a:lnTo>
                  <a:lnTo>
                    <a:pt x="409" y="11"/>
                  </a:lnTo>
                  <a:lnTo>
                    <a:pt x="387" y="14"/>
                  </a:lnTo>
                  <a:lnTo>
                    <a:pt x="363" y="14"/>
                  </a:lnTo>
                  <a:lnTo>
                    <a:pt x="342" y="14"/>
                  </a:lnTo>
                  <a:lnTo>
                    <a:pt x="320" y="14"/>
                  </a:lnTo>
                  <a:lnTo>
                    <a:pt x="301" y="14"/>
                  </a:lnTo>
                  <a:lnTo>
                    <a:pt x="282" y="11"/>
                  </a:lnTo>
                  <a:lnTo>
                    <a:pt x="264" y="11"/>
                  </a:lnTo>
                  <a:lnTo>
                    <a:pt x="247" y="6"/>
                  </a:lnTo>
                  <a:lnTo>
                    <a:pt x="229" y="3"/>
                  </a:lnTo>
                  <a:lnTo>
                    <a:pt x="213" y="0"/>
                  </a:lnTo>
                  <a:lnTo>
                    <a:pt x="199" y="0"/>
                  </a:lnTo>
                  <a:lnTo>
                    <a:pt x="188" y="0"/>
                  </a:lnTo>
                  <a:lnTo>
                    <a:pt x="183" y="0"/>
                  </a:lnTo>
                  <a:lnTo>
                    <a:pt x="178" y="0"/>
                  </a:lnTo>
                  <a:close/>
                </a:path>
              </a:pathLst>
            </a:custGeom>
            <a:solidFill>
              <a:srgbClr val="33CC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185358" name="Rectangle 12"/>
            <p:cNvSpPr>
              <a:spLocks noChangeArrowheads="1"/>
            </p:cNvSpPr>
            <p:nvPr/>
          </p:nvSpPr>
          <p:spPr bwMode="auto">
            <a:xfrm>
              <a:off x="1896" y="1657"/>
              <a:ext cx="104" cy="17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lIns="0" tIns="0" rIns="0" bIns="0">
              <a:spAutoFit/>
            </a:bodyPr>
            <a:lstStyle/>
            <a:p>
              <a:r>
                <a:rPr lang="en-US" b="1">
                  <a:solidFill>
                    <a:schemeClr val="bg1"/>
                  </a:solidFill>
                </a:rPr>
                <a:t>C</a:t>
              </a:r>
            </a:p>
          </p:txBody>
        </p:sp>
        <p:sp>
          <p:nvSpPr>
            <p:cNvPr id="185359" name="Rectangle 13"/>
            <p:cNvSpPr>
              <a:spLocks noChangeArrowheads="1"/>
            </p:cNvSpPr>
            <p:nvPr/>
          </p:nvSpPr>
          <p:spPr bwMode="auto">
            <a:xfrm>
              <a:off x="1963" y="1657"/>
              <a:ext cx="31" cy="13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lIns="0" tIns="0" rIns="0" bIns="0">
              <a:spAutoFit/>
            </a:bodyPr>
            <a:lstStyle/>
            <a:p>
              <a:r>
                <a:rPr lang="en-US" sz="1400">
                  <a:solidFill>
                    <a:srgbClr val="000000"/>
                  </a:solidFill>
                </a:rPr>
                <a:t> </a:t>
              </a:r>
              <a:endParaRPr lang="en-US"/>
            </a:p>
          </p:txBody>
        </p:sp>
        <p:sp>
          <p:nvSpPr>
            <p:cNvPr id="185360" name="Freeform 14"/>
            <p:cNvSpPr>
              <a:spLocks/>
            </p:cNvSpPr>
            <p:nvPr/>
          </p:nvSpPr>
          <p:spPr bwMode="auto">
            <a:xfrm>
              <a:off x="443" y="1335"/>
              <a:ext cx="218" cy="215"/>
            </a:xfrm>
            <a:custGeom>
              <a:avLst/>
              <a:gdLst>
                <a:gd name="T0" fmla="*/ 99 w 218"/>
                <a:gd name="T1" fmla="*/ 0 h 215"/>
                <a:gd name="T2" fmla="*/ 78 w 218"/>
                <a:gd name="T3" fmla="*/ 6 h 215"/>
                <a:gd name="T4" fmla="*/ 56 w 218"/>
                <a:gd name="T5" fmla="*/ 14 h 215"/>
                <a:gd name="T6" fmla="*/ 40 w 218"/>
                <a:gd name="T7" fmla="*/ 25 h 215"/>
                <a:gd name="T8" fmla="*/ 24 w 218"/>
                <a:gd name="T9" fmla="*/ 41 h 215"/>
                <a:gd name="T10" fmla="*/ 13 w 218"/>
                <a:gd name="T11" fmla="*/ 57 h 215"/>
                <a:gd name="T12" fmla="*/ 5 w 218"/>
                <a:gd name="T13" fmla="*/ 76 h 215"/>
                <a:gd name="T14" fmla="*/ 0 w 218"/>
                <a:gd name="T15" fmla="*/ 97 h 215"/>
                <a:gd name="T16" fmla="*/ 0 w 218"/>
                <a:gd name="T17" fmla="*/ 118 h 215"/>
                <a:gd name="T18" fmla="*/ 5 w 218"/>
                <a:gd name="T19" fmla="*/ 140 h 215"/>
                <a:gd name="T20" fmla="*/ 13 w 218"/>
                <a:gd name="T21" fmla="*/ 159 h 215"/>
                <a:gd name="T22" fmla="*/ 24 w 218"/>
                <a:gd name="T23" fmla="*/ 175 h 215"/>
                <a:gd name="T24" fmla="*/ 40 w 218"/>
                <a:gd name="T25" fmla="*/ 191 h 215"/>
                <a:gd name="T26" fmla="*/ 56 w 218"/>
                <a:gd name="T27" fmla="*/ 202 h 215"/>
                <a:gd name="T28" fmla="*/ 78 w 218"/>
                <a:gd name="T29" fmla="*/ 210 h 215"/>
                <a:gd name="T30" fmla="*/ 99 w 218"/>
                <a:gd name="T31" fmla="*/ 215 h 215"/>
                <a:gd name="T32" fmla="*/ 121 w 218"/>
                <a:gd name="T33" fmla="*/ 215 h 215"/>
                <a:gd name="T34" fmla="*/ 142 w 218"/>
                <a:gd name="T35" fmla="*/ 210 h 215"/>
                <a:gd name="T36" fmla="*/ 161 w 218"/>
                <a:gd name="T37" fmla="*/ 202 h 215"/>
                <a:gd name="T38" fmla="*/ 177 w 218"/>
                <a:gd name="T39" fmla="*/ 191 h 215"/>
                <a:gd name="T40" fmla="*/ 193 w 218"/>
                <a:gd name="T41" fmla="*/ 175 h 215"/>
                <a:gd name="T42" fmla="*/ 204 w 218"/>
                <a:gd name="T43" fmla="*/ 159 h 215"/>
                <a:gd name="T44" fmla="*/ 212 w 218"/>
                <a:gd name="T45" fmla="*/ 140 h 215"/>
                <a:gd name="T46" fmla="*/ 218 w 218"/>
                <a:gd name="T47" fmla="*/ 118 h 215"/>
                <a:gd name="T48" fmla="*/ 218 w 218"/>
                <a:gd name="T49" fmla="*/ 97 h 215"/>
                <a:gd name="T50" fmla="*/ 212 w 218"/>
                <a:gd name="T51" fmla="*/ 76 h 215"/>
                <a:gd name="T52" fmla="*/ 204 w 218"/>
                <a:gd name="T53" fmla="*/ 57 h 215"/>
                <a:gd name="T54" fmla="*/ 193 w 218"/>
                <a:gd name="T55" fmla="*/ 41 h 215"/>
                <a:gd name="T56" fmla="*/ 177 w 218"/>
                <a:gd name="T57" fmla="*/ 25 h 215"/>
                <a:gd name="T58" fmla="*/ 161 w 218"/>
                <a:gd name="T59" fmla="*/ 14 h 215"/>
                <a:gd name="T60" fmla="*/ 142 w 218"/>
                <a:gd name="T61" fmla="*/ 6 h 215"/>
                <a:gd name="T62" fmla="*/ 121 w 218"/>
                <a:gd name="T63" fmla="*/ 0 h 21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18"/>
                <a:gd name="T97" fmla="*/ 0 h 215"/>
                <a:gd name="T98" fmla="*/ 218 w 218"/>
                <a:gd name="T99" fmla="*/ 215 h 21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18" h="215">
                  <a:moveTo>
                    <a:pt x="110" y="0"/>
                  </a:moveTo>
                  <a:lnTo>
                    <a:pt x="99" y="0"/>
                  </a:lnTo>
                  <a:lnTo>
                    <a:pt x="88" y="3"/>
                  </a:lnTo>
                  <a:lnTo>
                    <a:pt x="78" y="6"/>
                  </a:lnTo>
                  <a:lnTo>
                    <a:pt x="67" y="9"/>
                  </a:lnTo>
                  <a:lnTo>
                    <a:pt x="56" y="14"/>
                  </a:lnTo>
                  <a:lnTo>
                    <a:pt x="48" y="19"/>
                  </a:lnTo>
                  <a:lnTo>
                    <a:pt x="40" y="25"/>
                  </a:lnTo>
                  <a:lnTo>
                    <a:pt x="32" y="33"/>
                  </a:lnTo>
                  <a:lnTo>
                    <a:pt x="24" y="41"/>
                  </a:lnTo>
                  <a:lnTo>
                    <a:pt x="18" y="49"/>
                  </a:lnTo>
                  <a:lnTo>
                    <a:pt x="13" y="57"/>
                  </a:lnTo>
                  <a:lnTo>
                    <a:pt x="8" y="65"/>
                  </a:lnTo>
                  <a:lnTo>
                    <a:pt x="5" y="76"/>
                  </a:lnTo>
                  <a:lnTo>
                    <a:pt x="2" y="86"/>
                  </a:lnTo>
                  <a:lnTo>
                    <a:pt x="0" y="97"/>
                  </a:lnTo>
                  <a:lnTo>
                    <a:pt x="0" y="108"/>
                  </a:lnTo>
                  <a:lnTo>
                    <a:pt x="0" y="118"/>
                  </a:lnTo>
                  <a:lnTo>
                    <a:pt x="2" y="129"/>
                  </a:lnTo>
                  <a:lnTo>
                    <a:pt x="5" y="140"/>
                  </a:lnTo>
                  <a:lnTo>
                    <a:pt x="8" y="151"/>
                  </a:lnTo>
                  <a:lnTo>
                    <a:pt x="13" y="159"/>
                  </a:lnTo>
                  <a:lnTo>
                    <a:pt x="18" y="167"/>
                  </a:lnTo>
                  <a:lnTo>
                    <a:pt x="24" y="175"/>
                  </a:lnTo>
                  <a:lnTo>
                    <a:pt x="32" y="183"/>
                  </a:lnTo>
                  <a:lnTo>
                    <a:pt x="40" y="191"/>
                  </a:lnTo>
                  <a:lnTo>
                    <a:pt x="48" y="196"/>
                  </a:lnTo>
                  <a:lnTo>
                    <a:pt x="56" y="202"/>
                  </a:lnTo>
                  <a:lnTo>
                    <a:pt x="67" y="207"/>
                  </a:lnTo>
                  <a:lnTo>
                    <a:pt x="78" y="210"/>
                  </a:lnTo>
                  <a:lnTo>
                    <a:pt x="88" y="212"/>
                  </a:lnTo>
                  <a:lnTo>
                    <a:pt x="99" y="215"/>
                  </a:lnTo>
                  <a:lnTo>
                    <a:pt x="110" y="215"/>
                  </a:lnTo>
                  <a:lnTo>
                    <a:pt x="121" y="215"/>
                  </a:lnTo>
                  <a:lnTo>
                    <a:pt x="131" y="212"/>
                  </a:lnTo>
                  <a:lnTo>
                    <a:pt x="142" y="210"/>
                  </a:lnTo>
                  <a:lnTo>
                    <a:pt x="153" y="207"/>
                  </a:lnTo>
                  <a:lnTo>
                    <a:pt x="161" y="202"/>
                  </a:lnTo>
                  <a:lnTo>
                    <a:pt x="169" y="196"/>
                  </a:lnTo>
                  <a:lnTo>
                    <a:pt x="177" y="191"/>
                  </a:lnTo>
                  <a:lnTo>
                    <a:pt x="185" y="183"/>
                  </a:lnTo>
                  <a:lnTo>
                    <a:pt x="193" y="175"/>
                  </a:lnTo>
                  <a:lnTo>
                    <a:pt x="199" y="167"/>
                  </a:lnTo>
                  <a:lnTo>
                    <a:pt x="204" y="159"/>
                  </a:lnTo>
                  <a:lnTo>
                    <a:pt x="209" y="151"/>
                  </a:lnTo>
                  <a:lnTo>
                    <a:pt x="212" y="140"/>
                  </a:lnTo>
                  <a:lnTo>
                    <a:pt x="215" y="129"/>
                  </a:lnTo>
                  <a:lnTo>
                    <a:pt x="218" y="118"/>
                  </a:lnTo>
                  <a:lnTo>
                    <a:pt x="218" y="108"/>
                  </a:lnTo>
                  <a:lnTo>
                    <a:pt x="218" y="97"/>
                  </a:lnTo>
                  <a:lnTo>
                    <a:pt x="215" y="86"/>
                  </a:lnTo>
                  <a:lnTo>
                    <a:pt x="212" y="76"/>
                  </a:lnTo>
                  <a:lnTo>
                    <a:pt x="209" y="65"/>
                  </a:lnTo>
                  <a:lnTo>
                    <a:pt x="204" y="57"/>
                  </a:lnTo>
                  <a:lnTo>
                    <a:pt x="199" y="49"/>
                  </a:lnTo>
                  <a:lnTo>
                    <a:pt x="193" y="41"/>
                  </a:lnTo>
                  <a:lnTo>
                    <a:pt x="185" y="33"/>
                  </a:lnTo>
                  <a:lnTo>
                    <a:pt x="177" y="25"/>
                  </a:lnTo>
                  <a:lnTo>
                    <a:pt x="169" y="19"/>
                  </a:lnTo>
                  <a:lnTo>
                    <a:pt x="161" y="14"/>
                  </a:lnTo>
                  <a:lnTo>
                    <a:pt x="153" y="9"/>
                  </a:lnTo>
                  <a:lnTo>
                    <a:pt x="142" y="6"/>
                  </a:lnTo>
                  <a:lnTo>
                    <a:pt x="131" y="3"/>
                  </a:lnTo>
                  <a:lnTo>
                    <a:pt x="121" y="0"/>
                  </a:lnTo>
                  <a:lnTo>
                    <a:pt x="110" y="0"/>
                  </a:lnTo>
                  <a:close/>
                </a:path>
              </a:pathLst>
            </a:custGeom>
            <a:solidFill>
              <a:srgbClr val="33CC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185361" name="Rectangle 15"/>
            <p:cNvSpPr>
              <a:spLocks noChangeArrowheads="1"/>
            </p:cNvSpPr>
            <p:nvPr/>
          </p:nvSpPr>
          <p:spPr bwMode="auto">
            <a:xfrm>
              <a:off x="493" y="1378"/>
              <a:ext cx="121" cy="15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lIns="0" tIns="0" rIns="0" bIns="0">
              <a:spAutoFit/>
            </a:bodyPr>
            <a:lstStyle/>
            <a:p>
              <a:r>
                <a:rPr lang="en-US" sz="1600" b="1">
                  <a:solidFill>
                    <a:schemeClr val="bg1"/>
                  </a:solidFill>
                </a:rPr>
                <a:t>W</a:t>
              </a:r>
            </a:p>
          </p:txBody>
        </p:sp>
        <p:sp>
          <p:nvSpPr>
            <p:cNvPr id="185362" name="Rectangle 16"/>
            <p:cNvSpPr>
              <a:spLocks noChangeArrowheads="1"/>
            </p:cNvSpPr>
            <p:nvPr/>
          </p:nvSpPr>
          <p:spPr bwMode="auto">
            <a:xfrm>
              <a:off x="617" y="1360"/>
              <a:ext cx="31" cy="13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lIns="0" tIns="0" rIns="0" bIns="0">
              <a:spAutoFit/>
            </a:bodyPr>
            <a:lstStyle/>
            <a:p>
              <a:r>
                <a:rPr lang="en-US" sz="1400">
                  <a:solidFill>
                    <a:srgbClr val="000000"/>
                  </a:solidFill>
                </a:rPr>
                <a:t> </a:t>
              </a:r>
              <a:endParaRPr lang="en-US"/>
            </a:p>
          </p:txBody>
        </p:sp>
        <p:sp>
          <p:nvSpPr>
            <p:cNvPr id="185363" name="Freeform 17"/>
            <p:cNvSpPr>
              <a:spLocks/>
            </p:cNvSpPr>
            <p:nvPr/>
          </p:nvSpPr>
          <p:spPr bwMode="auto">
            <a:xfrm>
              <a:off x="2584" y="1220"/>
              <a:ext cx="218" cy="212"/>
            </a:xfrm>
            <a:custGeom>
              <a:avLst/>
              <a:gdLst>
                <a:gd name="T0" fmla="*/ 100 w 218"/>
                <a:gd name="T1" fmla="*/ 0 h 212"/>
                <a:gd name="T2" fmla="*/ 78 w 218"/>
                <a:gd name="T3" fmla="*/ 6 h 212"/>
                <a:gd name="T4" fmla="*/ 57 w 218"/>
                <a:gd name="T5" fmla="*/ 14 h 212"/>
                <a:gd name="T6" fmla="*/ 41 w 218"/>
                <a:gd name="T7" fmla="*/ 24 h 212"/>
                <a:gd name="T8" fmla="*/ 25 w 218"/>
                <a:gd name="T9" fmla="*/ 38 h 212"/>
                <a:gd name="T10" fmla="*/ 14 w 218"/>
                <a:gd name="T11" fmla="*/ 54 h 212"/>
                <a:gd name="T12" fmla="*/ 6 w 218"/>
                <a:gd name="T13" fmla="*/ 73 h 212"/>
                <a:gd name="T14" fmla="*/ 0 w 218"/>
                <a:gd name="T15" fmla="*/ 94 h 212"/>
                <a:gd name="T16" fmla="*/ 0 w 218"/>
                <a:gd name="T17" fmla="*/ 115 h 212"/>
                <a:gd name="T18" fmla="*/ 6 w 218"/>
                <a:gd name="T19" fmla="*/ 137 h 212"/>
                <a:gd name="T20" fmla="*/ 14 w 218"/>
                <a:gd name="T21" fmla="*/ 156 h 212"/>
                <a:gd name="T22" fmla="*/ 25 w 218"/>
                <a:gd name="T23" fmla="*/ 172 h 212"/>
                <a:gd name="T24" fmla="*/ 41 w 218"/>
                <a:gd name="T25" fmla="*/ 188 h 212"/>
                <a:gd name="T26" fmla="*/ 57 w 218"/>
                <a:gd name="T27" fmla="*/ 199 h 212"/>
                <a:gd name="T28" fmla="*/ 78 w 218"/>
                <a:gd name="T29" fmla="*/ 207 h 212"/>
                <a:gd name="T30" fmla="*/ 100 w 218"/>
                <a:gd name="T31" fmla="*/ 212 h 212"/>
                <a:gd name="T32" fmla="*/ 121 w 218"/>
                <a:gd name="T33" fmla="*/ 212 h 212"/>
                <a:gd name="T34" fmla="*/ 143 w 218"/>
                <a:gd name="T35" fmla="*/ 207 h 212"/>
                <a:gd name="T36" fmla="*/ 162 w 218"/>
                <a:gd name="T37" fmla="*/ 199 h 212"/>
                <a:gd name="T38" fmla="*/ 178 w 218"/>
                <a:gd name="T39" fmla="*/ 188 h 212"/>
                <a:gd name="T40" fmla="*/ 194 w 218"/>
                <a:gd name="T41" fmla="*/ 172 h 212"/>
                <a:gd name="T42" fmla="*/ 205 w 218"/>
                <a:gd name="T43" fmla="*/ 156 h 212"/>
                <a:gd name="T44" fmla="*/ 213 w 218"/>
                <a:gd name="T45" fmla="*/ 137 h 212"/>
                <a:gd name="T46" fmla="*/ 218 w 218"/>
                <a:gd name="T47" fmla="*/ 115 h 212"/>
                <a:gd name="T48" fmla="*/ 218 w 218"/>
                <a:gd name="T49" fmla="*/ 94 h 212"/>
                <a:gd name="T50" fmla="*/ 213 w 218"/>
                <a:gd name="T51" fmla="*/ 73 h 212"/>
                <a:gd name="T52" fmla="*/ 205 w 218"/>
                <a:gd name="T53" fmla="*/ 54 h 212"/>
                <a:gd name="T54" fmla="*/ 194 w 218"/>
                <a:gd name="T55" fmla="*/ 38 h 212"/>
                <a:gd name="T56" fmla="*/ 178 w 218"/>
                <a:gd name="T57" fmla="*/ 24 h 212"/>
                <a:gd name="T58" fmla="*/ 162 w 218"/>
                <a:gd name="T59" fmla="*/ 14 h 212"/>
                <a:gd name="T60" fmla="*/ 143 w 218"/>
                <a:gd name="T61" fmla="*/ 6 h 212"/>
                <a:gd name="T62" fmla="*/ 121 w 218"/>
                <a:gd name="T63" fmla="*/ 0 h 21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18"/>
                <a:gd name="T97" fmla="*/ 0 h 212"/>
                <a:gd name="T98" fmla="*/ 218 w 218"/>
                <a:gd name="T99" fmla="*/ 212 h 21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18" h="212">
                  <a:moveTo>
                    <a:pt x="111" y="0"/>
                  </a:moveTo>
                  <a:lnTo>
                    <a:pt x="100" y="0"/>
                  </a:lnTo>
                  <a:lnTo>
                    <a:pt x="89" y="3"/>
                  </a:lnTo>
                  <a:lnTo>
                    <a:pt x="78" y="6"/>
                  </a:lnTo>
                  <a:lnTo>
                    <a:pt x="68" y="8"/>
                  </a:lnTo>
                  <a:lnTo>
                    <a:pt x="57" y="14"/>
                  </a:lnTo>
                  <a:lnTo>
                    <a:pt x="49" y="19"/>
                  </a:lnTo>
                  <a:lnTo>
                    <a:pt x="41" y="24"/>
                  </a:lnTo>
                  <a:lnTo>
                    <a:pt x="33" y="30"/>
                  </a:lnTo>
                  <a:lnTo>
                    <a:pt x="25" y="38"/>
                  </a:lnTo>
                  <a:lnTo>
                    <a:pt x="19" y="46"/>
                  </a:lnTo>
                  <a:lnTo>
                    <a:pt x="14" y="54"/>
                  </a:lnTo>
                  <a:lnTo>
                    <a:pt x="8" y="65"/>
                  </a:lnTo>
                  <a:lnTo>
                    <a:pt x="6" y="73"/>
                  </a:lnTo>
                  <a:lnTo>
                    <a:pt x="3" y="83"/>
                  </a:lnTo>
                  <a:lnTo>
                    <a:pt x="0" y="94"/>
                  </a:lnTo>
                  <a:lnTo>
                    <a:pt x="0" y="105"/>
                  </a:lnTo>
                  <a:lnTo>
                    <a:pt x="0" y="115"/>
                  </a:lnTo>
                  <a:lnTo>
                    <a:pt x="3" y="126"/>
                  </a:lnTo>
                  <a:lnTo>
                    <a:pt x="6" y="137"/>
                  </a:lnTo>
                  <a:lnTo>
                    <a:pt x="8" y="148"/>
                  </a:lnTo>
                  <a:lnTo>
                    <a:pt x="14" y="156"/>
                  </a:lnTo>
                  <a:lnTo>
                    <a:pt x="19" y="164"/>
                  </a:lnTo>
                  <a:lnTo>
                    <a:pt x="25" y="172"/>
                  </a:lnTo>
                  <a:lnTo>
                    <a:pt x="33" y="180"/>
                  </a:lnTo>
                  <a:lnTo>
                    <a:pt x="41" y="188"/>
                  </a:lnTo>
                  <a:lnTo>
                    <a:pt x="49" y="193"/>
                  </a:lnTo>
                  <a:lnTo>
                    <a:pt x="57" y="199"/>
                  </a:lnTo>
                  <a:lnTo>
                    <a:pt x="68" y="204"/>
                  </a:lnTo>
                  <a:lnTo>
                    <a:pt x="78" y="207"/>
                  </a:lnTo>
                  <a:lnTo>
                    <a:pt x="89" y="209"/>
                  </a:lnTo>
                  <a:lnTo>
                    <a:pt x="100" y="212"/>
                  </a:lnTo>
                  <a:lnTo>
                    <a:pt x="111" y="212"/>
                  </a:lnTo>
                  <a:lnTo>
                    <a:pt x="121" y="212"/>
                  </a:lnTo>
                  <a:lnTo>
                    <a:pt x="132" y="209"/>
                  </a:lnTo>
                  <a:lnTo>
                    <a:pt x="143" y="207"/>
                  </a:lnTo>
                  <a:lnTo>
                    <a:pt x="154" y="204"/>
                  </a:lnTo>
                  <a:lnTo>
                    <a:pt x="162" y="199"/>
                  </a:lnTo>
                  <a:lnTo>
                    <a:pt x="170" y="193"/>
                  </a:lnTo>
                  <a:lnTo>
                    <a:pt x="178" y="188"/>
                  </a:lnTo>
                  <a:lnTo>
                    <a:pt x="186" y="180"/>
                  </a:lnTo>
                  <a:lnTo>
                    <a:pt x="194" y="172"/>
                  </a:lnTo>
                  <a:lnTo>
                    <a:pt x="199" y="164"/>
                  </a:lnTo>
                  <a:lnTo>
                    <a:pt x="205" y="156"/>
                  </a:lnTo>
                  <a:lnTo>
                    <a:pt x="210" y="148"/>
                  </a:lnTo>
                  <a:lnTo>
                    <a:pt x="213" y="137"/>
                  </a:lnTo>
                  <a:lnTo>
                    <a:pt x="216" y="126"/>
                  </a:lnTo>
                  <a:lnTo>
                    <a:pt x="218" y="115"/>
                  </a:lnTo>
                  <a:lnTo>
                    <a:pt x="218" y="105"/>
                  </a:lnTo>
                  <a:lnTo>
                    <a:pt x="218" y="94"/>
                  </a:lnTo>
                  <a:lnTo>
                    <a:pt x="216" y="83"/>
                  </a:lnTo>
                  <a:lnTo>
                    <a:pt x="213" y="73"/>
                  </a:lnTo>
                  <a:lnTo>
                    <a:pt x="210" y="65"/>
                  </a:lnTo>
                  <a:lnTo>
                    <a:pt x="205" y="54"/>
                  </a:lnTo>
                  <a:lnTo>
                    <a:pt x="199" y="46"/>
                  </a:lnTo>
                  <a:lnTo>
                    <a:pt x="194" y="38"/>
                  </a:lnTo>
                  <a:lnTo>
                    <a:pt x="186" y="30"/>
                  </a:lnTo>
                  <a:lnTo>
                    <a:pt x="178" y="24"/>
                  </a:lnTo>
                  <a:lnTo>
                    <a:pt x="170" y="19"/>
                  </a:lnTo>
                  <a:lnTo>
                    <a:pt x="162" y="14"/>
                  </a:lnTo>
                  <a:lnTo>
                    <a:pt x="154" y="8"/>
                  </a:lnTo>
                  <a:lnTo>
                    <a:pt x="143" y="6"/>
                  </a:lnTo>
                  <a:lnTo>
                    <a:pt x="132" y="3"/>
                  </a:lnTo>
                  <a:lnTo>
                    <a:pt x="121" y="0"/>
                  </a:lnTo>
                  <a:lnTo>
                    <a:pt x="111" y="0"/>
                  </a:lnTo>
                  <a:close/>
                </a:path>
              </a:pathLst>
            </a:custGeom>
            <a:solidFill>
              <a:srgbClr val="33CC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185364" name="Rectangle 18"/>
            <p:cNvSpPr>
              <a:spLocks noChangeArrowheads="1"/>
            </p:cNvSpPr>
            <p:nvPr/>
          </p:nvSpPr>
          <p:spPr bwMode="auto">
            <a:xfrm>
              <a:off x="2641" y="1262"/>
              <a:ext cx="85" cy="15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lIns="0" tIns="0" rIns="0" bIns="0">
              <a:spAutoFit/>
            </a:bodyPr>
            <a:lstStyle/>
            <a:p>
              <a:r>
                <a:rPr lang="en-US" sz="1600" b="1">
                  <a:solidFill>
                    <a:schemeClr val="bg1"/>
                  </a:solidFill>
                </a:rPr>
                <a:t>X</a:t>
              </a:r>
            </a:p>
          </p:txBody>
        </p:sp>
        <p:sp>
          <p:nvSpPr>
            <p:cNvPr id="185365" name="Freeform 19"/>
            <p:cNvSpPr>
              <a:spLocks/>
            </p:cNvSpPr>
            <p:nvPr/>
          </p:nvSpPr>
          <p:spPr bwMode="auto">
            <a:xfrm>
              <a:off x="2579" y="1952"/>
              <a:ext cx="218" cy="212"/>
            </a:xfrm>
            <a:custGeom>
              <a:avLst/>
              <a:gdLst>
                <a:gd name="T0" fmla="*/ 97 w 218"/>
                <a:gd name="T1" fmla="*/ 0 h 212"/>
                <a:gd name="T2" fmla="*/ 75 w 218"/>
                <a:gd name="T3" fmla="*/ 6 h 212"/>
                <a:gd name="T4" fmla="*/ 56 w 218"/>
                <a:gd name="T5" fmla="*/ 14 h 212"/>
                <a:gd name="T6" fmla="*/ 40 w 218"/>
                <a:gd name="T7" fmla="*/ 24 h 212"/>
                <a:gd name="T8" fmla="*/ 24 w 218"/>
                <a:gd name="T9" fmla="*/ 38 h 212"/>
                <a:gd name="T10" fmla="*/ 13 w 218"/>
                <a:gd name="T11" fmla="*/ 54 h 212"/>
                <a:gd name="T12" fmla="*/ 5 w 218"/>
                <a:gd name="T13" fmla="*/ 73 h 212"/>
                <a:gd name="T14" fmla="*/ 0 w 218"/>
                <a:gd name="T15" fmla="*/ 94 h 212"/>
                <a:gd name="T16" fmla="*/ 0 w 218"/>
                <a:gd name="T17" fmla="*/ 116 h 212"/>
                <a:gd name="T18" fmla="*/ 5 w 218"/>
                <a:gd name="T19" fmla="*/ 137 h 212"/>
                <a:gd name="T20" fmla="*/ 13 w 218"/>
                <a:gd name="T21" fmla="*/ 156 h 212"/>
                <a:gd name="T22" fmla="*/ 24 w 218"/>
                <a:gd name="T23" fmla="*/ 172 h 212"/>
                <a:gd name="T24" fmla="*/ 40 w 218"/>
                <a:gd name="T25" fmla="*/ 188 h 212"/>
                <a:gd name="T26" fmla="*/ 56 w 218"/>
                <a:gd name="T27" fmla="*/ 199 h 212"/>
                <a:gd name="T28" fmla="*/ 75 w 218"/>
                <a:gd name="T29" fmla="*/ 207 h 212"/>
                <a:gd name="T30" fmla="*/ 97 w 218"/>
                <a:gd name="T31" fmla="*/ 212 h 212"/>
                <a:gd name="T32" fmla="*/ 118 w 218"/>
                <a:gd name="T33" fmla="*/ 212 h 212"/>
                <a:gd name="T34" fmla="*/ 140 w 218"/>
                <a:gd name="T35" fmla="*/ 207 h 212"/>
                <a:gd name="T36" fmla="*/ 161 w 218"/>
                <a:gd name="T37" fmla="*/ 199 h 212"/>
                <a:gd name="T38" fmla="*/ 178 w 218"/>
                <a:gd name="T39" fmla="*/ 188 h 212"/>
                <a:gd name="T40" fmla="*/ 194 w 218"/>
                <a:gd name="T41" fmla="*/ 172 h 212"/>
                <a:gd name="T42" fmla="*/ 204 w 218"/>
                <a:gd name="T43" fmla="*/ 156 h 212"/>
                <a:gd name="T44" fmla="*/ 213 w 218"/>
                <a:gd name="T45" fmla="*/ 137 h 212"/>
                <a:gd name="T46" fmla="*/ 218 w 218"/>
                <a:gd name="T47" fmla="*/ 116 h 212"/>
                <a:gd name="T48" fmla="*/ 218 w 218"/>
                <a:gd name="T49" fmla="*/ 94 h 212"/>
                <a:gd name="T50" fmla="*/ 213 w 218"/>
                <a:gd name="T51" fmla="*/ 73 h 212"/>
                <a:gd name="T52" fmla="*/ 204 w 218"/>
                <a:gd name="T53" fmla="*/ 54 h 212"/>
                <a:gd name="T54" fmla="*/ 194 w 218"/>
                <a:gd name="T55" fmla="*/ 38 h 212"/>
                <a:gd name="T56" fmla="*/ 178 w 218"/>
                <a:gd name="T57" fmla="*/ 24 h 212"/>
                <a:gd name="T58" fmla="*/ 161 w 218"/>
                <a:gd name="T59" fmla="*/ 14 h 212"/>
                <a:gd name="T60" fmla="*/ 140 w 218"/>
                <a:gd name="T61" fmla="*/ 6 h 212"/>
                <a:gd name="T62" fmla="*/ 118 w 218"/>
                <a:gd name="T63" fmla="*/ 0 h 21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18"/>
                <a:gd name="T97" fmla="*/ 0 h 212"/>
                <a:gd name="T98" fmla="*/ 218 w 218"/>
                <a:gd name="T99" fmla="*/ 212 h 21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18" h="212">
                  <a:moveTo>
                    <a:pt x="108" y="0"/>
                  </a:moveTo>
                  <a:lnTo>
                    <a:pt x="97" y="0"/>
                  </a:lnTo>
                  <a:lnTo>
                    <a:pt x="86" y="3"/>
                  </a:lnTo>
                  <a:lnTo>
                    <a:pt x="75" y="6"/>
                  </a:lnTo>
                  <a:lnTo>
                    <a:pt x="65" y="8"/>
                  </a:lnTo>
                  <a:lnTo>
                    <a:pt x="56" y="14"/>
                  </a:lnTo>
                  <a:lnTo>
                    <a:pt x="48" y="19"/>
                  </a:lnTo>
                  <a:lnTo>
                    <a:pt x="40" y="24"/>
                  </a:lnTo>
                  <a:lnTo>
                    <a:pt x="32" y="30"/>
                  </a:lnTo>
                  <a:lnTo>
                    <a:pt x="24" y="38"/>
                  </a:lnTo>
                  <a:lnTo>
                    <a:pt x="19" y="46"/>
                  </a:lnTo>
                  <a:lnTo>
                    <a:pt x="13" y="54"/>
                  </a:lnTo>
                  <a:lnTo>
                    <a:pt x="8" y="65"/>
                  </a:lnTo>
                  <a:lnTo>
                    <a:pt x="5" y="73"/>
                  </a:lnTo>
                  <a:lnTo>
                    <a:pt x="3" y="83"/>
                  </a:lnTo>
                  <a:lnTo>
                    <a:pt x="0" y="94"/>
                  </a:lnTo>
                  <a:lnTo>
                    <a:pt x="0" y="105"/>
                  </a:lnTo>
                  <a:lnTo>
                    <a:pt x="0" y="116"/>
                  </a:lnTo>
                  <a:lnTo>
                    <a:pt x="3" y="126"/>
                  </a:lnTo>
                  <a:lnTo>
                    <a:pt x="5" y="137"/>
                  </a:lnTo>
                  <a:lnTo>
                    <a:pt x="8" y="148"/>
                  </a:lnTo>
                  <a:lnTo>
                    <a:pt x="13" y="156"/>
                  </a:lnTo>
                  <a:lnTo>
                    <a:pt x="19" y="164"/>
                  </a:lnTo>
                  <a:lnTo>
                    <a:pt x="24" y="172"/>
                  </a:lnTo>
                  <a:lnTo>
                    <a:pt x="32" y="180"/>
                  </a:lnTo>
                  <a:lnTo>
                    <a:pt x="40" y="188"/>
                  </a:lnTo>
                  <a:lnTo>
                    <a:pt x="48" y="193"/>
                  </a:lnTo>
                  <a:lnTo>
                    <a:pt x="56" y="199"/>
                  </a:lnTo>
                  <a:lnTo>
                    <a:pt x="65" y="204"/>
                  </a:lnTo>
                  <a:lnTo>
                    <a:pt x="75" y="207"/>
                  </a:lnTo>
                  <a:lnTo>
                    <a:pt x="86" y="209"/>
                  </a:lnTo>
                  <a:lnTo>
                    <a:pt x="97" y="212"/>
                  </a:lnTo>
                  <a:lnTo>
                    <a:pt x="108" y="212"/>
                  </a:lnTo>
                  <a:lnTo>
                    <a:pt x="118" y="212"/>
                  </a:lnTo>
                  <a:lnTo>
                    <a:pt x="129" y="209"/>
                  </a:lnTo>
                  <a:lnTo>
                    <a:pt x="140" y="207"/>
                  </a:lnTo>
                  <a:lnTo>
                    <a:pt x="151" y="204"/>
                  </a:lnTo>
                  <a:lnTo>
                    <a:pt x="161" y="199"/>
                  </a:lnTo>
                  <a:lnTo>
                    <a:pt x="169" y="193"/>
                  </a:lnTo>
                  <a:lnTo>
                    <a:pt x="178" y="188"/>
                  </a:lnTo>
                  <a:lnTo>
                    <a:pt x="186" y="180"/>
                  </a:lnTo>
                  <a:lnTo>
                    <a:pt x="194" y="172"/>
                  </a:lnTo>
                  <a:lnTo>
                    <a:pt x="199" y="164"/>
                  </a:lnTo>
                  <a:lnTo>
                    <a:pt x="204" y="156"/>
                  </a:lnTo>
                  <a:lnTo>
                    <a:pt x="210" y="148"/>
                  </a:lnTo>
                  <a:lnTo>
                    <a:pt x="213" y="137"/>
                  </a:lnTo>
                  <a:lnTo>
                    <a:pt x="215" y="126"/>
                  </a:lnTo>
                  <a:lnTo>
                    <a:pt x="218" y="116"/>
                  </a:lnTo>
                  <a:lnTo>
                    <a:pt x="218" y="105"/>
                  </a:lnTo>
                  <a:lnTo>
                    <a:pt x="218" y="94"/>
                  </a:lnTo>
                  <a:lnTo>
                    <a:pt x="215" y="83"/>
                  </a:lnTo>
                  <a:lnTo>
                    <a:pt x="213" y="73"/>
                  </a:lnTo>
                  <a:lnTo>
                    <a:pt x="210" y="65"/>
                  </a:lnTo>
                  <a:lnTo>
                    <a:pt x="204" y="54"/>
                  </a:lnTo>
                  <a:lnTo>
                    <a:pt x="199" y="46"/>
                  </a:lnTo>
                  <a:lnTo>
                    <a:pt x="194" y="38"/>
                  </a:lnTo>
                  <a:lnTo>
                    <a:pt x="186" y="30"/>
                  </a:lnTo>
                  <a:lnTo>
                    <a:pt x="178" y="24"/>
                  </a:lnTo>
                  <a:lnTo>
                    <a:pt x="169" y="19"/>
                  </a:lnTo>
                  <a:lnTo>
                    <a:pt x="161" y="14"/>
                  </a:lnTo>
                  <a:lnTo>
                    <a:pt x="151" y="8"/>
                  </a:lnTo>
                  <a:lnTo>
                    <a:pt x="140" y="6"/>
                  </a:lnTo>
                  <a:lnTo>
                    <a:pt x="129" y="3"/>
                  </a:lnTo>
                  <a:lnTo>
                    <a:pt x="118" y="0"/>
                  </a:lnTo>
                  <a:lnTo>
                    <a:pt x="108" y="0"/>
                  </a:lnTo>
                  <a:close/>
                </a:path>
              </a:pathLst>
            </a:custGeom>
            <a:solidFill>
              <a:srgbClr val="33CC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185366" name="Rectangle 20"/>
            <p:cNvSpPr>
              <a:spLocks noChangeArrowheads="1"/>
            </p:cNvSpPr>
            <p:nvPr/>
          </p:nvSpPr>
          <p:spPr bwMode="auto">
            <a:xfrm>
              <a:off x="2653" y="1983"/>
              <a:ext cx="85" cy="15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lIns="0" tIns="0" rIns="0" bIns="0">
              <a:spAutoFit/>
            </a:bodyPr>
            <a:lstStyle/>
            <a:p>
              <a:r>
                <a:rPr lang="en-US" sz="1600" b="1">
                  <a:solidFill>
                    <a:schemeClr val="bg1"/>
                  </a:solidFill>
                </a:rPr>
                <a:t>Y</a:t>
              </a:r>
            </a:p>
          </p:txBody>
        </p:sp>
        <p:sp>
          <p:nvSpPr>
            <p:cNvPr id="185367" name="Line 21"/>
            <p:cNvSpPr>
              <a:spLocks noChangeShapeType="1"/>
            </p:cNvSpPr>
            <p:nvPr/>
          </p:nvSpPr>
          <p:spPr bwMode="auto">
            <a:xfrm>
              <a:off x="674" y="1448"/>
              <a:ext cx="280" cy="1"/>
            </a:xfrm>
            <a:prstGeom prst="line">
              <a:avLst/>
            </a:prstGeom>
            <a:noFill/>
            <a:ln w="17463">
              <a:solidFill>
                <a:srgbClr val="000000"/>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85368" name="Line 22"/>
            <p:cNvSpPr>
              <a:spLocks noChangeShapeType="1"/>
            </p:cNvSpPr>
            <p:nvPr/>
          </p:nvSpPr>
          <p:spPr bwMode="auto">
            <a:xfrm>
              <a:off x="2165" y="1140"/>
              <a:ext cx="419" cy="174"/>
            </a:xfrm>
            <a:prstGeom prst="line">
              <a:avLst/>
            </a:prstGeom>
            <a:noFill/>
            <a:ln w="17463">
              <a:solidFill>
                <a:srgbClr val="000000"/>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85369" name="Line 23"/>
            <p:cNvSpPr>
              <a:spLocks noChangeShapeType="1"/>
            </p:cNvSpPr>
            <p:nvPr/>
          </p:nvSpPr>
          <p:spPr bwMode="auto">
            <a:xfrm flipV="1">
              <a:off x="2192" y="1381"/>
              <a:ext cx="422" cy="357"/>
            </a:xfrm>
            <a:prstGeom prst="line">
              <a:avLst/>
            </a:prstGeom>
            <a:noFill/>
            <a:ln w="17463">
              <a:solidFill>
                <a:srgbClr val="000000"/>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85370" name="Line 24"/>
            <p:cNvSpPr>
              <a:spLocks noChangeShapeType="1"/>
            </p:cNvSpPr>
            <p:nvPr/>
          </p:nvSpPr>
          <p:spPr bwMode="auto">
            <a:xfrm>
              <a:off x="2197" y="1821"/>
              <a:ext cx="387" cy="201"/>
            </a:xfrm>
            <a:prstGeom prst="line">
              <a:avLst/>
            </a:prstGeom>
            <a:noFill/>
            <a:ln w="17463">
              <a:solidFill>
                <a:srgbClr val="000000"/>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85371" name="Line 25"/>
            <p:cNvSpPr>
              <a:spLocks noChangeShapeType="1"/>
            </p:cNvSpPr>
            <p:nvPr/>
          </p:nvSpPr>
          <p:spPr bwMode="auto">
            <a:xfrm flipV="1">
              <a:off x="1481" y="1228"/>
              <a:ext cx="183" cy="148"/>
            </a:xfrm>
            <a:prstGeom prst="line">
              <a:avLst/>
            </a:prstGeom>
            <a:noFill/>
            <a:ln w="55563">
              <a:solidFill>
                <a:srgbClr val="000000"/>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85372" name="Line 26"/>
            <p:cNvSpPr>
              <a:spLocks noChangeShapeType="1"/>
            </p:cNvSpPr>
            <p:nvPr/>
          </p:nvSpPr>
          <p:spPr bwMode="auto">
            <a:xfrm flipV="1">
              <a:off x="2030" y="1309"/>
              <a:ext cx="1" cy="268"/>
            </a:xfrm>
            <a:prstGeom prst="line">
              <a:avLst/>
            </a:prstGeom>
            <a:noFill/>
            <a:ln w="55563">
              <a:solidFill>
                <a:srgbClr val="000000"/>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85373" name="Line 27"/>
            <p:cNvSpPr>
              <a:spLocks noChangeShapeType="1"/>
            </p:cNvSpPr>
            <p:nvPr/>
          </p:nvSpPr>
          <p:spPr bwMode="auto">
            <a:xfrm>
              <a:off x="1497" y="1577"/>
              <a:ext cx="167" cy="104"/>
            </a:xfrm>
            <a:prstGeom prst="line">
              <a:avLst/>
            </a:prstGeom>
            <a:noFill/>
            <a:ln w="55563">
              <a:solidFill>
                <a:srgbClr val="000000"/>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85374" name="Rectangle 28"/>
            <p:cNvSpPr>
              <a:spLocks noChangeArrowheads="1"/>
            </p:cNvSpPr>
            <p:nvPr/>
          </p:nvSpPr>
          <p:spPr bwMode="auto">
            <a:xfrm>
              <a:off x="3050" y="853"/>
              <a:ext cx="608" cy="284"/>
            </a:xfrm>
            <a:prstGeom prst="rect">
              <a:avLst/>
            </a:prstGeom>
            <a:solidFill>
              <a:srgbClr val="FFFF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a:lstStyle/>
            <a:p>
              <a:endParaRPr lang="en-US"/>
            </a:p>
          </p:txBody>
        </p:sp>
        <p:sp>
          <p:nvSpPr>
            <p:cNvPr id="185375" name="Rectangle 29"/>
            <p:cNvSpPr>
              <a:spLocks noChangeArrowheads="1"/>
            </p:cNvSpPr>
            <p:nvPr/>
          </p:nvSpPr>
          <p:spPr bwMode="auto">
            <a:xfrm>
              <a:off x="3131" y="896"/>
              <a:ext cx="526" cy="1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lIns="0" tIns="0" rIns="0" bIns="0">
              <a:spAutoFit/>
            </a:bodyPr>
            <a:lstStyle/>
            <a:p>
              <a:r>
                <a:rPr lang="en-US" sz="2000">
                  <a:solidFill>
                    <a:srgbClr val="000000"/>
                  </a:solidFill>
                </a:rPr>
                <a:t>legend</a:t>
              </a:r>
              <a:r>
                <a:rPr lang="en-US" sz="1700" b="1">
                  <a:solidFill>
                    <a:srgbClr val="000000"/>
                  </a:solidFill>
                </a:rPr>
                <a:t>:</a:t>
              </a:r>
              <a:endParaRPr lang="en-US"/>
            </a:p>
          </p:txBody>
        </p:sp>
        <p:sp>
          <p:nvSpPr>
            <p:cNvPr id="185376" name="Rectangle 30"/>
            <p:cNvSpPr>
              <a:spLocks noChangeArrowheads="1"/>
            </p:cNvSpPr>
            <p:nvPr/>
          </p:nvSpPr>
          <p:spPr bwMode="auto">
            <a:xfrm>
              <a:off x="3548" y="898"/>
              <a:ext cx="38" cy="1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lIns="0" tIns="0" rIns="0" bIns="0">
              <a:spAutoFit/>
            </a:bodyPr>
            <a:lstStyle/>
            <a:p>
              <a:r>
                <a:rPr lang="en-US" sz="1700">
                  <a:solidFill>
                    <a:srgbClr val="000000"/>
                  </a:solidFill>
                </a:rPr>
                <a:t> </a:t>
              </a:r>
              <a:endParaRPr lang="en-US"/>
            </a:p>
          </p:txBody>
        </p:sp>
        <p:sp>
          <p:nvSpPr>
            <p:cNvPr id="185377" name="Rectangle 31"/>
            <p:cNvSpPr>
              <a:spLocks noChangeArrowheads="1"/>
            </p:cNvSpPr>
            <p:nvPr/>
          </p:nvSpPr>
          <p:spPr bwMode="auto">
            <a:xfrm>
              <a:off x="4261" y="1432"/>
              <a:ext cx="731" cy="499"/>
            </a:xfrm>
            <a:prstGeom prst="rect">
              <a:avLst/>
            </a:prstGeom>
            <a:solidFill>
              <a:srgbClr val="FFFF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a:lstStyle/>
            <a:p>
              <a:endParaRPr lang="en-US"/>
            </a:p>
          </p:txBody>
        </p:sp>
        <p:sp>
          <p:nvSpPr>
            <p:cNvPr id="185378" name="Rectangle 32"/>
            <p:cNvSpPr>
              <a:spLocks noChangeArrowheads="1"/>
            </p:cNvSpPr>
            <p:nvPr/>
          </p:nvSpPr>
          <p:spPr bwMode="auto">
            <a:xfrm>
              <a:off x="4341" y="1472"/>
              <a:ext cx="701" cy="1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lIns="0" tIns="0" rIns="0" bIns="0">
              <a:spAutoFit/>
            </a:bodyPr>
            <a:lstStyle/>
            <a:p>
              <a:r>
                <a:rPr lang="en-US" sz="2000">
                  <a:solidFill>
                    <a:srgbClr val="000000"/>
                  </a:solidFill>
                </a:rPr>
                <a:t>customer </a:t>
              </a:r>
              <a:endParaRPr lang="en-US" sz="2000"/>
            </a:p>
          </p:txBody>
        </p:sp>
        <p:sp>
          <p:nvSpPr>
            <p:cNvPr id="185379" name="Rectangle 33"/>
            <p:cNvSpPr>
              <a:spLocks noChangeArrowheads="1"/>
            </p:cNvSpPr>
            <p:nvPr/>
          </p:nvSpPr>
          <p:spPr bwMode="auto">
            <a:xfrm>
              <a:off x="4341" y="1630"/>
              <a:ext cx="604" cy="1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lIns="0" tIns="0" rIns="0" bIns="0">
              <a:spAutoFit/>
            </a:bodyPr>
            <a:lstStyle/>
            <a:p>
              <a:r>
                <a:rPr lang="en-US" sz="2000">
                  <a:solidFill>
                    <a:srgbClr val="000000"/>
                  </a:solidFill>
                </a:rPr>
                <a:t>network:</a:t>
              </a:r>
              <a:endParaRPr lang="en-US" sz="2000"/>
            </a:p>
          </p:txBody>
        </p:sp>
        <p:sp>
          <p:nvSpPr>
            <p:cNvPr id="185380" name="Rectangle 34"/>
            <p:cNvSpPr>
              <a:spLocks noChangeArrowheads="1"/>
            </p:cNvSpPr>
            <p:nvPr/>
          </p:nvSpPr>
          <p:spPr bwMode="auto">
            <a:xfrm>
              <a:off x="4823" y="1630"/>
              <a:ext cx="44" cy="1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lIns="0" tIns="0" rIns="0" bIns="0">
              <a:spAutoFit/>
            </a:bodyPr>
            <a:lstStyle/>
            <a:p>
              <a:r>
                <a:rPr lang="en-US" sz="2000">
                  <a:solidFill>
                    <a:srgbClr val="000000"/>
                  </a:solidFill>
                </a:rPr>
                <a:t> </a:t>
              </a:r>
              <a:endParaRPr lang="en-US" sz="2000"/>
            </a:p>
          </p:txBody>
        </p:sp>
        <p:sp>
          <p:nvSpPr>
            <p:cNvPr id="185381" name="Rectangle 35"/>
            <p:cNvSpPr>
              <a:spLocks noChangeArrowheads="1"/>
            </p:cNvSpPr>
            <p:nvPr/>
          </p:nvSpPr>
          <p:spPr bwMode="auto">
            <a:xfrm>
              <a:off x="4261" y="869"/>
              <a:ext cx="697" cy="424"/>
            </a:xfrm>
            <a:prstGeom prst="rect">
              <a:avLst/>
            </a:prstGeom>
            <a:solidFill>
              <a:srgbClr val="FFFF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a:lstStyle/>
            <a:p>
              <a:endParaRPr lang="en-US"/>
            </a:p>
          </p:txBody>
        </p:sp>
        <p:sp>
          <p:nvSpPr>
            <p:cNvPr id="185382" name="Rectangle 36"/>
            <p:cNvSpPr>
              <a:spLocks noChangeArrowheads="1"/>
            </p:cNvSpPr>
            <p:nvPr/>
          </p:nvSpPr>
          <p:spPr bwMode="auto">
            <a:xfrm>
              <a:off x="4341" y="909"/>
              <a:ext cx="578" cy="1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lIns="0" tIns="0" rIns="0" bIns="0">
              <a:spAutoFit/>
            </a:bodyPr>
            <a:lstStyle/>
            <a:p>
              <a:r>
                <a:rPr lang="en-US" sz="2000">
                  <a:solidFill>
                    <a:srgbClr val="000000"/>
                  </a:solidFill>
                </a:rPr>
                <a:t>provider</a:t>
              </a:r>
              <a:endParaRPr lang="en-US" sz="2000"/>
            </a:p>
          </p:txBody>
        </p:sp>
        <p:sp>
          <p:nvSpPr>
            <p:cNvPr id="185383" name="Rectangle 37"/>
            <p:cNvSpPr>
              <a:spLocks noChangeArrowheads="1"/>
            </p:cNvSpPr>
            <p:nvPr/>
          </p:nvSpPr>
          <p:spPr bwMode="auto">
            <a:xfrm>
              <a:off x="4796" y="909"/>
              <a:ext cx="44" cy="1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lIns="0" tIns="0" rIns="0" bIns="0">
              <a:spAutoFit/>
            </a:bodyPr>
            <a:lstStyle/>
            <a:p>
              <a:r>
                <a:rPr lang="en-US" sz="2000">
                  <a:solidFill>
                    <a:srgbClr val="000000"/>
                  </a:solidFill>
                </a:rPr>
                <a:t> </a:t>
              </a:r>
              <a:endParaRPr lang="en-US" sz="2000"/>
            </a:p>
          </p:txBody>
        </p:sp>
        <p:sp>
          <p:nvSpPr>
            <p:cNvPr id="185384" name="Rectangle 38"/>
            <p:cNvSpPr>
              <a:spLocks noChangeArrowheads="1"/>
            </p:cNvSpPr>
            <p:nvPr/>
          </p:nvSpPr>
          <p:spPr bwMode="auto">
            <a:xfrm>
              <a:off x="4341" y="1064"/>
              <a:ext cx="560" cy="1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lIns="0" tIns="0" rIns="0" bIns="0">
              <a:spAutoFit/>
            </a:bodyPr>
            <a:lstStyle/>
            <a:p>
              <a:r>
                <a:rPr lang="en-US" sz="2000">
                  <a:solidFill>
                    <a:srgbClr val="000000"/>
                  </a:solidFill>
                </a:rPr>
                <a:t>network</a:t>
              </a:r>
              <a:endParaRPr lang="en-US" sz="2000"/>
            </a:p>
          </p:txBody>
        </p:sp>
        <p:sp>
          <p:nvSpPr>
            <p:cNvPr id="185385" name="Rectangle 39"/>
            <p:cNvSpPr>
              <a:spLocks noChangeArrowheads="1"/>
            </p:cNvSpPr>
            <p:nvPr/>
          </p:nvSpPr>
          <p:spPr bwMode="auto">
            <a:xfrm>
              <a:off x="4785" y="1064"/>
              <a:ext cx="44" cy="1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lIns="0" tIns="0" rIns="0" bIns="0">
              <a:spAutoFit/>
            </a:bodyPr>
            <a:lstStyle/>
            <a:p>
              <a:r>
                <a:rPr lang="en-US" sz="2000">
                  <a:solidFill>
                    <a:srgbClr val="000000"/>
                  </a:solidFill>
                </a:rPr>
                <a:t> </a:t>
              </a:r>
              <a:endParaRPr lang="en-US" sz="2000"/>
            </a:p>
          </p:txBody>
        </p:sp>
        <p:sp>
          <p:nvSpPr>
            <p:cNvPr id="185386" name="Freeform 40"/>
            <p:cNvSpPr>
              <a:spLocks/>
            </p:cNvSpPr>
            <p:nvPr/>
          </p:nvSpPr>
          <p:spPr bwMode="auto">
            <a:xfrm>
              <a:off x="3749" y="901"/>
              <a:ext cx="563" cy="362"/>
            </a:xfrm>
            <a:custGeom>
              <a:avLst/>
              <a:gdLst>
                <a:gd name="T0" fmla="*/ 162 w 563"/>
                <a:gd name="T1" fmla="*/ 0 h 362"/>
                <a:gd name="T2" fmla="*/ 132 w 563"/>
                <a:gd name="T3" fmla="*/ 5 h 362"/>
                <a:gd name="T4" fmla="*/ 108 w 563"/>
                <a:gd name="T5" fmla="*/ 13 h 362"/>
                <a:gd name="T6" fmla="*/ 81 w 563"/>
                <a:gd name="T7" fmla="*/ 30 h 362"/>
                <a:gd name="T8" fmla="*/ 60 w 563"/>
                <a:gd name="T9" fmla="*/ 48 h 362"/>
                <a:gd name="T10" fmla="*/ 35 w 563"/>
                <a:gd name="T11" fmla="*/ 72 h 362"/>
                <a:gd name="T12" fmla="*/ 14 w 563"/>
                <a:gd name="T13" fmla="*/ 102 h 362"/>
                <a:gd name="T14" fmla="*/ 3 w 563"/>
                <a:gd name="T15" fmla="*/ 126 h 362"/>
                <a:gd name="T16" fmla="*/ 0 w 563"/>
                <a:gd name="T17" fmla="*/ 140 h 362"/>
                <a:gd name="T18" fmla="*/ 0 w 563"/>
                <a:gd name="T19" fmla="*/ 156 h 362"/>
                <a:gd name="T20" fmla="*/ 3 w 563"/>
                <a:gd name="T21" fmla="*/ 180 h 362"/>
                <a:gd name="T22" fmla="*/ 17 w 563"/>
                <a:gd name="T23" fmla="*/ 212 h 362"/>
                <a:gd name="T24" fmla="*/ 35 w 563"/>
                <a:gd name="T25" fmla="*/ 241 h 362"/>
                <a:gd name="T26" fmla="*/ 60 w 563"/>
                <a:gd name="T27" fmla="*/ 268 h 362"/>
                <a:gd name="T28" fmla="*/ 81 w 563"/>
                <a:gd name="T29" fmla="*/ 292 h 362"/>
                <a:gd name="T30" fmla="*/ 103 w 563"/>
                <a:gd name="T31" fmla="*/ 316 h 362"/>
                <a:gd name="T32" fmla="*/ 119 w 563"/>
                <a:gd name="T33" fmla="*/ 327 h 362"/>
                <a:gd name="T34" fmla="*/ 135 w 563"/>
                <a:gd name="T35" fmla="*/ 335 h 362"/>
                <a:gd name="T36" fmla="*/ 156 w 563"/>
                <a:gd name="T37" fmla="*/ 341 h 362"/>
                <a:gd name="T38" fmla="*/ 183 w 563"/>
                <a:gd name="T39" fmla="*/ 346 h 362"/>
                <a:gd name="T40" fmla="*/ 200 w 563"/>
                <a:gd name="T41" fmla="*/ 349 h 362"/>
                <a:gd name="T42" fmla="*/ 240 w 563"/>
                <a:gd name="T43" fmla="*/ 354 h 362"/>
                <a:gd name="T44" fmla="*/ 286 w 563"/>
                <a:gd name="T45" fmla="*/ 357 h 362"/>
                <a:gd name="T46" fmla="*/ 334 w 563"/>
                <a:gd name="T47" fmla="*/ 359 h 362"/>
                <a:gd name="T48" fmla="*/ 385 w 563"/>
                <a:gd name="T49" fmla="*/ 362 h 362"/>
                <a:gd name="T50" fmla="*/ 434 w 563"/>
                <a:gd name="T51" fmla="*/ 359 h 362"/>
                <a:gd name="T52" fmla="*/ 477 w 563"/>
                <a:gd name="T53" fmla="*/ 351 h 362"/>
                <a:gd name="T54" fmla="*/ 504 w 563"/>
                <a:gd name="T55" fmla="*/ 343 h 362"/>
                <a:gd name="T56" fmla="*/ 517 w 563"/>
                <a:gd name="T57" fmla="*/ 335 h 362"/>
                <a:gd name="T58" fmla="*/ 528 w 563"/>
                <a:gd name="T59" fmla="*/ 325 h 362"/>
                <a:gd name="T60" fmla="*/ 541 w 563"/>
                <a:gd name="T61" fmla="*/ 306 h 362"/>
                <a:gd name="T62" fmla="*/ 555 w 563"/>
                <a:gd name="T63" fmla="*/ 274 h 362"/>
                <a:gd name="T64" fmla="*/ 560 w 563"/>
                <a:gd name="T65" fmla="*/ 236 h 362"/>
                <a:gd name="T66" fmla="*/ 563 w 563"/>
                <a:gd name="T67" fmla="*/ 193 h 362"/>
                <a:gd name="T68" fmla="*/ 560 w 563"/>
                <a:gd name="T69" fmla="*/ 153 h 362"/>
                <a:gd name="T70" fmla="*/ 557 w 563"/>
                <a:gd name="T71" fmla="*/ 113 h 362"/>
                <a:gd name="T72" fmla="*/ 552 w 563"/>
                <a:gd name="T73" fmla="*/ 78 h 362"/>
                <a:gd name="T74" fmla="*/ 547 w 563"/>
                <a:gd name="T75" fmla="*/ 59 h 362"/>
                <a:gd name="T76" fmla="*/ 544 w 563"/>
                <a:gd name="T77" fmla="*/ 46 h 362"/>
                <a:gd name="T78" fmla="*/ 539 w 563"/>
                <a:gd name="T79" fmla="*/ 30 h 362"/>
                <a:gd name="T80" fmla="*/ 533 w 563"/>
                <a:gd name="T81" fmla="*/ 22 h 362"/>
                <a:gd name="T82" fmla="*/ 522 w 563"/>
                <a:gd name="T83" fmla="*/ 19 h 362"/>
                <a:gd name="T84" fmla="*/ 506 w 563"/>
                <a:gd name="T85" fmla="*/ 16 h 362"/>
                <a:gd name="T86" fmla="*/ 479 w 563"/>
                <a:gd name="T87" fmla="*/ 16 h 362"/>
                <a:gd name="T88" fmla="*/ 466 w 563"/>
                <a:gd name="T89" fmla="*/ 13 h 362"/>
                <a:gd name="T90" fmla="*/ 450 w 563"/>
                <a:gd name="T91" fmla="*/ 11 h 362"/>
                <a:gd name="T92" fmla="*/ 409 w 563"/>
                <a:gd name="T93" fmla="*/ 11 h 362"/>
                <a:gd name="T94" fmla="*/ 364 w 563"/>
                <a:gd name="T95" fmla="*/ 13 h 362"/>
                <a:gd name="T96" fmla="*/ 321 w 563"/>
                <a:gd name="T97" fmla="*/ 13 h 362"/>
                <a:gd name="T98" fmla="*/ 283 w 563"/>
                <a:gd name="T99" fmla="*/ 11 h 362"/>
                <a:gd name="T100" fmla="*/ 248 w 563"/>
                <a:gd name="T101" fmla="*/ 5 h 362"/>
                <a:gd name="T102" fmla="*/ 213 w 563"/>
                <a:gd name="T103" fmla="*/ 0 h 362"/>
                <a:gd name="T104" fmla="*/ 186 w 563"/>
                <a:gd name="T105" fmla="*/ 0 h 362"/>
                <a:gd name="T106" fmla="*/ 175 w 563"/>
                <a:gd name="T107" fmla="*/ 0 h 36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563"/>
                <a:gd name="T163" fmla="*/ 0 h 362"/>
                <a:gd name="T164" fmla="*/ 563 w 563"/>
                <a:gd name="T165" fmla="*/ 362 h 362"/>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563" h="362">
                  <a:moveTo>
                    <a:pt x="175" y="0"/>
                  </a:moveTo>
                  <a:lnTo>
                    <a:pt x="162" y="0"/>
                  </a:lnTo>
                  <a:lnTo>
                    <a:pt x="148" y="3"/>
                  </a:lnTo>
                  <a:lnTo>
                    <a:pt x="132" y="5"/>
                  </a:lnTo>
                  <a:lnTo>
                    <a:pt x="119" y="11"/>
                  </a:lnTo>
                  <a:lnTo>
                    <a:pt x="108" y="13"/>
                  </a:lnTo>
                  <a:lnTo>
                    <a:pt x="95" y="22"/>
                  </a:lnTo>
                  <a:lnTo>
                    <a:pt x="81" y="30"/>
                  </a:lnTo>
                  <a:lnTo>
                    <a:pt x="70" y="38"/>
                  </a:lnTo>
                  <a:lnTo>
                    <a:pt x="60" y="48"/>
                  </a:lnTo>
                  <a:lnTo>
                    <a:pt x="46" y="59"/>
                  </a:lnTo>
                  <a:lnTo>
                    <a:pt x="35" y="72"/>
                  </a:lnTo>
                  <a:lnTo>
                    <a:pt x="25" y="89"/>
                  </a:lnTo>
                  <a:lnTo>
                    <a:pt x="14" y="102"/>
                  </a:lnTo>
                  <a:lnTo>
                    <a:pt x="8" y="118"/>
                  </a:lnTo>
                  <a:lnTo>
                    <a:pt x="3" y="126"/>
                  </a:lnTo>
                  <a:lnTo>
                    <a:pt x="3" y="134"/>
                  </a:lnTo>
                  <a:lnTo>
                    <a:pt x="0" y="140"/>
                  </a:lnTo>
                  <a:lnTo>
                    <a:pt x="0" y="148"/>
                  </a:lnTo>
                  <a:lnTo>
                    <a:pt x="0" y="156"/>
                  </a:lnTo>
                  <a:lnTo>
                    <a:pt x="0" y="164"/>
                  </a:lnTo>
                  <a:lnTo>
                    <a:pt x="3" y="180"/>
                  </a:lnTo>
                  <a:lnTo>
                    <a:pt x="8" y="196"/>
                  </a:lnTo>
                  <a:lnTo>
                    <a:pt x="17" y="212"/>
                  </a:lnTo>
                  <a:lnTo>
                    <a:pt x="27" y="225"/>
                  </a:lnTo>
                  <a:lnTo>
                    <a:pt x="35" y="241"/>
                  </a:lnTo>
                  <a:lnTo>
                    <a:pt x="49" y="255"/>
                  </a:lnTo>
                  <a:lnTo>
                    <a:pt x="60" y="268"/>
                  </a:lnTo>
                  <a:lnTo>
                    <a:pt x="70" y="282"/>
                  </a:lnTo>
                  <a:lnTo>
                    <a:pt x="81" y="292"/>
                  </a:lnTo>
                  <a:lnTo>
                    <a:pt x="92" y="306"/>
                  </a:lnTo>
                  <a:lnTo>
                    <a:pt x="103" y="316"/>
                  </a:lnTo>
                  <a:lnTo>
                    <a:pt x="111" y="322"/>
                  </a:lnTo>
                  <a:lnTo>
                    <a:pt x="119" y="327"/>
                  </a:lnTo>
                  <a:lnTo>
                    <a:pt x="127" y="330"/>
                  </a:lnTo>
                  <a:lnTo>
                    <a:pt x="135" y="335"/>
                  </a:lnTo>
                  <a:lnTo>
                    <a:pt x="146" y="338"/>
                  </a:lnTo>
                  <a:lnTo>
                    <a:pt x="156" y="341"/>
                  </a:lnTo>
                  <a:lnTo>
                    <a:pt x="170" y="343"/>
                  </a:lnTo>
                  <a:lnTo>
                    <a:pt x="183" y="346"/>
                  </a:lnTo>
                  <a:lnTo>
                    <a:pt x="191" y="346"/>
                  </a:lnTo>
                  <a:lnTo>
                    <a:pt x="200" y="349"/>
                  </a:lnTo>
                  <a:lnTo>
                    <a:pt x="218" y="351"/>
                  </a:lnTo>
                  <a:lnTo>
                    <a:pt x="240" y="354"/>
                  </a:lnTo>
                  <a:lnTo>
                    <a:pt x="261" y="354"/>
                  </a:lnTo>
                  <a:lnTo>
                    <a:pt x="286" y="357"/>
                  </a:lnTo>
                  <a:lnTo>
                    <a:pt x="310" y="359"/>
                  </a:lnTo>
                  <a:lnTo>
                    <a:pt x="334" y="359"/>
                  </a:lnTo>
                  <a:lnTo>
                    <a:pt x="361" y="362"/>
                  </a:lnTo>
                  <a:lnTo>
                    <a:pt x="385" y="362"/>
                  </a:lnTo>
                  <a:lnTo>
                    <a:pt x="409" y="359"/>
                  </a:lnTo>
                  <a:lnTo>
                    <a:pt x="434" y="359"/>
                  </a:lnTo>
                  <a:lnTo>
                    <a:pt x="455" y="357"/>
                  </a:lnTo>
                  <a:lnTo>
                    <a:pt x="477" y="351"/>
                  </a:lnTo>
                  <a:lnTo>
                    <a:pt x="493" y="346"/>
                  </a:lnTo>
                  <a:lnTo>
                    <a:pt x="504" y="343"/>
                  </a:lnTo>
                  <a:lnTo>
                    <a:pt x="509" y="338"/>
                  </a:lnTo>
                  <a:lnTo>
                    <a:pt x="517" y="335"/>
                  </a:lnTo>
                  <a:lnTo>
                    <a:pt x="522" y="330"/>
                  </a:lnTo>
                  <a:lnTo>
                    <a:pt x="528" y="325"/>
                  </a:lnTo>
                  <a:lnTo>
                    <a:pt x="533" y="319"/>
                  </a:lnTo>
                  <a:lnTo>
                    <a:pt x="541" y="306"/>
                  </a:lnTo>
                  <a:lnTo>
                    <a:pt x="549" y="292"/>
                  </a:lnTo>
                  <a:lnTo>
                    <a:pt x="555" y="274"/>
                  </a:lnTo>
                  <a:lnTo>
                    <a:pt x="557" y="255"/>
                  </a:lnTo>
                  <a:lnTo>
                    <a:pt x="560" y="236"/>
                  </a:lnTo>
                  <a:lnTo>
                    <a:pt x="563" y="215"/>
                  </a:lnTo>
                  <a:lnTo>
                    <a:pt x="563" y="193"/>
                  </a:lnTo>
                  <a:lnTo>
                    <a:pt x="560" y="172"/>
                  </a:lnTo>
                  <a:lnTo>
                    <a:pt x="560" y="153"/>
                  </a:lnTo>
                  <a:lnTo>
                    <a:pt x="557" y="131"/>
                  </a:lnTo>
                  <a:lnTo>
                    <a:pt x="557" y="113"/>
                  </a:lnTo>
                  <a:lnTo>
                    <a:pt x="555" y="94"/>
                  </a:lnTo>
                  <a:lnTo>
                    <a:pt x="552" y="78"/>
                  </a:lnTo>
                  <a:lnTo>
                    <a:pt x="549" y="64"/>
                  </a:lnTo>
                  <a:lnTo>
                    <a:pt x="547" y="59"/>
                  </a:lnTo>
                  <a:lnTo>
                    <a:pt x="547" y="54"/>
                  </a:lnTo>
                  <a:lnTo>
                    <a:pt x="544" y="46"/>
                  </a:lnTo>
                  <a:lnTo>
                    <a:pt x="541" y="38"/>
                  </a:lnTo>
                  <a:lnTo>
                    <a:pt x="539" y="30"/>
                  </a:lnTo>
                  <a:lnTo>
                    <a:pt x="536" y="27"/>
                  </a:lnTo>
                  <a:lnTo>
                    <a:pt x="533" y="22"/>
                  </a:lnTo>
                  <a:lnTo>
                    <a:pt x="528" y="19"/>
                  </a:lnTo>
                  <a:lnTo>
                    <a:pt x="522" y="19"/>
                  </a:lnTo>
                  <a:lnTo>
                    <a:pt x="520" y="16"/>
                  </a:lnTo>
                  <a:lnTo>
                    <a:pt x="506" y="16"/>
                  </a:lnTo>
                  <a:lnTo>
                    <a:pt x="495" y="16"/>
                  </a:lnTo>
                  <a:lnTo>
                    <a:pt x="479" y="16"/>
                  </a:lnTo>
                  <a:lnTo>
                    <a:pt x="474" y="13"/>
                  </a:lnTo>
                  <a:lnTo>
                    <a:pt x="466" y="13"/>
                  </a:lnTo>
                  <a:lnTo>
                    <a:pt x="458" y="13"/>
                  </a:lnTo>
                  <a:lnTo>
                    <a:pt x="450" y="11"/>
                  </a:lnTo>
                  <a:lnTo>
                    <a:pt x="431" y="11"/>
                  </a:lnTo>
                  <a:lnTo>
                    <a:pt x="409" y="11"/>
                  </a:lnTo>
                  <a:lnTo>
                    <a:pt x="388" y="13"/>
                  </a:lnTo>
                  <a:lnTo>
                    <a:pt x="364" y="13"/>
                  </a:lnTo>
                  <a:lnTo>
                    <a:pt x="342" y="13"/>
                  </a:lnTo>
                  <a:lnTo>
                    <a:pt x="321" y="13"/>
                  </a:lnTo>
                  <a:lnTo>
                    <a:pt x="302" y="13"/>
                  </a:lnTo>
                  <a:lnTo>
                    <a:pt x="283" y="11"/>
                  </a:lnTo>
                  <a:lnTo>
                    <a:pt x="264" y="11"/>
                  </a:lnTo>
                  <a:lnTo>
                    <a:pt x="248" y="5"/>
                  </a:lnTo>
                  <a:lnTo>
                    <a:pt x="229" y="3"/>
                  </a:lnTo>
                  <a:lnTo>
                    <a:pt x="213" y="0"/>
                  </a:lnTo>
                  <a:lnTo>
                    <a:pt x="200" y="0"/>
                  </a:lnTo>
                  <a:lnTo>
                    <a:pt x="186" y="0"/>
                  </a:lnTo>
                  <a:lnTo>
                    <a:pt x="181" y="0"/>
                  </a:lnTo>
                  <a:lnTo>
                    <a:pt x="175" y="0"/>
                  </a:lnTo>
                  <a:close/>
                </a:path>
              </a:pathLst>
            </a:custGeom>
            <a:solidFill>
              <a:srgbClr val="33CC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185387" name="Freeform 41"/>
            <p:cNvSpPr>
              <a:spLocks/>
            </p:cNvSpPr>
            <p:nvPr/>
          </p:nvSpPr>
          <p:spPr bwMode="auto">
            <a:xfrm>
              <a:off x="4064" y="1504"/>
              <a:ext cx="218" cy="212"/>
            </a:xfrm>
            <a:custGeom>
              <a:avLst/>
              <a:gdLst>
                <a:gd name="T0" fmla="*/ 100 w 218"/>
                <a:gd name="T1" fmla="*/ 0 h 212"/>
                <a:gd name="T2" fmla="*/ 78 w 218"/>
                <a:gd name="T3" fmla="*/ 6 h 212"/>
                <a:gd name="T4" fmla="*/ 57 w 218"/>
                <a:gd name="T5" fmla="*/ 14 h 212"/>
                <a:gd name="T6" fmla="*/ 41 w 218"/>
                <a:gd name="T7" fmla="*/ 25 h 212"/>
                <a:gd name="T8" fmla="*/ 24 w 218"/>
                <a:gd name="T9" fmla="*/ 38 h 212"/>
                <a:gd name="T10" fmla="*/ 14 w 218"/>
                <a:gd name="T11" fmla="*/ 57 h 212"/>
                <a:gd name="T12" fmla="*/ 6 w 218"/>
                <a:gd name="T13" fmla="*/ 76 h 212"/>
                <a:gd name="T14" fmla="*/ 0 w 218"/>
                <a:gd name="T15" fmla="*/ 94 h 212"/>
                <a:gd name="T16" fmla="*/ 0 w 218"/>
                <a:gd name="T17" fmla="*/ 116 h 212"/>
                <a:gd name="T18" fmla="*/ 6 w 218"/>
                <a:gd name="T19" fmla="*/ 137 h 212"/>
                <a:gd name="T20" fmla="*/ 14 w 218"/>
                <a:gd name="T21" fmla="*/ 156 h 212"/>
                <a:gd name="T22" fmla="*/ 24 w 218"/>
                <a:gd name="T23" fmla="*/ 172 h 212"/>
                <a:gd name="T24" fmla="*/ 41 w 218"/>
                <a:gd name="T25" fmla="*/ 188 h 212"/>
                <a:gd name="T26" fmla="*/ 57 w 218"/>
                <a:gd name="T27" fmla="*/ 199 h 212"/>
                <a:gd name="T28" fmla="*/ 78 w 218"/>
                <a:gd name="T29" fmla="*/ 207 h 212"/>
                <a:gd name="T30" fmla="*/ 100 w 218"/>
                <a:gd name="T31" fmla="*/ 212 h 212"/>
                <a:gd name="T32" fmla="*/ 121 w 218"/>
                <a:gd name="T33" fmla="*/ 212 h 212"/>
                <a:gd name="T34" fmla="*/ 143 w 218"/>
                <a:gd name="T35" fmla="*/ 207 h 212"/>
                <a:gd name="T36" fmla="*/ 162 w 218"/>
                <a:gd name="T37" fmla="*/ 199 h 212"/>
                <a:gd name="T38" fmla="*/ 178 w 218"/>
                <a:gd name="T39" fmla="*/ 188 h 212"/>
                <a:gd name="T40" fmla="*/ 194 w 218"/>
                <a:gd name="T41" fmla="*/ 172 h 212"/>
                <a:gd name="T42" fmla="*/ 205 w 218"/>
                <a:gd name="T43" fmla="*/ 156 h 212"/>
                <a:gd name="T44" fmla="*/ 213 w 218"/>
                <a:gd name="T45" fmla="*/ 137 h 212"/>
                <a:gd name="T46" fmla="*/ 218 w 218"/>
                <a:gd name="T47" fmla="*/ 116 h 212"/>
                <a:gd name="T48" fmla="*/ 218 w 218"/>
                <a:gd name="T49" fmla="*/ 94 h 212"/>
                <a:gd name="T50" fmla="*/ 213 w 218"/>
                <a:gd name="T51" fmla="*/ 76 h 212"/>
                <a:gd name="T52" fmla="*/ 205 w 218"/>
                <a:gd name="T53" fmla="*/ 57 h 212"/>
                <a:gd name="T54" fmla="*/ 194 w 218"/>
                <a:gd name="T55" fmla="*/ 38 h 212"/>
                <a:gd name="T56" fmla="*/ 178 w 218"/>
                <a:gd name="T57" fmla="*/ 25 h 212"/>
                <a:gd name="T58" fmla="*/ 162 w 218"/>
                <a:gd name="T59" fmla="*/ 14 h 212"/>
                <a:gd name="T60" fmla="*/ 143 w 218"/>
                <a:gd name="T61" fmla="*/ 6 h 212"/>
                <a:gd name="T62" fmla="*/ 121 w 218"/>
                <a:gd name="T63" fmla="*/ 0 h 21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18"/>
                <a:gd name="T97" fmla="*/ 0 h 212"/>
                <a:gd name="T98" fmla="*/ 218 w 218"/>
                <a:gd name="T99" fmla="*/ 212 h 21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18" h="212">
                  <a:moveTo>
                    <a:pt x="111" y="0"/>
                  </a:moveTo>
                  <a:lnTo>
                    <a:pt x="100" y="0"/>
                  </a:lnTo>
                  <a:lnTo>
                    <a:pt x="89" y="3"/>
                  </a:lnTo>
                  <a:lnTo>
                    <a:pt x="78" y="6"/>
                  </a:lnTo>
                  <a:lnTo>
                    <a:pt x="67" y="8"/>
                  </a:lnTo>
                  <a:lnTo>
                    <a:pt x="57" y="14"/>
                  </a:lnTo>
                  <a:lnTo>
                    <a:pt x="49" y="19"/>
                  </a:lnTo>
                  <a:lnTo>
                    <a:pt x="41" y="25"/>
                  </a:lnTo>
                  <a:lnTo>
                    <a:pt x="33" y="33"/>
                  </a:lnTo>
                  <a:lnTo>
                    <a:pt x="24" y="38"/>
                  </a:lnTo>
                  <a:lnTo>
                    <a:pt x="19" y="46"/>
                  </a:lnTo>
                  <a:lnTo>
                    <a:pt x="14" y="57"/>
                  </a:lnTo>
                  <a:lnTo>
                    <a:pt x="8" y="65"/>
                  </a:lnTo>
                  <a:lnTo>
                    <a:pt x="6" y="76"/>
                  </a:lnTo>
                  <a:lnTo>
                    <a:pt x="3" y="84"/>
                  </a:lnTo>
                  <a:lnTo>
                    <a:pt x="0" y="94"/>
                  </a:lnTo>
                  <a:lnTo>
                    <a:pt x="0" y="105"/>
                  </a:lnTo>
                  <a:lnTo>
                    <a:pt x="0" y="116"/>
                  </a:lnTo>
                  <a:lnTo>
                    <a:pt x="3" y="126"/>
                  </a:lnTo>
                  <a:lnTo>
                    <a:pt x="6" y="137"/>
                  </a:lnTo>
                  <a:lnTo>
                    <a:pt x="8" y="148"/>
                  </a:lnTo>
                  <a:lnTo>
                    <a:pt x="14" y="156"/>
                  </a:lnTo>
                  <a:lnTo>
                    <a:pt x="19" y="164"/>
                  </a:lnTo>
                  <a:lnTo>
                    <a:pt x="24" y="172"/>
                  </a:lnTo>
                  <a:lnTo>
                    <a:pt x="33" y="180"/>
                  </a:lnTo>
                  <a:lnTo>
                    <a:pt x="41" y="188"/>
                  </a:lnTo>
                  <a:lnTo>
                    <a:pt x="49" y="193"/>
                  </a:lnTo>
                  <a:lnTo>
                    <a:pt x="57" y="199"/>
                  </a:lnTo>
                  <a:lnTo>
                    <a:pt x="67" y="204"/>
                  </a:lnTo>
                  <a:lnTo>
                    <a:pt x="78" y="207"/>
                  </a:lnTo>
                  <a:lnTo>
                    <a:pt x="89" y="210"/>
                  </a:lnTo>
                  <a:lnTo>
                    <a:pt x="100" y="212"/>
                  </a:lnTo>
                  <a:lnTo>
                    <a:pt x="111" y="212"/>
                  </a:lnTo>
                  <a:lnTo>
                    <a:pt x="121" y="212"/>
                  </a:lnTo>
                  <a:lnTo>
                    <a:pt x="132" y="210"/>
                  </a:lnTo>
                  <a:lnTo>
                    <a:pt x="143" y="207"/>
                  </a:lnTo>
                  <a:lnTo>
                    <a:pt x="154" y="204"/>
                  </a:lnTo>
                  <a:lnTo>
                    <a:pt x="162" y="199"/>
                  </a:lnTo>
                  <a:lnTo>
                    <a:pt x="170" y="193"/>
                  </a:lnTo>
                  <a:lnTo>
                    <a:pt x="178" y="188"/>
                  </a:lnTo>
                  <a:lnTo>
                    <a:pt x="186" y="180"/>
                  </a:lnTo>
                  <a:lnTo>
                    <a:pt x="194" y="172"/>
                  </a:lnTo>
                  <a:lnTo>
                    <a:pt x="199" y="164"/>
                  </a:lnTo>
                  <a:lnTo>
                    <a:pt x="205" y="156"/>
                  </a:lnTo>
                  <a:lnTo>
                    <a:pt x="210" y="148"/>
                  </a:lnTo>
                  <a:lnTo>
                    <a:pt x="213" y="137"/>
                  </a:lnTo>
                  <a:lnTo>
                    <a:pt x="215" y="126"/>
                  </a:lnTo>
                  <a:lnTo>
                    <a:pt x="218" y="116"/>
                  </a:lnTo>
                  <a:lnTo>
                    <a:pt x="218" y="105"/>
                  </a:lnTo>
                  <a:lnTo>
                    <a:pt x="218" y="94"/>
                  </a:lnTo>
                  <a:lnTo>
                    <a:pt x="215" y="84"/>
                  </a:lnTo>
                  <a:lnTo>
                    <a:pt x="213" y="76"/>
                  </a:lnTo>
                  <a:lnTo>
                    <a:pt x="210" y="65"/>
                  </a:lnTo>
                  <a:lnTo>
                    <a:pt x="205" y="57"/>
                  </a:lnTo>
                  <a:lnTo>
                    <a:pt x="199" y="46"/>
                  </a:lnTo>
                  <a:lnTo>
                    <a:pt x="194" y="38"/>
                  </a:lnTo>
                  <a:lnTo>
                    <a:pt x="186" y="33"/>
                  </a:lnTo>
                  <a:lnTo>
                    <a:pt x="178" y="25"/>
                  </a:lnTo>
                  <a:lnTo>
                    <a:pt x="170" y="19"/>
                  </a:lnTo>
                  <a:lnTo>
                    <a:pt x="162" y="14"/>
                  </a:lnTo>
                  <a:lnTo>
                    <a:pt x="154" y="8"/>
                  </a:lnTo>
                  <a:lnTo>
                    <a:pt x="143" y="6"/>
                  </a:lnTo>
                  <a:lnTo>
                    <a:pt x="132" y="3"/>
                  </a:lnTo>
                  <a:lnTo>
                    <a:pt x="121" y="0"/>
                  </a:lnTo>
                  <a:lnTo>
                    <a:pt x="111" y="0"/>
                  </a:lnTo>
                  <a:close/>
                </a:path>
              </a:pathLst>
            </a:custGeom>
            <a:solidFill>
              <a:srgbClr val="33CC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grpSp>
      <p:sp>
        <p:nvSpPr>
          <p:cNvPr id="2" name="TextBox 1"/>
          <p:cNvSpPr txBox="1"/>
          <p:nvPr/>
        </p:nvSpPr>
        <p:spPr>
          <a:xfrm>
            <a:off x="538017" y="3604926"/>
            <a:ext cx="7997077" cy="707886"/>
          </a:xfrm>
          <a:prstGeom prst="rect">
            <a:avLst/>
          </a:prstGeom>
          <a:noFill/>
        </p:spPr>
        <p:txBody>
          <a:bodyPr wrap="square" rtlCol="0">
            <a:spAutoFit/>
          </a:bodyPr>
          <a:lstStyle/>
          <a:p>
            <a:pPr algn="ctr"/>
            <a:r>
              <a:rPr lang="en-US" sz="2000" dirty="0">
                <a:solidFill>
                  <a:srgbClr val="000090"/>
                </a:solidFill>
              </a:rPr>
              <a:t>Suppose an ISP only wants to route traffic to/from its customer networks (does not want to carry transit traffic between other ISPs)</a:t>
            </a:r>
          </a:p>
        </p:txBody>
      </p:sp>
      <p:sp>
        <p:nvSpPr>
          <p:cNvPr id="46" name="Slide Number Placeholder 5"/>
          <p:cNvSpPr>
            <a:spLocks noGrp="1"/>
          </p:cNvSpPr>
          <p:nvPr>
            <p:ph type="sldNum" sz="quarter" idx="12"/>
          </p:nvPr>
        </p:nvSpPr>
        <p:spPr>
          <a:xfrm>
            <a:off x="8456154" y="6475895"/>
            <a:ext cx="548655" cy="272319"/>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200" dirty="0">
                <a:latin typeface="Tahoma" charset="0"/>
              </a:rPr>
              <a:t>5-</a:t>
            </a:r>
            <a:fld id="{8E8C6E93-DF5B-BC4B-80F9-500DED1EEDCC}" type="slidenum">
              <a:rPr lang="en-US" sz="1200">
                <a:latin typeface="Tahoma" charset="0"/>
              </a:rPr>
              <a:pPr/>
              <a:t>91</a:t>
            </a:fld>
            <a:endParaRPr lang="en-US" sz="1200" dirty="0">
              <a:latin typeface="Tahoma" charset="0"/>
            </a:endParaRPr>
          </a:p>
        </p:txBody>
      </p:sp>
      <p:sp>
        <p:nvSpPr>
          <p:cNvPr id="47" name="Footer Placeholder 2"/>
          <p:cNvSpPr>
            <a:spLocks noGrp="1"/>
          </p:cNvSpPr>
          <p:nvPr>
            <p:ph type="ftr" sz="quarter" idx="11"/>
          </p:nvPr>
        </p:nvSpPr>
        <p:spPr>
          <a:xfrm>
            <a:off x="6375496" y="6475081"/>
            <a:ext cx="2177473" cy="241541"/>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200" dirty="0">
                <a:solidFill>
                  <a:srgbClr val="000000"/>
                </a:solidFill>
                <a:latin typeface="Tahoma" charset="0"/>
                <a:cs typeface="Arial" charset="0"/>
              </a:rPr>
              <a:t>Network Layer: Control Plane</a:t>
            </a:r>
          </a:p>
        </p:txBody>
      </p:sp>
    </p:spTree>
    <p:extLst>
      <p:ext uri="{BB962C8B-B14F-4D97-AF65-F5344CB8AC3E}">
        <p14:creationId xmlns:p14="http://schemas.microsoft.com/office/powerpoint/2010/main" val="3199968713"/>
      </p:ext>
    </p:extLst>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4932" name="Rectangle 2"/>
          <p:cNvSpPr>
            <a:spLocks noGrp="1" noChangeArrowheads="1"/>
          </p:cNvSpPr>
          <p:nvPr>
            <p:ph type="title"/>
          </p:nvPr>
        </p:nvSpPr>
        <p:spPr/>
        <p:txBody>
          <a:bodyPr/>
          <a:lstStyle/>
          <a:p>
            <a:pPr>
              <a:defRPr/>
            </a:pPr>
            <a:r>
              <a:rPr lang="en-US" sz="3600">
                <a:cs typeface="+mj-cs"/>
              </a:rPr>
              <a:t>Why different Intra-, Inter-AS routing ?</a:t>
            </a:r>
            <a:r>
              <a:rPr lang="en-US" sz="4800">
                <a:cs typeface="+mj-cs"/>
              </a:rPr>
              <a:t> </a:t>
            </a:r>
          </a:p>
        </p:txBody>
      </p:sp>
      <p:sp>
        <p:nvSpPr>
          <p:cNvPr id="187396" name="Rectangle 3"/>
          <p:cNvSpPr>
            <a:spLocks noGrp="1" noChangeArrowheads="1"/>
          </p:cNvSpPr>
          <p:nvPr>
            <p:ph type="body" idx="1"/>
          </p:nvPr>
        </p:nvSpPr>
        <p:spPr>
          <a:xfrm>
            <a:off x="557213" y="1393825"/>
            <a:ext cx="8229600" cy="4572000"/>
          </a:xfrm>
        </p:spPr>
        <p:txBody>
          <a:bodyPr/>
          <a:lstStyle/>
          <a:p>
            <a:pPr>
              <a:buFont typeface="Wingdings" charset="0"/>
              <a:buNone/>
            </a:pPr>
            <a:r>
              <a:rPr lang="en-US" sz="3200" i="1" dirty="0">
                <a:solidFill>
                  <a:srgbClr val="CC0000"/>
                </a:solidFill>
                <a:latin typeface="Gill Sans MT" charset="0"/>
              </a:rPr>
              <a:t>policy:</a:t>
            </a:r>
            <a:r>
              <a:rPr lang="en-US" dirty="0">
                <a:latin typeface="Gill Sans MT" charset="0"/>
              </a:rPr>
              <a:t> </a:t>
            </a:r>
          </a:p>
          <a:p>
            <a:r>
              <a:rPr lang="en-US" dirty="0">
                <a:latin typeface="Gill Sans MT" charset="0"/>
              </a:rPr>
              <a:t>inter-AS: admin wants control over how its traffic routed, who routes through its net. </a:t>
            </a:r>
          </a:p>
          <a:p>
            <a:r>
              <a:rPr lang="en-US" dirty="0">
                <a:latin typeface="Gill Sans MT" charset="0"/>
              </a:rPr>
              <a:t>intra-AS: single admin, so no policy decisions needed</a:t>
            </a:r>
          </a:p>
          <a:p>
            <a:pPr>
              <a:buFont typeface="Wingdings" charset="0"/>
              <a:buNone/>
            </a:pPr>
            <a:r>
              <a:rPr lang="en-US" sz="3200" i="1" dirty="0">
                <a:solidFill>
                  <a:srgbClr val="CC0000"/>
                </a:solidFill>
                <a:latin typeface="Gill Sans MT" charset="0"/>
              </a:rPr>
              <a:t>scale:</a:t>
            </a:r>
            <a:endParaRPr lang="en-US" i="1" dirty="0">
              <a:solidFill>
                <a:srgbClr val="CC0000"/>
              </a:solidFill>
              <a:latin typeface="Gill Sans MT" charset="0"/>
            </a:endParaRPr>
          </a:p>
          <a:p>
            <a:r>
              <a:rPr lang="en-US" dirty="0">
                <a:latin typeface="Gill Sans MT" charset="0"/>
              </a:rPr>
              <a:t>hierarchical routing saves table size, reduced update traffic</a:t>
            </a:r>
          </a:p>
          <a:p>
            <a:pPr>
              <a:buFont typeface="Wingdings" charset="0"/>
              <a:buNone/>
            </a:pPr>
            <a:r>
              <a:rPr lang="en-US" i="1" dirty="0">
                <a:solidFill>
                  <a:srgbClr val="CC0000"/>
                </a:solidFill>
                <a:latin typeface="Gill Sans MT" charset="0"/>
              </a:rPr>
              <a:t>performance: </a:t>
            </a:r>
          </a:p>
          <a:p>
            <a:r>
              <a:rPr lang="en-US" dirty="0">
                <a:latin typeface="Gill Sans MT" charset="0"/>
              </a:rPr>
              <a:t>intra-AS: can focus on performance</a:t>
            </a:r>
          </a:p>
          <a:p>
            <a:r>
              <a:rPr lang="en-US" dirty="0">
                <a:latin typeface="Gill Sans MT" charset="0"/>
              </a:rPr>
              <a:t>inter-AS: policy may dominate over performance</a:t>
            </a:r>
          </a:p>
        </p:txBody>
      </p:sp>
      <p:pic>
        <p:nvPicPr>
          <p:cNvPr id="187397" name="Picture 4"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42938" y="1049338"/>
            <a:ext cx="7313612" cy="1730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7" name="Slide Number Placeholder 5"/>
          <p:cNvSpPr>
            <a:spLocks noGrp="1"/>
          </p:cNvSpPr>
          <p:nvPr>
            <p:ph type="sldNum" sz="quarter" idx="12"/>
          </p:nvPr>
        </p:nvSpPr>
        <p:spPr>
          <a:xfrm>
            <a:off x="8456154" y="6475895"/>
            <a:ext cx="548655" cy="272319"/>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200" dirty="0">
                <a:latin typeface="Tahoma" charset="0"/>
              </a:rPr>
              <a:t>5-</a:t>
            </a:r>
            <a:fld id="{8E8C6E93-DF5B-BC4B-80F9-500DED1EEDCC}" type="slidenum">
              <a:rPr lang="en-US" sz="1200">
                <a:latin typeface="Tahoma" charset="0"/>
              </a:rPr>
              <a:pPr/>
              <a:t>92</a:t>
            </a:fld>
            <a:endParaRPr lang="en-US" sz="1200" dirty="0">
              <a:latin typeface="Tahoma" charset="0"/>
            </a:endParaRPr>
          </a:p>
        </p:txBody>
      </p:sp>
      <p:sp>
        <p:nvSpPr>
          <p:cNvPr id="8" name="Footer Placeholder 2"/>
          <p:cNvSpPr>
            <a:spLocks noGrp="1"/>
          </p:cNvSpPr>
          <p:nvPr>
            <p:ph type="ftr" sz="quarter" idx="11"/>
          </p:nvPr>
        </p:nvSpPr>
        <p:spPr>
          <a:xfrm>
            <a:off x="6375496" y="6475081"/>
            <a:ext cx="2177473" cy="241541"/>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200" dirty="0">
                <a:solidFill>
                  <a:srgbClr val="000000"/>
                </a:solidFill>
                <a:latin typeface="Tahoma" charset="0"/>
                <a:cs typeface="Arial" charset="0"/>
              </a:rPr>
              <a:t>Network Layer: Control Plane</a:t>
            </a:r>
          </a:p>
        </p:txBody>
      </p:sp>
      <p:sp>
        <p:nvSpPr>
          <p:cNvPr id="3" name="文本框 2">
            <a:extLst>
              <a:ext uri="{FF2B5EF4-FFF2-40B4-BE49-F238E27FC236}">
                <a16:creationId xmlns:a16="http://schemas.microsoft.com/office/drawing/2014/main" id="{A85023B5-A246-CE18-AC8C-904A8B122D33}"/>
              </a:ext>
            </a:extLst>
          </p:cNvPr>
          <p:cNvSpPr txBox="1"/>
          <p:nvPr/>
        </p:nvSpPr>
        <p:spPr>
          <a:xfrm>
            <a:off x="1106557" y="6035787"/>
            <a:ext cx="2696817" cy="369332"/>
          </a:xfrm>
          <a:prstGeom prst="rect">
            <a:avLst/>
          </a:prstGeom>
          <a:noFill/>
        </p:spPr>
        <p:txBody>
          <a:bodyPr wrap="square">
            <a:spAutoFit/>
          </a:bodyPr>
          <a:lstStyle/>
          <a:p>
            <a:pPr algn="ctr"/>
            <a:r>
              <a:rPr lang="en-US" altLang="zh-CN" b="1" dirty="0">
                <a:solidFill>
                  <a:srgbClr val="008000"/>
                </a:solidFill>
                <a:latin typeface="Gill Sans MT" charset="0"/>
              </a:rPr>
              <a:t>MOOC</a:t>
            </a:r>
            <a:r>
              <a:rPr lang="zh-CN" altLang="en-US" b="1" dirty="0">
                <a:solidFill>
                  <a:srgbClr val="008000"/>
                </a:solidFill>
                <a:latin typeface="Gill Sans MT" charset="0"/>
              </a:rPr>
              <a:t> </a:t>
            </a:r>
            <a:r>
              <a:rPr lang="en-US" altLang="zh-CN" b="1" dirty="0">
                <a:solidFill>
                  <a:srgbClr val="008000"/>
                </a:solidFill>
                <a:latin typeface="Gill Sans MT" charset="0"/>
              </a:rPr>
              <a:t>4-10</a:t>
            </a:r>
            <a:r>
              <a:rPr lang="zh-CN" altLang="en-US" b="1" dirty="0">
                <a:solidFill>
                  <a:srgbClr val="008000"/>
                </a:solidFill>
                <a:latin typeface="Gill Sans MT" charset="0"/>
              </a:rPr>
              <a:t> </a:t>
            </a:r>
            <a:r>
              <a:rPr lang="en-US" altLang="zh-CN" b="1" dirty="0">
                <a:solidFill>
                  <a:srgbClr val="008000"/>
                </a:solidFill>
                <a:latin typeface="Gill Sans MT" charset="0"/>
              </a:rPr>
              <a:t>BGP2</a:t>
            </a:r>
            <a:r>
              <a:rPr lang="zh-CN" altLang="en-US" b="1" dirty="0">
                <a:solidFill>
                  <a:srgbClr val="008000"/>
                </a:solidFill>
                <a:latin typeface="Gill Sans MT" charset="0"/>
              </a:rPr>
              <a:t> </a:t>
            </a:r>
            <a:r>
              <a:rPr lang="en-US" altLang="zh-CN" b="1" dirty="0">
                <a:solidFill>
                  <a:srgbClr val="008000"/>
                </a:solidFill>
                <a:latin typeface="Gill Sans MT" charset="0"/>
              </a:rPr>
              <a:t>15’</a:t>
            </a:r>
            <a:endParaRPr lang="zh-CN" altLang="en-US" b="1" dirty="0">
              <a:solidFill>
                <a:srgbClr val="008000"/>
              </a:solidFill>
            </a:endParaRPr>
          </a:p>
        </p:txBody>
      </p:sp>
    </p:spTree>
    <p:extLst>
      <p:ext uri="{BB962C8B-B14F-4D97-AF65-F5344CB8AC3E}">
        <p14:creationId xmlns:p14="http://schemas.microsoft.com/office/powerpoint/2010/main" val="3166795346"/>
      </p:ext>
    </p:extLst>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3011" name="Picture 2"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01663" y="1025525"/>
            <a:ext cx="4113212" cy="1730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3012" name="Rectangle 3"/>
          <p:cNvSpPr>
            <a:spLocks noGrp="1" noChangeArrowheads="1"/>
          </p:cNvSpPr>
          <p:nvPr>
            <p:ph type="body" sz="half" idx="1"/>
          </p:nvPr>
        </p:nvSpPr>
        <p:spPr/>
        <p:txBody>
          <a:bodyPr/>
          <a:lstStyle/>
          <a:p>
            <a:pPr>
              <a:lnSpc>
                <a:spcPct val="100000"/>
              </a:lnSpc>
              <a:buFont typeface="Wingdings" charset="0"/>
              <a:buNone/>
            </a:pPr>
            <a:r>
              <a:rPr lang="en-US" sz="2400" dirty="0">
                <a:latin typeface="Gill Sans MT" charset="0"/>
              </a:rPr>
              <a:t>5.1 introduction</a:t>
            </a:r>
          </a:p>
          <a:p>
            <a:pPr>
              <a:lnSpc>
                <a:spcPct val="100000"/>
              </a:lnSpc>
              <a:buFont typeface="Wingdings" charset="0"/>
              <a:buNone/>
            </a:pPr>
            <a:r>
              <a:rPr lang="en-US" sz="2400" dirty="0">
                <a:latin typeface="Gill Sans MT" charset="0"/>
              </a:rPr>
              <a:t>5.2 routing protocols</a:t>
            </a:r>
          </a:p>
          <a:p>
            <a:pPr>
              <a:lnSpc>
                <a:spcPct val="100000"/>
              </a:lnSpc>
            </a:pPr>
            <a:r>
              <a:rPr lang="en-US" sz="2400" dirty="0">
                <a:latin typeface="Gill Sans MT" charset="0"/>
              </a:rPr>
              <a:t>link state</a:t>
            </a:r>
          </a:p>
          <a:p>
            <a:pPr>
              <a:lnSpc>
                <a:spcPct val="100000"/>
              </a:lnSpc>
            </a:pPr>
            <a:r>
              <a:rPr lang="en-US" sz="2400" dirty="0">
                <a:latin typeface="Gill Sans MT" charset="0"/>
              </a:rPr>
              <a:t>distance vector</a:t>
            </a:r>
          </a:p>
          <a:p>
            <a:pPr marL="461963" indent="-461963">
              <a:lnSpc>
                <a:spcPct val="100000"/>
              </a:lnSpc>
              <a:buNone/>
            </a:pPr>
            <a:r>
              <a:rPr lang="en-US" sz="2400" dirty="0"/>
              <a:t>5.3 intra-AS routing in the Internet: OSPF</a:t>
            </a:r>
          </a:p>
          <a:p>
            <a:pPr marL="461963" indent="-461963">
              <a:lnSpc>
                <a:spcPct val="100000"/>
              </a:lnSpc>
              <a:buNone/>
            </a:pPr>
            <a:r>
              <a:rPr lang="en-US" sz="2400" dirty="0"/>
              <a:t>5.4 routing among the ISPs: BGP</a:t>
            </a:r>
            <a:endParaRPr lang="en-US" sz="2400" dirty="0">
              <a:latin typeface="Gill Sans MT" charset="0"/>
            </a:endParaRPr>
          </a:p>
        </p:txBody>
      </p:sp>
      <p:sp>
        <p:nvSpPr>
          <p:cNvPr id="43013" name="Rectangle 4"/>
          <p:cNvSpPr>
            <a:spLocks noGrp="1" noChangeArrowheads="1"/>
          </p:cNvSpPr>
          <p:nvPr>
            <p:ph type="body" sz="half" idx="2"/>
          </p:nvPr>
        </p:nvSpPr>
        <p:spPr/>
        <p:txBody>
          <a:bodyPr/>
          <a:lstStyle/>
          <a:p>
            <a:pPr marL="461963" indent="-461963">
              <a:lnSpc>
                <a:spcPct val="100000"/>
              </a:lnSpc>
              <a:buFont typeface="Wingdings" charset="0"/>
              <a:buNone/>
            </a:pPr>
            <a:r>
              <a:rPr lang="en-US" sz="2400" dirty="0">
                <a:solidFill>
                  <a:srgbClr val="CC0000"/>
                </a:solidFill>
                <a:latin typeface="Gill Sans MT" charset="0"/>
              </a:rPr>
              <a:t>5.5 The SDN control plane</a:t>
            </a:r>
          </a:p>
          <a:p>
            <a:pPr marL="461963" indent="-461963">
              <a:lnSpc>
                <a:spcPct val="100000"/>
              </a:lnSpc>
              <a:buNone/>
            </a:pPr>
            <a:r>
              <a:rPr lang="en-US" sz="2400" dirty="0"/>
              <a:t>5.6 ICMP: The Internet Control Message Protocol </a:t>
            </a:r>
          </a:p>
          <a:p>
            <a:pPr marL="461963" indent="-461963">
              <a:lnSpc>
                <a:spcPct val="100000"/>
              </a:lnSpc>
              <a:buNone/>
            </a:pPr>
            <a:r>
              <a:rPr lang="en-US" sz="2400" dirty="0"/>
              <a:t>5.7 Network management and SNMP</a:t>
            </a:r>
            <a:endParaRPr lang="en-US" sz="2400" dirty="0">
              <a:latin typeface="Gill Sans MT" charset="0"/>
            </a:endParaRPr>
          </a:p>
        </p:txBody>
      </p:sp>
      <p:sp>
        <p:nvSpPr>
          <p:cNvPr id="43014" name="Rectangle 2"/>
          <p:cNvSpPr>
            <a:spLocks noChangeArrowheads="1"/>
          </p:cNvSpPr>
          <p:nvPr/>
        </p:nvSpPr>
        <p:spPr bwMode="auto">
          <a:xfrm>
            <a:off x="533400" y="228600"/>
            <a:ext cx="7772400" cy="1143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nchor="ctr"/>
          <a:lstStyle/>
          <a:p>
            <a:r>
              <a:rPr lang="en-US" sz="4400" dirty="0">
                <a:solidFill>
                  <a:srgbClr val="000099"/>
                </a:solidFill>
                <a:latin typeface="Gill Sans MT" charset="0"/>
              </a:rPr>
              <a:t>Chapter 5: outline</a:t>
            </a:r>
          </a:p>
        </p:txBody>
      </p:sp>
      <p:sp>
        <p:nvSpPr>
          <p:cNvPr id="6" name="Slide Number Placeholder 5"/>
          <p:cNvSpPr>
            <a:spLocks noGrp="1"/>
          </p:cNvSpPr>
          <p:nvPr>
            <p:ph type="sldNum" sz="quarter" idx="12"/>
          </p:nvPr>
        </p:nvSpPr>
        <p:spPr>
          <a:xfrm>
            <a:off x="8456154" y="6475895"/>
            <a:ext cx="548655" cy="272319"/>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200" dirty="0">
                <a:latin typeface="Tahoma" charset="0"/>
              </a:rPr>
              <a:t>5-</a:t>
            </a:r>
            <a:fld id="{8E8C6E93-DF5B-BC4B-80F9-500DED1EEDCC}" type="slidenum">
              <a:rPr lang="en-US" sz="1200">
                <a:latin typeface="Tahoma" charset="0"/>
              </a:rPr>
              <a:pPr/>
              <a:t>93</a:t>
            </a:fld>
            <a:endParaRPr lang="en-US" sz="1200" dirty="0">
              <a:latin typeface="Tahoma" charset="0"/>
            </a:endParaRPr>
          </a:p>
        </p:txBody>
      </p:sp>
      <p:sp>
        <p:nvSpPr>
          <p:cNvPr id="7" name="Footer Placeholder 2"/>
          <p:cNvSpPr>
            <a:spLocks noGrp="1"/>
          </p:cNvSpPr>
          <p:nvPr>
            <p:ph type="ftr" sz="quarter" idx="11"/>
          </p:nvPr>
        </p:nvSpPr>
        <p:spPr>
          <a:xfrm>
            <a:off x="6375496" y="6475081"/>
            <a:ext cx="2177473" cy="241541"/>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200" dirty="0">
                <a:solidFill>
                  <a:srgbClr val="000000"/>
                </a:solidFill>
                <a:latin typeface="Tahoma" charset="0"/>
                <a:cs typeface="Arial" charset="0"/>
              </a:rPr>
              <a:t>Network Layer: Control Plane</a:t>
            </a:r>
          </a:p>
        </p:txBody>
      </p:sp>
    </p:spTree>
    <p:extLst>
      <p:ext uri="{BB962C8B-B14F-4D97-AF65-F5344CB8AC3E}">
        <p14:creationId xmlns:p14="http://schemas.microsoft.com/office/powerpoint/2010/main" val="4051047259"/>
      </p:ext>
    </p:extLst>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169" name="Text Box 167"/>
          <p:cNvSpPr txBox="1">
            <a:spLocks noChangeArrowheads="1"/>
          </p:cNvSpPr>
          <p:nvPr/>
        </p:nvSpPr>
        <p:spPr bwMode="auto">
          <a:xfrm>
            <a:off x="542925" y="236538"/>
            <a:ext cx="6921862" cy="6463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3600" dirty="0">
                <a:solidFill>
                  <a:srgbClr val="000099"/>
                </a:solidFill>
                <a:latin typeface="Gill Sans MT" charset="0"/>
              </a:rPr>
              <a:t>Software defined networking (SDN)</a:t>
            </a:r>
          </a:p>
        </p:txBody>
      </p:sp>
      <p:pic>
        <p:nvPicPr>
          <p:cNvPr id="48170" name="Picture 5"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81025" y="776288"/>
            <a:ext cx="6422481" cy="20891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 name="Content Placeholder 8"/>
          <p:cNvSpPr>
            <a:spLocks noGrp="1"/>
          </p:cNvSpPr>
          <p:nvPr>
            <p:ph idx="1"/>
          </p:nvPr>
        </p:nvSpPr>
        <p:spPr>
          <a:xfrm>
            <a:off x="601427" y="1282678"/>
            <a:ext cx="7772400" cy="4648200"/>
          </a:xfrm>
        </p:spPr>
        <p:txBody>
          <a:bodyPr/>
          <a:lstStyle/>
          <a:p>
            <a:pPr>
              <a:lnSpc>
                <a:spcPct val="90000"/>
              </a:lnSpc>
            </a:pPr>
            <a:r>
              <a:rPr lang="en-US" dirty="0"/>
              <a:t>Internet network layer: historically has been implemented via distributed, per-router approach</a:t>
            </a:r>
          </a:p>
          <a:p>
            <a:pPr lvl="1">
              <a:lnSpc>
                <a:spcPct val="90000"/>
              </a:lnSpc>
            </a:pPr>
            <a:r>
              <a:rPr lang="en-US" i="1" dirty="0">
                <a:solidFill>
                  <a:srgbClr val="000090"/>
                </a:solidFill>
              </a:rPr>
              <a:t>monolithic</a:t>
            </a:r>
            <a:r>
              <a:rPr lang="en-US" dirty="0"/>
              <a:t> router contains switching hardware, runs proprietary implementation of Internet standard protocols (IP, RIP, IS-IS, OSPF, BGP) in proprietary router OS (e.g., Cisco IOS)</a:t>
            </a:r>
          </a:p>
          <a:p>
            <a:pPr lvl="1">
              <a:lnSpc>
                <a:spcPct val="90000"/>
              </a:lnSpc>
            </a:pPr>
            <a:r>
              <a:rPr lang="en-US" dirty="0"/>
              <a:t>different “middleboxes” for different network layer functions: firewalls, load balancers, NAT boxes, ..</a:t>
            </a:r>
          </a:p>
          <a:p>
            <a:pPr lvl="1">
              <a:lnSpc>
                <a:spcPct val="90000"/>
              </a:lnSpc>
            </a:pPr>
            <a:endParaRPr lang="en-US" dirty="0"/>
          </a:p>
          <a:p>
            <a:r>
              <a:rPr lang="en-US" dirty="0"/>
              <a:t>~2005: renewed interest in rethinking network control plane</a:t>
            </a:r>
          </a:p>
        </p:txBody>
      </p:sp>
      <p:sp>
        <p:nvSpPr>
          <p:cNvPr id="5" name="Slide Number Placeholder 5"/>
          <p:cNvSpPr>
            <a:spLocks noGrp="1"/>
          </p:cNvSpPr>
          <p:nvPr>
            <p:ph type="sldNum" sz="quarter" idx="12"/>
          </p:nvPr>
        </p:nvSpPr>
        <p:spPr>
          <a:xfrm>
            <a:off x="8456154" y="6475895"/>
            <a:ext cx="687845" cy="382105"/>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200" dirty="0">
                <a:latin typeface="Tahoma" charset="0"/>
              </a:rPr>
              <a:t>5-</a:t>
            </a:r>
            <a:fld id="{8E8C6E93-DF5B-BC4B-80F9-500DED1EEDCC}" type="slidenum">
              <a:rPr lang="en-US" sz="1200">
                <a:latin typeface="Tahoma" charset="0"/>
              </a:rPr>
              <a:pPr/>
              <a:t>94</a:t>
            </a:fld>
            <a:endParaRPr lang="en-US" sz="1200" dirty="0">
              <a:latin typeface="Tahoma" charset="0"/>
            </a:endParaRPr>
          </a:p>
        </p:txBody>
      </p:sp>
      <p:sp>
        <p:nvSpPr>
          <p:cNvPr id="6" name="Footer Placeholder 2"/>
          <p:cNvSpPr>
            <a:spLocks noGrp="1"/>
          </p:cNvSpPr>
          <p:nvPr>
            <p:ph type="ftr" sz="quarter" idx="11"/>
          </p:nvPr>
        </p:nvSpPr>
        <p:spPr>
          <a:xfrm>
            <a:off x="6375496" y="6475081"/>
            <a:ext cx="2177473" cy="241541"/>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200" dirty="0">
                <a:solidFill>
                  <a:srgbClr val="000000"/>
                </a:solidFill>
                <a:latin typeface="Tahoma" charset="0"/>
                <a:cs typeface="Arial" charset="0"/>
              </a:rPr>
              <a:t>Network Layer: Control Plane</a:t>
            </a:r>
          </a:p>
        </p:txBody>
      </p:sp>
    </p:spTree>
    <p:extLst>
      <p:ext uri="{BB962C8B-B14F-4D97-AF65-F5344CB8AC3E}">
        <p14:creationId xmlns:p14="http://schemas.microsoft.com/office/powerpoint/2010/main" val="1510186408"/>
      </p:ext>
    </p:extLst>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7143" name="Picture 5"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97863" y="819150"/>
            <a:ext cx="5858352" cy="18509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7105" name="Freeform 2"/>
          <p:cNvSpPr>
            <a:spLocks/>
          </p:cNvSpPr>
          <p:nvPr/>
        </p:nvSpPr>
        <p:spPr bwMode="auto">
          <a:xfrm>
            <a:off x="2592388" y="5766426"/>
            <a:ext cx="4027487" cy="939800"/>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0001" h="10125">
                <a:moveTo>
                  <a:pt x="4" y="4039"/>
                </a:moveTo>
                <a:cubicBezTo>
                  <a:pt x="-29" y="2271"/>
                  <a:pt x="194" y="2100"/>
                  <a:pt x="715" y="1595"/>
                </a:cubicBezTo>
                <a:cubicBezTo>
                  <a:pt x="1236" y="1089"/>
                  <a:pt x="2417" y="1272"/>
                  <a:pt x="3130" y="1006"/>
                </a:cubicBezTo>
                <a:cubicBezTo>
                  <a:pt x="3843" y="740"/>
                  <a:pt x="4397" y="0"/>
                  <a:pt x="4995" y="0"/>
                </a:cubicBezTo>
                <a:cubicBezTo>
                  <a:pt x="5593" y="1"/>
                  <a:pt x="6206" y="926"/>
                  <a:pt x="6720" y="1009"/>
                </a:cubicBezTo>
                <a:cubicBezTo>
                  <a:pt x="7234" y="1092"/>
                  <a:pt x="7536" y="241"/>
                  <a:pt x="8082" y="497"/>
                </a:cubicBezTo>
                <a:cubicBezTo>
                  <a:pt x="8628" y="756"/>
                  <a:pt x="9854" y="442"/>
                  <a:pt x="9989" y="2989"/>
                </a:cubicBezTo>
                <a:cubicBezTo>
                  <a:pt x="10124" y="5536"/>
                  <a:pt x="9098" y="5742"/>
                  <a:pt x="8599" y="6797"/>
                </a:cubicBezTo>
                <a:cubicBezTo>
                  <a:pt x="8100" y="7852"/>
                  <a:pt x="7544" y="8981"/>
                  <a:pt x="6995" y="9322"/>
                </a:cubicBezTo>
                <a:cubicBezTo>
                  <a:pt x="6446" y="9663"/>
                  <a:pt x="5793" y="8957"/>
                  <a:pt x="5307" y="8843"/>
                </a:cubicBezTo>
                <a:cubicBezTo>
                  <a:pt x="4819" y="8726"/>
                  <a:pt x="4628" y="10048"/>
                  <a:pt x="4371" y="9912"/>
                </a:cubicBezTo>
                <a:cubicBezTo>
                  <a:pt x="4114" y="9775"/>
                  <a:pt x="3505" y="10355"/>
                  <a:pt x="3140" y="10019"/>
                </a:cubicBezTo>
                <a:cubicBezTo>
                  <a:pt x="2774" y="9683"/>
                  <a:pt x="2820" y="8138"/>
                  <a:pt x="2179" y="7895"/>
                </a:cubicBezTo>
                <a:cubicBezTo>
                  <a:pt x="1586" y="6800"/>
                  <a:pt x="1549" y="8137"/>
                  <a:pt x="1187" y="7495"/>
                </a:cubicBezTo>
                <a:cubicBezTo>
                  <a:pt x="825" y="6852"/>
                  <a:pt x="-7" y="6157"/>
                  <a:pt x="4" y="4039"/>
                </a:cubicBezTo>
                <a:close/>
              </a:path>
            </a:pathLst>
          </a:custGeom>
          <a:solidFill>
            <a:srgbClr val="66CCFF"/>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cxnSp>
        <p:nvCxnSpPr>
          <p:cNvPr id="148" name="Straight Connector 147"/>
          <p:cNvCxnSpPr/>
          <p:nvPr/>
        </p:nvCxnSpPr>
        <p:spPr>
          <a:xfrm flipV="1">
            <a:off x="3222625" y="5918826"/>
            <a:ext cx="1316038" cy="13176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50" name="Straight Connector 149"/>
          <p:cNvCxnSpPr/>
          <p:nvPr/>
        </p:nvCxnSpPr>
        <p:spPr>
          <a:xfrm>
            <a:off x="3111500" y="6104563"/>
            <a:ext cx="2259013" cy="300038"/>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53" name="Straight Connector 152"/>
          <p:cNvCxnSpPr/>
          <p:nvPr/>
        </p:nvCxnSpPr>
        <p:spPr>
          <a:xfrm>
            <a:off x="3124200" y="6210926"/>
            <a:ext cx="714375" cy="27463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57" name="Straight Connector 156"/>
          <p:cNvCxnSpPr/>
          <p:nvPr/>
        </p:nvCxnSpPr>
        <p:spPr>
          <a:xfrm flipV="1">
            <a:off x="4141788" y="6404601"/>
            <a:ext cx="1247775" cy="8096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59" name="Straight Connector 158"/>
          <p:cNvCxnSpPr/>
          <p:nvPr/>
        </p:nvCxnSpPr>
        <p:spPr>
          <a:xfrm>
            <a:off x="4802188" y="5950576"/>
            <a:ext cx="1057275" cy="12382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61" name="Straight Connector 160"/>
          <p:cNvCxnSpPr/>
          <p:nvPr/>
        </p:nvCxnSpPr>
        <p:spPr>
          <a:xfrm flipV="1">
            <a:off x="4086225" y="6104563"/>
            <a:ext cx="1790700" cy="300038"/>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63" name="Straight Connector 162"/>
          <p:cNvCxnSpPr/>
          <p:nvPr/>
        </p:nvCxnSpPr>
        <p:spPr>
          <a:xfrm flipV="1">
            <a:off x="5413375" y="6133138"/>
            <a:ext cx="588963" cy="271463"/>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65" name="Straight Connector 164"/>
          <p:cNvCxnSpPr/>
          <p:nvPr/>
        </p:nvCxnSpPr>
        <p:spPr>
          <a:xfrm>
            <a:off x="4556125" y="5918826"/>
            <a:ext cx="814388" cy="40005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47128" name="Group 7"/>
          <p:cNvGrpSpPr>
            <a:grpSpLocks/>
          </p:cNvGrpSpPr>
          <p:nvPr/>
        </p:nvGrpSpPr>
        <p:grpSpPr bwMode="auto">
          <a:xfrm>
            <a:off x="3681413" y="6344276"/>
            <a:ext cx="563562" cy="293687"/>
            <a:chOff x="1871277" y="1576300"/>
            <a:chExt cx="1128371" cy="437861"/>
          </a:xfrm>
        </p:grpSpPr>
        <p:sp>
          <p:nvSpPr>
            <p:cNvPr id="318" name="Oval 317"/>
            <p:cNvSpPr/>
            <p:nvPr/>
          </p:nvSpPr>
          <p:spPr bwMode="auto">
            <a:xfrm flipV="1">
              <a:off x="1874455" y="1694641"/>
              <a:ext cx="1125193"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19" name="Rectangle 318"/>
            <p:cNvSpPr/>
            <p:nvPr/>
          </p:nvSpPr>
          <p:spPr bwMode="auto">
            <a:xfrm>
              <a:off x="1871277" y="1739610"/>
              <a:ext cx="1128371" cy="11597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20" name="Oval 319"/>
            <p:cNvSpPr/>
            <p:nvPr/>
          </p:nvSpPr>
          <p:spPr bwMode="auto">
            <a:xfrm flipV="1">
              <a:off x="1871277" y="1576300"/>
              <a:ext cx="1125193"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24" name="Freeform 323"/>
            <p:cNvSpPr/>
            <p:nvPr/>
          </p:nvSpPr>
          <p:spPr bwMode="auto">
            <a:xfrm>
              <a:off x="2160521" y="1673339"/>
              <a:ext cx="546704"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25" name="Freeform 324"/>
            <p:cNvSpPr/>
            <p:nvPr/>
          </p:nvSpPr>
          <p:spPr bwMode="auto">
            <a:xfrm>
              <a:off x="2103307" y="1633104"/>
              <a:ext cx="661131" cy="111240"/>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26" name="Freeform 325"/>
            <p:cNvSpPr/>
            <p:nvPr/>
          </p:nvSpPr>
          <p:spPr bwMode="auto">
            <a:xfrm>
              <a:off x="2538765" y="1727776"/>
              <a:ext cx="241567" cy="97039"/>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27" name="Freeform 326"/>
            <p:cNvSpPr/>
            <p:nvPr/>
          </p:nvSpPr>
          <p:spPr bwMode="auto">
            <a:xfrm>
              <a:off x="2090593" y="1730143"/>
              <a:ext cx="238389" cy="97040"/>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22" name="Straight Connector 321"/>
            <p:cNvCxnSpPr>
              <a:endCxn id="320" idx="2"/>
            </p:cNvCxnSpPr>
            <p:nvPr/>
          </p:nvCxnSpPr>
          <p:spPr bwMode="auto">
            <a:xfrm flipH="1" flipV="1">
              <a:off x="1871277" y="1737244"/>
              <a:ext cx="3178" cy="123075"/>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23" name="Straight Connector 322"/>
            <p:cNvCxnSpPr/>
            <p:nvPr/>
          </p:nvCxnSpPr>
          <p:spPr bwMode="auto">
            <a:xfrm flipH="1" flipV="1">
              <a:off x="2996470" y="1734876"/>
              <a:ext cx="3178" cy="123075"/>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47129" name="Group 327"/>
          <p:cNvGrpSpPr>
            <a:grpSpLocks/>
          </p:cNvGrpSpPr>
          <p:nvPr/>
        </p:nvGrpSpPr>
        <p:grpSpPr bwMode="auto">
          <a:xfrm>
            <a:off x="4376738" y="5802938"/>
            <a:ext cx="565150" cy="292100"/>
            <a:chOff x="1871277" y="1576300"/>
            <a:chExt cx="1128371" cy="437861"/>
          </a:xfrm>
        </p:grpSpPr>
        <p:sp>
          <p:nvSpPr>
            <p:cNvPr id="329" name="Oval 328"/>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30" name="Rectangle 329"/>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31" name="Oval 330"/>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32" name="Freeform 331"/>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33" name="Freeform 332"/>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34" name="Freeform 333"/>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35" name="Freeform 334"/>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36" name="Straight Connector 335"/>
            <p:cNvCxnSpPr>
              <a:endCxn id="331"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37" name="Straight Connector 336"/>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47130" name="Group 337"/>
          <p:cNvGrpSpPr>
            <a:grpSpLocks/>
          </p:cNvGrpSpPr>
          <p:nvPr/>
        </p:nvGrpSpPr>
        <p:grpSpPr bwMode="auto">
          <a:xfrm>
            <a:off x="5019675" y="6256963"/>
            <a:ext cx="563563" cy="293688"/>
            <a:chOff x="1871277" y="1576300"/>
            <a:chExt cx="1128371" cy="437861"/>
          </a:xfrm>
        </p:grpSpPr>
        <p:sp>
          <p:nvSpPr>
            <p:cNvPr id="339" name="Oval 338"/>
            <p:cNvSpPr/>
            <p:nvPr/>
          </p:nvSpPr>
          <p:spPr bwMode="auto">
            <a:xfrm flipV="1">
              <a:off x="1874457" y="1694641"/>
              <a:ext cx="1125191"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40" name="Rectangle 339"/>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41" name="Oval 340"/>
            <p:cNvSpPr/>
            <p:nvPr/>
          </p:nvSpPr>
          <p:spPr bwMode="auto">
            <a:xfrm flipV="1">
              <a:off x="1871277" y="1576300"/>
              <a:ext cx="1125191"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42" name="Freeform 341"/>
            <p:cNvSpPr/>
            <p:nvPr/>
          </p:nvSpPr>
          <p:spPr bwMode="auto">
            <a:xfrm>
              <a:off x="2160522" y="1673340"/>
              <a:ext cx="546703"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43" name="Freeform 342"/>
            <p:cNvSpPr/>
            <p:nvPr/>
          </p:nvSpPr>
          <p:spPr bwMode="auto">
            <a:xfrm>
              <a:off x="2103309" y="1633103"/>
              <a:ext cx="661129"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44" name="Freeform 343"/>
            <p:cNvSpPr/>
            <p:nvPr/>
          </p:nvSpPr>
          <p:spPr bwMode="auto">
            <a:xfrm>
              <a:off x="2538763" y="1727776"/>
              <a:ext cx="24156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45" name="Freeform 344"/>
            <p:cNvSpPr/>
            <p:nvPr/>
          </p:nvSpPr>
          <p:spPr bwMode="auto">
            <a:xfrm>
              <a:off x="2090595" y="1730144"/>
              <a:ext cx="238387"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46" name="Straight Connector 345"/>
            <p:cNvCxnSpPr>
              <a:endCxn id="341" idx="2"/>
            </p:cNvCxnSpPr>
            <p:nvPr/>
          </p:nvCxnSpPr>
          <p:spPr bwMode="auto">
            <a:xfrm flipH="1" flipV="1">
              <a:off x="1871277" y="1737243"/>
              <a:ext cx="3180"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47" name="Straight Connector 346"/>
            <p:cNvCxnSpPr/>
            <p:nvPr/>
          </p:nvCxnSpPr>
          <p:spPr bwMode="auto">
            <a:xfrm flipH="1" flipV="1">
              <a:off x="2996468" y="1734877"/>
              <a:ext cx="3180"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47131" name="Group 347"/>
          <p:cNvGrpSpPr>
            <a:grpSpLocks/>
          </p:cNvGrpSpPr>
          <p:nvPr/>
        </p:nvGrpSpPr>
        <p:grpSpPr bwMode="auto">
          <a:xfrm>
            <a:off x="5741988" y="5942638"/>
            <a:ext cx="565150" cy="293688"/>
            <a:chOff x="1871277" y="1576300"/>
            <a:chExt cx="1128371" cy="437861"/>
          </a:xfrm>
        </p:grpSpPr>
        <p:sp>
          <p:nvSpPr>
            <p:cNvPr id="349" name="Oval 348"/>
            <p:cNvSpPr/>
            <p:nvPr/>
          </p:nvSpPr>
          <p:spPr bwMode="auto">
            <a:xfrm flipV="1">
              <a:off x="1874446" y="1694641"/>
              <a:ext cx="1125202"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50" name="Rectangle 349"/>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51" name="Oval 350"/>
            <p:cNvSpPr/>
            <p:nvPr/>
          </p:nvSpPr>
          <p:spPr bwMode="auto">
            <a:xfrm flipV="1">
              <a:off x="1871277" y="1576300"/>
              <a:ext cx="1125200"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52" name="Freeform 351"/>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53" name="Freeform 352"/>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54" name="Freeform 353"/>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55" name="Freeform 354"/>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56" name="Straight Connector 355"/>
            <p:cNvCxnSpPr>
              <a:endCxn id="351" idx="2"/>
            </p:cNvCxnSpPr>
            <p:nvPr/>
          </p:nvCxnSpPr>
          <p:spPr bwMode="auto">
            <a:xfrm flipH="1" flipV="1">
              <a:off x="1871277" y="1737243"/>
              <a:ext cx="3169"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57" name="Straight Connector 356"/>
            <p:cNvCxnSpPr/>
            <p:nvPr/>
          </p:nvCxnSpPr>
          <p:spPr bwMode="auto">
            <a:xfrm flipH="1" flipV="1">
              <a:off x="2996477" y="1734877"/>
              <a:ext cx="3171"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47132" name="Group 357"/>
          <p:cNvGrpSpPr>
            <a:grpSpLocks/>
          </p:cNvGrpSpPr>
          <p:nvPr/>
        </p:nvGrpSpPr>
        <p:grpSpPr bwMode="auto">
          <a:xfrm>
            <a:off x="2714625" y="5988676"/>
            <a:ext cx="565150" cy="293687"/>
            <a:chOff x="1871277" y="1576300"/>
            <a:chExt cx="1128371" cy="437861"/>
          </a:xfrm>
        </p:grpSpPr>
        <p:sp>
          <p:nvSpPr>
            <p:cNvPr id="359" name="Oval 358"/>
            <p:cNvSpPr/>
            <p:nvPr/>
          </p:nvSpPr>
          <p:spPr bwMode="auto">
            <a:xfrm flipV="1">
              <a:off x="1874448" y="1694641"/>
              <a:ext cx="1125200"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60" name="Rectangle 359"/>
            <p:cNvSpPr/>
            <p:nvPr/>
          </p:nvSpPr>
          <p:spPr bwMode="auto">
            <a:xfrm>
              <a:off x="1871277" y="1739610"/>
              <a:ext cx="1128371" cy="11597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61" name="Oval 360"/>
            <p:cNvSpPr/>
            <p:nvPr/>
          </p:nvSpPr>
          <p:spPr bwMode="auto">
            <a:xfrm flipV="1">
              <a:off x="1871277" y="1576300"/>
              <a:ext cx="1125202"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62" name="Freeform 361"/>
            <p:cNvSpPr/>
            <p:nvPr/>
          </p:nvSpPr>
          <p:spPr bwMode="auto">
            <a:xfrm>
              <a:off x="2159710" y="1673339"/>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63" name="Freeform 362"/>
            <p:cNvSpPr/>
            <p:nvPr/>
          </p:nvSpPr>
          <p:spPr bwMode="auto">
            <a:xfrm>
              <a:off x="2102657" y="1633104"/>
              <a:ext cx="662442" cy="111240"/>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64" name="Freeform 363"/>
            <p:cNvSpPr/>
            <p:nvPr/>
          </p:nvSpPr>
          <p:spPr bwMode="auto">
            <a:xfrm>
              <a:off x="2536889" y="1727776"/>
              <a:ext cx="244059" cy="97039"/>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65" name="Freeform 364"/>
            <p:cNvSpPr/>
            <p:nvPr/>
          </p:nvSpPr>
          <p:spPr bwMode="auto">
            <a:xfrm>
              <a:off x="2089979" y="1730143"/>
              <a:ext cx="240888" cy="97040"/>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66" name="Straight Connector 365"/>
            <p:cNvCxnSpPr>
              <a:endCxn id="361" idx="2"/>
            </p:cNvCxnSpPr>
            <p:nvPr/>
          </p:nvCxnSpPr>
          <p:spPr bwMode="auto">
            <a:xfrm flipH="1" flipV="1">
              <a:off x="1871277" y="1737244"/>
              <a:ext cx="3171" cy="123075"/>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67" name="Straight Connector 366"/>
            <p:cNvCxnSpPr/>
            <p:nvPr/>
          </p:nvCxnSpPr>
          <p:spPr bwMode="auto">
            <a:xfrm flipH="1" flipV="1">
              <a:off x="2996479" y="1734876"/>
              <a:ext cx="3169" cy="123075"/>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4" name="Group 23"/>
          <p:cNvGrpSpPr/>
          <p:nvPr/>
        </p:nvGrpSpPr>
        <p:grpSpPr>
          <a:xfrm>
            <a:off x="1757805" y="2660292"/>
            <a:ext cx="5270058" cy="3804634"/>
            <a:chOff x="1757805" y="2331054"/>
            <a:chExt cx="5270058" cy="3804634"/>
          </a:xfrm>
        </p:grpSpPr>
        <p:sp>
          <p:nvSpPr>
            <p:cNvPr id="268" name="Freeform 267"/>
            <p:cNvSpPr/>
            <p:nvPr/>
          </p:nvSpPr>
          <p:spPr>
            <a:xfrm>
              <a:off x="1776413" y="4829175"/>
              <a:ext cx="1220787" cy="920750"/>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325315"/>
                <a:gd name="connsiteY0" fmla="*/ 1160935 h 1160935"/>
                <a:gd name="connsiteX1" fmla="*/ 0 w 1325315"/>
                <a:gd name="connsiteY1" fmla="*/ 0 h 1160935"/>
                <a:gd name="connsiteX2" fmla="*/ 1040633 w 1325315"/>
                <a:gd name="connsiteY2" fmla="*/ 16785 h 1160935"/>
                <a:gd name="connsiteX3" fmla="*/ 1214315 w 1325315"/>
                <a:gd name="connsiteY3" fmla="*/ 1064597 h 1160935"/>
                <a:gd name="connsiteX4" fmla="*/ 448507 w 1325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0510" h="921649">
                  <a:moveTo>
                    <a:pt x="1060159" y="921649"/>
                  </a:moveTo>
                  <a:cubicBezTo>
                    <a:pt x="166591" y="183345"/>
                    <a:pt x="908943" y="790884"/>
                    <a:pt x="0" y="51716"/>
                  </a:cubicBezTo>
                  <a:cubicBezTo>
                    <a:pt x="346878" y="57311"/>
                    <a:pt x="712340" y="-5240"/>
                    <a:pt x="1059218" y="355"/>
                  </a:cubicBezTo>
                  <a:cubicBezTo>
                    <a:pt x="1192967" y="751903"/>
                    <a:pt x="1090859" y="157699"/>
                    <a:pt x="1220510" y="849923"/>
                  </a:cubicBezTo>
                  <a:cubicBezTo>
                    <a:pt x="1126090" y="855456"/>
                    <a:pt x="1222187" y="863235"/>
                    <a:pt x="1060159" y="921649"/>
                  </a:cubicBezTo>
                  <a:close/>
                </a:path>
              </a:pathLst>
            </a:custGeom>
            <a:gradFill>
              <a:gsLst>
                <a:gs pos="0">
                  <a:schemeClr val="bg1">
                    <a:lumMod val="95000"/>
                  </a:schemeClr>
                </a:gs>
                <a:gs pos="100000">
                  <a:schemeClr val="bg1">
                    <a:lumMod val="75000"/>
                  </a:schemeClr>
                </a:gs>
              </a:gsLst>
            </a:gradFill>
            <a:ln>
              <a:solidFill>
                <a:schemeClr val="bg1">
                  <a:lumMod val="75000"/>
                </a:schemeClr>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72" name="Freeform 271"/>
            <p:cNvSpPr/>
            <p:nvPr/>
          </p:nvSpPr>
          <p:spPr>
            <a:xfrm>
              <a:off x="6102350" y="4916488"/>
              <a:ext cx="925513" cy="757237"/>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23004 w 954755"/>
                <a:gd name="connsiteY0" fmla="*/ 943771 h 976186"/>
                <a:gd name="connsiteX1" fmla="*/ 455145 w 954755"/>
                <a:gd name="connsiteY1" fmla="*/ 11688 h 976186"/>
                <a:gd name="connsiteX2" fmla="*/ 954755 w 954755"/>
                <a:gd name="connsiteY2" fmla="*/ 0 h 976186"/>
                <a:gd name="connsiteX3" fmla="*/ 728484 w 954755"/>
                <a:gd name="connsiteY3" fmla="*/ 976186 h 976186"/>
                <a:gd name="connsiteX4" fmla="*/ 23004 w 954755"/>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56363"/>
                <a:gd name="connsiteY0" fmla="*/ 932083 h 954654"/>
                <a:gd name="connsiteX1" fmla="*/ 432141 w 956363"/>
                <a:gd name="connsiteY1" fmla="*/ 0 h 954654"/>
                <a:gd name="connsiteX2" fmla="*/ 956363 w 956363"/>
                <a:gd name="connsiteY2" fmla="*/ 12924 h 954654"/>
                <a:gd name="connsiteX3" fmla="*/ 183705 w 956363"/>
                <a:gd name="connsiteY3" fmla="*/ 954654 h 954654"/>
                <a:gd name="connsiteX4" fmla="*/ 0 w 956363"/>
                <a:gd name="connsiteY4" fmla="*/ 932083 h 954654"/>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6304" h="758185">
                  <a:moveTo>
                    <a:pt x="0" y="735614"/>
                  </a:moveTo>
                  <a:cubicBezTo>
                    <a:pt x="309918" y="169731"/>
                    <a:pt x="59088" y="622691"/>
                    <a:pt x="405840" y="13939"/>
                  </a:cubicBezTo>
                  <a:cubicBezTo>
                    <a:pt x="580581" y="18247"/>
                    <a:pt x="751563" y="-3745"/>
                    <a:pt x="926304" y="563"/>
                  </a:cubicBezTo>
                  <a:cubicBezTo>
                    <a:pt x="312762" y="607705"/>
                    <a:pt x="474902" y="459041"/>
                    <a:pt x="183705" y="758185"/>
                  </a:cubicBezTo>
                  <a:cubicBezTo>
                    <a:pt x="49420" y="729549"/>
                    <a:pt x="196198" y="734148"/>
                    <a:pt x="0" y="735614"/>
                  </a:cubicBezTo>
                  <a:close/>
                </a:path>
              </a:pathLst>
            </a:custGeom>
            <a:gradFill>
              <a:gsLst>
                <a:gs pos="0">
                  <a:schemeClr val="bg1">
                    <a:lumMod val="95000"/>
                    <a:alpha val="55000"/>
                  </a:schemeClr>
                </a:gs>
                <a:gs pos="100000">
                  <a:schemeClr val="bg1">
                    <a:lumMod val="75000"/>
                  </a:schemeClr>
                </a:gs>
              </a:gsLst>
            </a:gradFill>
            <a:ln>
              <a:solidFill>
                <a:schemeClr val="bg1">
                  <a:lumMod val="75000"/>
                </a:schemeClr>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73" name="Freeform 272"/>
            <p:cNvSpPr/>
            <p:nvPr/>
          </p:nvSpPr>
          <p:spPr>
            <a:xfrm>
              <a:off x="5287963" y="4937125"/>
              <a:ext cx="725487" cy="1100138"/>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27977 w 802211"/>
                <a:gd name="connsiteY0" fmla="*/ 815791 h 976186"/>
                <a:gd name="connsiteX1" fmla="*/ 302601 w 802211"/>
                <a:gd name="connsiteY1" fmla="*/ 11688 h 976186"/>
                <a:gd name="connsiteX2" fmla="*/ 802211 w 802211"/>
                <a:gd name="connsiteY2" fmla="*/ 0 h 976186"/>
                <a:gd name="connsiteX3" fmla="*/ 575940 w 802211"/>
                <a:gd name="connsiteY3" fmla="*/ 976186 h 976186"/>
                <a:gd name="connsiteX4" fmla="*/ 27977 w 802211"/>
                <a:gd name="connsiteY4" fmla="*/ 815791 h 976186"/>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28714 h 828714"/>
                <a:gd name="connsiteX1" fmla="*/ 302601 w 802211"/>
                <a:gd name="connsiteY1" fmla="*/ 0 h 828714"/>
                <a:gd name="connsiteX2" fmla="*/ 802211 w 802211"/>
                <a:gd name="connsiteY2" fmla="*/ 12923 h 828714"/>
                <a:gd name="connsiteX3" fmla="*/ 236294 w 802211"/>
                <a:gd name="connsiteY3" fmla="*/ 821751 h 828714"/>
                <a:gd name="connsiteX4" fmla="*/ 27977 w 802211"/>
                <a:gd name="connsiteY4" fmla="*/ 828714 h 828714"/>
                <a:gd name="connsiteX0" fmla="*/ 56213 w 830447"/>
                <a:gd name="connsiteY0" fmla="*/ 828714 h 828714"/>
                <a:gd name="connsiteX1" fmla="*/ 330837 w 830447"/>
                <a:gd name="connsiteY1" fmla="*/ 0 h 828714"/>
                <a:gd name="connsiteX2" fmla="*/ 830447 w 830447"/>
                <a:gd name="connsiteY2" fmla="*/ 12923 h 828714"/>
                <a:gd name="connsiteX3" fmla="*/ 264530 w 830447"/>
                <a:gd name="connsiteY3" fmla="*/ 821751 h 828714"/>
                <a:gd name="connsiteX4" fmla="*/ 56213 w 830447"/>
                <a:gd name="connsiteY4" fmla="*/ 828714 h 828714"/>
                <a:gd name="connsiteX0" fmla="*/ 64130 w 789139"/>
                <a:gd name="connsiteY0" fmla="*/ 794258 h 821751"/>
                <a:gd name="connsiteX1" fmla="*/ 289529 w 789139"/>
                <a:gd name="connsiteY1" fmla="*/ 0 h 821751"/>
                <a:gd name="connsiteX2" fmla="*/ 789139 w 789139"/>
                <a:gd name="connsiteY2" fmla="*/ 12923 h 821751"/>
                <a:gd name="connsiteX3" fmla="*/ 223222 w 789139"/>
                <a:gd name="connsiteY3" fmla="*/ 821751 h 821751"/>
                <a:gd name="connsiteX4" fmla="*/ 64130 w 789139"/>
                <a:gd name="connsiteY4" fmla="*/ 794258 h 821751"/>
                <a:gd name="connsiteX0" fmla="*/ 0 w 725009"/>
                <a:gd name="connsiteY0" fmla="*/ 794258 h 821751"/>
                <a:gd name="connsiteX1" fmla="*/ 225399 w 725009"/>
                <a:gd name="connsiteY1" fmla="*/ 0 h 821751"/>
                <a:gd name="connsiteX2" fmla="*/ 725009 w 725009"/>
                <a:gd name="connsiteY2" fmla="*/ 12923 h 821751"/>
                <a:gd name="connsiteX3" fmla="*/ 159092 w 725009"/>
                <a:gd name="connsiteY3" fmla="*/ 821751 h 821751"/>
                <a:gd name="connsiteX4" fmla="*/ 0 w 725009"/>
                <a:gd name="connsiteY4" fmla="*/ 794258 h 821751"/>
                <a:gd name="connsiteX0" fmla="*/ 0 w 725009"/>
                <a:gd name="connsiteY0" fmla="*/ 1203768 h 1231261"/>
                <a:gd name="connsiteX1" fmla="*/ 225399 w 725009"/>
                <a:gd name="connsiteY1" fmla="*/ 0 h 1231261"/>
                <a:gd name="connsiteX2" fmla="*/ 725009 w 725009"/>
                <a:gd name="connsiteY2" fmla="*/ 422433 h 1231261"/>
                <a:gd name="connsiteX3" fmla="*/ 159092 w 725009"/>
                <a:gd name="connsiteY3" fmla="*/ 1231261 h 1231261"/>
                <a:gd name="connsiteX4" fmla="*/ 0 w 725009"/>
                <a:gd name="connsiteY4" fmla="*/ 1203768 h 1231261"/>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497"/>
                <a:gd name="connsiteY0" fmla="*/ 1279028 h 1306521"/>
                <a:gd name="connsiteX1" fmla="*/ 225399 w 725497"/>
                <a:gd name="connsiteY1" fmla="*/ 75260 h 1306521"/>
                <a:gd name="connsiteX2" fmla="*/ 396193 w 725497"/>
                <a:gd name="connsiteY2" fmla="*/ 156799 h 1306521"/>
                <a:gd name="connsiteX3" fmla="*/ 725009 w 725497"/>
                <a:gd name="connsiteY3" fmla="*/ 205042 h 1306521"/>
                <a:gd name="connsiteX4" fmla="*/ 159092 w 725497"/>
                <a:gd name="connsiteY4" fmla="*/ 1306521 h 1306521"/>
                <a:gd name="connsiteX5" fmla="*/ 0 w 725497"/>
                <a:gd name="connsiteY5" fmla="*/ 1279028 h 1306521"/>
                <a:gd name="connsiteX0" fmla="*/ 0 w 725239"/>
                <a:gd name="connsiteY0" fmla="*/ 1295668 h 1323161"/>
                <a:gd name="connsiteX1" fmla="*/ 225399 w 725239"/>
                <a:gd name="connsiteY1" fmla="*/ 91900 h 1323161"/>
                <a:gd name="connsiteX2" fmla="*/ 725009 w 725239"/>
                <a:gd name="connsiteY2" fmla="*/ 221682 h 1323161"/>
                <a:gd name="connsiteX3" fmla="*/ 159092 w 725239"/>
                <a:gd name="connsiteY3" fmla="*/ 1323161 h 1323161"/>
                <a:gd name="connsiteX4" fmla="*/ 0 w 725239"/>
                <a:gd name="connsiteY4" fmla="*/ 1295668 h 1323161"/>
                <a:gd name="connsiteX0" fmla="*/ 0 w 725221"/>
                <a:gd name="connsiteY0" fmla="*/ 1210552 h 1238045"/>
                <a:gd name="connsiteX1" fmla="*/ 191583 w 725221"/>
                <a:gd name="connsiteY1" fmla="*/ 153319 h 1238045"/>
                <a:gd name="connsiteX2" fmla="*/ 725009 w 725221"/>
                <a:gd name="connsiteY2" fmla="*/ 136566 h 1238045"/>
                <a:gd name="connsiteX3" fmla="*/ 159092 w 725221"/>
                <a:gd name="connsiteY3" fmla="*/ 1238045 h 1238045"/>
                <a:gd name="connsiteX4" fmla="*/ 0 w 725221"/>
                <a:gd name="connsiteY4" fmla="*/ 1210552 h 1238045"/>
                <a:gd name="connsiteX0" fmla="*/ 0 w 725305"/>
                <a:gd name="connsiteY0" fmla="*/ 1158512 h 1186005"/>
                <a:gd name="connsiteX1" fmla="*/ 191583 w 725305"/>
                <a:gd name="connsiteY1" fmla="*/ 101279 h 1186005"/>
                <a:gd name="connsiteX2" fmla="*/ 725009 w 725305"/>
                <a:gd name="connsiteY2" fmla="*/ 84526 h 1186005"/>
                <a:gd name="connsiteX3" fmla="*/ 159092 w 725305"/>
                <a:gd name="connsiteY3" fmla="*/ 1186005 h 1186005"/>
                <a:gd name="connsiteX4" fmla="*/ 0 w 725305"/>
                <a:gd name="connsiteY4" fmla="*/ 1158512 h 1186005"/>
                <a:gd name="connsiteX0" fmla="*/ 0 w 725009"/>
                <a:gd name="connsiteY0" fmla="*/ 1073986 h 1101479"/>
                <a:gd name="connsiteX1" fmla="*/ 191583 w 725009"/>
                <a:gd name="connsiteY1" fmla="*/ 16753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5009" h="1101479">
                  <a:moveTo>
                    <a:pt x="0" y="1073986"/>
                  </a:moveTo>
                  <a:cubicBezTo>
                    <a:pt x="95638" y="589814"/>
                    <a:pt x="96800" y="618448"/>
                    <a:pt x="206612" y="1724"/>
                  </a:cubicBezTo>
                  <a:cubicBezTo>
                    <a:pt x="451440" y="14348"/>
                    <a:pt x="499346" y="35256"/>
                    <a:pt x="725009" y="0"/>
                  </a:cubicBezTo>
                  <a:cubicBezTo>
                    <a:pt x="326141" y="749497"/>
                    <a:pt x="642687" y="159790"/>
                    <a:pt x="159092" y="1101479"/>
                  </a:cubicBezTo>
                  <a:cubicBezTo>
                    <a:pt x="24807" y="1072843"/>
                    <a:pt x="92525" y="1088071"/>
                    <a:pt x="0" y="1073986"/>
                  </a:cubicBezTo>
                  <a:close/>
                </a:path>
              </a:pathLst>
            </a:custGeom>
            <a:gradFill>
              <a:gsLst>
                <a:gs pos="0">
                  <a:schemeClr val="bg1">
                    <a:lumMod val="95000"/>
                    <a:alpha val="55000"/>
                  </a:schemeClr>
                </a:gs>
                <a:gs pos="100000">
                  <a:schemeClr val="bg1">
                    <a:lumMod val="75000"/>
                  </a:schemeClr>
                </a:gs>
              </a:gsLst>
            </a:gradFill>
            <a:ln>
              <a:solidFill>
                <a:schemeClr val="bg1">
                  <a:lumMod val="75000"/>
                </a:schemeClr>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74" name="Freeform 273"/>
            <p:cNvSpPr/>
            <p:nvPr/>
          </p:nvSpPr>
          <p:spPr>
            <a:xfrm>
              <a:off x="4300538" y="4956175"/>
              <a:ext cx="514350" cy="577850"/>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503138"/>
                <a:gd name="connsiteY0" fmla="*/ 961687 h 964568"/>
                <a:gd name="connsiteX1" fmla="*/ 0 w 503138"/>
                <a:gd name="connsiteY1" fmla="*/ 70 h 964568"/>
                <a:gd name="connsiteX2" fmla="*/ 503138 w 503138"/>
                <a:gd name="connsiteY2" fmla="*/ 154187 h 964568"/>
                <a:gd name="connsiteX3" fmla="*/ 273339 w 503138"/>
                <a:gd name="connsiteY3" fmla="*/ 964568 h 964568"/>
                <a:gd name="connsiteX4" fmla="*/ 197928 w 503138"/>
                <a:gd name="connsiteY4" fmla="*/ 961687 h 964568"/>
                <a:gd name="connsiteX0" fmla="*/ 201456 w 506666"/>
                <a:gd name="connsiteY0" fmla="*/ 807500 h 810381"/>
                <a:gd name="connsiteX1" fmla="*/ 0 w 506666"/>
                <a:gd name="connsiteY1" fmla="*/ 15216 h 810381"/>
                <a:gd name="connsiteX2" fmla="*/ 506666 w 506666"/>
                <a:gd name="connsiteY2" fmla="*/ 0 h 810381"/>
                <a:gd name="connsiteX3" fmla="*/ 276867 w 506666"/>
                <a:gd name="connsiteY3" fmla="*/ 810381 h 810381"/>
                <a:gd name="connsiteX4" fmla="*/ 201456 w 506666"/>
                <a:gd name="connsiteY4" fmla="*/ 807500 h 810381"/>
                <a:gd name="connsiteX0" fmla="*/ 201456 w 506666"/>
                <a:gd name="connsiteY0" fmla="*/ 807500 h 811593"/>
                <a:gd name="connsiteX1" fmla="*/ 0 w 506666"/>
                <a:gd name="connsiteY1" fmla="*/ 15216 h 811593"/>
                <a:gd name="connsiteX2" fmla="*/ 506666 w 506666"/>
                <a:gd name="connsiteY2" fmla="*/ 0 h 811593"/>
                <a:gd name="connsiteX3" fmla="*/ 276867 w 506666"/>
                <a:gd name="connsiteY3" fmla="*/ 810381 h 811593"/>
                <a:gd name="connsiteX4" fmla="*/ 201456 w 506666"/>
                <a:gd name="connsiteY4" fmla="*/ 807500 h 811593"/>
                <a:gd name="connsiteX0" fmla="*/ 135576 w 506666"/>
                <a:gd name="connsiteY0" fmla="*/ 818480 h 818480"/>
                <a:gd name="connsiteX1" fmla="*/ 0 w 506666"/>
                <a:gd name="connsiteY1" fmla="*/ 15216 h 818480"/>
                <a:gd name="connsiteX2" fmla="*/ 506666 w 506666"/>
                <a:gd name="connsiteY2" fmla="*/ 0 h 818480"/>
                <a:gd name="connsiteX3" fmla="*/ 276867 w 506666"/>
                <a:gd name="connsiteY3" fmla="*/ 81038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789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7896 h 818480"/>
                <a:gd name="connsiteX2" fmla="*/ 506666 w 506666"/>
                <a:gd name="connsiteY2" fmla="*/ 0 h 818480"/>
                <a:gd name="connsiteX3" fmla="*/ 331766 w 506666"/>
                <a:gd name="connsiteY3" fmla="*/ 803061 h 818480"/>
                <a:gd name="connsiteX4" fmla="*/ 135576 w 506666"/>
                <a:gd name="connsiteY4" fmla="*/ 818480 h 818480"/>
                <a:gd name="connsiteX0" fmla="*/ 45472 w 559302"/>
                <a:gd name="connsiteY0" fmla="*/ 807500 h 807500"/>
                <a:gd name="connsiteX1" fmla="*/ 52636 w 559302"/>
                <a:gd name="connsiteY1" fmla="*/ 7896 h 807500"/>
                <a:gd name="connsiteX2" fmla="*/ 559302 w 559302"/>
                <a:gd name="connsiteY2" fmla="*/ 0 h 807500"/>
                <a:gd name="connsiteX3" fmla="*/ 384402 w 559302"/>
                <a:gd name="connsiteY3" fmla="*/ 803061 h 807500"/>
                <a:gd name="connsiteX4" fmla="*/ 45472 w 559302"/>
                <a:gd name="connsiteY4" fmla="*/ 807500 h 807500"/>
                <a:gd name="connsiteX0" fmla="*/ 21974 w 535804"/>
                <a:gd name="connsiteY0" fmla="*/ 807500 h 807500"/>
                <a:gd name="connsiteX1" fmla="*/ 29138 w 535804"/>
                <a:gd name="connsiteY1" fmla="*/ 7896 h 807500"/>
                <a:gd name="connsiteX2" fmla="*/ 535804 w 535804"/>
                <a:gd name="connsiteY2" fmla="*/ 0 h 807500"/>
                <a:gd name="connsiteX3" fmla="*/ 360904 w 535804"/>
                <a:gd name="connsiteY3" fmla="*/ 803061 h 807500"/>
                <a:gd name="connsiteX4" fmla="*/ 21974 w 535804"/>
                <a:gd name="connsiteY4" fmla="*/ 807500 h 807500"/>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30473"/>
                <a:gd name="connsiteX1" fmla="*/ 0 w 506666"/>
                <a:gd name="connsiteY1" fmla="*/ 7896 h 830473"/>
                <a:gd name="connsiteX2" fmla="*/ 506666 w 506666"/>
                <a:gd name="connsiteY2" fmla="*/ 0 h 830473"/>
                <a:gd name="connsiteX3" fmla="*/ 331766 w 506666"/>
                <a:gd name="connsiteY3" fmla="*/ 828681 h 830473"/>
                <a:gd name="connsiteX4" fmla="*/ 128256 w 506666"/>
                <a:gd name="connsiteY4" fmla="*/ 829461 h 830473"/>
                <a:gd name="connsiteX0" fmla="*/ 128256 w 506666"/>
                <a:gd name="connsiteY0" fmla="*/ 829461 h 830473"/>
                <a:gd name="connsiteX1" fmla="*/ 0 w 506666"/>
                <a:gd name="connsiteY1" fmla="*/ 7896 h 830473"/>
                <a:gd name="connsiteX2" fmla="*/ 506666 w 506666"/>
                <a:gd name="connsiteY2" fmla="*/ 0 h 830473"/>
                <a:gd name="connsiteX3" fmla="*/ 331766 w 506666"/>
                <a:gd name="connsiteY3" fmla="*/ 828681 h 830473"/>
                <a:gd name="connsiteX4" fmla="*/ 128256 w 506666"/>
                <a:gd name="connsiteY4" fmla="*/ 829461 h 830473"/>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4180" h="578353">
                  <a:moveTo>
                    <a:pt x="135770" y="577341"/>
                  </a:moveTo>
                  <a:cubicBezTo>
                    <a:pt x="50587" y="214237"/>
                    <a:pt x="96631" y="442038"/>
                    <a:pt x="0" y="0"/>
                  </a:cubicBezTo>
                  <a:lnTo>
                    <a:pt x="514180" y="10891"/>
                  </a:lnTo>
                  <a:cubicBezTo>
                    <a:pt x="417353" y="348331"/>
                    <a:pt x="426658" y="280104"/>
                    <a:pt x="339280" y="576561"/>
                  </a:cubicBezTo>
                  <a:cubicBezTo>
                    <a:pt x="292835" y="580865"/>
                    <a:pt x="203869" y="575875"/>
                    <a:pt x="135770" y="577341"/>
                  </a:cubicBezTo>
                  <a:close/>
                </a:path>
              </a:pathLst>
            </a:custGeom>
            <a:gradFill>
              <a:gsLst>
                <a:gs pos="0">
                  <a:schemeClr val="bg1">
                    <a:lumMod val="95000"/>
                    <a:alpha val="55000"/>
                  </a:schemeClr>
                </a:gs>
                <a:gs pos="100000">
                  <a:schemeClr val="bg1">
                    <a:lumMod val="75000"/>
                  </a:schemeClr>
                </a:gs>
              </a:gsLst>
            </a:gradFill>
            <a:ln>
              <a:solidFill>
                <a:schemeClr val="bg1">
                  <a:lumMod val="75000"/>
                </a:schemeClr>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75" name="Freeform 274"/>
            <p:cNvSpPr/>
            <p:nvPr/>
          </p:nvSpPr>
          <p:spPr>
            <a:xfrm>
              <a:off x="3521075" y="4919663"/>
              <a:ext cx="593725" cy="1216025"/>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621064"/>
                <a:gd name="connsiteY0" fmla="*/ 973305 h 973305"/>
                <a:gd name="connsiteX1" fmla="*/ 0 w 621064"/>
                <a:gd name="connsiteY1" fmla="*/ 11688 h 973305"/>
                <a:gd name="connsiteX2" fmla="*/ 499610 w 621064"/>
                <a:gd name="connsiteY2" fmla="*/ 0 h 973305"/>
                <a:gd name="connsiteX3" fmla="*/ 558839 w 621064"/>
                <a:gd name="connsiteY3" fmla="*/ 754682 h 973305"/>
                <a:gd name="connsiteX4" fmla="*/ 197928 w 621064"/>
                <a:gd name="connsiteY4" fmla="*/ 973305 h 973305"/>
                <a:gd name="connsiteX0" fmla="*/ 197928 w 558839"/>
                <a:gd name="connsiteY0" fmla="*/ 973305 h 973305"/>
                <a:gd name="connsiteX1" fmla="*/ 0 w 558839"/>
                <a:gd name="connsiteY1" fmla="*/ 11688 h 973305"/>
                <a:gd name="connsiteX2" fmla="*/ 499610 w 558839"/>
                <a:gd name="connsiteY2" fmla="*/ 0 h 973305"/>
                <a:gd name="connsiteX3" fmla="*/ 558839 w 558839"/>
                <a:gd name="connsiteY3" fmla="*/ 754682 h 973305"/>
                <a:gd name="connsiteX4" fmla="*/ 197928 w 558839"/>
                <a:gd name="connsiteY4" fmla="*/ 973305 h 973305"/>
                <a:gd name="connsiteX0" fmla="*/ 197928 w 558839"/>
                <a:gd name="connsiteY0" fmla="*/ 973305 h 973305"/>
                <a:gd name="connsiteX1" fmla="*/ 0 w 558839"/>
                <a:gd name="connsiteY1" fmla="*/ 11688 h 973305"/>
                <a:gd name="connsiteX2" fmla="*/ 499610 w 558839"/>
                <a:gd name="connsiteY2" fmla="*/ 0 h 973305"/>
                <a:gd name="connsiteX3" fmla="*/ 558839 w 558839"/>
                <a:gd name="connsiteY3" fmla="*/ 754682 h 973305"/>
                <a:gd name="connsiteX4" fmla="*/ 197928 w 558839"/>
                <a:gd name="connsiteY4" fmla="*/ 973305 h 973305"/>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1315828 h 1315828"/>
                <a:gd name="connsiteX1" fmla="*/ 0 w 558839"/>
                <a:gd name="connsiteY1" fmla="*/ 531414 h 1315828"/>
                <a:gd name="connsiteX2" fmla="*/ 506930 w 558839"/>
                <a:gd name="connsiteY2" fmla="*/ 0 h 1315828"/>
                <a:gd name="connsiteX3" fmla="*/ 558839 w 558839"/>
                <a:gd name="connsiteY3" fmla="*/ 1274408 h 1315828"/>
                <a:gd name="connsiteX4" fmla="*/ 370213 w 558839"/>
                <a:gd name="connsiteY4" fmla="*/ 1315828 h 1315828"/>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88119"/>
                <a:gd name="connsiteY0" fmla="*/ 1326654 h 1326654"/>
                <a:gd name="connsiteX1" fmla="*/ 0 w 588119"/>
                <a:gd name="connsiteY1" fmla="*/ 554 h 1326654"/>
                <a:gd name="connsiteX2" fmla="*/ 521570 w 588119"/>
                <a:gd name="connsiteY2" fmla="*/ 10826 h 1326654"/>
                <a:gd name="connsiteX3" fmla="*/ 588119 w 588119"/>
                <a:gd name="connsiteY3" fmla="*/ 1321835 h 1326654"/>
                <a:gd name="connsiteX4" fmla="*/ 384853 w 588119"/>
                <a:gd name="connsiteY4" fmla="*/ 1326654 h 1326654"/>
                <a:gd name="connsiteX0" fmla="*/ 384853 w 588119"/>
                <a:gd name="connsiteY0" fmla="*/ 1326654 h 1326654"/>
                <a:gd name="connsiteX1" fmla="*/ 0 w 588119"/>
                <a:gd name="connsiteY1" fmla="*/ 554 h 1326654"/>
                <a:gd name="connsiteX2" fmla="*/ 521570 w 588119"/>
                <a:gd name="connsiteY2" fmla="*/ 10826 h 1326654"/>
                <a:gd name="connsiteX3" fmla="*/ 588119 w 588119"/>
                <a:gd name="connsiteY3" fmla="*/ 1321835 h 1326654"/>
                <a:gd name="connsiteX4" fmla="*/ 384853 w 588119"/>
                <a:gd name="connsiteY4" fmla="*/ 1326654 h 1326654"/>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94113"/>
                <a:gd name="connsiteY0" fmla="*/ 1097905 h 1179971"/>
                <a:gd name="connsiteX1" fmla="*/ 0 w 594113"/>
                <a:gd name="connsiteY1" fmla="*/ 4757 h 1179971"/>
                <a:gd name="connsiteX2" fmla="*/ 502783 w 594113"/>
                <a:gd name="connsiteY2" fmla="*/ 0 h 1179971"/>
                <a:gd name="connsiteX3" fmla="*/ 594113 w 594113"/>
                <a:gd name="connsiteY3" fmla="*/ 1179818 h 1179971"/>
                <a:gd name="connsiteX4" fmla="*/ 366066 w 594113"/>
                <a:gd name="connsiteY4" fmla="*/ 1097905 h 1179971"/>
                <a:gd name="connsiteX0" fmla="*/ 403236 w 594113"/>
                <a:gd name="connsiteY0" fmla="*/ 1215612 h 1215612"/>
                <a:gd name="connsiteX1" fmla="*/ 0 w 594113"/>
                <a:gd name="connsiteY1" fmla="*/ 4757 h 1215612"/>
                <a:gd name="connsiteX2" fmla="*/ 502783 w 594113"/>
                <a:gd name="connsiteY2" fmla="*/ 0 h 1215612"/>
                <a:gd name="connsiteX3" fmla="*/ 594113 w 594113"/>
                <a:gd name="connsiteY3" fmla="*/ 1179818 h 1215612"/>
                <a:gd name="connsiteX4" fmla="*/ 403236 w 594113"/>
                <a:gd name="connsiteY4" fmla="*/ 1215612 h 12156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4113" h="1215612">
                  <a:moveTo>
                    <a:pt x="403236" y="1215612"/>
                  </a:moveTo>
                  <a:cubicBezTo>
                    <a:pt x="223947" y="663007"/>
                    <a:pt x="295574" y="908506"/>
                    <a:pt x="0" y="4757"/>
                  </a:cubicBezTo>
                  <a:cubicBezTo>
                    <a:pt x="166537" y="861"/>
                    <a:pt x="336246" y="3896"/>
                    <a:pt x="502783" y="0"/>
                  </a:cubicBezTo>
                  <a:cubicBezTo>
                    <a:pt x="555943" y="995541"/>
                    <a:pt x="557486" y="515061"/>
                    <a:pt x="594113" y="1179818"/>
                  </a:cubicBezTo>
                  <a:cubicBezTo>
                    <a:pt x="496428" y="1184123"/>
                    <a:pt x="599434" y="1214146"/>
                    <a:pt x="403236" y="1215612"/>
                  </a:cubicBezTo>
                  <a:close/>
                </a:path>
              </a:pathLst>
            </a:custGeom>
            <a:gradFill>
              <a:gsLst>
                <a:gs pos="0">
                  <a:schemeClr val="bg1">
                    <a:lumMod val="95000"/>
                    <a:alpha val="55000"/>
                  </a:schemeClr>
                </a:gs>
                <a:gs pos="100000">
                  <a:schemeClr val="bg1">
                    <a:lumMod val="75000"/>
                  </a:schemeClr>
                </a:gs>
              </a:gsLst>
            </a:gradFill>
            <a:ln>
              <a:solidFill>
                <a:schemeClr val="bg1">
                  <a:lumMod val="75000"/>
                </a:schemeClr>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grpSp>
          <p:nvGrpSpPr>
            <p:cNvPr id="18" name="Group 17"/>
            <p:cNvGrpSpPr/>
            <p:nvPr/>
          </p:nvGrpSpPr>
          <p:grpSpPr>
            <a:xfrm>
              <a:off x="1757805" y="2331054"/>
              <a:ext cx="1079500" cy="2674334"/>
              <a:chOff x="1757805" y="2331054"/>
              <a:chExt cx="1079500" cy="2674334"/>
            </a:xfrm>
          </p:grpSpPr>
          <p:sp>
            <p:nvSpPr>
              <p:cNvPr id="108" name="Rectangle 107"/>
              <p:cNvSpPr/>
              <p:nvPr/>
            </p:nvSpPr>
            <p:spPr bwMode="auto">
              <a:xfrm rot="10800000">
                <a:off x="1789113" y="2580876"/>
                <a:ext cx="1027112" cy="1083074"/>
              </a:xfrm>
              <a:prstGeom prst="rect">
                <a:avLst/>
              </a:prstGeom>
              <a:gradFill>
                <a:gsLst>
                  <a:gs pos="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grpSp>
            <p:nvGrpSpPr>
              <p:cNvPr id="47266" name="Group 104"/>
              <p:cNvGrpSpPr>
                <a:grpSpLocks/>
              </p:cNvGrpSpPr>
              <p:nvPr/>
            </p:nvGrpSpPr>
            <p:grpSpPr bwMode="auto">
              <a:xfrm>
                <a:off x="1782739" y="4616206"/>
                <a:ext cx="1034710" cy="389182"/>
                <a:chOff x="4128636" y="3606589"/>
                <a:chExt cx="568145" cy="338667"/>
              </a:xfrm>
            </p:grpSpPr>
            <p:sp>
              <p:nvSpPr>
                <p:cNvPr id="119" name="Oval 118"/>
                <p:cNvSpPr/>
                <p:nvPr/>
              </p:nvSpPr>
              <p:spPr>
                <a:xfrm>
                  <a:off x="4128649" y="3720080"/>
                  <a:ext cx="568332" cy="225176"/>
                </a:xfrm>
                <a:prstGeom prst="ellipse">
                  <a:avLst/>
                </a:prstGeom>
                <a:solidFill>
                  <a:schemeClr val="accent2">
                    <a:lumMod val="75000"/>
                  </a:schemeClr>
                </a:solid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20" name="Rectangle 119"/>
                <p:cNvSpPr/>
                <p:nvPr/>
              </p:nvSpPr>
              <p:spPr>
                <a:xfrm>
                  <a:off x="4128649" y="3720080"/>
                  <a:ext cx="568332" cy="111898"/>
                </a:xfrm>
                <a:prstGeom prst="rect">
                  <a:avLst/>
                </a:prstGeom>
                <a:solidFill>
                  <a:schemeClr val="accent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21" name="Oval 120"/>
                <p:cNvSpPr/>
                <p:nvPr/>
              </p:nvSpPr>
              <p:spPr>
                <a:xfrm>
                  <a:off x="4128649" y="3606801"/>
                  <a:ext cx="568332" cy="225176"/>
                </a:xfrm>
                <a:prstGeom prst="ellipse">
                  <a:avLst/>
                </a:prstGeom>
                <a:solidFill>
                  <a:schemeClr val="accent2">
                    <a:lumMod val="60000"/>
                    <a:lumOff val="40000"/>
                    <a:alpha val="7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22" name="Straight Connector 121"/>
                <p:cNvCxnSpPr/>
                <p:nvPr/>
              </p:nvCxnSpPr>
              <p:spPr>
                <a:xfrm>
                  <a:off x="4696981" y="3720080"/>
                  <a:ext cx="0" cy="111898"/>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23" name="Straight Connector 122"/>
                <p:cNvCxnSpPr/>
                <p:nvPr/>
              </p:nvCxnSpPr>
              <p:spPr>
                <a:xfrm>
                  <a:off x="4128649" y="3720080"/>
                  <a:ext cx="0" cy="111898"/>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sp>
            <p:nvSpPr>
              <p:cNvPr id="147" name="Rectangle 146"/>
              <p:cNvSpPr/>
              <p:nvPr/>
            </p:nvSpPr>
            <p:spPr bwMode="auto">
              <a:xfrm>
                <a:off x="1801813" y="3602038"/>
                <a:ext cx="1027112" cy="1163637"/>
              </a:xfrm>
              <a:prstGeom prst="rect">
                <a:avLst/>
              </a:prstGeom>
              <a:gradFill>
                <a:gsLst>
                  <a:gs pos="0">
                    <a:schemeClr val="accent2">
                      <a:lumMod val="60000"/>
                      <a:lumOff val="40000"/>
                      <a:alpha val="62000"/>
                    </a:schemeClr>
                  </a:gs>
                  <a:gs pos="54000">
                    <a:schemeClr val="accent2">
                      <a:lumMod val="40000"/>
                      <a:lumOff val="6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13" name="Straight Connector 112"/>
              <p:cNvCxnSpPr/>
              <p:nvPr/>
            </p:nvCxnSpPr>
            <p:spPr bwMode="auto">
              <a:xfrm>
                <a:off x="1781175" y="2805113"/>
                <a:ext cx="20638" cy="2020887"/>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112" name="Straight Connector 111"/>
              <p:cNvCxnSpPr/>
              <p:nvPr/>
            </p:nvCxnSpPr>
            <p:spPr bwMode="auto">
              <a:xfrm flipH="1">
                <a:off x="2817813" y="2805113"/>
                <a:ext cx="4762" cy="1976437"/>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7272" name="Group 9"/>
              <p:cNvGrpSpPr>
                <a:grpSpLocks/>
              </p:cNvGrpSpPr>
              <p:nvPr/>
            </p:nvGrpSpPr>
            <p:grpSpPr bwMode="auto">
              <a:xfrm>
                <a:off x="1757805" y="2331054"/>
                <a:ext cx="1079500" cy="430213"/>
                <a:chOff x="2183302" y="1574638"/>
                <a:chExt cx="1200154" cy="430181"/>
              </a:xfrm>
            </p:grpSpPr>
            <p:sp>
              <p:nvSpPr>
                <p:cNvPr id="369" name="Oval 368"/>
                <p:cNvSpPr/>
                <p:nvPr/>
              </p:nvSpPr>
              <p:spPr bwMode="auto">
                <a:xfrm flipV="1">
                  <a:off x="2186832" y="1690517"/>
                  <a:ext cx="1194859" cy="314302"/>
                </a:xfrm>
                <a:prstGeom prst="ellipse">
                  <a:avLst/>
                </a:prstGeom>
                <a:gradFill flip="none" rotWithShape="1">
                  <a:gsLst>
                    <a:gs pos="0">
                      <a:schemeClr val="accent2">
                        <a:lumMod val="75000"/>
                      </a:schemeClr>
                    </a:gs>
                    <a:gs pos="31000">
                      <a:schemeClr val="accent2">
                        <a:lumMod val="60000"/>
                        <a:lumOff val="40000"/>
                      </a:schemeClr>
                    </a:gs>
                    <a:gs pos="100000">
                      <a:schemeClr val="accent2">
                        <a:lumMod val="20000"/>
                        <a:lumOff val="80000"/>
                      </a:schemeClr>
                    </a:gs>
                  </a:gsLst>
                  <a:lin ang="16200000" scaled="0"/>
                  <a:tileRect/>
                </a:gradFill>
                <a:ln w="6350" cmpd="sng">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70" name="Rectangle 369"/>
                <p:cNvSpPr/>
                <p:nvPr/>
              </p:nvSpPr>
              <p:spPr bwMode="auto">
                <a:xfrm>
                  <a:off x="2183302" y="1734964"/>
                  <a:ext cx="1198389" cy="112704"/>
                </a:xfrm>
                <a:prstGeom prst="rect">
                  <a:avLst/>
                </a:prstGeom>
                <a:gradFill>
                  <a:gsLst>
                    <a:gs pos="0">
                      <a:schemeClr val="accent2">
                        <a:lumMod val="40000"/>
                        <a:lumOff val="60000"/>
                      </a:schemeClr>
                    </a:gs>
                    <a:gs pos="54000">
                      <a:schemeClr val="accent2">
                        <a:lumMod val="60000"/>
                        <a:lumOff val="40000"/>
                      </a:schemeClr>
                    </a:gs>
                    <a:gs pos="100000">
                      <a:schemeClr val="accent2">
                        <a:lumMod val="75000"/>
                      </a:schemeClr>
                    </a:gs>
                  </a:gsLst>
                  <a:lin ang="162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71" name="Oval 370"/>
                <p:cNvSpPr/>
                <p:nvPr/>
              </p:nvSpPr>
              <p:spPr bwMode="auto">
                <a:xfrm flipV="1">
                  <a:off x="2183302" y="1574638"/>
                  <a:ext cx="1196624" cy="314302"/>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72" name="Freeform 371"/>
                <p:cNvSpPr/>
                <p:nvPr/>
              </p:nvSpPr>
              <p:spPr bwMode="auto">
                <a:xfrm>
                  <a:off x="2490400" y="1671469"/>
                  <a:ext cx="582428" cy="15715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73" name="Freeform 372"/>
                <p:cNvSpPr/>
                <p:nvPr/>
              </p:nvSpPr>
              <p:spPr bwMode="auto">
                <a:xfrm>
                  <a:off x="2430393" y="1630197"/>
                  <a:ext cx="702443" cy="109529"/>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74" name="Freeform 373"/>
                <p:cNvSpPr/>
                <p:nvPr/>
              </p:nvSpPr>
              <p:spPr bwMode="auto">
                <a:xfrm>
                  <a:off x="2892805" y="1723852"/>
                  <a:ext cx="257680" cy="95243"/>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75" name="Freeform 374"/>
                <p:cNvSpPr/>
                <p:nvPr/>
              </p:nvSpPr>
              <p:spPr bwMode="auto">
                <a:xfrm>
                  <a:off x="2418037" y="1725440"/>
                  <a:ext cx="254150" cy="95243"/>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76" name="Straight Connector 375"/>
                <p:cNvCxnSpPr>
                  <a:endCxn id="371" idx="2"/>
                </p:cNvCxnSpPr>
                <p:nvPr/>
              </p:nvCxnSpPr>
              <p:spPr bwMode="auto">
                <a:xfrm flipH="1" flipV="1">
                  <a:off x="2183302" y="1731787"/>
                  <a:ext cx="3530" cy="122228"/>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77" name="Straight Connector 376"/>
                <p:cNvCxnSpPr/>
                <p:nvPr/>
              </p:nvCxnSpPr>
              <p:spPr bwMode="auto">
                <a:xfrm flipH="1" flipV="1">
                  <a:off x="3379926" y="1728615"/>
                  <a:ext cx="3530" cy="122228"/>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grpSp>
          <p:nvGrpSpPr>
            <p:cNvPr id="19" name="Group 18"/>
            <p:cNvGrpSpPr/>
            <p:nvPr/>
          </p:nvGrpSpPr>
          <p:grpSpPr>
            <a:xfrm>
              <a:off x="3500438" y="3174091"/>
              <a:ext cx="522287" cy="1831297"/>
              <a:chOff x="3500438" y="3174091"/>
              <a:chExt cx="522287" cy="1831297"/>
            </a:xfrm>
          </p:grpSpPr>
          <p:sp>
            <p:nvSpPr>
              <p:cNvPr id="171" name="Rectangle 170"/>
              <p:cNvSpPr/>
              <p:nvPr/>
            </p:nvSpPr>
            <p:spPr bwMode="auto">
              <a:xfrm rot="10800000">
                <a:off x="3507320" y="3287221"/>
                <a:ext cx="498349" cy="306623"/>
              </a:xfrm>
              <a:prstGeom prst="rect">
                <a:avLst/>
              </a:prstGeom>
              <a:gradFill>
                <a:gsLst>
                  <a:gs pos="100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90" name="Straight Connector 89"/>
              <p:cNvCxnSpPr/>
              <p:nvPr/>
            </p:nvCxnSpPr>
            <p:spPr bwMode="auto">
              <a:xfrm flipH="1">
                <a:off x="4019550" y="3321180"/>
                <a:ext cx="1059" cy="1536570"/>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pic>
            <p:nvPicPr>
              <p:cNvPr id="47247" name="Picture 86" descr="router_top.png"/>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3500438" y="3194292"/>
                <a:ext cx="522287" cy="2204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nvGrpSpPr>
              <p:cNvPr id="47249" name="Group 82"/>
              <p:cNvGrpSpPr>
                <a:grpSpLocks/>
              </p:cNvGrpSpPr>
              <p:nvPr/>
            </p:nvGrpSpPr>
            <p:grpSpPr bwMode="auto">
              <a:xfrm>
                <a:off x="3511442" y="4783543"/>
                <a:ext cx="507858" cy="221845"/>
                <a:chOff x="4128636" y="3606589"/>
                <a:chExt cx="568145" cy="338667"/>
              </a:xfrm>
            </p:grpSpPr>
            <p:sp>
              <p:nvSpPr>
                <p:cNvPr id="97" name="Oval 96"/>
                <p:cNvSpPr/>
                <p:nvPr/>
              </p:nvSpPr>
              <p:spPr>
                <a:xfrm>
                  <a:off x="4128757" y="3719873"/>
                  <a:ext cx="568304" cy="225383"/>
                </a:xfrm>
                <a:prstGeom prst="ellipse">
                  <a:avLst/>
                </a:prstGeom>
                <a:solidFill>
                  <a:schemeClr val="accent2">
                    <a:lumMod val="75000"/>
                  </a:schemeClr>
                </a:solid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98" name="Rectangle 97"/>
                <p:cNvSpPr/>
                <p:nvPr/>
              </p:nvSpPr>
              <p:spPr>
                <a:xfrm>
                  <a:off x="4128757" y="3719873"/>
                  <a:ext cx="568304" cy="111479"/>
                </a:xfrm>
                <a:prstGeom prst="rect">
                  <a:avLst/>
                </a:prstGeom>
                <a:solidFill>
                  <a:schemeClr val="accent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99" name="Oval 98"/>
                <p:cNvSpPr/>
                <p:nvPr/>
              </p:nvSpPr>
              <p:spPr>
                <a:xfrm>
                  <a:off x="4128757" y="3605971"/>
                  <a:ext cx="568304" cy="225382"/>
                </a:xfrm>
                <a:prstGeom prst="ellipse">
                  <a:avLst/>
                </a:prstGeom>
                <a:solidFill>
                  <a:schemeClr val="accent2">
                    <a:lumMod val="40000"/>
                    <a:lumOff val="60000"/>
                    <a:alpha val="5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00" name="Straight Connector 99"/>
                <p:cNvCxnSpPr/>
                <p:nvPr/>
              </p:nvCxnSpPr>
              <p:spPr>
                <a:xfrm>
                  <a:off x="4697061" y="3719873"/>
                  <a:ext cx="0" cy="111479"/>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01" name="Straight Connector 100"/>
                <p:cNvCxnSpPr/>
                <p:nvPr/>
              </p:nvCxnSpPr>
              <p:spPr>
                <a:xfrm>
                  <a:off x="4128757" y="3719873"/>
                  <a:ext cx="0" cy="111479"/>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sp>
            <p:nvSpPr>
              <p:cNvPr id="155" name="Rectangle 154"/>
              <p:cNvSpPr/>
              <p:nvPr/>
            </p:nvSpPr>
            <p:spPr bwMode="auto">
              <a:xfrm>
                <a:off x="3516313" y="3697288"/>
                <a:ext cx="498475" cy="1163637"/>
              </a:xfrm>
              <a:prstGeom prst="rect">
                <a:avLst/>
              </a:prstGeom>
              <a:gradFill>
                <a:gsLst>
                  <a:gs pos="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74" name="Straight Connector 173"/>
              <p:cNvCxnSpPr>
                <a:stCxn id="381" idx="2"/>
              </p:cNvCxnSpPr>
              <p:nvPr/>
            </p:nvCxnSpPr>
            <p:spPr bwMode="auto">
              <a:xfrm flipH="1">
                <a:off x="3506788" y="3262991"/>
                <a:ext cx="4762" cy="1688422"/>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7233" name="Group 377"/>
              <p:cNvGrpSpPr>
                <a:grpSpLocks/>
              </p:cNvGrpSpPr>
              <p:nvPr/>
            </p:nvGrpSpPr>
            <p:grpSpPr bwMode="auto">
              <a:xfrm>
                <a:off x="3511057" y="3174091"/>
                <a:ext cx="504096" cy="242719"/>
                <a:chOff x="2183302" y="1574638"/>
                <a:chExt cx="1200154" cy="430218"/>
              </a:xfrm>
            </p:grpSpPr>
            <p:sp>
              <p:nvSpPr>
                <p:cNvPr id="379" name="Oval 378"/>
                <p:cNvSpPr/>
                <p:nvPr/>
              </p:nvSpPr>
              <p:spPr bwMode="auto">
                <a:xfrm flipV="1">
                  <a:off x="2188256" y="1690004"/>
                  <a:ext cx="1194331" cy="315149"/>
                </a:xfrm>
                <a:prstGeom prst="ellipse">
                  <a:avLst/>
                </a:prstGeom>
                <a:gradFill flip="none" rotWithShape="1">
                  <a:gsLst>
                    <a:gs pos="0">
                      <a:schemeClr val="accent2">
                        <a:lumMod val="75000"/>
                      </a:schemeClr>
                    </a:gs>
                    <a:gs pos="31000">
                      <a:schemeClr val="accent2">
                        <a:lumMod val="60000"/>
                        <a:lumOff val="40000"/>
                      </a:schemeClr>
                    </a:gs>
                    <a:gs pos="100000">
                      <a:schemeClr val="bg1"/>
                    </a:gs>
                  </a:gsLst>
                  <a:lin ang="16200000" scaled="0"/>
                  <a:tileRect/>
                </a:gradFill>
                <a:ln w="6350" cmpd="sng">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80" name="Rectangle 379"/>
                <p:cNvSpPr/>
                <p:nvPr/>
              </p:nvSpPr>
              <p:spPr bwMode="auto">
                <a:xfrm>
                  <a:off x="2184476" y="1735026"/>
                  <a:ext cx="1198111" cy="112553"/>
                </a:xfrm>
                <a:prstGeom prst="rect">
                  <a:avLst/>
                </a:prstGeom>
                <a:gradFill>
                  <a:gsLst>
                    <a:gs pos="0">
                      <a:schemeClr val="accent2">
                        <a:lumMod val="40000"/>
                        <a:lumOff val="60000"/>
                      </a:schemeClr>
                    </a:gs>
                    <a:gs pos="54000">
                      <a:schemeClr val="accent2">
                        <a:lumMod val="60000"/>
                        <a:lumOff val="40000"/>
                      </a:schemeClr>
                    </a:gs>
                    <a:gs pos="100000">
                      <a:schemeClr val="accent2">
                        <a:lumMod val="75000"/>
                      </a:schemeClr>
                    </a:gs>
                  </a:gsLst>
                  <a:lin ang="162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81" name="Oval 380"/>
                <p:cNvSpPr/>
                <p:nvPr/>
              </p:nvSpPr>
              <p:spPr bwMode="auto">
                <a:xfrm flipV="1">
                  <a:off x="2184476" y="1574638"/>
                  <a:ext cx="1194331" cy="315149"/>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82" name="Freeform 381"/>
                <p:cNvSpPr/>
                <p:nvPr/>
              </p:nvSpPr>
              <p:spPr bwMode="auto">
                <a:xfrm>
                  <a:off x="2490619" y="1670308"/>
                  <a:ext cx="582047" cy="157575"/>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83" name="Freeform 382"/>
                <p:cNvSpPr/>
                <p:nvPr/>
              </p:nvSpPr>
              <p:spPr bwMode="auto">
                <a:xfrm>
                  <a:off x="2430146" y="1630915"/>
                  <a:ext cx="702992" cy="109739"/>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84" name="Freeform 383"/>
                <p:cNvSpPr/>
                <p:nvPr/>
              </p:nvSpPr>
              <p:spPr bwMode="auto">
                <a:xfrm>
                  <a:off x="2891248" y="1723770"/>
                  <a:ext cx="260786" cy="9567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85" name="Freeform 384"/>
                <p:cNvSpPr/>
                <p:nvPr/>
              </p:nvSpPr>
              <p:spPr bwMode="auto">
                <a:xfrm>
                  <a:off x="2418806" y="1726585"/>
                  <a:ext cx="253230" cy="92856"/>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86" name="Straight Connector 385"/>
                <p:cNvCxnSpPr>
                  <a:endCxn id="381" idx="2"/>
                </p:cNvCxnSpPr>
                <p:nvPr/>
              </p:nvCxnSpPr>
              <p:spPr bwMode="auto">
                <a:xfrm flipH="1" flipV="1">
                  <a:off x="2184476" y="1732213"/>
                  <a:ext cx="3781" cy="12099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87" name="Straight Connector 386"/>
                <p:cNvCxnSpPr/>
                <p:nvPr/>
              </p:nvCxnSpPr>
              <p:spPr bwMode="auto">
                <a:xfrm flipH="1" flipV="1">
                  <a:off x="3378806" y="1729398"/>
                  <a:ext cx="3781" cy="120996"/>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grpSp>
          <p:nvGrpSpPr>
            <p:cNvPr id="20" name="Group 19"/>
            <p:cNvGrpSpPr/>
            <p:nvPr/>
          </p:nvGrpSpPr>
          <p:grpSpPr>
            <a:xfrm>
              <a:off x="4299212" y="2486508"/>
              <a:ext cx="528376" cy="2517292"/>
              <a:chOff x="4299212" y="2486508"/>
              <a:chExt cx="528376" cy="2517292"/>
            </a:xfrm>
          </p:grpSpPr>
          <p:sp>
            <p:nvSpPr>
              <p:cNvPr id="439" name="Rectangle 438"/>
              <p:cNvSpPr/>
              <p:nvPr/>
            </p:nvSpPr>
            <p:spPr bwMode="auto">
              <a:xfrm rot="10800000">
                <a:off x="4315358" y="2675960"/>
                <a:ext cx="498350" cy="916575"/>
              </a:xfrm>
              <a:prstGeom prst="rect">
                <a:avLst/>
              </a:prstGeom>
              <a:gradFill>
                <a:gsLst>
                  <a:gs pos="100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40" name="Straight Connector 439"/>
              <p:cNvCxnSpPr/>
              <p:nvPr/>
            </p:nvCxnSpPr>
            <p:spPr bwMode="auto">
              <a:xfrm>
                <a:off x="4822015" y="2642002"/>
                <a:ext cx="5573" cy="2214161"/>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7218" name="Group 442"/>
              <p:cNvGrpSpPr>
                <a:grpSpLocks/>
              </p:cNvGrpSpPr>
              <p:nvPr/>
            </p:nvGrpSpPr>
            <p:grpSpPr bwMode="auto">
              <a:xfrm>
                <a:off x="4319479" y="4781999"/>
                <a:ext cx="507859" cy="221801"/>
                <a:chOff x="4128636" y="3606589"/>
                <a:chExt cx="568145" cy="338667"/>
              </a:xfrm>
            </p:grpSpPr>
            <p:sp>
              <p:nvSpPr>
                <p:cNvPr id="452" name="Oval 451"/>
                <p:cNvSpPr/>
                <p:nvPr/>
              </p:nvSpPr>
              <p:spPr>
                <a:xfrm>
                  <a:off x="4128758" y="3719830"/>
                  <a:ext cx="568303" cy="225426"/>
                </a:xfrm>
                <a:prstGeom prst="ellipse">
                  <a:avLst/>
                </a:prstGeom>
                <a:solidFill>
                  <a:schemeClr val="accent2">
                    <a:lumMod val="75000"/>
                  </a:schemeClr>
                </a:solid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53" name="Rectangle 452"/>
                <p:cNvSpPr/>
                <p:nvPr/>
              </p:nvSpPr>
              <p:spPr>
                <a:xfrm>
                  <a:off x="4128758" y="3719830"/>
                  <a:ext cx="568303" cy="111502"/>
                </a:xfrm>
                <a:prstGeom prst="rect">
                  <a:avLst/>
                </a:prstGeom>
                <a:solidFill>
                  <a:schemeClr val="accent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54" name="Oval 453"/>
                <p:cNvSpPr/>
                <p:nvPr/>
              </p:nvSpPr>
              <p:spPr>
                <a:xfrm>
                  <a:off x="4128758" y="3605903"/>
                  <a:ext cx="568303" cy="225428"/>
                </a:xfrm>
                <a:prstGeom prst="ellipse">
                  <a:avLst/>
                </a:prstGeom>
                <a:solidFill>
                  <a:schemeClr val="accent2">
                    <a:lumMod val="40000"/>
                    <a:lumOff val="60000"/>
                    <a:alpha val="5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55" name="Straight Connector 454"/>
                <p:cNvCxnSpPr/>
                <p:nvPr/>
              </p:nvCxnSpPr>
              <p:spPr>
                <a:xfrm>
                  <a:off x="4697061" y="3719830"/>
                  <a:ext cx="0" cy="11150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56" name="Straight Connector 455"/>
                <p:cNvCxnSpPr/>
                <p:nvPr/>
              </p:nvCxnSpPr>
              <p:spPr>
                <a:xfrm>
                  <a:off x="4128758" y="3719830"/>
                  <a:ext cx="0" cy="11150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sp>
            <p:nvSpPr>
              <p:cNvPr id="444" name="Rectangle 443"/>
              <p:cNvSpPr/>
              <p:nvPr/>
            </p:nvSpPr>
            <p:spPr bwMode="auto">
              <a:xfrm>
                <a:off x="4324350" y="3695700"/>
                <a:ext cx="498475" cy="1163638"/>
              </a:xfrm>
              <a:prstGeom prst="rect">
                <a:avLst/>
              </a:prstGeom>
              <a:gradFill>
                <a:gsLst>
                  <a:gs pos="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47" name="Straight Connector 446"/>
              <p:cNvCxnSpPr>
                <a:stCxn id="458" idx="2"/>
              </p:cNvCxnSpPr>
              <p:nvPr/>
            </p:nvCxnSpPr>
            <p:spPr bwMode="auto">
              <a:xfrm>
                <a:off x="4300799" y="2640496"/>
                <a:ext cx="14026" cy="2309329"/>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7137" name="Group 456"/>
              <p:cNvGrpSpPr>
                <a:grpSpLocks/>
              </p:cNvGrpSpPr>
              <p:nvPr/>
            </p:nvGrpSpPr>
            <p:grpSpPr bwMode="auto">
              <a:xfrm>
                <a:off x="4299212" y="2486508"/>
                <a:ext cx="504825" cy="242888"/>
                <a:chOff x="2183302" y="1574638"/>
                <a:chExt cx="1200154" cy="430218"/>
              </a:xfrm>
            </p:grpSpPr>
            <p:sp>
              <p:nvSpPr>
                <p:cNvPr id="458" name="Oval 457"/>
                <p:cNvSpPr/>
                <p:nvPr/>
              </p:nvSpPr>
              <p:spPr bwMode="auto">
                <a:xfrm flipV="1">
                  <a:off x="2187075" y="1689926"/>
                  <a:ext cx="1196381" cy="314930"/>
                </a:xfrm>
                <a:prstGeom prst="ellipse">
                  <a:avLst/>
                </a:prstGeom>
                <a:gradFill flip="none" rotWithShape="1">
                  <a:gsLst>
                    <a:gs pos="0">
                      <a:schemeClr val="accent2">
                        <a:lumMod val="75000"/>
                      </a:schemeClr>
                    </a:gs>
                    <a:gs pos="31000">
                      <a:schemeClr val="accent2">
                        <a:lumMod val="60000"/>
                        <a:lumOff val="40000"/>
                      </a:schemeClr>
                    </a:gs>
                    <a:gs pos="100000">
                      <a:schemeClr val="bg1"/>
                    </a:gs>
                  </a:gsLst>
                  <a:lin ang="16200000" scaled="0"/>
                  <a:tileRect/>
                </a:gradFill>
                <a:ln w="6350" cmpd="sng">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459" name="Rectangle 458"/>
                <p:cNvSpPr/>
                <p:nvPr/>
              </p:nvSpPr>
              <p:spPr bwMode="auto">
                <a:xfrm>
                  <a:off x="2183302" y="1734916"/>
                  <a:ext cx="1200154" cy="112475"/>
                </a:xfrm>
                <a:prstGeom prst="rect">
                  <a:avLst/>
                </a:prstGeom>
                <a:gradFill>
                  <a:gsLst>
                    <a:gs pos="0">
                      <a:schemeClr val="accent2">
                        <a:lumMod val="40000"/>
                        <a:lumOff val="60000"/>
                      </a:schemeClr>
                    </a:gs>
                    <a:gs pos="54000">
                      <a:schemeClr val="accent2">
                        <a:lumMod val="60000"/>
                        <a:lumOff val="40000"/>
                      </a:schemeClr>
                    </a:gs>
                    <a:gs pos="100000">
                      <a:schemeClr val="accent2">
                        <a:lumMod val="75000"/>
                      </a:schemeClr>
                    </a:gs>
                  </a:gsLst>
                  <a:lin ang="162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60" name="Oval 459"/>
                <p:cNvSpPr/>
                <p:nvPr/>
              </p:nvSpPr>
              <p:spPr bwMode="auto">
                <a:xfrm flipV="1">
                  <a:off x="2183302" y="1574638"/>
                  <a:ext cx="1196379" cy="31493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461" name="Freeform 460"/>
                <p:cNvSpPr/>
                <p:nvPr/>
              </p:nvSpPr>
              <p:spPr bwMode="auto">
                <a:xfrm>
                  <a:off x="2489000" y="1670242"/>
                  <a:ext cx="584982" cy="157465"/>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62" name="Freeform 461"/>
                <p:cNvSpPr/>
                <p:nvPr/>
              </p:nvSpPr>
              <p:spPr bwMode="auto">
                <a:xfrm>
                  <a:off x="2428615" y="1630876"/>
                  <a:ext cx="705752" cy="109664"/>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63" name="Freeform 462"/>
                <p:cNvSpPr/>
                <p:nvPr/>
              </p:nvSpPr>
              <p:spPr bwMode="auto">
                <a:xfrm>
                  <a:off x="2892827" y="1723668"/>
                  <a:ext cx="256637" cy="95604"/>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64" name="Freeform 463"/>
                <p:cNvSpPr/>
                <p:nvPr/>
              </p:nvSpPr>
              <p:spPr bwMode="auto">
                <a:xfrm>
                  <a:off x="2417294" y="1726479"/>
                  <a:ext cx="252861" cy="92793"/>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65" name="Straight Connector 464"/>
                <p:cNvCxnSpPr>
                  <a:endCxn id="460" idx="2"/>
                </p:cNvCxnSpPr>
                <p:nvPr/>
              </p:nvCxnSpPr>
              <p:spPr bwMode="auto">
                <a:xfrm flipH="1" flipV="1">
                  <a:off x="2183302" y="1732103"/>
                  <a:ext cx="3773" cy="120912"/>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466" name="Straight Connector 465"/>
                <p:cNvCxnSpPr/>
                <p:nvPr/>
              </p:nvCxnSpPr>
              <p:spPr bwMode="auto">
                <a:xfrm flipH="1" flipV="1">
                  <a:off x="3379681" y="1729292"/>
                  <a:ext cx="3775" cy="120910"/>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grpSp>
          <p:nvGrpSpPr>
            <p:cNvPr id="21" name="Group 20"/>
            <p:cNvGrpSpPr/>
            <p:nvPr/>
          </p:nvGrpSpPr>
          <p:grpSpPr>
            <a:xfrm>
              <a:off x="5491163" y="3179295"/>
              <a:ext cx="522287" cy="1824505"/>
              <a:chOff x="5491163" y="3179295"/>
              <a:chExt cx="522287" cy="1824505"/>
            </a:xfrm>
          </p:grpSpPr>
          <p:sp>
            <p:nvSpPr>
              <p:cNvPr id="468" name="Rectangle 467"/>
              <p:cNvSpPr/>
              <p:nvPr/>
            </p:nvSpPr>
            <p:spPr bwMode="auto">
              <a:xfrm rot="10800000">
                <a:off x="5498044" y="3266845"/>
                <a:ext cx="498349" cy="325689"/>
              </a:xfrm>
              <a:prstGeom prst="rect">
                <a:avLst/>
              </a:prstGeom>
              <a:gradFill>
                <a:gsLst>
                  <a:gs pos="100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69" name="Straight Connector 468"/>
              <p:cNvCxnSpPr>
                <a:stCxn id="489" idx="6"/>
              </p:cNvCxnSpPr>
              <p:nvPr/>
            </p:nvCxnSpPr>
            <p:spPr bwMode="auto">
              <a:xfrm>
                <a:off x="6003925" y="3268195"/>
                <a:ext cx="6350" cy="1581176"/>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pic>
            <p:nvPicPr>
              <p:cNvPr id="47187" name="Picture 469" descr="router_top.png"/>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5491163" y="3206725"/>
                <a:ext cx="522287" cy="2204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nvGrpSpPr>
              <p:cNvPr id="47189" name="Group 471"/>
              <p:cNvGrpSpPr>
                <a:grpSpLocks/>
              </p:cNvGrpSpPr>
              <p:nvPr/>
            </p:nvGrpSpPr>
            <p:grpSpPr bwMode="auto">
              <a:xfrm>
                <a:off x="5502167" y="4781999"/>
                <a:ext cx="507858" cy="221801"/>
                <a:chOff x="4128636" y="3606589"/>
                <a:chExt cx="568145" cy="338667"/>
              </a:xfrm>
            </p:grpSpPr>
            <p:sp>
              <p:nvSpPr>
                <p:cNvPr id="481" name="Oval 480"/>
                <p:cNvSpPr/>
                <p:nvPr/>
              </p:nvSpPr>
              <p:spPr>
                <a:xfrm>
                  <a:off x="4128757" y="3719830"/>
                  <a:ext cx="568304" cy="225426"/>
                </a:xfrm>
                <a:prstGeom prst="ellipse">
                  <a:avLst/>
                </a:prstGeom>
                <a:solidFill>
                  <a:schemeClr val="accent2">
                    <a:lumMod val="75000"/>
                  </a:schemeClr>
                </a:solid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82" name="Rectangle 481"/>
                <p:cNvSpPr/>
                <p:nvPr/>
              </p:nvSpPr>
              <p:spPr>
                <a:xfrm>
                  <a:off x="4128757" y="3719830"/>
                  <a:ext cx="568304" cy="111502"/>
                </a:xfrm>
                <a:prstGeom prst="rect">
                  <a:avLst/>
                </a:prstGeom>
                <a:solidFill>
                  <a:schemeClr val="accent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83" name="Oval 482"/>
                <p:cNvSpPr/>
                <p:nvPr/>
              </p:nvSpPr>
              <p:spPr>
                <a:xfrm>
                  <a:off x="4128757" y="3605903"/>
                  <a:ext cx="568304" cy="225428"/>
                </a:xfrm>
                <a:prstGeom prst="ellipse">
                  <a:avLst/>
                </a:prstGeom>
                <a:solidFill>
                  <a:schemeClr val="accent2">
                    <a:lumMod val="40000"/>
                    <a:lumOff val="60000"/>
                    <a:alpha val="5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84" name="Straight Connector 483"/>
                <p:cNvCxnSpPr/>
                <p:nvPr/>
              </p:nvCxnSpPr>
              <p:spPr>
                <a:xfrm>
                  <a:off x="4697061" y="3719830"/>
                  <a:ext cx="0" cy="11150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85" name="Straight Connector 484"/>
                <p:cNvCxnSpPr/>
                <p:nvPr/>
              </p:nvCxnSpPr>
              <p:spPr>
                <a:xfrm>
                  <a:off x="4128757" y="3719830"/>
                  <a:ext cx="0" cy="11150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sp>
            <p:nvSpPr>
              <p:cNvPr id="473" name="Rectangle 472"/>
              <p:cNvSpPr/>
              <p:nvPr/>
            </p:nvSpPr>
            <p:spPr bwMode="auto">
              <a:xfrm>
                <a:off x="5507038" y="3695700"/>
                <a:ext cx="498475" cy="1163638"/>
              </a:xfrm>
              <a:prstGeom prst="rect">
                <a:avLst/>
              </a:prstGeom>
              <a:gradFill>
                <a:gsLst>
                  <a:gs pos="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76" name="Straight Connector 475"/>
              <p:cNvCxnSpPr>
                <a:stCxn id="47187" idx="1"/>
              </p:cNvCxnSpPr>
              <p:nvPr/>
            </p:nvCxnSpPr>
            <p:spPr bwMode="auto">
              <a:xfrm>
                <a:off x="5491163" y="3316941"/>
                <a:ext cx="6350" cy="1632884"/>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7139" name="Group 485"/>
              <p:cNvGrpSpPr>
                <a:grpSpLocks/>
              </p:cNvGrpSpPr>
              <p:nvPr/>
            </p:nvGrpSpPr>
            <p:grpSpPr bwMode="auto">
              <a:xfrm>
                <a:off x="5500688" y="3179295"/>
                <a:ext cx="504825" cy="242888"/>
                <a:chOff x="2183302" y="1574638"/>
                <a:chExt cx="1200154" cy="430218"/>
              </a:xfrm>
            </p:grpSpPr>
            <p:sp>
              <p:nvSpPr>
                <p:cNvPr id="487" name="Oval 486"/>
                <p:cNvSpPr/>
                <p:nvPr/>
              </p:nvSpPr>
              <p:spPr bwMode="auto">
                <a:xfrm flipV="1">
                  <a:off x="2187075" y="1689926"/>
                  <a:ext cx="1196381" cy="314930"/>
                </a:xfrm>
                <a:prstGeom prst="ellipse">
                  <a:avLst/>
                </a:prstGeom>
                <a:gradFill flip="none" rotWithShape="1">
                  <a:gsLst>
                    <a:gs pos="0">
                      <a:schemeClr val="accent2">
                        <a:lumMod val="75000"/>
                      </a:schemeClr>
                    </a:gs>
                    <a:gs pos="31000">
                      <a:schemeClr val="accent2">
                        <a:lumMod val="60000"/>
                        <a:lumOff val="40000"/>
                      </a:schemeClr>
                    </a:gs>
                    <a:gs pos="100000">
                      <a:schemeClr val="bg1"/>
                    </a:gs>
                  </a:gsLst>
                  <a:lin ang="16200000" scaled="0"/>
                  <a:tileRect/>
                </a:gradFill>
                <a:ln w="6350" cmpd="sng">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488" name="Rectangle 487"/>
                <p:cNvSpPr/>
                <p:nvPr/>
              </p:nvSpPr>
              <p:spPr bwMode="auto">
                <a:xfrm>
                  <a:off x="2183302" y="1734916"/>
                  <a:ext cx="1200154" cy="112475"/>
                </a:xfrm>
                <a:prstGeom prst="rect">
                  <a:avLst/>
                </a:prstGeom>
                <a:gradFill>
                  <a:gsLst>
                    <a:gs pos="0">
                      <a:schemeClr val="accent2">
                        <a:lumMod val="40000"/>
                        <a:lumOff val="60000"/>
                      </a:schemeClr>
                    </a:gs>
                    <a:gs pos="54000">
                      <a:schemeClr val="accent2">
                        <a:lumMod val="60000"/>
                        <a:lumOff val="40000"/>
                      </a:schemeClr>
                    </a:gs>
                    <a:gs pos="100000">
                      <a:schemeClr val="accent2">
                        <a:lumMod val="75000"/>
                      </a:schemeClr>
                    </a:gs>
                  </a:gsLst>
                  <a:lin ang="162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89" name="Oval 488"/>
                <p:cNvSpPr/>
                <p:nvPr/>
              </p:nvSpPr>
              <p:spPr bwMode="auto">
                <a:xfrm flipV="1">
                  <a:off x="2183302" y="1574638"/>
                  <a:ext cx="1196379" cy="31493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490" name="Freeform 489"/>
                <p:cNvSpPr/>
                <p:nvPr/>
              </p:nvSpPr>
              <p:spPr bwMode="auto">
                <a:xfrm>
                  <a:off x="2489000" y="1670242"/>
                  <a:ext cx="584982" cy="157465"/>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91" name="Freeform 490"/>
                <p:cNvSpPr/>
                <p:nvPr/>
              </p:nvSpPr>
              <p:spPr bwMode="auto">
                <a:xfrm>
                  <a:off x="2428615" y="1630876"/>
                  <a:ext cx="705752" cy="109664"/>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92" name="Freeform 491"/>
                <p:cNvSpPr/>
                <p:nvPr/>
              </p:nvSpPr>
              <p:spPr bwMode="auto">
                <a:xfrm>
                  <a:off x="2892827" y="1723668"/>
                  <a:ext cx="256637" cy="95604"/>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93" name="Freeform 492"/>
                <p:cNvSpPr/>
                <p:nvPr/>
              </p:nvSpPr>
              <p:spPr bwMode="auto">
                <a:xfrm>
                  <a:off x="2417294" y="1726479"/>
                  <a:ext cx="252861" cy="92793"/>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94" name="Straight Connector 493"/>
                <p:cNvCxnSpPr>
                  <a:endCxn id="489" idx="2"/>
                </p:cNvCxnSpPr>
                <p:nvPr/>
              </p:nvCxnSpPr>
              <p:spPr bwMode="auto">
                <a:xfrm flipH="1" flipV="1">
                  <a:off x="2183302" y="1732103"/>
                  <a:ext cx="3773" cy="120912"/>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495" name="Straight Connector 494"/>
                <p:cNvCxnSpPr/>
                <p:nvPr/>
              </p:nvCxnSpPr>
              <p:spPr bwMode="auto">
                <a:xfrm flipH="1" flipV="1">
                  <a:off x="3379681" y="1729292"/>
                  <a:ext cx="3775" cy="120910"/>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grpSp>
          <p:nvGrpSpPr>
            <p:cNvPr id="22" name="Group 21"/>
            <p:cNvGrpSpPr/>
            <p:nvPr/>
          </p:nvGrpSpPr>
          <p:grpSpPr>
            <a:xfrm>
              <a:off x="6472366" y="2647932"/>
              <a:ext cx="522159" cy="2354282"/>
              <a:chOff x="6472366" y="2647932"/>
              <a:chExt cx="522159" cy="2354282"/>
            </a:xfrm>
          </p:grpSpPr>
          <p:sp>
            <p:nvSpPr>
              <p:cNvPr id="497" name="Rectangle 496"/>
              <p:cNvSpPr/>
              <p:nvPr/>
            </p:nvSpPr>
            <p:spPr bwMode="auto">
              <a:xfrm rot="10800000">
                <a:off x="6482296" y="2777838"/>
                <a:ext cx="498349" cy="722037"/>
              </a:xfrm>
              <a:prstGeom prst="rect">
                <a:avLst/>
              </a:prstGeom>
              <a:gradFill>
                <a:gsLst>
                  <a:gs pos="100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98" name="Straight Connector 497"/>
              <p:cNvCxnSpPr/>
              <p:nvPr/>
            </p:nvCxnSpPr>
            <p:spPr bwMode="auto">
              <a:xfrm>
                <a:off x="6994525" y="2845840"/>
                <a:ext cx="0" cy="1999208"/>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7160" name="Group 500"/>
              <p:cNvGrpSpPr>
                <a:grpSpLocks/>
              </p:cNvGrpSpPr>
              <p:nvPr/>
            </p:nvGrpSpPr>
            <p:grpSpPr bwMode="auto">
              <a:xfrm>
                <a:off x="6486417" y="4766099"/>
                <a:ext cx="507858" cy="236115"/>
                <a:chOff x="4128636" y="3606589"/>
                <a:chExt cx="568145" cy="338667"/>
              </a:xfrm>
            </p:grpSpPr>
            <p:sp>
              <p:nvSpPr>
                <p:cNvPr id="510" name="Oval 509"/>
                <p:cNvSpPr/>
                <p:nvPr/>
              </p:nvSpPr>
              <p:spPr>
                <a:xfrm>
                  <a:off x="4128757" y="3719828"/>
                  <a:ext cx="568304" cy="225428"/>
                </a:xfrm>
                <a:prstGeom prst="ellipse">
                  <a:avLst/>
                </a:prstGeom>
                <a:solidFill>
                  <a:schemeClr val="accent2">
                    <a:lumMod val="75000"/>
                  </a:schemeClr>
                </a:solid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11" name="Rectangle 510"/>
                <p:cNvSpPr/>
                <p:nvPr/>
              </p:nvSpPr>
              <p:spPr>
                <a:xfrm>
                  <a:off x="4128757" y="3719828"/>
                  <a:ext cx="568304" cy="111502"/>
                </a:xfrm>
                <a:prstGeom prst="rect">
                  <a:avLst/>
                </a:prstGeom>
                <a:solidFill>
                  <a:schemeClr val="accent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12" name="Oval 511"/>
                <p:cNvSpPr/>
                <p:nvPr/>
              </p:nvSpPr>
              <p:spPr>
                <a:xfrm>
                  <a:off x="4128757" y="3605903"/>
                  <a:ext cx="568304" cy="225426"/>
                </a:xfrm>
                <a:prstGeom prst="ellipse">
                  <a:avLst/>
                </a:prstGeom>
                <a:solidFill>
                  <a:schemeClr val="accent2">
                    <a:lumMod val="40000"/>
                    <a:lumOff val="60000"/>
                    <a:alpha val="5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13" name="Straight Connector 512"/>
                <p:cNvCxnSpPr/>
                <p:nvPr/>
              </p:nvCxnSpPr>
              <p:spPr>
                <a:xfrm>
                  <a:off x="4697061" y="3719828"/>
                  <a:ext cx="0" cy="11150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14" name="Straight Connector 513"/>
                <p:cNvCxnSpPr/>
                <p:nvPr/>
              </p:nvCxnSpPr>
              <p:spPr>
                <a:xfrm>
                  <a:off x="4128757" y="3719828"/>
                  <a:ext cx="0" cy="11150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sp>
            <p:nvSpPr>
              <p:cNvPr id="502" name="Rectangle 501"/>
              <p:cNvSpPr/>
              <p:nvPr/>
            </p:nvSpPr>
            <p:spPr bwMode="auto">
              <a:xfrm>
                <a:off x="6491288" y="3609696"/>
                <a:ext cx="498475" cy="1238732"/>
              </a:xfrm>
              <a:prstGeom prst="rect">
                <a:avLst/>
              </a:prstGeom>
              <a:gradFill>
                <a:gsLst>
                  <a:gs pos="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05" name="Straight Connector 504"/>
              <p:cNvCxnSpPr/>
              <p:nvPr/>
            </p:nvCxnSpPr>
            <p:spPr bwMode="auto">
              <a:xfrm>
                <a:off x="6472366" y="2818589"/>
                <a:ext cx="9397" cy="2126166"/>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7141" name="Group 514"/>
              <p:cNvGrpSpPr>
                <a:grpSpLocks/>
              </p:cNvGrpSpPr>
              <p:nvPr/>
            </p:nvGrpSpPr>
            <p:grpSpPr bwMode="auto">
              <a:xfrm>
                <a:off x="6478146" y="2647932"/>
                <a:ext cx="504825" cy="242887"/>
                <a:chOff x="2183302" y="1574638"/>
                <a:chExt cx="1200154" cy="430218"/>
              </a:xfrm>
            </p:grpSpPr>
            <p:sp>
              <p:nvSpPr>
                <p:cNvPr id="516" name="Oval 515"/>
                <p:cNvSpPr/>
                <p:nvPr/>
              </p:nvSpPr>
              <p:spPr bwMode="auto">
                <a:xfrm flipV="1">
                  <a:off x="2187075" y="1689925"/>
                  <a:ext cx="1196381" cy="314931"/>
                </a:xfrm>
                <a:prstGeom prst="ellipse">
                  <a:avLst/>
                </a:prstGeom>
                <a:gradFill flip="none" rotWithShape="1">
                  <a:gsLst>
                    <a:gs pos="0">
                      <a:schemeClr val="accent2">
                        <a:lumMod val="75000"/>
                      </a:schemeClr>
                    </a:gs>
                    <a:gs pos="31000">
                      <a:schemeClr val="accent2">
                        <a:lumMod val="60000"/>
                        <a:lumOff val="40000"/>
                      </a:schemeClr>
                    </a:gs>
                    <a:gs pos="100000">
                      <a:schemeClr val="bg1"/>
                    </a:gs>
                  </a:gsLst>
                  <a:lin ang="16200000" scaled="0"/>
                  <a:tileRect/>
                </a:gradFill>
                <a:ln w="6350" cmpd="sng">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517" name="Rectangle 516"/>
                <p:cNvSpPr/>
                <p:nvPr/>
              </p:nvSpPr>
              <p:spPr bwMode="auto">
                <a:xfrm>
                  <a:off x="2183302" y="1734915"/>
                  <a:ext cx="1200154" cy="112476"/>
                </a:xfrm>
                <a:prstGeom prst="rect">
                  <a:avLst/>
                </a:prstGeom>
                <a:gradFill>
                  <a:gsLst>
                    <a:gs pos="0">
                      <a:schemeClr val="accent2">
                        <a:lumMod val="40000"/>
                        <a:lumOff val="60000"/>
                      </a:schemeClr>
                    </a:gs>
                    <a:gs pos="54000">
                      <a:schemeClr val="accent2">
                        <a:lumMod val="60000"/>
                        <a:lumOff val="40000"/>
                      </a:schemeClr>
                    </a:gs>
                    <a:gs pos="100000">
                      <a:schemeClr val="accent2">
                        <a:lumMod val="75000"/>
                      </a:schemeClr>
                    </a:gs>
                  </a:gsLst>
                  <a:lin ang="162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18" name="Oval 517"/>
                <p:cNvSpPr/>
                <p:nvPr/>
              </p:nvSpPr>
              <p:spPr bwMode="auto">
                <a:xfrm flipV="1">
                  <a:off x="2183302" y="1574638"/>
                  <a:ext cx="1196379" cy="314931"/>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519" name="Freeform 518"/>
                <p:cNvSpPr/>
                <p:nvPr/>
              </p:nvSpPr>
              <p:spPr bwMode="auto">
                <a:xfrm>
                  <a:off x="2489000" y="1670242"/>
                  <a:ext cx="584982" cy="157466"/>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20" name="Freeform 519"/>
                <p:cNvSpPr/>
                <p:nvPr/>
              </p:nvSpPr>
              <p:spPr bwMode="auto">
                <a:xfrm>
                  <a:off x="2428615" y="1630876"/>
                  <a:ext cx="705752" cy="109663"/>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21" name="Freeform 520"/>
                <p:cNvSpPr/>
                <p:nvPr/>
              </p:nvSpPr>
              <p:spPr bwMode="auto">
                <a:xfrm>
                  <a:off x="2892827" y="1723667"/>
                  <a:ext cx="256637" cy="95604"/>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22" name="Freeform 521"/>
                <p:cNvSpPr/>
                <p:nvPr/>
              </p:nvSpPr>
              <p:spPr bwMode="auto">
                <a:xfrm>
                  <a:off x="2417294" y="1726480"/>
                  <a:ext cx="252861" cy="92791"/>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23" name="Straight Connector 522"/>
                <p:cNvCxnSpPr>
                  <a:endCxn id="518" idx="2"/>
                </p:cNvCxnSpPr>
                <p:nvPr/>
              </p:nvCxnSpPr>
              <p:spPr bwMode="auto">
                <a:xfrm flipH="1" flipV="1">
                  <a:off x="2183302" y="1732104"/>
                  <a:ext cx="3773" cy="120910"/>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524" name="Straight Connector 523"/>
                <p:cNvCxnSpPr/>
                <p:nvPr/>
              </p:nvCxnSpPr>
              <p:spPr bwMode="auto">
                <a:xfrm flipH="1" flipV="1">
                  <a:off x="3379681" y="1729291"/>
                  <a:ext cx="3775" cy="120912"/>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grpSp>
      <p:sp>
        <p:nvSpPr>
          <p:cNvPr id="47142" name="Text Box 167"/>
          <p:cNvSpPr txBox="1">
            <a:spLocks noChangeArrowheads="1"/>
          </p:cNvSpPr>
          <p:nvPr/>
        </p:nvSpPr>
        <p:spPr bwMode="auto">
          <a:xfrm>
            <a:off x="563563" y="277813"/>
            <a:ext cx="6030542" cy="6463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3600" dirty="0">
                <a:solidFill>
                  <a:srgbClr val="000099"/>
                </a:solidFill>
                <a:latin typeface="Gill Sans MT" charset="0"/>
              </a:rPr>
              <a:t>Recall: per-router control plane</a:t>
            </a:r>
          </a:p>
        </p:txBody>
      </p:sp>
      <p:grpSp>
        <p:nvGrpSpPr>
          <p:cNvPr id="229" name="Group 228"/>
          <p:cNvGrpSpPr/>
          <p:nvPr/>
        </p:nvGrpSpPr>
        <p:grpSpPr>
          <a:xfrm>
            <a:off x="1828233" y="3016011"/>
            <a:ext cx="5112820" cy="879389"/>
            <a:chOff x="1866825" y="707349"/>
            <a:chExt cx="5112820" cy="879389"/>
          </a:xfrm>
        </p:grpSpPr>
        <p:sp>
          <p:nvSpPr>
            <p:cNvPr id="233" name="Oval 232"/>
            <p:cNvSpPr/>
            <p:nvPr/>
          </p:nvSpPr>
          <p:spPr>
            <a:xfrm>
              <a:off x="1866825" y="785347"/>
              <a:ext cx="954705" cy="491476"/>
            </a:xfrm>
            <a:prstGeom prst="ellipse">
              <a:avLst/>
            </a:prstGeom>
            <a:solidFill>
              <a:srgbClr val="CC0000">
                <a:alpha val="28000"/>
              </a:srgbClr>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34" name="TextBox 233"/>
            <p:cNvSpPr txBox="1"/>
            <p:nvPr/>
          </p:nvSpPr>
          <p:spPr>
            <a:xfrm>
              <a:off x="1891781" y="783191"/>
              <a:ext cx="910613" cy="476199"/>
            </a:xfrm>
            <a:prstGeom prst="rect">
              <a:avLst/>
            </a:prstGeom>
            <a:noFill/>
          </p:spPr>
          <p:txBody>
            <a:bodyPr wrap="none" rtlCol="0">
              <a:spAutoFit/>
            </a:bodyPr>
            <a:lstStyle/>
            <a:p>
              <a:pPr algn="ctr">
                <a:lnSpc>
                  <a:spcPts val="1480"/>
                </a:lnSpc>
              </a:pPr>
              <a:r>
                <a:rPr lang="en-US" sz="1400" dirty="0"/>
                <a:t>Routing</a:t>
              </a:r>
            </a:p>
            <a:p>
              <a:pPr algn="ctr">
                <a:lnSpc>
                  <a:spcPts val="1480"/>
                </a:lnSpc>
              </a:pPr>
              <a:r>
                <a:rPr lang="en-US" sz="1400" dirty="0"/>
                <a:t>Algorithm</a:t>
              </a:r>
            </a:p>
          </p:txBody>
        </p:sp>
        <p:cxnSp>
          <p:nvCxnSpPr>
            <p:cNvPr id="235" name="Straight Arrow Connector 234"/>
            <p:cNvCxnSpPr/>
            <p:nvPr/>
          </p:nvCxnSpPr>
          <p:spPr>
            <a:xfrm flipV="1">
              <a:off x="2833714" y="807908"/>
              <a:ext cx="1517851" cy="213379"/>
            </a:xfrm>
            <a:prstGeom prst="straightConnector1">
              <a:avLst/>
            </a:prstGeom>
            <a:ln w="25400">
              <a:solidFill>
                <a:srgbClr val="CC0000"/>
              </a:solidFill>
              <a:headEnd type="triangle"/>
              <a:tailEnd type="triangle"/>
            </a:ln>
            <a:effectLst/>
          </p:spPr>
          <p:style>
            <a:lnRef idx="2">
              <a:schemeClr val="accent1"/>
            </a:lnRef>
            <a:fillRef idx="0">
              <a:schemeClr val="accent1"/>
            </a:fillRef>
            <a:effectRef idx="1">
              <a:schemeClr val="accent1"/>
            </a:effectRef>
            <a:fontRef idx="minor">
              <a:schemeClr val="tx1"/>
            </a:fontRef>
          </p:style>
        </p:cxnSp>
        <p:cxnSp>
          <p:nvCxnSpPr>
            <p:cNvPr id="236" name="Straight Arrow Connector 235"/>
            <p:cNvCxnSpPr/>
            <p:nvPr/>
          </p:nvCxnSpPr>
          <p:spPr>
            <a:xfrm>
              <a:off x="2750618" y="1201670"/>
              <a:ext cx="797027" cy="279264"/>
            </a:xfrm>
            <a:prstGeom prst="straightConnector1">
              <a:avLst/>
            </a:prstGeom>
            <a:ln w="25400">
              <a:solidFill>
                <a:srgbClr val="CC0000"/>
              </a:solidFill>
              <a:headEnd type="triangle"/>
              <a:tailEnd type="triangle"/>
            </a:ln>
            <a:effectLst/>
          </p:spPr>
          <p:style>
            <a:lnRef idx="2">
              <a:schemeClr val="accent1"/>
            </a:lnRef>
            <a:fillRef idx="0">
              <a:schemeClr val="accent1"/>
            </a:fillRef>
            <a:effectRef idx="1">
              <a:schemeClr val="accent1"/>
            </a:effectRef>
            <a:fontRef idx="minor">
              <a:schemeClr val="tx1"/>
            </a:fontRef>
          </p:style>
        </p:cxnSp>
        <p:cxnSp>
          <p:nvCxnSpPr>
            <p:cNvPr id="237" name="Straight Arrow Connector 236"/>
            <p:cNvCxnSpPr/>
            <p:nvPr/>
          </p:nvCxnSpPr>
          <p:spPr>
            <a:xfrm>
              <a:off x="4684666" y="894080"/>
              <a:ext cx="893541" cy="510629"/>
            </a:xfrm>
            <a:prstGeom prst="straightConnector1">
              <a:avLst/>
            </a:prstGeom>
            <a:ln w="25400">
              <a:solidFill>
                <a:srgbClr val="CC0000"/>
              </a:solidFill>
              <a:headEnd type="triangle"/>
              <a:tailEnd type="triangle"/>
            </a:ln>
            <a:effectLst/>
          </p:spPr>
          <p:style>
            <a:lnRef idx="2">
              <a:schemeClr val="accent1"/>
            </a:lnRef>
            <a:fillRef idx="0">
              <a:schemeClr val="accent1"/>
            </a:fillRef>
            <a:effectRef idx="1">
              <a:schemeClr val="accent1"/>
            </a:effectRef>
            <a:fontRef idx="minor">
              <a:schemeClr val="tx1"/>
            </a:fontRef>
          </p:style>
        </p:cxnSp>
        <p:cxnSp>
          <p:nvCxnSpPr>
            <p:cNvPr id="238" name="Straight Arrow Connector 237"/>
            <p:cNvCxnSpPr/>
            <p:nvPr/>
          </p:nvCxnSpPr>
          <p:spPr>
            <a:xfrm>
              <a:off x="4800837" y="800746"/>
              <a:ext cx="1695897" cy="130795"/>
            </a:xfrm>
            <a:prstGeom prst="straightConnector1">
              <a:avLst/>
            </a:prstGeom>
            <a:ln w="25400">
              <a:solidFill>
                <a:srgbClr val="CC0000"/>
              </a:solidFill>
              <a:headEnd type="triangle"/>
              <a:tailEnd type="triangle"/>
            </a:ln>
            <a:effectLst/>
          </p:spPr>
          <p:style>
            <a:lnRef idx="2">
              <a:schemeClr val="accent1"/>
            </a:lnRef>
            <a:fillRef idx="0">
              <a:schemeClr val="accent1"/>
            </a:fillRef>
            <a:effectRef idx="1">
              <a:schemeClr val="accent1"/>
            </a:effectRef>
            <a:fontRef idx="minor">
              <a:schemeClr val="tx1"/>
            </a:fontRef>
          </p:style>
        </p:cxnSp>
        <p:sp>
          <p:nvSpPr>
            <p:cNvPr id="239" name="Oval 238"/>
            <p:cNvSpPr/>
            <p:nvPr/>
          </p:nvSpPr>
          <p:spPr>
            <a:xfrm>
              <a:off x="6558622" y="894080"/>
              <a:ext cx="421023" cy="182029"/>
            </a:xfrm>
            <a:prstGeom prst="ellipse">
              <a:avLst/>
            </a:prstGeom>
            <a:solidFill>
              <a:srgbClr val="CC0000">
                <a:alpha val="28000"/>
              </a:srgbClr>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40" name="Oval 239"/>
            <p:cNvSpPr/>
            <p:nvPr/>
          </p:nvSpPr>
          <p:spPr>
            <a:xfrm>
              <a:off x="5572329" y="1404709"/>
              <a:ext cx="421023" cy="182029"/>
            </a:xfrm>
            <a:prstGeom prst="ellipse">
              <a:avLst/>
            </a:prstGeom>
            <a:solidFill>
              <a:srgbClr val="CC0000">
                <a:alpha val="28000"/>
              </a:srgbClr>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41" name="Oval 240"/>
            <p:cNvSpPr/>
            <p:nvPr/>
          </p:nvSpPr>
          <p:spPr>
            <a:xfrm>
              <a:off x="4367082" y="707349"/>
              <a:ext cx="421023" cy="182029"/>
            </a:xfrm>
            <a:prstGeom prst="ellipse">
              <a:avLst/>
            </a:prstGeom>
            <a:solidFill>
              <a:srgbClr val="CC0000">
                <a:alpha val="28000"/>
              </a:srgbClr>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42" name="Oval 241"/>
            <p:cNvSpPr/>
            <p:nvPr/>
          </p:nvSpPr>
          <p:spPr>
            <a:xfrm>
              <a:off x="3571953" y="1402071"/>
              <a:ext cx="421023" cy="182029"/>
            </a:xfrm>
            <a:prstGeom prst="ellipse">
              <a:avLst/>
            </a:prstGeom>
            <a:solidFill>
              <a:srgbClr val="CC0000">
                <a:alpha val="28000"/>
              </a:srgbClr>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cxnSp>
          <p:nvCxnSpPr>
            <p:cNvPr id="243" name="Straight Arrow Connector 242"/>
            <p:cNvCxnSpPr/>
            <p:nvPr/>
          </p:nvCxnSpPr>
          <p:spPr>
            <a:xfrm>
              <a:off x="2821560" y="1106261"/>
              <a:ext cx="2738615" cy="338776"/>
            </a:xfrm>
            <a:prstGeom prst="straightConnector1">
              <a:avLst/>
            </a:prstGeom>
            <a:ln w="25400">
              <a:solidFill>
                <a:srgbClr val="CC0000"/>
              </a:solidFill>
              <a:headEnd type="triangle"/>
              <a:tailEnd type="triangle"/>
            </a:ln>
            <a:effectLst/>
          </p:spPr>
          <p:style>
            <a:lnRef idx="2">
              <a:schemeClr val="accent1"/>
            </a:lnRef>
            <a:fillRef idx="0">
              <a:schemeClr val="accent1"/>
            </a:fillRef>
            <a:effectRef idx="1">
              <a:schemeClr val="accent1"/>
            </a:effectRef>
            <a:fontRef idx="minor">
              <a:schemeClr val="tx1"/>
            </a:fontRef>
          </p:style>
        </p:cxnSp>
        <p:cxnSp>
          <p:nvCxnSpPr>
            <p:cNvPr id="244" name="Straight Arrow Connector 243"/>
            <p:cNvCxnSpPr>
              <a:endCxn id="239" idx="2"/>
            </p:cNvCxnSpPr>
            <p:nvPr/>
          </p:nvCxnSpPr>
          <p:spPr>
            <a:xfrm flipV="1">
              <a:off x="3997124" y="985095"/>
              <a:ext cx="2561498" cy="469120"/>
            </a:xfrm>
            <a:prstGeom prst="straightConnector1">
              <a:avLst/>
            </a:prstGeom>
            <a:ln w="25400">
              <a:solidFill>
                <a:srgbClr val="CC0000"/>
              </a:solidFill>
              <a:headEnd type="triangle"/>
              <a:tailEnd type="triangle"/>
            </a:ln>
            <a:effectLst/>
          </p:spPr>
          <p:style>
            <a:lnRef idx="2">
              <a:schemeClr val="accent1"/>
            </a:lnRef>
            <a:fillRef idx="0">
              <a:schemeClr val="accent1"/>
            </a:fillRef>
            <a:effectRef idx="1">
              <a:schemeClr val="accent1"/>
            </a:effectRef>
            <a:fontRef idx="minor">
              <a:schemeClr val="tx1"/>
            </a:fontRef>
          </p:style>
        </p:cxnSp>
        <p:cxnSp>
          <p:nvCxnSpPr>
            <p:cNvPr id="245" name="Straight Arrow Connector 244"/>
            <p:cNvCxnSpPr/>
            <p:nvPr/>
          </p:nvCxnSpPr>
          <p:spPr>
            <a:xfrm flipV="1">
              <a:off x="3992124" y="1509221"/>
              <a:ext cx="1580205" cy="2"/>
            </a:xfrm>
            <a:prstGeom prst="straightConnector1">
              <a:avLst/>
            </a:prstGeom>
            <a:ln w="25400">
              <a:solidFill>
                <a:srgbClr val="CC0000"/>
              </a:solidFill>
              <a:headEnd type="triangle"/>
              <a:tailEnd type="triangle"/>
            </a:ln>
            <a:effectLst/>
          </p:spPr>
          <p:style>
            <a:lnRef idx="2">
              <a:schemeClr val="accent1"/>
            </a:lnRef>
            <a:fillRef idx="0">
              <a:schemeClr val="accent1"/>
            </a:fillRef>
            <a:effectRef idx="1">
              <a:schemeClr val="accent1"/>
            </a:effectRef>
            <a:fontRef idx="minor">
              <a:schemeClr val="tx1"/>
            </a:fontRef>
          </p:style>
        </p:cxnSp>
        <p:cxnSp>
          <p:nvCxnSpPr>
            <p:cNvPr id="246" name="Straight Arrow Connector 245"/>
            <p:cNvCxnSpPr/>
            <p:nvPr/>
          </p:nvCxnSpPr>
          <p:spPr>
            <a:xfrm flipV="1">
              <a:off x="5997500" y="1083737"/>
              <a:ext cx="751103" cy="397197"/>
            </a:xfrm>
            <a:prstGeom prst="straightConnector1">
              <a:avLst/>
            </a:prstGeom>
            <a:ln w="25400">
              <a:solidFill>
                <a:srgbClr val="CC0000"/>
              </a:solidFill>
              <a:headEnd type="triangle"/>
              <a:tailEnd type="triangle"/>
            </a:ln>
            <a:effectLst/>
          </p:spPr>
          <p:style>
            <a:lnRef idx="2">
              <a:schemeClr val="accent1"/>
            </a:lnRef>
            <a:fillRef idx="0">
              <a:schemeClr val="accent1"/>
            </a:fillRef>
            <a:effectRef idx="1">
              <a:schemeClr val="accent1"/>
            </a:effectRef>
            <a:fontRef idx="minor">
              <a:schemeClr val="tx1"/>
            </a:fontRef>
          </p:style>
        </p:cxnSp>
      </p:grpSp>
      <p:sp>
        <p:nvSpPr>
          <p:cNvPr id="258" name="TextBox 257"/>
          <p:cNvSpPr txBox="1"/>
          <p:nvPr/>
        </p:nvSpPr>
        <p:spPr>
          <a:xfrm>
            <a:off x="517479" y="1154626"/>
            <a:ext cx="8209014" cy="1200328"/>
          </a:xfrm>
          <a:prstGeom prst="rect">
            <a:avLst/>
          </a:prstGeom>
          <a:noFill/>
        </p:spPr>
        <p:txBody>
          <a:bodyPr wrap="square" rtlCol="0">
            <a:spAutoFit/>
          </a:bodyPr>
          <a:lstStyle/>
          <a:p>
            <a:r>
              <a:rPr lang="en-US" sz="2400" dirty="0"/>
              <a:t>Individual routing algorithm components </a:t>
            </a:r>
            <a:r>
              <a:rPr lang="en-US" sz="2400" i="1" dirty="0">
                <a:solidFill>
                  <a:srgbClr val="000090"/>
                </a:solidFill>
              </a:rPr>
              <a:t>in each and every router </a:t>
            </a:r>
            <a:r>
              <a:rPr lang="en-US" sz="2400" dirty="0"/>
              <a:t>interact with each other in control plane to compute forwarding tables</a:t>
            </a:r>
          </a:p>
        </p:txBody>
      </p:sp>
      <p:grpSp>
        <p:nvGrpSpPr>
          <p:cNvPr id="23" name="Group 22"/>
          <p:cNvGrpSpPr/>
          <p:nvPr/>
        </p:nvGrpSpPr>
        <p:grpSpPr>
          <a:xfrm>
            <a:off x="1557338" y="3404226"/>
            <a:ext cx="6375400" cy="1047750"/>
            <a:chOff x="1557338" y="3074988"/>
            <a:chExt cx="6375400" cy="1047750"/>
          </a:xfrm>
        </p:grpSpPr>
        <p:sp>
          <p:nvSpPr>
            <p:cNvPr id="47115" name="TextBox 232"/>
            <p:cNvSpPr txBox="1">
              <a:spLocks noChangeArrowheads="1"/>
            </p:cNvSpPr>
            <p:nvPr/>
          </p:nvSpPr>
          <p:spPr bwMode="auto">
            <a:xfrm>
              <a:off x="7292975" y="3651250"/>
              <a:ext cx="595313" cy="4714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lnSpc>
                  <a:spcPts val="1463"/>
                </a:lnSpc>
              </a:pPr>
              <a:r>
                <a:rPr lang="en-US" sz="1400"/>
                <a:t>data</a:t>
              </a:r>
            </a:p>
            <a:p>
              <a:pPr algn="ctr">
                <a:lnSpc>
                  <a:spcPts val="1463"/>
                </a:lnSpc>
              </a:pPr>
              <a:r>
                <a:rPr lang="en-US" sz="1400"/>
                <a:t>plane</a:t>
              </a:r>
            </a:p>
          </p:txBody>
        </p:sp>
        <p:sp>
          <p:nvSpPr>
            <p:cNvPr id="47116" name="TextBox 233"/>
            <p:cNvSpPr txBox="1">
              <a:spLocks noChangeArrowheads="1"/>
            </p:cNvSpPr>
            <p:nvPr/>
          </p:nvSpPr>
          <p:spPr bwMode="auto">
            <a:xfrm>
              <a:off x="7224713" y="3074988"/>
              <a:ext cx="708025" cy="47148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lnSpc>
                  <a:spcPts val="1463"/>
                </a:lnSpc>
              </a:pPr>
              <a:r>
                <a:rPr lang="en-US" sz="1400"/>
                <a:t>control</a:t>
              </a:r>
            </a:p>
            <a:p>
              <a:pPr algn="ctr">
                <a:lnSpc>
                  <a:spcPts val="1463"/>
                </a:lnSpc>
              </a:pPr>
              <a:r>
                <a:rPr lang="en-US" sz="1400"/>
                <a:t>plane</a:t>
              </a:r>
            </a:p>
          </p:txBody>
        </p:sp>
        <p:cxnSp>
          <p:nvCxnSpPr>
            <p:cNvPr id="232" name="Straight Connector 231"/>
            <p:cNvCxnSpPr/>
            <p:nvPr/>
          </p:nvCxnSpPr>
          <p:spPr>
            <a:xfrm>
              <a:off x="1557338" y="3613150"/>
              <a:ext cx="6207125" cy="0"/>
            </a:xfrm>
            <a:prstGeom prst="line">
              <a:avLst/>
            </a:prstGeom>
            <a:ln w="25400">
              <a:solidFill>
                <a:schemeClr val="tx1"/>
              </a:solidFill>
              <a:prstDash val="dash"/>
            </a:ln>
            <a:effectLst/>
          </p:spPr>
          <p:style>
            <a:lnRef idx="2">
              <a:schemeClr val="accent1"/>
            </a:lnRef>
            <a:fillRef idx="0">
              <a:schemeClr val="accent1"/>
            </a:fillRef>
            <a:effectRef idx="1">
              <a:schemeClr val="accent1"/>
            </a:effectRef>
            <a:fontRef idx="minor">
              <a:schemeClr val="tx1"/>
            </a:fontRef>
          </p:style>
        </p:cxnSp>
      </p:grpSp>
      <p:grpSp>
        <p:nvGrpSpPr>
          <p:cNvPr id="27" name="Group 26"/>
          <p:cNvGrpSpPr/>
          <p:nvPr/>
        </p:nvGrpSpPr>
        <p:grpSpPr>
          <a:xfrm>
            <a:off x="1829356" y="4031984"/>
            <a:ext cx="5126173" cy="1120753"/>
            <a:chOff x="-4746102" y="4471477"/>
            <a:chExt cx="5126173" cy="1120753"/>
          </a:xfrm>
        </p:grpSpPr>
        <p:pic>
          <p:nvPicPr>
            <p:cNvPr id="47268" name="Picture 10" descr="fig42_table.pdf"/>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4746102" y="4471477"/>
              <a:ext cx="966463" cy="966962"/>
            </a:xfrm>
            <a:prstGeom prst="rect">
              <a:avLst/>
            </a:prstGeom>
            <a:noFill/>
            <a:ln w="9525">
              <a:solidFill>
                <a:srgbClr val="CC0000"/>
              </a:solidFill>
              <a:miter lim="800000"/>
              <a:headEnd/>
              <a:tailEnd/>
            </a:ln>
            <a:extLst>
              <a:ext uri="{909E8E84-426E-40dd-AFC4-6F175D3DCCD1}">
                <a14:hiddenFill xmlns:a14="http://schemas.microsoft.com/office/drawing/2010/main" xmlns="">
                  <a:solidFill>
                    <a:srgbClr val="FFFFFF"/>
                  </a:solidFill>
                </a14:hiddenFill>
              </a:ext>
            </a:extLst>
          </p:spPr>
        </p:pic>
        <p:grpSp>
          <p:nvGrpSpPr>
            <p:cNvPr id="26" name="Group 25"/>
            <p:cNvGrpSpPr/>
            <p:nvPr/>
          </p:nvGrpSpPr>
          <p:grpSpPr>
            <a:xfrm>
              <a:off x="-3025264" y="5228984"/>
              <a:ext cx="3405335" cy="363246"/>
              <a:chOff x="-3025264" y="5228984"/>
              <a:chExt cx="3405335" cy="363246"/>
            </a:xfrm>
          </p:grpSpPr>
          <p:grpSp>
            <p:nvGrpSpPr>
              <p:cNvPr id="47251" name="Group 241"/>
              <p:cNvGrpSpPr>
                <a:grpSpLocks/>
              </p:cNvGrpSpPr>
              <p:nvPr/>
            </p:nvGrpSpPr>
            <p:grpSpPr bwMode="auto">
              <a:xfrm>
                <a:off x="-3025264" y="5262858"/>
                <a:ext cx="430360" cy="329372"/>
                <a:chOff x="2931664" y="3912603"/>
                <a:chExt cx="430450" cy="329314"/>
              </a:xfrm>
            </p:grpSpPr>
            <p:sp>
              <p:nvSpPr>
                <p:cNvPr id="92" name="Rectangle 91"/>
                <p:cNvSpPr/>
                <p:nvPr/>
              </p:nvSpPr>
              <p:spPr>
                <a:xfrm>
                  <a:off x="2935837" y="3912034"/>
                  <a:ext cx="425539" cy="330142"/>
                </a:xfrm>
                <a:prstGeom prst="rect">
                  <a:avLst/>
                </a:prstGeom>
                <a:solidFill>
                  <a:schemeClr val="bg1"/>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93" name="Straight Connector 92"/>
                <p:cNvCxnSpPr/>
                <p:nvPr/>
              </p:nvCxnSpPr>
              <p:spPr>
                <a:xfrm>
                  <a:off x="2931074" y="4004093"/>
                  <a:ext cx="425539" cy="0"/>
                </a:xfrm>
                <a:prstGeom prst="line">
                  <a:avLst/>
                </a:prstGeom>
                <a:ln w="317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94" name="Straight Connector 93"/>
                <p:cNvCxnSpPr/>
                <p:nvPr/>
              </p:nvCxnSpPr>
              <p:spPr>
                <a:xfrm>
                  <a:off x="2931074" y="4067582"/>
                  <a:ext cx="425539" cy="0"/>
                </a:xfrm>
                <a:prstGeom prst="line">
                  <a:avLst/>
                </a:prstGeom>
                <a:ln w="317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96" name="Straight Connector 95"/>
                <p:cNvCxnSpPr>
                  <a:stCxn id="92" idx="2"/>
                </p:cNvCxnSpPr>
                <p:nvPr/>
              </p:nvCxnSpPr>
              <p:spPr>
                <a:xfrm flipH="1" flipV="1">
                  <a:off x="3147019" y="4004093"/>
                  <a:ext cx="1587" cy="238083"/>
                </a:xfrm>
                <a:prstGeom prst="line">
                  <a:avLst/>
                </a:prstGeom>
                <a:ln w="3175">
                  <a:solidFill>
                    <a:schemeClr val="tx1"/>
                  </a:solidFill>
                </a:ln>
                <a:effectLst/>
              </p:spPr>
              <p:style>
                <a:lnRef idx="2">
                  <a:schemeClr val="accent1"/>
                </a:lnRef>
                <a:fillRef idx="0">
                  <a:schemeClr val="accent1"/>
                </a:fillRef>
                <a:effectRef idx="1">
                  <a:schemeClr val="accent1"/>
                </a:effectRef>
                <a:fontRef idx="minor">
                  <a:schemeClr val="tx1"/>
                </a:fontRef>
              </p:style>
            </p:cxnSp>
          </p:grpSp>
          <p:grpSp>
            <p:nvGrpSpPr>
              <p:cNvPr id="47220" name="Group 444"/>
              <p:cNvGrpSpPr>
                <a:grpSpLocks/>
              </p:cNvGrpSpPr>
              <p:nvPr/>
            </p:nvGrpSpPr>
            <p:grpSpPr bwMode="auto">
              <a:xfrm>
                <a:off x="-2217227" y="5261364"/>
                <a:ext cx="430361" cy="329307"/>
                <a:chOff x="2931664" y="3912603"/>
                <a:chExt cx="430450" cy="329314"/>
              </a:xfrm>
            </p:grpSpPr>
            <p:sp>
              <p:nvSpPr>
                <p:cNvPr id="448" name="Rectangle 447"/>
                <p:cNvSpPr/>
                <p:nvPr/>
              </p:nvSpPr>
              <p:spPr>
                <a:xfrm>
                  <a:off x="2935838" y="3911941"/>
                  <a:ext cx="425538" cy="330207"/>
                </a:xfrm>
                <a:prstGeom prst="rect">
                  <a:avLst/>
                </a:prstGeom>
                <a:solidFill>
                  <a:schemeClr val="bg1"/>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49" name="Straight Connector 448"/>
                <p:cNvCxnSpPr/>
                <p:nvPr/>
              </p:nvCxnSpPr>
              <p:spPr>
                <a:xfrm>
                  <a:off x="2931074" y="4004018"/>
                  <a:ext cx="425538" cy="0"/>
                </a:xfrm>
                <a:prstGeom prst="line">
                  <a:avLst/>
                </a:prstGeom>
                <a:ln w="317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50" name="Straight Connector 449"/>
                <p:cNvCxnSpPr/>
                <p:nvPr/>
              </p:nvCxnSpPr>
              <p:spPr>
                <a:xfrm>
                  <a:off x="2931074" y="4067519"/>
                  <a:ext cx="425538" cy="0"/>
                </a:xfrm>
                <a:prstGeom prst="line">
                  <a:avLst/>
                </a:prstGeom>
                <a:ln w="317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51" name="Straight Connector 450"/>
                <p:cNvCxnSpPr>
                  <a:stCxn id="448" idx="2"/>
                </p:cNvCxnSpPr>
                <p:nvPr/>
              </p:nvCxnSpPr>
              <p:spPr>
                <a:xfrm flipH="1" flipV="1">
                  <a:off x="3147019" y="4004018"/>
                  <a:ext cx="1588" cy="238130"/>
                </a:xfrm>
                <a:prstGeom prst="line">
                  <a:avLst/>
                </a:prstGeom>
                <a:ln w="3175">
                  <a:solidFill>
                    <a:schemeClr val="tx1"/>
                  </a:solidFill>
                </a:ln>
                <a:effectLst/>
              </p:spPr>
              <p:style>
                <a:lnRef idx="2">
                  <a:schemeClr val="accent1"/>
                </a:lnRef>
                <a:fillRef idx="0">
                  <a:schemeClr val="accent1"/>
                </a:fillRef>
                <a:effectRef idx="1">
                  <a:schemeClr val="accent1"/>
                </a:effectRef>
                <a:fontRef idx="minor">
                  <a:schemeClr val="tx1"/>
                </a:fontRef>
              </p:style>
            </p:cxnSp>
          </p:grpSp>
          <p:grpSp>
            <p:nvGrpSpPr>
              <p:cNvPr id="47191" name="Group 473"/>
              <p:cNvGrpSpPr>
                <a:grpSpLocks/>
              </p:cNvGrpSpPr>
              <p:nvPr/>
            </p:nvGrpSpPr>
            <p:grpSpPr bwMode="auto">
              <a:xfrm>
                <a:off x="-1034539" y="5261364"/>
                <a:ext cx="430360" cy="329307"/>
                <a:chOff x="2931664" y="3912603"/>
                <a:chExt cx="430450" cy="329314"/>
              </a:xfrm>
            </p:grpSpPr>
            <p:sp>
              <p:nvSpPr>
                <p:cNvPr id="477" name="Rectangle 476"/>
                <p:cNvSpPr/>
                <p:nvPr/>
              </p:nvSpPr>
              <p:spPr>
                <a:xfrm>
                  <a:off x="2935837" y="3911941"/>
                  <a:ext cx="425539" cy="330207"/>
                </a:xfrm>
                <a:prstGeom prst="rect">
                  <a:avLst/>
                </a:prstGeom>
                <a:solidFill>
                  <a:schemeClr val="bg1"/>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78" name="Straight Connector 477"/>
                <p:cNvCxnSpPr/>
                <p:nvPr/>
              </p:nvCxnSpPr>
              <p:spPr>
                <a:xfrm>
                  <a:off x="2931074" y="4004018"/>
                  <a:ext cx="425539" cy="0"/>
                </a:xfrm>
                <a:prstGeom prst="line">
                  <a:avLst/>
                </a:prstGeom>
                <a:ln w="317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79" name="Straight Connector 478"/>
                <p:cNvCxnSpPr/>
                <p:nvPr/>
              </p:nvCxnSpPr>
              <p:spPr>
                <a:xfrm>
                  <a:off x="2931074" y="4067519"/>
                  <a:ext cx="425539" cy="0"/>
                </a:xfrm>
                <a:prstGeom prst="line">
                  <a:avLst/>
                </a:prstGeom>
                <a:ln w="317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80" name="Straight Connector 479"/>
                <p:cNvCxnSpPr>
                  <a:stCxn id="477" idx="2"/>
                </p:cNvCxnSpPr>
                <p:nvPr/>
              </p:nvCxnSpPr>
              <p:spPr>
                <a:xfrm flipH="1" flipV="1">
                  <a:off x="3147019" y="4004018"/>
                  <a:ext cx="1587" cy="238130"/>
                </a:xfrm>
                <a:prstGeom prst="line">
                  <a:avLst/>
                </a:prstGeom>
                <a:ln w="3175">
                  <a:solidFill>
                    <a:schemeClr val="tx1"/>
                  </a:solidFill>
                </a:ln>
                <a:effectLst/>
              </p:spPr>
              <p:style>
                <a:lnRef idx="2">
                  <a:schemeClr val="accent1"/>
                </a:lnRef>
                <a:fillRef idx="0">
                  <a:schemeClr val="accent1"/>
                </a:fillRef>
                <a:effectRef idx="1">
                  <a:schemeClr val="accent1"/>
                </a:effectRef>
                <a:fontRef idx="minor">
                  <a:schemeClr val="tx1"/>
                </a:fontRef>
              </p:style>
            </p:cxnSp>
          </p:grpSp>
          <p:grpSp>
            <p:nvGrpSpPr>
              <p:cNvPr id="47162" name="Group 502"/>
              <p:cNvGrpSpPr>
                <a:grpSpLocks/>
              </p:cNvGrpSpPr>
              <p:nvPr/>
            </p:nvGrpSpPr>
            <p:grpSpPr bwMode="auto">
              <a:xfrm>
                <a:off x="-50289" y="5228984"/>
                <a:ext cx="430360" cy="350559"/>
                <a:chOff x="2931664" y="3912603"/>
                <a:chExt cx="430450" cy="329314"/>
              </a:xfrm>
            </p:grpSpPr>
            <p:sp>
              <p:nvSpPr>
                <p:cNvPr id="506" name="Rectangle 505"/>
                <p:cNvSpPr/>
                <p:nvPr/>
              </p:nvSpPr>
              <p:spPr>
                <a:xfrm>
                  <a:off x="2935837" y="3911940"/>
                  <a:ext cx="425539" cy="330207"/>
                </a:xfrm>
                <a:prstGeom prst="rect">
                  <a:avLst/>
                </a:prstGeom>
                <a:solidFill>
                  <a:schemeClr val="bg1"/>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07" name="Straight Connector 506"/>
                <p:cNvCxnSpPr/>
                <p:nvPr/>
              </p:nvCxnSpPr>
              <p:spPr>
                <a:xfrm>
                  <a:off x="2931074" y="4004017"/>
                  <a:ext cx="425539" cy="0"/>
                </a:xfrm>
                <a:prstGeom prst="line">
                  <a:avLst/>
                </a:prstGeom>
                <a:ln w="317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08" name="Straight Connector 507"/>
                <p:cNvCxnSpPr/>
                <p:nvPr/>
              </p:nvCxnSpPr>
              <p:spPr>
                <a:xfrm>
                  <a:off x="2931074" y="4067518"/>
                  <a:ext cx="425539" cy="0"/>
                </a:xfrm>
                <a:prstGeom prst="line">
                  <a:avLst/>
                </a:prstGeom>
                <a:ln w="317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09" name="Straight Connector 508"/>
                <p:cNvCxnSpPr>
                  <a:stCxn id="506" idx="2"/>
                </p:cNvCxnSpPr>
                <p:nvPr/>
              </p:nvCxnSpPr>
              <p:spPr>
                <a:xfrm flipH="1" flipV="1">
                  <a:off x="3147019" y="4004017"/>
                  <a:ext cx="1587" cy="238130"/>
                </a:xfrm>
                <a:prstGeom prst="line">
                  <a:avLst/>
                </a:prstGeom>
                <a:ln w="3175">
                  <a:solidFill>
                    <a:schemeClr val="tx1"/>
                  </a:solidFill>
                </a:ln>
                <a:effectLst/>
              </p:spPr>
              <p:style>
                <a:lnRef idx="2">
                  <a:schemeClr val="accent1"/>
                </a:lnRef>
                <a:fillRef idx="0">
                  <a:schemeClr val="accent1"/>
                </a:fillRef>
                <a:effectRef idx="1">
                  <a:schemeClr val="accent1"/>
                </a:effectRef>
                <a:fontRef idx="minor">
                  <a:schemeClr val="tx1"/>
                </a:fontRef>
              </p:style>
            </p:cxnSp>
          </p:grpSp>
        </p:grpSp>
      </p:grpSp>
      <p:grpSp>
        <p:nvGrpSpPr>
          <p:cNvPr id="25" name="Group 24"/>
          <p:cNvGrpSpPr/>
          <p:nvPr/>
        </p:nvGrpSpPr>
        <p:grpSpPr>
          <a:xfrm>
            <a:off x="2282487" y="3212142"/>
            <a:ext cx="4437063" cy="1906161"/>
            <a:chOff x="-4267279" y="3655204"/>
            <a:chExt cx="4437063" cy="1906161"/>
          </a:xfrm>
        </p:grpSpPr>
        <p:cxnSp>
          <p:nvCxnSpPr>
            <p:cNvPr id="111" name="Straight Arrow Connector 110"/>
            <p:cNvCxnSpPr/>
            <p:nvPr/>
          </p:nvCxnSpPr>
          <p:spPr bwMode="auto">
            <a:xfrm>
              <a:off x="-4267279" y="4046968"/>
              <a:ext cx="0" cy="422275"/>
            </a:xfrm>
            <a:prstGeom prst="straightConnector1">
              <a:avLst/>
            </a:prstGeom>
            <a:ln w="12700">
              <a:solidFill>
                <a:srgbClr val="CC0000"/>
              </a:solidFill>
              <a:tailEnd type="triangle"/>
            </a:ln>
            <a:effectLst/>
          </p:spPr>
          <p:style>
            <a:lnRef idx="2">
              <a:schemeClr val="accent1"/>
            </a:lnRef>
            <a:fillRef idx="0">
              <a:schemeClr val="accent1"/>
            </a:fillRef>
            <a:effectRef idx="1">
              <a:schemeClr val="accent1"/>
            </a:effectRef>
            <a:fontRef idx="minor">
              <a:schemeClr val="tx1"/>
            </a:fontRef>
          </p:style>
        </p:cxnSp>
        <p:cxnSp>
          <p:nvCxnSpPr>
            <p:cNvPr id="89" name="Straight Arrow Connector 88"/>
            <p:cNvCxnSpPr/>
            <p:nvPr/>
          </p:nvCxnSpPr>
          <p:spPr bwMode="auto">
            <a:xfrm flipH="1">
              <a:off x="-2808366" y="4361550"/>
              <a:ext cx="154" cy="872164"/>
            </a:xfrm>
            <a:prstGeom prst="straightConnector1">
              <a:avLst/>
            </a:prstGeom>
            <a:ln w="6350">
              <a:solidFill>
                <a:srgbClr val="CC0000"/>
              </a:solidFill>
              <a:tailEnd type="triangle"/>
            </a:ln>
          </p:spPr>
          <p:style>
            <a:lnRef idx="2">
              <a:schemeClr val="accent1"/>
            </a:lnRef>
            <a:fillRef idx="0">
              <a:schemeClr val="accent1"/>
            </a:fillRef>
            <a:effectRef idx="1">
              <a:schemeClr val="accent1"/>
            </a:effectRef>
            <a:fontRef idx="minor">
              <a:schemeClr val="tx1"/>
            </a:fontRef>
          </p:style>
        </p:cxnSp>
        <p:cxnSp>
          <p:nvCxnSpPr>
            <p:cNvPr id="446" name="Straight Arrow Connector 445"/>
            <p:cNvCxnSpPr/>
            <p:nvPr/>
          </p:nvCxnSpPr>
          <p:spPr bwMode="auto">
            <a:xfrm>
              <a:off x="-2006807" y="3655204"/>
              <a:ext cx="6479" cy="1576923"/>
            </a:xfrm>
            <a:prstGeom prst="straightConnector1">
              <a:avLst/>
            </a:prstGeom>
            <a:ln w="6350">
              <a:solidFill>
                <a:srgbClr val="CC0000"/>
              </a:solidFill>
              <a:tailEnd type="triangle"/>
            </a:ln>
          </p:spPr>
          <p:style>
            <a:lnRef idx="2">
              <a:schemeClr val="accent1"/>
            </a:lnRef>
            <a:fillRef idx="0">
              <a:schemeClr val="accent1"/>
            </a:fillRef>
            <a:effectRef idx="1">
              <a:schemeClr val="accent1"/>
            </a:effectRef>
            <a:fontRef idx="minor">
              <a:schemeClr val="tx1"/>
            </a:fontRef>
          </p:style>
        </p:cxnSp>
        <p:cxnSp>
          <p:nvCxnSpPr>
            <p:cNvPr id="475" name="Straight Arrow Connector 474"/>
            <p:cNvCxnSpPr>
              <a:stCxn id="468" idx="0"/>
            </p:cNvCxnSpPr>
            <p:nvPr/>
          </p:nvCxnSpPr>
          <p:spPr bwMode="auto">
            <a:xfrm>
              <a:off x="-823524" y="4656511"/>
              <a:ext cx="5883" cy="904854"/>
            </a:xfrm>
            <a:prstGeom prst="straightConnector1">
              <a:avLst/>
            </a:prstGeom>
            <a:ln w="6350">
              <a:solidFill>
                <a:srgbClr val="CC0000"/>
              </a:solidFill>
              <a:tailEnd type="triangle"/>
            </a:ln>
          </p:spPr>
          <p:style>
            <a:lnRef idx="2">
              <a:schemeClr val="accent1"/>
            </a:lnRef>
            <a:fillRef idx="0">
              <a:schemeClr val="accent1"/>
            </a:fillRef>
            <a:effectRef idx="1">
              <a:schemeClr val="accent1"/>
            </a:effectRef>
            <a:fontRef idx="minor">
              <a:schemeClr val="tx1"/>
            </a:fontRef>
          </p:style>
        </p:cxnSp>
        <p:cxnSp>
          <p:nvCxnSpPr>
            <p:cNvPr id="504" name="Straight Arrow Connector 503"/>
            <p:cNvCxnSpPr/>
            <p:nvPr/>
          </p:nvCxnSpPr>
          <p:spPr bwMode="auto">
            <a:xfrm flipH="1">
              <a:off x="166609" y="3798581"/>
              <a:ext cx="3175" cy="1399277"/>
            </a:xfrm>
            <a:prstGeom prst="straightConnector1">
              <a:avLst/>
            </a:prstGeom>
            <a:ln w="6350">
              <a:solidFill>
                <a:srgbClr val="CC0000"/>
              </a:solidFill>
              <a:tailEnd type="triangle"/>
            </a:ln>
          </p:spPr>
          <p:style>
            <a:lnRef idx="2">
              <a:schemeClr val="accent1"/>
            </a:lnRef>
            <a:fillRef idx="0">
              <a:schemeClr val="accent1"/>
            </a:fillRef>
            <a:effectRef idx="1">
              <a:schemeClr val="accent1"/>
            </a:effectRef>
            <a:fontRef idx="minor">
              <a:schemeClr val="tx1"/>
            </a:fontRef>
          </p:style>
        </p:cxnSp>
      </p:grpSp>
      <p:sp>
        <p:nvSpPr>
          <p:cNvPr id="270" name="Slide Number Placeholder 5"/>
          <p:cNvSpPr>
            <a:spLocks noGrp="1"/>
          </p:cNvSpPr>
          <p:nvPr>
            <p:ph type="sldNum" sz="quarter" idx="12"/>
          </p:nvPr>
        </p:nvSpPr>
        <p:spPr>
          <a:xfrm>
            <a:off x="8456154" y="6475895"/>
            <a:ext cx="687845" cy="382105"/>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200" dirty="0">
                <a:latin typeface="Tahoma" charset="0"/>
              </a:rPr>
              <a:t>5-</a:t>
            </a:r>
            <a:fld id="{8E8C6E93-DF5B-BC4B-80F9-500DED1EEDCC}" type="slidenum">
              <a:rPr lang="en-US" sz="1200">
                <a:latin typeface="Tahoma" charset="0"/>
              </a:rPr>
              <a:pPr/>
              <a:t>95</a:t>
            </a:fld>
            <a:endParaRPr lang="en-US" sz="1200" dirty="0">
              <a:latin typeface="Tahoma" charset="0"/>
            </a:endParaRPr>
          </a:p>
        </p:txBody>
      </p:sp>
      <p:sp>
        <p:nvSpPr>
          <p:cNvPr id="271" name="Footer Placeholder 2"/>
          <p:cNvSpPr>
            <a:spLocks noGrp="1"/>
          </p:cNvSpPr>
          <p:nvPr>
            <p:ph type="ftr" sz="quarter" idx="11"/>
          </p:nvPr>
        </p:nvSpPr>
        <p:spPr>
          <a:xfrm>
            <a:off x="6375496" y="6475081"/>
            <a:ext cx="2177473" cy="241541"/>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200" dirty="0">
                <a:solidFill>
                  <a:srgbClr val="000000"/>
                </a:solidFill>
                <a:latin typeface="Tahoma" charset="0"/>
                <a:cs typeface="Arial" charset="0"/>
              </a:rPr>
              <a:t>Network Layer: Control Plane</a:t>
            </a:r>
          </a:p>
        </p:txBody>
      </p:sp>
    </p:spTree>
    <p:extLst>
      <p:ext uri="{BB962C8B-B14F-4D97-AF65-F5344CB8AC3E}">
        <p14:creationId xmlns:p14="http://schemas.microsoft.com/office/powerpoint/2010/main" val="19362510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24"/>
                                        </p:tgtEl>
                                        <p:attrNameLst>
                                          <p:attrName>style.visibility</p:attrName>
                                        </p:attrNameLst>
                                      </p:cBhvr>
                                      <p:to>
                                        <p:strVal val="visible"/>
                                      </p:to>
                                    </p:set>
                                    <p:animEffect transition="in" filter="wipe(down)">
                                      <p:cBhvr>
                                        <p:cTn id="7" dur="1000"/>
                                        <p:tgtEl>
                                          <p:spTgt spid="2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7"/>
                                        </p:tgtEl>
                                        <p:attrNameLst>
                                          <p:attrName>style.visibility</p:attrName>
                                        </p:attrNameLst>
                                      </p:cBhvr>
                                      <p:to>
                                        <p:strVal val="visible"/>
                                      </p:to>
                                    </p:set>
                                    <p:animEffect transition="in" filter="dissolve">
                                      <p:cBhvr>
                                        <p:cTn id="12" dur="500"/>
                                        <p:tgtEl>
                                          <p:spTgt spid="27"/>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29"/>
                                        </p:tgtEl>
                                        <p:attrNameLst>
                                          <p:attrName>style.visibility</p:attrName>
                                        </p:attrNameLst>
                                      </p:cBhvr>
                                      <p:to>
                                        <p:strVal val="visible"/>
                                      </p:to>
                                    </p:set>
                                    <p:animEffect transition="in" filter="dissolve">
                                      <p:cBhvr>
                                        <p:cTn id="17" dur="500"/>
                                        <p:tgtEl>
                                          <p:spTgt spid="229"/>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1" fill="hold" nodeType="clickEffect">
                                  <p:stCondLst>
                                    <p:cond delay="0"/>
                                  </p:stCondLst>
                                  <p:childTnLst>
                                    <p:set>
                                      <p:cBhvr>
                                        <p:cTn id="21" dur="1" fill="hold">
                                          <p:stCondLst>
                                            <p:cond delay="0"/>
                                          </p:stCondLst>
                                        </p:cTn>
                                        <p:tgtEl>
                                          <p:spTgt spid="25"/>
                                        </p:tgtEl>
                                        <p:attrNameLst>
                                          <p:attrName>style.visibility</p:attrName>
                                        </p:attrNameLst>
                                      </p:cBhvr>
                                      <p:to>
                                        <p:strVal val="visible"/>
                                      </p:to>
                                    </p:set>
                                    <p:animEffect transition="in" filter="wipe(up)">
                                      <p:cBhvr>
                                        <p:cTn id="22" dur="500"/>
                                        <p:tgtEl>
                                          <p:spTgt spid="25"/>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23"/>
                                        </p:tgtEl>
                                        <p:attrNameLst>
                                          <p:attrName>style.visibility</p:attrName>
                                        </p:attrNameLst>
                                      </p:cBhvr>
                                      <p:to>
                                        <p:strVal val="visible"/>
                                      </p:to>
                                    </p:set>
                                    <p:animEffect transition="in" filter="dissolve">
                                      <p:cBhvr>
                                        <p:cTn id="27"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5" name="Group 24"/>
          <p:cNvGrpSpPr/>
          <p:nvPr/>
        </p:nvGrpSpPr>
        <p:grpSpPr>
          <a:xfrm>
            <a:off x="1453484" y="2021024"/>
            <a:ext cx="6027737" cy="1440135"/>
            <a:chOff x="1492879" y="2061336"/>
            <a:chExt cx="6027737" cy="1440135"/>
          </a:xfrm>
        </p:grpSpPr>
        <p:sp>
          <p:nvSpPr>
            <p:cNvPr id="388" name="Rectangle 387"/>
            <p:cNvSpPr/>
            <p:nvPr/>
          </p:nvSpPr>
          <p:spPr bwMode="auto">
            <a:xfrm>
              <a:off x="1929251" y="2064703"/>
              <a:ext cx="5043488" cy="1017588"/>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sp>
          <p:nvSpPr>
            <p:cNvPr id="396" name="Freeform 395"/>
            <p:cNvSpPr/>
            <p:nvPr/>
          </p:nvSpPr>
          <p:spPr bwMode="auto">
            <a:xfrm>
              <a:off x="1739747" y="2067585"/>
              <a:ext cx="198437" cy="1385888"/>
            </a:xfrm>
            <a:custGeom>
              <a:avLst/>
              <a:gdLst>
                <a:gd name="connsiteX0" fmla="*/ 0 w 312616"/>
                <a:gd name="connsiteY0" fmla="*/ 644770 h 1367693"/>
                <a:gd name="connsiteX1" fmla="*/ 312616 w 312616"/>
                <a:gd name="connsiteY1" fmla="*/ 0 h 1367693"/>
                <a:gd name="connsiteX2" fmla="*/ 312616 w 312616"/>
                <a:gd name="connsiteY2" fmla="*/ 1016000 h 1367693"/>
                <a:gd name="connsiteX3" fmla="*/ 117231 w 312616"/>
                <a:gd name="connsiteY3" fmla="*/ 1367693 h 1367693"/>
                <a:gd name="connsiteX4" fmla="*/ 0 w 312616"/>
                <a:gd name="connsiteY4" fmla="*/ 644770 h 1367693"/>
                <a:gd name="connsiteX0" fmla="*/ 0 w 199855"/>
                <a:gd name="connsiteY0" fmla="*/ 733787 h 1367693"/>
                <a:gd name="connsiteX1" fmla="*/ 199855 w 199855"/>
                <a:gd name="connsiteY1" fmla="*/ 0 h 1367693"/>
                <a:gd name="connsiteX2" fmla="*/ 199855 w 199855"/>
                <a:gd name="connsiteY2" fmla="*/ 1016000 h 1367693"/>
                <a:gd name="connsiteX3" fmla="*/ 4470 w 199855"/>
                <a:gd name="connsiteY3" fmla="*/ 1367693 h 1367693"/>
                <a:gd name="connsiteX4" fmla="*/ 0 w 199855"/>
                <a:gd name="connsiteY4" fmla="*/ 733787 h 1367693"/>
                <a:gd name="connsiteX0" fmla="*/ 25203 w 225058"/>
                <a:gd name="connsiteY0" fmla="*/ 733787 h 1361758"/>
                <a:gd name="connsiteX1" fmla="*/ 225058 w 225058"/>
                <a:gd name="connsiteY1" fmla="*/ 0 h 1361758"/>
                <a:gd name="connsiteX2" fmla="*/ 225058 w 225058"/>
                <a:gd name="connsiteY2" fmla="*/ 1016000 h 1361758"/>
                <a:gd name="connsiteX3" fmla="*/ 0 w 225058"/>
                <a:gd name="connsiteY3" fmla="*/ 1361758 h 1361758"/>
                <a:gd name="connsiteX4" fmla="*/ 25203 w 225058"/>
                <a:gd name="connsiteY4" fmla="*/ 733787 h 1361758"/>
                <a:gd name="connsiteX0" fmla="*/ 25203 w 230992"/>
                <a:gd name="connsiteY0" fmla="*/ 787197 h 1415168"/>
                <a:gd name="connsiteX1" fmla="*/ 230992 w 230992"/>
                <a:gd name="connsiteY1" fmla="*/ 0 h 1415168"/>
                <a:gd name="connsiteX2" fmla="*/ 225058 w 230992"/>
                <a:gd name="connsiteY2" fmla="*/ 1069410 h 1415168"/>
                <a:gd name="connsiteX3" fmla="*/ 0 w 230992"/>
                <a:gd name="connsiteY3" fmla="*/ 1415168 h 1415168"/>
                <a:gd name="connsiteX4" fmla="*/ 25203 w 230992"/>
                <a:gd name="connsiteY4" fmla="*/ 787197 h 1415168"/>
                <a:gd name="connsiteX0" fmla="*/ 0 w 205789"/>
                <a:gd name="connsiteY0" fmla="*/ 787197 h 1427037"/>
                <a:gd name="connsiteX1" fmla="*/ 205789 w 205789"/>
                <a:gd name="connsiteY1" fmla="*/ 0 h 1427037"/>
                <a:gd name="connsiteX2" fmla="*/ 199855 w 205789"/>
                <a:gd name="connsiteY2" fmla="*/ 1069410 h 1427037"/>
                <a:gd name="connsiteX3" fmla="*/ 4471 w 205789"/>
                <a:gd name="connsiteY3" fmla="*/ 1427037 h 1427037"/>
                <a:gd name="connsiteX4" fmla="*/ 0 w 205789"/>
                <a:gd name="connsiteY4" fmla="*/ 787197 h 1427037"/>
                <a:gd name="connsiteX0" fmla="*/ 0 w 199855"/>
                <a:gd name="connsiteY0" fmla="*/ 745656 h 1385496"/>
                <a:gd name="connsiteX1" fmla="*/ 193920 w 199855"/>
                <a:gd name="connsiteY1" fmla="*/ 0 h 1385496"/>
                <a:gd name="connsiteX2" fmla="*/ 199855 w 199855"/>
                <a:gd name="connsiteY2" fmla="*/ 1027869 h 1385496"/>
                <a:gd name="connsiteX3" fmla="*/ 4471 w 199855"/>
                <a:gd name="connsiteY3" fmla="*/ 1385496 h 1385496"/>
                <a:gd name="connsiteX4" fmla="*/ 0 w 199855"/>
                <a:gd name="connsiteY4" fmla="*/ 745656 h 1385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9855" h="1385496">
                  <a:moveTo>
                    <a:pt x="0" y="745656"/>
                  </a:moveTo>
                  <a:lnTo>
                    <a:pt x="193920" y="0"/>
                  </a:lnTo>
                  <a:cubicBezTo>
                    <a:pt x="195898" y="342623"/>
                    <a:pt x="197877" y="685246"/>
                    <a:pt x="199855" y="1027869"/>
                  </a:cubicBezTo>
                  <a:lnTo>
                    <a:pt x="4471" y="1385496"/>
                  </a:lnTo>
                  <a:cubicBezTo>
                    <a:pt x="2981" y="1172216"/>
                    <a:pt x="1490" y="958936"/>
                    <a:pt x="0" y="745656"/>
                  </a:cubicBezTo>
                  <a:close/>
                </a:path>
              </a:pathLst>
            </a:custGeom>
            <a:gradFill>
              <a:gsLst>
                <a:gs pos="0">
                  <a:schemeClr val="bg1">
                    <a:lumMod val="95000"/>
                  </a:schemeClr>
                </a:gs>
                <a:gs pos="100000">
                  <a:schemeClr val="accent6">
                    <a:lumMod val="20000"/>
                    <a:lumOff val="80000"/>
                  </a:schemeClr>
                </a:gs>
              </a:gsLst>
              <a:lin ang="0" scaled="0"/>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sp>
          <p:nvSpPr>
            <p:cNvPr id="398" name="Freeform 397"/>
            <p:cNvSpPr/>
            <p:nvPr/>
          </p:nvSpPr>
          <p:spPr bwMode="auto">
            <a:xfrm flipH="1">
              <a:off x="6969078" y="2061336"/>
              <a:ext cx="220427" cy="1370587"/>
            </a:xfrm>
            <a:custGeom>
              <a:avLst/>
              <a:gdLst>
                <a:gd name="connsiteX0" fmla="*/ 0 w 312616"/>
                <a:gd name="connsiteY0" fmla="*/ 644770 h 1367693"/>
                <a:gd name="connsiteX1" fmla="*/ 312616 w 312616"/>
                <a:gd name="connsiteY1" fmla="*/ 0 h 1367693"/>
                <a:gd name="connsiteX2" fmla="*/ 312616 w 312616"/>
                <a:gd name="connsiteY2" fmla="*/ 1016000 h 1367693"/>
                <a:gd name="connsiteX3" fmla="*/ 117231 w 312616"/>
                <a:gd name="connsiteY3" fmla="*/ 1367693 h 1367693"/>
                <a:gd name="connsiteX4" fmla="*/ 0 w 312616"/>
                <a:gd name="connsiteY4" fmla="*/ 644770 h 1367693"/>
                <a:gd name="connsiteX0" fmla="*/ 0 w 199855"/>
                <a:gd name="connsiteY0" fmla="*/ 733787 h 1367693"/>
                <a:gd name="connsiteX1" fmla="*/ 199855 w 199855"/>
                <a:gd name="connsiteY1" fmla="*/ 0 h 1367693"/>
                <a:gd name="connsiteX2" fmla="*/ 199855 w 199855"/>
                <a:gd name="connsiteY2" fmla="*/ 1016000 h 1367693"/>
                <a:gd name="connsiteX3" fmla="*/ 4470 w 199855"/>
                <a:gd name="connsiteY3" fmla="*/ 1367693 h 1367693"/>
                <a:gd name="connsiteX4" fmla="*/ 0 w 199855"/>
                <a:gd name="connsiteY4" fmla="*/ 733787 h 1367693"/>
                <a:gd name="connsiteX0" fmla="*/ 25203 w 225058"/>
                <a:gd name="connsiteY0" fmla="*/ 733787 h 1361758"/>
                <a:gd name="connsiteX1" fmla="*/ 225058 w 225058"/>
                <a:gd name="connsiteY1" fmla="*/ 0 h 1361758"/>
                <a:gd name="connsiteX2" fmla="*/ 225058 w 225058"/>
                <a:gd name="connsiteY2" fmla="*/ 1016000 h 1361758"/>
                <a:gd name="connsiteX3" fmla="*/ 0 w 225058"/>
                <a:gd name="connsiteY3" fmla="*/ 1361758 h 1361758"/>
                <a:gd name="connsiteX4" fmla="*/ 25203 w 225058"/>
                <a:gd name="connsiteY4" fmla="*/ 733787 h 1361758"/>
                <a:gd name="connsiteX0" fmla="*/ 25203 w 230992"/>
                <a:gd name="connsiteY0" fmla="*/ 787197 h 1415168"/>
                <a:gd name="connsiteX1" fmla="*/ 230992 w 230992"/>
                <a:gd name="connsiteY1" fmla="*/ 0 h 1415168"/>
                <a:gd name="connsiteX2" fmla="*/ 225058 w 230992"/>
                <a:gd name="connsiteY2" fmla="*/ 1069410 h 1415168"/>
                <a:gd name="connsiteX3" fmla="*/ 0 w 230992"/>
                <a:gd name="connsiteY3" fmla="*/ 1415168 h 1415168"/>
                <a:gd name="connsiteX4" fmla="*/ 25203 w 230992"/>
                <a:gd name="connsiteY4" fmla="*/ 787197 h 1415168"/>
                <a:gd name="connsiteX0" fmla="*/ 0 w 205789"/>
                <a:gd name="connsiteY0" fmla="*/ 787197 h 1427037"/>
                <a:gd name="connsiteX1" fmla="*/ 205789 w 205789"/>
                <a:gd name="connsiteY1" fmla="*/ 0 h 1427037"/>
                <a:gd name="connsiteX2" fmla="*/ 199855 w 205789"/>
                <a:gd name="connsiteY2" fmla="*/ 1069410 h 1427037"/>
                <a:gd name="connsiteX3" fmla="*/ 4471 w 205789"/>
                <a:gd name="connsiteY3" fmla="*/ 1427037 h 1427037"/>
                <a:gd name="connsiteX4" fmla="*/ 0 w 205789"/>
                <a:gd name="connsiteY4" fmla="*/ 787197 h 1427037"/>
                <a:gd name="connsiteX0" fmla="*/ 0 w 199855"/>
                <a:gd name="connsiteY0" fmla="*/ 745656 h 1385496"/>
                <a:gd name="connsiteX1" fmla="*/ 193920 w 199855"/>
                <a:gd name="connsiteY1" fmla="*/ 0 h 1385496"/>
                <a:gd name="connsiteX2" fmla="*/ 199855 w 199855"/>
                <a:gd name="connsiteY2" fmla="*/ 1027869 h 1385496"/>
                <a:gd name="connsiteX3" fmla="*/ 4471 w 199855"/>
                <a:gd name="connsiteY3" fmla="*/ 1385496 h 1385496"/>
                <a:gd name="connsiteX4" fmla="*/ 0 w 199855"/>
                <a:gd name="connsiteY4" fmla="*/ 745656 h 1385496"/>
                <a:gd name="connsiteX0" fmla="*/ 0 w 219519"/>
                <a:gd name="connsiteY0" fmla="*/ 730359 h 1370199"/>
                <a:gd name="connsiteX1" fmla="*/ 219401 w 219519"/>
                <a:gd name="connsiteY1" fmla="*/ 0 h 1370199"/>
                <a:gd name="connsiteX2" fmla="*/ 199855 w 219519"/>
                <a:gd name="connsiteY2" fmla="*/ 1012572 h 1370199"/>
                <a:gd name="connsiteX3" fmla="*/ 4471 w 219519"/>
                <a:gd name="connsiteY3" fmla="*/ 1370199 h 1370199"/>
                <a:gd name="connsiteX4" fmla="*/ 0 w 219519"/>
                <a:gd name="connsiteY4" fmla="*/ 730359 h 1370199"/>
                <a:gd name="connsiteX0" fmla="*/ 0 w 219602"/>
                <a:gd name="connsiteY0" fmla="*/ 730359 h 1370199"/>
                <a:gd name="connsiteX1" fmla="*/ 219401 w 219602"/>
                <a:gd name="connsiteY1" fmla="*/ 0 h 1370199"/>
                <a:gd name="connsiteX2" fmla="*/ 210047 w 219602"/>
                <a:gd name="connsiteY2" fmla="*/ 1007473 h 1370199"/>
                <a:gd name="connsiteX3" fmla="*/ 4471 w 219602"/>
                <a:gd name="connsiteY3" fmla="*/ 1370199 h 1370199"/>
                <a:gd name="connsiteX4" fmla="*/ 0 w 219602"/>
                <a:gd name="connsiteY4" fmla="*/ 730359 h 1370199"/>
                <a:gd name="connsiteX0" fmla="*/ 0 w 220239"/>
                <a:gd name="connsiteY0" fmla="*/ 730359 h 1370199"/>
                <a:gd name="connsiteX1" fmla="*/ 219401 w 220239"/>
                <a:gd name="connsiteY1" fmla="*/ 0 h 1370199"/>
                <a:gd name="connsiteX2" fmla="*/ 220239 w 220239"/>
                <a:gd name="connsiteY2" fmla="*/ 1007473 h 1370199"/>
                <a:gd name="connsiteX3" fmla="*/ 4471 w 220239"/>
                <a:gd name="connsiteY3" fmla="*/ 1370199 h 1370199"/>
                <a:gd name="connsiteX4" fmla="*/ 0 w 220239"/>
                <a:gd name="connsiteY4" fmla="*/ 730359 h 13701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239" h="1370199">
                  <a:moveTo>
                    <a:pt x="0" y="730359"/>
                  </a:moveTo>
                  <a:cubicBezTo>
                    <a:pt x="64640" y="481807"/>
                    <a:pt x="154761" y="248552"/>
                    <a:pt x="219401" y="0"/>
                  </a:cubicBezTo>
                  <a:cubicBezTo>
                    <a:pt x="221379" y="342623"/>
                    <a:pt x="218261" y="664850"/>
                    <a:pt x="220239" y="1007473"/>
                  </a:cubicBezTo>
                  <a:lnTo>
                    <a:pt x="4471" y="1370199"/>
                  </a:lnTo>
                  <a:cubicBezTo>
                    <a:pt x="2981" y="1156919"/>
                    <a:pt x="1490" y="943639"/>
                    <a:pt x="0" y="730359"/>
                  </a:cubicBezTo>
                  <a:close/>
                </a:path>
              </a:pathLst>
            </a:custGeom>
            <a:gradFill>
              <a:gsLst>
                <a:gs pos="0">
                  <a:schemeClr val="accent6">
                    <a:lumMod val="20000"/>
                    <a:lumOff val="80000"/>
                  </a:schemeClr>
                </a:gs>
                <a:gs pos="100000">
                  <a:schemeClr val="bg1"/>
                </a:gs>
              </a:gsLst>
              <a:lin ang="10800000" scaled="0"/>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grpSp>
          <p:nvGrpSpPr>
            <p:cNvPr id="48316" name="Group 950"/>
            <p:cNvGrpSpPr>
              <a:grpSpLocks/>
            </p:cNvGrpSpPr>
            <p:nvPr/>
          </p:nvGrpSpPr>
          <p:grpSpPr bwMode="auto">
            <a:xfrm>
              <a:off x="1492879" y="2820676"/>
              <a:ext cx="338137" cy="653816"/>
              <a:chOff x="4140" y="429"/>
              <a:chExt cx="1425" cy="2396"/>
            </a:xfrm>
          </p:grpSpPr>
          <p:sp>
            <p:nvSpPr>
              <p:cNvPr id="48350" name="Freeform 951"/>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8351" name="Rectangle 952"/>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p>
            </p:txBody>
          </p:sp>
          <p:sp>
            <p:nvSpPr>
              <p:cNvPr id="48352" name="Freeform 953"/>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8353" name="Freeform 954"/>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8354" name="Rectangle 955"/>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p>
                <a:endParaRPr lang="en-US"/>
              </a:p>
            </p:txBody>
          </p:sp>
          <p:grpSp>
            <p:nvGrpSpPr>
              <p:cNvPr id="48355" name="Group 956"/>
              <p:cNvGrpSpPr>
                <a:grpSpLocks/>
              </p:cNvGrpSpPr>
              <p:nvPr/>
            </p:nvGrpSpPr>
            <p:grpSpPr bwMode="auto">
              <a:xfrm>
                <a:off x="4749" y="668"/>
                <a:ext cx="581" cy="145"/>
                <a:chOff x="614" y="2568"/>
                <a:chExt cx="725" cy="139"/>
              </a:xfrm>
            </p:grpSpPr>
            <p:sp>
              <p:nvSpPr>
                <p:cNvPr id="48380" name="AutoShape 957"/>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sp>
              <p:nvSpPr>
                <p:cNvPr id="48381" name="AutoShape 958"/>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grpSp>
          <p:sp>
            <p:nvSpPr>
              <p:cNvPr id="48356" name="Rectangle 959"/>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p>
                <a:endParaRPr lang="en-US"/>
              </a:p>
            </p:txBody>
          </p:sp>
          <p:grpSp>
            <p:nvGrpSpPr>
              <p:cNvPr id="48357" name="Group 960"/>
              <p:cNvGrpSpPr>
                <a:grpSpLocks/>
              </p:cNvGrpSpPr>
              <p:nvPr/>
            </p:nvGrpSpPr>
            <p:grpSpPr bwMode="auto">
              <a:xfrm>
                <a:off x="4747" y="994"/>
                <a:ext cx="581" cy="134"/>
                <a:chOff x="614" y="2568"/>
                <a:chExt cx="725" cy="139"/>
              </a:xfrm>
            </p:grpSpPr>
            <p:sp>
              <p:nvSpPr>
                <p:cNvPr id="48378" name="AutoShape 961"/>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sp>
              <p:nvSpPr>
                <p:cNvPr id="48379" name="AutoShape 962"/>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grpSp>
          <p:sp>
            <p:nvSpPr>
              <p:cNvPr id="48358" name="Rectangle 963"/>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p>
                <a:endParaRPr lang="en-US"/>
              </a:p>
            </p:txBody>
          </p:sp>
          <p:sp>
            <p:nvSpPr>
              <p:cNvPr id="48359" name="Rectangle 964"/>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p>
                <a:endParaRPr lang="en-US"/>
              </a:p>
            </p:txBody>
          </p:sp>
          <p:grpSp>
            <p:nvGrpSpPr>
              <p:cNvPr id="48360" name="Group 965"/>
              <p:cNvGrpSpPr>
                <a:grpSpLocks/>
              </p:cNvGrpSpPr>
              <p:nvPr/>
            </p:nvGrpSpPr>
            <p:grpSpPr bwMode="auto">
              <a:xfrm>
                <a:off x="4735" y="1627"/>
                <a:ext cx="582" cy="151"/>
                <a:chOff x="614" y="2568"/>
                <a:chExt cx="725" cy="139"/>
              </a:xfrm>
            </p:grpSpPr>
            <p:sp>
              <p:nvSpPr>
                <p:cNvPr id="48376" name="AutoShape 966"/>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sp>
              <p:nvSpPr>
                <p:cNvPr id="48377" name="AutoShape 967"/>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grpSp>
          <p:sp>
            <p:nvSpPr>
              <p:cNvPr id="48361" name="Freeform 968"/>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grpSp>
            <p:nvGrpSpPr>
              <p:cNvPr id="48362" name="Group 969"/>
              <p:cNvGrpSpPr>
                <a:grpSpLocks/>
              </p:cNvGrpSpPr>
              <p:nvPr/>
            </p:nvGrpSpPr>
            <p:grpSpPr bwMode="auto">
              <a:xfrm>
                <a:off x="4739" y="1327"/>
                <a:ext cx="582" cy="139"/>
                <a:chOff x="614" y="2568"/>
                <a:chExt cx="725" cy="139"/>
              </a:xfrm>
            </p:grpSpPr>
            <p:sp>
              <p:nvSpPr>
                <p:cNvPr id="48374" name="AutoShape 970"/>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sp>
              <p:nvSpPr>
                <p:cNvPr id="48375" name="AutoShape 971"/>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grpSp>
          <p:sp>
            <p:nvSpPr>
              <p:cNvPr id="48363" name="Rectangle 972"/>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p>
                <a:endParaRPr lang="en-US"/>
              </a:p>
            </p:txBody>
          </p:sp>
          <p:sp>
            <p:nvSpPr>
              <p:cNvPr id="48364" name="Freeform 973"/>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8365" name="Freeform 974"/>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8366" name="Oval 975"/>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sp>
            <p:nvSpPr>
              <p:cNvPr id="48367" name="Freeform 976"/>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8368" name="AutoShape 977"/>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p>
                <a:endParaRPr lang="en-US"/>
              </a:p>
            </p:txBody>
          </p:sp>
          <p:sp>
            <p:nvSpPr>
              <p:cNvPr id="48369" name="AutoShape 978"/>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p>
                <a:endParaRPr lang="en-US"/>
              </a:p>
            </p:txBody>
          </p:sp>
          <p:sp>
            <p:nvSpPr>
              <p:cNvPr id="48370" name="Oval 979"/>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sp>
            <p:nvSpPr>
              <p:cNvPr id="48371" name="Oval 980"/>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algn="ctr" eaLnBrk="1" hangingPunct="1"/>
                <a:endParaRPr lang="en-US">
                  <a:solidFill>
                    <a:srgbClr val="FF0000"/>
                  </a:solidFill>
                </a:endParaRPr>
              </a:p>
            </p:txBody>
          </p:sp>
          <p:sp>
            <p:nvSpPr>
              <p:cNvPr id="48372" name="Oval 981"/>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sp>
            <p:nvSpPr>
              <p:cNvPr id="48373" name="Rectangle 982"/>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p>
                <a:endParaRPr lang="en-US"/>
              </a:p>
            </p:txBody>
          </p:sp>
        </p:grpSp>
        <p:grpSp>
          <p:nvGrpSpPr>
            <p:cNvPr id="48317" name="Group 950"/>
            <p:cNvGrpSpPr>
              <a:grpSpLocks/>
            </p:cNvGrpSpPr>
            <p:nvPr/>
          </p:nvGrpSpPr>
          <p:grpSpPr bwMode="auto">
            <a:xfrm>
              <a:off x="7182479" y="2847655"/>
              <a:ext cx="338137" cy="653816"/>
              <a:chOff x="4140" y="429"/>
              <a:chExt cx="1425" cy="2396"/>
            </a:xfrm>
          </p:grpSpPr>
          <p:sp>
            <p:nvSpPr>
              <p:cNvPr id="48318" name="Freeform 951"/>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8319" name="Rectangle 952"/>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p>
            </p:txBody>
          </p:sp>
          <p:sp>
            <p:nvSpPr>
              <p:cNvPr id="48320" name="Freeform 953"/>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8321" name="Freeform 954"/>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8322" name="Rectangle 955"/>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p>
                <a:endParaRPr lang="en-US"/>
              </a:p>
            </p:txBody>
          </p:sp>
          <p:grpSp>
            <p:nvGrpSpPr>
              <p:cNvPr id="48323" name="Group 956"/>
              <p:cNvGrpSpPr>
                <a:grpSpLocks/>
              </p:cNvGrpSpPr>
              <p:nvPr/>
            </p:nvGrpSpPr>
            <p:grpSpPr bwMode="auto">
              <a:xfrm>
                <a:off x="4749" y="668"/>
                <a:ext cx="581" cy="145"/>
                <a:chOff x="614" y="2568"/>
                <a:chExt cx="725" cy="139"/>
              </a:xfrm>
            </p:grpSpPr>
            <p:sp>
              <p:nvSpPr>
                <p:cNvPr id="48348" name="AutoShape 957"/>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sp>
              <p:nvSpPr>
                <p:cNvPr id="48349" name="AutoShape 958"/>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grpSp>
          <p:sp>
            <p:nvSpPr>
              <p:cNvPr id="48324" name="Rectangle 959"/>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p>
                <a:endParaRPr lang="en-US"/>
              </a:p>
            </p:txBody>
          </p:sp>
          <p:grpSp>
            <p:nvGrpSpPr>
              <p:cNvPr id="48325" name="Group 960"/>
              <p:cNvGrpSpPr>
                <a:grpSpLocks/>
              </p:cNvGrpSpPr>
              <p:nvPr/>
            </p:nvGrpSpPr>
            <p:grpSpPr bwMode="auto">
              <a:xfrm>
                <a:off x="4747" y="994"/>
                <a:ext cx="581" cy="134"/>
                <a:chOff x="614" y="2568"/>
                <a:chExt cx="725" cy="139"/>
              </a:xfrm>
            </p:grpSpPr>
            <p:sp>
              <p:nvSpPr>
                <p:cNvPr id="48346" name="AutoShape 961"/>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sp>
              <p:nvSpPr>
                <p:cNvPr id="48347" name="AutoShape 962"/>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grpSp>
          <p:sp>
            <p:nvSpPr>
              <p:cNvPr id="48326" name="Rectangle 963"/>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p>
                <a:endParaRPr lang="en-US"/>
              </a:p>
            </p:txBody>
          </p:sp>
          <p:sp>
            <p:nvSpPr>
              <p:cNvPr id="48327" name="Rectangle 964"/>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p>
                <a:endParaRPr lang="en-US"/>
              </a:p>
            </p:txBody>
          </p:sp>
          <p:grpSp>
            <p:nvGrpSpPr>
              <p:cNvPr id="48328" name="Group 965"/>
              <p:cNvGrpSpPr>
                <a:grpSpLocks/>
              </p:cNvGrpSpPr>
              <p:nvPr/>
            </p:nvGrpSpPr>
            <p:grpSpPr bwMode="auto">
              <a:xfrm>
                <a:off x="4735" y="1627"/>
                <a:ext cx="582" cy="151"/>
                <a:chOff x="614" y="2568"/>
                <a:chExt cx="725" cy="139"/>
              </a:xfrm>
            </p:grpSpPr>
            <p:sp>
              <p:nvSpPr>
                <p:cNvPr id="48344" name="AutoShape 966"/>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sp>
              <p:nvSpPr>
                <p:cNvPr id="48345" name="AutoShape 967"/>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grpSp>
          <p:sp>
            <p:nvSpPr>
              <p:cNvPr id="48329" name="Freeform 968"/>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grpSp>
            <p:nvGrpSpPr>
              <p:cNvPr id="48330" name="Group 969"/>
              <p:cNvGrpSpPr>
                <a:grpSpLocks/>
              </p:cNvGrpSpPr>
              <p:nvPr/>
            </p:nvGrpSpPr>
            <p:grpSpPr bwMode="auto">
              <a:xfrm>
                <a:off x="4739" y="1327"/>
                <a:ext cx="582" cy="139"/>
                <a:chOff x="614" y="2568"/>
                <a:chExt cx="725" cy="139"/>
              </a:xfrm>
            </p:grpSpPr>
            <p:sp>
              <p:nvSpPr>
                <p:cNvPr id="48342" name="AutoShape 970"/>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sp>
              <p:nvSpPr>
                <p:cNvPr id="48343" name="AutoShape 971"/>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grpSp>
          <p:sp>
            <p:nvSpPr>
              <p:cNvPr id="48331" name="Rectangle 972"/>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p>
                <a:endParaRPr lang="en-US"/>
              </a:p>
            </p:txBody>
          </p:sp>
          <p:sp>
            <p:nvSpPr>
              <p:cNvPr id="48332" name="Freeform 973"/>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8333" name="Freeform 974"/>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8334" name="Oval 975"/>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sp>
            <p:nvSpPr>
              <p:cNvPr id="48335" name="Freeform 976"/>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8336" name="AutoShape 977"/>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p>
                <a:endParaRPr lang="en-US"/>
              </a:p>
            </p:txBody>
          </p:sp>
          <p:sp>
            <p:nvSpPr>
              <p:cNvPr id="48337" name="AutoShape 978"/>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p>
                <a:endParaRPr lang="en-US"/>
              </a:p>
            </p:txBody>
          </p:sp>
          <p:sp>
            <p:nvSpPr>
              <p:cNvPr id="48338" name="Oval 979"/>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sp>
            <p:nvSpPr>
              <p:cNvPr id="48339" name="Oval 980"/>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algn="ctr" eaLnBrk="1" hangingPunct="1"/>
                <a:endParaRPr lang="en-US">
                  <a:solidFill>
                    <a:srgbClr val="FF0000"/>
                  </a:solidFill>
                </a:endParaRPr>
              </a:p>
            </p:txBody>
          </p:sp>
          <p:sp>
            <p:nvSpPr>
              <p:cNvPr id="48340" name="Oval 981"/>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sp>
            <p:nvSpPr>
              <p:cNvPr id="48341" name="Rectangle 982"/>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p>
                <a:endParaRPr lang="en-US"/>
              </a:p>
            </p:txBody>
          </p:sp>
        </p:grpSp>
      </p:grpSp>
      <p:sp>
        <p:nvSpPr>
          <p:cNvPr id="48129" name="Freeform 2"/>
          <p:cNvSpPr>
            <a:spLocks/>
          </p:cNvSpPr>
          <p:nvPr/>
        </p:nvSpPr>
        <p:spPr bwMode="auto">
          <a:xfrm>
            <a:off x="2592388" y="5749925"/>
            <a:ext cx="4027487" cy="939800"/>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0001" h="10125">
                <a:moveTo>
                  <a:pt x="4" y="4039"/>
                </a:moveTo>
                <a:cubicBezTo>
                  <a:pt x="-29" y="2271"/>
                  <a:pt x="194" y="2100"/>
                  <a:pt x="715" y="1595"/>
                </a:cubicBezTo>
                <a:cubicBezTo>
                  <a:pt x="1236" y="1089"/>
                  <a:pt x="2417" y="1272"/>
                  <a:pt x="3130" y="1006"/>
                </a:cubicBezTo>
                <a:cubicBezTo>
                  <a:pt x="3843" y="740"/>
                  <a:pt x="4397" y="0"/>
                  <a:pt x="4995" y="0"/>
                </a:cubicBezTo>
                <a:cubicBezTo>
                  <a:pt x="5593" y="1"/>
                  <a:pt x="6206" y="926"/>
                  <a:pt x="6720" y="1009"/>
                </a:cubicBezTo>
                <a:cubicBezTo>
                  <a:pt x="7234" y="1092"/>
                  <a:pt x="7536" y="241"/>
                  <a:pt x="8082" y="497"/>
                </a:cubicBezTo>
                <a:cubicBezTo>
                  <a:pt x="8628" y="756"/>
                  <a:pt x="9854" y="442"/>
                  <a:pt x="9989" y="2989"/>
                </a:cubicBezTo>
                <a:cubicBezTo>
                  <a:pt x="10124" y="5536"/>
                  <a:pt x="9098" y="5742"/>
                  <a:pt x="8599" y="6797"/>
                </a:cubicBezTo>
                <a:cubicBezTo>
                  <a:pt x="8100" y="7852"/>
                  <a:pt x="7544" y="8981"/>
                  <a:pt x="6995" y="9322"/>
                </a:cubicBezTo>
                <a:cubicBezTo>
                  <a:pt x="6446" y="9663"/>
                  <a:pt x="5793" y="8957"/>
                  <a:pt x="5307" y="8843"/>
                </a:cubicBezTo>
                <a:cubicBezTo>
                  <a:pt x="4819" y="8726"/>
                  <a:pt x="4628" y="10048"/>
                  <a:pt x="4371" y="9912"/>
                </a:cubicBezTo>
                <a:cubicBezTo>
                  <a:pt x="4114" y="9775"/>
                  <a:pt x="3505" y="10355"/>
                  <a:pt x="3140" y="10019"/>
                </a:cubicBezTo>
                <a:cubicBezTo>
                  <a:pt x="2774" y="9683"/>
                  <a:pt x="2820" y="8138"/>
                  <a:pt x="2179" y="7895"/>
                </a:cubicBezTo>
                <a:cubicBezTo>
                  <a:pt x="1586" y="6800"/>
                  <a:pt x="1549" y="8137"/>
                  <a:pt x="1187" y="7495"/>
                </a:cubicBezTo>
                <a:cubicBezTo>
                  <a:pt x="825" y="6852"/>
                  <a:pt x="-7" y="6157"/>
                  <a:pt x="4" y="4039"/>
                </a:cubicBezTo>
                <a:close/>
              </a:path>
            </a:pathLst>
          </a:custGeom>
          <a:solidFill>
            <a:srgbClr val="66CCFF"/>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cxnSp>
        <p:nvCxnSpPr>
          <p:cNvPr id="148" name="Straight Connector 147"/>
          <p:cNvCxnSpPr/>
          <p:nvPr/>
        </p:nvCxnSpPr>
        <p:spPr>
          <a:xfrm flipV="1">
            <a:off x="3262941" y="5900738"/>
            <a:ext cx="1316038" cy="13176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50" name="Straight Connector 149"/>
          <p:cNvCxnSpPr/>
          <p:nvPr/>
        </p:nvCxnSpPr>
        <p:spPr>
          <a:xfrm>
            <a:off x="3151816" y="6088063"/>
            <a:ext cx="2259013" cy="29845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53" name="Straight Connector 152"/>
          <p:cNvCxnSpPr/>
          <p:nvPr/>
        </p:nvCxnSpPr>
        <p:spPr>
          <a:xfrm>
            <a:off x="3164516" y="6192838"/>
            <a:ext cx="714375" cy="27622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57" name="Straight Connector 156"/>
          <p:cNvCxnSpPr/>
          <p:nvPr/>
        </p:nvCxnSpPr>
        <p:spPr>
          <a:xfrm flipV="1">
            <a:off x="4182104" y="6386513"/>
            <a:ext cx="1247775" cy="8255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59" name="Straight Connector 158"/>
          <p:cNvCxnSpPr/>
          <p:nvPr/>
        </p:nvCxnSpPr>
        <p:spPr>
          <a:xfrm>
            <a:off x="4842504" y="5934075"/>
            <a:ext cx="1057275" cy="12382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61" name="Straight Connector 160"/>
          <p:cNvCxnSpPr/>
          <p:nvPr/>
        </p:nvCxnSpPr>
        <p:spPr>
          <a:xfrm flipV="1">
            <a:off x="4126541" y="6088063"/>
            <a:ext cx="1790700" cy="29845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63" name="Straight Connector 162"/>
          <p:cNvCxnSpPr/>
          <p:nvPr/>
        </p:nvCxnSpPr>
        <p:spPr>
          <a:xfrm flipV="1">
            <a:off x="5453691" y="6116638"/>
            <a:ext cx="588963" cy="26987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65" name="Straight Connector 164"/>
          <p:cNvCxnSpPr/>
          <p:nvPr/>
        </p:nvCxnSpPr>
        <p:spPr>
          <a:xfrm>
            <a:off x="4596441" y="5900738"/>
            <a:ext cx="814388" cy="40163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48261" name="Group 48260"/>
          <p:cNvGrpSpPr/>
          <p:nvPr/>
        </p:nvGrpSpPr>
        <p:grpSpPr>
          <a:xfrm>
            <a:off x="1526216" y="3003498"/>
            <a:ext cx="6978041" cy="1096962"/>
            <a:chOff x="1526216" y="3003498"/>
            <a:chExt cx="6978041" cy="1096962"/>
          </a:xfrm>
        </p:grpSpPr>
        <p:sp>
          <p:nvSpPr>
            <p:cNvPr id="48156" name="TextBox 399"/>
            <p:cNvSpPr txBox="1">
              <a:spLocks noChangeArrowheads="1"/>
            </p:cNvSpPr>
            <p:nvPr/>
          </p:nvSpPr>
          <p:spPr bwMode="auto">
            <a:xfrm>
              <a:off x="7714291" y="3628973"/>
              <a:ext cx="595313" cy="47148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lnSpc>
                  <a:spcPts val="1463"/>
                </a:lnSpc>
              </a:pPr>
              <a:r>
                <a:rPr lang="en-US" sz="1400"/>
                <a:t>data</a:t>
              </a:r>
            </a:p>
            <a:p>
              <a:pPr algn="ctr">
                <a:lnSpc>
                  <a:spcPts val="1463"/>
                </a:lnSpc>
              </a:pPr>
              <a:r>
                <a:rPr lang="en-US" sz="1400"/>
                <a:t>plane</a:t>
              </a:r>
            </a:p>
          </p:txBody>
        </p:sp>
        <p:sp>
          <p:nvSpPr>
            <p:cNvPr id="48157" name="TextBox 400"/>
            <p:cNvSpPr txBox="1">
              <a:spLocks noChangeArrowheads="1"/>
            </p:cNvSpPr>
            <p:nvPr/>
          </p:nvSpPr>
          <p:spPr bwMode="auto">
            <a:xfrm>
              <a:off x="7728579" y="3003498"/>
              <a:ext cx="709612" cy="47148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lnSpc>
                  <a:spcPts val="1463"/>
                </a:lnSpc>
              </a:pPr>
              <a:r>
                <a:rPr lang="en-US" sz="1400"/>
                <a:t>control</a:t>
              </a:r>
            </a:p>
            <a:p>
              <a:pPr algn="ctr">
                <a:lnSpc>
                  <a:spcPts val="1463"/>
                </a:lnSpc>
              </a:pPr>
              <a:r>
                <a:rPr lang="en-US" sz="1400"/>
                <a:t>plane</a:t>
              </a:r>
            </a:p>
          </p:txBody>
        </p:sp>
        <p:cxnSp>
          <p:nvCxnSpPr>
            <p:cNvPr id="302" name="Straight Connector 301"/>
            <p:cNvCxnSpPr/>
            <p:nvPr/>
          </p:nvCxnSpPr>
          <p:spPr bwMode="auto">
            <a:xfrm flipV="1">
              <a:off x="1526216" y="3579342"/>
              <a:ext cx="6978041" cy="12155"/>
            </a:xfrm>
            <a:prstGeom prst="line">
              <a:avLst/>
            </a:prstGeom>
            <a:ln w="25400">
              <a:solidFill>
                <a:schemeClr val="tx1"/>
              </a:solidFill>
              <a:prstDash val="dash"/>
            </a:ln>
            <a:effectLst/>
          </p:spPr>
          <p:style>
            <a:lnRef idx="2">
              <a:schemeClr val="accent1"/>
            </a:lnRef>
            <a:fillRef idx="0">
              <a:schemeClr val="accent1"/>
            </a:fillRef>
            <a:effectRef idx="1">
              <a:schemeClr val="accent1"/>
            </a:effectRef>
            <a:fontRef idx="minor">
              <a:schemeClr val="tx1"/>
            </a:fontRef>
          </p:style>
        </p:cxnSp>
      </p:grpSp>
      <p:grpSp>
        <p:nvGrpSpPr>
          <p:cNvPr id="27" name="Group 26"/>
          <p:cNvGrpSpPr/>
          <p:nvPr/>
        </p:nvGrpSpPr>
        <p:grpSpPr>
          <a:xfrm>
            <a:off x="2436115" y="2735108"/>
            <a:ext cx="4296530" cy="320561"/>
            <a:chOff x="2433511" y="2792111"/>
            <a:chExt cx="4296530" cy="320561"/>
          </a:xfrm>
        </p:grpSpPr>
        <p:grpSp>
          <p:nvGrpSpPr>
            <p:cNvPr id="48311" name="Group 401"/>
            <p:cNvGrpSpPr>
              <a:grpSpLocks/>
            </p:cNvGrpSpPr>
            <p:nvPr/>
          </p:nvGrpSpPr>
          <p:grpSpPr bwMode="auto">
            <a:xfrm>
              <a:off x="2433511" y="2794083"/>
              <a:ext cx="349250" cy="317387"/>
              <a:chOff x="2931664" y="3912603"/>
              <a:chExt cx="430450" cy="329314"/>
            </a:xfrm>
          </p:grpSpPr>
          <p:sp>
            <p:nvSpPr>
              <p:cNvPr id="403" name="Rectangle 402"/>
              <p:cNvSpPr/>
              <p:nvPr/>
            </p:nvSpPr>
            <p:spPr>
              <a:xfrm>
                <a:off x="2937534" y="3912858"/>
                <a:ext cx="424580" cy="329431"/>
              </a:xfrm>
              <a:prstGeom prst="rect">
                <a:avLst/>
              </a:prstGeom>
              <a:solidFill>
                <a:schemeClr val="bg1"/>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04" name="Straight Connector 403"/>
              <p:cNvCxnSpPr/>
              <p:nvPr/>
            </p:nvCxnSpPr>
            <p:spPr>
              <a:xfrm>
                <a:off x="2931664" y="4005099"/>
                <a:ext cx="424581"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405" name="Straight Connector 404"/>
              <p:cNvCxnSpPr/>
              <p:nvPr/>
            </p:nvCxnSpPr>
            <p:spPr>
              <a:xfrm>
                <a:off x="2931664" y="4067691"/>
                <a:ext cx="424581"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406" name="Straight Connector 405"/>
              <p:cNvCxnSpPr>
                <a:stCxn id="403" idx="2"/>
              </p:cNvCxnSpPr>
              <p:nvPr/>
            </p:nvCxnSpPr>
            <p:spPr>
              <a:xfrm flipH="1" flipV="1">
                <a:off x="3148846" y="4005099"/>
                <a:ext cx="0" cy="23719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grpSp>
        <p:grpSp>
          <p:nvGrpSpPr>
            <p:cNvPr id="48312" name="Group 406"/>
            <p:cNvGrpSpPr>
              <a:grpSpLocks/>
            </p:cNvGrpSpPr>
            <p:nvPr/>
          </p:nvGrpSpPr>
          <p:grpSpPr bwMode="auto">
            <a:xfrm>
              <a:off x="3348666" y="2792111"/>
              <a:ext cx="350838" cy="317387"/>
              <a:chOff x="2931664" y="3912603"/>
              <a:chExt cx="430450" cy="329314"/>
            </a:xfrm>
          </p:grpSpPr>
          <p:sp>
            <p:nvSpPr>
              <p:cNvPr id="408" name="Rectangle 407"/>
              <p:cNvSpPr/>
              <p:nvPr/>
            </p:nvSpPr>
            <p:spPr>
              <a:xfrm>
                <a:off x="2937508" y="3912861"/>
                <a:ext cx="424606" cy="329431"/>
              </a:xfrm>
              <a:prstGeom prst="rect">
                <a:avLst/>
              </a:prstGeom>
              <a:solidFill>
                <a:schemeClr val="bg1"/>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09" name="Straight Connector 408"/>
              <p:cNvCxnSpPr/>
              <p:nvPr/>
            </p:nvCxnSpPr>
            <p:spPr>
              <a:xfrm>
                <a:off x="2931664" y="4005102"/>
                <a:ext cx="424606"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410" name="Straight Connector 409"/>
              <p:cNvCxnSpPr/>
              <p:nvPr/>
            </p:nvCxnSpPr>
            <p:spPr>
              <a:xfrm>
                <a:off x="2931664" y="4067694"/>
                <a:ext cx="424606"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411" name="Straight Connector 410"/>
              <p:cNvCxnSpPr>
                <a:stCxn id="408" idx="2"/>
              </p:cNvCxnSpPr>
              <p:nvPr/>
            </p:nvCxnSpPr>
            <p:spPr>
              <a:xfrm flipH="1" flipV="1">
                <a:off x="3147863" y="4005102"/>
                <a:ext cx="1947" cy="23719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grpSp>
        <p:grpSp>
          <p:nvGrpSpPr>
            <p:cNvPr id="48313" name="Group 411"/>
            <p:cNvGrpSpPr>
              <a:grpSpLocks/>
            </p:cNvGrpSpPr>
            <p:nvPr/>
          </p:nvGrpSpPr>
          <p:grpSpPr bwMode="auto">
            <a:xfrm>
              <a:off x="4182104" y="2792111"/>
              <a:ext cx="350837" cy="317387"/>
              <a:chOff x="2931664" y="3912603"/>
              <a:chExt cx="430450" cy="329314"/>
            </a:xfrm>
          </p:grpSpPr>
          <p:sp>
            <p:nvSpPr>
              <p:cNvPr id="413" name="Rectangle 412"/>
              <p:cNvSpPr/>
              <p:nvPr/>
            </p:nvSpPr>
            <p:spPr>
              <a:xfrm>
                <a:off x="2937507" y="3912861"/>
                <a:ext cx="424607" cy="329431"/>
              </a:xfrm>
              <a:prstGeom prst="rect">
                <a:avLst/>
              </a:prstGeom>
              <a:solidFill>
                <a:schemeClr val="bg1"/>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14" name="Straight Connector 413"/>
              <p:cNvCxnSpPr/>
              <p:nvPr/>
            </p:nvCxnSpPr>
            <p:spPr>
              <a:xfrm>
                <a:off x="2931664" y="4005102"/>
                <a:ext cx="424607"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415" name="Straight Connector 414"/>
              <p:cNvCxnSpPr/>
              <p:nvPr/>
            </p:nvCxnSpPr>
            <p:spPr>
              <a:xfrm>
                <a:off x="2931664" y="4067694"/>
                <a:ext cx="424607"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416" name="Straight Connector 415"/>
              <p:cNvCxnSpPr>
                <a:stCxn id="413" idx="2"/>
              </p:cNvCxnSpPr>
              <p:nvPr/>
            </p:nvCxnSpPr>
            <p:spPr>
              <a:xfrm flipH="1" flipV="1">
                <a:off x="3147863" y="4005102"/>
                <a:ext cx="1948" cy="23719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grpSp>
        <p:grpSp>
          <p:nvGrpSpPr>
            <p:cNvPr id="48314" name="Group 416"/>
            <p:cNvGrpSpPr>
              <a:grpSpLocks/>
            </p:cNvGrpSpPr>
            <p:nvPr/>
          </p:nvGrpSpPr>
          <p:grpSpPr bwMode="auto">
            <a:xfrm>
              <a:off x="5374316" y="2795285"/>
              <a:ext cx="349250" cy="317387"/>
              <a:chOff x="2931664" y="3912603"/>
              <a:chExt cx="430450" cy="329314"/>
            </a:xfrm>
          </p:grpSpPr>
          <p:sp>
            <p:nvSpPr>
              <p:cNvPr id="418" name="Rectangle 417"/>
              <p:cNvSpPr/>
              <p:nvPr/>
            </p:nvSpPr>
            <p:spPr>
              <a:xfrm>
                <a:off x="2937534" y="3912862"/>
                <a:ext cx="424580" cy="329431"/>
              </a:xfrm>
              <a:prstGeom prst="rect">
                <a:avLst/>
              </a:prstGeom>
              <a:solidFill>
                <a:schemeClr val="bg1"/>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19" name="Straight Connector 418"/>
              <p:cNvCxnSpPr/>
              <p:nvPr/>
            </p:nvCxnSpPr>
            <p:spPr>
              <a:xfrm>
                <a:off x="2931664" y="4005103"/>
                <a:ext cx="424581"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420" name="Straight Connector 419"/>
              <p:cNvCxnSpPr/>
              <p:nvPr/>
            </p:nvCxnSpPr>
            <p:spPr>
              <a:xfrm>
                <a:off x="2931664" y="4067695"/>
                <a:ext cx="424581"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421" name="Straight Connector 420"/>
              <p:cNvCxnSpPr>
                <a:stCxn id="418" idx="2"/>
              </p:cNvCxnSpPr>
              <p:nvPr/>
            </p:nvCxnSpPr>
            <p:spPr>
              <a:xfrm flipH="1" flipV="1">
                <a:off x="3148846" y="4005103"/>
                <a:ext cx="0" cy="23719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grpSp>
        <p:grpSp>
          <p:nvGrpSpPr>
            <p:cNvPr id="48315" name="Group 421"/>
            <p:cNvGrpSpPr>
              <a:grpSpLocks/>
            </p:cNvGrpSpPr>
            <p:nvPr/>
          </p:nvGrpSpPr>
          <p:grpSpPr bwMode="auto">
            <a:xfrm>
              <a:off x="6379204" y="2792111"/>
              <a:ext cx="350837" cy="317387"/>
              <a:chOff x="2931664" y="3912603"/>
              <a:chExt cx="430450" cy="329314"/>
            </a:xfrm>
          </p:grpSpPr>
          <p:sp>
            <p:nvSpPr>
              <p:cNvPr id="423" name="Rectangle 422"/>
              <p:cNvSpPr/>
              <p:nvPr/>
            </p:nvSpPr>
            <p:spPr>
              <a:xfrm>
                <a:off x="2937507" y="3912861"/>
                <a:ext cx="424607" cy="329431"/>
              </a:xfrm>
              <a:prstGeom prst="rect">
                <a:avLst/>
              </a:prstGeom>
              <a:solidFill>
                <a:schemeClr val="bg1"/>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24" name="Straight Connector 423"/>
              <p:cNvCxnSpPr/>
              <p:nvPr/>
            </p:nvCxnSpPr>
            <p:spPr>
              <a:xfrm>
                <a:off x="2931664" y="4005102"/>
                <a:ext cx="424607"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425" name="Straight Connector 424"/>
              <p:cNvCxnSpPr/>
              <p:nvPr/>
            </p:nvCxnSpPr>
            <p:spPr>
              <a:xfrm>
                <a:off x="2931664" y="4067694"/>
                <a:ext cx="424607"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426" name="Straight Connector 425"/>
              <p:cNvCxnSpPr>
                <a:stCxn id="423" idx="2"/>
              </p:cNvCxnSpPr>
              <p:nvPr/>
            </p:nvCxnSpPr>
            <p:spPr>
              <a:xfrm flipH="1" flipV="1">
                <a:off x="3147863" y="4005102"/>
                <a:ext cx="1948" cy="23719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grpSp>
      </p:grpSp>
      <p:grpSp>
        <p:nvGrpSpPr>
          <p:cNvPr id="48260" name="Group 48259"/>
          <p:cNvGrpSpPr/>
          <p:nvPr/>
        </p:nvGrpSpPr>
        <p:grpSpPr>
          <a:xfrm>
            <a:off x="1856416" y="3709935"/>
            <a:ext cx="5211763" cy="2739614"/>
            <a:chOff x="1856416" y="3709935"/>
            <a:chExt cx="5211763" cy="2739614"/>
          </a:xfrm>
        </p:grpSpPr>
        <p:sp>
          <p:nvSpPr>
            <p:cNvPr id="268" name="Freeform 267"/>
            <p:cNvSpPr/>
            <p:nvPr/>
          </p:nvSpPr>
          <p:spPr>
            <a:xfrm>
              <a:off x="1876731" y="5330139"/>
              <a:ext cx="1280789" cy="759087"/>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325315"/>
                <a:gd name="connsiteY0" fmla="*/ 1160935 h 1160935"/>
                <a:gd name="connsiteX1" fmla="*/ 0 w 1325315"/>
                <a:gd name="connsiteY1" fmla="*/ 0 h 1160935"/>
                <a:gd name="connsiteX2" fmla="*/ 1040633 w 1325315"/>
                <a:gd name="connsiteY2" fmla="*/ 16785 h 1160935"/>
                <a:gd name="connsiteX3" fmla="*/ 1214315 w 1325315"/>
                <a:gd name="connsiteY3" fmla="*/ 1064597 h 1160935"/>
                <a:gd name="connsiteX4" fmla="*/ 448507 w 1325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340486"/>
                <a:gd name="connsiteY0" fmla="*/ 921649 h 921649"/>
                <a:gd name="connsiteX1" fmla="*/ 0 w 1340486"/>
                <a:gd name="connsiteY1" fmla="*/ 51716 h 921649"/>
                <a:gd name="connsiteX2" fmla="*/ 1059218 w 1340486"/>
                <a:gd name="connsiteY2" fmla="*/ 355 h 921649"/>
                <a:gd name="connsiteX3" fmla="*/ 1340486 w 1340486"/>
                <a:gd name="connsiteY3" fmla="*/ 709789 h 921649"/>
                <a:gd name="connsiteX4" fmla="*/ 1060159 w 1340486"/>
                <a:gd name="connsiteY4" fmla="*/ 921649 h 921649"/>
                <a:gd name="connsiteX0" fmla="*/ 1060159 w 1340486"/>
                <a:gd name="connsiteY0" fmla="*/ 921649 h 921649"/>
                <a:gd name="connsiteX1" fmla="*/ 0 w 1340486"/>
                <a:gd name="connsiteY1" fmla="*/ 51716 h 921649"/>
                <a:gd name="connsiteX2" fmla="*/ 1059218 w 1340486"/>
                <a:gd name="connsiteY2" fmla="*/ 355 h 921649"/>
                <a:gd name="connsiteX3" fmla="*/ 1340486 w 1340486"/>
                <a:gd name="connsiteY3" fmla="*/ 709789 h 921649"/>
                <a:gd name="connsiteX4" fmla="*/ 1060159 w 1340486"/>
                <a:gd name="connsiteY4" fmla="*/ 921649 h 921649"/>
                <a:gd name="connsiteX0" fmla="*/ 1060159 w 1340486"/>
                <a:gd name="connsiteY0" fmla="*/ 921649 h 921649"/>
                <a:gd name="connsiteX1" fmla="*/ 0 w 1340486"/>
                <a:gd name="connsiteY1" fmla="*/ 51716 h 921649"/>
                <a:gd name="connsiteX2" fmla="*/ 1059218 w 1340486"/>
                <a:gd name="connsiteY2" fmla="*/ 355 h 921649"/>
                <a:gd name="connsiteX3" fmla="*/ 1340486 w 1340486"/>
                <a:gd name="connsiteY3" fmla="*/ 709789 h 921649"/>
                <a:gd name="connsiteX4" fmla="*/ 1060159 w 1340486"/>
                <a:gd name="connsiteY4" fmla="*/ 921649 h 921649"/>
                <a:gd name="connsiteX0" fmla="*/ 1025166 w 1340486"/>
                <a:gd name="connsiteY0" fmla="*/ 746482 h 746482"/>
                <a:gd name="connsiteX1" fmla="*/ 0 w 1340486"/>
                <a:gd name="connsiteY1" fmla="*/ 51716 h 746482"/>
                <a:gd name="connsiteX2" fmla="*/ 1059218 w 1340486"/>
                <a:gd name="connsiteY2" fmla="*/ 355 h 746482"/>
                <a:gd name="connsiteX3" fmla="*/ 1340486 w 1340486"/>
                <a:gd name="connsiteY3" fmla="*/ 709789 h 746482"/>
                <a:gd name="connsiteX4" fmla="*/ 1025166 w 1340486"/>
                <a:gd name="connsiteY4" fmla="*/ 746482 h 746482"/>
                <a:gd name="connsiteX0" fmla="*/ 1025166 w 1340486"/>
                <a:gd name="connsiteY0" fmla="*/ 746482 h 746482"/>
                <a:gd name="connsiteX1" fmla="*/ 0 w 1340486"/>
                <a:gd name="connsiteY1" fmla="*/ 51716 h 746482"/>
                <a:gd name="connsiteX2" fmla="*/ 1059218 w 1340486"/>
                <a:gd name="connsiteY2" fmla="*/ 355 h 746482"/>
                <a:gd name="connsiteX3" fmla="*/ 1340486 w 1340486"/>
                <a:gd name="connsiteY3" fmla="*/ 709789 h 746482"/>
                <a:gd name="connsiteX4" fmla="*/ 1025166 w 1340486"/>
                <a:gd name="connsiteY4" fmla="*/ 746482 h 746482"/>
                <a:gd name="connsiteX0" fmla="*/ 965179 w 1280499"/>
                <a:gd name="connsiteY0" fmla="*/ 759828 h 759828"/>
                <a:gd name="connsiteX1" fmla="*/ 0 w 1280499"/>
                <a:gd name="connsiteY1" fmla="*/ 0 h 759828"/>
                <a:gd name="connsiteX2" fmla="*/ 999231 w 1280499"/>
                <a:gd name="connsiteY2" fmla="*/ 13701 h 759828"/>
                <a:gd name="connsiteX3" fmla="*/ 1280499 w 1280499"/>
                <a:gd name="connsiteY3" fmla="*/ 723135 h 759828"/>
                <a:gd name="connsiteX4" fmla="*/ 965179 w 1280499"/>
                <a:gd name="connsiteY4" fmla="*/ 759828 h 759828"/>
                <a:gd name="connsiteX0" fmla="*/ 965179 w 1280499"/>
                <a:gd name="connsiteY0" fmla="*/ 759828 h 759828"/>
                <a:gd name="connsiteX1" fmla="*/ 0 w 1280499"/>
                <a:gd name="connsiteY1" fmla="*/ 0 h 759828"/>
                <a:gd name="connsiteX2" fmla="*/ 999231 w 1280499"/>
                <a:gd name="connsiteY2" fmla="*/ 13701 h 759828"/>
                <a:gd name="connsiteX3" fmla="*/ 1280499 w 1280499"/>
                <a:gd name="connsiteY3" fmla="*/ 723135 h 759828"/>
                <a:gd name="connsiteX4" fmla="*/ 965179 w 1280499"/>
                <a:gd name="connsiteY4" fmla="*/ 759828 h 7598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0499" h="759828">
                  <a:moveTo>
                    <a:pt x="965179" y="759828"/>
                  </a:moveTo>
                  <a:cubicBezTo>
                    <a:pt x="301565" y="231725"/>
                    <a:pt x="628999" y="498939"/>
                    <a:pt x="0" y="0"/>
                  </a:cubicBezTo>
                  <a:lnTo>
                    <a:pt x="999231" y="13701"/>
                  </a:lnTo>
                  <a:cubicBezTo>
                    <a:pt x="1112985" y="379881"/>
                    <a:pt x="1055867" y="236107"/>
                    <a:pt x="1280499" y="723135"/>
                  </a:cubicBezTo>
                  <a:cubicBezTo>
                    <a:pt x="1186079" y="728668"/>
                    <a:pt x="1127207" y="701414"/>
                    <a:pt x="965179" y="759828"/>
                  </a:cubicBezTo>
                  <a:close/>
                </a:path>
              </a:pathLst>
            </a:custGeom>
            <a:gradFill>
              <a:gsLst>
                <a:gs pos="0">
                  <a:schemeClr val="bg1">
                    <a:lumMod val="95000"/>
                  </a:schemeClr>
                </a:gs>
                <a:gs pos="100000">
                  <a:schemeClr val="bg1">
                    <a:lumMod val="75000"/>
                  </a:schemeClr>
                </a:gs>
              </a:gsLst>
            </a:gradFill>
            <a:ln>
              <a:solidFill>
                <a:schemeClr val="bg1">
                  <a:lumMod val="75000"/>
                </a:schemeClr>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72" name="Freeform 271"/>
            <p:cNvSpPr/>
            <p:nvPr/>
          </p:nvSpPr>
          <p:spPr>
            <a:xfrm>
              <a:off x="6202668" y="5429198"/>
              <a:ext cx="865511" cy="553828"/>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23004 w 954755"/>
                <a:gd name="connsiteY0" fmla="*/ 943771 h 976186"/>
                <a:gd name="connsiteX1" fmla="*/ 455145 w 954755"/>
                <a:gd name="connsiteY1" fmla="*/ 11688 h 976186"/>
                <a:gd name="connsiteX2" fmla="*/ 954755 w 954755"/>
                <a:gd name="connsiteY2" fmla="*/ 0 h 976186"/>
                <a:gd name="connsiteX3" fmla="*/ 728484 w 954755"/>
                <a:gd name="connsiteY3" fmla="*/ 976186 h 976186"/>
                <a:gd name="connsiteX4" fmla="*/ 23004 w 954755"/>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56363"/>
                <a:gd name="connsiteY0" fmla="*/ 932083 h 954654"/>
                <a:gd name="connsiteX1" fmla="*/ 432141 w 956363"/>
                <a:gd name="connsiteY1" fmla="*/ 0 h 954654"/>
                <a:gd name="connsiteX2" fmla="*/ 956363 w 956363"/>
                <a:gd name="connsiteY2" fmla="*/ 12924 h 954654"/>
                <a:gd name="connsiteX3" fmla="*/ 183705 w 956363"/>
                <a:gd name="connsiteY3" fmla="*/ 954654 h 954654"/>
                <a:gd name="connsiteX4" fmla="*/ 0 w 956363"/>
                <a:gd name="connsiteY4" fmla="*/ 932083 h 954654"/>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1011379"/>
                <a:gd name="connsiteY0" fmla="*/ 605727 h 758185"/>
                <a:gd name="connsiteX1" fmla="*/ 490915 w 1011379"/>
                <a:gd name="connsiteY1" fmla="*/ 13939 h 758185"/>
                <a:gd name="connsiteX2" fmla="*/ 1011379 w 1011379"/>
                <a:gd name="connsiteY2" fmla="*/ 563 h 758185"/>
                <a:gd name="connsiteX3" fmla="*/ 268780 w 1011379"/>
                <a:gd name="connsiteY3" fmla="*/ 758185 h 758185"/>
                <a:gd name="connsiteX4" fmla="*/ 0 w 1011379"/>
                <a:gd name="connsiteY4" fmla="*/ 605727 h 758185"/>
                <a:gd name="connsiteX0" fmla="*/ 0 w 1011379"/>
                <a:gd name="connsiteY0" fmla="*/ 605727 h 648280"/>
                <a:gd name="connsiteX1" fmla="*/ 490915 w 1011379"/>
                <a:gd name="connsiteY1" fmla="*/ 13939 h 648280"/>
                <a:gd name="connsiteX2" fmla="*/ 1011379 w 1011379"/>
                <a:gd name="connsiteY2" fmla="*/ 563 h 648280"/>
                <a:gd name="connsiteX3" fmla="*/ 198718 w 1011379"/>
                <a:gd name="connsiteY3" fmla="*/ 648280 h 648280"/>
                <a:gd name="connsiteX4" fmla="*/ 0 w 1011379"/>
                <a:gd name="connsiteY4" fmla="*/ 605727 h 648280"/>
                <a:gd name="connsiteX0" fmla="*/ 0 w 1011379"/>
                <a:gd name="connsiteY0" fmla="*/ 605727 h 648280"/>
                <a:gd name="connsiteX1" fmla="*/ 490915 w 1011379"/>
                <a:gd name="connsiteY1" fmla="*/ 13939 h 648280"/>
                <a:gd name="connsiteX2" fmla="*/ 1011379 w 1011379"/>
                <a:gd name="connsiteY2" fmla="*/ 563 h 648280"/>
                <a:gd name="connsiteX3" fmla="*/ 198718 w 1011379"/>
                <a:gd name="connsiteY3" fmla="*/ 648280 h 648280"/>
                <a:gd name="connsiteX4" fmla="*/ 0 w 1011379"/>
                <a:gd name="connsiteY4" fmla="*/ 605727 h 648280"/>
                <a:gd name="connsiteX0" fmla="*/ 0 w 1011379"/>
                <a:gd name="connsiteY0" fmla="*/ 605727 h 648280"/>
                <a:gd name="connsiteX1" fmla="*/ 490915 w 1011379"/>
                <a:gd name="connsiteY1" fmla="*/ 13939 h 648280"/>
                <a:gd name="connsiteX2" fmla="*/ 1011379 w 1011379"/>
                <a:gd name="connsiteY2" fmla="*/ 563 h 648280"/>
                <a:gd name="connsiteX3" fmla="*/ 198718 w 1011379"/>
                <a:gd name="connsiteY3" fmla="*/ 648280 h 648280"/>
                <a:gd name="connsiteX4" fmla="*/ 0 w 1011379"/>
                <a:gd name="connsiteY4" fmla="*/ 605727 h 648280"/>
                <a:gd name="connsiteX0" fmla="*/ 0 w 1011379"/>
                <a:gd name="connsiteY0" fmla="*/ 605727 h 605727"/>
                <a:gd name="connsiteX1" fmla="*/ 490915 w 1011379"/>
                <a:gd name="connsiteY1" fmla="*/ 13939 h 605727"/>
                <a:gd name="connsiteX2" fmla="*/ 1011379 w 1011379"/>
                <a:gd name="connsiteY2" fmla="*/ 563 h 605727"/>
                <a:gd name="connsiteX3" fmla="*/ 318823 w 1011379"/>
                <a:gd name="connsiteY3" fmla="*/ 553361 h 605727"/>
                <a:gd name="connsiteX4" fmla="*/ 0 w 1011379"/>
                <a:gd name="connsiteY4" fmla="*/ 605727 h 605727"/>
                <a:gd name="connsiteX0" fmla="*/ 0 w 866251"/>
                <a:gd name="connsiteY0" fmla="*/ 540783 h 553361"/>
                <a:gd name="connsiteX1" fmla="*/ 345787 w 866251"/>
                <a:gd name="connsiteY1" fmla="*/ 13939 h 553361"/>
                <a:gd name="connsiteX2" fmla="*/ 866251 w 866251"/>
                <a:gd name="connsiteY2" fmla="*/ 563 h 553361"/>
                <a:gd name="connsiteX3" fmla="*/ 173695 w 866251"/>
                <a:gd name="connsiteY3" fmla="*/ 553361 h 553361"/>
                <a:gd name="connsiteX4" fmla="*/ 0 w 866251"/>
                <a:gd name="connsiteY4" fmla="*/ 540783 h 553361"/>
                <a:gd name="connsiteX0" fmla="*/ 0 w 866251"/>
                <a:gd name="connsiteY0" fmla="*/ 540783 h 553361"/>
                <a:gd name="connsiteX1" fmla="*/ 345787 w 866251"/>
                <a:gd name="connsiteY1" fmla="*/ 13939 h 553361"/>
                <a:gd name="connsiteX2" fmla="*/ 866251 w 866251"/>
                <a:gd name="connsiteY2" fmla="*/ 563 h 553361"/>
                <a:gd name="connsiteX3" fmla="*/ 173695 w 866251"/>
                <a:gd name="connsiteY3" fmla="*/ 553361 h 553361"/>
                <a:gd name="connsiteX4" fmla="*/ 0 w 866251"/>
                <a:gd name="connsiteY4" fmla="*/ 540783 h 553361"/>
                <a:gd name="connsiteX0" fmla="*/ 0 w 866251"/>
                <a:gd name="connsiteY0" fmla="*/ 540783 h 553361"/>
                <a:gd name="connsiteX1" fmla="*/ 345787 w 866251"/>
                <a:gd name="connsiteY1" fmla="*/ 13939 h 553361"/>
                <a:gd name="connsiteX2" fmla="*/ 866251 w 866251"/>
                <a:gd name="connsiteY2" fmla="*/ 563 h 553361"/>
                <a:gd name="connsiteX3" fmla="*/ 173695 w 866251"/>
                <a:gd name="connsiteY3" fmla="*/ 553361 h 553361"/>
                <a:gd name="connsiteX4" fmla="*/ 0 w 866251"/>
                <a:gd name="connsiteY4" fmla="*/ 540783 h 5533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6251" h="553361">
                  <a:moveTo>
                    <a:pt x="0" y="540783"/>
                  </a:moveTo>
                  <a:cubicBezTo>
                    <a:pt x="274887" y="134762"/>
                    <a:pt x="159176" y="337938"/>
                    <a:pt x="345787" y="13939"/>
                  </a:cubicBezTo>
                  <a:cubicBezTo>
                    <a:pt x="520528" y="18247"/>
                    <a:pt x="691510" y="-3745"/>
                    <a:pt x="866251" y="563"/>
                  </a:cubicBezTo>
                  <a:cubicBezTo>
                    <a:pt x="252709" y="502795"/>
                    <a:pt x="640047" y="209256"/>
                    <a:pt x="173695" y="553361"/>
                  </a:cubicBezTo>
                  <a:cubicBezTo>
                    <a:pt x="39410" y="524725"/>
                    <a:pt x="196198" y="539317"/>
                    <a:pt x="0" y="540783"/>
                  </a:cubicBezTo>
                  <a:close/>
                </a:path>
              </a:pathLst>
            </a:custGeom>
            <a:gradFill>
              <a:gsLst>
                <a:gs pos="0">
                  <a:schemeClr val="bg1">
                    <a:lumMod val="95000"/>
                    <a:alpha val="55000"/>
                  </a:schemeClr>
                </a:gs>
                <a:gs pos="100000">
                  <a:schemeClr val="bg1">
                    <a:lumMod val="75000"/>
                  </a:schemeClr>
                </a:gs>
              </a:gsLst>
            </a:gradFill>
            <a:ln>
              <a:solidFill>
                <a:schemeClr val="bg1">
                  <a:lumMod val="75000"/>
                </a:schemeClr>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73" name="Freeform 272"/>
            <p:cNvSpPr/>
            <p:nvPr/>
          </p:nvSpPr>
          <p:spPr>
            <a:xfrm>
              <a:off x="5378281" y="5449835"/>
              <a:ext cx="675485" cy="896777"/>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27977 w 802211"/>
                <a:gd name="connsiteY0" fmla="*/ 815791 h 976186"/>
                <a:gd name="connsiteX1" fmla="*/ 302601 w 802211"/>
                <a:gd name="connsiteY1" fmla="*/ 11688 h 976186"/>
                <a:gd name="connsiteX2" fmla="*/ 802211 w 802211"/>
                <a:gd name="connsiteY2" fmla="*/ 0 h 976186"/>
                <a:gd name="connsiteX3" fmla="*/ 575940 w 802211"/>
                <a:gd name="connsiteY3" fmla="*/ 976186 h 976186"/>
                <a:gd name="connsiteX4" fmla="*/ 27977 w 802211"/>
                <a:gd name="connsiteY4" fmla="*/ 815791 h 976186"/>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28714 h 828714"/>
                <a:gd name="connsiteX1" fmla="*/ 302601 w 802211"/>
                <a:gd name="connsiteY1" fmla="*/ 0 h 828714"/>
                <a:gd name="connsiteX2" fmla="*/ 802211 w 802211"/>
                <a:gd name="connsiteY2" fmla="*/ 12923 h 828714"/>
                <a:gd name="connsiteX3" fmla="*/ 236294 w 802211"/>
                <a:gd name="connsiteY3" fmla="*/ 821751 h 828714"/>
                <a:gd name="connsiteX4" fmla="*/ 27977 w 802211"/>
                <a:gd name="connsiteY4" fmla="*/ 828714 h 828714"/>
                <a:gd name="connsiteX0" fmla="*/ 56213 w 830447"/>
                <a:gd name="connsiteY0" fmla="*/ 828714 h 828714"/>
                <a:gd name="connsiteX1" fmla="*/ 330837 w 830447"/>
                <a:gd name="connsiteY1" fmla="*/ 0 h 828714"/>
                <a:gd name="connsiteX2" fmla="*/ 830447 w 830447"/>
                <a:gd name="connsiteY2" fmla="*/ 12923 h 828714"/>
                <a:gd name="connsiteX3" fmla="*/ 264530 w 830447"/>
                <a:gd name="connsiteY3" fmla="*/ 821751 h 828714"/>
                <a:gd name="connsiteX4" fmla="*/ 56213 w 830447"/>
                <a:gd name="connsiteY4" fmla="*/ 828714 h 828714"/>
                <a:gd name="connsiteX0" fmla="*/ 64130 w 789139"/>
                <a:gd name="connsiteY0" fmla="*/ 794258 h 821751"/>
                <a:gd name="connsiteX1" fmla="*/ 289529 w 789139"/>
                <a:gd name="connsiteY1" fmla="*/ 0 h 821751"/>
                <a:gd name="connsiteX2" fmla="*/ 789139 w 789139"/>
                <a:gd name="connsiteY2" fmla="*/ 12923 h 821751"/>
                <a:gd name="connsiteX3" fmla="*/ 223222 w 789139"/>
                <a:gd name="connsiteY3" fmla="*/ 821751 h 821751"/>
                <a:gd name="connsiteX4" fmla="*/ 64130 w 789139"/>
                <a:gd name="connsiteY4" fmla="*/ 794258 h 821751"/>
                <a:gd name="connsiteX0" fmla="*/ 0 w 725009"/>
                <a:gd name="connsiteY0" fmla="*/ 794258 h 821751"/>
                <a:gd name="connsiteX1" fmla="*/ 225399 w 725009"/>
                <a:gd name="connsiteY1" fmla="*/ 0 h 821751"/>
                <a:gd name="connsiteX2" fmla="*/ 725009 w 725009"/>
                <a:gd name="connsiteY2" fmla="*/ 12923 h 821751"/>
                <a:gd name="connsiteX3" fmla="*/ 159092 w 725009"/>
                <a:gd name="connsiteY3" fmla="*/ 821751 h 821751"/>
                <a:gd name="connsiteX4" fmla="*/ 0 w 725009"/>
                <a:gd name="connsiteY4" fmla="*/ 794258 h 821751"/>
                <a:gd name="connsiteX0" fmla="*/ 0 w 725009"/>
                <a:gd name="connsiteY0" fmla="*/ 1203768 h 1231261"/>
                <a:gd name="connsiteX1" fmla="*/ 225399 w 725009"/>
                <a:gd name="connsiteY1" fmla="*/ 0 h 1231261"/>
                <a:gd name="connsiteX2" fmla="*/ 725009 w 725009"/>
                <a:gd name="connsiteY2" fmla="*/ 422433 h 1231261"/>
                <a:gd name="connsiteX3" fmla="*/ 159092 w 725009"/>
                <a:gd name="connsiteY3" fmla="*/ 1231261 h 1231261"/>
                <a:gd name="connsiteX4" fmla="*/ 0 w 725009"/>
                <a:gd name="connsiteY4" fmla="*/ 1203768 h 1231261"/>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497"/>
                <a:gd name="connsiteY0" fmla="*/ 1279028 h 1306521"/>
                <a:gd name="connsiteX1" fmla="*/ 225399 w 725497"/>
                <a:gd name="connsiteY1" fmla="*/ 75260 h 1306521"/>
                <a:gd name="connsiteX2" fmla="*/ 396193 w 725497"/>
                <a:gd name="connsiteY2" fmla="*/ 156799 h 1306521"/>
                <a:gd name="connsiteX3" fmla="*/ 725009 w 725497"/>
                <a:gd name="connsiteY3" fmla="*/ 205042 h 1306521"/>
                <a:gd name="connsiteX4" fmla="*/ 159092 w 725497"/>
                <a:gd name="connsiteY4" fmla="*/ 1306521 h 1306521"/>
                <a:gd name="connsiteX5" fmla="*/ 0 w 725497"/>
                <a:gd name="connsiteY5" fmla="*/ 1279028 h 1306521"/>
                <a:gd name="connsiteX0" fmla="*/ 0 w 725239"/>
                <a:gd name="connsiteY0" fmla="*/ 1295668 h 1323161"/>
                <a:gd name="connsiteX1" fmla="*/ 225399 w 725239"/>
                <a:gd name="connsiteY1" fmla="*/ 91900 h 1323161"/>
                <a:gd name="connsiteX2" fmla="*/ 725009 w 725239"/>
                <a:gd name="connsiteY2" fmla="*/ 221682 h 1323161"/>
                <a:gd name="connsiteX3" fmla="*/ 159092 w 725239"/>
                <a:gd name="connsiteY3" fmla="*/ 1323161 h 1323161"/>
                <a:gd name="connsiteX4" fmla="*/ 0 w 725239"/>
                <a:gd name="connsiteY4" fmla="*/ 1295668 h 1323161"/>
                <a:gd name="connsiteX0" fmla="*/ 0 w 725221"/>
                <a:gd name="connsiteY0" fmla="*/ 1210552 h 1238045"/>
                <a:gd name="connsiteX1" fmla="*/ 191583 w 725221"/>
                <a:gd name="connsiteY1" fmla="*/ 153319 h 1238045"/>
                <a:gd name="connsiteX2" fmla="*/ 725009 w 725221"/>
                <a:gd name="connsiteY2" fmla="*/ 136566 h 1238045"/>
                <a:gd name="connsiteX3" fmla="*/ 159092 w 725221"/>
                <a:gd name="connsiteY3" fmla="*/ 1238045 h 1238045"/>
                <a:gd name="connsiteX4" fmla="*/ 0 w 725221"/>
                <a:gd name="connsiteY4" fmla="*/ 1210552 h 1238045"/>
                <a:gd name="connsiteX0" fmla="*/ 0 w 725305"/>
                <a:gd name="connsiteY0" fmla="*/ 1158512 h 1186005"/>
                <a:gd name="connsiteX1" fmla="*/ 191583 w 725305"/>
                <a:gd name="connsiteY1" fmla="*/ 101279 h 1186005"/>
                <a:gd name="connsiteX2" fmla="*/ 725009 w 725305"/>
                <a:gd name="connsiteY2" fmla="*/ 84526 h 1186005"/>
                <a:gd name="connsiteX3" fmla="*/ 159092 w 725305"/>
                <a:gd name="connsiteY3" fmla="*/ 1186005 h 1186005"/>
                <a:gd name="connsiteX4" fmla="*/ 0 w 725305"/>
                <a:gd name="connsiteY4" fmla="*/ 1158512 h 1186005"/>
                <a:gd name="connsiteX0" fmla="*/ 0 w 725009"/>
                <a:gd name="connsiteY0" fmla="*/ 1073986 h 1101479"/>
                <a:gd name="connsiteX1" fmla="*/ 191583 w 725009"/>
                <a:gd name="connsiteY1" fmla="*/ 16753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074607"/>
                <a:gd name="connsiteX1" fmla="*/ 206612 w 725009"/>
                <a:gd name="connsiteY1" fmla="*/ 1724 h 1074607"/>
                <a:gd name="connsiteX2" fmla="*/ 725009 w 725009"/>
                <a:gd name="connsiteY2" fmla="*/ 0 h 1074607"/>
                <a:gd name="connsiteX3" fmla="*/ 229048 w 725009"/>
                <a:gd name="connsiteY3" fmla="*/ 886531 h 1074607"/>
                <a:gd name="connsiteX4" fmla="*/ 0 w 725009"/>
                <a:gd name="connsiteY4" fmla="*/ 1073986 h 1074607"/>
                <a:gd name="connsiteX0" fmla="*/ 0 w 725009"/>
                <a:gd name="connsiteY0" fmla="*/ 1073986 h 1074607"/>
                <a:gd name="connsiteX1" fmla="*/ 206612 w 725009"/>
                <a:gd name="connsiteY1" fmla="*/ 1724 h 1074607"/>
                <a:gd name="connsiteX2" fmla="*/ 725009 w 725009"/>
                <a:gd name="connsiteY2" fmla="*/ 0 h 1074607"/>
                <a:gd name="connsiteX3" fmla="*/ 229048 w 725009"/>
                <a:gd name="connsiteY3" fmla="*/ 886531 h 1074607"/>
                <a:gd name="connsiteX4" fmla="*/ 0 w 725009"/>
                <a:gd name="connsiteY4" fmla="*/ 1073986 h 1074607"/>
                <a:gd name="connsiteX0" fmla="*/ 0 w 675040"/>
                <a:gd name="connsiteY0" fmla="*/ 894029 h 896577"/>
                <a:gd name="connsiteX1" fmla="*/ 156643 w 675040"/>
                <a:gd name="connsiteY1" fmla="*/ 1724 h 896577"/>
                <a:gd name="connsiteX2" fmla="*/ 675040 w 675040"/>
                <a:gd name="connsiteY2" fmla="*/ 0 h 896577"/>
                <a:gd name="connsiteX3" fmla="*/ 179079 w 675040"/>
                <a:gd name="connsiteY3" fmla="*/ 886531 h 896577"/>
                <a:gd name="connsiteX4" fmla="*/ 0 w 675040"/>
                <a:gd name="connsiteY4" fmla="*/ 894029 h 896577"/>
                <a:gd name="connsiteX0" fmla="*/ 0 w 675040"/>
                <a:gd name="connsiteY0" fmla="*/ 894029 h 896577"/>
                <a:gd name="connsiteX1" fmla="*/ 186623 w 675040"/>
                <a:gd name="connsiteY1" fmla="*/ 1724 h 896577"/>
                <a:gd name="connsiteX2" fmla="*/ 675040 w 675040"/>
                <a:gd name="connsiteY2" fmla="*/ 0 h 896577"/>
                <a:gd name="connsiteX3" fmla="*/ 179079 w 675040"/>
                <a:gd name="connsiteY3" fmla="*/ 886531 h 896577"/>
                <a:gd name="connsiteX4" fmla="*/ 0 w 675040"/>
                <a:gd name="connsiteY4" fmla="*/ 894029 h 8965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5040" h="896577">
                  <a:moveTo>
                    <a:pt x="0" y="894029"/>
                  </a:moveTo>
                  <a:cubicBezTo>
                    <a:pt x="95638" y="409857"/>
                    <a:pt x="76811" y="618448"/>
                    <a:pt x="186623" y="1724"/>
                  </a:cubicBezTo>
                  <a:cubicBezTo>
                    <a:pt x="431451" y="14348"/>
                    <a:pt x="449377" y="35256"/>
                    <a:pt x="675040" y="0"/>
                  </a:cubicBezTo>
                  <a:cubicBezTo>
                    <a:pt x="276172" y="749497"/>
                    <a:pt x="462801" y="344746"/>
                    <a:pt x="179079" y="886531"/>
                  </a:cubicBezTo>
                  <a:cubicBezTo>
                    <a:pt x="44794" y="857895"/>
                    <a:pt x="92525" y="908114"/>
                    <a:pt x="0" y="894029"/>
                  </a:cubicBezTo>
                  <a:close/>
                </a:path>
              </a:pathLst>
            </a:custGeom>
            <a:gradFill>
              <a:gsLst>
                <a:gs pos="0">
                  <a:schemeClr val="bg1">
                    <a:lumMod val="95000"/>
                    <a:alpha val="55000"/>
                  </a:schemeClr>
                </a:gs>
                <a:gs pos="100000">
                  <a:schemeClr val="bg1">
                    <a:lumMod val="75000"/>
                  </a:schemeClr>
                </a:gs>
              </a:gsLst>
            </a:gradFill>
            <a:ln>
              <a:solidFill>
                <a:schemeClr val="bg1">
                  <a:lumMod val="75000"/>
                </a:schemeClr>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74" name="Freeform 273"/>
            <p:cNvSpPr/>
            <p:nvPr/>
          </p:nvSpPr>
          <p:spPr>
            <a:xfrm>
              <a:off x="4340854" y="5470471"/>
              <a:ext cx="514350" cy="401843"/>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503138"/>
                <a:gd name="connsiteY0" fmla="*/ 961687 h 964568"/>
                <a:gd name="connsiteX1" fmla="*/ 0 w 503138"/>
                <a:gd name="connsiteY1" fmla="*/ 70 h 964568"/>
                <a:gd name="connsiteX2" fmla="*/ 503138 w 503138"/>
                <a:gd name="connsiteY2" fmla="*/ 154187 h 964568"/>
                <a:gd name="connsiteX3" fmla="*/ 273339 w 503138"/>
                <a:gd name="connsiteY3" fmla="*/ 964568 h 964568"/>
                <a:gd name="connsiteX4" fmla="*/ 197928 w 503138"/>
                <a:gd name="connsiteY4" fmla="*/ 961687 h 964568"/>
                <a:gd name="connsiteX0" fmla="*/ 201456 w 506666"/>
                <a:gd name="connsiteY0" fmla="*/ 807500 h 810381"/>
                <a:gd name="connsiteX1" fmla="*/ 0 w 506666"/>
                <a:gd name="connsiteY1" fmla="*/ 15216 h 810381"/>
                <a:gd name="connsiteX2" fmla="*/ 506666 w 506666"/>
                <a:gd name="connsiteY2" fmla="*/ 0 h 810381"/>
                <a:gd name="connsiteX3" fmla="*/ 276867 w 506666"/>
                <a:gd name="connsiteY3" fmla="*/ 810381 h 810381"/>
                <a:gd name="connsiteX4" fmla="*/ 201456 w 506666"/>
                <a:gd name="connsiteY4" fmla="*/ 807500 h 810381"/>
                <a:gd name="connsiteX0" fmla="*/ 201456 w 506666"/>
                <a:gd name="connsiteY0" fmla="*/ 807500 h 811593"/>
                <a:gd name="connsiteX1" fmla="*/ 0 w 506666"/>
                <a:gd name="connsiteY1" fmla="*/ 15216 h 811593"/>
                <a:gd name="connsiteX2" fmla="*/ 506666 w 506666"/>
                <a:gd name="connsiteY2" fmla="*/ 0 h 811593"/>
                <a:gd name="connsiteX3" fmla="*/ 276867 w 506666"/>
                <a:gd name="connsiteY3" fmla="*/ 810381 h 811593"/>
                <a:gd name="connsiteX4" fmla="*/ 201456 w 506666"/>
                <a:gd name="connsiteY4" fmla="*/ 807500 h 811593"/>
                <a:gd name="connsiteX0" fmla="*/ 135576 w 506666"/>
                <a:gd name="connsiteY0" fmla="*/ 818480 h 818480"/>
                <a:gd name="connsiteX1" fmla="*/ 0 w 506666"/>
                <a:gd name="connsiteY1" fmla="*/ 15216 h 818480"/>
                <a:gd name="connsiteX2" fmla="*/ 506666 w 506666"/>
                <a:gd name="connsiteY2" fmla="*/ 0 h 818480"/>
                <a:gd name="connsiteX3" fmla="*/ 276867 w 506666"/>
                <a:gd name="connsiteY3" fmla="*/ 81038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789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7896 h 818480"/>
                <a:gd name="connsiteX2" fmla="*/ 506666 w 506666"/>
                <a:gd name="connsiteY2" fmla="*/ 0 h 818480"/>
                <a:gd name="connsiteX3" fmla="*/ 331766 w 506666"/>
                <a:gd name="connsiteY3" fmla="*/ 803061 h 818480"/>
                <a:gd name="connsiteX4" fmla="*/ 135576 w 506666"/>
                <a:gd name="connsiteY4" fmla="*/ 818480 h 818480"/>
                <a:gd name="connsiteX0" fmla="*/ 45472 w 559302"/>
                <a:gd name="connsiteY0" fmla="*/ 807500 h 807500"/>
                <a:gd name="connsiteX1" fmla="*/ 52636 w 559302"/>
                <a:gd name="connsiteY1" fmla="*/ 7896 h 807500"/>
                <a:gd name="connsiteX2" fmla="*/ 559302 w 559302"/>
                <a:gd name="connsiteY2" fmla="*/ 0 h 807500"/>
                <a:gd name="connsiteX3" fmla="*/ 384402 w 559302"/>
                <a:gd name="connsiteY3" fmla="*/ 803061 h 807500"/>
                <a:gd name="connsiteX4" fmla="*/ 45472 w 559302"/>
                <a:gd name="connsiteY4" fmla="*/ 807500 h 807500"/>
                <a:gd name="connsiteX0" fmla="*/ 21974 w 535804"/>
                <a:gd name="connsiteY0" fmla="*/ 807500 h 807500"/>
                <a:gd name="connsiteX1" fmla="*/ 29138 w 535804"/>
                <a:gd name="connsiteY1" fmla="*/ 7896 h 807500"/>
                <a:gd name="connsiteX2" fmla="*/ 535804 w 535804"/>
                <a:gd name="connsiteY2" fmla="*/ 0 h 807500"/>
                <a:gd name="connsiteX3" fmla="*/ 360904 w 535804"/>
                <a:gd name="connsiteY3" fmla="*/ 803061 h 807500"/>
                <a:gd name="connsiteX4" fmla="*/ 21974 w 535804"/>
                <a:gd name="connsiteY4" fmla="*/ 807500 h 807500"/>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30473"/>
                <a:gd name="connsiteX1" fmla="*/ 0 w 506666"/>
                <a:gd name="connsiteY1" fmla="*/ 7896 h 830473"/>
                <a:gd name="connsiteX2" fmla="*/ 506666 w 506666"/>
                <a:gd name="connsiteY2" fmla="*/ 0 h 830473"/>
                <a:gd name="connsiteX3" fmla="*/ 331766 w 506666"/>
                <a:gd name="connsiteY3" fmla="*/ 828681 h 830473"/>
                <a:gd name="connsiteX4" fmla="*/ 128256 w 506666"/>
                <a:gd name="connsiteY4" fmla="*/ 829461 h 830473"/>
                <a:gd name="connsiteX0" fmla="*/ 128256 w 506666"/>
                <a:gd name="connsiteY0" fmla="*/ 829461 h 830473"/>
                <a:gd name="connsiteX1" fmla="*/ 0 w 506666"/>
                <a:gd name="connsiteY1" fmla="*/ 7896 h 830473"/>
                <a:gd name="connsiteX2" fmla="*/ 506666 w 506666"/>
                <a:gd name="connsiteY2" fmla="*/ 0 h 830473"/>
                <a:gd name="connsiteX3" fmla="*/ 331766 w 506666"/>
                <a:gd name="connsiteY3" fmla="*/ 828681 h 830473"/>
                <a:gd name="connsiteX4" fmla="*/ 128256 w 506666"/>
                <a:gd name="connsiteY4" fmla="*/ 829461 h 830473"/>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7341"/>
                <a:gd name="connsiteX1" fmla="*/ 0 w 514180"/>
                <a:gd name="connsiteY1" fmla="*/ 0 h 577341"/>
                <a:gd name="connsiteX2" fmla="*/ 514180 w 514180"/>
                <a:gd name="connsiteY2" fmla="*/ 10891 h 577341"/>
                <a:gd name="connsiteX3" fmla="*/ 404259 w 514180"/>
                <a:gd name="connsiteY3" fmla="*/ 386400 h 577341"/>
                <a:gd name="connsiteX4" fmla="*/ 135770 w 514180"/>
                <a:gd name="connsiteY4" fmla="*/ 577341 h 577341"/>
                <a:gd name="connsiteX0" fmla="*/ 100781 w 514180"/>
                <a:gd name="connsiteY0" fmla="*/ 432218 h 432218"/>
                <a:gd name="connsiteX1" fmla="*/ 0 w 514180"/>
                <a:gd name="connsiteY1" fmla="*/ 0 h 432218"/>
                <a:gd name="connsiteX2" fmla="*/ 514180 w 514180"/>
                <a:gd name="connsiteY2" fmla="*/ 10891 h 432218"/>
                <a:gd name="connsiteX3" fmla="*/ 404259 w 514180"/>
                <a:gd name="connsiteY3" fmla="*/ 386400 h 432218"/>
                <a:gd name="connsiteX4" fmla="*/ 100781 w 514180"/>
                <a:gd name="connsiteY4" fmla="*/ 432218 h 432218"/>
                <a:gd name="connsiteX0" fmla="*/ 100781 w 514180"/>
                <a:gd name="connsiteY0" fmla="*/ 432218 h 432218"/>
                <a:gd name="connsiteX1" fmla="*/ 0 w 514180"/>
                <a:gd name="connsiteY1" fmla="*/ 0 h 432218"/>
                <a:gd name="connsiteX2" fmla="*/ 514180 w 514180"/>
                <a:gd name="connsiteY2" fmla="*/ 10891 h 432218"/>
                <a:gd name="connsiteX3" fmla="*/ 404259 w 514180"/>
                <a:gd name="connsiteY3" fmla="*/ 386400 h 432218"/>
                <a:gd name="connsiteX4" fmla="*/ 100781 w 514180"/>
                <a:gd name="connsiteY4" fmla="*/ 432218 h 432218"/>
                <a:gd name="connsiteX0" fmla="*/ 100781 w 514180"/>
                <a:gd name="connsiteY0" fmla="*/ 402193 h 402193"/>
                <a:gd name="connsiteX1" fmla="*/ 0 w 514180"/>
                <a:gd name="connsiteY1" fmla="*/ 0 h 402193"/>
                <a:gd name="connsiteX2" fmla="*/ 514180 w 514180"/>
                <a:gd name="connsiteY2" fmla="*/ 10891 h 402193"/>
                <a:gd name="connsiteX3" fmla="*/ 404259 w 514180"/>
                <a:gd name="connsiteY3" fmla="*/ 386400 h 402193"/>
                <a:gd name="connsiteX4" fmla="*/ 100781 w 514180"/>
                <a:gd name="connsiteY4" fmla="*/ 402193 h 4021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4180" h="402193">
                  <a:moveTo>
                    <a:pt x="100781" y="402193"/>
                  </a:moveTo>
                  <a:cubicBezTo>
                    <a:pt x="60584" y="194221"/>
                    <a:pt x="96631" y="442038"/>
                    <a:pt x="0" y="0"/>
                  </a:cubicBezTo>
                  <a:lnTo>
                    <a:pt x="514180" y="10891"/>
                  </a:lnTo>
                  <a:cubicBezTo>
                    <a:pt x="417353" y="348331"/>
                    <a:pt x="491637" y="89943"/>
                    <a:pt x="404259" y="386400"/>
                  </a:cubicBezTo>
                  <a:cubicBezTo>
                    <a:pt x="357814" y="390704"/>
                    <a:pt x="168880" y="400727"/>
                    <a:pt x="100781" y="402193"/>
                  </a:cubicBezTo>
                  <a:close/>
                </a:path>
              </a:pathLst>
            </a:custGeom>
            <a:gradFill>
              <a:gsLst>
                <a:gs pos="0">
                  <a:schemeClr val="bg1">
                    <a:lumMod val="95000"/>
                    <a:alpha val="55000"/>
                  </a:schemeClr>
                </a:gs>
                <a:gs pos="100000">
                  <a:schemeClr val="bg1">
                    <a:lumMod val="75000"/>
                  </a:schemeClr>
                </a:gs>
              </a:gsLst>
            </a:gradFill>
            <a:ln>
              <a:solidFill>
                <a:schemeClr val="bg1">
                  <a:lumMod val="75000"/>
                </a:schemeClr>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75" name="Freeform 274"/>
            <p:cNvSpPr/>
            <p:nvPr/>
          </p:nvSpPr>
          <p:spPr>
            <a:xfrm>
              <a:off x="3561391" y="5433960"/>
              <a:ext cx="573725" cy="1015589"/>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621064"/>
                <a:gd name="connsiteY0" fmla="*/ 973305 h 973305"/>
                <a:gd name="connsiteX1" fmla="*/ 0 w 621064"/>
                <a:gd name="connsiteY1" fmla="*/ 11688 h 973305"/>
                <a:gd name="connsiteX2" fmla="*/ 499610 w 621064"/>
                <a:gd name="connsiteY2" fmla="*/ 0 h 973305"/>
                <a:gd name="connsiteX3" fmla="*/ 558839 w 621064"/>
                <a:gd name="connsiteY3" fmla="*/ 754682 h 973305"/>
                <a:gd name="connsiteX4" fmla="*/ 197928 w 621064"/>
                <a:gd name="connsiteY4" fmla="*/ 973305 h 973305"/>
                <a:gd name="connsiteX0" fmla="*/ 197928 w 558839"/>
                <a:gd name="connsiteY0" fmla="*/ 973305 h 973305"/>
                <a:gd name="connsiteX1" fmla="*/ 0 w 558839"/>
                <a:gd name="connsiteY1" fmla="*/ 11688 h 973305"/>
                <a:gd name="connsiteX2" fmla="*/ 499610 w 558839"/>
                <a:gd name="connsiteY2" fmla="*/ 0 h 973305"/>
                <a:gd name="connsiteX3" fmla="*/ 558839 w 558839"/>
                <a:gd name="connsiteY3" fmla="*/ 754682 h 973305"/>
                <a:gd name="connsiteX4" fmla="*/ 197928 w 558839"/>
                <a:gd name="connsiteY4" fmla="*/ 973305 h 973305"/>
                <a:gd name="connsiteX0" fmla="*/ 197928 w 558839"/>
                <a:gd name="connsiteY0" fmla="*/ 973305 h 973305"/>
                <a:gd name="connsiteX1" fmla="*/ 0 w 558839"/>
                <a:gd name="connsiteY1" fmla="*/ 11688 h 973305"/>
                <a:gd name="connsiteX2" fmla="*/ 499610 w 558839"/>
                <a:gd name="connsiteY2" fmla="*/ 0 h 973305"/>
                <a:gd name="connsiteX3" fmla="*/ 558839 w 558839"/>
                <a:gd name="connsiteY3" fmla="*/ 754682 h 973305"/>
                <a:gd name="connsiteX4" fmla="*/ 197928 w 558839"/>
                <a:gd name="connsiteY4" fmla="*/ 973305 h 973305"/>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1315828 h 1315828"/>
                <a:gd name="connsiteX1" fmla="*/ 0 w 558839"/>
                <a:gd name="connsiteY1" fmla="*/ 531414 h 1315828"/>
                <a:gd name="connsiteX2" fmla="*/ 506930 w 558839"/>
                <a:gd name="connsiteY2" fmla="*/ 0 h 1315828"/>
                <a:gd name="connsiteX3" fmla="*/ 558839 w 558839"/>
                <a:gd name="connsiteY3" fmla="*/ 1274408 h 1315828"/>
                <a:gd name="connsiteX4" fmla="*/ 370213 w 558839"/>
                <a:gd name="connsiteY4" fmla="*/ 1315828 h 1315828"/>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88119"/>
                <a:gd name="connsiteY0" fmla="*/ 1326654 h 1326654"/>
                <a:gd name="connsiteX1" fmla="*/ 0 w 588119"/>
                <a:gd name="connsiteY1" fmla="*/ 554 h 1326654"/>
                <a:gd name="connsiteX2" fmla="*/ 521570 w 588119"/>
                <a:gd name="connsiteY2" fmla="*/ 10826 h 1326654"/>
                <a:gd name="connsiteX3" fmla="*/ 588119 w 588119"/>
                <a:gd name="connsiteY3" fmla="*/ 1321835 h 1326654"/>
                <a:gd name="connsiteX4" fmla="*/ 384853 w 588119"/>
                <a:gd name="connsiteY4" fmla="*/ 1326654 h 1326654"/>
                <a:gd name="connsiteX0" fmla="*/ 384853 w 588119"/>
                <a:gd name="connsiteY0" fmla="*/ 1326654 h 1326654"/>
                <a:gd name="connsiteX1" fmla="*/ 0 w 588119"/>
                <a:gd name="connsiteY1" fmla="*/ 554 h 1326654"/>
                <a:gd name="connsiteX2" fmla="*/ 521570 w 588119"/>
                <a:gd name="connsiteY2" fmla="*/ 10826 h 1326654"/>
                <a:gd name="connsiteX3" fmla="*/ 588119 w 588119"/>
                <a:gd name="connsiteY3" fmla="*/ 1321835 h 1326654"/>
                <a:gd name="connsiteX4" fmla="*/ 384853 w 588119"/>
                <a:gd name="connsiteY4" fmla="*/ 1326654 h 1326654"/>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94113"/>
                <a:gd name="connsiteY0" fmla="*/ 1097905 h 1179971"/>
                <a:gd name="connsiteX1" fmla="*/ 0 w 594113"/>
                <a:gd name="connsiteY1" fmla="*/ 4757 h 1179971"/>
                <a:gd name="connsiteX2" fmla="*/ 502783 w 594113"/>
                <a:gd name="connsiteY2" fmla="*/ 0 h 1179971"/>
                <a:gd name="connsiteX3" fmla="*/ 594113 w 594113"/>
                <a:gd name="connsiteY3" fmla="*/ 1179818 h 1179971"/>
                <a:gd name="connsiteX4" fmla="*/ 366066 w 594113"/>
                <a:gd name="connsiteY4" fmla="*/ 1097905 h 1179971"/>
                <a:gd name="connsiteX0" fmla="*/ 403236 w 594113"/>
                <a:gd name="connsiteY0" fmla="*/ 1215612 h 1215612"/>
                <a:gd name="connsiteX1" fmla="*/ 0 w 594113"/>
                <a:gd name="connsiteY1" fmla="*/ 4757 h 1215612"/>
                <a:gd name="connsiteX2" fmla="*/ 502783 w 594113"/>
                <a:gd name="connsiteY2" fmla="*/ 0 h 1215612"/>
                <a:gd name="connsiteX3" fmla="*/ 594113 w 594113"/>
                <a:gd name="connsiteY3" fmla="*/ 1179818 h 1215612"/>
                <a:gd name="connsiteX4" fmla="*/ 403236 w 594113"/>
                <a:gd name="connsiteY4" fmla="*/ 1215612 h 1215612"/>
                <a:gd name="connsiteX0" fmla="*/ 403236 w 574100"/>
                <a:gd name="connsiteY0" fmla="*/ 1215612 h 1215612"/>
                <a:gd name="connsiteX1" fmla="*/ 0 w 574100"/>
                <a:gd name="connsiteY1" fmla="*/ 4757 h 1215612"/>
                <a:gd name="connsiteX2" fmla="*/ 502783 w 574100"/>
                <a:gd name="connsiteY2" fmla="*/ 0 h 1215612"/>
                <a:gd name="connsiteX3" fmla="*/ 574100 w 574100"/>
                <a:gd name="connsiteY3" fmla="*/ 1014877 h 1215612"/>
                <a:gd name="connsiteX4" fmla="*/ 403236 w 574100"/>
                <a:gd name="connsiteY4" fmla="*/ 1215612 h 1215612"/>
                <a:gd name="connsiteX0" fmla="*/ 333190 w 574100"/>
                <a:gd name="connsiteY0" fmla="*/ 985695 h 1015244"/>
                <a:gd name="connsiteX1" fmla="*/ 0 w 574100"/>
                <a:gd name="connsiteY1" fmla="*/ 4757 h 1015244"/>
                <a:gd name="connsiteX2" fmla="*/ 502783 w 574100"/>
                <a:gd name="connsiteY2" fmla="*/ 0 h 1015244"/>
                <a:gd name="connsiteX3" fmla="*/ 574100 w 574100"/>
                <a:gd name="connsiteY3" fmla="*/ 1014877 h 1015244"/>
                <a:gd name="connsiteX4" fmla="*/ 333190 w 574100"/>
                <a:gd name="connsiteY4" fmla="*/ 985695 h 10152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4100" h="1015244">
                  <a:moveTo>
                    <a:pt x="333190" y="985695"/>
                  </a:moveTo>
                  <a:cubicBezTo>
                    <a:pt x="153901" y="433090"/>
                    <a:pt x="295574" y="908506"/>
                    <a:pt x="0" y="4757"/>
                  </a:cubicBezTo>
                  <a:cubicBezTo>
                    <a:pt x="166537" y="861"/>
                    <a:pt x="336246" y="3896"/>
                    <a:pt x="502783" y="0"/>
                  </a:cubicBezTo>
                  <a:cubicBezTo>
                    <a:pt x="555943" y="995541"/>
                    <a:pt x="537473" y="350120"/>
                    <a:pt x="574100" y="1014877"/>
                  </a:cubicBezTo>
                  <a:cubicBezTo>
                    <a:pt x="476415" y="1019182"/>
                    <a:pt x="529388" y="984229"/>
                    <a:pt x="333190" y="985695"/>
                  </a:cubicBezTo>
                  <a:close/>
                </a:path>
              </a:pathLst>
            </a:custGeom>
            <a:gradFill>
              <a:gsLst>
                <a:gs pos="0">
                  <a:schemeClr val="bg1">
                    <a:lumMod val="95000"/>
                    <a:alpha val="55000"/>
                  </a:schemeClr>
                </a:gs>
                <a:gs pos="100000">
                  <a:schemeClr val="bg1">
                    <a:lumMod val="75000"/>
                  </a:schemeClr>
                </a:gs>
              </a:gsLst>
            </a:gradFill>
            <a:ln>
              <a:solidFill>
                <a:schemeClr val="bg1">
                  <a:lumMod val="75000"/>
                </a:schemeClr>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grpSp>
          <p:nvGrpSpPr>
            <p:cNvPr id="29" name="Group 28"/>
            <p:cNvGrpSpPr/>
            <p:nvPr/>
          </p:nvGrpSpPr>
          <p:grpSpPr>
            <a:xfrm>
              <a:off x="1856416" y="3709935"/>
              <a:ext cx="1049338" cy="1739900"/>
              <a:chOff x="1856416" y="3709935"/>
              <a:chExt cx="1049338" cy="1739900"/>
            </a:xfrm>
          </p:grpSpPr>
          <p:sp>
            <p:nvSpPr>
              <p:cNvPr id="496" name="Rectangle 495"/>
              <p:cNvSpPr/>
              <p:nvPr/>
            </p:nvSpPr>
            <p:spPr bwMode="auto">
              <a:xfrm rot="10800000">
                <a:off x="1867529" y="3957585"/>
                <a:ext cx="1027112" cy="611090"/>
              </a:xfrm>
              <a:prstGeom prst="rect">
                <a:avLst/>
              </a:prstGeom>
              <a:gradFill>
                <a:gsLst>
                  <a:gs pos="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grpSp>
            <p:nvGrpSpPr>
              <p:cNvPr id="48285" name="Group 498"/>
              <p:cNvGrpSpPr>
                <a:grpSpLocks/>
              </p:cNvGrpSpPr>
              <p:nvPr/>
            </p:nvGrpSpPr>
            <p:grpSpPr bwMode="auto">
              <a:xfrm>
                <a:off x="1858805" y="5088863"/>
                <a:ext cx="1035373" cy="360972"/>
                <a:chOff x="4128636" y="3606589"/>
                <a:chExt cx="568145" cy="338667"/>
              </a:xfrm>
            </p:grpSpPr>
            <p:sp>
              <p:nvSpPr>
                <p:cNvPr id="515" name="Oval 514"/>
                <p:cNvSpPr/>
                <p:nvPr/>
              </p:nvSpPr>
              <p:spPr>
                <a:xfrm>
                  <a:off x="4129067" y="3720356"/>
                  <a:ext cx="567968" cy="224900"/>
                </a:xfrm>
                <a:prstGeom prst="ellipse">
                  <a:avLst/>
                </a:prstGeom>
                <a:solidFill>
                  <a:schemeClr val="accent2">
                    <a:lumMod val="75000"/>
                  </a:schemeClr>
                </a:solid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16" name="Rectangle 515"/>
                <p:cNvSpPr/>
                <p:nvPr/>
              </p:nvSpPr>
              <p:spPr>
                <a:xfrm>
                  <a:off x="4129067" y="3720356"/>
                  <a:ext cx="567968" cy="111705"/>
                </a:xfrm>
                <a:prstGeom prst="rect">
                  <a:avLst/>
                </a:prstGeom>
                <a:solidFill>
                  <a:schemeClr val="accent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17" name="Oval 516"/>
                <p:cNvSpPr/>
                <p:nvPr/>
              </p:nvSpPr>
              <p:spPr>
                <a:xfrm>
                  <a:off x="4129067" y="3607161"/>
                  <a:ext cx="567968" cy="224900"/>
                </a:xfrm>
                <a:prstGeom prst="ellipse">
                  <a:avLst/>
                </a:prstGeom>
                <a:solidFill>
                  <a:schemeClr val="accent2">
                    <a:lumMod val="60000"/>
                    <a:lumOff val="40000"/>
                    <a:alpha val="7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18" name="Straight Connector 517"/>
                <p:cNvCxnSpPr/>
                <p:nvPr/>
              </p:nvCxnSpPr>
              <p:spPr>
                <a:xfrm>
                  <a:off x="4697035" y="3720356"/>
                  <a:ext cx="0" cy="111705"/>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19" name="Straight Connector 518"/>
                <p:cNvCxnSpPr/>
                <p:nvPr/>
              </p:nvCxnSpPr>
              <p:spPr>
                <a:xfrm>
                  <a:off x="4129067" y="3720356"/>
                  <a:ext cx="0" cy="111705"/>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sp>
            <p:nvSpPr>
              <p:cNvPr id="500" name="Rectangle 499"/>
              <p:cNvSpPr/>
              <p:nvPr/>
            </p:nvSpPr>
            <p:spPr bwMode="auto">
              <a:xfrm>
                <a:off x="1877054" y="4704509"/>
                <a:ext cx="1028700" cy="523075"/>
              </a:xfrm>
              <a:prstGeom prst="rect">
                <a:avLst/>
              </a:prstGeom>
              <a:gradFill>
                <a:gsLst>
                  <a:gs pos="0">
                    <a:schemeClr val="accent2">
                      <a:lumMod val="60000"/>
                      <a:lumOff val="40000"/>
                      <a:alpha val="62000"/>
                    </a:schemeClr>
                  </a:gs>
                  <a:gs pos="54000">
                    <a:schemeClr val="accent2">
                      <a:lumMod val="40000"/>
                      <a:lumOff val="6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02" name="Straight Connector 501"/>
              <p:cNvCxnSpPr/>
              <p:nvPr/>
            </p:nvCxnSpPr>
            <p:spPr bwMode="auto">
              <a:xfrm>
                <a:off x="1861179" y="3981398"/>
                <a:ext cx="17462" cy="1301750"/>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503" name="Straight Connector 502"/>
              <p:cNvCxnSpPr/>
              <p:nvPr/>
            </p:nvCxnSpPr>
            <p:spPr bwMode="auto">
              <a:xfrm flipH="1">
                <a:off x="2894641" y="3971873"/>
                <a:ext cx="6350" cy="1270000"/>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8290" name="Group 504"/>
              <p:cNvGrpSpPr>
                <a:grpSpLocks/>
              </p:cNvGrpSpPr>
              <p:nvPr/>
            </p:nvGrpSpPr>
            <p:grpSpPr bwMode="auto">
              <a:xfrm>
                <a:off x="1856416" y="3709935"/>
                <a:ext cx="1044712" cy="399063"/>
                <a:chOff x="2183302" y="1574638"/>
                <a:chExt cx="1200154" cy="430218"/>
              </a:xfrm>
            </p:grpSpPr>
            <p:sp>
              <p:nvSpPr>
                <p:cNvPr id="506" name="Oval 505"/>
                <p:cNvSpPr/>
                <p:nvPr/>
              </p:nvSpPr>
              <p:spPr bwMode="auto">
                <a:xfrm flipV="1">
                  <a:off x="2185126" y="1689305"/>
                  <a:ext cx="1196349" cy="314904"/>
                </a:xfrm>
                <a:prstGeom prst="ellipse">
                  <a:avLst/>
                </a:prstGeom>
                <a:gradFill flip="none" rotWithShape="1">
                  <a:gsLst>
                    <a:gs pos="0">
                      <a:schemeClr val="accent2">
                        <a:lumMod val="75000"/>
                      </a:schemeClr>
                    </a:gs>
                    <a:gs pos="31000">
                      <a:schemeClr val="accent2">
                        <a:lumMod val="60000"/>
                        <a:lumOff val="40000"/>
                      </a:schemeClr>
                    </a:gs>
                    <a:gs pos="100000">
                      <a:schemeClr val="accent2">
                        <a:lumMod val="20000"/>
                        <a:lumOff val="80000"/>
                      </a:schemeClr>
                    </a:gs>
                  </a:gsLst>
                  <a:lin ang="16200000" scaled="0"/>
                  <a:tileRect/>
                </a:gradFill>
                <a:ln w="6350" cmpd="sng">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507" name="Rectangle 506"/>
                <p:cNvSpPr/>
                <p:nvPr/>
              </p:nvSpPr>
              <p:spPr bwMode="auto">
                <a:xfrm>
                  <a:off x="2183302" y="1735513"/>
                  <a:ext cx="1198173" cy="112955"/>
                </a:xfrm>
                <a:prstGeom prst="rect">
                  <a:avLst/>
                </a:prstGeom>
                <a:gradFill>
                  <a:gsLst>
                    <a:gs pos="0">
                      <a:schemeClr val="accent2">
                        <a:lumMod val="40000"/>
                        <a:lumOff val="60000"/>
                      </a:schemeClr>
                    </a:gs>
                    <a:gs pos="54000">
                      <a:schemeClr val="accent2">
                        <a:lumMod val="60000"/>
                        <a:lumOff val="40000"/>
                      </a:schemeClr>
                    </a:gs>
                    <a:gs pos="100000">
                      <a:schemeClr val="accent2">
                        <a:lumMod val="75000"/>
                      </a:schemeClr>
                    </a:gs>
                  </a:gsLst>
                  <a:lin ang="162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08" name="Oval 507"/>
                <p:cNvSpPr/>
                <p:nvPr/>
              </p:nvSpPr>
              <p:spPr bwMode="auto">
                <a:xfrm flipV="1">
                  <a:off x="2183302" y="1574638"/>
                  <a:ext cx="1196349" cy="314904"/>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509" name="Freeform 508"/>
                <p:cNvSpPr/>
                <p:nvPr/>
              </p:nvSpPr>
              <p:spPr bwMode="auto">
                <a:xfrm>
                  <a:off x="2489684" y="1670478"/>
                  <a:ext cx="581762" cy="157452"/>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10" name="Freeform 509"/>
                <p:cNvSpPr/>
                <p:nvPr/>
              </p:nvSpPr>
              <p:spPr bwMode="auto">
                <a:xfrm>
                  <a:off x="2429502" y="1629404"/>
                  <a:ext cx="703949" cy="111244"/>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11" name="Freeform 510"/>
                <p:cNvSpPr/>
                <p:nvPr/>
              </p:nvSpPr>
              <p:spPr bwMode="auto">
                <a:xfrm>
                  <a:off x="2892723" y="1723534"/>
                  <a:ext cx="257142" cy="958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12" name="Freeform 511"/>
                <p:cNvSpPr/>
                <p:nvPr/>
              </p:nvSpPr>
              <p:spPr bwMode="auto">
                <a:xfrm>
                  <a:off x="2416736" y="1725244"/>
                  <a:ext cx="255318" cy="94130"/>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13" name="Straight Connector 512"/>
                <p:cNvCxnSpPr>
                  <a:endCxn id="508" idx="2"/>
                </p:cNvCxnSpPr>
                <p:nvPr/>
              </p:nvCxnSpPr>
              <p:spPr bwMode="auto">
                <a:xfrm flipH="1" flipV="1">
                  <a:off x="2183302" y="1732090"/>
                  <a:ext cx="1824" cy="12151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514" name="Straight Connector 513"/>
                <p:cNvCxnSpPr/>
                <p:nvPr/>
              </p:nvCxnSpPr>
              <p:spPr bwMode="auto">
                <a:xfrm flipH="1" flipV="1">
                  <a:off x="3381475" y="1728667"/>
                  <a:ext cx="1823" cy="12151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grpSp>
          <p:nvGrpSpPr>
            <p:cNvPr id="30" name="Group 29"/>
            <p:cNvGrpSpPr/>
            <p:nvPr/>
          </p:nvGrpSpPr>
          <p:grpSpPr>
            <a:xfrm>
              <a:off x="3566154" y="3862335"/>
              <a:ext cx="514350" cy="1670050"/>
              <a:chOff x="3566154" y="3862335"/>
              <a:chExt cx="514350" cy="1670050"/>
            </a:xfrm>
          </p:grpSpPr>
          <p:sp>
            <p:nvSpPr>
              <p:cNvPr id="549" name="Rectangle 548"/>
              <p:cNvSpPr/>
              <p:nvPr/>
            </p:nvSpPr>
            <p:spPr bwMode="auto">
              <a:xfrm rot="10800000">
                <a:off x="3569201" y="3946092"/>
                <a:ext cx="498084" cy="628647"/>
              </a:xfrm>
              <a:prstGeom prst="rect">
                <a:avLst/>
              </a:prstGeom>
              <a:gradFill>
                <a:gsLst>
                  <a:gs pos="100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50" name="Straight Connector 549"/>
              <p:cNvCxnSpPr/>
              <p:nvPr/>
            </p:nvCxnSpPr>
            <p:spPr bwMode="auto">
              <a:xfrm flipH="1">
                <a:off x="4078916" y="4019498"/>
                <a:ext cx="1588" cy="1365250"/>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8271" name="Group 552"/>
              <p:cNvGrpSpPr>
                <a:grpSpLocks/>
              </p:cNvGrpSpPr>
              <p:nvPr/>
            </p:nvGrpSpPr>
            <p:grpSpPr bwMode="auto">
              <a:xfrm>
                <a:off x="3571302" y="5310688"/>
                <a:ext cx="507588" cy="221697"/>
                <a:chOff x="4128636" y="3606589"/>
                <a:chExt cx="568145" cy="338667"/>
              </a:xfrm>
            </p:grpSpPr>
            <p:sp>
              <p:nvSpPr>
                <p:cNvPr id="562" name="Oval 561"/>
                <p:cNvSpPr/>
                <p:nvPr/>
              </p:nvSpPr>
              <p:spPr>
                <a:xfrm>
                  <a:off x="4128204" y="3719724"/>
                  <a:ext cx="568606" cy="225532"/>
                </a:xfrm>
                <a:prstGeom prst="ellipse">
                  <a:avLst/>
                </a:prstGeom>
                <a:solidFill>
                  <a:schemeClr val="accent2">
                    <a:lumMod val="75000"/>
                  </a:schemeClr>
                </a:solid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63" name="Rectangle 562"/>
                <p:cNvSpPr/>
                <p:nvPr/>
              </p:nvSpPr>
              <p:spPr>
                <a:xfrm>
                  <a:off x="4128204" y="3719724"/>
                  <a:ext cx="568606" cy="111554"/>
                </a:xfrm>
                <a:prstGeom prst="rect">
                  <a:avLst/>
                </a:prstGeom>
                <a:solidFill>
                  <a:schemeClr val="accent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64" name="Oval 563"/>
                <p:cNvSpPr/>
                <p:nvPr/>
              </p:nvSpPr>
              <p:spPr>
                <a:xfrm>
                  <a:off x="4128204" y="3605744"/>
                  <a:ext cx="568606" cy="225534"/>
                </a:xfrm>
                <a:prstGeom prst="ellipse">
                  <a:avLst/>
                </a:prstGeom>
                <a:solidFill>
                  <a:schemeClr val="accent2">
                    <a:lumMod val="40000"/>
                    <a:lumOff val="60000"/>
                    <a:alpha val="5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65" name="Straight Connector 564"/>
                <p:cNvCxnSpPr/>
                <p:nvPr/>
              </p:nvCxnSpPr>
              <p:spPr>
                <a:xfrm>
                  <a:off x="4696810" y="3719724"/>
                  <a:ext cx="0" cy="111554"/>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6" name="Straight Connector 565"/>
                <p:cNvCxnSpPr/>
                <p:nvPr/>
              </p:nvCxnSpPr>
              <p:spPr>
                <a:xfrm>
                  <a:off x="4128204" y="3719724"/>
                  <a:ext cx="0" cy="111554"/>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sp>
            <p:nvSpPr>
              <p:cNvPr id="554" name="Rectangle 553"/>
              <p:cNvSpPr/>
              <p:nvPr/>
            </p:nvSpPr>
            <p:spPr bwMode="auto">
              <a:xfrm>
                <a:off x="3572504" y="4575123"/>
                <a:ext cx="496887" cy="812800"/>
              </a:xfrm>
              <a:prstGeom prst="rect">
                <a:avLst/>
              </a:prstGeom>
              <a:gradFill>
                <a:gsLst>
                  <a:gs pos="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57" name="Straight Connector 556"/>
              <p:cNvCxnSpPr/>
              <p:nvPr/>
            </p:nvCxnSpPr>
            <p:spPr bwMode="auto">
              <a:xfrm flipH="1">
                <a:off x="3566154" y="4027435"/>
                <a:ext cx="3175" cy="1450975"/>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8257" name="Group 538"/>
              <p:cNvGrpSpPr>
                <a:grpSpLocks/>
              </p:cNvGrpSpPr>
              <p:nvPr/>
            </p:nvGrpSpPr>
            <p:grpSpPr bwMode="auto">
              <a:xfrm>
                <a:off x="3568667" y="3862335"/>
                <a:ext cx="503828" cy="248249"/>
                <a:chOff x="2183302" y="1564542"/>
                <a:chExt cx="1200154" cy="440314"/>
              </a:xfrm>
            </p:grpSpPr>
            <p:sp>
              <p:nvSpPr>
                <p:cNvPr id="540" name="Oval 539"/>
                <p:cNvSpPr/>
                <p:nvPr/>
              </p:nvSpPr>
              <p:spPr bwMode="auto">
                <a:xfrm flipV="1">
                  <a:off x="2188659" y="1691250"/>
                  <a:ext cx="1194966" cy="312543"/>
                </a:xfrm>
                <a:prstGeom prst="ellipse">
                  <a:avLst/>
                </a:prstGeom>
                <a:gradFill flip="none" rotWithShape="1">
                  <a:gsLst>
                    <a:gs pos="0">
                      <a:schemeClr val="accent2">
                        <a:lumMod val="75000"/>
                      </a:schemeClr>
                    </a:gs>
                    <a:gs pos="31000">
                      <a:schemeClr val="accent2">
                        <a:lumMod val="60000"/>
                        <a:lumOff val="40000"/>
                      </a:schemeClr>
                    </a:gs>
                    <a:gs pos="100000">
                      <a:schemeClr val="bg1"/>
                    </a:gs>
                  </a:gsLst>
                  <a:lin ang="16200000" scaled="0"/>
                  <a:tileRect/>
                </a:gradFill>
                <a:ln w="6350" cmpd="sng">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541" name="Rectangle 540"/>
                <p:cNvSpPr/>
                <p:nvPr/>
              </p:nvSpPr>
              <p:spPr bwMode="auto">
                <a:xfrm>
                  <a:off x="2184879" y="1736302"/>
                  <a:ext cx="1198746" cy="112629"/>
                </a:xfrm>
                <a:prstGeom prst="rect">
                  <a:avLst/>
                </a:prstGeom>
                <a:gradFill>
                  <a:gsLst>
                    <a:gs pos="0">
                      <a:schemeClr val="accent2">
                        <a:lumMod val="40000"/>
                        <a:lumOff val="60000"/>
                      </a:schemeClr>
                    </a:gs>
                    <a:gs pos="54000">
                      <a:schemeClr val="accent2">
                        <a:lumMod val="60000"/>
                        <a:lumOff val="40000"/>
                      </a:schemeClr>
                    </a:gs>
                    <a:gs pos="100000">
                      <a:schemeClr val="accent2">
                        <a:lumMod val="75000"/>
                      </a:schemeClr>
                    </a:gs>
                  </a:gsLst>
                  <a:lin ang="162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42" name="Oval 541"/>
                <p:cNvSpPr/>
                <p:nvPr/>
              </p:nvSpPr>
              <p:spPr bwMode="auto">
                <a:xfrm flipV="1">
                  <a:off x="2184879" y="1564542"/>
                  <a:ext cx="1194966" cy="312545"/>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543" name="Freeform 542"/>
                <p:cNvSpPr/>
                <p:nvPr/>
              </p:nvSpPr>
              <p:spPr bwMode="auto">
                <a:xfrm>
                  <a:off x="2491182" y="1671539"/>
                  <a:ext cx="582357" cy="154865"/>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44" name="Freeform 543"/>
                <p:cNvSpPr/>
                <p:nvPr/>
              </p:nvSpPr>
              <p:spPr bwMode="auto">
                <a:xfrm>
                  <a:off x="2430678" y="1629304"/>
                  <a:ext cx="703366" cy="109812"/>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45" name="Freeform 544"/>
                <p:cNvSpPr/>
                <p:nvPr/>
              </p:nvSpPr>
              <p:spPr bwMode="auto">
                <a:xfrm>
                  <a:off x="2892025" y="1722222"/>
                  <a:ext cx="260927" cy="95734"/>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46" name="Freeform 545"/>
                <p:cNvSpPr/>
                <p:nvPr/>
              </p:nvSpPr>
              <p:spPr bwMode="auto">
                <a:xfrm>
                  <a:off x="2419334" y="1725039"/>
                  <a:ext cx="253362" cy="95734"/>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47" name="Straight Connector 546"/>
                <p:cNvCxnSpPr>
                  <a:endCxn id="542" idx="2"/>
                </p:cNvCxnSpPr>
                <p:nvPr/>
              </p:nvCxnSpPr>
              <p:spPr bwMode="auto">
                <a:xfrm flipH="1" flipV="1">
                  <a:off x="2184879" y="1722222"/>
                  <a:ext cx="3780" cy="121077"/>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548" name="Straight Connector 547"/>
                <p:cNvCxnSpPr/>
                <p:nvPr/>
              </p:nvCxnSpPr>
              <p:spPr bwMode="auto">
                <a:xfrm flipH="1" flipV="1">
                  <a:off x="3379845" y="1727853"/>
                  <a:ext cx="3780" cy="121077"/>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grpSp>
          <p:nvGrpSpPr>
            <p:cNvPr id="31" name="Group 30"/>
            <p:cNvGrpSpPr/>
            <p:nvPr/>
          </p:nvGrpSpPr>
          <p:grpSpPr>
            <a:xfrm>
              <a:off x="4348791" y="3867098"/>
              <a:ext cx="514350" cy="1670050"/>
              <a:chOff x="4348791" y="3867098"/>
              <a:chExt cx="514350" cy="1670050"/>
            </a:xfrm>
          </p:grpSpPr>
          <p:sp>
            <p:nvSpPr>
              <p:cNvPr id="579" name="Rectangle 578"/>
              <p:cNvSpPr/>
              <p:nvPr/>
            </p:nvSpPr>
            <p:spPr bwMode="auto">
              <a:xfrm rot="10800000">
                <a:off x="4351838" y="3950855"/>
                <a:ext cx="498084" cy="628647"/>
              </a:xfrm>
              <a:prstGeom prst="rect">
                <a:avLst/>
              </a:prstGeom>
              <a:gradFill>
                <a:gsLst>
                  <a:gs pos="100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80" name="Straight Connector 579"/>
              <p:cNvCxnSpPr/>
              <p:nvPr/>
            </p:nvCxnSpPr>
            <p:spPr bwMode="auto">
              <a:xfrm flipH="1">
                <a:off x="4861554" y="4024260"/>
                <a:ext cx="1587" cy="1365250"/>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8243" name="Group 580"/>
              <p:cNvGrpSpPr>
                <a:grpSpLocks/>
              </p:cNvGrpSpPr>
              <p:nvPr/>
            </p:nvGrpSpPr>
            <p:grpSpPr bwMode="auto">
              <a:xfrm>
                <a:off x="4353939" y="5315451"/>
                <a:ext cx="507588" cy="221697"/>
                <a:chOff x="4128636" y="3606589"/>
                <a:chExt cx="568145" cy="338667"/>
              </a:xfrm>
            </p:grpSpPr>
            <p:sp>
              <p:nvSpPr>
                <p:cNvPr id="589" name="Oval 588"/>
                <p:cNvSpPr/>
                <p:nvPr/>
              </p:nvSpPr>
              <p:spPr>
                <a:xfrm>
                  <a:off x="4128205" y="3719722"/>
                  <a:ext cx="568606" cy="225534"/>
                </a:xfrm>
                <a:prstGeom prst="ellipse">
                  <a:avLst/>
                </a:prstGeom>
                <a:solidFill>
                  <a:schemeClr val="accent2">
                    <a:lumMod val="75000"/>
                  </a:schemeClr>
                </a:solid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90" name="Rectangle 589"/>
                <p:cNvSpPr/>
                <p:nvPr/>
              </p:nvSpPr>
              <p:spPr>
                <a:xfrm>
                  <a:off x="4128205" y="3719722"/>
                  <a:ext cx="568606" cy="111554"/>
                </a:xfrm>
                <a:prstGeom prst="rect">
                  <a:avLst/>
                </a:prstGeom>
                <a:solidFill>
                  <a:schemeClr val="accent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91" name="Oval 590"/>
                <p:cNvSpPr/>
                <p:nvPr/>
              </p:nvSpPr>
              <p:spPr>
                <a:xfrm>
                  <a:off x="4128205" y="3605744"/>
                  <a:ext cx="568606" cy="225532"/>
                </a:xfrm>
                <a:prstGeom prst="ellipse">
                  <a:avLst/>
                </a:prstGeom>
                <a:solidFill>
                  <a:schemeClr val="accent2">
                    <a:lumMod val="40000"/>
                    <a:lumOff val="60000"/>
                    <a:alpha val="5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92" name="Straight Connector 591"/>
                <p:cNvCxnSpPr/>
                <p:nvPr/>
              </p:nvCxnSpPr>
              <p:spPr>
                <a:xfrm>
                  <a:off x="4696811" y="3719722"/>
                  <a:ext cx="0" cy="111554"/>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93" name="Straight Connector 592"/>
                <p:cNvCxnSpPr/>
                <p:nvPr/>
              </p:nvCxnSpPr>
              <p:spPr>
                <a:xfrm>
                  <a:off x="4128205" y="3719722"/>
                  <a:ext cx="0" cy="111554"/>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sp>
            <p:nvSpPr>
              <p:cNvPr id="582" name="Rectangle 581"/>
              <p:cNvSpPr/>
              <p:nvPr/>
            </p:nvSpPr>
            <p:spPr bwMode="auto">
              <a:xfrm>
                <a:off x="4355141" y="4579885"/>
                <a:ext cx="496888" cy="812800"/>
              </a:xfrm>
              <a:prstGeom prst="rect">
                <a:avLst/>
              </a:prstGeom>
              <a:gradFill>
                <a:gsLst>
                  <a:gs pos="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84" name="Straight Connector 583"/>
              <p:cNvCxnSpPr/>
              <p:nvPr/>
            </p:nvCxnSpPr>
            <p:spPr bwMode="auto">
              <a:xfrm flipH="1">
                <a:off x="4348791" y="4032198"/>
                <a:ext cx="3175" cy="1450975"/>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8229" name="Group 568"/>
              <p:cNvGrpSpPr>
                <a:grpSpLocks/>
              </p:cNvGrpSpPr>
              <p:nvPr/>
            </p:nvGrpSpPr>
            <p:grpSpPr bwMode="auto">
              <a:xfrm>
                <a:off x="4351304" y="3867098"/>
                <a:ext cx="503828" cy="248249"/>
                <a:chOff x="2183302" y="1564542"/>
                <a:chExt cx="1200154" cy="440314"/>
              </a:xfrm>
            </p:grpSpPr>
            <p:sp>
              <p:nvSpPr>
                <p:cNvPr id="570" name="Oval 569"/>
                <p:cNvSpPr/>
                <p:nvPr/>
              </p:nvSpPr>
              <p:spPr bwMode="auto">
                <a:xfrm flipV="1">
                  <a:off x="2188662" y="1691248"/>
                  <a:ext cx="1194966" cy="312545"/>
                </a:xfrm>
                <a:prstGeom prst="ellipse">
                  <a:avLst/>
                </a:prstGeom>
                <a:gradFill flip="none" rotWithShape="1">
                  <a:gsLst>
                    <a:gs pos="0">
                      <a:schemeClr val="accent2">
                        <a:lumMod val="75000"/>
                      </a:schemeClr>
                    </a:gs>
                    <a:gs pos="31000">
                      <a:schemeClr val="accent2">
                        <a:lumMod val="60000"/>
                        <a:lumOff val="40000"/>
                      </a:schemeClr>
                    </a:gs>
                    <a:gs pos="100000">
                      <a:schemeClr val="bg1"/>
                    </a:gs>
                  </a:gsLst>
                  <a:lin ang="16200000" scaled="0"/>
                  <a:tileRect/>
                </a:gradFill>
                <a:ln w="6350" cmpd="sng">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571" name="Rectangle 570"/>
                <p:cNvSpPr/>
                <p:nvPr/>
              </p:nvSpPr>
              <p:spPr bwMode="auto">
                <a:xfrm>
                  <a:off x="2184879" y="1736300"/>
                  <a:ext cx="1198749" cy="112629"/>
                </a:xfrm>
                <a:prstGeom prst="rect">
                  <a:avLst/>
                </a:prstGeom>
                <a:gradFill>
                  <a:gsLst>
                    <a:gs pos="0">
                      <a:schemeClr val="accent2">
                        <a:lumMod val="40000"/>
                        <a:lumOff val="60000"/>
                      </a:schemeClr>
                    </a:gs>
                    <a:gs pos="54000">
                      <a:schemeClr val="accent2">
                        <a:lumMod val="60000"/>
                        <a:lumOff val="40000"/>
                      </a:schemeClr>
                    </a:gs>
                    <a:gs pos="100000">
                      <a:schemeClr val="accent2">
                        <a:lumMod val="75000"/>
                      </a:schemeClr>
                    </a:gs>
                  </a:gsLst>
                  <a:lin ang="162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72" name="Oval 571"/>
                <p:cNvSpPr/>
                <p:nvPr/>
              </p:nvSpPr>
              <p:spPr bwMode="auto">
                <a:xfrm flipV="1">
                  <a:off x="2184879" y="1564542"/>
                  <a:ext cx="1194966" cy="312543"/>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573" name="Freeform 572"/>
                <p:cNvSpPr/>
                <p:nvPr/>
              </p:nvSpPr>
              <p:spPr bwMode="auto">
                <a:xfrm>
                  <a:off x="2491185" y="1671539"/>
                  <a:ext cx="582357" cy="1548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74" name="Freeform 573"/>
                <p:cNvSpPr/>
                <p:nvPr/>
              </p:nvSpPr>
              <p:spPr bwMode="auto">
                <a:xfrm>
                  <a:off x="2430680" y="1629303"/>
                  <a:ext cx="703366" cy="109814"/>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75" name="Freeform 574"/>
                <p:cNvSpPr/>
                <p:nvPr/>
              </p:nvSpPr>
              <p:spPr bwMode="auto">
                <a:xfrm>
                  <a:off x="2892028" y="1722222"/>
                  <a:ext cx="260925" cy="95734"/>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76" name="Freeform 575"/>
                <p:cNvSpPr/>
                <p:nvPr/>
              </p:nvSpPr>
              <p:spPr bwMode="auto">
                <a:xfrm>
                  <a:off x="2419334" y="1725037"/>
                  <a:ext cx="253364" cy="95734"/>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77" name="Straight Connector 576"/>
                <p:cNvCxnSpPr>
                  <a:endCxn id="572" idx="2"/>
                </p:cNvCxnSpPr>
                <p:nvPr/>
              </p:nvCxnSpPr>
              <p:spPr bwMode="auto">
                <a:xfrm flipH="1" flipV="1">
                  <a:off x="2184879" y="1722222"/>
                  <a:ext cx="3783" cy="121075"/>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578" name="Straight Connector 577"/>
                <p:cNvCxnSpPr/>
                <p:nvPr/>
              </p:nvCxnSpPr>
              <p:spPr bwMode="auto">
                <a:xfrm flipH="1" flipV="1">
                  <a:off x="3379845" y="1727853"/>
                  <a:ext cx="3783" cy="121075"/>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grpSp>
          <p:nvGrpSpPr>
            <p:cNvPr id="48258" name="Group 48257"/>
            <p:cNvGrpSpPr/>
            <p:nvPr/>
          </p:nvGrpSpPr>
          <p:grpSpPr>
            <a:xfrm>
              <a:off x="5552116" y="3849635"/>
              <a:ext cx="514350" cy="1670050"/>
              <a:chOff x="5552116" y="3849635"/>
              <a:chExt cx="514350" cy="1670050"/>
            </a:xfrm>
          </p:grpSpPr>
          <p:sp>
            <p:nvSpPr>
              <p:cNvPr id="606" name="Rectangle 605"/>
              <p:cNvSpPr/>
              <p:nvPr/>
            </p:nvSpPr>
            <p:spPr bwMode="auto">
              <a:xfrm rot="10800000">
                <a:off x="5555163" y="3933392"/>
                <a:ext cx="498084" cy="628647"/>
              </a:xfrm>
              <a:prstGeom prst="rect">
                <a:avLst/>
              </a:prstGeom>
              <a:gradFill>
                <a:gsLst>
                  <a:gs pos="100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607" name="Straight Connector 606"/>
              <p:cNvCxnSpPr/>
              <p:nvPr/>
            </p:nvCxnSpPr>
            <p:spPr bwMode="auto">
              <a:xfrm flipH="1">
                <a:off x="6064879" y="4006798"/>
                <a:ext cx="1587" cy="1365250"/>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8215" name="Group 607"/>
              <p:cNvGrpSpPr>
                <a:grpSpLocks/>
              </p:cNvGrpSpPr>
              <p:nvPr/>
            </p:nvGrpSpPr>
            <p:grpSpPr bwMode="auto">
              <a:xfrm>
                <a:off x="5557264" y="5297988"/>
                <a:ext cx="507588" cy="221697"/>
                <a:chOff x="4128636" y="3606589"/>
                <a:chExt cx="568145" cy="338667"/>
              </a:xfrm>
            </p:grpSpPr>
            <p:sp>
              <p:nvSpPr>
                <p:cNvPr id="616" name="Oval 615"/>
                <p:cNvSpPr/>
                <p:nvPr/>
              </p:nvSpPr>
              <p:spPr>
                <a:xfrm>
                  <a:off x="4128205" y="3719724"/>
                  <a:ext cx="568606" cy="225532"/>
                </a:xfrm>
                <a:prstGeom prst="ellipse">
                  <a:avLst/>
                </a:prstGeom>
                <a:solidFill>
                  <a:schemeClr val="accent2">
                    <a:lumMod val="75000"/>
                  </a:schemeClr>
                </a:solid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17" name="Rectangle 616"/>
                <p:cNvSpPr/>
                <p:nvPr/>
              </p:nvSpPr>
              <p:spPr>
                <a:xfrm>
                  <a:off x="4128205" y="3719724"/>
                  <a:ext cx="568606" cy="111554"/>
                </a:xfrm>
                <a:prstGeom prst="rect">
                  <a:avLst/>
                </a:prstGeom>
                <a:solidFill>
                  <a:schemeClr val="accent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18" name="Oval 617"/>
                <p:cNvSpPr/>
                <p:nvPr/>
              </p:nvSpPr>
              <p:spPr>
                <a:xfrm>
                  <a:off x="4128205" y="3605744"/>
                  <a:ext cx="568606" cy="225534"/>
                </a:xfrm>
                <a:prstGeom prst="ellipse">
                  <a:avLst/>
                </a:prstGeom>
                <a:solidFill>
                  <a:schemeClr val="accent2">
                    <a:lumMod val="40000"/>
                    <a:lumOff val="60000"/>
                    <a:alpha val="5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619" name="Straight Connector 618"/>
                <p:cNvCxnSpPr/>
                <p:nvPr/>
              </p:nvCxnSpPr>
              <p:spPr>
                <a:xfrm>
                  <a:off x="4696811" y="3719724"/>
                  <a:ext cx="0" cy="111554"/>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620" name="Straight Connector 619"/>
                <p:cNvCxnSpPr/>
                <p:nvPr/>
              </p:nvCxnSpPr>
              <p:spPr>
                <a:xfrm>
                  <a:off x="4128205" y="3719724"/>
                  <a:ext cx="0" cy="111554"/>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sp>
            <p:nvSpPr>
              <p:cNvPr id="609" name="Rectangle 608"/>
              <p:cNvSpPr/>
              <p:nvPr/>
            </p:nvSpPr>
            <p:spPr bwMode="auto">
              <a:xfrm>
                <a:off x="5558466" y="4562423"/>
                <a:ext cx="496888" cy="812800"/>
              </a:xfrm>
              <a:prstGeom prst="rect">
                <a:avLst/>
              </a:prstGeom>
              <a:gradFill>
                <a:gsLst>
                  <a:gs pos="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611" name="Straight Connector 610"/>
              <p:cNvCxnSpPr/>
              <p:nvPr/>
            </p:nvCxnSpPr>
            <p:spPr bwMode="auto">
              <a:xfrm flipH="1">
                <a:off x="5552116" y="4014735"/>
                <a:ext cx="3175" cy="1450975"/>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8201" name="Group 595"/>
              <p:cNvGrpSpPr>
                <a:grpSpLocks/>
              </p:cNvGrpSpPr>
              <p:nvPr/>
            </p:nvGrpSpPr>
            <p:grpSpPr bwMode="auto">
              <a:xfrm>
                <a:off x="5554629" y="3849635"/>
                <a:ext cx="503828" cy="248249"/>
                <a:chOff x="2183302" y="1564542"/>
                <a:chExt cx="1200154" cy="440314"/>
              </a:xfrm>
            </p:grpSpPr>
            <p:sp>
              <p:nvSpPr>
                <p:cNvPr id="597" name="Oval 596"/>
                <p:cNvSpPr/>
                <p:nvPr/>
              </p:nvSpPr>
              <p:spPr bwMode="auto">
                <a:xfrm flipV="1">
                  <a:off x="2188662" y="1691250"/>
                  <a:ext cx="1194966" cy="312543"/>
                </a:xfrm>
                <a:prstGeom prst="ellipse">
                  <a:avLst/>
                </a:prstGeom>
                <a:gradFill flip="none" rotWithShape="1">
                  <a:gsLst>
                    <a:gs pos="0">
                      <a:schemeClr val="accent2">
                        <a:lumMod val="75000"/>
                      </a:schemeClr>
                    </a:gs>
                    <a:gs pos="31000">
                      <a:schemeClr val="accent2">
                        <a:lumMod val="60000"/>
                        <a:lumOff val="40000"/>
                      </a:schemeClr>
                    </a:gs>
                    <a:gs pos="100000">
                      <a:schemeClr val="bg1"/>
                    </a:gs>
                  </a:gsLst>
                  <a:lin ang="16200000" scaled="0"/>
                  <a:tileRect/>
                </a:gradFill>
                <a:ln w="6350" cmpd="sng">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598" name="Rectangle 597"/>
                <p:cNvSpPr/>
                <p:nvPr/>
              </p:nvSpPr>
              <p:spPr bwMode="auto">
                <a:xfrm>
                  <a:off x="2184879" y="1736302"/>
                  <a:ext cx="1198749" cy="112629"/>
                </a:xfrm>
                <a:prstGeom prst="rect">
                  <a:avLst/>
                </a:prstGeom>
                <a:gradFill>
                  <a:gsLst>
                    <a:gs pos="0">
                      <a:schemeClr val="accent2">
                        <a:lumMod val="40000"/>
                        <a:lumOff val="60000"/>
                      </a:schemeClr>
                    </a:gs>
                    <a:gs pos="54000">
                      <a:schemeClr val="accent2">
                        <a:lumMod val="60000"/>
                        <a:lumOff val="40000"/>
                      </a:schemeClr>
                    </a:gs>
                    <a:gs pos="100000">
                      <a:schemeClr val="accent2">
                        <a:lumMod val="75000"/>
                      </a:schemeClr>
                    </a:gs>
                  </a:gsLst>
                  <a:lin ang="162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99" name="Oval 598"/>
                <p:cNvSpPr/>
                <p:nvPr/>
              </p:nvSpPr>
              <p:spPr bwMode="auto">
                <a:xfrm flipV="1">
                  <a:off x="2184879" y="1564542"/>
                  <a:ext cx="1194966" cy="312545"/>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600" name="Freeform 599"/>
                <p:cNvSpPr/>
                <p:nvPr/>
              </p:nvSpPr>
              <p:spPr bwMode="auto">
                <a:xfrm>
                  <a:off x="2491185" y="1671539"/>
                  <a:ext cx="582357" cy="154865"/>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01" name="Freeform 600"/>
                <p:cNvSpPr/>
                <p:nvPr/>
              </p:nvSpPr>
              <p:spPr bwMode="auto">
                <a:xfrm>
                  <a:off x="2430680" y="1629304"/>
                  <a:ext cx="703366" cy="109812"/>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02" name="Freeform 601"/>
                <p:cNvSpPr/>
                <p:nvPr/>
              </p:nvSpPr>
              <p:spPr bwMode="auto">
                <a:xfrm>
                  <a:off x="2892028" y="1722222"/>
                  <a:ext cx="260925" cy="95734"/>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03" name="Freeform 602"/>
                <p:cNvSpPr/>
                <p:nvPr/>
              </p:nvSpPr>
              <p:spPr bwMode="auto">
                <a:xfrm>
                  <a:off x="2419334" y="1725039"/>
                  <a:ext cx="253364" cy="95734"/>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604" name="Straight Connector 603"/>
                <p:cNvCxnSpPr>
                  <a:endCxn id="599" idx="2"/>
                </p:cNvCxnSpPr>
                <p:nvPr/>
              </p:nvCxnSpPr>
              <p:spPr bwMode="auto">
                <a:xfrm flipH="1" flipV="1">
                  <a:off x="2184879" y="1722222"/>
                  <a:ext cx="3783" cy="121077"/>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605" name="Straight Connector 604"/>
                <p:cNvCxnSpPr/>
                <p:nvPr/>
              </p:nvCxnSpPr>
              <p:spPr bwMode="auto">
                <a:xfrm flipH="1" flipV="1">
                  <a:off x="3379845" y="1727853"/>
                  <a:ext cx="3783" cy="121077"/>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grpSp>
          <p:nvGrpSpPr>
            <p:cNvPr id="48259" name="Group 48258"/>
            <p:cNvGrpSpPr/>
            <p:nvPr/>
          </p:nvGrpSpPr>
          <p:grpSpPr>
            <a:xfrm>
              <a:off x="6547479" y="3836935"/>
              <a:ext cx="514350" cy="1671638"/>
              <a:chOff x="6547479" y="3836935"/>
              <a:chExt cx="514350" cy="1671638"/>
            </a:xfrm>
          </p:grpSpPr>
          <p:sp>
            <p:nvSpPr>
              <p:cNvPr id="633" name="Rectangle 632"/>
              <p:cNvSpPr/>
              <p:nvPr/>
            </p:nvSpPr>
            <p:spPr bwMode="auto">
              <a:xfrm rot="10800000">
                <a:off x="6550526" y="3920772"/>
                <a:ext cx="498084" cy="629245"/>
              </a:xfrm>
              <a:prstGeom prst="rect">
                <a:avLst/>
              </a:prstGeom>
              <a:gradFill>
                <a:gsLst>
                  <a:gs pos="100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634" name="Straight Connector 633"/>
              <p:cNvCxnSpPr/>
              <p:nvPr/>
            </p:nvCxnSpPr>
            <p:spPr bwMode="auto">
              <a:xfrm flipH="1">
                <a:off x="7060241" y="3994098"/>
                <a:ext cx="1588" cy="1366837"/>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8187" name="Group 634"/>
              <p:cNvGrpSpPr>
                <a:grpSpLocks/>
              </p:cNvGrpSpPr>
              <p:nvPr/>
            </p:nvGrpSpPr>
            <p:grpSpPr bwMode="auto">
              <a:xfrm>
                <a:off x="6552627" y="5286665"/>
                <a:ext cx="507588" cy="221908"/>
                <a:chOff x="4128636" y="3606589"/>
                <a:chExt cx="568145" cy="338667"/>
              </a:xfrm>
            </p:grpSpPr>
            <p:sp>
              <p:nvSpPr>
                <p:cNvPr id="643" name="Oval 642"/>
                <p:cNvSpPr/>
                <p:nvPr/>
              </p:nvSpPr>
              <p:spPr>
                <a:xfrm>
                  <a:off x="4128204" y="3719937"/>
                  <a:ext cx="568606" cy="225319"/>
                </a:xfrm>
                <a:prstGeom prst="ellipse">
                  <a:avLst/>
                </a:prstGeom>
                <a:solidFill>
                  <a:schemeClr val="accent2">
                    <a:lumMod val="75000"/>
                  </a:schemeClr>
                </a:solid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44" name="Rectangle 643"/>
                <p:cNvSpPr/>
                <p:nvPr/>
              </p:nvSpPr>
              <p:spPr>
                <a:xfrm>
                  <a:off x="4128204" y="3719937"/>
                  <a:ext cx="568606" cy="111448"/>
                </a:xfrm>
                <a:prstGeom prst="rect">
                  <a:avLst/>
                </a:prstGeom>
                <a:solidFill>
                  <a:schemeClr val="accent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45" name="Oval 644"/>
                <p:cNvSpPr/>
                <p:nvPr/>
              </p:nvSpPr>
              <p:spPr>
                <a:xfrm>
                  <a:off x="4128204" y="3606067"/>
                  <a:ext cx="568606" cy="225318"/>
                </a:xfrm>
                <a:prstGeom prst="ellipse">
                  <a:avLst/>
                </a:prstGeom>
                <a:solidFill>
                  <a:schemeClr val="accent2">
                    <a:lumMod val="40000"/>
                    <a:lumOff val="60000"/>
                    <a:alpha val="5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646" name="Straight Connector 645"/>
                <p:cNvCxnSpPr/>
                <p:nvPr/>
              </p:nvCxnSpPr>
              <p:spPr>
                <a:xfrm>
                  <a:off x="4696810" y="3719937"/>
                  <a:ext cx="0" cy="111448"/>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647" name="Straight Connector 646"/>
                <p:cNvCxnSpPr/>
                <p:nvPr/>
              </p:nvCxnSpPr>
              <p:spPr>
                <a:xfrm>
                  <a:off x="4128204" y="3719937"/>
                  <a:ext cx="0" cy="111448"/>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sp>
            <p:nvSpPr>
              <p:cNvPr id="636" name="Rectangle 635"/>
              <p:cNvSpPr/>
              <p:nvPr/>
            </p:nvSpPr>
            <p:spPr bwMode="auto">
              <a:xfrm>
                <a:off x="6553829" y="4551310"/>
                <a:ext cx="496887" cy="812800"/>
              </a:xfrm>
              <a:prstGeom prst="rect">
                <a:avLst/>
              </a:prstGeom>
              <a:gradFill>
                <a:gsLst>
                  <a:gs pos="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638" name="Straight Connector 637"/>
              <p:cNvCxnSpPr/>
              <p:nvPr/>
            </p:nvCxnSpPr>
            <p:spPr bwMode="auto">
              <a:xfrm flipH="1">
                <a:off x="6547479" y="4002035"/>
                <a:ext cx="3175" cy="1452563"/>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8173" name="Group 622"/>
              <p:cNvGrpSpPr>
                <a:grpSpLocks/>
              </p:cNvGrpSpPr>
              <p:nvPr/>
            </p:nvGrpSpPr>
            <p:grpSpPr bwMode="auto">
              <a:xfrm>
                <a:off x="6549992" y="3836935"/>
                <a:ext cx="503828" cy="248485"/>
                <a:chOff x="2183302" y="1564542"/>
                <a:chExt cx="1200154" cy="440314"/>
              </a:xfrm>
            </p:grpSpPr>
            <p:sp>
              <p:nvSpPr>
                <p:cNvPr id="624" name="Oval 623"/>
                <p:cNvSpPr/>
                <p:nvPr/>
              </p:nvSpPr>
              <p:spPr bwMode="auto">
                <a:xfrm flipV="1">
                  <a:off x="2188659" y="1691130"/>
                  <a:ext cx="1194966" cy="315061"/>
                </a:xfrm>
                <a:prstGeom prst="ellipse">
                  <a:avLst/>
                </a:prstGeom>
                <a:gradFill flip="none" rotWithShape="1">
                  <a:gsLst>
                    <a:gs pos="0">
                      <a:schemeClr val="accent2">
                        <a:lumMod val="75000"/>
                      </a:schemeClr>
                    </a:gs>
                    <a:gs pos="31000">
                      <a:schemeClr val="accent2">
                        <a:lumMod val="60000"/>
                        <a:lumOff val="40000"/>
                      </a:schemeClr>
                    </a:gs>
                    <a:gs pos="100000">
                      <a:schemeClr val="bg1"/>
                    </a:gs>
                  </a:gsLst>
                  <a:lin ang="16200000" scaled="0"/>
                  <a:tileRect/>
                </a:gradFill>
                <a:ln w="6350" cmpd="sng">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625" name="Rectangle 624"/>
                <p:cNvSpPr/>
                <p:nvPr/>
              </p:nvSpPr>
              <p:spPr bwMode="auto">
                <a:xfrm>
                  <a:off x="2184879" y="1736138"/>
                  <a:ext cx="1198746" cy="112522"/>
                </a:xfrm>
                <a:prstGeom prst="rect">
                  <a:avLst/>
                </a:prstGeom>
                <a:gradFill>
                  <a:gsLst>
                    <a:gs pos="0">
                      <a:schemeClr val="accent2">
                        <a:lumMod val="40000"/>
                        <a:lumOff val="60000"/>
                      </a:schemeClr>
                    </a:gs>
                    <a:gs pos="54000">
                      <a:schemeClr val="accent2">
                        <a:lumMod val="60000"/>
                        <a:lumOff val="40000"/>
                      </a:schemeClr>
                    </a:gs>
                    <a:gs pos="100000">
                      <a:schemeClr val="accent2">
                        <a:lumMod val="75000"/>
                      </a:schemeClr>
                    </a:gs>
                  </a:gsLst>
                  <a:lin ang="162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26" name="Oval 625"/>
                <p:cNvSpPr/>
                <p:nvPr/>
              </p:nvSpPr>
              <p:spPr bwMode="auto">
                <a:xfrm flipV="1">
                  <a:off x="2184879" y="1564542"/>
                  <a:ext cx="1194966" cy="315061"/>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627" name="Freeform 626"/>
                <p:cNvSpPr/>
                <p:nvPr/>
              </p:nvSpPr>
              <p:spPr bwMode="auto">
                <a:xfrm>
                  <a:off x="2491182" y="1671438"/>
                  <a:ext cx="582357" cy="15753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28" name="Freeform 627"/>
                <p:cNvSpPr/>
                <p:nvPr/>
              </p:nvSpPr>
              <p:spPr bwMode="auto">
                <a:xfrm>
                  <a:off x="2430678" y="1629243"/>
                  <a:ext cx="703366" cy="112522"/>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29" name="Freeform 628"/>
                <p:cNvSpPr/>
                <p:nvPr/>
              </p:nvSpPr>
              <p:spPr bwMode="auto">
                <a:xfrm>
                  <a:off x="2892025" y="1724886"/>
                  <a:ext cx="260927" cy="95643"/>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30" name="Freeform 629"/>
                <p:cNvSpPr/>
                <p:nvPr/>
              </p:nvSpPr>
              <p:spPr bwMode="auto">
                <a:xfrm>
                  <a:off x="2419334" y="1727698"/>
                  <a:ext cx="253362" cy="92831"/>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631" name="Straight Connector 630"/>
                <p:cNvCxnSpPr>
                  <a:endCxn id="626" idx="2"/>
                </p:cNvCxnSpPr>
                <p:nvPr/>
              </p:nvCxnSpPr>
              <p:spPr bwMode="auto">
                <a:xfrm flipH="1" flipV="1">
                  <a:off x="2184879" y="1722072"/>
                  <a:ext cx="3780" cy="120962"/>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632" name="Straight Connector 631"/>
                <p:cNvCxnSpPr/>
                <p:nvPr/>
              </p:nvCxnSpPr>
              <p:spPr bwMode="auto">
                <a:xfrm flipH="1" flipV="1">
                  <a:off x="3379845" y="1730512"/>
                  <a:ext cx="3780" cy="120960"/>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grpSp>
      <p:grpSp>
        <p:nvGrpSpPr>
          <p:cNvPr id="28" name="Group 27"/>
          <p:cNvGrpSpPr/>
          <p:nvPr/>
        </p:nvGrpSpPr>
        <p:grpSpPr>
          <a:xfrm>
            <a:off x="2381956" y="2475925"/>
            <a:ext cx="4415330" cy="2315048"/>
            <a:chOff x="2381956" y="2435173"/>
            <a:chExt cx="4415330" cy="2315048"/>
          </a:xfrm>
        </p:grpSpPr>
        <p:sp>
          <p:nvSpPr>
            <p:cNvPr id="391" name="Freeform 390"/>
            <p:cNvSpPr/>
            <p:nvPr/>
          </p:nvSpPr>
          <p:spPr>
            <a:xfrm>
              <a:off x="2381956" y="2439629"/>
              <a:ext cx="297540" cy="1743187"/>
            </a:xfrm>
            <a:custGeom>
              <a:avLst/>
              <a:gdLst>
                <a:gd name="connsiteX0" fmla="*/ 307275 w 307275"/>
                <a:gd name="connsiteY0" fmla="*/ 0 h 1659441"/>
                <a:gd name="connsiteX1" fmla="*/ 0 w 307275"/>
                <a:gd name="connsiteY1" fmla="*/ 0 h 1659441"/>
                <a:gd name="connsiteX2" fmla="*/ 0 w 307275"/>
                <a:gd name="connsiteY2" fmla="*/ 1659441 h 1659441"/>
                <a:gd name="connsiteX0" fmla="*/ 307275 w 307275"/>
                <a:gd name="connsiteY0" fmla="*/ 0 h 2015941"/>
                <a:gd name="connsiteX1" fmla="*/ 0 w 307275"/>
                <a:gd name="connsiteY1" fmla="*/ 0 h 2015941"/>
                <a:gd name="connsiteX2" fmla="*/ 0 w 307275"/>
                <a:gd name="connsiteY2" fmla="*/ 2015941 h 2015941"/>
                <a:gd name="connsiteX0" fmla="*/ 228538 w 228538"/>
                <a:gd name="connsiteY0" fmla="*/ 0 h 2022548"/>
                <a:gd name="connsiteX1" fmla="*/ 0 w 228538"/>
                <a:gd name="connsiteY1" fmla="*/ 6607 h 2022548"/>
                <a:gd name="connsiteX2" fmla="*/ 0 w 228538"/>
                <a:gd name="connsiteY2" fmla="*/ 2022548 h 2022548"/>
              </a:gdLst>
              <a:ahLst/>
              <a:cxnLst>
                <a:cxn ang="0">
                  <a:pos x="connsiteX0" y="connsiteY0"/>
                </a:cxn>
                <a:cxn ang="0">
                  <a:pos x="connsiteX1" y="connsiteY1"/>
                </a:cxn>
                <a:cxn ang="0">
                  <a:pos x="connsiteX2" y="connsiteY2"/>
                </a:cxn>
              </a:cxnLst>
              <a:rect l="l" t="t" r="r" b="b"/>
              <a:pathLst>
                <a:path w="228538" h="2022548">
                  <a:moveTo>
                    <a:pt x="228538" y="0"/>
                  </a:moveTo>
                  <a:lnTo>
                    <a:pt x="0" y="6607"/>
                  </a:lnTo>
                  <a:lnTo>
                    <a:pt x="0" y="2022548"/>
                  </a:lnTo>
                </a:path>
              </a:pathLst>
            </a:custGeom>
            <a:ln w="31750">
              <a:solidFill>
                <a:srgbClr val="CC0000"/>
              </a:solidFill>
              <a:headEnd type="triangle"/>
              <a:tailEnd type="triangle"/>
            </a:ln>
            <a:effectLst/>
          </p:spPr>
          <p:style>
            <a:lnRef idx="2">
              <a:schemeClr val="accent1"/>
            </a:lnRef>
            <a:fillRef idx="0">
              <a:schemeClr val="accent1"/>
            </a:fillRef>
            <a:effectRef idx="1">
              <a:schemeClr val="accent1"/>
            </a:effectRef>
            <a:fontRef idx="minor">
              <a:schemeClr val="tx1"/>
            </a:fontRef>
          </p:style>
          <p:txBody>
            <a:bodyPr anchor="ctr"/>
            <a:lstStyle/>
            <a:p>
              <a:pPr algn="ctr">
                <a:defRPr/>
              </a:pPr>
              <a:endParaRPr lang="en-US" dirty="0">
                <a:solidFill>
                  <a:srgbClr val="CC0000"/>
                </a:solidFill>
              </a:endParaRPr>
            </a:p>
          </p:txBody>
        </p:sp>
        <p:sp>
          <p:nvSpPr>
            <p:cNvPr id="392" name="Freeform 391"/>
            <p:cNvSpPr/>
            <p:nvPr/>
          </p:nvSpPr>
          <p:spPr>
            <a:xfrm flipH="1">
              <a:off x="6411524" y="2435173"/>
              <a:ext cx="385762" cy="2300562"/>
            </a:xfrm>
            <a:custGeom>
              <a:avLst/>
              <a:gdLst>
                <a:gd name="connsiteX0" fmla="*/ 307275 w 307275"/>
                <a:gd name="connsiteY0" fmla="*/ 0 h 1659441"/>
                <a:gd name="connsiteX1" fmla="*/ 0 w 307275"/>
                <a:gd name="connsiteY1" fmla="*/ 0 h 1659441"/>
                <a:gd name="connsiteX2" fmla="*/ 0 w 307275"/>
                <a:gd name="connsiteY2" fmla="*/ 1659441 h 1659441"/>
                <a:gd name="connsiteX0" fmla="*/ 307275 w 307275"/>
                <a:gd name="connsiteY0" fmla="*/ 0 h 2117725"/>
                <a:gd name="connsiteX1" fmla="*/ 0 w 307275"/>
                <a:gd name="connsiteY1" fmla="*/ 0 h 2117725"/>
                <a:gd name="connsiteX2" fmla="*/ 0 w 307275"/>
                <a:gd name="connsiteY2" fmla="*/ 2117725 h 2117725"/>
              </a:gdLst>
              <a:ahLst/>
              <a:cxnLst>
                <a:cxn ang="0">
                  <a:pos x="connsiteX0" y="connsiteY0"/>
                </a:cxn>
                <a:cxn ang="0">
                  <a:pos x="connsiteX1" y="connsiteY1"/>
                </a:cxn>
                <a:cxn ang="0">
                  <a:pos x="connsiteX2" y="connsiteY2"/>
                </a:cxn>
              </a:cxnLst>
              <a:rect l="l" t="t" r="r" b="b"/>
              <a:pathLst>
                <a:path w="307275" h="2117725">
                  <a:moveTo>
                    <a:pt x="307275" y="0"/>
                  </a:moveTo>
                  <a:lnTo>
                    <a:pt x="0" y="0"/>
                  </a:lnTo>
                  <a:lnTo>
                    <a:pt x="0" y="2117725"/>
                  </a:lnTo>
                </a:path>
              </a:pathLst>
            </a:custGeom>
            <a:ln w="31750">
              <a:solidFill>
                <a:srgbClr val="CC0000"/>
              </a:solidFill>
              <a:headEnd type="triangle"/>
              <a:tailEnd type="triangle"/>
            </a:ln>
            <a:effectLst/>
          </p:spPr>
          <p:style>
            <a:lnRef idx="2">
              <a:schemeClr val="accent1"/>
            </a:lnRef>
            <a:fillRef idx="0">
              <a:schemeClr val="accent1"/>
            </a:fillRef>
            <a:effectRef idx="1">
              <a:schemeClr val="accent1"/>
            </a:effectRef>
            <a:fontRef idx="minor">
              <a:schemeClr val="tx1"/>
            </a:fontRef>
          </p:style>
          <p:txBody>
            <a:bodyPr anchor="ctr"/>
            <a:lstStyle/>
            <a:p>
              <a:pPr algn="ctr">
                <a:defRPr/>
              </a:pPr>
              <a:endParaRPr lang="en-US" dirty="0"/>
            </a:p>
          </p:txBody>
        </p:sp>
        <p:cxnSp>
          <p:nvCxnSpPr>
            <p:cNvPr id="393" name="Straight Arrow Connector 392"/>
            <p:cNvCxnSpPr/>
            <p:nvPr/>
          </p:nvCxnSpPr>
          <p:spPr>
            <a:xfrm flipV="1">
              <a:off x="5791457" y="2687586"/>
              <a:ext cx="8309" cy="2062635"/>
            </a:xfrm>
            <a:prstGeom prst="straightConnector1">
              <a:avLst/>
            </a:prstGeom>
            <a:ln w="31750">
              <a:solidFill>
                <a:srgbClr val="CC0000"/>
              </a:solidFill>
              <a:headEnd type="triangle"/>
              <a:tailEnd type="triangle"/>
            </a:ln>
            <a:effectLst/>
          </p:spPr>
          <p:style>
            <a:lnRef idx="2">
              <a:schemeClr val="accent1"/>
            </a:lnRef>
            <a:fillRef idx="0">
              <a:schemeClr val="accent1"/>
            </a:fillRef>
            <a:effectRef idx="1">
              <a:schemeClr val="accent1"/>
            </a:effectRef>
            <a:fontRef idx="minor">
              <a:schemeClr val="tx1"/>
            </a:fontRef>
          </p:style>
        </p:cxnSp>
        <p:cxnSp>
          <p:nvCxnSpPr>
            <p:cNvPr id="394" name="Straight Arrow Connector 393"/>
            <p:cNvCxnSpPr/>
            <p:nvPr/>
          </p:nvCxnSpPr>
          <p:spPr>
            <a:xfrm flipV="1">
              <a:off x="4598735" y="2708225"/>
              <a:ext cx="18344" cy="2037167"/>
            </a:xfrm>
            <a:prstGeom prst="straightConnector1">
              <a:avLst/>
            </a:prstGeom>
            <a:ln w="31750">
              <a:solidFill>
                <a:srgbClr val="CC0000"/>
              </a:solidFill>
              <a:headEnd type="triangle"/>
              <a:tailEnd type="triangle"/>
            </a:ln>
            <a:effectLst/>
          </p:spPr>
          <p:style>
            <a:lnRef idx="2">
              <a:schemeClr val="accent1"/>
            </a:lnRef>
            <a:fillRef idx="0">
              <a:schemeClr val="accent1"/>
            </a:fillRef>
            <a:effectRef idx="1">
              <a:schemeClr val="accent1"/>
            </a:effectRef>
            <a:fontRef idx="minor">
              <a:schemeClr val="tx1"/>
            </a:fontRef>
          </p:style>
        </p:cxnSp>
        <p:cxnSp>
          <p:nvCxnSpPr>
            <p:cNvPr id="395" name="Straight Arrow Connector 394"/>
            <p:cNvCxnSpPr/>
            <p:nvPr/>
          </p:nvCxnSpPr>
          <p:spPr>
            <a:xfrm flipH="1" flipV="1">
              <a:off x="3807455" y="2762199"/>
              <a:ext cx="9009" cy="1983193"/>
            </a:xfrm>
            <a:prstGeom prst="straightConnector1">
              <a:avLst/>
            </a:prstGeom>
            <a:ln w="31750">
              <a:solidFill>
                <a:srgbClr val="CC0000"/>
              </a:solidFill>
              <a:headEnd type="triangle"/>
              <a:tailEnd type="triangle"/>
            </a:ln>
            <a:effectLst/>
          </p:spPr>
          <p:style>
            <a:lnRef idx="2">
              <a:schemeClr val="accent1"/>
            </a:lnRef>
            <a:fillRef idx="0">
              <a:schemeClr val="accent1"/>
            </a:fillRef>
            <a:effectRef idx="1">
              <a:schemeClr val="accent1"/>
            </a:effectRef>
            <a:fontRef idx="minor">
              <a:schemeClr val="tx1"/>
            </a:fontRef>
          </p:style>
        </p:cxnSp>
      </p:grpSp>
      <p:sp>
        <p:nvSpPr>
          <p:cNvPr id="48169" name="Text Box 167"/>
          <p:cNvSpPr txBox="1">
            <a:spLocks noChangeArrowheads="1"/>
          </p:cNvSpPr>
          <p:nvPr/>
        </p:nvSpPr>
        <p:spPr bwMode="auto">
          <a:xfrm>
            <a:off x="542925" y="236538"/>
            <a:ext cx="7821973" cy="6463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3600" dirty="0">
                <a:solidFill>
                  <a:srgbClr val="000099"/>
                </a:solidFill>
                <a:latin typeface="Gill Sans MT" charset="0"/>
              </a:rPr>
              <a:t>Recall: logically centralized control plane</a:t>
            </a:r>
          </a:p>
        </p:txBody>
      </p:sp>
      <p:pic>
        <p:nvPicPr>
          <p:cNvPr id="48170" name="Picture 5"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81025" y="776288"/>
            <a:ext cx="7604777" cy="17228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8171" name="TextBox 335"/>
          <p:cNvSpPr txBox="1">
            <a:spLocks noChangeArrowheads="1"/>
          </p:cNvSpPr>
          <p:nvPr/>
        </p:nvSpPr>
        <p:spPr bwMode="auto">
          <a:xfrm>
            <a:off x="394448" y="1039914"/>
            <a:ext cx="8456612" cy="83099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dirty="0"/>
              <a:t>A distinct (typically remote) controller interacts with local control agents (CAs) in routers to compute forwarding tables</a:t>
            </a:r>
          </a:p>
        </p:txBody>
      </p:sp>
      <p:grpSp>
        <p:nvGrpSpPr>
          <p:cNvPr id="24" name="Group 23"/>
          <p:cNvGrpSpPr/>
          <p:nvPr/>
        </p:nvGrpSpPr>
        <p:grpSpPr>
          <a:xfrm>
            <a:off x="2055910" y="4687854"/>
            <a:ext cx="4956877" cy="694339"/>
            <a:chOff x="2055070" y="4690247"/>
            <a:chExt cx="4956877" cy="694339"/>
          </a:xfrm>
        </p:grpSpPr>
        <p:grpSp>
          <p:nvGrpSpPr>
            <p:cNvPr id="48273" name="Group 554"/>
            <p:cNvGrpSpPr>
              <a:grpSpLocks/>
            </p:cNvGrpSpPr>
            <p:nvPr/>
          </p:nvGrpSpPr>
          <p:grpSpPr bwMode="auto">
            <a:xfrm>
              <a:off x="3605320" y="5055434"/>
              <a:ext cx="430131" cy="329152"/>
              <a:chOff x="2931664" y="3912603"/>
              <a:chExt cx="430450" cy="329314"/>
            </a:xfrm>
          </p:grpSpPr>
          <p:sp>
            <p:nvSpPr>
              <p:cNvPr id="558" name="Rectangle 557"/>
              <p:cNvSpPr/>
              <p:nvPr/>
            </p:nvSpPr>
            <p:spPr>
              <a:xfrm>
                <a:off x="2936952" y="3913304"/>
                <a:ext cx="425766" cy="328775"/>
              </a:xfrm>
              <a:prstGeom prst="rect">
                <a:avLst/>
              </a:prstGeom>
              <a:solidFill>
                <a:schemeClr val="bg1"/>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59" name="Straight Connector 558"/>
              <p:cNvCxnSpPr/>
              <p:nvPr/>
            </p:nvCxnSpPr>
            <p:spPr>
              <a:xfrm>
                <a:off x="2932185" y="4005425"/>
                <a:ext cx="425766"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560" name="Straight Connector 559"/>
              <p:cNvCxnSpPr/>
              <p:nvPr/>
            </p:nvCxnSpPr>
            <p:spPr>
              <a:xfrm>
                <a:off x="2932185" y="4068956"/>
                <a:ext cx="425766"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561" name="Straight Connector 560"/>
              <p:cNvCxnSpPr>
                <a:stCxn id="558" idx="2"/>
              </p:cNvCxnSpPr>
              <p:nvPr/>
            </p:nvCxnSpPr>
            <p:spPr>
              <a:xfrm flipH="1" flipV="1">
                <a:off x="3148246" y="4005425"/>
                <a:ext cx="1589" cy="236654"/>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grpSp>
        <p:grpSp>
          <p:nvGrpSpPr>
            <p:cNvPr id="48245" name="Group 582"/>
            <p:cNvGrpSpPr>
              <a:grpSpLocks/>
            </p:cNvGrpSpPr>
            <p:nvPr/>
          </p:nvGrpSpPr>
          <p:grpSpPr bwMode="auto">
            <a:xfrm>
              <a:off x="4387957" y="5055368"/>
              <a:ext cx="430131" cy="329152"/>
              <a:chOff x="2931664" y="3912603"/>
              <a:chExt cx="430450" cy="329314"/>
            </a:xfrm>
          </p:grpSpPr>
          <p:sp>
            <p:nvSpPr>
              <p:cNvPr id="585" name="Rectangle 584"/>
              <p:cNvSpPr/>
              <p:nvPr/>
            </p:nvSpPr>
            <p:spPr>
              <a:xfrm>
                <a:off x="2936952" y="3913304"/>
                <a:ext cx="425766" cy="328774"/>
              </a:xfrm>
              <a:prstGeom prst="rect">
                <a:avLst/>
              </a:prstGeom>
              <a:solidFill>
                <a:schemeClr val="bg1"/>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86" name="Straight Connector 585"/>
              <p:cNvCxnSpPr/>
              <p:nvPr/>
            </p:nvCxnSpPr>
            <p:spPr>
              <a:xfrm>
                <a:off x="2932186" y="4005425"/>
                <a:ext cx="425766"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587" name="Straight Connector 586"/>
              <p:cNvCxnSpPr/>
              <p:nvPr/>
            </p:nvCxnSpPr>
            <p:spPr>
              <a:xfrm>
                <a:off x="2932186" y="4068956"/>
                <a:ext cx="425766"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588" name="Straight Connector 587"/>
              <p:cNvCxnSpPr>
                <a:stCxn id="585" idx="2"/>
              </p:cNvCxnSpPr>
              <p:nvPr/>
            </p:nvCxnSpPr>
            <p:spPr>
              <a:xfrm flipH="1" flipV="1">
                <a:off x="3148247" y="4005425"/>
                <a:ext cx="1588" cy="236653"/>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grpSp>
        <p:grpSp>
          <p:nvGrpSpPr>
            <p:cNvPr id="48217" name="Group 609"/>
            <p:cNvGrpSpPr>
              <a:grpSpLocks/>
            </p:cNvGrpSpPr>
            <p:nvPr/>
          </p:nvGrpSpPr>
          <p:grpSpPr bwMode="auto">
            <a:xfrm>
              <a:off x="5591804" y="5053093"/>
              <a:ext cx="430212" cy="328614"/>
              <a:chOff x="2932186" y="3913304"/>
              <a:chExt cx="430531" cy="328775"/>
            </a:xfrm>
          </p:grpSpPr>
          <p:sp>
            <p:nvSpPr>
              <p:cNvPr id="612" name="Rectangle 611"/>
              <p:cNvSpPr/>
              <p:nvPr/>
            </p:nvSpPr>
            <p:spPr>
              <a:xfrm>
                <a:off x="2936952" y="3913304"/>
                <a:ext cx="425765" cy="328774"/>
              </a:xfrm>
              <a:prstGeom prst="rect">
                <a:avLst/>
              </a:prstGeom>
              <a:solidFill>
                <a:schemeClr val="bg1"/>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613" name="Straight Connector 612"/>
              <p:cNvCxnSpPr/>
              <p:nvPr/>
            </p:nvCxnSpPr>
            <p:spPr>
              <a:xfrm>
                <a:off x="2932186" y="4005425"/>
                <a:ext cx="425766"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614" name="Straight Connector 613"/>
              <p:cNvCxnSpPr/>
              <p:nvPr/>
            </p:nvCxnSpPr>
            <p:spPr>
              <a:xfrm>
                <a:off x="2932186" y="4068956"/>
                <a:ext cx="425766"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615" name="Straight Connector 614"/>
              <p:cNvCxnSpPr>
                <a:stCxn id="612" idx="2"/>
              </p:cNvCxnSpPr>
              <p:nvPr/>
            </p:nvCxnSpPr>
            <p:spPr>
              <a:xfrm flipH="1" flipV="1">
                <a:off x="3148247" y="4005425"/>
                <a:ext cx="1588" cy="236654"/>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grpSp>
        <p:grpSp>
          <p:nvGrpSpPr>
            <p:cNvPr id="48189" name="Group 636"/>
            <p:cNvGrpSpPr>
              <a:grpSpLocks/>
            </p:cNvGrpSpPr>
            <p:nvPr/>
          </p:nvGrpSpPr>
          <p:grpSpPr bwMode="auto">
            <a:xfrm>
              <a:off x="6581816" y="5045656"/>
              <a:ext cx="430131" cy="329465"/>
              <a:chOff x="2931664" y="3912603"/>
              <a:chExt cx="430450" cy="329314"/>
            </a:xfrm>
          </p:grpSpPr>
          <p:sp>
            <p:nvSpPr>
              <p:cNvPr id="639" name="Rectangle 638"/>
              <p:cNvSpPr/>
              <p:nvPr/>
            </p:nvSpPr>
            <p:spPr>
              <a:xfrm>
                <a:off x="2936952" y="3912169"/>
                <a:ext cx="425766" cy="330049"/>
              </a:xfrm>
              <a:prstGeom prst="rect">
                <a:avLst/>
              </a:prstGeom>
              <a:solidFill>
                <a:schemeClr val="bg1"/>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640" name="Straight Connector 639"/>
              <p:cNvCxnSpPr/>
              <p:nvPr/>
            </p:nvCxnSpPr>
            <p:spPr>
              <a:xfrm>
                <a:off x="2932185" y="4004202"/>
                <a:ext cx="425766"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641" name="Straight Connector 640"/>
              <p:cNvCxnSpPr/>
              <p:nvPr/>
            </p:nvCxnSpPr>
            <p:spPr>
              <a:xfrm>
                <a:off x="2932185" y="4067673"/>
                <a:ext cx="425766"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642" name="Straight Connector 641"/>
              <p:cNvCxnSpPr>
                <a:stCxn id="639" idx="2"/>
              </p:cNvCxnSpPr>
              <p:nvPr/>
            </p:nvCxnSpPr>
            <p:spPr>
              <a:xfrm flipH="1" flipV="1">
                <a:off x="3148246" y="4004202"/>
                <a:ext cx="1589" cy="238016"/>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grpSp>
        <p:grpSp>
          <p:nvGrpSpPr>
            <p:cNvPr id="357" name="Group 554"/>
            <p:cNvGrpSpPr>
              <a:grpSpLocks/>
            </p:cNvGrpSpPr>
            <p:nvPr/>
          </p:nvGrpSpPr>
          <p:grpSpPr bwMode="auto">
            <a:xfrm>
              <a:off x="2055070" y="4690247"/>
              <a:ext cx="675320" cy="521222"/>
              <a:chOff x="2931664" y="3912603"/>
              <a:chExt cx="430450" cy="329314"/>
            </a:xfrm>
          </p:grpSpPr>
          <p:sp>
            <p:nvSpPr>
              <p:cNvPr id="358" name="Rectangle 357"/>
              <p:cNvSpPr/>
              <p:nvPr/>
            </p:nvSpPr>
            <p:spPr>
              <a:xfrm>
                <a:off x="2936952" y="3913304"/>
                <a:ext cx="425766" cy="328775"/>
              </a:xfrm>
              <a:prstGeom prst="rect">
                <a:avLst/>
              </a:prstGeom>
              <a:solidFill>
                <a:schemeClr val="bg1"/>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59" name="Straight Connector 358"/>
              <p:cNvCxnSpPr/>
              <p:nvPr/>
            </p:nvCxnSpPr>
            <p:spPr>
              <a:xfrm>
                <a:off x="2932185" y="4005425"/>
                <a:ext cx="425766"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360" name="Straight Connector 359"/>
              <p:cNvCxnSpPr/>
              <p:nvPr/>
            </p:nvCxnSpPr>
            <p:spPr>
              <a:xfrm>
                <a:off x="2932185" y="4068956"/>
                <a:ext cx="425766"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361" name="Straight Connector 360"/>
              <p:cNvCxnSpPr>
                <a:stCxn id="358" idx="2"/>
              </p:cNvCxnSpPr>
              <p:nvPr/>
            </p:nvCxnSpPr>
            <p:spPr>
              <a:xfrm flipH="1" flipV="1">
                <a:off x="3148246" y="4005425"/>
                <a:ext cx="1589" cy="236654"/>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grpSp>
      </p:grpSp>
      <p:grpSp>
        <p:nvGrpSpPr>
          <p:cNvPr id="362" name="Group 347"/>
          <p:cNvGrpSpPr>
            <a:grpSpLocks/>
          </p:cNvGrpSpPr>
          <p:nvPr/>
        </p:nvGrpSpPr>
        <p:grpSpPr bwMode="auto">
          <a:xfrm>
            <a:off x="5856401" y="5944266"/>
            <a:ext cx="588970" cy="242608"/>
            <a:chOff x="1871277" y="1576300"/>
            <a:chExt cx="1128371" cy="437861"/>
          </a:xfrm>
        </p:grpSpPr>
        <p:sp>
          <p:nvSpPr>
            <p:cNvPr id="363" name="Oval 362"/>
            <p:cNvSpPr/>
            <p:nvPr/>
          </p:nvSpPr>
          <p:spPr bwMode="auto">
            <a:xfrm flipV="1">
              <a:off x="1874446" y="1694641"/>
              <a:ext cx="1125202"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64" name="Rectangle 363"/>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65" name="Oval 364"/>
            <p:cNvSpPr/>
            <p:nvPr/>
          </p:nvSpPr>
          <p:spPr bwMode="auto">
            <a:xfrm flipV="1">
              <a:off x="1871277" y="1576300"/>
              <a:ext cx="1125200"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66" name="Freeform 365"/>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67" name="Freeform 366"/>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68" name="Freeform 367"/>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69" name="Freeform 368"/>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70" name="Straight Connector 369"/>
            <p:cNvCxnSpPr>
              <a:endCxn id="365" idx="2"/>
            </p:cNvCxnSpPr>
            <p:nvPr/>
          </p:nvCxnSpPr>
          <p:spPr bwMode="auto">
            <a:xfrm flipH="1" flipV="1">
              <a:off x="1871277" y="1737243"/>
              <a:ext cx="3169"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71" name="Straight Connector 370"/>
            <p:cNvCxnSpPr/>
            <p:nvPr/>
          </p:nvCxnSpPr>
          <p:spPr bwMode="auto">
            <a:xfrm flipH="1" flipV="1">
              <a:off x="2996477" y="1734877"/>
              <a:ext cx="3171"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372" name="Group 347"/>
          <p:cNvGrpSpPr>
            <a:grpSpLocks/>
          </p:cNvGrpSpPr>
          <p:nvPr/>
        </p:nvGrpSpPr>
        <p:grpSpPr bwMode="auto">
          <a:xfrm>
            <a:off x="4375328" y="5802169"/>
            <a:ext cx="588970" cy="242608"/>
            <a:chOff x="1871277" y="1576300"/>
            <a:chExt cx="1128371" cy="437861"/>
          </a:xfrm>
        </p:grpSpPr>
        <p:sp>
          <p:nvSpPr>
            <p:cNvPr id="373" name="Oval 372"/>
            <p:cNvSpPr/>
            <p:nvPr/>
          </p:nvSpPr>
          <p:spPr bwMode="auto">
            <a:xfrm flipV="1">
              <a:off x="1874446" y="1694641"/>
              <a:ext cx="1125202"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74" name="Rectangle 373"/>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75" name="Oval 374"/>
            <p:cNvSpPr/>
            <p:nvPr/>
          </p:nvSpPr>
          <p:spPr bwMode="auto">
            <a:xfrm flipV="1">
              <a:off x="1871277" y="1576300"/>
              <a:ext cx="1125200"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76" name="Freeform 375"/>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77" name="Freeform 376"/>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78" name="Freeform 377"/>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79" name="Freeform 378"/>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80" name="Straight Connector 379"/>
            <p:cNvCxnSpPr>
              <a:endCxn id="375" idx="2"/>
            </p:cNvCxnSpPr>
            <p:nvPr/>
          </p:nvCxnSpPr>
          <p:spPr bwMode="auto">
            <a:xfrm flipH="1" flipV="1">
              <a:off x="1871277" y="1737243"/>
              <a:ext cx="3169"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81" name="Straight Connector 380"/>
            <p:cNvCxnSpPr/>
            <p:nvPr/>
          </p:nvCxnSpPr>
          <p:spPr bwMode="auto">
            <a:xfrm flipH="1" flipV="1">
              <a:off x="2996477" y="1734877"/>
              <a:ext cx="3171"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382" name="Group 347"/>
          <p:cNvGrpSpPr>
            <a:grpSpLocks/>
          </p:cNvGrpSpPr>
          <p:nvPr/>
        </p:nvGrpSpPr>
        <p:grpSpPr bwMode="auto">
          <a:xfrm>
            <a:off x="2848241" y="5995982"/>
            <a:ext cx="588970" cy="242608"/>
            <a:chOff x="1871277" y="1576300"/>
            <a:chExt cx="1128371" cy="437861"/>
          </a:xfrm>
        </p:grpSpPr>
        <p:sp>
          <p:nvSpPr>
            <p:cNvPr id="383" name="Oval 382"/>
            <p:cNvSpPr/>
            <p:nvPr/>
          </p:nvSpPr>
          <p:spPr bwMode="auto">
            <a:xfrm flipV="1">
              <a:off x="1874446" y="1694641"/>
              <a:ext cx="1125202"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84" name="Rectangle 383"/>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85" name="Oval 384"/>
            <p:cNvSpPr/>
            <p:nvPr/>
          </p:nvSpPr>
          <p:spPr bwMode="auto">
            <a:xfrm flipV="1">
              <a:off x="1871277" y="1576300"/>
              <a:ext cx="1125200"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86" name="Freeform 385"/>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87" name="Freeform 386"/>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90" name="Freeform 389"/>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97" name="Freeform 396"/>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99" name="Straight Connector 398"/>
            <p:cNvCxnSpPr>
              <a:endCxn id="385" idx="2"/>
            </p:cNvCxnSpPr>
            <p:nvPr/>
          </p:nvCxnSpPr>
          <p:spPr bwMode="auto">
            <a:xfrm flipH="1" flipV="1">
              <a:off x="1871277" y="1737243"/>
              <a:ext cx="3169"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400" name="Straight Connector 399"/>
            <p:cNvCxnSpPr/>
            <p:nvPr/>
          </p:nvCxnSpPr>
          <p:spPr bwMode="auto">
            <a:xfrm flipH="1" flipV="1">
              <a:off x="2996477" y="1734877"/>
              <a:ext cx="3171"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401" name="Group 347"/>
          <p:cNvGrpSpPr>
            <a:grpSpLocks/>
          </p:cNvGrpSpPr>
          <p:nvPr/>
        </p:nvGrpSpPr>
        <p:grpSpPr bwMode="auto">
          <a:xfrm>
            <a:off x="5166757" y="6262321"/>
            <a:ext cx="588970" cy="242608"/>
            <a:chOff x="1871277" y="1576300"/>
            <a:chExt cx="1128371" cy="437861"/>
          </a:xfrm>
        </p:grpSpPr>
        <p:sp>
          <p:nvSpPr>
            <p:cNvPr id="402" name="Oval 401"/>
            <p:cNvSpPr/>
            <p:nvPr/>
          </p:nvSpPr>
          <p:spPr bwMode="auto">
            <a:xfrm flipV="1">
              <a:off x="1874446" y="1694641"/>
              <a:ext cx="1125202"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407" name="Rectangle 406"/>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12" name="Oval 411"/>
            <p:cNvSpPr/>
            <p:nvPr/>
          </p:nvSpPr>
          <p:spPr bwMode="auto">
            <a:xfrm flipV="1">
              <a:off x="1871277" y="1576300"/>
              <a:ext cx="1125200"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417" name="Freeform 416"/>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22" name="Freeform 421"/>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27" name="Freeform 426"/>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28" name="Freeform 427"/>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29" name="Straight Connector 428"/>
            <p:cNvCxnSpPr>
              <a:endCxn id="412" idx="2"/>
            </p:cNvCxnSpPr>
            <p:nvPr/>
          </p:nvCxnSpPr>
          <p:spPr bwMode="auto">
            <a:xfrm flipH="1" flipV="1">
              <a:off x="1871277" y="1737243"/>
              <a:ext cx="3169"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430" name="Straight Connector 429"/>
            <p:cNvCxnSpPr/>
            <p:nvPr/>
          </p:nvCxnSpPr>
          <p:spPr bwMode="auto">
            <a:xfrm flipH="1" flipV="1">
              <a:off x="2996477" y="1734877"/>
              <a:ext cx="3171"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431" name="Group 347"/>
          <p:cNvGrpSpPr>
            <a:grpSpLocks/>
          </p:cNvGrpSpPr>
          <p:nvPr/>
        </p:nvGrpSpPr>
        <p:grpSpPr bwMode="auto">
          <a:xfrm>
            <a:off x="3704088" y="6354901"/>
            <a:ext cx="588970" cy="242608"/>
            <a:chOff x="1871277" y="1576300"/>
            <a:chExt cx="1128371" cy="437861"/>
          </a:xfrm>
        </p:grpSpPr>
        <p:sp>
          <p:nvSpPr>
            <p:cNvPr id="432" name="Oval 431"/>
            <p:cNvSpPr/>
            <p:nvPr/>
          </p:nvSpPr>
          <p:spPr bwMode="auto">
            <a:xfrm flipV="1">
              <a:off x="1874446" y="1694641"/>
              <a:ext cx="1125202"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433" name="Rectangle 432"/>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34" name="Oval 433"/>
            <p:cNvSpPr/>
            <p:nvPr/>
          </p:nvSpPr>
          <p:spPr bwMode="auto">
            <a:xfrm flipV="1">
              <a:off x="1871277" y="1576300"/>
              <a:ext cx="1125200"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435" name="Freeform 434"/>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36" name="Freeform 435"/>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37" name="Freeform 436"/>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38" name="Freeform 437"/>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39" name="Straight Connector 438"/>
            <p:cNvCxnSpPr>
              <a:endCxn id="434" idx="2"/>
            </p:cNvCxnSpPr>
            <p:nvPr/>
          </p:nvCxnSpPr>
          <p:spPr bwMode="auto">
            <a:xfrm flipH="1" flipV="1">
              <a:off x="1871277" y="1737243"/>
              <a:ext cx="3169"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440" name="Straight Connector 439"/>
            <p:cNvCxnSpPr/>
            <p:nvPr/>
          </p:nvCxnSpPr>
          <p:spPr bwMode="auto">
            <a:xfrm flipH="1" flipV="1">
              <a:off x="2996477" y="1734877"/>
              <a:ext cx="3171"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6" name="Group 25"/>
          <p:cNvGrpSpPr/>
          <p:nvPr/>
        </p:nvGrpSpPr>
        <p:grpSpPr>
          <a:xfrm>
            <a:off x="1925875" y="2220187"/>
            <a:ext cx="5095391" cy="2833288"/>
            <a:chOff x="1925876" y="2212958"/>
            <a:chExt cx="5095391" cy="2833288"/>
          </a:xfrm>
        </p:grpSpPr>
        <p:grpSp>
          <p:nvGrpSpPr>
            <p:cNvPr id="12" name="Group 11"/>
            <p:cNvGrpSpPr/>
            <p:nvPr/>
          </p:nvGrpSpPr>
          <p:grpSpPr>
            <a:xfrm>
              <a:off x="2745416" y="2212958"/>
              <a:ext cx="3597533" cy="493677"/>
              <a:chOff x="2705100" y="2011398"/>
              <a:chExt cx="3597533" cy="493677"/>
            </a:xfrm>
          </p:grpSpPr>
          <p:sp>
            <p:nvSpPr>
              <p:cNvPr id="342" name="Oval 341"/>
              <p:cNvSpPr/>
              <p:nvPr/>
            </p:nvSpPr>
            <p:spPr bwMode="auto">
              <a:xfrm>
                <a:off x="2722820" y="2011398"/>
                <a:ext cx="3579813" cy="492125"/>
              </a:xfrm>
              <a:prstGeom prst="ellipse">
                <a:avLst/>
              </a:prstGeom>
              <a:solidFill>
                <a:schemeClr val="bg1">
                  <a:alpha val="42000"/>
                </a:schemeClr>
              </a:solidFill>
              <a:ln w="3175">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89" name="Oval 388"/>
              <p:cNvSpPr/>
              <p:nvPr/>
            </p:nvSpPr>
            <p:spPr bwMode="auto">
              <a:xfrm>
                <a:off x="2705100" y="2012950"/>
                <a:ext cx="3579813" cy="492125"/>
              </a:xfrm>
              <a:prstGeom prst="ellipse">
                <a:avLst/>
              </a:prstGeom>
              <a:solidFill>
                <a:srgbClr val="CC0000">
                  <a:alpha val="42000"/>
                </a:srgbClr>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8308" name="TextBox 389"/>
              <p:cNvSpPr txBox="1">
                <a:spLocks noChangeArrowheads="1"/>
              </p:cNvSpPr>
              <p:nvPr/>
            </p:nvSpPr>
            <p:spPr bwMode="auto">
              <a:xfrm>
                <a:off x="3452664" y="2127167"/>
                <a:ext cx="2057700" cy="29612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lnSpc>
                    <a:spcPts val="1475"/>
                  </a:lnSpc>
                </a:pPr>
                <a:r>
                  <a:rPr lang="en-US" sz="1800" dirty="0">
                    <a:solidFill>
                      <a:schemeClr val="bg1"/>
                    </a:solidFill>
                  </a:rPr>
                  <a:t>Remote Controller</a:t>
                </a:r>
              </a:p>
            </p:txBody>
          </p:sp>
        </p:grpSp>
        <p:grpSp>
          <p:nvGrpSpPr>
            <p:cNvPr id="442" name="Group 441"/>
            <p:cNvGrpSpPr/>
            <p:nvPr/>
          </p:nvGrpSpPr>
          <p:grpSpPr>
            <a:xfrm>
              <a:off x="1925876" y="4223509"/>
              <a:ext cx="923540" cy="405953"/>
              <a:chOff x="2705100" y="2011398"/>
              <a:chExt cx="3597533" cy="493677"/>
            </a:xfrm>
          </p:grpSpPr>
          <p:sp>
            <p:nvSpPr>
              <p:cNvPr id="443" name="Oval 442"/>
              <p:cNvSpPr/>
              <p:nvPr/>
            </p:nvSpPr>
            <p:spPr bwMode="auto">
              <a:xfrm>
                <a:off x="2722820" y="2011398"/>
                <a:ext cx="3579813" cy="492125"/>
              </a:xfrm>
              <a:prstGeom prst="ellipse">
                <a:avLst/>
              </a:prstGeom>
              <a:solidFill>
                <a:schemeClr val="bg1">
                  <a:alpha val="42000"/>
                </a:schemeClr>
              </a:solidFill>
              <a:ln w="3175">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44" name="Oval 443"/>
              <p:cNvSpPr/>
              <p:nvPr/>
            </p:nvSpPr>
            <p:spPr bwMode="auto">
              <a:xfrm>
                <a:off x="2705100" y="2012950"/>
                <a:ext cx="3579813" cy="492125"/>
              </a:xfrm>
              <a:prstGeom prst="ellipse">
                <a:avLst/>
              </a:prstGeom>
              <a:solidFill>
                <a:srgbClr val="CC0000">
                  <a:alpha val="42000"/>
                </a:srgbClr>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45" name="TextBox 389"/>
              <p:cNvSpPr txBox="1">
                <a:spLocks noChangeArrowheads="1"/>
              </p:cNvSpPr>
              <p:nvPr/>
            </p:nvSpPr>
            <p:spPr bwMode="auto">
              <a:xfrm>
                <a:off x="3901810" y="2127167"/>
                <a:ext cx="1159411" cy="29612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lnSpc>
                    <a:spcPts val="1475"/>
                  </a:lnSpc>
                </a:pPr>
                <a:r>
                  <a:rPr lang="en-US" sz="1800" dirty="0">
                    <a:solidFill>
                      <a:schemeClr val="bg1"/>
                    </a:solidFill>
                  </a:rPr>
                  <a:t>CA</a:t>
                </a:r>
              </a:p>
            </p:txBody>
          </p:sp>
        </p:grpSp>
        <p:grpSp>
          <p:nvGrpSpPr>
            <p:cNvPr id="17" name="Group 16"/>
            <p:cNvGrpSpPr/>
            <p:nvPr/>
          </p:nvGrpSpPr>
          <p:grpSpPr>
            <a:xfrm>
              <a:off x="3589508" y="4760377"/>
              <a:ext cx="463568" cy="285869"/>
              <a:chOff x="3558850" y="4573304"/>
              <a:chExt cx="463568" cy="285869"/>
            </a:xfrm>
          </p:grpSpPr>
          <p:grpSp>
            <p:nvGrpSpPr>
              <p:cNvPr id="13" name="Group 12"/>
              <p:cNvGrpSpPr/>
              <p:nvPr/>
            </p:nvGrpSpPr>
            <p:grpSpPr>
              <a:xfrm>
                <a:off x="3558850" y="4577634"/>
                <a:ext cx="463568" cy="262710"/>
                <a:chOff x="3558850" y="4577634"/>
                <a:chExt cx="463568" cy="262710"/>
              </a:xfrm>
            </p:grpSpPr>
            <p:sp>
              <p:nvSpPr>
                <p:cNvPr id="447" name="Oval 446"/>
                <p:cNvSpPr/>
                <p:nvPr/>
              </p:nvSpPr>
              <p:spPr bwMode="auto">
                <a:xfrm>
                  <a:off x="3573337" y="4577634"/>
                  <a:ext cx="439424" cy="261732"/>
                </a:xfrm>
                <a:prstGeom prst="ellipse">
                  <a:avLst/>
                </a:prstGeom>
                <a:solidFill>
                  <a:schemeClr val="bg1">
                    <a:alpha val="42000"/>
                  </a:schemeClr>
                </a:solidFill>
                <a:ln w="3175">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48" name="Oval 447"/>
                <p:cNvSpPr/>
                <p:nvPr/>
              </p:nvSpPr>
              <p:spPr bwMode="auto">
                <a:xfrm>
                  <a:off x="3558850" y="4587291"/>
                  <a:ext cx="463568" cy="253053"/>
                </a:xfrm>
                <a:prstGeom prst="ellipse">
                  <a:avLst/>
                </a:prstGeom>
                <a:solidFill>
                  <a:srgbClr val="CC0000">
                    <a:alpha val="42000"/>
                  </a:srgbClr>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grpSp>
          <p:sp>
            <p:nvSpPr>
              <p:cNvPr id="449" name="TextBox 389"/>
              <p:cNvSpPr txBox="1">
                <a:spLocks noChangeArrowheads="1"/>
              </p:cNvSpPr>
              <p:nvPr/>
            </p:nvSpPr>
            <p:spPr bwMode="auto">
              <a:xfrm>
                <a:off x="3565935" y="4573304"/>
                <a:ext cx="434071" cy="28586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lnSpc>
                    <a:spcPts val="1475"/>
                  </a:lnSpc>
                </a:pPr>
                <a:r>
                  <a:rPr lang="en-US" sz="1400" dirty="0">
                    <a:solidFill>
                      <a:schemeClr val="bg1"/>
                    </a:solidFill>
                  </a:rPr>
                  <a:t>CA</a:t>
                </a:r>
                <a:endParaRPr lang="en-US" sz="1800" dirty="0">
                  <a:solidFill>
                    <a:schemeClr val="bg1"/>
                  </a:solidFill>
                </a:endParaRPr>
              </a:p>
            </p:txBody>
          </p:sp>
        </p:grpSp>
        <p:grpSp>
          <p:nvGrpSpPr>
            <p:cNvPr id="451" name="Group 450"/>
            <p:cNvGrpSpPr/>
            <p:nvPr/>
          </p:nvGrpSpPr>
          <p:grpSpPr>
            <a:xfrm>
              <a:off x="4369656" y="4758258"/>
              <a:ext cx="463568" cy="285869"/>
              <a:chOff x="3558850" y="4573304"/>
              <a:chExt cx="463568" cy="285869"/>
            </a:xfrm>
          </p:grpSpPr>
          <p:grpSp>
            <p:nvGrpSpPr>
              <p:cNvPr id="452" name="Group 451"/>
              <p:cNvGrpSpPr/>
              <p:nvPr/>
            </p:nvGrpSpPr>
            <p:grpSpPr>
              <a:xfrm>
                <a:off x="3558850" y="4577634"/>
                <a:ext cx="463568" cy="262710"/>
                <a:chOff x="3558850" y="4577634"/>
                <a:chExt cx="463568" cy="262710"/>
              </a:xfrm>
            </p:grpSpPr>
            <p:sp>
              <p:nvSpPr>
                <p:cNvPr id="454" name="Oval 453"/>
                <p:cNvSpPr/>
                <p:nvPr/>
              </p:nvSpPr>
              <p:spPr bwMode="auto">
                <a:xfrm>
                  <a:off x="3573337" y="4577634"/>
                  <a:ext cx="439424" cy="261732"/>
                </a:xfrm>
                <a:prstGeom prst="ellipse">
                  <a:avLst/>
                </a:prstGeom>
                <a:solidFill>
                  <a:schemeClr val="bg1">
                    <a:alpha val="42000"/>
                  </a:schemeClr>
                </a:solidFill>
                <a:ln w="3175">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55" name="Oval 454"/>
                <p:cNvSpPr/>
                <p:nvPr/>
              </p:nvSpPr>
              <p:spPr bwMode="auto">
                <a:xfrm>
                  <a:off x="3558850" y="4587291"/>
                  <a:ext cx="463568" cy="253053"/>
                </a:xfrm>
                <a:prstGeom prst="ellipse">
                  <a:avLst/>
                </a:prstGeom>
                <a:solidFill>
                  <a:srgbClr val="CC0000">
                    <a:alpha val="42000"/>
                  </a:srgbClr>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grpSp>
          <p:sp>
            <p:nvSpPr>
              <p:cNvPr id="453" name="TextBox 389"/>
              <p:cNvSpPr txBox="1">
                <a:spLocks noChangeArrowheads="1"/>
              </p:cNvSpPr>
              <p:nvPr/>
            </p:nvSpPr>
            <p:spPr bwMode="auto">
              <a:xfrm>
                <a:off x="3565935" y="4573304"/>
                <a:ext cx="434071" cy="28586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lnSpc>
                    <a:spcPts val="1475"/>
                  </a:lnSpc>
                </a:pPr>
                <a:r>
                  <a:rPr lang="en-US" sz="1400" dirty="0">
                    <a:solidFill>
                      <a:schemeClr val="bg1"/>
                    </a:solidFill>
                  </a:rPr>
                  <a:t>CA</a:t>
                </a:r>
                <a:endParaRPr lang="en-US" sz="1800" dirty="0">
                  <a:solidFill>
                    <a:schemeClr val="bg1"/>
                  </a:solidFill>
                </a:endParaRPr>
              </a:p>
            </p:txBody>
          </p:sp>
        </p:grpSp>
        <p:grpSp>
          <p:nvGrpSpPr>
            <p:cNvPr id="456" name="Group 455"/>
            <p:cNvGrpSpPr/>
            <p:nvPr/>
          </p:nvGrpSpPr>
          <p:grpSpPr>
            <a:xfrm>
              <a:off x="5569912" y="4756140"/>
              <a:ext cx="463568" cy="285869"/>
              <a:chOff x="3558850" y="4573304"/>
              <a:chExt cx="463568" cy="285869"/>
            </a:xfrm>
          </p:grpSpPr>
          <p:grpSp>
            <p:nvGrpSpPr>
              <p:cNvPr id="457" name="Group 456"/>
              <p:cNvGrpSpPr/>
              <p:nvPr/>
            </p:nvGrpSpPr>
            <p:grpSpPr>
              <a:xfrm>
                <a:off x="3558850" y="4577634"/>
                <a:ext cx="463568" cy="262710"/>
                <a:chOff x="3558850" y="4577634"/>
                <a:chExt cx="463568" cy="262710"/>
              </a:xfrm>
            </p:grpSpPr>
            <p:sp>
              <p:nvSpPr>
                <p:cNvPr id="459" name="Oval 458"/>
                <p:cNvSpPr/>
                <p:nvPr/>
              </p:nvSpPr>
              <p:spPr bwMode="auto">
                <a:xfrm>
                  <a:off x="3573337" y="4577634"/>
                  <a:ext cx="439424" cy="261732"/>
                </a:xfrm>
                <a:prstGeom prst="ellipse">
                  <a:avLst/>
                </a:prstGeom>
                <a:solidFill>
                  <a:schemeClr val="bg1">
                    <a:alpha val="42000"/>
                  </a:schemeClr>
                </a:solidFill>
                <a:ln w="3175">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60" name="Oval 459"/>
                <p:cNvSpPr/>
                <p:nvPr/>
              </p:nvSpPr>
              <p:spPr bwMode="auto">
                <a:xfrm>
                  <a:off x="3558850" y="4587291"/>
                  <a:ext cx="463568" cy="253053"/>
                </a:xfrm>
                <a:prstGeom prst="ellipse">
                  <a:avLst/>
                </a:prstGeom>
                <a:solidFill>
                  <a:srgbClr val="CC0000">
                    <a:alpha val="42000"/>
                  </a:srgbClr>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grpSp>
          <p:sp>
            <p:nvSpPr>
              <p:cNvPr id="458" name="TextBox 389"/>
              <p:cNvSpPr txBox="1">
                <a:spLocks noChangeArrowheads="1"/>
              </p:cNvSpPr>
              <p:nvPr/>
            </p:nvSpPr>
            <p:spPr bwMode="auto">
              <a:xfrm>
                <a:off x="3565935" y="4573304"/>
                <a:ext cx="434071" cy="28586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lnSpc>
                    <a:spcPts val="1475"/>
                  </a:lnSpc>
                </a:pPr>
                <a:r>
                  <a:rPr lang="en-US" sz="1400" dirty="0">
                    <a:solidFill>
                      <a:schemeClr val="bg1"/>
                    </a:solidFill>
                  </a:rPr>
                  <a:t>CA</a:t>
                </a:r>
                <a:endParaRPr lang="en-US" sz="1800" dirty="0">
                  <a:solidFill>
                    <a:schemeClr val="bg1"/>
                  </a:solidFill>
                </a:endParaRPr>
              </a:p>
            </p:txBody>
          </p:sp>
        </p:grpSp>
        <p:grpSp>
          <p:nvGrpSpPr>
            <p:cNvPr id="461" name="Group 460"/>
            <p:cNvGrpSpPr/>
            <p:nvPr/>
          </p:nvGrpSpPr>
          <p:grpSpPr>
            <a:xfrm>
              <a:off x="6557699" y="4754022"/>
              <a:ext cx="463568" cy="285869"/>
              <a:chOff x="3558850" y="4573304"/>
              <a:chExt cx="463568" cy="285869"/>
            </a:xfrm>
          </p:grpSpPr>
          <p:grpSp>
            <p:nvGrpSpPr>
              <p:cNvPr id="462" name="Group 461"/>
              <p:cNvGrpSpPr/>
              <p:nvPr/>
            </p:nvGrpSpPr>
            <p:grpSpPr>
              <a:xfrm>
                <a:off x="3558850" y="4577634"/>
                <a:ext cx="463568" cy="262710"/>
                <a:chOff x="3558850" y="4577634"/>
                <a:chExt cx="463568" cy="262710"/>
              </a:xfrm>
            </p:grpSpPr>
            <p:sp>
              <p:nvSpPr>
                <p:cNvPr id="464" name="Oval 463"/>
                <p:cNvSpPr/>
                <p:nvPr/>
              </p:nvSpPr>
              <p:spPr bwMode="auto">
                <a:xfrm>
                  <a:off x="3573337" y="4577634"/>
                  <a:ext cx="439424" cy="261732"/>
                </a:xfrm>
                <a:prstGeom prst="ellipse">
                  <a:avLst/>
                </a:prstGeom>
                <a:solidFill>
                  <a:schemeClr val="bg1">
                    <a:alpha val="42000"/>
                  </a:schemeClr>
                </a:solidFill>
                <a:ln w="3175">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65" name="Oval 464"/>
                <p:cNvSpPr/>
                <p:nvPr/>
              </p:nvSpPr>
              <p:spPr bwMode="auto">
                <a:xfrm>
                  <a:off x="3558850" y="4587291"/>
                  <a:ext cx="463568" cy="253053"/>
                </a:xfrm>
                <a:prstGeom prst="ellipse">
                  <a:avLst/>
                </a:prstGeom>
                <a:solidFill>
                  <a:srgbClr val="CC0000">
                    <a:alpha val="42000"/>
                  </a:srgbClr>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grpSp>
          <p:sp>
            <p:nvSpPr>
              <p:cNvPr id="463" name="TextBox 389"/>
              <p:cNvSpPr txBox="1">
                <a:spLocks noChangeArrowheads="1"/>
              </p:cNvSpPr>
              <p:nvPr/>
            </p:nvSpPr>
            <p:spPr bwMode="auto">
              <a:xfrm>
                <a:off x="3565935" y="4573304"/>
                <a:ext cx="434071" cy="28586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lnSpc>
                    <a:spcPts val="1475"/>
                  </a:lnSpc>
                </a:pPr>
                <a:r>
                  <a:rPr lang="en-US" sz="1400" dirty="0">
                    <a:solidFill>
                      <a:schemeClr val="bg1"/>
                    </a:solidFill>
                  </a:rPr>
                  <a:t>CA</a:t>
                </a:r>
                <a:endParaRPr lang="en-US" sz="1800" dirty="0">
                  <a:solidFill>
                    <a:schemeClr val="bg1"/>
                  </a:solidFill>
                </a:endParaRPr>
              </a:p>
            </p:txBody>
          </p:sp>
        </p:grpSp>
      </p:grpSp>
      <p:sp>
        <p:nvSpPr>
          <p:cNvPr id="466" name="Slide Number Placeholder 5"/>
          <p:cNvSpPr>
            <a:spLocks noGrp="1"/>
          </p:cNvSpPr>
          <p:nvPr>
            <p:ph type="sldNum" sz="quarter" idx="12"/>
          </p:nvPr>
        </p:nvSpPr>
        <p:spPr>
          <a:xfrm>
            <a:off x="8456154" y="6475896"/>
            <a:ext cx="687845" cy="271184"/>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200" dirty="0">
                <a:latin typeface="Tahoma" charset="0"/>
              </a:rPr>
              <a:t>5-</a:t>
            </a:r>
            <a:fld id="{8E8C6E93-DF5B-BC4B-80F9-500DED1EEDCC}" type="slidenum">
              <a:rPr lang="en-US" sz="1200">
                <a:latin typeface="Tahoma" charset="0"/>
              </a:rPr>
              <a:pPr/>
              <a:t>96</a:t>
            </a:fld>
            <a:endParaRPr lang="en-US" sz="1200" dirty="0">
              <a:latin typeface="Tahoma" charset="0"/>
            </a:endParaRPr>
          </a:p>
        </p:txBody>
      </p:sp>
      <p:sp>
        <p:nvSpPr>
          <p:cNvPr id="467" name="Footer Placeholder 2"/>
          <p:cNvSpPr>
            <a:spLocks noGrp="1"/>
          </p:cNvSpPr>
          <p:nvPr>
            <p:ph type="ftr" sz="quarter" idx="11"/>
          </p:nvPr>
        </p:nvSpPr>
        <p:spPr>
          <a:xfrm>
            <a:off x="6375496" y="6475081"/>
            <a:ext cx="2177473" cy="241541"/>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200" dirty="0">
                <a:solidFill>
                  <a:srgbClr val="000000"/>
                </a:solidFill>
                <a:latin typeface="Tahoma" charset="0"/>
                <a:cs typeface="Arial" charset="0"/>
              </a:rPr>
              <a:t>Network Layer: Control Plane</a:t>
            </a:r>
          </a:p>
        </p:txBody>
      </p:sp>
      <p:grpSp>
        <p:nvGrpSpPr>
          <p:cNvPr id="10" name="Group 9"/>
          <p:cNvGrpSpPr/>
          <p:nvPr/>
        </p:nvGrpSpPr>
        <p:grpSpPr>
          <a:xfrm>
            <a:off x="2651760" y="3017520"/>
            <a:ext cx="3972560" cy="2032000"/>
            <a:chOff x="2651760" y="3017520"/>
            <a:chExt cx="3972560" cy="2032000"/>
          </a:xfrm>
        </p:grpSpPr>
        <p:cxnSp>
          <p:nvCxnSpPr>
            <p:cNvPr id="338" name="Straight Arrow Connector 337"/>
            <p:cNvCxnSpPr/>
            <p:nvPr/>
          </p:nvCxnSpPr>
          <p:spPr bwMode="auto">
            <a:xfrm>
              <a:off x="2651760" y="3017520"/>
              <a:ext cx="0" cy="1666240"/>
            </a:xfrm>
            <a:prstGeom prst="straightConnector1">
              <a:avLst/>
            </a:prstGeom>
            <a:ln w="12700">
              <a:solidFill>
                <a:srgbClr val="CC0000"/>
              </a:solidFill>
              <a:tailEnd type="triangle"/>
            </a:ln>
            <a:effectLst/>
          </p:spPr>
          <p:style>
            <a:lnRef idx="2">
              <a:schemeClr val="accent1"/>
            </a:lnRef>
            <a:fillRef idx="0">
              <a:schemeClr val="accent1"/>
            </a:fillRef>
            <a:effectRef idx="1">
              <a:schemeClr val="accent1"/>
            </a:effectRef>
            <a:fontRef idx="minor">
              <a:schemeClr val="tx1"/>
            </a:fontRef>
          </p:style>
        </p:cxnSp>
        <p:cxnSp>
          <p:nvCxnSpPr>
            <p:cNvPr id="343" name="Straight Arrow Connector 342"/>
            <p:cNvCxnSpPr/>
            <p:nvPr/>
          </p:nvCxnSpPr>
          <p:spPr bwMode="auto">
            <a:xfrm>
              <a:off x="3647440" y="3017520"/>
              <a:ext cx="0" cy="2032000"/>
            </a:xfrm>
            <a:prstGeom prst="straightConnector1">
              <a:avLst/>
            </a:prstGeom>
            <a:ln w="12700">
              <a:solidFill>
                <a:srgbClr val="CC0000"/>
              </a:solidFill>
              <a:tailEnd type="triangle"/>
            </a:ln>
            <a:effectLst/>
          </p:spPr>
          <p:style>
            <a:lnRef idx="2">
              <a:schemeClr val="accent1"/>
            </a:lnRef>
            <a:fillRef idx="0">
              <a:schemeClr val="accent1"/>
            </a:fillRef>
            <a:effectRef idx="1">
              <a:schemeClr val="accent1"/>
            </a:effectRef>
            <a:fontRef idx="minor">
              <a:schemeClr val="tx1"/>
            </a:fontRef>
          </p:style>
        </p:cxnSp>
        <p:cxnSp>
          <p:nvCxnSpPr>
            <p:cNvPr id="347" name="Straight Arrow Connector 346"/>
            <p:cNvCxnSpPr/>
            <p:nvPr/>
          </p:nvCxnSpPr>
          <p:spPr bwMode="auto">
            <a:xfrm>
              <a:off x="4460240" y="3017520"/>
              <a:ext cx="0" cy="2032000"/>
            </a:xfrm>
            <a:prstGeom prst="straightConnector1">
              <a:avLst/>
            </a:prstGeom>
            <a:ln w="12700">
              <a:solidFill>
                <a:srgbClr val="CC0000"/>
              </a:solidFill>
              <a:tailEnd type="triangle"/>
            </a:ln>
            <a:effectLst/>
          </p:spPr>
          <p:style>
            <a:lnRef idx="2">
              <a:schemeClr val="accent1"/>
            </a:lnRef>
            <a:fillRef idx="0">
              <a:schemeClr val="accent1"/>
            </a:fillRef>
            <a:effectRef idx="1">
              <a:schemeClr val="accent1"/>
            </a:effectRef>
            <a:fontRef idx="minor">
              <a:schemeClr val="tx1"/>
            </a:fontRef>
          </p:style>
        </p:cxnSp>
        <p:cxnSp>
          <p:nvCxnSpPr>
            <p:cNvPr id="348" name="Straight Arrow Connector 347"/>
            <p:cNvCxnSpPr/>
            <p:nvPr/>
          </p:nvCxnSpPr>
          <p:spPr bwMode="auto">
            <a:xfrm>
              <a:off x="5659120" y="3017520"/>
              <a:ext cx="0" cy="2032000"/>
            </a:xfrm>
            <a:prstGeom prst="straightConnector1">
              <a:avLst/>
            </a:prstGeom>
            <a:ln w="12700">
              <a:solidFill>
                <a:srgbClr val="CC0000"/>
              </a:solidFill>
              <a:tailEnd type="triangle"/>
            </a:ln>
            <a:effectLst/>
          </p:spPr>
          <p:style>
            <a:lnRef idx="2">
              <a:schemeClr val="accent1"/>
            </a:lnRef>
            <a:fillRef idx="0">
              <a:schemeClr val="accent1"/>
            </a:fillRef>
            <a:effectRef idx="1">
              <a:schemeClr val="accent1"/>
            </a:effectRef>
            <a:fontRef idx="minor">
              <a:schemeClr val="tx1"/>
            </a:fontRef>
          </p:style>
        </p:cxnSp>
        <p:cxnSp>
          <p:nvCxnSpPr>
            <p:cNvPr id="349" name="Straight Arrow Connector 348"/>
            <p:cNvCxnSpPr/>
            <p:nvPr/>
          </p:nvCxnSpPr>
          <p:spPr bwMode="auto">
            <a:xfrm>
              <a:off x="6624320" y="3017520"/>
              <a:ext cx="0" cy="2032000"/>
            </a:xfrm>
            <a:prstGeom prst="straightConnector1">
              <a:avLst/>
            </a:prstGeom>
            <a:ln w="12700">
              <a:solidFill>
                <a:srgbClr val="CC0000"/>
              </a:solidFill>
              <a:tailEnd type="triangle"/>
            </a:ln>
            <a:effectLst/>
          </p:spPr>
          <p:style>
            <a:lnRef idx="2">
              <a:schemeClr val="accent1"/>
            </a:lnRef>
            <a:fillRef idx="0">
              <a:schemeClr val="accent1"/>
            </a:fillRef>
            <a:effectRef idx="1">
              <a:schemeClr val="accent1"/>
            </a:effectRef>
            <a:fontRef idx="minor">
              <a:schemeClr val="tx1"/>
            </a:fontRef>
          </p:style>
        </p:cxnSp>
      </p:grpSp>
    </p:spTree>
    <p:extLst>
      <p:ext uri="{BB962C8B-B14F-4D97-AF65-F5344CB8AC3E}">
        <p14:creationId xmlns:p14="http://schemas.microsoft.com/office/powerpoint/2010/main" val="22619304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48260"/>
                                        </p:tgtEl>
                                        <p:attrNameLst>
                                          <p:attrName>style.visibility</p:attrName>
                                        </p:attrNameLst>
                                      </p:cBhvr>
                                      <p:to>
                                        <p:strVal val="visible"/>
                                      </p:to>
                                    </p:set>
                                    <p:animEffect transition="in" filter="wipe(down)">
                                      <p:cBhvr>
                                        <p:cTn id="7" dur="500"/>
                                        <p:tgtEl>
                                          <p:spTgt spid="4826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5"/>
                                        </p:tgtEl>
                                        <p:attrNameLst>
                                          <p:attrName>style.visibility</p:attrName>
                                        </p:attrNameLst>
                                      </p:cBhvr>
                                      <p:to>
                                        <p:strVal val="visible"/>
                                      </p:to>
                                    </p:set>
                                    <p:animEffect transition="in" filter="dissolve">
                                      <p:cBhvr>
                                        <p:cTn id="12" dur="500"/>
                                        <p:tgtEl>
                                          <p:spTgt spid="25"/>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6"/>
                                        </p:tgtEl>
                                        <p:attrNameLst>
                                          <p:attrName>style.visibility</p:attrName>
                                        </p:attrNameLst>
                                      </p:cBhvr>
                                      <p:to>
                                        <p:strVal val="visible"/>
                                      </p:to>
                                    </p:set>
                                    <p:animEffect transition="in" filter="dissolve">
                                      <p:cBhvr>
                                        <p:cTn id="17" dur="500"/>
                                        <p:tgtEl>
                                          <p:spTgt spid="26"/>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28"/>
                                        </p:tgtEl>
                                        <p:attrNameLst>
                                          <p:attrName>style.visibility</p:attrName>
                                        </p:attrNameLst>
                                      </p:cBhvr>
                                      <p:to>
                                        <p:strVal val="visible"/>
                                      </p:to>
                                    </p:set>
                                    <p:animEffect transition="in" filter="dissolve">
                                      <p:cBhvr>
                                        <p:cTn id="22" dur="500"/>
                                        <p:tgtEl>
                                          <p:spTgt spid="28"/>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27"/>
                                        </p:tgtEl>
                                        <p:attrNameLst>
                                          <p:attrName>style.visibility</p:attrName>
                                        </p:attrNameLst>
                                      </p:cBhvr>
                                      <p:to>
                                        <p:strVal val="visible"/>
                                      </p:to>
                                    </p:set>
                                    <p:animEffect transition="in" filter="dissolve">
                                      <p:cBhvr>
                                        <p:cTn id="27" dur="500"/>
                                        <p:tgtEl>
                                          <p:spTgt spid="27"/>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1" fill="hold" nodeType="click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wipe(up)">
                                      <p:cBhvr>
                                        <p:cTn id="32" dur="500"/>
                                        <p:tgtEl>
                                          <p:spTgt spid="10"/>
                                        </p:tgtEl>
                                      </p:cBhvr>
                                    </p:animEffect>
                                  </p:childTnLst>
                                </p:cTn>
                              </p:par>
                            </p:childTnLst>
                          </p:cTn>
                        </p:par>
                        <p:par>
                          <p:cTn id="33" fill="hold">
                            <p:stCondLst>
                              <p:cond delay="500"/>
                            </p:stCondLst>
                            <p:childTnLst>
                              <p:par>
                                <p:cTn id="34" presetID="9" presetClass="entr" presetSubtype="0" fill="hold" nodeType="afterEffect">
                                  <p:stCondLst>
                                    <p:cond delay="0"/>
                                  </p:stCondLst>
                                  <p:childTnLst>
                                    <p:set>
                                      <p:cBhvr>
                                        <p:cTn id="35" dur="1" fill="hold">
                                          <p:stCondLst>
                                            <p:cond delay="0"/>
                                          </p:stCondLst>
                                        </p:cTn>
                                        <p:tgtEl>
                                          <p:spTgt spid="24"/>
                                        </p:tgtEl>
                                        <p:attrNameLst>
                                          <p:attrName>style.visibility</p:attrName>
                                        </p:attrNameLst>
                                      </p:cBhvr>
                                      <p:to>
                                        <p:strVal val="visible"/>
                                      </p:to>
                                    </p:set>
                                    <p:animEffect transition="in" filter="dissolve">
                                      <p:cBhvr>
                                        <p:cTn id="36" dur="1000"/>
                                        <p:tgtEl>
                                          <p:spTgt spid="24"/>
                                        </p:tgtEl>
                                      </p:cBhvr>
                                    </p:animEffect>
                                  </p:childTnLst>
                                </p:cTn>
                              </p:par>
                            </p:childTnLst>
                          </p:cTn>
                        </p:par>
                        <p:par>
                          <p:cTn id="37" fill="hold">
                            <p:stCondLst>
                              <p:cond delay="1500"/>
                            </p:stCondLst>
                            <p:childTnLst>
                              <p:par>
                                <p:cTn id="38" presetID="9" presetClass="exit" presetSubtype="0" fill="hold" nodeType="afterEffect">
                                  <p:stCondLst>
                                    <p:cond delay="1000"/>
                                  </p:stCondLst>
                                  <p:childTnLst>
                                    <p:animEffect transition="out" filter="dissolve">
                                      <p:cBhvr>
                                        <p:cTn id="39" dur="500"/>
                                        <p:tgtEl>
                                          <p:spTgt spid="10"/>
                                        </p:tgtEl>
                                      </p:cBhvr>
                                    </p:animEffect>
                                    <p:set>
                                      <p:cBhvr>
                                        <p:cTn id="40" dur="1" fill="hold">
                                          <p:stCondLst>
                                            <p:cond delay="499"/>
                                          </p:stCondLst>
                                        </p:cTn>
                                        <p:tgtEl>
                                          <p:spTgt spid="10"/>
                                        </p:tgtEl>
                                        <p:attrNameLst>
                                          <p:attrName>style.visibility</p:attrName>
                                        </p:attrNameLst>
                                      </p:cBhvr>
                                      <p:to>
                                        <p:strVal val="hidden"/>
                                      </p:to>
                                    </p:set>
                                  </p:childTnLst>
                                </p:cTn>
                              </p:par>
                            </p:childTnLst>
                          </p:cTn>
                        </p:par>
                      </p:childTnLst>
                    </p:cTn>
                  </p:par>
                  <p:par>
                    <p:cTn id="41" fill="hold">
                      <p:stCondLst>
                        <p:cond delay="indefinite"/>
                      </p:stCondLst>
                      <p:childTnLst>
                        <p:par>
                          <p:cTn id="42" fill="hold">
                            <p:stCondLst>
                              <p:cond delay="0"/>
                            </p:stCondLst>
                            <p:childTnLst>
                              <p:par>
                                <p:cTn id="43" presetID="9" presetClass="entr" presetSubtype="0" fill="hold" nodeType="clickEffect">
                                  <p:stCondLst>
                                    <p:cond delay="0"/>
                                  </p:stCondLst>
                                  <p:childTnLst>
                                    <p:set>
                                      <p:cBhvr>
                                        <p:cTn id="44" dur="1" fill="hold">
                                          <p:stCondLst>
                                            <p:cond delay="0"/>
                                          </p:stCondLst>
                                        </p:cTn>
                                        <p:tgtEl>
                                          <p:spTgt spid="48261"/>
                                        </p:tgtEl>
                                        <p:attrNameLst>
                                          <p:attrName>style.visibility</p:attrName>
                                        </p:attrNameLst>
                                      </p:cBhvr>
                                      <p:to>
                                        <p:strVal val="visible"/>
                                      </p:to>
                                    </p:set>
                                    <p:animEffect transition="in" filter="dissolve">
                                      <p:cBhvr>
                                        <p:cTn id="45" dur="500"/>
                                        <p:tgtEl>
                                          <p:spTgt spid="4826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169" name="Text Box 167"/>
          <p:cNvSpPr txBox="1">
            <a:spLocks noChangeArrowheads="1"/>
          </p:cNvSpPr>
          <p:nvPr/>
        </p:nvSpPr>
        <p:spPr bwMode="auto">
          <a:xfrm>
            <a:off x="542925" y="236538"/>
            <a:ext cx="6921862" cy="6463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3600" dirty="0">
                <a:solidFill>
                  <a:srgbClr val="000099"/>
                </a:solidFill>
                <a:latin typeface="Gill Sans MT" charset="0"/>
              </a:rPr>
              <a:t>Software defined networking (SDN)</a:t>
            </a:r>
          </a:p>
        </p:txBody>
      </p:sp>
      <p:pic>
        <p:nvPicPr>
          <p:cNvPr id="48170" name="Picture 5"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81025" y="776288"/>
            <a:ext cx="6422481" cy="20891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 name="Content Placeholder 8"/>
          <p:cNvSpPr>
            <a:spLocks noGrp="1"/>
          </p:cNvSpPr>
          <p:nvPr>
            <p:ph idx="1"/>
          </p:nvPr>
        </p:nvSpPr>
        <p:spPr>
          <a:xfrm>
            <a:off x="601426" y="1282678"/>
            <a:ext cx="8148587" cy="4648200"/>
          </a:xfrm>
        </p:spPr>
        <p:txBody>
          <a:bodyPr/>
          <a:lstStyle/>
          <a:p>
            <a:pPr marL="0" indent="0">
              <a:lnSpc>
                <a:spcPct val="90000"/>
              </a:lnSpc>
              <a:buNone/>
            </a:pPr>
            <a:r>
              <a:rPr lang="en-US" i="1" dirty="0">
                <a:solidFill>
                  <a:srgbClr val="CC0000"/>
                </a:solidFill>
              </a:rPr>
              <a:t>Why</a:t>
            </a:r>
            <a:r>
              <a:rPr lang="en-US" dirty="0">
                <a:solidFill>
                  <a:srgbClr val="CC0000"/>
                </a:solidFill>
              </a:rPr>
              <a:t> </a:t>
            </a:r>
            <a:r>
              <a:rPr lang="en-US" dirty="0"/>
              <a:t>a</a:t>
            </a:r>
            <a:r>
              <a:rPr lang="en-US" dirty="0">
                <a:solidFill>
                  <a:srgbClr val="CC0000"/>
                </a:solidFill>
              </a:rPr>
              <a:t> </a:t>
            </a:r>
            <a:r>
              <a:rPr lang="en-US" i="1" dirty="0">
                <a:solidFill>
                  <a:srgbClr val="CC0000"/>
                </a:solidFill>
              </a:rPr>
              <a:t>logically centralized </a:t>
            </a:r>
            <a:r>
              <a:rPr lang="en-US" dirty="0">
                <a:solidFill>
                  <a:srgbClr val="000000"/>
                </a:solidFill>
              </a:rPr>
              <a:t>control plane?</a:t>
            </a:r>
          </a:p>
          <a:p>
            <a:pPr marL="635000" indent="-400050"/>
            <a:r>
              <a:rPr lang="en-US" dirty="0"/>
              <a:t>easier network management: avoid router misconfigurations, greater flexibility of traffic flows</a:t>
            </a:r>
          </a:p>
          <a:p>
            <a:pPr marL="635000" indent="-400050"/>
            <a:r>
              <a:rPr lang="en-US" dirty="0"/>
              <a:t>table-based forwarding (recall OpenFlow API) allows “programming” routers</a:t>
            </a:r>
          </a:p>
          <a:p>
            <a:pPr marL="1035050" lvl="1" indent="-400050"/>
            <a:r>
              <a:rPr lang="en-US" dirty="0"/>
              <a:t>centralized “programming” easier: compute tables centrally and distribute</a:t>
            </a:r>
          </a:p>
          <a:p>
            <a:pPr marL="1035050" lvl="1" indent="-400050"/>
            <a:r>
              <a:rPr lang="en-US" dirty="0"/>
              <a:t>distributed “programming: more difficult: compute tables as result of distributed algorithm (protocol) implemented in each and every router </a:t>
            </a:r>
          </a:p>
          <a:p>
            <a:pPr marL="635000" indent="-400050"/>
            <a:r>
              <a:rPr lang="en-US" dirty="0"/>
              <a:t>open (non-proprietary) implementation of control plane</a:t>
            </a:r>
          </a:p>
          <a:p>
            <a:pPr marL="635000" indent="-400050"/>
            <a:endParaRPr lang="en-US" dirty="0"/>
          </a:p>
        </p:txBody>
      </p:sp>
      <p:sp>
        <p:nvSpPr>
          <p:cNvPr id="5" name="Slide Number Placeholder 5"/>
          <p:cNvSpPr>
            <a:spLocks noGrp="1"/>
          </p:cNvSpPr>
          <p:nvPr>
            <p:ph type="sldNum" sz="quarter" idx="12"/>
          </p:nvPr>
        </p:nvSpPr>
        <p:spPr>
          <a:xfrm>
            <a:off x="8456154" y="6475895"/>
            <a:ext cx="687845" cy="382105"/>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200" dirty="0">
                <a:latin typeface="Tahoma" charset="0"/>
              </a:rPr>
              <a:t>5-</a:t>
            </a:r>
            <a:fld id="{8E8C6E93-DF5B-BC4B-80F9-500DED1EEDCC}" type="slidenum">
              <a:rPr lang="en-US" sz="1200">
                <a:latin typeface="Tahoma" charset="0"/>
              </a:rPr>
              <a:pPr/>
              <a:t>97</a:t>
            </a:fld>
            <a:endParaRPr lang="en-US" sz="1200" dirty="0">
              <a:latin typeface="Tahoma" charset="0"/>
            </a:endParaRPr>
          </a:p>
        </p:txBody>
      </p:sp>
      <p:sp>
        <p:nvSpPr>
          <p:cNvPr id="6" name="Footer Placeholder 2"/>
          <p:cNvSpPr>
            <a:spLocks noGrp="1"/>
          </p:cNvSpPr>
          <p:nvPr>
            <p:ph type="ftr" sz="quarter" idx="11"/>
          </p:nvPr>
        </p:nvSpPr>
        <p:spPr>
          <a:xfrm>
            <a:off x="6375496" y="6475081"/>
            <a:ext cx="2177473" cy="241541"/>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200" dirty="0">
                <a:solidFill>
                  <a:srgbClr val="000000"/>
                </a:solidFill>
                <a:latin typeface="Tahoma" charset="0"/>
                <a:cs typeface="Arial" charset="0"/>
              </a:rPr>
              <a:t>Network Layer: Control Plane</a:t>
            </a:r>
          </a:p>
        </p:txBody>
      </p:sp>
    </p:spTree>
    <p:extLst>
      <p:ext uri="{BB962C8B-B14F-4D97-AF65-F5344CB8AC3E}">
        <p14:creationId xmlns:p14="http://schemas.microsoft.com/office/powerpoint/2010/main" val="4208531101"/>
      </p:ext>
    </p:extLst>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8" name="Picture 12" descr="underline_base"/>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53742" y="773797"/>
            <a:ext cx="7595425" cy="24274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8" name="TextBox 27"/>
          <p:cNvSpPr txBox="1">
            <a:spLocks noChangeArrowheads="1"/>
          </p:cNvSpPr>
          <p:nvPr/>
        </p:nvSpPr>
        <p:spPr bwMode="auto">
          <a:xfrm>
            <a:off x="152400" y="4859886"/>
            <a:ext cx="3276600" cy="156966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eaLnBrk="0" hangingPunct="0">
              <a:defRPr sz="2000" b="1">
                <a:solidFill>
                  <a:schemeClr val="tx1"/>
                </a:solidFill>
                <a:latin typeface="Helvetica" charset="0"/>
                <a:ea typeface="ＭＳ Ｐゴシック" charset="0"/>
                <a:cs typeface="ＭＳ Ｐゴシック" charset="0"/>
              </a:defRPr>
            </a:lvl1pPr>
            <a:lvl2pPr marL="37931725" indent="-37474525" eaLnBrk="0" hangingPunct="0">
              <a:defRPr sz="2000" b="1">
                <a:solidFill>
                  <a:schemeClr val="tx1"/>
                </a:solidFill>
                <a:latin typeface="Helvetica" charset="0"/>
                <a:ea typeface="ＭＳ Ｐゴシック" charset="0"/>
              </a:defRPr>
            </a:lvl2pPr>
            <a:lvl3pPr eaLnBrk="0" hangingPunct="0">
              <a:defRPr sz="2000" b="1">
                <a:solidFill>
                  <a:schemeClr val="tx1"/>
                </a:solidFill>
                <a:latin typeface="Helvetica" charset="0"/>
                <a:ea typeface="ＭＳ Ｐゴシック" charset="0"/>
              </a:defRPr>
            </a:lvl3pPr>
            <a:lvl4pPr eaLnBrk="0" hangingPunct="0">
              <a:defRPr sz="2000" b="1">
                <a:solidFill>
                  <a:schemeClr val="tx1"/>
                </a:solidFill>
                <a:latin typeface="Helvetica" charset="0"/>
                <a:ea typeface="ＭＳ Ｐゴシック" charset="0"/>
              </a:defRPr>
            </a:lvl4pPr>
            <a:lvl5pPr eaLnBrk="0" hangingPunct="0">
              <a:defRPr sz="2000" b="1">
                <a:solidFill>
                  <a:schemeClr val="tx1"/>
                </a:solidFill>
                <a:latin typeface="Helvetica" charset="0"/>
                <a:ea typeface="ＭＳ Ｐゴシック" charset="0"/>
              </a:defRPr>
            </a:lvl5pPr>
            <a:lvl6pPr marL="457200" eaLnBrk="0" fontAlgn="base" hangingPunct="0">
              <a:spcBef>
                <a:spcPct val="0"/>
              </a:spcBef>
              <a:spcAft>
                <a:spcPct val="0"/>
              </a:spcAft>
              <a:defRPr sz="2000" b="1">
                <a:solidFill>
                  <a:schemeClr val="tx1"/>
                </a:solidFill>
                <a:latin typeface="Helvetica" charset="0"/>
                <a:ea typeface="ＭＳ Ｐゴシック" charset="0"/>
              </a:defRPr>
            </a:lvl6pPr>
            <a:lvl7pPr marL="914400" eaLnBrk="0" fontAlgn="base" hangingPunct="0">
              <a:spcBef>
                <a:spcPct val="0"/>
              </a:spcBef>
              <a:spcAft>
                <a:spcPct val="0"/>
              </a:spcAft>
              <a:defRPr sz="2000" b="1">
                <a:solidFill>
                  <a:schemeClr val="tx1"/>
                </a:solidFill>
                <a:latin typeface="Helvetica" charset="0"/>
                <a:ea typeface="ＭＳ Ｐゴシック" charset="0"/>
              </a:defRPr>
            </a:lvl7pPr>
            <a:lvl8pPr marL="1371600" eaLnBrk="0" fontAlgn="base" hangingPunct="0">
              <a:spcBef>
                <a:spcPct val="0"/>
              </a:spcBef>
              <a:spcAft>
                <a:spcPct val="0"/>
              </a:spcAft>
              <a:defRPr sz="2000" b="1">
                <a:solidFill>
                  <a:schemeClr val="tx1"/>
                </a:solidFill>
                <a:latin typeface="Helvetica" charset="0"/>
                <a:ea typeface="ＭＳ Ｐゴシック" charset="0"/>
              </a:defRPr>
            </a:lvl8pPr>
            <a:lvl9pPr marL="1828800" eaLnBrk="0" fontAlgn="base" hangingPunct="0">
              <a:spcBef>
                <a:spcPct val="0"/>
              </a:spcBef>
              <a:spcAft>
                <a:spcPct val="0"/>
              </a:spcAft>
              <a:defRPr sz="2000" b="1">
                <a:solidFill>
                  <a:schemeClr val="tx1"/>
                </a:solidFill>
                <a:latin typeface="Helvetica" charset="0"/>
                <a:ea typeface="ＭＳ Ｐゴシック" charset="0"/>
              </a:defRPr>
            </a:lvl9pPr>
          </a:lstStyle>
          <a:p>
            <a:pPr algn="ctr" defTabSz="914400" eaLnBrk="1" fontAlgn="base" hangingPunct="1">
              <a:spcBef>
                <a:spcPct val="0"/>
              </a:spcBef>
              <a:spcAft>
                <a:spcPct val="0"/>
              </a:spcAft>
            </a:pPr>
            <a:r>
              <a:rPr lang="en-US" sz="2400" b="0" dirty="0">
                <a:solidFill>
                  <a:prstClr val="black"/>
                </a:solidFill>
                <a:latin typeface="+mn-lt"/>
              </a:rPr>
              <a:t>Vertically integrated</a:t>
            </a:r>
          </a:p>
          <a:p>
            <a:pPr algn="ctr" defTabSz="914400" eaLnBrk="1" fontAlgn="base" hangingPunct="1">
              <a:spcBef>
                <a:spcPct val="0"/>
              </a:spcBef>
              <a:spcAft>
                <a:spcPct val="0"/>
              </a:spcAft>
            </a:pPr>
            <a:r>
              <a:rPr lang="en-US" sz="2400" b="0" dirty="0">
                <a:solidFill>
                  <a:prstClr val="black"/>
                </a:solidFill>
                <a:latin typeface="+mn-lt"/>
              </a:rPr>
              <a:t>Closed, proprietary</a:t>
            </a:r>
          </a:p>
          <a:p>
            <a:pPr algn="ctr" defTabSz="914400" eaLnBrk="1" fontAlgn="base" hangingPunct="1">
              <a:spcBef>
                <a:spcPct val="0"/>
              </a:spcBef>
              <a:spcAft>
                <a:spcPct val="0"/>
              </a:spcAft>
            </a:pPr>
            <a:r>
              <a:rPr lang="en-US" sz="2400" b="0" dirty="0">
                <a:solidFill>
                  <a:prstClr val="black"/>
                </a:solidFill>
                <a:latin typeface="+mn-lt"/>
              </a:rPr>
              <a:t>Slow innovation</a:t>
            </a:r>
          </a:p>
          <a:p>
            <a:pPr algn="ctr" defTabSz="914400" eaLnBrk="1" fontAlgn="base" hangingPunct="1">
              <a:spcBef>
                <a:spcPct val="0"/>
              </a:spcBef>
              <a:spcAft>
                <a:spcPct val="0"/>
              </a:spcAft>
            </a:pPr>
            <a:r>
              <a:rPr lang="en-US" sz="2400" b="0" dirty="0">
                <a:solidFill>
                  <a:prstClr val="black"/>
                </a:solidFill>
                <a:latin typeface="+mn-lt"/>
              </a:rPr>
              <a:t>Small industry</a:t>
            </a:r>
          </a:p>
        </p:txBody>
      </p:sp>
      <p:pic>
        <p:nvPicPr>
          <p:cNvPr id="13" name="Picture 12"/>
          <p:cNvPicPr>
            <a:picLocks noChangeAspect="1"/>
          </p:cNvPicPr>
          <p:nvPr/>
        </p:nvPicPr>
        <p:blipFill>
          <a:blip r:embed="rId4">
            <a:extLst>
              <a:ext uri="{28A0092B-C50C-407E-A947-70E740481C1C}">
                <a14:useLocalDpi xmlns:a14="http://schemas.microsoft.com/office/drawing/2010/main" val="0"/>
              </a:ext>
            </a:extLst>
          </a:blip>
          <a:srcRect l="6149" t="1500" r="3650" b="5499"/>
          <a:stretch>
            <a:fillRect/>
          </a:stretch>
        </p:blipFill>
        <p:spPr bwMode="auto">
          <a:xfrm>
            <a:off x="367763" y="1300457"/>
            <a:ext cx="2496173" cy="351733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5" name="Rounded Rectangle 4"/>
          <p:cNvSpPr/>
          <p:nvPr/>
        </p:nvSpPr>
        <p:spPr>
          <a:xfrm>
            <a:off x="609600" y="2496799"/>
            <a:ext cx="1905000" cy="965200"/>
          </a:xfrm>
          <a:prstGeom prst="roundRect">
            <a:avLst/>
          </a:prstGeom>
          <a:solidFill>
            <a:srgbClr val="000090"/>
          </a:solidFill>
        </p:spPr>
        <p:style>
          <a:lnRef idx="0">
            <a:schemeClr val="accent2"/>
          </a:lnRef>
          <a:fillRef idx="3">
            <a:schemeClr val="accent2"/>
          </a:fillRef>
          <a:effectRef idx="3">
            <a:schemeClr val="accent2"/>
          </a:effectRef>
          <a:fontRef idx="minor">
            <a:schemeClr val="lt1"/>
          </a:fontRef>
        </p:style>
        <p:txBody>
          <a:bodyPr anchor="ctr"/>
          <a:lstStyle/>
          <a:p>
            <a:pPr algn="ctr" defTabSz="914400" fontAlgn="base">
              <a:spcBef>
                <a:spcPct val="0"/>
              </a:spcBef>
              <a:spcAft>
                <a:spcPct val="0"/>
              </a:spcAft>
              <a:defRPr/>
            </a:pPr>
            <a:r>
              <a:rPr lang="en-US" sz="2000" b="1">
                <a:solidFill>
                  <a:prstClr val="white"/>
                </a:solidFill>
                <a:latin typeface="+mj-lt"/>
                <a:ea typeface="ＭＳ Ｐゴシック" charset="-128"/>
                <a:cs typeface="ＭＳ Ｐゴシック" charset="-128"/>
              </a:rPr>
              <a:t>Specialized</a:t>
            </a:r>
          </a:p>
          <a:p>
            <a:pPr algn="ctr" defTabSz="914400" fontAlgn="base">
              <a:spcBef>
                <a:spcPct val="0"/>
              </a:spcBef>
              <a:spcAft>
                <a:spcPct val="0"/>
              </a:spcAft>
              <a:defRPr/>
            </a:pPr>
            <a:r>
              <a:rPr lang="en-US" sz="2000" b="1">
                <a:solidFill>
                  <a:prstClr val="white"/>
                </a:solidFill>
                <a:latin typeface="+mj-lt"/>
                <a:ea typeface="ＭＳ Ｐゴシック" charset="-128"/>
                <a:cs typeface="ＭＳ Ｐゴシック" charset="-128"/>
              </a:rPr>
              <a:t>Operating</a:t>
            </a:r>
          </a:p>
          <a:p>
            <a:pPr algn="ctr" defTabSz="914400" fontAlgn="base">
              <a:spcBef>
                <a:spcPct val="0"/>
              </a:spcBef>
              <a:spcAft>
                <a:spcPct val="0"/>
              </a:spcAft>
              <a:defRPr/>
            </a:pPr>
            <a:r>
              <a:rPr lang="en-US" sz="2000" b="1">
                <a:solidFill>
                  <a:prstClr val="white"/>
                </a:solidFill>
                <a:latin typeface="+mj-lt"/>
                <a:ea typeface="ＭＳ Ｐゴシック" charset="-128"/>
                <a:cs typeface="ＭＳ Ｐゴシック" charset="-128"/>
              </a:rPr>
              <a:t>System</a:t>
            </a:r>
          </a:p>
        </p:txBody>
      </p:sp>
      <p:sp>
        <p:nvSpPr>
          <p:cNvPr id="14" name="Rounded Rectangle 13"/>
          <p:cNvSpPr/>
          <p:nvPr/>
        </p:nvSpPr>
        <p:spPr>
          <a:xfrm>
            <a:off x="609600" y="3538199"/>
            <a:ext cx="1905000" cy="838200"/>
          </a:xfrm>
          <a:prstGeom prst="roundRect">
            <a:avLst/>
          </a:prstGeom>
          <a:solidFill>
            <a:srgbClr val="000090"/>
          </a:solidFill>
        </p:spPr>
        <p:style>
          <a:lnRef idx="0">
            <a:schemeClr val="accent2"/>
          </a:lnRef>
          <a:fillRef idx="3">
            <a:schemeClr val="accent2"/>
          </a:fillRef>
          <a:effectRef idx="3">
            <a:schemeClr val="accent2"/>
          </a:effectRef>
          <a:fontRef idx="minor">
            <a:schemeClr val="lt1"/>
          </a:fontRef>
        </p:style>
        <p:txBody>
          <a:bodyPr anchor="ctr"/>
          <a:lstStyle/>
          <a:p>
            <a:pPr algn="ctr" defTabSz="914400" fontAlgn="base">
              <a:spcBef>
                <a:spcPct val="0"/>
              </a:spcBef>
              <a:spcAft>
                <a:spcPct val="0"/>
              </a:spcAft>
              <a:defRPr/>
            </a:pPr>
            <a:r>
              <a:rPr lang="en-US" sz="2000" b="1">
                <a:solidFill>
                  <a:prstClr val="white"/>
                </a:solidFill>
                <a:latin typeface="+mj-lt"/>
                <a:ea typeface="ＭＳ Ｐゴシック" charset="-128"/>
                <a:cs typeface="ＭＳ Ｐゴシック" charset="-128"/>
              </a:rPr>
              <a:t>Specialized</a:t>
            </a:r>
          </a:p>
          <a:p>
            <a:pPr algn="ctr" defTabSz="914400" fontAlgn="base">
              <a:spcBef>
                <a:spcPct val="0"/>
              </a:spcBef>
              <a:spcAft>
                <a:spcPct val="0"/>
              </a:spcAft>
              <a:defRPr/>
            </a:pPr>
            <a:r>
              <a:rPr lang="en-US" sz="2000" b="1">
                <a:solidFill>
                  <a:prstClr val="white"/>
                </a:solidFill>
                <a:latin typeface="+mj-lt"/>
                <a:ea typeface="ＭＳ Ｐゴシック" charset="-128"/>
                <a:cs typeface="ＭＳ Ｐゴシック" charset="-128"/>
              </a:rPr>
              <a:t>Hardware</a:t>
            </a:r>
          </a:p>
        </p:txBody>
      </p:sp>
      <p:grpSp>
        <p:nvGrpSpPr>
          <p:cNvPr id="2" name="Group 47"/>
          <p:cNvGrpSpPr>
            <a:grpSpLocks/>
          </p:cNvGrpSpPr>
          <p:nvPr/>
        </p:nvGrpSpPr>
        <p:grpSpPr bwMode="auto">
          <a:xfrm>
            <a:off x="5440815" y="1480745"/>
            <a:ext cx="3048000" cy="417900"/>
            <a:chOff x="5334000" y="1371600"/>
            <a:chExt cx="3657600" cy="685800"/>
          </a:xfrm>
        </p:grpSpPr>
        <p:sp>
          <p:nvSpPr>
            <p:cNvPr id="46" name="Rounded Rectangle 45"/>
            <p:cNvSpPr/>
            <p:nvPr/>
          </p:nvSpPr>
          <p:spPr bwMode="auto">
            <a:xfrm>
              <a:off x="8382000" y="1371600"/>
              <a:ext cx="609600" cy="685800"/>
            </a:xfrm>
            <a:prstGeom prst="roundRect">
              <a:avLst/>
            </a:prstGeom>
            <a:solidFill>
              <a:srgbClr val="FFCC66"/>
            </a:solidFill>
          </p:spPr>
          <p:style>
            <a:lnRef idx="0">
              <a:schemeClr val="accent6"/>
            </a:lnRef>
            <a:fillRef idx="3">
              <a:schemeClr val="accent6"/>
            </a:fillRef>
            <a:effectRef idx="3">
              <a:schemeClr val="accent6"/>
            </a:effectRef>
            <a:fontRef idx="minor">
              <a:schemeClr val="lt1"/>
            </a:fontRef>
          </p:style>
          <p:txBody>
            <a:bodyPr anchor="ctr"/>
            <a:lstStyle/>
            <a:p>
              <a:pPr algn="ctr" defTabSz="914400">
                <a:defRPr/>
              </a:pPr>
              <a:r>
                <a:rPr lang="en-US" sz="1600" b="1" dirty="0">
                  <a:solidFill>
                    <a:srgbClr val="FFCC66"/>
                  </a:solidFill>
                  <a:latin typeface="Calibri"/>
                </a:rPr>
                <a:t>App</a:t>
              </a:r>
            </a:p>
          </p:txBody>
        </p:sp>
        <p:sp>
          <p:nvSpPr>
            <p:cNvPr id="45" name="Rounded Rectangle 44"/>
            <p:cNvSpPr/>
            <p:nvPr/>
          </p:nvSpPr>
          <p:spPr bwMode="auto">
            <a:xfrm>
              <a:off x="8077200" y="1371600"/>
              <a:ext cx="609600" cy="685800"/>
            </a:xfrm>
            <a:prstGeom prst="roundRect">
              <a:avLst/>
            </a:prstGeom>
            <a:solidFill>
              <a:srgbClr val="FFCC66"/>
            </a:solidFill>
          </p:spPr>
          <p:style>
            <a:lnRef idx="0">
              <a:schemeClr val="accent6"/>
            </a:lnRef>
            <a:fillRef idx="3">
              <a:schemeClr val="accent6"/>
            </a:fillRef>
            <a:effectRef idx="3">
              <a:schemeClr val="accent6"/>
            </a:effectRef>
            <a:fontRef idx="minor">
              <a:schemeClr val="lt1"/>
            </a:fontRef>
          </p:style>
          <p:txBody>
            <a:bodyPr anchor="ctr"/>
            <a:lstStyle/>
            <a:p>
              <a:pPr algn="ctr" defTabSz="914400">
                <a:defRPr/>
              </a:pPr>
              <a:r>
                <a:rPr lang="en-US" sz="1600" b="1" dirty="0">
                  <a:solidFill>
                    <a:srgbClr val="FFCC66"/>
                  </a:solidFill>
                  <a:latin typeface="Calibri"/>
                </a:rPr>
                <a:t>App</a:t>
              </a:r>
            </a:p>
          </p:txBody>
        </p:sp>
        <p:sp>
          <p:nvSpPr>
            <p:cNvPr id="44" name="Rounded Rectangle 43"/>
            <p:cNvSpPr/>
            <p:nvPr/>
          </p:nvSpPr>
          <p:spPr bwMode="auto">
            <a:xfrm>
              <a:off x="7772400" y="1371600"/>
              <a:ext cx="609600" cy="685800"/>
            </a:xfrm>
            <a:prstGeom prst="roundRect">
              <a:avLst/>
            </a:prstGeom>
            <a:solidFill>
              <a:srgbClr val="FFCC66"/>
            </a:solidFill>
          </p:spPr>
          <p:style>
            <a:lnRef idx="0">
              <a:schemeClr val="accent6"/>
            </a:lnRef>
            <a:fillRef idx="3">
              <a:schemeClr val="accent6"/>
            </a:fillRef>
            <a:effectRef idx="3">
              <a:schemeClr val="accent6"/>
            </a:effectRef>
            <a:fontRef idx="minor">
              <a:schemeClr val="lt1"/>
            </a:fontRef>
          </p:style>
          <p:txBody>
            <a:bodyPr anchor="ctr"/>
            <a:lstStyle/>
            <a:p>
              <a:pPr algn="ctr" defTabSz="914400">
                <a:defRPr/>
              </a:pPr>
              <a:r>
                <a:rPr lang="en-US" sz="1600" b="1" dirty="0">
                  <a:solidFill>
                    <a:srgbClr val="FFCC66"/>
                  </a:solidFill>
                  <a:latin typeface="Calibri"/>
                </a:rPr>
                <a:t>App</a:t>
              </a:r>
            </a:p>
          </p:txBody>
        </p:sp>
        <p:sp>
          <p:nvSpPr>
            <p:cNvPr id="43" name="Rounded Rectangle 42"/>
            <p:cNvSpPr/>
            <p:nvPr/>
          </p:nvSpPr>
          <p:spPr bwMode="auto">
            <a:xfrm>
              <a:off x="7467600" y="1371600"/>
              <a:ext cx="609600" cy="685800"/>
            </a:xfrm>
            <a:prstGeom prst="roundRect">
              <a:avLst/>
            </a:prstGeom>
            <a:solidFill>
              <a:srgbClr val="FFCC66"/>
            </a:solidFill>
          </p:spPr>
          <p:style>
            <a:lnRef idx="0">
              <a:schemeClr val="accent6"/>
            </a:lnRef>
            <a:fillRef idx="3">
              <a:schemeClr val="accent6"/>
            </a:fillRef>
            <a:effectRef idx="3">
              <a:schemeClr val="accent6"/>
            </a:effectRef>
            <a:fontRef idx="minor">
              <a:schemeClr val="lt1"/>
            </a:fontRef>
          </p:style>
          <p:txBody>
            <a:bodyPr anchor="ctr"/>
            <a:lstStyle/>
            <a:p>
              <a:pPr algn="ctr" defTabSz="914400">
                <a:defRPr/>
              </a:pPr>
              <a:r>
                <a:rPr lang="en-US" sz="1600" b="1" dirty="0">
                  <a:solidFill>
                    <a:srgbClr val="FFCC66"/>
                  </a:solidFill>
                  <a:latin typeface="Calibri"/>
                </a:rPr>
                <a:t>App</a:t>
              </a:r>
            </a:p>
          </p:txBody>
        </p:sp>
        <p:sp>
          <p:nvSpPr>
            <p:cNvPr id="42" name="Rounded Rectangle 41"/>
            <p:cNvSpPr/>
            <p:nvPr/>
          </p:nvSpPr>
          <p:spPr bwMode="auto">
            <a:xfrm>
              <a:off x="7162800" y="1371600"/>
              <a:ext cx="609600" cy="685800"/>
            </a:xfrm>
            <a:prstGeom prst="roundRect">
              <a:avLst/>
            </a:prstGeom>
            <a:solidFill>
              <a:srgbClr val="FFCC66"/>
            </a:solidFill>
          </p:spPr>
          <p:style>
            <a:lnRef idx="0">
              <a:schemeClr val="accent6"/>
            </a:lnRef>
            <a:fillRef idx="3">
              <a:schemeClr val="accent6"/>
            </a:fillRef>
            <a:effectRef idx="3">
              <a:schemeClr val="accent6"/>
            </a:effectRef>
            <a:fontRef idx="minor">
              <a:schemeClr val="lt1"/>
            </a:fontRef>
          </p:style>
          <p:txBody>
            <a:bodyPr anchor="ctr"/>
            <a:lstStyle/>
            <a:p>
              <a:pPr algn="ctr" defTabSz="914400">
                <a:defRPr/>
              </a:pPr>
              <a:r>
                <a:rPr lang="en-US" sz="1600" b="1" dirty="0">
                  <a:solidFill>
                    <a:srgbClr val="FFCC66"/>
                  </a:solidFill>
                  <a:latin typeface="Calibri"/>
                </a:rPr>
                <a:t>App</a:t>
              </a:r>
            </a:p>
          </p:txBody>
        </p:sp>
        <p:sp>
          <p:nvSpPr>
            <p:cNvPr id="41" name="Rounded Rectangle 40"/>
            <p:cNvSpPr/>
            <p:nvPr/>
          </p:nvSpPr>
          <p:spPr bwMode="auto">
            <a:xfrm>
              <a:off x="6858000" y="1371600"/>
              <a:ext cx="609600" cy="685800"/>
            </a:xfrm>
            <a:prstGeom prst="roundRect">
              <a:avLst/>
            </a:prstGeom>
            <a:solidFill>
              <a:srgbClr val="FFCC66"/>
            </a:solidFill>
          </p:spPr>
          <p:style>
            <a:lnRef idx="0">
              <a:schemeClr val="accent6"/>
            </a:lnRef>
            <a:fillRef idx="3">
              <a:schemeClr val="accent6"/>
            </a:fillRef>
            <a:effectRef idx="3">
              <a:schemeClr val="accent6"/>
            </a:effectRef>
            <a:fontRef idx="minor">
              <a:schemeClr val="lt1"/>
            </a:fontRef>
          </p:style>
          <p:txBody>
            <a:bodyPr anchor="ctr"/>
            <a:lstStyle/>
            <a:p>
              <a:pPr algn="ctr" defTabSz="914400">
                <a:defRPr/>
              </a:pPr>
              <a:r>
                <a:rPr lang="en-US" sz="1600" b="1" dirty="0">
                  <a:solidFill>
                    <a:srgbClr val="FFCC66"/>
                  </a:solidFill>
                  <a:latin typeface="Calibri"/>
                </a:rPr>
                <a:t>App</a:t>
              </a:r>
            </a:p>
          </p:txBody>
        </p:sp>
        <p:sp>
          <p:nvSpPr>
            <p:cNvPr id="40" name="Rounded Rectangle 39"/>
            <p:cNvSpPr/>
            <p:nvPr/>
          </p:nvSpPr>
          <p:spPr bwMode="auto">
            <a:xfrm>
              <a:off x="6553200" y="1371600"/>
              <a:ext cx="609600" cy="685800"/>
            </a:xfrm>
            <a:prstGeom prst="roundRect">
              <a:avLst/>
            </a:prstGeom>
            <a:solidFill>
              <a:srgbClr val="FFCC66"/>
            </a:solidFill>
          </p:spPr>
          <p:style>
            <a:lnRef idx="0">
              <a:schemeClr val="accent6"/>
            </a:lnRef>
            <a:fillRef idx="3">
              <a:schemeClr val="accent6"/>
            </a:fillRef>
            <a:effectRef idx="3">
              <a:schemeClr val="accent6"/>
            </a:effectRef>
            <a:fontRef idx="minor">
              <a:schemeClr val="lt1"/>
            </a:fontRef>
          </p:style>
          <p:txBody>
            <a:bodyPr anchor="ctr"/>
            <a:lstStyle/>
            <a:p>
              <a:pPr algn="ctr" defTabSz="914400">
                <a:defRPr/>
              </a:pPr>
              <a:r>
                <a:rPr lang="en-US" sz="1600" b="1" dirty="0">
                  <a:solidFill>
                    <a:srgbClr val="FFCC66"/>
                  </a:solidFill>
                  <a:latin typeface="Calibri"/>
                </a:rPr>
                <a:t>App</a:t>
              </a:r>
            </a:p>
          </p:txBody>
        </p:sp>
        <p:sp>
          <p:nvSpPr>
            <p:cNvPr id="39" name="Rounded Rectangle 38"/>
            <p:cNvSpPr/>
            <p:nvPr/>
          </p:nvSpPr>
          <p:spPr bwMode="auto">
            <a:xfrm>
              <a:off x="6248400" y="1371600"/>
              <a:ext cx="609600" cy="685800"/>
            </a:xfrm>
            <a:prstGeom prst="roundRect">
              <a:avLst/>
            </a:prstGeom>
            <a:solidFill>
              <a:srgbClr val="FFCC66"/>
            </a:solidFill>
          </p:spPr>
          <p:style>
            <a:lnRef idx="0">
              <a:schemeClr val="accent6"/>
            </a:lnRef>
            <a:fillRef idx="3">
              <a:schemeClr val="accent6"/>
            </a:fillRef>
            <a:effectRef idx="3">
              <a:schemeClr val="accent6"/>
            </a:effectRef>
            <a:fontRef idx="minor">
              <a:schemeClr val="lt1"/>
            </a:fontRef>
          </p:style>
          <p:txBody>
            <a:bodyPr anchor="ctr"/>
            <a:lstStyle/>
            <a:p>
              <a:pPr algn="ctr" defTabSz="914400">
                <a:defRPr/>
              </a:pPr>
              <a:r>
                <a:rPr lang="en-US" sz="1600" b="1" dirty="0">
                  <a:solidFill>
                    <a:srgbClr val="FFCC66"/>
                  </a:solidFill>
                  <a:latin typeface="Calibri"/>
                </a:rPr>
                <a:t>App</a:t>
              </a:r>
            </a:p>
          </p:txBody>
        </p:sp>
        <p:sp>
          <p:nvSpPr>
            <p:cNvPr id="38" name="Rounded Rectangle 37"/>
            <p:cNvSpPr/>
            <p:nvPr/>
          </p:nvSpPr>
          <p:spPr bwMode="auto">
            <a:xfrm>
              <a:off x="5943600" y="1371600"/>
              <a:ext cx="609600" cy="685800"/>
            </a:xfrm>
            <a:prstGeom prst="roundRect">
              <a:avLst/>
            </a:prstGeom>
            <a:solidFill>
              <a:srgbClr val="FFCC66"/>
            </a:solidFill>
          </p:spPr>
          <p:style>
            <a:lnRef idx="0">
              <a:schemeClr val="accent6"/>
            </a:lnRef>
            <a:fillRef idx="3">
              <a:schemeClr val="accent6"/>
            </a:fillRef>
            <a:effectRef idx="3">
              <a:schemeClr val="accent6"/>
            </a:effectRef>
            <a:fontRef idx="minor">
              <a:schemeClr val="lt1"/>
            </a:fontRef>
          </p:style>
          <p:txBody>
            <a:bodyPr anchor="ctr"/>
            <a:lstStyle/>
            <a:p>
              <a:pPr algn="ctr" defTabSz="914400">
                <a:defRPr/>
              </a:pPr>
              <a:r>
                <a:rPr lang="en-US" sz="1600" b="1" dirty="0">
                  <a:solidFill>
                    <a:srgbClr val="FFCC66"/>
                  </a:solidFill>
                  <a:latin typeface="Calibri"/>
                </a:rPr>
                <a:t>App</a:t>
              </a:r>
            </a:p>
          </p:txBody>
        </p:sp>
        <p:sp>
          <p:nvSpPr>
            <p:cNvPr id="37" name="Rounded Rectangle 36"/>
            <p:cNvSpPr/>
            <p:nvPr/>
          </p:nvSpPr>
          <p:spPr bwMode="auto">
            <a:xfrm>
              <a:off x="5638800" y="1371600"/>
              <a:ext cx="609600" cy="685800"/>
            </a:xfrm>
            <a:prstGeom prst="roundRect">
              <a:avLst/>
            </a:prstGeom>
            <a:solidFill>
              <a:srgbClr val="FFCC66"/>
            </a:solidFill>
          </p:spPr>
          <p:style>
            <a:lnRef idx="0">
              <a:schemeClr val="accent6"/>
            </a:lnRef>
            <a:fillRef idx="3">
              <a:schemeClr val="accent6"/>
            </a:fillRef>
            <a:effectRef idx="3">
              <a:schemeClr val="accent6"/>
            </a:effectRef>
            <a:fontRef idx="minor">
              <a:schemeClr val="lt1"/>
            </a:fontRef>
          </p:style>
          <p:txBody>
            <a:bodyPr anchor="ctr"/>
            <a:lstStyle/>
            <a:p>
              <a:pPr algn="ctr" defTabSz="914400">
                <a:defRPr/>
              </a:pPr>
              <a:r>
                <a:rPr lang="en-US" sz="1600" b="1" dirty="0">
                  <a:solidFill>
                    <a:srgbClr val="FFCC66"/>
                  </a:solidFill>
                  <a:latin typeface="Calibri"/>
                </a:rPr>
                <a:t>App</a:t>
              </a:r>
            </a:p>
          </p:txBody>
        </p:sp>
        <p:sp>
          <p:nvSpPr>
            <p:cNvPr id="31" name="Rounded Rectangle 30"/>
            <p:cNvSpPr/>
            <p:nvPr/>
          </p:nvSpPr>
          <p:spPr bwMode="auto">
            <a:xfrm>
              <a:off x="5334000" y="1371600"/>
              <a:ext cx="914400" cy="685800"/>
            </a:xfrm>
            <a:prstGeom prst="roundRect">
              <a:avLst/>
            </a:prstGeom>
            <a:solidFill>
              <a:srgbClr val="FFCC66"/>
            </a:solidFill>
          </p:spPr>
          <p:style>
            <a:lnRef idx="0">
              <a:schemeClr val="accent6"/>
            </a:lnRef>
            <a:fillRef idx="3">
              <a:schemeClr val="accent6"/>
            </a:fillRef>
            <a:effectRef idx="3">
              <a:schemeClr val="accent6"/>
            </a:effectRef>
            <a:fontRef idx="minor">
              <a:schemeClr val="lt1"/>
            </a:fontRef>
          </p:style>
          <p:txBody>
            <a:bodyPr anchor="ctr"/>
            <a:lstStyle/>
            <a:p>
              <a:pPr algn="ctr" defTabSz="914400">
                <a:defRPr/>
              </a:pPr>
              <a:r>
                <a:rPr lang="en-US" sz="1400" b="1" dirty="0">
                  <a:solidFill>
                    <a:prstClr val="black"/>
                  </a:solidFill>
                  <a:latin typeface="Calibri"/>
                </a:rPr>
                <a:t>App</a:t>
              </a:r>
            </a:p>
          </p:txBody>
        </p:sp>
      </p:grpSp>
      <p:sp>
        <p:nvSpPr>
          <p:cNvPr id="35" name="Rounded Rectangle 34"/>
          <p:cNvSpPr/>
          <p:nvPr/>
        </p:nvSpPr>
        <p:spPr>
          <a:xfrm>
            <a:off x="609600" y="1658599"/>
            <a:ext cx="1905000" cy="736600"/>
          </a:xfrm>
          <a:prstGeom prst="roundRect">
            <a:avLst/>
          </a:prstGeom>
          <a:solidFill>
            <a:srgbClr val="000090"/>
          </a:solidFill>
        </p:spPr>
        <p:style>
          <a:lnRef idx="0">
            <a:schemeClr val="accent2"/>
          </a:lnRef>
          <a:fillRef idx="3">
            <a:schemeClr val="accent2"/>
          </a:fillRef>
          <a:effectRef idx="3">
            <a:schemeClr val="accent2"/>
          </a:effectRef>
          <a:fontRef idx="minor">
            <a:schemeClr val="lt1"/>
          </a:fontRef>
        </p:style>
        <p:txBody>
          <a:bodyPr anchor="ctr"/>
          <a:lstStyle/>
          <a:p>
            <a:pPr algn="ctr" defTabSz="914400" fontAlgn="base">
              <a:spcBef>
                <a:spcPct val="0"/>
              </a:spcBef>
              <a:spcAft>
                <a:spcPct val="0"/>
              </a:spcAft>
              <a:defRPr/>
            </a:pPr>
            <a:r>
              <a:rPr lang="en-US" sz="2000" b="1" dirty="0">
                <a:solidFill>
                  <a:prstClr val="white"/>
                </a:solidFill>
                <a:latin typeface="+mj-lt"/>
                <a:ea typeface="ＭＳ Ｐゴシック" charset="-128"/>
                <a:cs typeface="ＭＳ Ｐゴシック" charset="-128"/>
              </a:rPr>
              <a:t>Specialized</a:t>
            </a:r>
          </a:p>
          <a:p>
            <a:pPr algn="ctr" defTabSz="914400" fontAlgn="base">
              <a:spcBef>
                <a:spcPct val="0"/>
              </a:spcBef>
              <a:spcAft>
                <a:spcPct val="0"/>
              </a:spcAft>
              <a:defRPr/>
            </a:pPr>
            <a:r>
              <a:rPr lang="en-US" sz="2000" b="1" dirty="0">
                <a:solidFill>
                  <a:prstClr val="white"/>
                </a:solidFill>
                <a:latin typeface="+mj-lt"/>
                <a:ea typeface="ＭＳ Ｐゴシック" charset="-128"/>
                <a:cs typeface="ＭＳ Ｐゴシック" charset="-128"/>
              </a:rPr>
              <a:t>Applications</a:t>
            </a:r>
          </a:p>
        </p:txBody>
      </p:sp>
      <p:sp>
        <p:nvSpPr>
          <p:cNvPr id="36" name="TextBox 35"/>
          <p:cNvSpPr txBox="1">
            <a:spLocks noChangeArrowheads="1"/>
          </p:cNvSpPr>
          <p:nvPr/>
        </p:nvSpPr>
        <p:spPr bwMode="auto">
          <a:xfrm>
            <a:off x="5410200" y="4875620"/>
            <a:ext cx="3200400" cy="15700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eaLnBrk="0" hangingPunct="0">
              <a:defRPr sz="2000" b="1">
                <a:solidFill>
                  <a:schemeClr val="tx1"/>
                </a:solidFill>
                <a:latin typeface="Helvetica" charset="0"/>
                <a:ea typeface="ＭＳ Ｐゴシック" charset="0"/>
                <a:cs typeface="ＭＳ Ｐゴシック" charset="0"/>
              </a:defRPr>
            </a:lvl1pPr>
            <a:lvl2pPr marL="37931725" indent="-37474525" eaLnBrk="0" hangingPunct="0">
              <a:defRPr sz="2000" b="1">
                <a:solidFill>
                  <a:schemeClr val="tx1"/>
                </a:solidFill>
                <a:latin typeface="Helvetica" charset="0"/>
                <a:ea typeface="ＭＳ Ｐゴシック" charset="0"/>
              </a:defRPr>
            </a:lvl2pPr>
            <a:lvl3pPr eaLnBrk="0" hangingPunct="0">
              <a:defRPr sz="2000" b="1">
                <a:solidFill>
                  <a:schemeClr val="tx1"/>
                </a:solidFill>
                <a:latin typeface="Helvetica" charset="0"/>
                <a:ea typeface="ＭＳ Ｐゴシック" charset="0"/>
              </a:defRPr>
            </a:lvl3pPr>
            <a:lvl4pPr eaLnBrk="0" hangingPunct="0">
              <a:defRPr sz="2000" b="1">
                <a:solidFill>
                  <a:schemeClr val="tx1"/>
                </a:solidFill>
                <a:latin typeface="Helvetica" charset="0"/>
                <a:ea typeface="ＭＳ Ｐゴシック" charset="0"/>
              </a:defRPr>
            </a:lvl4pPr>
            <a:lvl5pPr eaLnBrk="0" hangingPunct="0">
              <a:defRPr sz="2000" b="1">
                <a:solidFill>
                  <a:schemeClr val="tx1"/>
                </a:solidFill>
                <a:latin typeface="Helvetica" charset="0"/>
                <a:ea typeface="ＭＳ Ｐゴシック" charset="0"/>
              </a:defRPr>
            </a:lvl5pPr>
            <a:lvl6pPr marL="457200" eaLnBrk="0" fontAlgn="base" hangingPunct="0">
              <a:spcBef>
                <a:spcPct val="0"/>
              </a:spcBef>
              <a:spcAft>
                <a:spcPct val="0"/>
              </a:spcAft>
              <a:defRPr sz="2000" b="1">
                <a:solidFill>
                  <a:schemeClr val="tx1"/>
                </a:solidFill>
                <a:latin typeface="Helvetica" charset="0"/>
                <a:ea typeface="ＭＳ Ｐゴシック" charset="0"/>
              </a:defRPr>
            </a:lvl6pPr>
            <a:lvl7pPr marL="914400" eaLnBrk="0" fontAlgn="base" hangingPunct="0">
              <a:spcBef>
                <a:spcPct val="0"/>
              </a:spcBef>
              <a:spcAft>
                <a:spcPct val="0"/>
              </a:spcAft>
              <a:defRPr sz="2000" b="1">
                <a:solidFill>
                  <a:schemeClr val="tx1"/>
                </a:solidFill>
                <a:latin typeface="Helvetica" charset="0"/>
                <a:ea typeface="ＭＳ Ｐゴシック" charset="0"/>
              </a:defRPr>
            </a:lvl7pPr>
            <a:lvl8pPr marL="1371600" eaLnBrk="0" fontAlgn="base" hangingPunct="0">
              <a:spcBef>
                <a:spcPct val="0"/>
              </a:spcBef>
              <a:spcAft>
                <a:spcPct val="0"/>
              </a:spcAft>
              <a:defRPr sz="2000" b="1">
                <a:solidFill>
                  <a:schemeClr val="tx1"/>
                </a:solidFill>
                <a:latin typeface="Helvetica" charset="0"/>
                <a:ea typeface="ＭＳ Ｐゴシック" charset="0"/>
              </a:defRPr>
            </a:lvl8pPr>
            <a:lvl9pPr marL="1828800" eaLnBrk="0" fontAlgn="base" hangingPunct="0">
              <a:spcBef>
                <a:spcPct val="0"/>
              </a:spcBef>
              <a:spcAft>
                <a:spcPct val="0"/>
              </a:spcAft>
              <a:defRPr sz="2000" b="1">
                <a:solidFill>
                  <a:schemeClr val="tx1"/>
                </a:solidFill>
                <a:latin typeface="Helvetica" charset="0"/>
                <a:ea typeface="ＭＳ Ｐゴシック" charset="0"/>
              </a:defRPr>
            </a:lvl9pPr>
          </a:lstStyle>
          <a:p>
            <a:pPr algn="ctr" defTabSz="914400" eaLnBrk="1" fontAlgn="base" hangingPunct="1">
              <a:spcBef>
                <a:spcPct val="0"/>
              </a:spcBef>
              <a:spcAft>
                <a:spcPct val="0"/>
              </a:spcAft>
            </a:pPr>
            <a:r>
              <a:rPr lang="en-US" sz="2400" b="0" dirty="0">
                <a:solidFill>
                  <a:prstClr val="black"/>
                </a:solidFill>
                <a:latin typeface="+mj-lt"/>
              </a:rPr>
              <a:t>Horizontal</a:t>
            </a:r>
          </a:p>
          <a:p>
            <a:pPr algn="ctr" defTabSz="914400" eaLnBrk="1" fontAlgn="base" hangingPunct="1">
              <a:spcBef>
                <a:spcPct val="0"/>
              </a:spcBef>
              <a:spcAft>
                <a:spcPct val="0"/>
              </a:spcAft>
            </a:pPr>
            <a:r>
              <a:rPr lang="en-US" sz="2400" b="0" dirty="0">
                <a:solidFill>
                  <a:prstClr val="black"/>
                </a:solidFill>
                <a:latin typeface="+mj-lt"/>
              </a:rPr>
              <a:t>Open interfaces</a:t>
            </a:r>
          </a:p>
          <a:p>
            <a:pPr algn="ctr" defTabSz="914400" eaLnBrk="1" fontAlgn="base" hangingPunct="1">
              <a:spcBef>
                <a:spcPct val="0"/>
              </a:spcBef>
              <a:spcAft>
                <a:spcPct val="0"/>
              </a:spcAft>
            </a:pPr>
            <a:r>
              <a:rPr lang="en-US" sz="2400" b="0" dirty="0">
                <a:solidFill>
                  <a:prstClr val="black"/>
                </a:solidFill>
                <a:latin typeface="+mj-lt"/>
              </a:rPr>
              <a:t>Rapid innovation</a:t>
            </a:r>
          </a:p>
          <a:p>
            <a:pPr algn="ctr" defTabSz="914400" eaLnBrk="1" fontAlgn="base" hangingPunct="1">
              <a:spcBef>
                <a:spcPct val="0"/>
              </a:spcBef>
              <a:spcAft>
                <a:spcPct val="0"/>
              </a:spcAft>
            </a:pPr>
            <a:r>
              <a:rPr lang="en-US" sz="2400" b="0" dirty="0">
                <a:solidFill>
                  <a:prstClr val="black"/>
                </a:solidFill>
                <a:latin typeface="+mj-lt"/>
              </a:rPr>
              <a:t>Huge industry</a:t>
            </a:r>
          </a:p>
        </p:txBody>
      </p:sp>
      <p:sp>
        <p:nvSpPr>
          <p:cNvPr id="47" name="Right Arrow 46"/>
          <p:cNvSpPr/>
          <p:nvPr/>
        </p:nvSpPr>
        <p:spPr>
          <a:xfrm>
            <a:off x="3733800" y="2437515"/>
            <a:ext cx="1143000" cy="762000"/>
          </a:xfrm>
          <a:prstGeom prst="rightArrow">
            <a:avLst>
              <a:gd name="adj1" fmla="val 50000"/>
              <a:gd name="adj2" fmla="val 68658"/>
            </a:avLst>
          </a:prstGeom>
          <a:solidFill>
            <a:srgbClr val="FF6600"/>
          </a:solidFill>
        </p:spPr>
        <p:style>
          <a:lnRef idx="1">
            <a:schemeClr val="accent2"/>
          </a:lnRef>
          <a:fillRef idx="3">
            <a:schemeClr val="accent2"/>
          </a:fillRef>
          <a:effectRef idx="2">
            <a:schemeClr val="accent2"/>
          </a:effectRef>
          <a:fontRef idx="minor">
            <a:schemeClr val="lt1"/>
          </a:fontRef>
        </p:style>
        <p:txBody>
          <a:bodyPr anchor="ctr"/>
          <a:lstStyle/>
          <a:p>
            <a:pPr algn="ctr" defTabSz="914400">
              <a:defRPr/>
            </a:pPr>
            <a:endParaRPr lang="en-US" sz="2000" b="1">
              <a:solidFill>
                <a:prstClr val="white"/>
              </a:solidFill>
              <a:latin typeface="Calibri"/>
            </a:endParaRPr>
          </a:p>
        </p:txBody>
      </p:sp>
      <p:grpSp>
        <p:nvGrpSpPr>
          <p:cNvPr id="3" name="Group 56"/>
          <p:cNvGrpSpPr>
            <a:grpSpLocks/>
          </p:cNvGrpSpPr>
          <p:nvPr/>
        </p:nvGrpSpPr>
        <p:grpSpPr bwMode="auto">
          <a:xfrm>
            <a:off x="5737719" y="3484470"/>
            <a:ext cx="2721609" cy="1396073"/>
            <a:chOff x="5105400" y="3212068"/>
            <a:chExt cx="3451510" cy="1817132"/>
          </a:xfrm>
        </p:grpSpPr>
        <p:sp>
          <p:nvSpPr>
            <p:cNvPr id="23" name="Rounded Rectangle 22"/>
            <p:cNvSpPr/>
            <p:nvPr/>
          </p:nvSpPr>
          <p:spPr bwMode="auto">
            <a:xfrm>
              <a:off x="6096000" y="3874196"/>
              <a:ext cx="2424501" cy="697803"/>
            </a:xfrm>
            <a:prstGeom prst="roundRect">
              <a:avLst/>
            </a:prstGeom>
            <a:solidFill>
              <a:srgbClr val="000090"/>
            </a:solidFill>
          </p:spPr>
          <p:style>
            <a:lnRef idx="0">
              <a:schemeClr val="accent2"/>
            </a:lnRef>
            <a:fillRef idx="3">
              <a:schemeClr val="accent2"/>
            </a:fillRef>
            <a:effectRef idx="3">
              <a:schemeClr val="accent2"/>
            </a:effectRef>
            <a:fontRef idx="minor">
              <a:schemeClr val="lt1"/>
            </a:fontRef>
          </p:style>
          <p:txBody>
            <a:bodyPr anchor="ctr"/>
            <a:lstStyle/>
            <a:p>
              <a:pPr algn="ctr" defTabSz="914400" fontAlgn="base">
                <a:spcBef>
                  <a:spcPct val="0"/>
                </a:spcBef>
                <a:spcAft>
                  <a:spcPct val="0"/>
                </a:spcAft>
                <a:defRPr/>
              </a:pPr>
              <a:r>
                <a:rPr lang="en-US" sz="1600" b="1" dirty="0">
                  <a:solidFill>
                    <a:prstClr val="white"/>
                  </a:solidFill>
                  <a:latin typeface="Arial" charset="0"/>
                  <a:ea typeface="ＭＳ Ｐゴシック" charset="-128"/>
                  <a:cs typeface="ＭＳ Ｐゴシック" charset="-128"/>
                </a:rPr>
                <a:t>Microprocessor</a:t>
              </a:r>
            </a:p>
          </p:txBody>
        </p:sp>
        <p:pic>
          <p:nvPicPr>
            <p:cNvPr id="45094" name="Picture 33"/>
            <p:cNvPicPr>
              <a:picLocks noChangeAspect="1"/>
            </p:cNvPicPr>
            <p:nvPr/>
          </p:nvPicPr>
          <p:blipFill>
            <a:blip r:embed="rId5">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5105400" y="3951732"/>
              <a:ext cx="1202196" cy="107746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nvGrpSpPr>
            <p:cNvPr id="45095" name="Group 51"/>
            <p:cNvGrpSpPr>
              <a:grpSpLocks/>
            </p:cNvGrpSpPr>
            <p:nvPr/>
          </p:nvGrpSpPr>
          <p:grpSpPr bwMode="auto">
            <a:xfrm>
              <a:off x="5435270" y="3212068"/>
              <a:ext cx="3121640" cy="440663"/>
              <a:chOff x="5511470" y="3200400"/>
              <a:chExt cx="3121640" cy="440663"/>
            </a:xfrm>
          </p:grpSpPr>
          <p:cxnSp>
            <p:nvCxnSpPr>
              <p:cNvPr id="51" name="Straight Connector 50"/>
              <p:cNvCxnSpPr/>
              <p:nvPr/>
            </p:nvCxnSpPr>
            <p:spPr>
              <a:xfrm>
                <a:off x="5511470" y="3424423"/>
                <a:ext cx="3121640" cy="4509"/>
              </a:xfrm>
              <a:prstGeom prst="line">
                <a:avLst/>
              </a:prstGeom>
              <a:ln>
                <a:solidFill>
                  <a:schemeClr val="tx1"/>
                </a:solidFill>
              </a:ln>
            </p:spPr>
            <p:style>
              <a:lnRef idx="2">
                <a:schemeClr val="accent1"/>
              </a:lnRef>
              <a:fillRef idx="0">
                <a:schemeClr val="accent1"/>
              </a:fillRef>
              <a:effectRef idx="1">
                <a:schemeClr val="accent1"/>
              </a:effectRef>
              <a:fontRef idx="minor">
                <a:schemeClr val="tx1"/>
              </a:fontRef>
            </p:style>
          </p:cxnSp>
          <p:sp>
            <p:nvSpPr>
              <p:cNvPr id="45097" name="TextBox 23"/>
              <p:cNvSpPr txBox="1">
                <a:spLocks noChangeArrowheads="1"/>
              </p:cNvSpPr>
              <p:nvPr/>
            </p:nvSpPr>
            <p:spPr bwMode="auto">
              <a:xfrm>
                <a:off x="5841339" y="3200400"/>
                <a:ext cx="2465881" cy="440663"/>
              </a:xfrm>
              <a:prstGeom prst="rect">
                <a:avLst/>
              </a:prstGeom>
              <a:solidFill>
                <a:srgbClr val="FFFF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eaLnBrk="0" hangingPunct="0">
                  <a:defRPr sz="2000" b="1">
                    <a:solidFill>
                      <a:schemeClr val="tx1"/>
                    </a:solidFill>
                    <a:latin typeface="Helvetica" charset="0"/>
                    <a:ea typeface="ＭＳ Ｐゴシック" charset="0"/>
                    <a:cs typeface="ＭＳ Ｐゴシック" charset="0"/>
                  </a:defRPr>
                </a:lvl1pPr>
                <a:lvl2pPr marL="37931725" indent="-37474525" eaLnBrk="0" hangingPunct="0">
                  <a:defRPr sz="2000" b="1">
                    <a:solidFill>
                      <a:schemeClr val="tx1"/>
                    </a:solidFill>
                    <a:latin typeface="Helvetica" charset="0"/>
                    <a:ea typeface="ＭＳ Ｐゴシック" charset="0"/>
                  </a:defRPr>
                </a:lvl2pPr>
                <a:lvl3pPr eaLnBrk="0" hangingPunct="0">
                  <a:defRPr sz="2000" b="1">
                    <a:solidFill>
                      <a:schemeClr val="tx1"/>
                    </a:solidFill>
                    <a:latin typeface="Helvetica" charset="0"/>
                    <a:ea typeface="ＭＳ Ｐゴシック" charset="0"/>
                  </a:defRPr>
                </a:lvl3pPr>
                <a:lvl4pPr eaLnBrk="0" hangingPunct="0">
                  <a:defRPr sz="2000" b="1">
                    <a:solidFill>
                      <a:schemeClr val="tx1"/>
                    </a:solidFill>
                    <a:latin typeface="Helvetica" charset="0"/>
                    <a:ea typeface="ＭＳ Ｐゴシック" charset="0"/>
                  </a:defRPr>
                </a:lvl4pPr>
                <a:lvl5pPr eaLnBrk="0" hangingPunct="0">
                  <a:defRPr sz="2000" b="1">
                    <a:solidFill>
                      <a:schemeClr val="tx1"/>
                    </a:solidFill>
                    <a:latin typeface="Helvetica" charset="0"/>
                    <a:ea typeface="ＭＳ Ｐゴシック" charset="0"/>
                  </a:defRPr>
                </a:lvl5pPr>
                <a:lvl6pPr marL="457200" eaLnBrk="0" fontAlgn="base" hangingPunct="0">
                  <a:spcBef>
                    <a:spcPct val="0"/>
                  </a:spcBef>
                  <a:spcAft>
                    <a:spcPct val="0"/>
                  </a:spcAft>
                  <a:defRPr sz="2000" b="1">
                    <a:solidFill>
                      <a:schemeClr val="tx1"/>
                    </a:solidFill>
                    <a:latin typeface="Helvetica" charset="0"/>
                    <a:ea typeface="ＭＳ Ｐゴシック" charset="0"/>
                  </a:defRPr>
                </a:lvl6pPr>
                <a:lvl7pPr marL="914400" eaLnBrk="0" fontAlgn="base" hangingPunct="0">
                  <a:spcBef>
                    <a:spcPct val="0"/>
                  </a:spcBef>
                  <a:spcAft>
                    <a:spcPct val="0"/>
                  </a:spcAft>
                  <a:defRPr sz="2000" b="1">
                    <a:solidFill>
                      <a:schemeClr val="tx1"/>
                    </a:solidFill>
                    <a:latin typeface="Helvetica" charset="0"/>
                    <a:ea typeface="ＭＳ Ｐゴシック" charset="0"/>
                  </a:defRPr>
                </a:lvl7pPr>
                <a:lvl8pPr marL="1371600" eaLnBrk="0" fontAlgn="base" hangingPunct="0">
                  <a:spcBef>
                    <a:spcPct val="0"/>
                  </a:spcBef>
                  <a:spcAft>
                    <a:spcPct val="0"/>
                  </a:spcAft>
                  <a:defRPr sz="2000" b="1">
                    <a:solidFill>
                      <a:schemeClr val="tx1"/>
                    </a:solidFill>
                    <a:latin typeface="Helvetica" charset="0"/>
                    <a:ea typeface="ＭＳ Ｐゴシック" charset="0"/>
                  </a:defRPr>
                </a:lvl8pPr>
                <a:lvl9pPr marL="1828800" eaLnBrk="0" fontAlgn="base" hangingPunct="0">
                  <a:spcBef>
                    <a:spcPct val="0"/>
                  </a:spcBef>
                  <a:spcAft>
                    <a:spcPct val="0"/>
                  </a:spcAft>
                  <a:defRPr sz="2000" b="1">
                    <a:solidFill>
                      <a:schemeClr val="tx1"/>
                    </a:solidFill>
                    <a:latin typeface="Helvetica" charset="0"/>
                    <a:ea typeface="ＭＳ Ｐゴシック" charset="0"/>
                  </a:defRPr>
                </a:lvl9pPr>
              </a:lstStyle>
              <a:p>
                <a:pPr algn="ctr" defTabSz="914400" eaLnBrk="1" fontAlgn="base" hangingPunct="1">
                  <a:spcBef>
                    <a:spcPct val="0"/>
                  </a:spcBef>
                  <a:spcAft>
                    <a:spcPct val="0"/>
                  </a:spcAft>
                </a:pPr>
                <a:r>
                  <a:rPr lang="en-US" sz="1600" dirty="0">
                    <a:solidFill>
                      <a:prstClr val="black"/>
                    </a:solidFill>
                    <a:latin typeface="Arial" charset="0"/>
                  </a:rPr>
                  <a:t>Open Interface</a:t>
                </a:r>
              </a:p>
            </p:txBody>
          </p:sp>
        </p:grpSp>
      </p:grpSp>
      <p:grpSp>
        <p:nvGrpSpPr>
          <p:cNvPr id="6" name="Group 57"/>
          <p:cNvGrpSpPr>
            <a:grpSpLocks/>
          </p:cNvGrpSpPr>
          <p:nvPr/>
        </p:nvGrpSpPr>
        <p:grpSpPr bwMode="auto">
          <a:xfrm>
            <a:off x="5183490" y="2081201"/>
            <a:ext cx="3575710" cy="1234932"/>
            <a:chOff x="5263490" y="1889268"/>
            <a:chExt cx="3575710" cy="1234932"/>
          </a:xfrm>
        </p:grpSpPr>
        <p:sp>
          <p:nvSpPr>
            <p:cNvPr id="20" name="Rounded Rectangle 19"/>
            <p:cNvSpPr/>
            <p:nvPr/>
          </p:nvSpPr>
          <p:spPr bwMode="auto">
            <a:xfrm>
              <a:off x="6934200" y="2286000"/>
              <a:ext cx="762000" cy="838200"/>
            </a:xfrm>
            <a:prstGeom prst="roundRect">
              <a:avLst/>
            </a:prstGeom>
            <a:gradFill>
              <a:gsLst>
                <a:gs pos="0">
                  <a:srgbClr val="008000"/>
                </a:gs>
                <a:gs pos="100000">
                  <a:srgbClr val="00C362"/>
                </a:gs>
              </a:gsLst>
            </a:gradFill>
          </p:spPr>
          <p:style>
            <a:lnRef idx="0">
              <a:schemeClr val="accent6"/>
            </a:lnRef>
            <a:fillRef idx="3">
              <a:schemeClr val="accent6"/>
            </a:fillRef>
            <a:effectRef idx="3">
              <a:schemeClr val="accent6"/>
            </a:effectRef>
            <a:fontRef idx="minor">
              <a:schemeClr val="lt1"/>
            </a:fontRef>
          </p:style>
          <p:txBody>
            <a:bodyPr anchor="ctr"/>
            <a:lstStyle/>
            <a:p>
              <a:pPr algn="ctr" defTabSz="914400">
                <a:defRPr/>
              </a:pPr>
              <a:r>
                <a:rPr lang="en-US" sz="1600" b="1">
                  <a:solidFill>
                    <a:srgbClr val="FFFFFF"/>
                  </a:solidFill>
                  <a:latin typeface="Calibri"/>
                </a:rPr>
                <a:t>Linux</a:t>
              </a:r>
            </a:p>
          </p:txBody>
        </p:sp>
        <p:sp>
          <p:nvSpPr>
            <p:cNvPr id="22" name="Rounded Rectangle 21"/>
            <p:cNvSpPr/>
            <p:nvPr/>
          </p:nvSpPr>
          <p:spPr bwMode="auto">
            <a:xfrm>
              <a:off x="8077200" y="2286000"/>
              <a:ext cx="762000" cy="838200"/>
            </a:xfrm>
            <a:prstGeom prst="roundRect">
              <a:avLst/>
            </a:prstGeom>
            <a:gradFill>
              <a:gsLst>
                <a:gs pos="0">
                  <a:srgbClr val="FF00FF"/>
                </a:gs>
                <a:gs pos="100000">
                  <a:srgbClr val="FF99CC"/>
                </a:gs>
              </a:gsLst>
            </a:gradFill>
          </p:spPr>
          <p:style>
            <a:lnRef idx="0">
              <a:schemeClr val="accent6"/>
            </a:lnRef>
            <a:fillRef idx="3">
              <a:schemeClr val="accent6"/>
            </a:fillRef>
            <a:effectRef idx="3">
              <a:schemeClr val="accent6"/>
            </a:effectRef>
            <a:fontRef idx="minor">
              <a:schemeClr val="lt1"/>
            </a:fontRef>
          </p:style>
          <p:txBody>
            <a:bodyPr anchor="ctr"/>
            <a:lstStyle/>
            <a:p>
              <a:pPr algn="ctr" defTabSz="914400">
                <a:defRPr/>
              </a:pPr>
              <a:r>
                <a:rPr lang="en-US" sz="1600" b="1">
                  <a:solidFill>
                    <a:srgbClr val="FFFFFF"/>
                  </a:solidFill>
                  <a:latin typeface="Calibri"/>
                </a:rPr>
                <a:t>Mac</a:t>
              </a:r>
            </a:p>
            <a:p>
              <a:pPr algn="ctr" defTabSz="914400">
                <a:defRPr/>
              </a:pPr>
              <a:r>
                <a:rPr lang="en-US" sz="1600" b="1">
                  <a:solidFill>
                    <a:srgbClr val="FFFFFF"/>
                  </a:solidFill>
                  <a:latin typeface="Calibri"/>
                </a:rPr>
                <a:t>OS</a:t>
              </a:r>
            </a:p>
          </p:txBody>
        </p:sp>
        <p:sp>
          <p:nvSpPr>
            <p:cNvPr id="24" name="Rounded Rectangle 23"/>
            <p:cNvSpPr/>
            <p:nvPr/>
          </p:nvSpPr>
          <p:spPr bwMode="auto">
            <a:xfrm>
              <a:off x="5263490" y="2286000"/>
              <a:ext cx="1289710" cy="838200"/>
            </a:xfrm>
            <a:prstGeom prst="roundRect">
              <a:avLst/>
            </a:prstGeom>
            <a:gradFill>
              <a:gsLst>
                <a:gs pos="0">
                  <a:srgbClr val="FF0000"/>
                </a:gs>
                <a:gs pos="100000">
                  <a:srgbClr val="F7545C"/>
                </a:gs>
              </a:gsLst>
            </a:gradFill>
          </p:spPr>
          <p:style>
            <a:lnRef idx="0">
              <a:schemeClr val="accent6"/>
            </a:lnRef>
            <a:fillRef idx="3">
              <a:schemeClr val="accent6"/>
            </a:fillRef>
            <a:effectRef idx="3">
              <a:schemeClr val="accent6"/>
            </a:effectRef>
            <a:fontRef idx="minor">
              <a:schemeClr val="lt1"/>
            </a:fontRef>
          </p:style>
          <p:txBody>
            <a:bodyPr anchor="ctr"/>
            <a:lstStyle/>
            <a:p>
              <a:pPr algn="ctr" defTabSz="914400">
                <a:defRPr/>
              </a:pPr>
              <a:r>
                <a:rPr lang="en-US" sz="2000" b="1" dirty="0">
                  <a:solidFill>
                    <a:srgbClr val="FFFFFF"/>
                  </a:solidFill>
                  <a:latin typeface="Calibri"/>
                </a:rPr>
                <a:t>Windows</a:t>
              </a:r>
            </a:p>
            <a:p>
              <a:pPr algn="ctr" defTabSz="914400">
                <a:defRPr/>
              </a:pPr>
              <a:r>
                <a:rPr lang="en-US" sz="1800" b="1" dirty="0">
                  <a:solidFill>
                    <a:srgbClr val="FFFFFF"/>
                  </a:solidFill>
                  <a:latin typeface="Calibri"/>
                </a:rPr>
                <a:t>(OS)</a:t>
              </a:r>
            </a:p>
          </p:txBody>
        </p:sp>
        <p:sp>
          <p:nvSpPr>
            <p:cNvPr id="45086" name="TextBox 23"/>
            <p:cNvSpPr txBox="1">
              <a:spLocks noChangeArrowheads="1"/>
            </p:cNvSpPr>
            <p:nvPr/>
          </p:nvSpPr>
          <p:spPr bwMode="auto">
            <a:xfrm>
              <a:off x="6553200" y="2526268"/>
              <a:ext cx="389913"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000" b="1">
                  <a:solidFill>
                    <a:schemeClr val="tx1"/>
                  </a:solidFill>
                  <a:latin typeface="Helvetica" charset="0"/>
                  <a:ea typeface="ＭＳ Ｐゴシック" charset="0"/>
                  <a:cs typeface="ＭＳ Ｐゴシック" charset="0"/>
                </a:defRPr>
              </a:lvl1pPr>
              <a:lvl2pPr marL="37931725" indent="-37474525" eaLnBrk="0" hangingPunct="0">
                <a:defRPr sz="2000" b="1">
                  <a:solidFill>
                    <a:schemeClr val="tx1"/>
                  </a:solidFill>
                  <a:latin typeface="Helvetica" charset="0"/>
                  <a:ea typeface="ＭＳ Ｐゴシック" charset="0"/>
                </a:defRPr>
              </a:lvl2pPr>
              <a:lvl3pPr eaLnBrk="0" hangingPunct="0">
                <a:defRPr sz="2000" b="1">
                  <a:solidFill>
                    <a:schemeClr val="tx1"/>
                  </a:solidFill>
                  <a:latin typeface="Helvetica" charset="0"/>
                  <a:ea typeface="ＭＳ Ｐゴシック" charset="0"/>
                </a:defRPr>
              </a:lvl3pPr>
              <a:lvl4pPr eaLnBrk="0" hangingPunct="0">
                <a:defRPr sz="2000" b="1">
                  <a:solidFill>
                    <a:schemeClr val="tx1"/>
                  </a:solidFill>
                  <a:latin typeface="Helvetica" charset="0"/>
                  <a:ea typeface="ＭＳ Ｐゴシック" charset="0"/>
                </a:defRPr>
              </a:lvl4pPr>
              <a:lvl5pPr eaLnBrk="0" hangingPunct="0">
                <a:defRPr sz="2000" b="1">
                  <a:solidFill>
                    <a:schemeClr val="tx1"/>
                  </a:solidFill>
                  <a:latin typeface="Helvetica" charset="0"/>
                  <a:ea typeface="ＭＳ Ｐゴシック" charset="0"/>
                </a:defRPr>
              </a:lvl5pPr>
              <a:lvl6pPr marL="457200" eaLnBrk="0" fontAlgn="base" hangingPunct="0">
                <a:spcBef>
                  <a:spcPct val="0"/>
                </a:spcBef>
                <a:spcAft>
                  <a:spcPct val="0"/>
                </a:spcAft>
                <a:defRPr sz="2000" b="1">
                  <a:solidFill>
                    <a:schemeClr val="tx1"/>
                  </a:solidFill>
                  <a:latin typeface="Helvetica" charset="0"/>
                  <a:ea typeface="ＭＳ Ｐゴシック" charset="0"/>
                </a:defRPr>
              </a:lvl6pPr>
              <a:lvl7pPr marL="914400" eaLnBrk="0" fontAlgn="base" hangingPunct="0">
                <a:spcBef>
                  <a:spcPct val="0"/>
                </a:spcBef>
                <a:spcAft>
                  <a:spcPct val="0"/>
                </a:spcAft>
                <a:defRPr sz="2000" b="1">
                  <a:solidFill>
                    <a:schemeClr val="tx1"/>
                  </a:solidFill>
                  <a:latin typeface="Helvetica" charset="0"/>
                  <a:ea typeface="ＭＳ Ｐゴシック" charset="0"/>
                </a:defRPr>
              </a:lvl7pPr>
              <a:lvl8pPr marL="1371600" eaLnBrk="0" fontAlgn="base" hangingPunct="0">
                <a:spcBef>
                  <a:spcPct val="0"/>
                </a:spcBef>
                <a:spcAft>
                  <a:spcPct val="0"/>
                </a:spcAft>
                <a:defRPr sz="2000" b="1">
                  <a:solidFill>
                    <a:schemeClr val="tx1"/>
                  </a:solidFill>
                  <a:latin typeface="Helvetica" charset="0"/>
                  <a:ea typeface="ＭＳ Ｐゴシック" charset="0"/>
                </a:defRPr>
              </a:lvl8pPr>
              <a:lvl9pPr marL="1828800" eaLnBrk="0" fontAlgn="base" hangingPunct="0">
                <a:spcBef>
                  <a:spcPct val="0"/>
                </a:spcBef>
                <a:spcAft>
                  <a:spcPct val="0"/>
                </a:spcAft>
                <a:defRPr sz="2000" b="1">
                  <a:solidFill>
                    <a:schemeClr val="tx1"/>
                  </a:solidFill>
                  <a:latin typeface="Helvetica" charset="0"/>
                  <a:ea typeface="ＭＳ Ｐゴシック" charset="0"/>
                </a:defRPr>
              </a:lvl9pPr>
            </a:lstStyle>
            <a:p>
              <a:pPr algn="ctr" defTabSz="914400" eaLnBrk="1" fontAlgn="base" hangingPunct="1">
                <a:spcBef>
                  <a:spcPct val="0"/>
                </a:spcBef>
                <a:spcAft>
                  <a:spcPct val="0"/>
                </a:spcAft>
              </a:pPr>
              <a:r>
                <a:rPr lang="en-US">
                  <a:solidFill>
                    <a:prstClr val="black"/>
                  </a:solidFill>
                  <a:latin typeface="Arial" charset="0"/>
                </a:rPr>
                <a:t>or</a:t>
              </a:r>
            </a:p>
          </p:txBody>
        </p:sp>
        <p:sp>
          <p:nvSpPr>
            <p:cNvPr id="45087" name="TextBox 24"/>
            <p:cNvSpPr txBox="1">
              <a:spLocks noChangeArrowheads="1"/>
            </p:cNvSpPr>
            <p:nvPr/>
          </p:nvSpPr>
          <p:spPr bwMode="auto">
            <a:xfrm>
              <a:off x="7696200" y="2514600"/>
              <a:ext cx="389913"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000" b="1">
                  <a:solidFill>
                    <a:schemeClr val="tx1"/>
                  </a:solidFill>
                  <a:latin typeface="Helvetica" charset="0"/>
                  <a:ea typeface="ＭＳ Ｐゴシック" charset="0"/>
                  <a:cs typeface="ＭＳ Ｐゴシック" charset="0"/>
                </a:defRPr>
              </a:lvl1pPr>
              <a:lvl2pPr marL="37931725" indent="-37474525" eaLnBrk="0" hangingPunct="0">
                <a:defRPr sz="2000" b="1">
                  <a:solidFill>
                    <a:schemeClr val="tx1"/>
                  </a:solidFill>
                  <a:latin typeface="Helvetica" charset="0"/>
                  <a:ea typeface="ＭＳ Ｐゴシック" charset="0"/>
                </a:defRPr>
              </a:lvl2pPr>
              <a:lvl3pPr eaLnBrk="0" hangingPunct="0">
                <a:defRPr sz="2000" b="1">
                  <a:solidFill>
                    <a:schemeClr val="tx1"/>
                  </a:solidFill>
                  <a:latin typeface="Helvetica" charset="0"/>
                  <a:ea typeface="ＭＳ Ｐゴシック" charset="0"/>
                </a:defRPr>
              </a:lvl3pPr>
              <a:lvl4pPr eaLnBrk="0" hangingPunct="0">
                <a:defRPr sz="2000" b="1">
                  <a:solidFill>
                    <a:schemeClr val="tx1"/>
                  </a:solidFill>
                  <a:latin typeface="Helvetica" charset="0"/>
                  <a:ea typeface="ＭＳ Ｐゴシック" charset="0"/>
                </a:defRPr>
              </a:lvl4pPr>
              <a:lvl5pPr eaLnBrk="0" hangingPunct="0">
                <a:defRPr sz="2000" b="1">
                  <a:solidFill>
                    <a:schemeClr val="tx1"/>
                  </a:solidFill>
                  <a:latin typeface="Helvetica" charset="0"/>
                  <a:ea typeface="ＭＳ Ｐゴシック" charset="0"/>
                </a:defRPr>
              </a:lvl5pPr>
              <a:lvl6pPr marL="457200" eaLnBrk="0" fontAlgn="base" hangingPunct="0">
                <a:spcBef>
                  <a:spcPct val="0"/>
                </a:spcBef>
                <a:spcAft>
                  <a:spcPct val="0"/>
                </a:spcAft>
                <a:defRPr sz="2000" b="1">
                  <a:solidFill>
                    <a:schemeClr val="tx1"/>
                  </a:solidFill>
                  <a:latin typeface="Helvetica" charset="0"/>
                  <a:ea typeface="ＭＳ Ｐゴシック" charset="0"/>
                </a:defRPr>
              </a:lvl6pPr>
              <a:lvl7pPr marL="914400" eaLnBrk="0" fontAlgn="base" hangingPunct="0">
                <a:spcBef>
                  <a:spcPct val="0"/>
                </a:spcBef>
                <a:spcAft>
                  <a:spcPct val="0"/>
                </a:spcAft>
                <a:defRPr sz="2000" b="1">
                  <a:solidFill>
                    <a:schemeClr val="tx1"/>
                  </a:solidFill>
                  <a:latin typeface="Helvetica" charset="0"/>
                  <a:ea typeface="ＭＳ Ｐゴシック" charset="0"/>
                </a:defRPr>
              </a:lvl7pPr>
              <a:lvl8pPr marL="1371600" eaLnBrk="0" fontAlgn="base" hangingPunct="0">
                <a:spcBef>
                  <a:spcPct val="0"/>
                </a:spcBef>
                <a:spcAft>
                  <a:spcPct val="0"/>
                </a:spcAft>
                <a:defRPr sz="2000" b="1">
                  <a:solidFill>
                    <a:schemeClr val="tx1"/>
                  </a:solidFill>
                  <a:latin typeface="Helvetica" charset="0"/>
                  <a:ea typeface="ＭＳ Ｐゴシック" charset="0"/>
                </a:defRPr>
              </a:lvl8pPr>
              <a:lvl9pPr marL="1828800" eaLnBrk="0" fontAlgn="base" hangingPunct="0">
                <a:spcBef>
                  <a:spcPct val="0"/>
                </a:spcBef>
                <a:spcAft>
                  <a:spcPct val="0"/>
                </a:spcAft>
                <a:defRPr sz="2000" b="1">
                  <a:solidFill>
                    <a:schemeClr val="tx1"/>
                  </a:solidFill>
                  <a:latin typeface="Helvetica" charset="0"/>
                  <a:ea typeface="ＭＳ Ｐゴシック" charset="0"/>
                </a:defRPr>
              </a:lvl9pPr>
            </a:lstStyle>
            <a:p>
              <a:pPr algn="ctr" defTabSz="914400" eaLnBrk="1" fontAlgn="base" hangingPunct="1">
                <a:spcBef>
                  <a:spcPct val="0"/>
                </a:spcBef>
                <a:spcAft>
                  <a:spcPct val="0"/>
                </a:spcAft>
              </a:pPr>
              <a:r>
                <a:rPr lang="en-US">
                  <a:solidFill>
                    <a:prstClr val="black"/>
                  </a:solidFill>
                  <a:latin typeface="Arial" charset="0"/>
                </a:rPr>
                <a:t>or</a:t>
              </a:r>
            </a:p>
          </p:txBody>
        </p:sp>
        <p:grpSp>
          <p:nvGrpSpPr>
            <p:cNvPr id="45088" name="Group 52"/>
            <p:cNvGrpSpPr>
              <a:grpSpLocks/>
            </p:cNvGrpSpPr>
            <p:nvPr/>
          </p:nvGrpSpPr>
          <p:grpSpPr bwMode="auto">
            <a:xfrm>
              <a:off x="5943600" y="1889268"/>
              <a:ext cx="2590800" cy="338554"/>
              <a:chOff x="6019800" y="3260868"/>
              <a:chExt cx="2590800" cy="338554"/>
            </a:xfrm>
          </p:grpSpPr>
          <p:cxnSp>
            <p:nvCxnSpPr>
              <p:cNvPr id="54" name="Straight Connector 53"/>
              <p:cNvCxnSpPr/>
              <p:nvPr/>
            </p:nvCxnSpPr>
            <p:spPr>
              <a:xfrm>
                <a:off x="6019800" y="3427413"/>
                <a:ext cx="2590800" cy="1587"/>
              </a:xfrm>
              <a:prstGeom prst="line">
                <a:avLst/>
              </a:prstGeom>
              <a:ln>
                <a:solidFill>
                  <a:schemeClr val="tx1"/>
                </a:solidFill>
              </a:ln>
            </p:spPr>
            <p:style>
              <a:lnRef idx="2">
                <a:schemeClr val="accent1"/>
              </a:lnRef>
              <a:fillRef idx="0">
                <a:schemeClr val="accent1"/>
              </a:fillRef>
              <a:effectRef idx="1">
                <a:schemeClr val="accent1"/>
              </a:effectRef>
              <a:fontRef idx="minor">
                <a:schemeClr val="tx1"/>
              </a:fontRef>
            </p:style>
          </p:cxnSp>
          <p:sp>
            <p:nvSpPr>
              <p:cNvPr id="45090" name="TextBox 23"/>
              <p:cNvSpPr txBox="1">
                <a:spLocks noChangeArrowheads="1"/>
              </p:cNvSpPr>
              <p:nvPr/>
            </p:nvSpPr>
            <p:spPr bwMode="auto">
              <a:xfrm>
                <a:off x="6450385" y="3260868"/>
                <a:ext cx="1621357" cy="338554"/>
              </a:xfrm>
              <a:prstGeom prst="rect">
                <a:avLst/>
              </a:prstGeom>
              <a:solidFill>
                <a:srgbClr val="FFFF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000" b="1">
                    <a:solidFill>
                      <a:schemeClr val="tx1"/>
                    </a:solidFill>
                    <a:latin typeface="Helvetica" charset="0"/>
                    <a:ea typeface="ＭＳ Ｐゴシック" charset="0"/>
                    <a:cs typeface="ＭＳ Ｐゴシック" charset="0"/>
                  </a:defRPr>
                </a:lvl1pPr>
                <a:lvl2pPr marL="37931725" indent="-37474525" eaLnBrk="0" hangingPunct="0">
                  <a:defRPr sz="2000" b="1">
                    <a:solidFill>
                      <a:schemeClr val="tx1"/>
                    </a:solidFill>
                    <a:latin typeface="Helvetica" charset="0"/>
                    <a:ea typeface="ＭＳ Ｐゴシック" charset="0"/>
                  </a:defRPr>
                </a:lvl2pPr>
                <a:lvl3pPr eaLnBrk="0" hangingPunct="0">
                  <a:defRPr sz="2000" b="1">
                    <a:solidFill>
                      <a:schemeClr val="tx1"/>
                    </a:solidFill>
                    <a:latin typeface="Helvetica" charset="0"/>
                    <a:ea typeface="ＭＳ Ｐゴシック" charset="0"/>
                  </a:defRPr>
                </a:lvl3pPr>
                <a:lvl4pPr eaLnBrk="0" hangingPunct="0">
                  <a:defRPr sz="2000" b="1">
                    <a:solidFill>
                      <a:schemeClr val="tx1"/>
                    </a:solidFill>
                    <a:latin typeface="Helvetica" charset="0"/>
                    <a:ea typeface="ＭＳ Ｐゴシック" charset="0"/>
                  </a:defRPr>
                </a:lvl4pPr>
                <a:lvl5pPr eaLnBrk="0" hangingPunct="0">
                  <a:defRPr sz="2000" b="1">
                    <a:solidFill>
                      <a:schemeClr val="tx1"/>
                    </a:solidFill>
                    <a:latin typeface="Helvetica" charset="0"/>
                    <a:ea typeface="ＭＳ Ｐゴシック" charset="0"/>
                  </a:defRPr>
                </a:lvl5pPr>
                <a:lvl6pPr marL="457200" eaLnBrk="0" fontAlgn="base" hangingPunct="0">
                  <a:spcBef>
                    <a:spcPct val="0"/>
                  </a:spcBef>
                  <a:spcAft>
                    <a:spcPct val="0"/>
                  </a:spcAft>
                  <a:defRPr sz="2000" b="1">
                    <a:solidFill>
                      <a:schemeClr val="tx1"/>
                    </a:solidFill>
                    <a:latin typeface="Helvetica" charset="0"/>
                    <a:ea typeface="ＭＳ Ｐゴシック" charset="0"/>
                  </a:defRPr>
                </a:lvl6pPr>
                <a:lvl7pPr marL="914400" eaLnBrk="0" fontAlgn="base" hangingPunct="0">
                  <a:spcBef>
                    <a:spcPct val="0"/>
                  </a:spcBef>
                  <a:spcAft>
                    <a:spcPct val="0"/>
                  </a:spcAft>
                  <a:defRPr sz="2000" b="1">
                    <a:solidFill>
                      <a:schemeClr val="tx1"/>
                    </a:solidFill>
                    <a:latin typeface="Helvetica" charset="0"/>
                    <a:ea typeface="ＭＳ Ｐゴシック" charset="0"/>
                  </a:defRPr>
                </a:lvl7pPr>
                <a:lvl8pPr marL="1371600" eaLnBrk="0" fontAlgn="base" hangingPunct="0">
                  <a:spcBef>
                    <a:spcPct val="0"/>
                  </a:spcBef>
                  <a:spcAft>
                    <a:spcPct val="0"/>
                  </a:spcAft>
                  <a:defRPr sz="2000" b="1">
                    <a:solidFill>
                      <a:schemeClr val="tx1"/>
                    </a:solidFill>
                    <a:latin typeface="Helvetica" charset="0"/>
                    <a:ea typeface="ＭＳ Ｐゴシック" charset="0"/>
                  </a:defRPr>
                </a:lvl8pPr>
                <a:lvl9pPr marL="1828800" eaLnBrk="0" fontAlgn="base" hangingPunct="0">
                  <a:spcBef>
                    <a:spcPct val="0"/>
                  </a:spcBef>
                  <a:spcAft>
                    <a:spcPct val="0"/>
                  </a:spcAft>
                  <a:defRPr sz="2000" b="1">
                    <a:solidFill>
                      <a:schemeClr val="tx1"/>
                    </a:solidFill>
                    <a:latin typeface="Helvetica" charset="0"/>
                    <a:ea typeface="ＭＳ Ｐゴシック" charset="0"/>
                  </a:defRPr>
                </a:lvl9pPr>
              </a:lstStyle>
              <a:p>
                <a:pPr algn="ctr" defTabSz="914400" eaLnBrk="1" fontAlgn="base" hangingPunct="1">
                  <a:spcBef>
                    <a:spcPct val="0"/>
                  </a:spcBef>
                  <a:spcAft>
                    <a:spcPct val="0"/>
                  </a:spcAft>
                </a:pPr>
                <a:r>
                  <a:rPr lang="en-US" sz="1600" dirty="0">
                    <a:solidFill>
                      <a:prstClr val="black"/>
                    </a:solidFill>
                    <a:latin typeface="Arial" charset="0"/>
                  </a:rPr>
                  <a:t>Open Interface</a:t>
                </a:r>
              </a:p>
            </p:txBody>
          </p:sp>
        </p:grpSp>
      </p:grpSp>
      <p:sp>
        <p:nvSpPr>
          <p:cNvPr id="56" name="Right Arrow 55"/>
          <p:cNvSpPr/>
          <p:nvPr/>
        </p:nvSpPr>
        <p:spPr>
          <a:xfrm>
            <a:off x="3868480" y="5210723"/>
            <a:ext cx="1143000" cy="762000"/>
          </a:xfrm>
          <a:prstGeom prst="rightArrow">
            <a:avLst>
              <a:gd name="adj1" fmla="val 50000"/>
              <a:gd name="adj2" fmla="val 68658"/>
            </a:avLst>
          </a:prstGeom>
          <a:solidFill>
            <a:srgbClr val="FF6600"/>
          </a:solidFill>
        </p:spPr>
        <p:style>
          <a:lnRef idx="1">
            <a:schemeClr val="accent2"/>
          </a:lnRef>
          <a:fillRef idx="3">
            <a:schemeClr val="accent2"/>
          </a:fillRef>
          <a:effectRef idx="2">
            <a:schemeClr val="accent2"/>
          </a:effectRef>
          <a:fontRef idx="minor">
            <a:schemeClr val="lt1"/>
          </a:fontRef>
        </p:style>
        <p:txBody>
          <a:bodyPr anchor="ctr"/>
          <a:lstStyle/>
          <a:p>
            <a:pPr algn="ctr" defTabSz="914400">
              <a:defRPr/>
            </a:pPr>
            <a:endParaRPr lang="en-US" sz="2000" b="1">
              <a:solidFill>
                <a:prstClr val="white"/>
              </a:solidFill>
              <a:latin typeface="Calibri"/>
            </a:endParaRPr>
          </a:p>
        </p:txBody>
      </p:sp>
      <p:sp>
        <p:nvSpPr>
          <p:cNvPr id="45076" name="Title 47"/>
          <p:cNvSpPr>
            <a:spLocks noGrp="1"/>
          </p:cNvSpPr>
          <p:nvPr>
            <p:ph type="title"/>
          </p:nvPr>
        </p:nvSpPr>
        <p:spPr>
          <a:xfrm>
            <a:off x="535402" y="0"/>
            <a:ext cx="8534400" cy="1143000"/>
          </a:xfrm>
        </p:spPr>
        <p:txBody>
          <a:bodyPr/>
          <a:lstStyle/>
          <a:p>
            <a:pPr algn="l"/>
            <a:r>
              <a:rPr lang="en-US" sz="4000" dirty="0">
                <a:solidFill>
                  <a:srgbClr val="000090"/>
                </a:solidFill>
                <a:latin typeface="Calibri" charset="0"/>
                <a:ea typeface="ＭＳ Ｐゴシック" charset="0"/>
                <a:cs typeface="ＭＳ Ｐゴシック" charset="0"/>
              </a:rPr>
              <a:t>Analogy: mainframe to PC evolution</a:t>
            </a:r>
            <a:r>
              <a:rPr lang="en-US" sz="2400" baseline="30000" dirty="0">
                <a:solidFill>
                  <a:schemeClr val="tx1"/>
                </a:solidFill>
                <a:latin typeface="Calibri" charset="0"/>
                <a:ea typeface="ＭＳ Ｐゴシック" charset="0"/>
                <a:cs typeface="ＭＳ Ｐゴシック" charset="0"/>
              </a:rPr>
              <a:t>*</a:t>
            </a:r>
            <a:endParaRPr lang="en-US" sz="4000" baseline="30000" dirty="0">
              <a:solidFill>
                <a:schemeClr val="tx1"/>
              </a:solidFill>
              <a:latin typeface="Calibri" charset="0"/>
              <a:ea typeface="ＭＳ Ｐゴシック" charset="0"/>
              <a:cs typeface="ＭＳ Ｐゴシック" charset="0"/>
            </a:endParaRPr>
          </a:p>
        </p:txBody>
      </p:sp>
      <p:sp>
        <p:nvSpPr>
          <p:cNvPr id="4" name="TextBox 3"/>
          <p:cNvSpPr txBox="1"/>
          <p:nvPr/>
        </p:nvSpPr>
        <p:spPr>
          <a:xfrm>
            <a:off x="152871" y="6550399"/>
            <a:ext cx="2254418" cy="276999"/>
          </a:xfrm>
          <a:prstGeom prst="rect">
            <a:avLst/>
          </a:prstGeom>
          <a:noFill/>
        </p:spPr>
        <p:txBody>
          <a:bodyPr wrap="none" rtlCol="0">
            <a:spAutoFit/>
          </a:bodyPr>
          <a:lstStyle/>
          <a:p>
            <a:r>
              <a:rPr lang="en-US" sz="1200" dirty="0"/>
              <a:t>* Slide  courtesy: N. McKeown</a:t>
            </a:r>
          </a:p>
        </p:txBody>
      </p:sp>
      <p:sp>
        <p:nvSpPr>
          <p:cNvPr id="49" name="Slide Number Placeholder 5"/>
          <p:cNvSpPr>
            <a:spLocks noGrp="1"/>
          </p:cNvSpPr>
          <p:nvPr>
            <p:ph type="sldNum" sz="quarter" idx="12"/>
          </p:nvPr>
        </p:nvSpPr>
        <p:spPr>
          <a:xfrm>
            <a:off x="8456154" y="6537091"/>
            <a:ext cx="687845" cy="382105"/>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200" dirty="0">
                <a:latin typeface="Tahoma" charset="0"/>
              </a:rPr>
              <a:t>5-</a:t>
            </a:r>
            <a:fld id="{8E8C6E93-DF5B-BC4B-80F9-500DED1EEDCC}" type="slidenum">
              <a:rPr lang="en-US" sz="1200">
                <a:latin typeface="Tahoma" charset="0"/>
              </a:rPr>
              <a:pPr/>
              <a:t>98</a:t>
            </a:fld>
            <a:endParaRPr lang="en-US" sz="1200" dirty="0">
              <a:latin typeface="Tahoma" charset="0"/>
            </a:endParaRPr>
          </a:p>
        </p:txBody>
      </p:sp>
      <p:sp>
        <p:nvSpPr>
          <p:cNvPr id="50" name="Footer Placeholder 2"/>
          <p:cNvSpPr>
            <a:spLocks noGrp="1"/>
          </p:cNvSpPr>
          <p:nvPr>
            <p:ph type="ftr" sz="quarter" idx="11"/>
          </p:nvPr>
        </p:nvSpPr>
        <p:spPr>
          <a:xfrm>
            <a:off x="6375496" y="6536277"/>
            <a:ext cx="2177473" cy="241541"/>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200" dirty="0">
                <a:solidFill>
                  <a:srgbClr val="000000"/>
                </a:solidFill>
                <a:latin typeface="Tahoma" charset="0"/>
                <a:cs typeface="Arial" charset="0"/>
              </a:rPr>
              <a:t>Network Layer: Control Plane</a:t>
            </a:r>
          </a:p>
        </p:txBody>
      </p:sp>
    </p:spTree>
    <p:extLst>
      <p:ext uri="{BB962C8B-B14F-4D97-AF65-F5344CB8AC3E}">
        <p14:creationId xmlns:p14="http://schemas.microsoft.com/office/powerpoint/2010/main" val="291227101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9" presetClass="emph" presetSubtype="0" nodeType="clickEffect">
                                  <p:stCondLst>
                                    <p:cond delay="0"/>
                                  </p:stCondLst>
                                  <p:childTnLst>
                                    <p:set>
                                      <p:cBhvr rctx="PPT">
                                        <p:cTn id="6" dur="indefinite"/>
                                        <p:tgtEl>
                                          <p:spTgt spid="13"/>
                                        </p:tgtEl>
                                        <p:attrNameLst>
                                          <p:attrName>style.opacity</p:attrName>
                                        </p:attrNameLst>
                                      </p:cBhvr>
                                      <p:to>
                                        <p:strVal val="0.5"/>
                                      </p:to>
                                    </p:set>
                                    <p:animEffect filter="image" prLst="opacity: 0.5">
                                      <p:cBhvr rctx="IE">
                                        <p:cTn id="7" dur="indefinite"/>
                                        <p:tgtEl>
                                          <p:spTgt spid="13"/>
                                        </p:tgtEl>
                                      </p:cBhvr>
                                    </p:animEffect>
                                  </p:childTnLst>
                                </p:cTn>
                              </p:par>
                              <p:par>
                                <p:cTn id="8" presetID="10" presetClass="entr" presetSubtype="0" fill="hold" nodeType="withEffect">
                                  <p:stCondLst>
                                    <p:cond delay="0"/>
                                  </p:stCondLst>
                                  <p:childTnLst>
                                    <p:set>
                                      <p:cBhvr>
                                        <p:cTn id="9" dur="1" fill="hold">
                                          <p:stCondLst>
                                            <p:cond delay="0"/>
                                          </p:stCondLst>
                                        </p:cTn>
                                        <p:tgtEl>
                                          <p:spTgt spid="14"/>
                                        </p:tgtEl>
                                        <p:attrNameLst>
                                          <p:attrName>style.visibility</p:attrName>
                                        </p:attrNameLst>
                                      </p:cBhvr>
                                      <p:to>
                                        <p:strVal val="visible"/>
                                      </p:to>
                                    </p:set>
                                    <p:animEffect transition="in" filter="fade">
                                      <p:cBhvr>
                                        <p:cTn id="10" dur="500"/>
                                        <p:tgtEl>
                                          <p:spTgt spid="14"/>
                                        </p:tgtEl>
                                      </p:cBhvr>
                                    </p:animEffect>
                                  </p:childTnLst>
                                </p:cTn>
                              </p:par>
                            </p:childTnLst>
                          </p:cTn>
                        </p:par>
                        <p:par>
                          <p:cTn id="11" fill="hold" nodeType="afterGroup">
                            <p:stCondLst>
                              <p:cond delay="500"/>
                            </p:stCondLst>
                            <p:childTnLst>
                              <p:par>
                                <p:cTn id="12" presetID="10" presetClass="entr" presetSubtype="0" fill="hold" nodeType="afterEffect">
                                  <p:stCondLst>
                                    <p:cond delay="0"/>
                                  </p:stCondLst>
                                  <p:childTnLst>
                                    <p:set>
                                      <p:cBhvr>
                                        <p:cTn id="13" dur="1" fill="hold">
                                          <p:stCondLst>
                                            <p:cond delay="0"/>
                                          </p:stCondLst>
                                        </p:cTn>
                                        <p:tgtEl>
                                          <p:spTgt spid="5"/>
                                        </p:tgtEl>
                                        <p:attrNameLst>
                                          <p:attrName>style.visibility</p:attrName>
                                        </p:attrNameLst>
                                      </p:cBhvr>
                                      <p:to>
                                        <p:strVal val="visible"/>
                                      </p:to>
                                    </p:set>
                                    <p:animEffect transition="in" filter="fade">
                                      <p:cBhvr>
                                        <p:cTn id="14" dur="500"/>
                                        <p:tgtEl>
                                          <p:spTgt spid="5"/>
                                        </p:tgtEl>
                                      </p:cBhvr>
                                    </p:animEffect>
                                  </p:childTnLst>
                                </p:cTn>
                              </p:par>
                            </p:childTnLst>
                          </p:cTn>
                        </p:par>
                        <p:par>
                          <p:cTn id="15" fill="hold" nodeType="afterGroup">
                            <p:stCondLst>
                              <p:cond delay="1000"/>
                            </p:stCondLst>
                            <p:childTnLst>
                              <p:par>
                                <p:cTn id="16" presetID="10" presetClass="entr" presetSubtype="0" fill="hold" nodeType="afterEffect">
                                  <p:stCondLst>
                                    <p:cond delay="0"/>
                                  </p:stCondLst>
                                  <p:childTnLst>
                                    <p:set>
                                      <p:cBhvr>
                                        <p:cTn id="17" dur="1" fill="hold">
                                          <p:stCondLst>
                                            <p:cond delay="0"/>
                                          </p:stCondLst>
                                        </p:cTn>
                                        <p:tgtEl>
                                          <p:spTgt spid="35"/>
                                        </p:tgtEl>
                                        <p:attrNameLst>
                                          <p:attrName>style.visibility</p:attrName>
                                        </p:attrNameLst>
                                      </p:cBhvr>
                                      <p:to>
                                        <p:strVal val="visible"/>
                                      </p:to>
                                    </p:set>
                                    <p:animEffect transition="in" filter="fade">
                                      <p:cBhvr>
                                        <p:cTn id="18" dur="500"/>
                                        <p:tgtEl>
                                          <p:spTgt spid="35"/>
                                        </p:tgtEl>
                                      </p:cBhvr>
                                    </p:animEffec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47"/>
                                        </p:tgtEl>
                                        <p:attrNameLst>
                                          <p:attrName>style.visibility</p:attrName>
                                        </p:attrNameLst>
                                      </p:cBhvr>
                                      <p:to>
                                        <p:strVal val="visible"/>
                                      </p:to>
                                    </p:set>
                                  </p:childTnLst>
                                </p:cTn>
                              </p:par>
                            </p:childTnLst>
                          </p:cTn>
                        </p:par>
                      </p:childTnLst>
                    </p:cTn>
                  </p:par>
                  <p:par>
                    <p:cTn id="23" fill="hold" nodeType="clickPar">
                      <p:stCondLst>
                        <p:cond delay="indefinite"/>
                      </p:stCondLst>
                      <p:childTnLst>
                        <p:par>
                          <p:cTn id="24" fill="hold" nodeType="withGroup">
                            <p:stCondLst>
                              <p:cond delay="0"/>
                            </p:stCondLst>
                            <p:childTnLst>
                              <p:par>
                                <p:cTn id="25" presetID="10" presetClass="entr" presetSubtype="0" fill="hold" nodeType="clickEffect">
                                  <p:stCondLst>
                                    <p:cond delay="0"/>
                                  </p:stCondLst>
                                  <p:childTnLst>
                                    <p:set>
                                      <p:cBhvr>
                                        <p:cTn id="26" dur="1" fill="hold">
                                          <p:stCondLst>
                                            <p:cond delay="0"/>
                                          </p:stCondLst>
                                        </p:cTn>
                                        <p:tgtEl>
                                          <p:spTgt spid="3"/>
                                        </p:tgtEl>
                                        <p:attrNameLst>
                                          <p:attrName>style.visibility</p:attrName>
                                        </p:attrNameLst>
                                      </p:cBhvr>
                                      <p:to>
                                        <p:strVal val="visible"/>
                                      </p:to>
                                    </p:set>
                                    <p:animEffect transition="in" filter="fade">
                                      <p:cBhvr>
                                        <p:cTn id="27" dur="500"/>
                                        <p:tgtEl>
                                          <p:spTgt spid="3"/>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10" presetClass="entr" presetSubtype="0" fill="hold" nodeType="clickEffect">
                                  <p:stCondLst>
                                    <p:cond delay="0"/>
                                  </p:stCondLst>
                                  <p:childTnLst>
                                    <p:set>
                                      <p:cBhvr>
                                        <p:cTn id="31" dur="1" fill="hold">
                                          <p:stCondLst>
                                            <p:cond delay="0"/>
                                          </p:stCondLst>
                                        </p:cTn>
                                        <p:tgtEl>
                                          <p:spTgt spid="6"/>
                                        </p:tgtEl>
                                        <p:attrNameLst>
                                          <p:attrName>style.visibility</p:attrName>
                                        </p:attrNameLst>
                                      </p:cBhvr>
                                      <p:to>
                                        <p:strVal val="visible"/>
                                      </p:to>
                                    </p:set>
                                    <p:animEffect transition="in" filter="fade">
                                      <p:cBhvr>
                                        <p:cTn id="32" dur="500"/>
                                        <p:tgtEl>
                                          <p:spTgt spid="6"/>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22" presetClass="entr" presetSubtype="8" fill="hold" nodeType="clickEffect">
                                  <p:stCondLst>
                                    <p:cond delay="0"/>
                                  </p:stCondLst>
                                  <p:childTnLst>
                                    <p:set>
                                      <p:cBhvr>
                                        <p:cTn id="36" dur="1" fill="hold">
                                          <p:stCondLst>
                                            <p:cond delay="0"/>
                                          </p:stCondLst>
                                        </p:cTn>
                                        <p:tgtEl>
                                          <p:spTgt spid="2"/>
                                        </p:tgtEl>
                                        <p:attrNameLst>
                                          <p:attrName>style.visibility</p:attrName>
                                        </p:attrNameLst>
                                      </p:cBhvr>
                                      <p:to>
                                        <p:strVal val="visible"/>
                                      </p:to>
                                    </p:set>
                                    <p:animEffect transition="in" filter="wipe(left)">
                                      <p:cBhvr>
                                        <p:cTn id="37" dur="500"/>
                                        <p:tgtEl>
                                          <p:spTgt spid="2"/>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28"/>
                                        </p:tgtEl>
                                        <p:attrNameLst>
                                          <p:attrName>style.visibility</p:attrName>
                                        </p:attrNameLst>
                                      </p:cBhvr>
                                      <p:to>
                                        <p:strVal val="visible"/>
                                      </p:to>
                                    </p:set>
                                    <p:animEffect transition="in" filter="fade">
                                      <p:cBhvr>
                                        <p:cTn id="42" dur="500"/>
                                        <p:tgtEl>
                                          <p:spTgt spid="28"/>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56"/>
                                        </p:tgtEl>
                                        <p:attrNameLst>
                                          <p:attrName>style.visibility</p:attrName>
                                        </p:attrNameLst>
                                      </p:cBhvr>
                                      <p:to>
                                        <p:strVal val="visible"/>
                                      </p:to>
                                    </p:set>
                                    <p:animEffect transition="in" filter="fade">
                                      <p:cBhvr>
                                        <p:cTn id="47" dur="500"/>
                                        <p:tgtEl>
                                          <p:spTgt spid="56"/>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36"/>
                                        </p:tgtEl>
                                        <p:attrNameLst>
                                          <p:attrName>style.visibility</p:attrName>
                                        </p:attrNameLst>
                                      </p:cBhvr>
                                      <p:to>
                                        <p:strVal val="visible"/>
                                      </p:to>
                                    </p:set>
                                    <p:animEffect transition="in" filter="fade">
                                      <p:cBhvr>
                                        <p:cTn id="52" dur="500"/>
                                        <p:tgtEl>
                                          <p:spTgt spid="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p:bldP spid="36" grpId="0"/>
      <p:bldP spid="47" grpId="0" animBg="1"/>
      <p:bldP spid="56" grpId="0" animBg="1"/>
    </p:bld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0835" name="Picture 75" descr="underline_base"/>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69185" y="824211"/>
            <a:ext cx="8551394" cy="23212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75783" name="Rectangle 73"/>
          <p:cNvSpPr>
            <a:spLocks noGrp="1" noChangeArrowheads="1"/>
          </p:cNvSpPr>
          <p:nvPr>
            <p:ph type="title"/>
          </p:nvPr>
        </p:nvSpPr>
        <p:spPr>
          <a:xfrm>
            <a:off x="211698" y="170272"/>
            <a:ext cx="8679450" cy="796925"/>
          </a:xfrm>
        </p:spPr>
        <p:txBody>
          <a:bodyPr/>
          <a:lstStyle/>
          <a:p>
            <a:pPr>
              <a:lnSpc>
                <a:spcPct val="85000"/>
              </a:lnSpc>
              <a:defRPr/>
            </a:pPr>
            <a:r>
              <a:rPr lang="en-US" sz="3600" dirty="0">
                <a:cs typeface="+mj-cs"/>
              </a:rPr>
              <a:t>Traffic engineering: difficult traditional routing</a:t>
            </a:r>
          </a:p>
        </p:txBody>
      </p:sp>
      <p:sp>
        <p:nvSpPr>
          <p:cNvPr id="15" name="TextBox 14"/>
          <p:cNvSpPr txBox="1"/>
          <p:nvPr/>
        </p:nvSpPr>
        <p:spPr>
          <a:xfrm>
            <a:off x="505390" y="4128444"/>
            <a:ext cx="8408298" cy="1723549"/>
          </a:xfrm>
          <a:prstGeom prst="rect">
            <a:avLst/>
          </a:prstGeom>
          <a:noFill/>
        </p:spPr>
        <p:txBody>
          <a:bodyPr wrap="square" rtlCol="0">
            <a:spAutoFit/>
          </a:bodyPr>
          <a:lstStyle/>
          <a:p>
            <a:pPr algn="ctr"/>
            <a:r>
              <a:rPr lang="en-US" sz="2400" i="1" u="sng" dirty="0">
                <a:solidFill>
                  <a:srgbClr val="000090"/>
                </a:solidFill>
              </a:rPr>
              <a:t>Q: </a:t>
            </a:r>
            <a:r>
              <a:rPr lang="en-US" sz="2400" dirty="0"/>
              <a:t>what if network operator wants u-to-z traffic to flow along </a:t>
            </a:r>
            <a:r>
              <a:rPr lang="en-US" sz="2400" i="1" dirty="0" err="1"/>
              <a:t>uvw</a:t>
            </a:r>
            <a:r>
              <a:rPr lang="en-US" sz="2400" dirty="0" err="1"/>
              <a:t>z</a:t>
            </a:r>
            <a:r>
              <a:rPr lang="en-US" sz="2400" dirty="0"/>
              <a:t>, x-to-z traffic to flow </a:t>
            </a:r>
            <a:r>
              <a:rPr lang="en-US" sz="2400" i="1" dirty="0" err="1"/>
              <a:t>xwyz</a:t>
            </a:r>
            <a:r>
              <a:rPr lang="en-US" sz="2400" dirty="0"/>
              <a:t>?</a:t>
            </a:r>
          </a:p>
          <a:p>
            <a:pPr algn="ctr">
              <a:spcBef>
                <a:spcPts val="1200"/>
              </a:spcBef>
            </a:pPr>
            <a:r>
              <a:rPr lang="en-US" sz="2400" i="1" u="sng" dirty="0">
                <a:solidFill>
                  <a:srgbClr val="000090"/>
                </a:solidFill>
              </a:rPr>
              <a:t>A: </a:t>
            </a:r>
            <a:r>
              <a:rPr lang="en-US" sz="2400" dirty="0"/>
              <a:t>need to define link weights so traffic routing algorithm computes routes accordingly </a:t>
            </a:r>
            <a:r>
              <a:rPr lang="en-US" sz="2000" dirty="0"/>
              <a:t>(or need a new routing algorithm)!</a:t>
            </a:r>
          </a:p>
        </p:txBody>
      </p:sp>
      <p:sp>
        <p:nvSpPr>
          <p:cNvPr id="4" name="TextBox 3"/>
          <p:cNvSpPr txBox="1"/>
          <p:nvPr/>
        </p:nvSpPr>
        <p:spPr>
          <a:xfrm>
            <a:off x="1589947" y="6025755"/>
            <a:ext cx="6350841" cy="461665"/>
          </a:xfrm>
          <a:prstGeom prst="rect">
            <a:avLst/>
          </a:prstGeom>
          <a:noFill/>
        </p:spPr>
        <p:txBody>
          <a:bodyPr wrap="none" rtlCol="0">
            <a:spAutoFit/>
          </a:bodyPr>
          <a:lstStyle/>
          <a:p>
            <a:r>
              <a:rPr lang="en-US" sz="2400" i="1" dirty="0">
                <a:solidFill>
                  <a:srgbClr val="CC0000"/>
                </a:solidFill>
              </a:rPr>
              <a:t>Link weights are only control “knobs”: wrong!</a:t>
            </a:r>
          </a:p>
        </p:txBody>
      </p:sp>
      <p:sp>
        <p:nvSpPr>
          <p:cNvPr id="154" name="Slide Number Placeholder 5"/>
          <p:cNvSpPr>
            <a:spLocks noGrp="1"/>
          </p:cNvSpPr>
          <p:nvPr>
            <p:ph type="sldNum" sz="quarter" idx="12"/>
          </p:nvPr>
        </p:nvSpPr>
        <p:spPr>
          <a:xfrm>
            <a:off x="8456154" y="6537091"/>
            <a:ext cx="687845" cy="382105"/>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200" dirty="0">
                <a:latin typeface="Tahoma" charset="0"/>
              </a:rPr>
              <a:t>5-</a:t>
            </a:r>
            <a:fld id="{8E8C6E93-DF5B-BC4B-80F9-500DED1EEDCC}" type="slidenum">
              <a:rPr lang="en-US" sz="1200">
                <a:latin typeface="Tahoma" charset="0"/>
              </a:rPr>
              <a:pPr/>
              <a:t>99</a:t>
            </a:fld>
            <a:endParaRPr lang="en-US" sz="1200" dirty="0">
              <a:latin typeface="Tahoma" charset="0"/>
            </a:endParaRPr>
          </a:p>
        </p:txBody>
      </p:sp>
      <p:sp>
        <p:nvSpPr>
          <p:cNvPr id="155" name="Footer Placeholder 2"/>
          <p:cNvSpPr>
            <a:spLocks noGrp="1"/>
          </p:cNvSpPr>
          <p:nvPr>
            <p:ph type="ftr" sz="quarter" idx="11"/>
          </p:nvPr>
        </p:nvSpPr>
        <p:spPr>
          <a:xfrm>
            <a:off x="6375496" y="6536277"/>
            <a:ext cx="2177473" cy="241541"/>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200" dirty="0">
                <a:solidFill>
                  <a:srgbClr val="000000"/>
                </a:solidFill>
                <a:latin typeface="Tahoma" charset="0"/>
                <a:cs typeface="Arial" charset="0"/>
              </a:rPr>
              <a:t>Network Layer: Control Plane</a:t>
            </a:r>
          </a:p>
        </p:txBody>
      </p:sp>
      <p:grpSp>
        <p:nvGrpSpPr>
          <p:cNvPr id="118" name="Group 1612"/>
          <p:cNvGrpSpPr>
            <a:grpSpLocks/>
          </p:cNvGrpSpPr>
          <p:nvPr/>
        </p:nvGrpSpPr>
        <p:grpSpPr bwMode="auto">
          <a:xfrm flipH="1">
            <a:off x="943464" y="2441244"/>
            <a:ext cx="855053" cy="655887"/>
            <a:chOff x="2839" y="3501"/>
            <a:chExt cx="755" cy="803"/>
          </a:xfrm>
        </p:grpSpPr>
        <p:pic>
          <p:nvPicPr>
            <p:cNvPr id="119" name="Picture 1613" descr="desktop_computer_stylized_medium"/>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20" name="Freeform 1614"/>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xmlns="" w="9525" cap="flat" cmpd="sng">
                  <a:solidFill>
                    <a:srgbClr val="000000"/>
                  </a:solidFill>
                  <a:prstDash val="solid"/>
                  <a:round/>
                  <a:headEnd/>
                  <a:tailEnd/>
                </a14:hiddenLine>
              </a:ext>
            </a:extLst>
          </p:spPr>
          <p:txBody>
            <a:bodyPr wrap="none"/>
            <a:lstStyle/>
            <a:p>
              <a:endParaRPr lang="en-US"/>
            </a:p>
          </p:txBody>
        </p:sp>
      </p:grpSp>
      <p:sp>
        <p:nvSpPr>
          <p:cNvPr id="120840" name="Freeform 3"/>
          <p:cNvSpPr>
            <a:spLocks/>
          </p:cNvSpPr>
          <p:nvPr/>
        </p:nvSpPr>
        <p:spPr bwMode="auto">
          <a:xfrm>
            <a:off x="2059747" y="1363093"/>
            <a:ext cx="5142041" cy="2404002"/>
          </a:xfrm>
          <a:custGeom>
            <a:avLst/>
            <a:gdLst>
              <a:gd name="T0" fmla="*/ 0 w 2250"/>
              <a:gd name="T1" fmla="*/ 624 h 1409"/>
              <a:gd name="T2" fmla="*/ 219 w 2250"/>
              <a:gd name="T3" fmla="*/ 321 h 1409"/>
              <a:gd name="T4" fmla="*/ 529 w 2250"/>
              <a:gd name="T5" fmla="*/ 35 h 1409"/>
              <a:gd name="T6" fmla="*/ 1551 w 2250"/>
              <a:gd name="T7" fmla="*/ 111 h 1409"/>
              <a:gd name="T8" fmla="*/ 1968 w 2250"/>
              <a:gd name="T9" fmla="*/ 483 h 1409"/>
              <a:gd name="T10" fmla="*/ 2199 w 2250"/>
              <a:gd name="T11" fmla="*/ 906 h 1409"/>
              <a:gd name="T12" fmla="*/ 1659 w 2250"/>
              <a:gd name="T13" fmla="*/ 1314 h 1409"/>
              <a:gd name="T14" fmla="*/ 993 w 2250"/>
              <a:gd name="T15" fmla="*/ 1386 h 1409"/>
              <a:gd name="T16" fmla="*/ 465 w 2250"/>
              <a:gd name="T17" fmla="*/ 1356 h 1409"/>
              <a:gd name="T18" fmla="*/ 102 w 2250"/>
              <a:gd name="T19" fmla="*/ 1068 h 1409"/>
              <a:gd name="T20" fmla="*/ 0 w 2250"/>
              <a:gd name="T21" fmla="*/ 624 h 140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50"/>
              <a:gd name="T34" fmla="*/ 0 h 1409"/>
              <a:gd name="T35" fmla="*/ 2250 w 2250"/>
              <a:gd name="T36" fmla="*/ 1409 h 140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50" h="1409">
                <a:moveTo>
                  <a:pt x="0" y="624"/>
                </a:moveTo>
                <a:cubicBezTo>
                  <a:pt x="5" y="506"/>
                  <a:pt x="131" y="419"/>
                  <a:pt x="219" y="321"/>
                </a:cubicBezTo>
                <a:cubicBezTo>
                  <a:pt x="307" y="223"/>
                  <a:pt x="307" y="70"/>
                  <a:pt x="529" y="35"/>
                </a:cubicBezTo>
                <a:cubicBezTo>
                  <a:pt x="751" y="0"/>
                  <a:pt x="1311" y="36"/>
                  <a:pt x="1551" y="111"/>
                </a:cubicBezTo>
                <a:cubicBezTo>
                  <a:pt x="1791" y="186"/>
                  <a:pt x="1860" y="351"/>
                  <a:pt x="1968" y="483"/>
                </a:cubicBezTo>
                <a:cubicBezTo>
                  <a:pt x="2076" y="615"/>
                  <a:pt x="2250" y="767"/>
                  <a:pt x="2199" y="906"/>
                </a:cubicBezTo>
                <a:cubicBezTo>
                  <a:pt x="2148" y="1045"/>
                  <a:pt x="1860" y="1234"/>
                  <a:pt x="1659" y="1314"/>
                </a:cubicBezTo>
                <a:cubicBezTo>
                  <a:pt x="1458" y="1394"/>
                  <a:pt x="1192" y="1379"/>
                  <a:pt x="993" y="1386"/>
                </a:cubicBezTo>
                <a:cubicBezTo>
                  <a:pt x="794" y="1393"/>
                  <a:pt x="613" y="1409"/>
                  <a:pt x="465" y="1356"/>
                </a:cubicBezTo>
                <a:cubicBezTo>
                  <a:pt x="317" y="1303"/>
                  <a:pt x="180" y="1190"/>
                  <a:pt x="102" y="1068"/>
                </a:cubicBezTo>
                <a:cubicBezTo>
                  <a:pt x="24" y="946"/>
                  <a:pt x="21" y="716"/>
                  <a:pt x="0" y="624"/>
                </a:cubicBezTo>
                <a:close/>
              </a:path>
            </a:pathLst>
          </a:custGeom>
          <a:solidFill>
            <a:srgbClr val="99CCFF"/>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sp>
        <p:nvSpPr>
          <p:cNvPr id="120841" name="Freeform 4"/>
          <p:cNvSpPr>
            <a:spLocks/>
          </p:cNvSpPr>
          <p:nvPr/>
        </p:nvSpPr>
        <p:spPr bwMode="auto">
          <a:xfrm>
            <a:off x="2834105" y="2267385"/>
            <a:ext cx="781590" cy="317349"/>
          </a:xfrm>
          <a:custGeom>
            <a:avLst/>
            <a:gdLst>
              <a:gd name="T0" fmla="*/ 0 w 342"/>
              <a:gd name="T1" fmla="*/ 186 h 186"/>
              <a:gd name="T2" fmla="*/ 342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sp>
        <p:nvSpPr>
          <p:cNvPr id="120872" name="Freeform 35"/>
          <p:cNvSpPr>
            <a:spLocks/>
          </p:cNvSpPr>
          <p:nvPr/>
        </p:nvSpPr>
        <p:spPr bwMode="auto">
          <a:xfrm>
            <a:off x="5254292" y="2313451"/>
            <a:ext cx="2285" cy="890624"/>
          </a:xfrm>
          <a:custGeom>
            <a:avLst/>
            <a:gdLst>
              <a:gd name="T0" fmla="*/ 0 w 1"/>
              <a:gd name="T1" fmla="*/ 0 h 522"/>
              <a:gd name="T2" fmla="*/ 0 w 1"/>
              <a:gd name="T3" fmla="*/ 522 h 522"/>
              <a:gd name="T4" fmla="*/ 0 60000 65536"/>
              <a:gd name="T5" fmla="*/ 0 60000 65536"/>
              <a:gd name="T6" fmla="*/ 0 w 1"/>
              <a:gd name="T7" fmla="*/ 0 h 522"/>
              <a:gd name="T8" fmla="*/ 1 w 1"/>
              <a:gd name="T9" fmla="*/ 522 h 522"/>
            </a:gdLst>
            <a:ahLst/>
            <a:cxnLst>
              <a:cxn ang="T4">
                <a:pos x="T0" y="T1"/>
              </a:cxn>
              <a:cxn ang="T5">
                <a:pos x="T2" y="T3"/>
              </a:cxn>
            </a:cxnLst>
            <a:rect l="T6" t="T7" r="T8" b="T9"/>
            <a:pathLst>
              <a:path w="1" h="522">
                <a:moveTo>
                  <a:pt x="0" y="0"/>
                </a:moveTo>
                <a:lnTo>
                  <a:pt x="0" y="522"/>
                </a:ln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sp>
        <p:nvSpPr>
          <p:cNvPr id="120873" name="Freeform 36"/>
          <p:cNvSpPr>
            <a:spLocks/>
          </p:cNvSpPr>
          <p:nvPr/>
        </p:nvSpPr>
        <p:spPr bwMode="auto">
          <a:xfrm>
            <a:off x="3670544" y="2323688"/>
            <a:ext cx="2285" cy="916217"/>
          </a:xfrm>
          <a:custGeom>
            <a:avLst/>
            <a:gdLst>
              <a:gd name="T0" fmla="*/ 0 w 1"/>
              <a:gd name="T1" fmla="*/ 0 h 537"/>
              <a:gd name="T2" fmla="*/ 0 w 1"/>
              <a:gd name="T3" fmla="*/ 537 h 537"/>
              <a:gd name="T4" fmla="*/ 0 60000 65536"/>
              <a:gd name="T5" fmla="*/ 0 60000 65536"/>
              <a:gd name="T6" fmla="*/ 0 w 1"/>
              <a:gd name="T7" fmla="*/ 0 h 537"/>
              <a:gd name="T8" fmla="*/ 1 w 1"/>
              <a:gd name="T9" fmla="*/ 537 h 537"/>
            </a:gdLst>
            <a:ahLst/>
            <a:cxnLst>
              <a:cxn ang="T4">
                <a:pos x="T0" y="T1"/>
              </a:cxn>
              <a:cxn ang="T5">
                <a:pos x="T2" y="T3"/>
              </a:cxn>
            </a:cxnLst>
            <a:rect l="T6" t="T7" r="T8" b="T9"/>
            <a:pathLst>
              <a:path w="1" h="537">
                <a:moveTo>
                  <a:pt x="0" y="0"/>
                </a:moveTo>
                <a:lnTo>
                  <a:pt x="0" y="537"/>
                </a:ln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sp>
        <p:nvSpPr>
          <p:cNvPr id="120874" name="Freeform 37"/>
          <p:cNvSpPr>
            <a:spLocks/>
          </p:cNvSpPr>
          <p:nvPr/>
        </p:nvSpPr>
        <p:spPr bwMode="auto">
          <a:xfrm>
            <a:off x="4017205" y="2298095"/>
            <a:ext cx="1182239" cy="1038973"/>
          </a:xfrm>
          <a:custGeom>
            <a:avLst/>
            <a:gdLst>
              <a:gd name="T0" fmla="*/ 0 w 378"/>
              <a:gd name="T1" fmla="*/ 142610238 h 174"/>
              <a:gd name="T2" fmla="*/ 8951 w 378"/>
              <a:gd name="T3" fmla="*/ 0 h 174"/>
              <a:gd name="T4" fmla="*/ 0 60000 65536"/>
              <a:gd name="T5" fmla="*/ 0 60000 65536"/>
              <a:gd name="T6" fmla="*/ 0 w 378"/>
              <a:gd name="T7" fmla="*/ 0 h 174"/>
              <a:gd name="T8" fmla="*/ 378 w 378"/>
              <a:gd name="T9" fmla="*/ 174 h 174"/>
            </a:gdLst>
            <a:ahLst/>
            <a:cxnLst>
              <a:cxn ang="T4">
                <a:pos x="T0" y="T1"/>
              </a:cxn>
              <a:cxn ang="T5">
                <a:pos x="T2" y="T3"/>
              </a:cxn>
            </a:cxnLst>
            <a:rect l="T6" t="T7" r="T8" b="T9"/>
            <a:pathLst>
              <a:path w="378" h="174">
                <a:moveTo>
                  <a:pt x="0" y="174"/>
                </a:moveTo>
                <a:lnTo>
                  <a:pt x="378" y="0"/>
                </a:ln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sp>
        <p:nvSpPr>
          <p:cNvPr id="120875" name="Freeform 38"/>
          <p:cNvSpPr>
            <a:spLocks/>
          </p:cNvSpPr>
          <p:nvPr/>
        </p:nvSpPr>
        <p:spPr bwMode="auto">
          <a:xfrm>
            <a:off x="5617663" y="2891845"/>
            <a:ext cx="836439" cy="460668"/>
          </a:xfrm>
          <a:custGeom>
            <a:avLst/>
            <a:gdLst>
              <a:gd name="T0" fmla="*/ 0 w 366"/>
              <a:gd name="T1" fmla="*/ 270 h 270"/>
              <a:gd name="T2" fmla="*/ 366 w 366"/>
              <a:gd name="T3" fmla="*/ 0 h 270"/>
              <a:gd name="T4" fmla="*/ 0 60000 65536"/>
              <a:gd name="T5" fmla="*/ 0 60000 65536"/>
              <a:gd name="T6" fmla="*/ 0 w 366"/>
              <a:gd name="T7" fmla="*/ 0 h 270"/>
              <a:gd name="T8" fmla="*/ 366 w 366"/>
              <a:gd name="T9" fmla="*/ 270 h 270"/>
            </a:gdLst>
            <a:ahLst/>
            <a:cxnLst>
              <a:cxn ang="T4">
                <a:pos x="T0" y="T1"/>
              </a:cxn>
              <a:cxn ang="T5">
                <a:pos x="T2" y="T3"/>
              </a:cxn>
            </a:cxnLst>
            <a:rect l="T6" t="T7" r="T8" b="T9"/>
            <a:pathLst>
              <a:path w="366" h="270">
                <a:moveTo>
                  <a:pt x="0" y="270"/>
                </a:moveTo>
                <a:lnTo>
                  <a:pt x="366" y="0"/>
                </a:ln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sp>
        <p:nvSpPr>
          <p:cNvPr id="120876" name="Freeform 39"/>
          <p:cNvSpPr>
            <a:spLocks/>
          </p:cNvSpPr>
          <p:nvPr/>
        </p:nvSpPr>
        <p:spPr bwMode="auto">
          <a:xfrm flipV="1">
            <a:off x="4022465" y="3327268"/>
            <a:ext cx="908330" cy="45719"/>
          </a:xfrm>
          <a:custGeom>
            <a:avLst/>
            <a:gdLst>
              <a:gd name="T0" fmla="*/ 366 w 366"/>
              <a:gd name="T1" fmla="*/ 0 h 1"/>
              <a:gd name="T2" fmla="*/ 0 w 366"/>
              <a:gd name="T3" fmla="*/ 0 h 1"/>
              <a:gd name="T4" fmla="*/ 0 60000 65536"/>
              <a:gd name="T5" fmla="*/ 0 60000 65536"/>
              <a:gd name="T6" fmla="*/ 0 w 366"/>
              <a:gd name="T7" fmla="*/ 0 h 1"/>
              <a:gd name="T8" fmla="*/ 366 w 366"/>
              <a:gd name="T9" fmla="*/ 1 h 1"/>
            </a:gdLst>
            <a:ahLst/>
            <a:cxnLst>
              <a:cxn ang="T4">
                <a:pos x="T0" y="T1"/>
              </a:cxn>
              <a:cxn ang="T5">
                <a:pos x="T2" y="T3"/>
              </a:cxn>
            </a:cxnLst>
            <a:rect l="T6" t="T7" r="T8" b="T9"/>
            <a:pathLst>
              <a:path w="366" h="1">
                <a:moveTo>
                  <a:pt x="366" y="0"/>
                </a:moveTo>
                <a:lnTo>
                  <a:pt x="0" y="0"/>
                </a:ln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sp>
        <p:nvSpPr>
          <p:cNvPr id="120877" name="Freeform 40"/>
          <p:cNvSpPr>
            <a:spLocks/>
          </p:cNvSpPr>
          <p:nvPr/>
        </p:nvSpPr>
        <p:spPr bwMode="auto">
          <a:xfrm>
            <a:off x="2710696" y="2820186"/>
            <a:ext cx="630757" cy="450430"/>
          </a:xfrm>
          <a:custGeom>
            <a:avLst/>
            <a:gdLst>
              <a:gd name="T0" fmla="*/ 276 w 276"/>
              <a:gd name="T1" fmla="*/ 264 h 264"/>
              <a:gd name="T2" fmla="*/ 0 w 276"/>
              <a:gd name="T3" fmla="*/ 0 h 264"/>
              <a:gd name="T4" fmla="*/ 0 60000 65536"/>
              <a:gd name="T5" fmla="*/ 0 60000 65536"/>
              <a:gd name="T6" fmla="*/ 0 w 276"/>
              <a:gd name="T7" fmla="*/ 0 h 264"/>
              <a:gd name="T8" fmla="*/ 276 w 276"/>
              <a:gd name="T9" fmla="*/ 264 h 264"/>
            </a:gdLst>
            <a:ahLst/>
            <a:cxnLst>
              <a:cxn ang="T4">
                <a:pos x="T0" y="T1"/>
              </a:cxn>
              <a:cxn ang="T5">
                <a:pos x="T2" y="T3"/>
              </a:cxn>
            </a:cxnLst>
            <a:rect l="T6" t="T7" r="T8" b="T9"/>
            <a:pathLst>
              <a:path w="276" h="264">
                <a:moveTo>
                  <a:pt x="276" y="264"/>
                </a:moveTo>
                <a:lnTo>
                  <a:pt x="0" y="0"/>
                </a:ln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sp>
        <p:nvSpPr>
          <p:cNvPr id="120878" name="Freeform 41"/>
          <p:cNvSpPr>
            <a:spLocks/>
          </p:cNvSpPr>
          <p:nvPr/>
        </p:nvSpPr>
        <p:spPr bwMode="auto">
          <a:xfrm>
            <a:off x="4047627" y="2195725"/>
            <a:ext cx="836439" cy="1706"/>
          </a:xfrm>
          <a:custGeom>
            <a:avLst/>
            <a:gdLst>
              <a:gd name="T0" fmla="*/ 366 w 366"/>
              <a:gd name="T1" fmla="*/ 0 h 1"/>
              <a:gd name="T2" fmla="*/ 0 w 366"/>
              <a:gd name="T3" fmla="*/ 0 h 1"/>
              <a:gd name="T4" fmla="*/ 0 60000 65536"/>
              <a:gd name="T5" fmla="*/ 0 60000 65536"/>
              <a:gd name="T6" fmla="*/ 0 w 366"/>
              <a:gd name="T7" fmla="*/ 0 h 1"/>
              <a:gd name="T8" fmla="*/ 366 w 366"/>
              <a:gd name="T9" fmla="*/ 1 h 1"/>
            </a:gdLst>
            <a:ahLst/>
            <a:cxnLst>
              <a:cxn ang="T4">
                <a:pos x="T0" y="T1"/>
              </a:cxn>
              <a:cxn ang="T5">
                <a:pos x="T2" y="T3"/>
              </a:cxn>
            </a:cxnLst>
            <a:rect l="T6" t="T7" r="T8" b="T9"/>
            <a:pathLst>
              <a:path w="366" h="1">
                <a:moveTo>
                  <a:pt x="366" y="0"/>
                </a:moveTo>
                <a:lnTo>
                  <a:pt x="0" y="0"/>
                </a:ln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sp>
        <p:nvSpPr>
          <p:cNvPr id="120879" name="Freeform 42"/>
          <p:cNvSpPr>
            <a:spLocks/>
          </p:cNvSpPr>
          <p:nvPr/>
        </p:nvSpPr>
        <p:spPr bwMode="auto">
          <a:xfrm>
            <a:off x="5572253" y="2248471"/>
            <a:ext cx="922986" cy="397685"/>
          </a:xfrm>
          <a:custGeom>
            <a:avLst/>
            <a:gdLst>
              <a:gd name="T0" fmla="*/ 396 w 396"/>
              <a:gd name="T1" fmla="*/ 267 h 267"/>
              <a:gd name="T2" fmla="*/ 0 w 396"/>
              <a:gd name="T3" fmla="*/ 0 h 267"/>
              <a:gd name="T4" fmla="*/ 0 60000 65536"/>
              <a:gd name="T5" fmla="*/ 0 60000 65536"/>
              <a:gd name="T6" fmla="*/ 0 w 396"/>
              <a:gd name="T7" fmla="*/ 0 h 267"/>
              <a:gd name="T8" fmla="*/ 396 w 396"/>
              <a:gd name="T9" fmla="*/ 267 h 267"/>
            </a:gdLst>
            <a:ahLst/>
            <a:cxnLst>
              <a:cxn ang="T4">
                <a:pos x="T0" y="T1"/>
              </a:cxn>
              <a:cxn ang="T5">
                <a:pos x="T2" y="T3"/>
              </a:cxn>
            </a:cxnLst>
            <a:rect l="T6" t="T7" r="T8" b="T9"/>
            <a:pathLst>
              <a:path w="396" h="267">
                <a:moveTo>
                  <a:pt x="396" y="267"/>
                </a:moveTo>
                <a:lnTo>
                  <a:pt x="0" y="0"/>
                </a:ln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sp>
        <p:nvSpPr>
          <p:cNvPr id="120880" name="Freeform 43"/>
          <p:cNvSpPr>
            <a:spLocks/>
          </p:cNvSpPr>
          <p:nvPr/>
        </p:nvSpPr>
        <p:spPr bwMode="auto">
          <a:xfrm>
            <a:off x="2580431" y="1458657"/>
            <a:ext cx="2536740" cy="1100484"/>
          </a:xfrm>
          <a:custGeom>
            <a:avLst/>
            <a:gdLst>
              <a:gd name="T0" fmla="*/ 1110 w 1110"/>
              <a:gd name="T1" fmla="*/ 342 h 645"/>
              <a:gd name="T2" fmla="*/ 0 w 1110"/>
              <a:gd name="T3" fmla="*/ 645 h 645"/>
              <a:gd name="T4" fmla="*/ 0 60000 65536"/>
              <a:gd name="T5" fmla="*/ 0 60000 65536"/>
              <a:gd name="T6" fmla="*/ 0 w 1110"/>
              <a:gd name="T7" fmla="*/ 0 h 645"/>
              <a:gd name="T8" fmla="*/ 1110 w 1110"/>
              <a:gd name="T9" fmla="*/ 645 h 645"/>
            </a:gdLst>
            <a:ahLst/>
            <a:cxnLst>
              <a:cxn ang="T4">
                <a:pos x="T0" y="T1"/>
              </a:cxn>
              <a:cxn ang="T5">
                <a:pos x="T2" y="T3"/>
              </a:cxn>
            </a:cxnLst>
            <a:rect l="T6" t="T7" r="T8" b="T9"/>
            <a:pathLst>
              <a:path w="1110" h="645">
                <a:moveTo>
                  <a:pt x="1110" y="342"/>
                </a:moveTo>
                <a:cubicBezTo>
                  <a:pt x="1104" y="0"/>
                  <a:pt x="21" y="63"/>
                  <a:pt x="0" y="645"/>
                </a:cubicBez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sp>
        <p:nvSpPr>
          <p:cNvPr id="120887" name="Text Box 62"/>
          <p:cNvSpPr txBox="1">
            <a:spLocks noChangeArrowheads="1"/>
          </p:cNvSpPr>
          <p:nvPr/>
        </p:nvSpPr>
        <p:spPr bwMode="auto">
          <a:xfrm>
            <a:off x="2822678" y="2178663"/>
            <a:ext cx="447929" cy="39412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t>2</a:t>
            </a:r>
            <a:endParaRPr lang="en-US"/>
          </a:p>
        </p:txBody>
      </p:sp>
      <p:sp>
        <p:nvSpPr>
          <p:cNvPr id="120888" name="Text Box 63"/>
          <p:cNvSpPr txBox="1">
            <a:spLocks noChangeArrowheads="1"/>
          </p:cNvSpPr>
          <p:nvPr/>
        </p:nvSpPr>
        <p:spPr bwMode="auto">
          <a:xfrm>
            <a:off x="3617981" y="2552316"/>
            <a:ext cx="447929" cy="39412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t>2</a:t>
            </a:r>
            <a:endParaRPr lang="en-US"/>
          </a:p>
        </p:txBody>
      </p:sp>
      <p:sp>
        <p:nvSpPr>
          <p:cNvPr id="120889" name="Text Box 64"/>
          <p:cNvSpPr txBox="1">
            <a:spLocks noChangeArrowheads="1"/>
          </p:cNvSpPr>
          <p:nvPr/>
        </p:nvSpPr>
        <p:spPr bwMode="auto">
          <a:xfrm>
            <a:off x="2623853" y="2915732"/>
            <a:ext cx="447929" cy="39412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t>1</a:t>
            </a:r>
            <a:endParaRPr lang="en-US"/>
          </a:p>
        </p:txBody>
      </p:sp>
      <p:sp>
        <p:nvSpPr>
          <p:cNvPr id="120890" name="Text Box 65"/>
          <p:cNvSpPr txBox="1">
            <a:spLocks noChangeArrowheads="1"/>
          </p:cNvSpPr>
          <p:nvPr/>
        </p:nvSpPr>
        <p:spPr bwMode="auto">
          <a:xfrm>
            <a:off x="4495556" y="2710990"/>
            <a:ext cx="447929" cy="39412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t>3</a:t>
            </a:r>
            <a:endParaRPr lang="en-US"/>
          </a:p>
        </p:txBody>
      </p:sp>
      <p:sp>
        <p:nvSpPr>
          <p:cNvPr id="120891" name="Text Box 66"/>
          <p:cNvSpPr txBox="1">
            <a:spLocks noChangeArrowheads="1"/>
          </p:cNvSpPr>
          <p:nvPr/>
        </p:nvSpPr>
        <p:spPr bwMode="auto">
          <a:xfrm>
            <a:off x="4351579" y="3314977"/>
            <a:ext cx="447929" cy="39412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t>1</a:t>
            </a:r>
            <a:endParaRPr lang="en-US"/>
          </a:p>
        </p:txBody>
      </p:sp>
      <p:sp>
        <p:nvSpPr>
          <p:cNvPr id="120892" name="Text Box 67"/>
          <p:cNvSpPr txBox="1">
            <a:spLocks noChangeArrowheads="1"/>
          </p:cNvSpPr>
          <p:nvPr/>
        </p:nvSpPr>
        <p:spPr bwMode="auto">
          <a:xfrm>
            <a:off x="5174305" y="2583027"/>
            <a:ext cx="447929" cy="39412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t>1</a:t>
            </a:r>
            <a:endParaRPr lang="en-US"/>
          </a:p>
        </p:txBody>
      </p:sp>
      <p:sp>
        <p:nvSpPr>
          <p:cNvPr id="120893" name="Text Box 68"/>
          <p:cNvSpPr txBox="1">
            <a:spLocks noChangeArrowheads="1"/>
          </p:cNvSpPr>
          <p:nvPr/>
        </p:nvSpPr>
        <p:spPr bwMode="auto">
          <a:xfrm>
            <a:off x="5997032" y="3033458"/>
            <a:ext cx="447929" cy="39412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t>2</a:t>
            </a:r>
            <a:endParaRPr lang="en-US"/>
          </a:p>
        </p:txBody>
      </p:sp>
      <p:sp>
        <p:nvSpPr>
          <p:cNvPr id="120894" name="Text Box 69"/>
          <p:cNvSpPr txBox="1">
            <a:spLocks noChangeArrowheads="1"/>
          </p:cNvSpPr>
          <p:nvPr/>
        </p:nvSpPr>
        <p:spPr bwMode="auto">
          <a:xfrm>
            <a:off x="5935327" y="2117241"/>
            <a:ext cx="447929" cy="39412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t>5</a:t>
            </a:r>
            <a:endParaRPr lang="en-US"/>
          </a:p>
        </p:txBody>
      </p:sp>
      <p:sp>
        <p:nvSpPr>
          <p:cNvPr id="120895" name="Text Box 70"/>
          <p:cNvSpPr txBox="1">
            <a:spLocks noChangeArrowheads="1"/>
          </p:cNvSpPr>
          <p:nvPr/>
        </p:nvSpPr>
        <p:spPr bwMode="auto">
          <a:xfrm>
            <a:off x="4255594" y="1861315"/>
            <a:ext cx="447929" cy="39412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t>3</a:t>
            </a:r>
            <a:endParaRPr lang="en-US"/>
          </a:p>
        </p:txBody>
      </p:sp>
      <p:sp>
        <p:nvSpPr>
          <p:cNvPr id="120896" name="Text Box 71"/>
          <p:cNvSpPr txBox="1">
            <a:spLocks noChangeArrowheads="1"/>
          </p:cNvSpPr>
          <p:nvPr/>
        </p:nvSpPr>
        <p:spPr bwMode="auto">
          <a:xfrm>
            <a:off x="3453435" y="1405766"/>
            <a:ext cx="447929" cy="39412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t>5</a:t>
            </a:r>
            <a:endParaRPr lang="en-US"/>
          </a:p>
        </p:txBody>
      </p:sp>
      <p:grpSp>
        <p:nvGrpSpPr>
          <p:cNvPr id="121" name="Group 1507"/>
          <p:cNvGrpSpPr>
            <a:grpSpLocks/>
          </p:cNvGrpSpPr>
          <p:nvPr/>
        </p:nvGrpSpPr>
        <p:grpSpPr bwMode="auto">
          <a:xfrm>
            <a:off x="7391175" y="2426604"/>
            <a:ext cx="427480" cy="711995"/>
            <a:chOff x="4140" y="429"/>
            <a:chExt cx="1425" cy="2396"/>
          </a:xfrm>
        </p:grpSpPr>
        <p:sp>
          <p:nvSpPr>
            <p:cNvPr id="122" name="Freeform 1508"/>
            <p:cNvSpPr>
              <a:spLocks/>
            </p:cNvSpPr>
            <p:nvPr/>
          </p:nvSpPr>
          <p:spPr bwMode="auto">
            <a:xfrm>
              <a:off x="5268" y="433"/>
              <a:ext cx="283" cy="2286"/>
            </a:xfrm>
            <a:custGeom>
              <a:avLst/>
              <a:gdLst>
                <a:gd name="T0" fmla="*/ 6 w 354"/>
                <a:gd name="T1" fmla="*/ 0 h 2742"/>
                <a:gd name="T2" fmla="*/ 30 w 354"/>
                <a:gd name="T3" fmla="*/ 46 h 2742"/>
                <a:gd name="T4" fmla="*/ 30 w 354"/>
                <a:gd name="T5" fmla="*/ 354 h 2742"/>
                <a:gd name="T6" fmla="*/ 0 w 354"/>
                <a:gd name="T7" fmla="*/ 371 h 2742"/>
                <a:gd name="T8" fmla="*/ 6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123" name="Rectangle 1509"/>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p>
          </p:txBody>
        </p:sp>
        <p:sp>
          <p:nvSpPr>
            <p:cNvPr id="124" name="Freeform 1510"/>
            <p:cNvSpPr>
              <a:spLocks/>
            </p:cNvSpPr>
            <p:nvPr/>
          </p:nvSpPr>
          <p:spPr bwMode="auto">
            <a:xfrm>
              <a:off x="5321" y="570"/>
              <a:ext cx="169" cy="2115"/>
            </a:xfrm>
            <a:custGeom>
              <a:avLst/>
              <a:gdLst>
                <a:gd name="T0" fmla="*/ 2 w 211"/>
                <a:gd name="T1" fmla="*/ 0 h 2537"/>
                <a:gd name="T2" fmla="*/ 18 w 211"/>
                <a:gd name="T3" fmla="*/ 30 h 2537"/>
                <a:gd name="T4" fmla="*/ 2 w 211"/>
                <a:gd name="T5" fmla="*/ 338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125" name="Freeform 1511"/>
            <p:cNvSpPr>
              <a:spLocks/>
            </p:cNvSpPr>
            <p:nvPr/>
          </p:nvSpPr>
          <p:spPr bwMode="auto">
            <a:xfrm>
              <a:off x="5284" y="1640"/>
              <a:ext cx="263" cy="189"/>
            </a:xfrm>
            <a:custGeom>
              <a:avLst/>
              <a:gdLst>
                <a:gd name="T0" fmla="*/ 2 w 328"/>
                <a:gd name="T1" fmla="*/ 0 h 226"/>
                <a:gd name="T2" fmla="*/ 29 w 328"/>
                <a:gd name="T3" fmla="*/ 18 h 226"/>
                <a:gd name="T4" fmla="*/ 29 w 328"/>
                <a:gd name="T5" fmla="*/ 32 h 226"/>
                <a:gd name="T6" fmla="*/ 0 w 328"/>
                <a:gd name="T7" fmla="*/ 13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126" name="Rectangle 1512"/>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p>
              <a:endParaRPr lang="en-US"/>
            </a:p>
          </p:txBody>
        </p:sp>
        <p:grpSp>
          <p:nvGrpSpPr>
            <p:cNvPr id="127" name="Group 1513"/>
            <p:cNvGrpSpPr>
              <a:grpSpLocks/>
            </p:cNvGrpSpPr>
            <p:nvPr/>
          </p:nvGrpSpPr>
          <p:grpSpPr bwMode="auto">
            <a:xfrm>
              <a:off x="4749" y="668"/>
              <a:ext cx="581" cy="145"/>
              <a:chOff x="614" y="2568"/>
              <a:chExt cx="725" cy="139"/>
            </a:xfrm>
          </p:grpSpPr>
          <p:sp>
            <p:nvSpPr>
              <p:cNvPr id="152" name="AutoShape 1514"/>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sp>
            <p:nvSpPr>
              <p:cNvPr id="153" name="AutoShape 1515"/>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grpSp>
        <p:sp>
          <p:nvSpPr>
            <p:cNvPr id="128" name="Rectangle 1516"/>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p>
              <a:endParaRPr lang="en-US"/>
            </a:p>
          </p:txBody>
        </p:sp>
        <p:grpSp>
          <p:nvGrpSpPr>
            <p:cNvPr id="129" name="Group 1517"/>
            <p:cNvGrpSpPr>
              <a:grpSpLocks/>
            </p:cNvGrpSpPr>
            <p:nvPr/>
          </p:nvGrpSpPr>
          <p:grpSpPr bwMode="auto">
            <a:xfrm>
              <a:off x="4747" y="994"/>
              <a:ext cx="581" cy="134"/>
              <a:chOff x="614" y="2568"/>
              <a:chExt cx="725" cy="139"/>
            </a:xfrm>
          </p:grpSpPr>
          <p:sp>
            <p:nvSpPr>
              <p:cNvPr id="150" name="AutoShape 1518"/>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sp>
            <p:nvSpPr>
              <p:cNvPr id="151" name="AutoShape 1519"/>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grpSp>
        <p:sp>
          <p:nvSpPr>
            <p:cNvPr id="130" name="Rectangle 1520"/>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p>
              <a:endParaRPr lang="en-US"/>
            </a:p>
          </p:txBody>
        </p:sp>
        <p:sp>
          <p:nvSpPr>
            <p:cNvPr id="131" name="Rectangle 1521"/>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p>
              <a:endParaRPr lang="en-US"/>
            </a:p>
          </p:txBody>
        </p:sp>
        <p:grpSp>
          <p:nvGrpSpPr>
            <p:cNvPr id="132" name="Group 1522"/>
            <p:cNvGrpSpPr>
              <a:grpSpLocks/>
            </p:cNvGrpSpPr>
            <p:nvPr/>
          </p:nvGrpSpPr>
          <p:grpSpPr bwMode="auto">
            <a:xfrm>
              <a:off x="4735" y="1627"/>
              <a:ext cx="582" cy="151"/>
              <a:chOff x="614" y="2568"/>
              <a:chExt cx="725" cy="139"/>
            </a:xfrm>
          </p:grpSpPr>
          <p:sp>
            <p:nvSpPr>
              <p:cNvPr id="148" name="AutoShape 1523"/>
              <p:cNvSpPr>
                <a:spLocks noChangeArrowheads="1"/>
              </p:cNvSpPr>
              <p:nvPr/>
            </p:nvSpPr>
            <p:spPr bwMode="auto">
              <a:xfrm>
                <a:off x="618" y="2579"/>
                <a:ext cx="720" cy="131"/>
              </a:xfrm>
              <a:prstGeom prst="roundRect">
                <a:avLst>
                  <a:gd name="adj" fmla="val 50000"/>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sp>
            <p:nvSpPr>
              <p:cNvPr id="149" name="AutoShape 1524"/>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grpSp>
        <p:sp>
          <p:nvSpPr>
            <p:cNvPr id="133" name="Freeform 1525"/>
            <p:cNvSpPr>
              <a:spLocks/>
            </p:cNvSpPr>
            <p:nvPr/>
          </p:nvSpPr>
          <p:spPr bwMode="auto">
            <a:xfrm>
              <a:off x="5288" y="1354"/>
              <a:ext cx="263" cy="188"/>
            </a:xfrm>
            <a:custGeom>
              <a:avLst/>
              <a:gdLst>
                <a:gd name="T0" fmla="*/ 2 w 328"/>
                <a:gd name="T1" fmla="*/ 0 h 226"/>
                <a:gd name="T2" fmla="*/ 29 w 328"/>
                <a:gd name="T3" fmla="*/ 17 h 226"/>
                <a:gd name="T4" fmla="*/ 29 w 328"/>
                <a:gd name="T5" fmla="*/ 30 h 226"/>
                <a:gd name="T6" fmla="*/ 0 w 328"/>
                <a:gd name="T7" fmla="*/ 12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grpSp>
          <p:nvGrpSpPr>
            <p:cNvPr id="134" name="Group 1526"/>
            <p:cNvGrpSpPr>
              <a:grpSpLocks/>
            </p:cNvGrpSpPr>
            <p:nvPr/>
          </p:nvGrpSpPr>
          <p:grpSpPr bwMode="auto">
            <a:xfrm>
              <a:off x="4739" y="1327"/>
              <a:ext cx="582" cy="139"/>
              <a:chOff x="614" y="2568"/>
              <a:chExt cx="725" cy="139"/>
            </a:xfrm>
          </p:grpSpPr>
          <p:sp>
            <p:nvSpPr>
              <p:cNvPr id="146" name="AutoShape 1527"/>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sp>
            <p:nvSpPr>
              <p:cNvPr id="147" name="AutoShape 1528"/>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grpSp>
        <p:sp>
          <p:nvSpPr>
            <p:cNvPr id="135" name="Rectangle 1529"/>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p>
              <a:endParaRPr lang="en-US"/>
            </a:p>
          </p:txBody>
        </p:sp>
        <p:sp>
          <p:nvSpPr>
            <p:cNvPr id="136" name="Freeform 1530"/>
            <p:cNvSpPr>
              <a:spLocks/>
            </p:cNvSpPr>
            <p:nvPr/>
          </p:nvSpPr>
          <p:spPr bwMode="auto">
            <a:xfrm>
              <a:off x="5312" y="1007"/>
              <a:ext cx="237" cy="213"/>
            </a:xfrm>
            <a:custGeom>
              <a:avLst/>
              <a:gdLst>
                <a:gd name="T0" fmla="*/ 2 w 296"/>
                <a:gd name="T1" fmla="*/ 0 h 256"/>
                <a:gd name="T2" fmla="*/ 26 w 296"/>
                <a:gd name="T3" fmla="*/ 18 h 256"/>
                <a:gd name="T4" fmla="*/ 26 w 296"/>
                <a:gd name="T5" fmla="*/ 34 h 256"/>
                <a:gd name="T6" fmla="*/ 0 w 296"/>
                <a:gd name="T7" fmla="*/ 12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137" name="Freeform 1531"/>
            <p:cNvSpPr>
              <a:spLocks/>
            </p:cNvSpPr>
            <p:nvPr/>
          </p:nvSpPr>
          <p:spPr bwMode="auto">
            <a:xfrm>
              <a:off x="5315" y="680"/>
              <a:ext cx="244" cy="240"/>
            </a:xfrm>
            <a:custGeom>
              <a:avLst/>
              <a:gdLst>
                <a:gd name="T0" fmla="*/ 0 w 304"/>
                <a:gd name="T1" fmla="*/ 0 h 288"/>
                <a:gd name="T2" fmla="*/ 27 w 304"/>
                <a:gd name="T3" fmla="*/ 23 h 288"/>
                <a:gd name="T4" fmla="*/ 25 w 304"/>
                <a:gd name="T5" fmla="*/ 40 h 288"/>
                <a:gd name="T6" fmla="*/ 2 w 304"/>
                <a:gd name="T7" fmla="*/ 17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138" name="Oval 1532"/>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sp>
          <p:nvSpPr>
            <p:cNvPr id="139" name="Freeform 1533"/>
            <p:cNvSpPr>
              <a:spLocks/>
            </p:cNvSpPr>
            <p:nvPr/>
          </p:nvSpPr>
          <p:spPr bwMode="auto">
            <a:xfrm>
              <a:off x="5302" y="2614"/>
              <a:ext cx="245" cy="200"/>
            </a:xfrm>
            <a:custGeom>
              <a:avLst/>
              <a:gdLst>
                <a:gd name="T0" fmla="*/ 0 w 306"/>
                <a:gd name="T1" fmla="*/ 15 h 240"/>
                <a:gd name="T2" fmla="*/ 2 w 306"/>
                <a:gd name="T3" fmla="*/ 33 h 240"/>
                <a:gd name="T4" fmla="*/ 27 w 306"/>
                <a:gd name="T5" fmla="*/ 15 h 240"/>
                <a:gd name="T6" fmla="*/ 26 w 306"/>
                <a:gd name="T7" fmla="*/ 0 h 240"/>
                <a:gd name="T8" fmla="*/ 0 w 306"/>
                <a:gd name="T9" fmla="*/ 15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140" name="AutoShape 1534"/>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p>
              <a:endParaRPr lang="en-US"/>
            </a:p>
          </p:txBody>
        </p:sp>
        <p:sp>
          <p:nvSpPr>
            <p:cNvPr id="141" name="AutoShape 1535"/>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p>
              <a:endParaRPr lang="en-US"/>
            </a:p>
          </p:txBody>
        </p:sp>
        <p:sp>
          <p:nvSpPr>
            <p:cNvPr id="142" name="Oval 1536"/>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sp>
          <p:nvSpPr>
            <p:cNvPr id="143" name="Oval 1537"/>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algn="ctr" eaLnBrk="1" hangingPunct="1"/>
              <a:endParaRPr lang="en-US">
                <a:solidFill>
                  <a:srgbClr val="FF0000"/>
                </a:solidFill>
                <a:cs typeface="Arial" charset="0"/>
              </a:endParaRPr>
            </a:p>
          </p:txBody>
        </p:sp>
        <p:sp>
          <p:nvSpPr>
            <p:cNvPr id="144" name="Oval 1538"/>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sp>
          <p:nvSpPr>
            <p:cNvPr id="145" name="Rectangle 1539"/>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p>
              <a:endParaRPr lang="en-US"/>
            </a:p>
          </p:txBody>
        </p:sp>
      </p:grpSp>
      <p:cxnSp>
        <p:nvCxnSpPr>
          <p:cNvPr id="10" name="Straight Connector 9"/>
          <p:cNvCxnSpPr/>
          <p:nvPr/>
        </p:nvCxnSpPr>
        <p:spPr bwMode="auto">
          <a:xfrm>
            <a:off x="1682405" y="2744686"/>
            <a:ext cx="526774" cy="0"/>
          </a:xfrm>
          <a:prstGeom prst="lin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163" name="Straight Connector 162"/>
          <p:cNvCxnSpPr/>
          <p:nvPr/>
        </p:nvCxnSpPr>
        <p:spPr bwMode="auto">
          <a:xfrm>
            <a:off x="6895267" y="2779855"/>
            <a:ext cx="526774" cy="0"/>
          </a:xfrm>
          <a:prstGeom prst="lin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grpSp>
        <p:nvGrpSpPr>
          <p:cNvPr id="156" name="Group 155"/>
          <p:cNvGrpSpPr/>
          <p:nvPr/>
        </p:nvGrpSpPr>
        <p:grpSpPr>
          <a:xfrm>
            <a:off x="3414626" y="1982945"/>
            <a:ext cx="687402" cy="571677"/>
            <a:chOff x="1736090" y="2893762"/>
            <a:chExt cx="565150" cy="413310"/>
          </a:xfrm>
        </p:grpSpPr>
        <p:grpSp>
          <p:nvGrpSpPr>
            <p:cNvPr id="157" name="Group 327"/>
            <p:cNvGrpSpPr>
              <a:grpSpLocks/>
            </p:cNvGrpSpPr>
            <p:nvPr/>
          </p:nvGrpSpPr>
          <p:grpSpPr bwMode="auto">
            <a:xfrm>
              <a:off x="1736090" y="2893762"/>
              <a:ext cx="565150" cy="292100"/>
              <a:chOff x="1871277" y="1576300"/>
              <a:chExt cx="1128371" cy="437861"/>
            </a:xfrm>
          </p:grpSpPr>
          <p:sp>
            <p:nvSpPr>
              <p:cNvPr id="161" name="Oval 160"/>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62" name="Rectangle 161"/>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64" name="Oval 163"/>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65" name="Freeform 164"/>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66" name="Freeform 165"/>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67" name="Freeform 166"/>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68" name="Freeform 167"/>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69" name="Straight Connector 168"/>
              <p:cNvCxnSpPr>
                <a:endCxn id="164"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70" name="Straight Connector 169"/>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58" name="Group 157"/>
            <p:cNvGrpSpPr/>
            <p:nvPr/>
          </p:nvGrpSpPr>
          <p:grpSpPr>
            <a:xfrm>
              <a:off x="1844715" y="2907714"/>
              <a:ext cx="356365" cy="399358"/>
              <a:chOff x="741398" y="1743005"/>
              <a:chExt cx="356365" cy="399358"/>
            </a:xfrm>
          </p:grpSpPr>
          <p:sp>
            <p:nvSpPr>
              <p:cNvPr id="159" name="Oval 158"/>
              <p:cNvSpPr/>
              <p:nvPr/>
            </p:nvSpPr>
            <p:spPr bwMode="auto">
              <a:xfrm>
                <a:off x="741398" y="1850752"/>
                <a:ext cx="356365" cy="168450"/>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60" name="TextBox 159"/>
              <p:cNvSpPr txBox="1"/>
              <p:nvPr/>
            </p:nvSpPr>
            <p:spPr>
              <a:xfrm>
                <a:off x="783895" y="1743005"/>
                <a:ext cx="288887" cy="399358"/>
              </a:xfrm>
              <a:prstGeom prst="rect">
                <a:avLst/>
              </a:prstGeom>
              <a:noFill/>
            </p:spPr>
            <p:txBody>
              <a:bodyPr wrap="none" rtlCol="0">
                <a:spAutoFit/>
              </a:bodyPr>
              <a:lstStyle/>
              <a:p>
                <a:r>
                  <a:rPr lang="en-US" sz="2400" dirty="0"/>
                  <a:t>v</a:t>
                </a:r>
              </a:p>
            </p:txBody>
          </p:sp>
        </p:grpSp>
      </p:grpSp>
      <p:grpSp>
        <p:nvGrpSpPr>
          <p:cNvPr id="173" name="Group 172"/>
          <p:cNvGrpSpPr/>
          <p:nvPr/>
        </p:nvGrpSpPr>
        <p:grpSpPr>
          <a:xfrm>
            <a:off x="4888811" y="1979830"/>
            <a:ext cx="687402" cy="480963"/>
            <a:chOff x="1736090" y="2893762"/>
            <a:chExt cx="565150" cy="347726"/>
          </a:xfrm>
        </p:grpSpPr>
        <p:grpSp>
          <p:nvGrpSpPr>
            <p:cNvPr id="174" name="Group 327"/>
            <p:cNvGrpSpPr>
              <a:grpSpLocks/>
            </p:cNvGrpSpPr>
            <p:nvPr/>
          </p:nvGrpSpPr>
          <p:grpSpPr bwMode="auto">
            <a:xfrm>
              <a:off x="1736090" y="2893762"/>
              <a:ext cx="565150" cy="292100"/>
              <a:chOff x="1871277" y="1576300"/>
              <a:chExt cx="1128371" cy="437861"/>
            </a:xfrm>
          </p:grpSpPr>
          <p:sp>
            <p:nvSpPr>
              <p:cNvPr id="178" name="Oval 177"/>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79" name="Rectangle 178"/>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80" name="Oval 179"/>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81" name="Freeform 180"/>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82" name="Freeform 181"/>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83" name="Freeform 182"/>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84" name="Freeform 183"/>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85" name="Straight Connector 184"/>
              <p:cNvCxnSpPr>
                <a:endCxn id="180"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86" name="Straight Connector 185"/>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75" name="Group 174"/>
            <p:cNvGrpSpPr/>
            <p:nvPr/>
          </p:nvGrpSpPr>
          <p:grpSpPr>
            <a:xfrm>
              <a:off x="1844715" y="2907714"/>
              <a:ext cx="378664" cy="333774"/>
              <a:chOff x="741398" y="1743005"/>
              <a:chExt cx="378664" cy="333774"/>
            </a:xfrm>
          </p:grpSpPr>
          <p:sp>
            <p:nvSpPr>
              <p:cNvPr id="176" name="Oval 175"/>
              <p:cNvSpPr/>
              <p:nvPr/>
            </p:nvSpPr>
            <p:spPr bwMode="auto">
              <a:xfrm>
                <a:off x="741398" y="1850752"/>
                <a:ext cx="356365" cy="168450"/>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77" name="TextBox 176"/>
              <p:cNvSpPr txBox="1"/>
              <p:nvPr/>
            </p:nvSpPr>
            <p:spPr>
              <a:xfrm>
                <a:off x="767915" y="1743005"/>
                <a:ext cx="352147" cy="333774"/>
              </a:xfrm>
              <a:prstGeom prst="rect">
                <a:avLst/>
              </a:prstGeom>
              <a:noFill/>
            </p:spPr>
            <p:txBody>
              <a:bodyPr wrap="none" rtlCol="0">
                <a:spAutoFit/>
              </a:bodyPr>
              <a:lstStyle/>
              <a:p>
                <a:r>
                  <a:rPr lang="en-US" sz="2400" dirty="0"/>
                  <a:t>w</a:t>
                </a:r>
              </a:p>
            </p:txBody>
          </p:sp>
        </p:grpSp>
      </p:grpSp>
      <p:grpSp>
        <p:nvGrpSpPr>
          <p:cNvPr id="187" name="Group 186"/>
          <p:cNvGrpSpPr/>
          <p:nvPr/>
        </p:nvGrpSpPr>
        <p:grpSpPr>
          <a:xfrm>
            <a:off x="2206359" y="2517647"/>
            <a:ext cx="687402" cy="480963"/>
            <a:chOff x="1736090" y="2893762"/>
            <a:chExt cx="565150" cy="347726"/>
          </a:xfrm>
        </p:grpSpPr>
        <p:grpSp>
          <p:nvGrpSpPr>
            <p:cNvPr id="188" name="Group 327"/>
            <p:cNvGrpSpPr>
              <a:grpSpLocks/>
            </p:cNvGrpSpPr>
            <p:nvPr/>
          </p:nvGrpSpPr>
          <p:grpSpPr bwMode="auto">
            <a:xfrm>
              <a:off x="1736090" y="2893762"/>
              <a:ext cx="565150" cy="292100"/>
              <a:chOff x="1871277" y="1576300"/>
              <a:chExt cx="1128371" cy="437861"/>
            </a:xfrm>
          </p:grpSpPr>
          <p:sp>
            <p:nvSpPr>
              <p:cNvPr id="192" name="Oval 191"/>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93" name="Rectangle 192"/>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94" name="Oval 193"/>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95" name="Freeform 194"/>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96" name="Freeform 195"/>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97" name="Freeform 196"/>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98" name="Freeform 197"/>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99" name="Straight Connector 198"/>
              <p:cNvCxnSpPr>
                <a:endCxn id="194"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00" name="Straight Connector 199"/>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89" name="Group 188"/>
            <p:cNvGrpSpPr/>
            <p:nvPr/>
          </p:nvGrpSpPr>
          <p:grpSpPr>
            <a:xfrm>
              <a:off x="1844715" y="2907714"/>
              <a:ext cx="356365" cy="333774"/>
              <a:chOff x="741398" y="1743005"/>
              <a:chExt cx="356365" cy="333774"/>
            </a:xfrm>
          </p:grpSpPr>
          <p:sp>
            <p:nvSpPr>
              <p:cNvPr id="190" name="Oval 189"/>
              <p:cNvSpPr/>
              <p:nvPr/>
            </p:nvSpPr>
            <p:spPr bwMode="auto">
              <a:xfrm>
                <a:off x="741398" y="1850752"/>
                <a:ext cx="356365" cy="168450"/>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91" name="TextBox 190"/>
              <p:cNvSpPr txBox="1"/>
              <p:nvPr/>
            </p:nvSpPr>
            <p:spPr>
              <a:xfrm>
                <a:off x="783895" y="1743005"/>
                <a:ext cx="292553" cy="333774"/>
              </a:xfrm>
              <a:prstGeom prst="rect">
                <a:avLst/>
              </a:prstGeom>
              <a:noFill/>
            </p:spPr>
            <p:txBody>
              <a:bodyPr wrap="none" rtlCol="0">
                <a:spAutoFit/>
              </a:bodyPr>
              <a:lstStyle/>
              <a:p>
                <a:r>
                  <a:rPr lang="en-US" sz="2400" dirty="0"/>
                  <a:t>u</a:t>
                </a:r>
              </a:p>
            </p:txBody>
          </p:sp>
        </p:grpSp>
      </p:grpSp>
      <p:grpSp>
        <p:nvGrpSpPr>
          <p:cNvPr id="201" name="Group 200"/>
          <p:cNvGrpSpPr/>
          <p:nvPr/>
        </p:nvGrpSpPr>
        <p:grpSpPr>
          <a:xfrm>
            <a:off x="6285253" y="2579331"/>
            <a:ext cx="687402" cy="480963"/>
            <a:chOff x="1736090" y="2893762"/>
            <a:chExt cx="565150" cy="347726"/>
          </a:xfrm>
        </p:grpSpPr>
        <p:grpSp>
          <p:nvGrpSpPr>
            <p:cNvPr id="202" name="Group 327"/>
            <p:cNvGrpSpPr>
              <a:grpSpLocks/>
            </p:cNvGrpSpPr>
            <p:nvPr/>
          </p:nvGrpSpPr>
          <p:grpSpPr bwMode="auto">
            <a:xfrm>
              <a:off x="1736090" y="2893762"/>
              <a:ext cx="565150" cy="292100"/>
              <a:chOff x="1871277" y="1576300"/>
              <a:chExt cx="1128371" cy="437861"/>
            </a:xfrm>
          </p:grpSpPr>
          <p:sp>
            <p:nvSpPr>
              <p:cNvPr id="206" name="Oval 205"/>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07" name="Rectangle 206"/>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08" name="Oval 207"/>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09" name="Freeform 208"/>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10" name="Freeform 209"/>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11" name="Freeform 210"/>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12" name="Freeform 211"/>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13" name="Straight Connector 212"/>
              <p:cNvCxnSpPr>
                <a:endCxn id="208"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14" name="Straight Connector 213"/>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03" name="Group 202"/>
            <p:cNvGrpSpPr/>
            <p:nvPr/>
          </p:nvGrpSpPr>
          <p:grpSpPr>
            <a:xfrm>
              <a:off x="1844715" y="2907714"/>
              <a:ext cx="356365" cy="333774"/>
              <a:chOff x="741398" y="1743005"/>
              <a:chExt cx="356365" cy="333774"/>
            </a:xfrm>
          </p:grpSpPr>
          <p:sp>
            <p:nvSpPr>
              <p:cNvPr id="204" name="Oval 203"/>
              <p:cNvSpPr/>
              <p:nvPr/>
            </p:nvSpPr>
            <p:spPr bwMode="auto">
              <a:xfrm>
                <a:off x="741398" y="1850752"/>
                <a:ext cx="356365" cy="168450"/>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05" name="TextBox 204"/>
              <p:cNvSpPr txBox="1"/>
              <p:nvPr/>
            </p:nvSpPr>
            <p:spPr>
              <a:xfrm>
                <a:off x="783895" y="1743005"/>
                <a:ext cx="278343" cy="333774"/>
              </a:xfrm>
              <a:prstGeom prst="rect">
                <a:avLst/>
              </a:prstGeom>
              <a:noFill/>
            </p:spPr>
            <p:txBody>
              <a:bodyPr wrap="none" rtlCol="0">
                <a:spAutoFit/>
              </a:bodyPr>
              <a:lstStyle/>
              <a:p>
                <a:r>
                  <a:rPr lang="en-US" sz="2400" dirty="0"/>
                  <a:t>z</a:t>
                </a:r>
              </a:p>
            </p:txBody>
          </p:sp>
        </p:grpSp>
      </p:grpSp>
      <p:grpSp>
        <p:nvGrpSpPr>
          <p:cNvPr id="215" name="Group 214"/>
          <p:cNvGrpSpPr/>
          <p:nvPr/>
        </p:nvGrpSpPr>
        <p:grpSpPr>
          <a:xfrm>
            <a:off x="4927962" y="3152913"/>
            <a:ext cx="687402" cy="480963"/>
            <a:chOff x="1736090" y="2893762"/>
            <a:chExt cx="565150" cy="347726"/>
          </a:xfrm>
        </p:grpSpPr>
        <p:grpSp>
          <p:nvGrpSpPr>
            <p:cNvPr id="216" name="Group 327"/>
            <p:cNvGrpSpPr>
              <a:grpSpLocks/>
            </p:cNvGrpSpPr>
            <p:nvPr/>
          </p:nvGrpSpPr>
          <p:grpSpPr bwMode="auto">
            <a:xfrm>
              <a:off x="1736090" y="2893762"/>
              <a:ext cx="565150" cy="292100"/>
              <a:chOff x="1871277" y="1576300"/>
              <a:chExt cx="1128371" cy="437861"/>
            </a:xfrm>
          </p:grpSpPr>
          <p:sp>
            <p:nvSpPr>
              <p:cNvPr id="220" name="Oval 219"/>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21" name="Rectangle 220"/>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22" name="Oval 221"/>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23" name="Freeform 222"/>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24" name="Freeform 223"/>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25" name="Freeform 224"/>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26" name="Freeform 225"/>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27" name="Straight Connector 226"/>
              <p:cNvCxnSpPr>
                <a:endCxn id="222"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28" name="Straight Connector 227"/>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17" name="Group 216"/>
            <p:cNvGrpSpPr/>
            <p:nvPr/>
          </p:nvGrpSpPr>
          <p:grpSpPr>
            <a:xfrm>
              <a:off x="1844715" y="2907714"/>
              <a:ext cx="356365" cy="333774"/>
              <a:chOff x="741398" y="1743005"/>
              <a:chExt cx="356365" cy="333774"/>
            </a:xfrm>
          </p:grpSpPr>
          <p:sp>
            <p:nvSpPr>
              <p:cNvPr id="218" name="Oval 217"/>
              <p:cNvSpPr/>
              <p:nvPr/>
            </p:nvSpPr>
            <p:spPr bwMode="auto">
              <a:xfrm>
                <a:off x="741398" y="1850752"/>
                <a:ext cx="356365" cy="168450"/>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19" name="TextBox 218"/>
              <p:cNvSpPr txBox="1"/>
              <p:nvPr/>
            </p:nvSpPr>
            <p:spPr>
              <a:xfrm>
                <a:off x="783895" y="1743005"/>
                <a:ext cx="278343" cy="333774"/>
              </a:xfrm>
              <a:prstGeom prst="rect">
                <a:avLst/>
              </a:prstGeom>
              <a:noFill/>
            </p:spPr>
            <p:txBody>
              <a:bodyPr wrap="none" rtlCol="0">
                <a:spAutoFit/>
              </a:bodyPr>
              <a:lstStyle/>
              <a:p>
                <a:r>
                  <a:rPr lang="en-US" sz="2400" dirty="0"/>
                  <a:t>y</a:t>
                </a:r>
              </a:p>
            </p:txBody>
          </p:sp>
        </p:grpSp>
      </p:grpSp>
      <p:grpSp>
        <p:nvGrpSpPr>
          <p:cNvPr id="229" name="Group 228"/>
          <p:cNvGrpSpPr/>
          <p:nvPr/>
        </p:nvGrpSpPr>
        <p:grpSpPr>
          <a:xfrm>
            <a:off x="3337414" y="3136841"/>
            <a:ext cx="687402" cy="480963"/>
            <a:chOff x="1736090" y="2893762"/>
            <a:chExt cx="565150" cy="347726"/>
          </a:xfrm>
        </p:grpSpPr>
        <p:grpSp>
          <p:nvGrpSpPr>
            <p:cNvPr id="230" name="Group 327"/>
            <p:cNvGrpSpPr>
              <a:grpSpLocks/>
            </p:cNvGrpSpPr>
            <p:nvPr/>
          </p:nvGrpSpPr>
          <p:grpSpPr bwMode="auto">
            <a:xfrm>
              <a:off x="1736090" y="2893762"/>
              <a:ext cx="565150" cy="292100"/>
              <a:chOff x="1871277" y="1576300"/>
              <a:chExt cx="1128371" cy="437861"/>
            </a:xfrm>
          </p:grpSpPr>
          <p:sp>
            <p:nvSpPr>
              <p:cNvPr id="234" name="Oval 233"/>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35" name="Rectangle 234"/>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36" name="Oval 235"/>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37" name="Freeform 236"/>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38" name="Freeform 237"/>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39" name="Freeform 238"/>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40" name="Freeform 239"/>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41" name="Straight Connector 240"/>
              <p:cNvCxnSpPr>
                <a:endCxn id="236"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42" name="Straight Connector 241"/>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31" name="Group 230"/>
            <p:cNvGrpSpPr/>
            <p:nvPr/>
          </p:nvGrpSpPr>
          <p:grpSpPr>
            <a:xfrm>
              <a:off x="1844715" y="2907714"/>
              <a:ext cx="356365" cy="333774"/>
              <a:chOff x="741398" y="1743005"/>
              <a:chExt cx="356365" cy="333774"/>
            </a:xfrm>
          </p:grpSpPr>
          <p:sp>
            <p:nvSpPr>
              <p:cNvPr id="232" name="Oval 231"/>
              <p:cNvSpPr/>
              <p:nvPr/>
            </p:nvSpPr>
            <p:spPr bwMode="auto">
              <a:xfrm>
                <a:off x="741398" y="1850752"/>
                <a:ext cx="356365" cy="168450"/>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33" name="TextBox 232"/>
              <p:cNvSpPr txBox="1"/>
              <p:nvPr/>
            </p:nvSpPr>
            <p:spPr>
              <a:xfrm>
                <a:off x="783895" y="1743005"/>
                <a:ext cx="278343" cy="333774"/>
              </a:xfrm>
              <a:prstGeom prst="rect">
                <a:avLst/>
              </a:prstGeom>
              <a:noFill/>
            </p:spPr>
            <p:txBody>
              <a:bodyPr wrap="none" rtlCol="0">
                <a:spAutoFit/>
              </a:bodyPr>
              <a:lstStyle/>
              <a:p>
                <a:r>
                  <a:rPr lang="en-US" sz="2400" dirty="0"/>
                  <a:t>x</a:t>
                </a:r>
              </a:p>
            </p:txBody>
          </p:sp>
        </p:grpSp>
      </p:grpSp>
    </p:spTree>
    <p:extLst>
      <p:ext uri="{BB962C8B-B14F-4D97-AF65-F5344CB8AC3E}">
        <p14:creationId xmlns:p14="http://schemas.microsoft.com/office/powerpoint/2010/main" val="22170831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5">
                                            <p:txEl>
                                              <p:pRg st="0" end="0"/>
                                            </p:txEl>
                                          </p:spTgt>
                                        </p:tgtEl>
                                        <p:attrNameLst>
                                          <p:attrName>style.visibility</p:attrName>
                                        </p:attrNameLst>
                                      </p:cBhvr>
                                      <p:to>
                                        <p:strVal val="visible"/>
                                      </p:to>
                                    </p:set>
                                    <p:animEffect transition="in" filter="dissolve">
                                      <p:cBhvr>
                                        <p:cTn id="7" dur="500"/>
                                        <p:tgtEl>
                                          <p:spTgt spid="15">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5">
                                            <p:txEl>
                                              <p:pRg st="1" end="1"/>
                                            </p:txEl>
                                          </p:spTgt>
                                        </p:tgtEl>
                                        <p:attrNameLst>
                                          <p:attrName>style.visibility</p:attrName>
                                        </p:attrNameLst>
                                      </p:cBhvr>
                                      <p:to>
                                        <p:strVal val="visible"/>
                                      </p:to>
                                    </p:set>
                                    <p:animEffect transition="in" filter="dissolve">
                                      <p:cBhvr>
                                        <p:cTn id="12" dur="500"/>
                                        <p:tgtEl>
                                          <p:spTgt spid="15">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4"/>
                                        </p:tgtEl>
                                        <p:attrNameLst>
                                          <p:attrName>style.visibility</p:attrName>
                                        </p:attrNameLst>
                                      </p:cBhvr>
                                      <p:to>
                                        <p:strVal val="visible"/>
                                      </p:to>
                                    </p:set>
                                    <p:animEffect transition="in" filter="dissolve">
                                      <p:cBhvr>
                                        <p:cTn id="1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0835" name="Picture 75" descr="underline_base"/>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98487" y="847725"/>
            <a:ext cx="6263659" cy="19495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75783" name="Rectangle 73"/>
          <p:cNvSpPr>
            <a:spLocks noGrp="1" noChangeArrowheads="1"/>
          </p:cNvSpPr>
          <p:nvPr>
            <p:ph type="title"/>
          </p:nvPr>
        </p:nvSpPr>
        <p:spPr>
          <a:xfrm>
            <a:off x="530774" y="170272"/>
            <a:ext cx="7772400" cy="796925"/>
          </a:xfrm>
        </p:spPr>
        <p:txBody>
          <a:bodyPr/>
          <a:lstStyle/>
          <a:p>
            <a:pPr>
              <a:defRPr/>
            </a:pPr>
            <a:r>
              <a:rPr lang="en-US" dirty="0">
                <a:cs typeface="+mj-cs"/>
              </a:rPr>
              <a:t>Traffic engineering: difficult</a:t>
            </a:r>
          </a:p>
        </p:txBody>
      </p:sp>
      <p:sp>
        <p:nvSpPr>
          <p:cNvPr id="15" name="TextBox 14"/>
          <p:cNvSpPr txBox="1"/>
          <p:nvPr/>
        </p:nvSpPr>
        <p:spPr>
          <a:xfrm>
            <a:off x="944898" y="4078636"/>
            <a:ext cx="7417563" cy="1200328"/>
          </a:xfrm>
          <a:prstGeom prst="rect">
            <a:avLst/>
          </a:prstGeom>
          <a:noFill/>
        </p:spPr>
        <p:txBody>
          <a:bodyPr wrap="square" rtlCol="0">
            <a:spAutoFit/>
          </a:bodyPr>
          <a:lstStyle/>
          <a:p>
            <a:pPr algn="ctr"/>
            <a:r>
              <a:rPr lang="en-US" sz="2400" i="1" u="sng" dirty="0">
                <a:solidFill>
                  <a:srgbClr val="000090"/>
                </a:solidFill>
              </a:rPr>
              <a:t>Q: </a:t>
            </a:r>
            <a:r>
              <a:rPr lang="en-US" sz="2400" dirty="0"/>
              <a:t>what if network operator wants to split  u-to-z traffic along </a:t>
            </a:r>
            <a:r>
              <a:rPr lang="en-US" sz="2400" dirty="0" err="1"/>
              <a:t>uvwz</a:t>
            </a:r>
            <a:r>
              <a:rPr lang="en-US" sz="2400" dirty="0"/>
              <a:t> </a:t>
            </a:r>
            <a:r>
              <a:rPr lang="en-US" sz="2400" i="1" dirty="0">
                <a:solidFill>
                  <a:srgbClr val="CC0000"/>
                </a:solidFill>
              </a:rPr>
              <a:t>and</a:t>
            </a:r>
            <a:r>
              <a:rPr lang="en-US" sz="2400" dirty="0"/>
              <a:t> </a:t>
            </a:r>
            <a:r>
              <a:rPr lang="en-US" sz="2400" dirty="0" err="1"/>
              <a:t>uxyz</a:t>
            </a:r>
            <a:r>
              <a:rPr lang="en-US" sz="2400" dirty="0"/>
              <a:t> (load balancing)?</a:t>
            </a:r>
          </a:p>
          <a:p>
            <a:pPr algn="ctr"/>
            <a:r>
              <a:rPr lang="en-US" sz="2400" i="1" u="sng" dirty="0">
                <a:solidFill>
                  <a:srgbClr val="000090"/>
                </a:solidFill>
              </a:rPr>
              <a:t>A: </a:t>
            </a:r>
            <a:r>
              <a:rPr lang="en-US" sz="2400" dirty="0"/>
              <a:t>can’t do it (or need a new routing algorithm)</a:t>
            </a:r>
          </a:p>
        </p:txBody>
      </p:sp>
      <p:sp>
        <p:nvSpPr>
          <p:cNvPr id="155" name="Slide Number Placeholder 5"/>
          <p:cNvSpPr>
            <a:spLocks noGrp="1"/>
          </p:cNvSpPr>
          <p:nvPr>
            <p:ph type="sldNum" sz="quarter" idx="12"/>
          </p:nvPr>
        </p:nvSpPr>
        <p:spPr>
          <a:xfrm>
            <a:off x="8456154" y="6475895"/>
            <a:ext cx="687845" cy="382105"/>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200" dirty="0">
                <a:latin typeface="Tahoma" charset="0"/>
              </a:rPr>
              <a:t>5-</a:t>
            </a:r>
            <a:fld id="{8E8C6E93-DF5B-BC4B-80F9-500DED1EEDCC}" type="slidenum">
              <a:rPr lang="en-US" sz="1200">
                <a:latin typeface="Tahoma" charset="0"/>
              </a:rPr>
              <a:pPr/>
              <a:t>100</a:t>
            </a:fld>
            <a:endParaRPr lang="en-US" sz="1200" dirty="0">
              <a:latin typeface="Tahoma" charset="0"/>
            </a:endParaRPr>
          </a:p>
        </p:txBody>
      </p:sp>
      <p:sp>
        <p:nvSpPr>
          <p:cNvPr id="156" name="Footer Placeholder 2"/>
          <p:cNvSpPr>
            <a:spLocks noGrp="1"/>
          </p:cNvSpPr>
          <p:nvPr>
            <p:ph type="ftr" sz="quarter" idx="11"/>
          </p:nvPr>
        </p:nvSpPr>
        <p:spPr>
          <a:xfrm>
            <a:off x="6375496" y="6475081"/>
            <a:ext cx="2177473" cy="241541"/>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200" dirty="0">
                <a:solidFill>
                  <a:srgbClr val="000000"/>
                </a:solidFill>
                <a:latin typeface="Tahoma" charset="0"/>
                <a:cs typeface="Arial" charset="0"/>
              </a:rPr>
              <a:t>Network Layer: Control Plane</a:t>
            </a:r>
          </a:p>
        </p:txBody>
      </p:sp>
      <p:grpSp>
        <p:nvGrpSpPr>
          <p:cNvPr id="160" name="Group 159"/>
          <p:cNvGrpSpPr/>
          <p:nvPr/>
        </p:nvGrpSpPr>
        <p:grpSpPr>
          <a:xfrm>
            <a:off x="943464" y="1363093"/>
            <a:ext cx="6875191" cy="2404002"/>
            <a:chOff x="943464" y="1363093"/>
            <a:chExt cx="6875191" cy="2404002"/>
          </a:xfrm>
        </p:grpSpPr>
        <p:grpSp>
          <p:nvGrpSpPr>
            <p:cNvPr id="161" name="Group 1612"/>
            <p:cNvGrpSpPr>
              <a:grpSpLocks/>
            </p:cNvGrpSpPr>
            <p:nvPr/>
          </p:nvGrpSpPr>
          <p:grpSpPr bwMode="auto">
            <a:xfrm flipH="1">
              <a:off x="943464" y="2441244"/>
              <a:ext cx="855053" cy="655887"/>
              <a:chOff x="2839" y="3501"/>
              <a:chExt cx="755" cy="803"/>
            </a:xfrm>
          </p:grpSpPr>
          <p:pic>
            <p:nvPicPr>
              <p:cNvPr id="303" name="Picture 1613" descr="desktop_computer_stylized_medium"/>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04" name="Freeform 1614"/>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xmlns="" w="9525" cap="flat" cmpd="sng">
                    <a:solidFill>
                      <a:srgbClr val="000000"/>
                    </a:solidFill>
                    <a:prstDash val="solid"/>
                    <a:round/>
                    <a:headEnd/>
                    <a:tailEnd/>
                  </a14:hiddenLine>
                </a:ext>
              </a:extLst>
            </p:spPr>
            <p:txBody>
              <a:bodyPr wrap="none"/>
              <a:lstStyle/>
              <a:p>
                <a:endParaRPr lang="en-US"/>
              </a:p>
            </p:txBody>
          </p:sp>
        </p:grpSp>
        <p:sp>
          <p:nvSpPr>
            <p:cNvPr id="162" name="Freeform 3"/>
            <p:cNvSpPr>
              <a:spLocks/>
            </p:cNvSpPr>
            <p:nvPr/>
          </p:nvSpPr>
          <p:spPr bwMode="auto">
            <a:xfrm>
              <a:off x="2059747" y="1363093"/>
              <a:ext cx="5142041" cy="2404002"/>
            </a:xfrm>
            <a:custGeom>
              <a:avLst/>
              <a:gdLst>
                <a:gd name="T0" fmla="*/ 0 w 2250"/>
                <a:gd name="T1" fmla="*/ 624 h 1409"/>
                <a:gd name="T2" fmla="*/ 219 w 2250"/>
                <a:gd name="T3" fmla="*/ 321 h 1409"/>
                <a:gd name="T4" fmla="*/ 529 w 2250"/>
                <a:gd name="T5" fmla="*/ 35 h 1409"/>
                <a:gd name="T6" fmla="*/ 1551 w 2250"/>
                <a:gd name="T7" fmla="*/ 111 h 1409"/>
                <a:gd name="T8" fmla="*/ 1968 w 2250"/>
                <a:gd name="T9" fmla="*/ 483 h 1409"/>
                <a:gd name="T10" fmla="*/ 2199 w 2250"/>
                <a:gd name="T11" fmla="*/ 906 h 1409"/>
                <a:gd name="T12" fmla="*/ 1659 w 2250"/>
                <a:gd name="T13" fmla="*/ 1314 h 1409"/>
                <a:gd name="T14" fmla="*/ 993 w 2250"/>
                <a:gd name="T15" fmla="*/ 1386 h 1409"/>
                <a:gd name="T16" fmla="*/ 465 w 2250"/>
                <a:gd name="T17" fmla="*/ 1356 h 1409"/>
                <a:gd name="T18" fmla="*/ 102 w 2250"/>
                <a:gd name="T19" fmla="*/ 1068 h 1409"/>
                <a:gd name="T20" fmla="*/ 0 w 2250"/>
                <a:gd name="T21" fmla="*/ 624 h 140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50"/>
                <a:gd name="T34" fmla="*/ 0 h 1409"/>
                <a:gd name="T35" fmla="*/ 2250 w 2250"/>
                <a:gd name="T36" fmla="*/ 1409 h 140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50" h="1409">
                  <a:moveTo>
                    <a:pt x="0" y="624"/>
                  </a:moveTo>
                  <a:cubicBezTo>
                    <a:pt x="5" y="506"/>
                    <a:pt x="131" y="419"/>
                    <a:pt x="219" y="321"/>
                  </a:cubicBezTo>
                  <a:cubicBezTo>
                    <a:pt x="307" y="223"/>
                    <a:pt x="307" y="70"/>
                    <a:pt x="529" y="35"/>
                  </a:cubicBezTo>
                  <a:cubicBezTo>
                    <a:pt x="751" y="0"/>
                    <a:pt x="1311" y="36"/>
                    <a:pt x="1551" y="111"/>
                  </a:cubicBezTo>
                  <a:cubicBezTo>
                    <a:pt x="1791" y="186"/>
                    <a:pt x="1860" y="351"/>
                    <a:pt x="1968" y="483"/>
                  </a:cubicBezTo>
                  <a:cubicBezTo>
                    <a:pt x="2076" y="615"/>
                    <a:pt x="2250" y="767"/>
                    <a:pt x="2199" y="906"/>
                  </a:cubicBezTo>
                  <a:cubicBezTo>
                    <a:pt x="2148" y="1045"/>
                    <a:pt x="1860" y="1234"/>
                    <a:pt x="1659" y="1314"/>
                  </a:cubicBezTo>
                  <a:cubicBezTo>
                    <a:pt x="1458" y="1394"/>
                    <a:pt x="1192" y="1379"/>
                    <a:pt x="993" y="1386"/>
                  </a:cubicBezTo>
                  <a:cubicBezTo>
                    <a:pt x="794" y="1393"/>
                    <a:pt x="613" y="1409"/>
                    <a:pt x="465" y="1356"/>
                  </a:cubicBezTo>
                  <a:cubicBezTo>
                    <a:pt x="317" y="1303"/>
                    <a:pt x="180" y="1190"/>
                    <a:pt x="102" y="1068"/>
                  </a:cubicBezTo>
                  <a:cubicBezTo>
                    <a:pt x="24" y="946"/>
                    <a:pt x="21" y="716"/>
                    <a:pt x="0" y="624"/>
                  </a:cubicBezTo>
                  <a:close/>
                </a:path>
              </a:pathLst>
            </a:custGeom>
            <a:solidFill>
              <a:srgbClr val="99CCFF"/>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sp>
          <p:nvSpPr>
            <p:cNvPr id="164" name="Freeform 4"/>
            <p:cNvSpPr>
              <a:spLocks/>
            </p:cNvSpPr>
            <p:nvPr/>
          </p:nvSpPr>
          <p:spPr bwMode="auto">
            <a:xfrm>
              <a:off x="2834105" y="2267385"/>
              <a:ext cx="781590" cy="317349"/>
            </a:xfrm>
            <a:custGeom>
              <a:avLst/>
              <a:gdLst>
                <a:gd name="T0" fmla="*/ 0 w 342"/>
                <a:gd name="T1" fmla="*/ 186 h 186"/>
                <a:gd name="T2" fmla="*/ 342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sp>
          <p:nvSpPr>
            <p:cNvPr id="165" name="Freeform 35"/>
            <p:cNvSpPr>
              <a:spLocks/>
            </p:cNvSpPr>
            <p:nvPr/>
          </p:nvSpPr>
          <p:spPr bwMode="auto">
            <a:xfrm>
              <a:off x="5254292" y="2313451"/>
              <a:ext cx="2285" cy="890624"/>
            </a:xfrm>
            <a:custGeom>
              <a:avLst/>
              <a:gdLst>
                <a:gd name="T0" fmla="*/ 0 w 1"/>
                <a:gd name="T1" fmla="*/ 0 h 522"/>
                <a:gd name="T2" fmla="*/ 0 w 1"/>
                <a:gd name="T3" fmla="*/ 522 h 522"/>
                <a:gd name="T4" fmla="*/ 0 60000 65536"/>
                <a:gd name="T5" fmla="*/ 0 60000 65536"/>
                <a:gd name="T6" fmla="*/ 0 w 1"/>
                <a:gd name="T7" fmla="*/ 0 h 522"/>
                <a:gd name="T8" fmla="*/ 1 w 1"/>
                <a:gd name="T9" fmla="*/ 522 h 522"/>
              </a:gdLst>
              <a:ahLst/>
              <a:cxnLst>
                <a:cxn ang="T4">
                  <a:pos x="T0" y="T1"/>
                </a:cxn>
                <a:cxn ang="T5">
                  <a:pos x="T2" y="T3"/>
                </a:cxn>
              </a:cxnLst>
              <a:rect l="T6" t="T7" r="T8" b="T9"/>
              <a:pathLst>
                <a:path w="1" h="522">
                  <a:moveTo>
                    <a:pt x="0" y="0"/>
                  </a:moveTo>
                  <a:lnTo>
                    <a:pt x="0" y="522"/>
                  </a:ln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sp>
          <p:nvSpPr>
            <p:cNvPr id="166" name="Freeform 36"/>
            <p:cNvSpPr>
              <a:spLocks/>
            </p:cNvSpPr>
            <p:nvPr/>
          </p:nvSpPr>
          <p:spPr bwMode="auto">
            <a:xfrm>
              <a:off x="3670544" y="2323688"/>
              <a:ext cx="2285" cy="916217"/>
            </a:xfrm>
            <a:custGeom>
              <a:avLst/>
              <a:gdLst>
                <a:gd name="T0" fmla="*/ 0 w 1"/>
                <a:gd name="T1" fmla="*/ 0 h 537"/>
                <a:gd name="T2" fmla="*/ 0 w 1"/>
                <a:gd name="T3" fmla="*/ 537 h 537"/>
                <a:gd name="T4" fmla="*/ 0 60000 65536"/>
                <a:gd name="T5" fmla="*/ 0 60000 65536"/>
                <a:gd name="T6" fmla="*/ 0 w 1"/>
                <a:gd name="T7" fmla="*/ 0 h 537"/>
                <a:gd name="T8" fmla="*/ 1 w 1"/>
                <a:gd name="T9" fmla="*/ 537 h 537"/>
              </a:gdLst>
              <a:ahLst/>
              <a:cxnLst>
                <a:cxn ang="T4">
                  <a:pos x="T0" y="T1"/>
                </a:cxn>
                <a:cxn ang="T5">
                  <a:pos x="T2" y="T3"/>
                </a:cxn>
              </a:cxnLst>
              <a:rect l="T6" t="T7" r="T8" b="T9"/>
              <a:pathLst>
                <a:path w="1" h="537">
                  <a:moveTo>
                    <a:pt x="0" y="0"/>
                  </a:moveTo>
                  <a:lnTo>
                    <a:pt x="0" y="537"/>
                  </a:ln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sp>
          <p:nvSpPr>
            <p:cNvPr id="167" name="Freeform 37"/>
            <p:cNvSpPr>
              <a:spLocks/>
            </p:cNvSpPr>
            <p:nvPr/>
          </p:nvSpPr>
          <p:spPr bwMode="auto">
            <a:xfrm>
              <a:off x="4017205" y="2298095"/>
              <a:ext cx="1182239" cy="1038973"/>
            </a:xfrm>
            <a:custGeom>
              <a:avLst/>
              <a:gdLst>
                <a:gd name="T0" fmla="*/ 0 w 378"/>
                <a:gd name="T1" fmla="*/ 142610238 h 174"/>
                <a:gd name="T2" fmla="*/ 8951 w 378"/>
                <a:gd name="T3" fmla="*/ 0 h 174"/>
                <a:gd name="T4" fmla="*/ 0 60000 65536"/>
                <a:gd name="T5" fmla="*/ 0 60000 65536"/>
                <a:gd name="T6" fmla="*/ 0 w 378"/>
                <a:gd name="T7" fmla="*/ 0 h 174"/>
                <a:gd name="T8" fmla="*/ 378 w 378"/>
                <a:gd name="T9" fmla="*/ 174 h 174"/>
              </a:gdLst>
              <a:ahLst/>
              <a:cxnLst>
                <a:cxn ang="T4">
                  <a:pos x="T0" y="T1"/>
                </a:cxn>
                <a:cxn ang="T5">
                  <a:pos x="T2" y="T3"/>
                </a:cxn>
              </a:cxnLst>
              <a:rect l="T6" t="T7" r="T8" b="T9"/>
              <a:pathLst>
                <a:path w="378" h="174">
                  <a:moveTo>
                    <a:pt x="0" y="174"/>
                  </a:moveTo>
                  <a:lnTo>
                    <a:pt x="378" y="0"/>
                  </a:ln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sp>
          <p:nvSpPr>
            <p:cNvPr id="168" name="Freeform 38"/>
            <p:cNvSpPr>
              <a:spLocks/>
            </p:cNvSpPr>
            <p:nvPr/>
          </p:nvSpPr>
          <p:spPr bwMode="auto">
            <a:xfrm>
              <a:off x="5617663" y="2891845"/>
              <a:ext cx="836439" cy="460668"/>
            </a:xfrm>
            <a:custGeom>
              <a:avLst/>
              <a:gdLst>
                <a:gd name="T0" fmla="*/ 0 w 366"/>
                <a:gd name="T1" fmla="*/ 270 h 270"/>
                <a:gd name="T2" fmla="*/ 366 w 366"/>
                <a:gd name="T3" fmla="*/ 0 h 270"/>
                <a:gd name="T4" fmla="*/ 0 60000 65536"/>
                <a:gd name="T5" fmla="*/ 0 60000 65536"/>
                <a:gd name="T6" fmla="*/ 0 w 366"/>
                <a:gd name="T7" fmla="*/ 0 h 270"/>
                <a:gd name="T8" fmla="*/ 366 w 366"/>
                <a:gd name="T9" fmla="*/ 270 h 270"/>
              </a:gdLst>
              <a:ahLst/>
              <a:cxnLst>
                <a:cxn ang="T4">
                  <a:pos x="T0" y="T1"/>
                </a:cxn>
                <a:cxn ang="T5">
                  <a:pos x="T2" y="T3"/>
                </a:cxn>
              </a:cxnLst>
              <a:rect l="T6" t="T7" r="T8" b="T9"/>
              <a:pathLst>
                <a:path w="366" h="270">
                  <a:moveTo>
                    <a:pt x="0" y="270"/>
                  </a:moveTo>
                  <a:lnTo>
                    <a:pt x="366" y="0"/>
                  </a:ln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sp>
          <p:nvSpPr>
            <p:cNvPr id="169" name="Freeform 39"/>
            <p:cNvSpPr>
              <a:spLocks/>
            </p:cNvSpPr>
            <p:nvPr/>
          </p:nvSpPr>
          <p:spPr bwMode="auto">
            <a:xfrm flipV="1">
              <a:off x="4022465" y="3327268"/>
              <a:ext cx="908330" cy="45719"/>
            </a:xfrm>
            <a:custGeom>
              <a:avLst/>
              <a:gdLst>
                <a:gd name="T0" fmla="*/ 366 w 366"/>
                <a:gd name="T1" fmla="*/ 0 h 1"/>
                <a:gd name="T2" fmla="*/ 0 w 366"/>
                <a:gd name="T3" fmla="*/ 0 h 1"/>
                <a:gd name="T4" fmla="*/ 0 60000 65536"/>
                <a:gd name="T5" fmla="*/ 0 60000 65536"/>
                <a:gd name="T6" fmla="*/ 0 w 366"/>
                <a:gd name="T7" fmla="*/ 0 h 1"/>
                <a:gd name="T8" fmla="*/ 366 w 366"/>
                <a:gd name="T9" fmla="*/ 1 h 1"/>
              </a:gdLst>
              <a:ahLst/>
              <a:cxnLst>
                <a:cxn ang="T4">
                  <a:pos x="T0" y="T1"/>
                </a:cxn>
                <a:cxn ang="T5">
                  <a:pos x="T2" y="T3"/>
                </a:cxn>
              </a:cxnLst>
              <a:rect l="T6" t="T7" r="T8" b="T9"/>
              <a:pathLst>
                <a:path w="366" h="1">
                  <a:moveTo>
                    <a:pt x="366" y="0"/>
                  </a:moveTo>
                  <a:lnTo>
                    <a:pt x="0" y="0"/>
                  </a:ln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sp>
          <p:nvSpPr>
            <p:cNvPr id="170" name="Freeform 40"/>
            <p:cNvSpPr>
              <a:spLocks/>
            </p:cNvSpPr>
            <p:nvPr/>
          </p:nvSpPr>
          <p:spPr bwMode="auto">
            <a:xfrm>
              <a:off x="2710696" y="2820186"/>
              <a:ext cx="630757" cy="450430"/>
            </a:xfrm>
            <a:custGeom>
              <a:avLst/>
              <a:gdLst>
                <a:gd name="T0" fmla="*/ 276 w 276"/>
                <a:gd name="T1" fmla="*/ 264 h 264"/>
                <a:gd name="T2" fmla="*/ 0 w 276"/>
                <a:gd name="T3" fmla="*/ 0 h 264"/>
                <a:gd name="T4" fmla="*/ 0 60000 65536"/>
                <a:gd name="T5" fmla="*/ 0 60000 65536"/>
                <a:gd name="T6" fmla="*/ 0 w 276"/>
                <a:gd name="T7" fmla="*/ 0 h 264"/>
                <a:gd name="T8" fmla="*/ 276 w 276"/>
                <a:gd name="T9" fmla="*/ 264 h 264"/>
              </a:gdLst>
              <a:ahLst/>
              <a:cxnLst>
                <a:cxn ang="T4">
                  <a:pos x="T0" y="T1"/>
                </a:cxn>
                <a:cxn ang="T5">
                  <a:pos x="T2" y="T3"/>
                </a:cxn>
              </a:cxnLst>
              <a:rect l="T6" t="T7" r="T8" b="T9"/>
              <a:pathLst>
                <a:path w="276" h="264">
                  <a:moveTo>
                    <a:pt x="276" y="264"/>
                  </a:moveTo>
                  <a:lnTo>
                    <a:pt x="0" y="0"/>
                  </a:ln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sp>
          <p:nvSpPr>
            <p:cNvPr id="171" name="Freeform 41"/>
            <p:cNvSpPr>
              <a:spLocks/>
            </p:cNvSpPr>
            <p:nvPr/>
          </p:nvSpPr>
          <p:spPr bwMode="auto">
            <a:xfrm>
              <a:off x="4047627" y="2195725"/>
              <a:ext cx="836439" cy="1706"/>
            </a:xfrm>
            <a:custGeom>
              <a:avLst/>
              <a:gdLst>
                <a:gd name="T0" fmla="*/ 366 w 366"/>
                <a:gd name="T1" fmla="*/ 0 h 1"/>
                <a:gd name="T2" fmla="*/ 0 w 366"/>
                <a:gd name="T3" fmla="*/ 0 h 1"/>
                <a:gd name="T4" fmla="*/ 0 60000 65536"/>
                <a:gd name="T5" fmla="*/ 0 60000 65536"/>
                <a:gd name="T6" fmla="*/ 0 w 366"/>
                <a:gd name="T7" fmla="*/ 0 h 1"/>
                <a:gd name="T8" fmla="*/ 366 w 366"/>
                <a:gd name="T9" fmla="*/ 1 h 1"/>
              </a:gdLst>
              <a:ahLst/>
              <a:cxnLst>
                <a:cxn ang="T4">
                  <a:pos x="T0" y="T1"/>
                </a:cxn>
                <a:cxn ang="T5">
                  <a:pos x="T2" y="T3"/>
                </a:cxn>
              </a:cxnLst>
              <a:rect l="T6" t="T7" r="T8" b="T9"/>
              <a:pathLst>
                <a:path w="366" h="1">
                  <a:moveTo>
                    <a:pt x="366" y="0"/>
                  </a:moveTo>
                  <a:lnTo>
                    <a:pt x="0" y="0"/>
                  </a:ln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sp>
          <p:nvSpPr>
            <p:cNvPr id="172" name="Freeform 42"/>
            <p:cNvSpPr>
              <a:spLocks/>
            </p:cNvSpPr>
            <p:nvPr/>
          </p:nvSpPr>
          <p:spPr bwMode="auto">
            <a:xfrm>
              <a:off x="5572253" y="2248471"/>
              <a:ext cx="922986" cy="397685"/>
            </a:xfrm>
            <a:custGeom>
              <a:avLst/>
              <a:gdLst>
                <a:gd name="T0" fmla="*/ 396 w 396"/>
                <a:gd name="T1" fmla="*/ 267 h 267"/>
                <a:gd name="T2" fmla="*/ 0 w 396"/>
                <a:gd name="T3" fmla="*/ 0 h 267"/>
                <a:gd name="T4" fmla="*/ 0 60000 65536"/>
                <a:gd name="T5" fmla="*/ 0 60000 65536"/>
                <a:gd name="T6" fmla="*/ 0 w 396"/>
                <a:gd name="T7" fmla="*/ 0 h 267"/>
                <a:gd name="T8" fmla="*/ 396 w 396"/>
                <a:gd name="T9" fmla="*/ 267 h 267"/>
              </a:gdLst>
              <a:ahLst/>
              <a:cxnLst>
                <a:cxn ang="T4">
                  <a:pos x="T0" y="T1"/>
                </a:cxn>
                <a:cxn ang="T5">
                  <a:pos x="T2" y="T3"/>
                </a:cxn>
              </a:cxnLst>
              <a:rect l="T6" t="T7" r="T8" b="T9"/>
              <a:pathLst>
                <a:path w="396" h="267">
                  <a:moveTo>
                    <a:pt x="396" y="267"/>
                  </a:moveTo>
                  <a:lnTo>
                    <a:pt x="0" y="0"/>
                  </a:ln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sp>
          <p:nvSpPr>
            <p:cNvPr id="173" name="Freeform 43"/>
            <p:cNvSpPr>
              <a:spLocks/>
            </p:cNvSpPr>
            <p:nvPr/>
          </p:nvSpPr>
          <p:spPr bwMode="auto">
            <a:xfrm>
              <a:off x="2580431" y="1458657"/>
              <a:ext cx="2536740" cy="1100484"/>
            </a:xfrm>
            <a:custGeom>
              <a:avLst/>
              <a:gdLst>
                <a:gd name="T0" fmla="*/ 1110 w 1110"/>
                <a:gd name="T1" fmla="*/ 342 h 645"/>
                <a:gd name="T2" fmla="*/ 0 w 1110"/>
                <a:gd name="T3" fmla="*/ 645 h 645"/>
                <a:gd name="T4" fmla="*/ 0 60000 65536"/>
                <a:gd name="T5" fmla="*/ 0 60000 65536"/>
                <a:gd name="T6" fmla="*/ 0 w 1110"/>
                <a:gd name="T7" fmla="*/ 0 h 645"/>
                <a:gd name="T8" fmla="*/ 1110 w 1110"/>
                <a:gd name="T9" fmla="*/ 645 h 645"/>
              </a:gdLst>
              <a:ahLst/>
              <a:cxnLst>
                <a:cxn ang="T4">
                  <a:pos x="T0" y="T1"/>
                </a:cxn>
                <a:cxn ang="T5">
                  <a:pos x="T2" y="T3"/>
                </a:cxn>
              </a:cxnLst>
              <a:rect l="T6" t="T7" r="T8" b="T9"/>
              <a:pathLst>
                <a:path w="1110" h="645">
                  <a:moveTo>
                    <a:pt x="1110" y="342"/>
                  </a:moveTo>
                  <a:cubicBezTo>
                    <a:pt x="1104" y="0"/>
                    <a:pt x="21" y="63"/>
                    <a:pt x="0" y="645"/>
                  </a:cubicBez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sp>
          <p:nvSpPr>
            <p:cNvPr id="174" name="Text Box 62"/>
            <p:cNvSpPr txBox="1">
              <a:spLocks noChangeArrowheads="1"/>
            </p:cNvSpPr>
            <p:nvPr/>
          </p:nvSpPr>
          <p:spPr bwMode="auto">
            <a:xfrm>
              <a:off x="2822678" y="2178663"/>
              <a:ext cx="447929" cy="39412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t>2</a:t>
              </a:r>
              <a:endParaRPr lang="en-US"/>
            </a:p>
          </p:txBody>
        </p:sp>
        <p:sp>
          <p:nvSpPr>
            <p:cNvPr id="175" name="Text Box 63"/>
            <p:cNvSpPr txBox="1">
              <a:spLocks noChangeArrowheads="1"/>
            </p:cNvSpPr>
            <p:nvPr/>
          </p:nvSpPr>
          <p:spPr bwMode="auto">
            <a:xfrm>
              <a:off x="3617981" y="2552316"/>
              <a:ext cx="447929" cy="39412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t>2</a:t>
              </a:r>
              <a:endParaRPr lang="en-US"/>
            </a:p>
          </p:txBody>
        </p:sp>
        <p:sp>
          <p:nvSpPr>
            <p:cNvPr id="176" name="Text Box 64"/>
            <p:cNvSpPr txBox="1">
              <a:spLocks noChangeArrowheads="1"/>
            </p:cNvSpPr>
            <p:nvPr/>
          </p:nvSpPr>
          <p:spPr bwMode="auto">
            <a:xfrm>
              <a:off x="2623853" y="2915732"/>
              <a:ext cx="447929" cy="39412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t>1</a:t>
              </a:r>
              <a:endParaRPr lang="en-US"/>
            </a:p>
          </p:txBody>
        </p:sp>
        <p:sp>
          <p:nvSpPr>
            <p:cNvPr id="177" name="Text Box 65"/>
            <p:cNvSpPr txBox="1">
              <a:spLocks noChangeArrowheads="1"/>
            </p:cNvSpPr>
            <p:nvPr/>
          </p:nvSpPr>
          <p:spPr bwMode="auto">
            <a:xfrm>
              <a:off x="4495556" y="2710990"/>
              <a:ext cx="447929" cy="39412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t>3</a:t>
              </a:r>
              <a:endParaRPr lang="en-US"/>
            </a:p>
          </p:txBody>
        </p:sp>
        <p:sp>
          <p:nvSpPr>
            <p:cNvPr id="178" name="Text Box 66"/>
            <p:cNvSpPr txBox="1">
              <a:spLocks noChangeArrowheads="1"/>
            </p:cNvSpPr>
            <p:nvPr/>
          </p:nvSpPr>
          <p:spPr bwMode="auto">
            <a:xfrm>
              <a:off x="4351579" y="3314977"/>
              <a:ext cx="447929" cy="39412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t>1</a:t>
              </a:r>
              <a:endParaRPr lang="en-US"/>
            </a:p>
          </p:txBody>
        </p:sp>
        <p:sp>
          <p:nvSpPr>
            <p:cNvPr id="179" name="Text Box 67"/>
            <p:cNvSpPr txBox="1">
              <a:spLocks noChangeArrowheads="1"/>
            </p:cNvSpPr>
            <p:nvPr/>
          </p:nvSpPr>
          <p:spPr bwMode="auto">
            <a:xfrm>
              <a:off x="5174305" y="2583027"/>
              <a:ext cx="447929" cy="39412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t>1</a:t>
              </a:r>
              <a:endParaRPr lang="en-US"/>
            </a:p>
          </p:txBody>
        </p:sp>
        <p:sp>
          <p:nvSpPr>
            <p:cNvPr id="180" name="Text Box 68"/>
            <p:cNvSpPr txBox="1">
              <a:spLocks noChangeArrowheads="1"/>
            </p:cNvSpPr>
            <p:nvPr/>
          </p:nvSpPr>
          <p:spPr bwMode="auto">
            <a:xfrm>
              <a:off x="5997032" y="3033458"/>
              <a:ext cx="447929" cy="39412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t>2</a:t>
              </a:r>
              <a:endParaRPr lang="en-US"/>
            </a:p>
          </p:txBody>
        </p:sp>
        <p:sp>
          <p:nvSpPr>
            <p:cNvPr id="181" name="Text Box 69"/>
            <p:cNvSpPr txBox="1">
              <a:spLocks noChangeArrowheads="1"/>
            </p:cNvSpPr>
            <p:nvPr/>
          </p:nvSpPr>
          <p:spPr bwMode="auto">
            <a:xfrm>
              <a:off x="5935327" y="2117241"/>
              <a:ext cx="447929" cy="39412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t>5</a:t>
              </a:r>
              <a:endParaRPr lang="en-US"/>
            </a:p>
          </p:txBody>
        </p:sp>
        <p:sp>
          <p:nvSpPr>
            <p:cNvPr id="182" name="Text Box 70"/>
            <p:cNvSpPr txBox="1">
              <a:spLocks noChangeArrowheads="1"/>
            </p:cNvSpPr>
            <p:nvPr/>
          </p:nvSpPr>
          <p:spPr bwMode="auto">
            <a:xfrm>
              <a:off x="4255594" y="1861315"/>
              <a:ext cx="447929" cy="39412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t>3</a:t>
              </a:r>
              <a:endParaRPr lang="en-US"/>
            </a:p>
          </p:txBody>
        </p:sp>
        <p:sp>
          <p:nvSpPr>
            <p:cNvPr id="183" name="Text Box 71"/>
            <p:cNvSpPr txBox="1">
              <a:spLocks noChangeArrowheads="1"/>
            </p:cNvSpPr>
            <p:nvPr/>
          </p:nvSpPr>
          <p:spPr bwMode="auto">
            <a:xfrm>
              <a:off x="3453435" y="1405766"/>
              <a:ext cx="447929" cy="39412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t>5</a:t>
              </a:r>
              <a:endParaRPr lang="en-US"/>
            </a:p>
          </p:txBody>
        </p:sp>
        <p:grpSp>
          <p:nvGrpSpPr>
            <p:cNvPr id="184" name="Group 1507"/>
            <p:cNvGrpSpPr>
              <a:grpSpLocks/>
            </p:cNvGrpSpPr>
            <p:nvPr/>
          </p:nvGrpSpPr>
          <p:grpSpPr bwMode="auto">
            <a:xfrm>
              <a:off x="7391175" y="2426604"/>
              <a:ext cx="427480" cy="711995"/>
              <a:chOff x="4140" y="429"/>
              <a:chExt cx="1425" cy="2396"/>
            </a:xfrm>
          </p:grpSpPr>
          <p:sp>
            <p:nvSpPr>
              <p:cNvPr id="271" name="Freeform 1508"/>
              <p:cNvSpPr>
                <a:spLocks/>
              </p:cNvSpPr>
              <p:nvPr/>
            </p:nvSpPr>
            <p:spPr bwMode="auto">
              <a:xfrm>
                <a:off x="5268" y="433"/>
                <a:ext cx="283" cy="2286"/>
              </a:xfrm>
              <a:custGeom>
                <a:avLst/>
                <a:gdLst>
                  <a:gd name="T0" fmla="*/ 6 w 354"/>
                  <a:gd name="T1" fmla="*/ 0 h 2742"/>
                  <a:gd name="T2" fmla="*/ 30 w 354"/>
                  <a:gd name="T3" fmla="*/ 46 h 2742"/>
                  <a:gd name="T4" fmla="*/ 30 w 354"/>
                  <a:gd name="T5" fmla="*/ 354 h 2742"/>
                  <a:gd name="T6" fmla="*/ 0 w 354"/>
                  <a:gd name="T7" fmla="*/ 371 h 2742"/>
                  <a:gd name="T8" fmla="*/ 6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272" name="Rectangle 1509"/>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p>
            </p:txBody>
          </p:sp>
          <p:sp>
            <p:nvSpPr>
              <p:cNvPr id="273" name="Freeform 1510"/>
              <p:cNvSpPr>
                <a:spLocks/>
              </p:cNvSpPr>
              <p:nvPr/>
            </p:nvSpPr>
            <p:spPr bwMode="auto">
              <a:xfrm>
                <a:off x="5321" y="570"/>
                <a:ext cx="169" cy="2115"/>
              </a:xfrm>
              <a:custGeom>
                <a:avLst/>
                <a:gdLst>
                  <a:gd name="T0" fmla="*/ 2 w 211"/>
                  <a:gd name="T1" fmla="*/ 0 h 2537"/>
                  <a:gd name="T2" fmla="*/ 18 w 211"/>
                  <a:gd name="T3" fmla="*/ 30 h 2537"/>
                  <a:gd name="T4" fmla="*/ 2 w 211"/>
                  <a:gd name="T5" fmla="*/ 338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274" name="Freeform 1511"/>
              <p:cNvSpPr>
                <a:spLocks/>
              </p:cNvSpPr>
              <p:nvPr/>
            </p:nvSpPr>
            <p:spPr bwMode="auto">
              <a:xfrm>
                <a:off x="5284" y="1640"/>
                <a:ext cx="263" cy="189"/>
              </a:xfrm>
              <a:custGeom>
                <a:avLst/>
                <a:gdLst>
                  <a:gd name="T0" fmla="*/ 2 w 328"/>
                  <a:gd name="T1" fmla="*/ 0 h 226"/>
                  <a:gd name="T2" fmla="*/ 29 w 328"/>
                  <a:gd name="T3" fmla="*/ 18 h 226"/>
                  <a:gd name="T4" fmla="*/ 29 w 328"/>
                  <a:gd name="T5" fmla="*/ 32 h 226"/>
                  <a:gd name="T6" fmla="*/ 0 w 328"/>
                  <a:gd name="T7" fmla="*/ 13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275" name="Rectangle 1512"/>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p>
                <a:endParaRPr lang="en-US"/>
              </a:p>
            </p:txBody>
          </p:sp>
          <p:grpSp>
            <p:nvGrpSpPr>
              <p:cNvPr id="276" name="Group 1513"/>
              <p:cNvGrpSpPr>
                <a:grpSpLocks/>
              </p:cNvGrpSpPr>
              <p:nvPr/>
            </p:nvGrpSpPr>
            <p:grpSpPr bwMode="auto">
              <a:xfrm>
                <a:off x="4749" y="668"/>
                <a:ext cx="581" cy="145"/>
                <a:chOff x="614" y="2568"/>
                <a:chExt cx="725" cy="139"/>
              </a:xfrm>
            </p:grpSpPr>
            <p:sp>
              <p:nvSpPr>
                <p:cNvPr id="301" name="AutoShape 1514"/>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sp>
              <p:nvSpPr>
                <p:cNvPr id="302" name="AutoShape 1515"/>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grpSp>
          <p:sp>
            <p:nvSpPr>
              <p:cNvPr id="277" name="Rectangle 1516"/>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p>
                <a:endParaRPr lang="en-US"/>
              </a:p>
            </p:txBody>
          </p:sp>
          <p:grpSp>
            <p:nvGrpSpPr>
              <p:cNvPr id="278" name="Group 1517"/>
              <p:cNvGrpSpPr>
                <a:grpSpLocks/>
              </p:cNvGrpSpPr>
              <p:nvPr/>
            </p:nvGrpSpPr>
            <p:grpSpPr bwMode="auto">
              <a:xfrm>
                <a:off x="4747" y="994"/>
                <a:ext cx="581" cy="134"/>
                <a:chOff x="614" y="2568"/>
                <a:chExt cx="725" cy="139"/>
              </a:xfrm>
            </p:grpSpPr>
            <p:sp>
              <p:nvSpPr>
                <p:cNvPr id="299" name="AutoShape 1518"/>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sp>
              <p:nvSpPr>
                <p:cNvPr id="300" name="AutoShape 1519"/>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grpSp>
          <p:sp>
            <p:nvSpPr>
              <p:cNvPr id="279" name="Rectangle 1520"/>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p>
                <a:endParaRPr lang="en-US"/>
              </a:p>
            </p:txBody>
          </p:sp>
          <p:sp>
            <p:nvSpPr>
              <p:cNvPr id="280" name="Rectangle 1521"/>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p>
                <a:endParaRPr lang="en-US"/>
              </a:p>
            </p:txBody>
          </p:sp>
          <p:grpSp>
            <p:nvGrpSpPr>
              <p:cNvPr id="281" name="Group 1522"/>
              <p:cNvGrpSpPr>
                <a:grpSpLocks/>
              </p:cNvGrpSpPr>
              <p:nvPr/>
            </p:nvGrpSpPr>
            <p:grpSpPr bwMode="auto">
              <a:xfrm>
                <a:off x="4735" y="1627"/>
                <a:ext cx="582" cy="151"/>
                <a:chOff x="614" y="2568"/>
                <a:chExt cx="725" cy="139"/>
              </a:xfrm>
            </p:grpSpPr>
            <p:sp>
              <p:nvSpPr>
                <p:cNvPr id="297" name="AutoShape 1523"/>
                <p:cNvSpPr>
                  <a:spLocks noChangeArrowheads="1"/>
                </p:cNvSpPr>
                <p:nvPr/>
              </p:nvSpPr>
              <p:spPr bwMode="auto">
                <a:xfrm>
                  <a:off x="618" y="2579"/>
                  <a:ext cx="720" cy="131"/>
                </a:xfrm>
                <a:prstGeom prst="roundRect">
                  <a:avLst>
                    <a:gd name="adj" fmla="val 50000"/>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sp>
              <p:nvSpPr>
                <p:cNvPr id="298" name="AutoShape 1524"/>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grpSp>
          <p:sp>
            <p:nvSpPr>
              <p:cNvPr id="282" name="Freeform 1525"/>
              <p:cNvSpPr>
                <a:spLocks/>
              </p:cNvSpPr>
              <p:nvPr/>
            </p:nvSpPr>
            <p:spPr bwMode="auto">
              <a:xfrm>
                <a:off x="5288" y="1354"/>
                <a:ext cx="263" cy="188"/>
              </a:xfrm>
              <a:custGeom>
                <a:avLst/>
                <a:gdLst>
                  <a:gd name="T0" fmla="*/ 2 w 328"/>
                  <a:gd name="T1" fmla="*/ 0 h 226"/>
                  <a:gd name="T2" fmla="*/ 29 w 328"/>
                  <a:gd name="T3" fmla="*/ 17 h 226"/>
                  <a:gd name="T4" fmla="*/ 29 w 328"/>
                  <a:gd name="T5" fmla="*/ 30 h 226"/>
                  <a:gd name="T6" fmla="*/ 0 w 328"/>
                  <a:gd name="T7" fmla="*/ 12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grpSp>
            <p:nvGrpSpPr>
              <p:cNvPr id="283" name="Group 1526"/>
              <p:cNvGrpSpPr>
                <a:grpSpLocks/>
              </p:cNvGrpSpPr>
              <p:nvPr/>
            </p:nvGrpSpPr>
            <p:grpSpPr bwMode="auto">
              <a:xfrm>
                <a:off x="4739" y="1327"/>
                <a:ext cx="582" cy="139"/>
                <a:chOff x="614" y="2568"/>
                <a:chExt cx="725" cy="139"/>
              </a:xfrm>
            </p:grpSpPr>
            <p:sp>
              <p:nvSpPr>
                <p:cNvPr id="295" name="AutoShape 1527"/>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sp>
              <p:nvSpPr>
                <p:cNvPr id="296" name="AutoShape 1528"/>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grpSp>
          <p:sp>
            <p:nvSpPr>
              <p:cNvPr id="284" name="Rectangle 1529"/>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p>
                <a:endParaRPr lang="en-US"/>
              </a:p>
            </p:txBody>
          </p:sp>
          <p:sp>
            <p:nvSpPr>
              <p:cNvPr id="285" name="Freeform 1530"/>
              <p:cNvSpPr>
                <a:spLocks/>
              </p:cNvSpPr>
              <p:nvPr/>
            </p:nvSpPr>
            <p:spPr bwMode="auto">
              <a:xfrm>
                <a:off x="5312" y="1007"/>
                <a:ext cx="237" cy="213"/>
              </a:xfrm>
              <a:custGeom>
                <a:avLst/>
                <a:gdLst>
                  <a:gd name="T0" fmla="*/ 2 w 296"/>
                  <a:gd name="T1" fmla="*/ 0 h 256"/>
                  <a:gd name="T2" fmla="*/ 26 w 296"/>
                  <a:gd name="T3" fmla="*/ 18 h 256"/>
                  <a:gd name="T4" fmla="*/ 26 w 296"/>
                  <a:gd name="T5" fmla="*/ 34 h 256"/>
                  <a:gd name="T6" fmla="*/ 0 w 296"/>
                  <a:gd name="T7" fmla="*/ 12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286" name="Freeform 1531"/>
              <p:cNvSpPr>
                <a:spLocks/>
              </p:cNvSpPr>
              <p:nvPr/>
            </p:nvSpPr>
            <p:spPr bwMode="auto">
              <a:xfrm>
                <a:off x="5315" y="680"/>
                <a:ext cx="244" cy="240"/>
              </a:xfrm>
              <a:custGeom>
                <a:avLst/>
                <a:gdLst>
                  <a:gd name="T0" fmla="*/ 0 w 304"/>
                  <a:gd name="T1" fmla="*/ 0 h 288"/>
                  <a:gd name="T2" fmla="*/ 27 w 304"/>
                  <a:gd name="T3" fmla="*/ 23 h 288"/>
                  <a:gd name="T4" fmla="*/ 25 w 304"/>
                  <a:gd name="T5" fmla="*/ 40 h 288"/>
                  <a:gd name="T6" fmla="*/ 2 w 304"/>
                  <a:gd name="T7" fmla="*/ 17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287" name="Oval 1532"/>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sp>
            <p:nvSpPr>
              <p:cNvPr id="288" name="Freeform 1533"/>
              <p:cNvSpPr>
                <a:spLocks/>
              </p:cNvSpPr>
              <p:nvPr/>
            </p:nvSpPr>
            <p:spPr bwMode="auto">
              <a:xfrm>
                <a:off x="5302" y="2614"/>
                <a:ext cx="245" cy="200"/>
              </a:xfrm>
              <a:custGeom>
                <a:avLst/>
                <a:gdLst>
                  <a:gd name="T0" fmla="*/ 0 w 306"/>
                  <a:gd name="T1" fmla="*/ 15 h 240"/>
                  <a:gd name="T2" fmla="*/ 2 w 306"/>
                  <a:gd name="T3" fmla="*/ 33 h 240"/>
                  <a:gd name="T4" fmla="*/ 27 w 306"/>
                  <a:gd name="T5" fmla="*/ 15 h 240"/>
                  <a:gd name="T6" fmla="*/ 26 w 306"/>
                  <a:gd name="T7" fmla="*/ 0 h 240"/>
                  <a:gd name="T8" fmla="*/ 0 w 306"/>
                  <a:gd name="T9" fmla="*/ 15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289" name="AutoShape 1534"/>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p>
                <a:endParaRPr lang="en-US"/>
              </a:p>
            </p:txBody>
          </p:sp>
          <p:sp>
            <p:nvSpPr>
              <p:cNvPr id="290" name="AutoShape 1535"/>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p>
                <a:endParaRPr lang="en-US"/>
              </a:p>
            </p:txBody>
          </p:sp>
          <p:sp>
            <p:nvSpPr>
              <p:cNvPr id="291" name="Oval 1536"/>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sp>
            <p:nvSpPr>
              <p:cNvPr id="292" name="Oval 1537"/>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algn="ctr" eaLnBrk="1" hangingPunct="1"/>
                <a:endParaRPr lang="en-US">
                  <a:solidFill>
                    <a:srgbClr val="FF0000"/>
                  </a:solidFill>
                  <a:cs typeface="Arial" charset="0"/>
                </a:endParaRPr>
              </a:p>
            </p:txBody>
          </p:sp>
          <p:sp>
            <p:nvSpPr>
              <p:cNvPr id="293" name="Oval 1538"/>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sp>
            <p:nvSpPr>
              <p:cNvPr id="294" name="Rectangle 1539"/>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p>
                <a:endParaRPr lang="en-US"/>
              </a:p>
            </p:txBody>
          </p:sp>
        </p:grpSp>
        <p:cxnSp>
          <p:nvCxnSpPr>
            <p:cNvPr id="185" name="Straight Connector 184"/>
            <p:cNvCxnSpPr/>
            <p:nvPr/>
          </p:nvCxnSpPr>
          <p:spPr bwMode="auto">
            <a:xfrm>
              <a:off x="1682405" y="2744686"/>
              <a:ext cx="526774" cy="0"/>
            </a:xfrm>
            <a:prstGeom prst="lin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186" name="Straight Connector 185"/>
            <p:cNvCxnSpPr/>
            <p:nvPr/>
          </p:nvCxnSpPr>
          <p:spPr bwMode="auto">
            <a:xfrm>
              <a:off x="6895267" y="2779855"/>
              <a:ext cx="526774" cy="0"/>
            </a:xfrm>
            <a:prstGeom prst="lin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grpSp>
          <p:nvGrpSpPr>
            <p:cNvPr id="187" name="Group 186"/>
            <p:cNvGrpSpPr/>
            <p:nvPr/>
          </p:nvGrpSpPr>
          <p:grpSpPr>
            <a:xfrm>
              <a:off x="3414626" y="1982945"/>
              <a:ext cx="687402" cy="571677"/>
              <a:chOff x="1736090" y="2893762"/>
              <a:chExt cx="565150" cy="413310"/>
            </a:xfrm>
          </p:grpSpPr>
          <p:grpSp>
            <p:nvGrpSpPr>
              <p:cNvPr id="258" name="Group 327"/>
              <p:cNvGrpSpPr>
                <a:grpSpLocks/>
              </p:cNvGrpSpPr>
              <p:nvPr/>
            </p:nvGrpSpPr>
            <p:grpSpPr bwMode="auto">
              <a:xfrm>
                <a:off x="1736090" y="2893762"/>
                <a:ext cx="565150" cy="292100"/>
                <a:chOff x="1871277" y="1576300"/>
                <a:chExt cx="1128371" cy="437861"/>
              </a:xfrm>
            </p:grpSpPr>
            <p:sp>
              <p:nvSpPr>
                <p:cNvPr id="262" name="Oval 261"/>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63" name="Rectangle 262"/>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64" name="Oval 263"/>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65" name="Freeform 264"/>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66" name="Freeform 265"/>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67" name="Freeform 266"/>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68" name="Freeform 267"/>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69" name="Straight Connector 268"/>
                <p:cNvCxnSpPr>
                  <a:endCxn id="264"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70" name="Straight Connector 269"/>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59" name="Group 258"/>
              <p:cNvGrpSpPr/>
              <p:nvPr/>
            </p:nvGrpSpPr>
            <p:grpSpPr>
              <a:xfrm>
                <a:off x="1844715" y="2907714"/>
                <a:ext cx="356365" cy="399358"/>
                <a:chOff x="741398" y="1743005"/>
                <a:chExt cx="356365" cy="399358"/>
              </a:xfrm>
            </p:grpSpPr>
            <p:sp>
              <p:nvSpPr>
                <p:cNvPr id="260" name="Oval 259"/>
                <p:cNvSpPr/>
                <p:nvPr/>
              </p:nvSpPr>
              <p:spPr bwMode="auto">
                <a:xfrm>
                  <a:off x="741398" y="1850752"/>
                  <a:ext cx="356365" cy="168450"/>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61" name="TextBox 260"/>
                <p:cNvSpPr txBox="1"/>
                <p:nvPr/>
              </p:nvSpPr>
              <p:spPr>
                <a:xfrm>
                  <a:off x="783895" y="1743005"/>
                  <a:ext cx="288887" cy="399358"/>
                </a:xfrm>
                <a:prstGeom prst="rect">
                  <a:avLst/>
                </a:prstGeom>
                <a:noFill/>
              </p:spPr>
              <p:txBody>
                <a:bodyPr wrap="none" rtlCol="0">
                  <a:spAutoFit/>
                </a:bodyPr>
                <a:lstStyle/>
                <a:p>
                  <a:r>
                    <a:rPr lang="en-US" sz="2400" dirty="0"/>
                    <a:t>v</a:t>
                  </a:r>
                </a:p>
              </p:txBody>
            </p:sp>
          </p:grpSp>
        </p:grpSp>
        <p:grpSp>
          <p:nvGrpSpPr>
            <p:cNvPr id="188" name="Group 187"/>
            <p:cNvGrpSpPr/>
            <p:nvPr/>
          </p:nvGrpSpPr>
          <p:grpSpPr>
            <a:xfrm>
              <a:off x="4888811" y="1979830"/>
              <a:ext cx="687402" cy="480963"/>
              <a:chOff x="1736090" y="2893762"/>
              <a:chExt cx="565150" cy="347726"/>
            </a:xfrm>
          </p:grpSpPr>
          <p:grpSp>
            <p:nvGrpSpPr>
              <p:cNvPr id="245" name="Group 327"/>
              <p:cNvGrpSpPr>
                <a:grpSpLocks/>
              </p:cNvGrpSpPr>
              <p:nvPr/>
            </p:nvGrpSpPr>
            <p:grpSpPr bwMode="auto">
              <a:xfrm>
                <a:off x="1736090" y="2893762"/>
                <a:ext cx="565150" cy="292100"/>
                <a:chOff x="1871277" y="1576300"/>
                <a:chExt cx="1128371" cy="437861"/>
              </a:xfrm>
            </p:grpSpPr>
            <p:sp>
              <p:nvSpPr>
                <p:cNvPr id="249" name="Oval 248"/>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50" name="Rectangle 249"/>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51" name="Oval 250"/>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52" name="Freeform 251"/>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53" name="Freeform 252"/>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54" name="Freeform 253"/>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55" name="Freeform 254"/>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56" name="Straight Connector 255"/>
                <p:cNvCxnSpPr>
                  <a:endCxn id="251"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57" name="Straight Connector 256"/>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46" name="Group 245"/>
              <p:cNvGrpSpPr/>
              <p:nvPr/>
            </p:nvGrpSpPr>
            <p:grpSpPr>
              <a:xfrm>
                <a:off x="1844715" y="2907714"/>
                <a:ext cx="378664" cy="333774"/>
                <a:chOff x="741398" y="1743005"/>
                <a:chExt cx="378664" cy="333774"/>
              </a:xfrm>
            </p:grpSpPr>
            <p:sp>
              <p:nvSpPr>
                <p:cNvPr id="247" name="Oval 246"/>
                <p:cNvSpPr/>
                <p:nvPr/>
              </p:nvSpPr>
              <p:spPr bwMode="auto">
                <a:xfrm>
                  <a:off x="741398" y="1850752"/>
                  <a:ext cx="356365" cy="168450"/>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48" name="TextBox 247"/>
                <p:cNvSpPr txBox="1"/>
                <p:nvPr/>
              </p:nvSpPr>
              <p:spPr>
                <a:xfrm>
                  <a:off x="767915" y="1743005"/>
                  <a:ext cx="352147" cy="333774"/>
                </a:xfrm>
                <a:prstGeom prst="rect">
                  <a:avLst/>
                </a:prstGeom>
                <a:noFill/>
              </p:spPr>
              <p:txBody>
                <a:bodyPr wrap="none" rtlCol="0">
                  <a:spAutoFit/>
                </a:bodyPr>
                <a:lstStyle/>
                <a:p>
                  <a:r>
                    <a:rPr lang="en-US" sz="2400" dirty="0"/>
                    <a:t>w</a:t>
                  </a:r>
                </a:p>
              </p:txBody>
            </p:sp>
          </p:grpSp>
        </p:grpSp>
        <p:grpSp>
          <p:nvGrpSpPr>
            <p:cNvPr id="189" name="Group 188"/>
            <p:cNvGrpSpPr/>
            <p:nvPr/>
          </p:nvGrpSpPr>
          <p:grpSpPr>
            <a:xfrm>
              <a:off x="2206359" y="2517647"/>
              <a:ext cx="687402" cy="480963"/>
              <a:chOff x="1736090" y="2893762"/>
              <a:chExt cx="565150" cy="347726"/>
            </a:xfrm>
          </p:grpSpPr>
          <p:grpSp>
            <p:nvGrpSpPr>
              <p:cNvPr id="232" name="Group 327"/>
              <p:cNvGrpSpPr>
                <a:grpSpLocks/>
              </p:cNvGrpSpPr>
              <p:nvPr/>
            </p:nvGrpSpPr>
            <p:grpSpPr bwMode="auto">
              <a:xfrm>
                <a:off x="1736090" y="2893762"/>
                <a:ext cx="565150" cy="292100"/>
                <a:chOff x="1871277" y="1576300"/>
                <a:chExt cx="1128371" cy="437861"/>
              </a:xfrm>
            </p:grpSpPr>
            <p:sp>
              <p:nvSpPr>
                <p:cNvPr id="236" name="Oval 235"/>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37" name="Rectangle 236"/>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38" name="Oval 237"/>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39" name="Freeform 238"/>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40" name="Freeform 239"/>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41" name="Freeform 240"/>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42" name="Freeform 241"/>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43" name="Straight Connector 242"/>
                <p:cNvCxnSpPr>
                  <a:endCxn id="238"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44" name="Straight Connector 243"/>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33" name="Group 232"/>
              <p:cNvGrpSpPr/>
              <p:nvPr/>
            </p:nvGrpSpPr>
            <p:grpSpPr>
              <a:xfrm>
                <a:off x="1844715" y="2907714"/>
                <a:ext cx="356365" cy="333774"/>
                <a:chOff x="741398" y="1743005"/>
                <a:chExt cx="356365" cy="333774"/>
              </a:xfrm>
            </p:grpSpPr>
            <p:sp>
              <p:nvSpPr>
                <p:cNvPr id="234" name="Oval 233"/>
                <p:cNvSpPr/>
                <p:nvPr/>
              </p:nvSpPr>
              <p:spPr bwMode="auto">
                <a:xfrm>
                  <a:off x="741398" y="1850752"/>
                  <a:ext cx="356365" cy="168450"/>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35" name="TextBox 234"/>
                <p:cNvSpPr txBox="1"/>
                <p:nvPr/>
              </p:nvSpPr>
              <p:spPr>
                <a:xfrm>
                  <a:off x="783895" y="1743005"/>
                  <a:ext cx="292553" cy="333774"/>
                </a:xfrm>
                <a:prstGeom prst="rect">
                  <a:avLst/>
                </a:prstGeom>
                <a:noFill/>
              </p:spPr>
              <p:txBody>
                <a:bodyPr wrap="none" rtlCol="0">
                  <a:spAutoFit/>
                </a:bodyPr>
                <a:lstStyle/>
                <a:p>
                  <a:r>
                    <a:rPr lang="en-US" sz="2400" dirty="0"/>
                    <a:t>u</a:t>
                  </a:r>
                </a:p>
              </p:txBody>
            </p:sp>
          </p:grpSp>
        </p:grpSp>
        <p:grpSp>
          <p:nvGrpSpPr>
            <p:cNvPr id="190" name="Group 189"/>
            <p:cNvGrpSpPr/>
            <p:nvPr/>
          </p:nvGrpSpPr>
          <p:grpSpPr>
            <a:xfrm>
              <a:off x="6285253" y="2579331"/>
              <a:ext cx="687402" cy="480963"/>
              <a:chOff x="1736090" y="2893762"/>
              <a:chExt cx="565150" cy="347726"/>
            </a:xfrm>
          </p:grpSpPr>
          <p:grpSp>
            <p:nvGrpSpPr>
              <p:cNvPr id="219" name="Group 327"/>
              <p:cNvGrpSpPr>
                <a:grpSpLocks/>
              </p:cNvGrpSpPr>
              <p:nvPr/>
            </p:nvGrpSpPr>
            <p:grpSpPr bwMode="auto">
              <a:xfrm>
                <a:off x="1736090" y="2893762"/>
                <a:ext cx="565150" cy="292100"/>
                <a:chOff x="1871277" y="1576300"/>
                <a:chExt cx="1128371" cy="437861"/>
              </a:xfrm>
            </p:grpSpPr>
            <p:sp>
              <p:nvSpPr>
                <p:cNvPr id="223" name="Oval 222"/>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24" name="Rectangle 223"/>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25" name="Oval 224"/>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26" name="Freeform 225"/>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27" name="Freeform 226"/>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28" name="Freeform 227"/>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29" name="Freeform 228"/>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30" name="Straight Connector 229"/>
                <p:cNvCxnSpPr>
                  <a:endCxn id="225"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31" name="Straight Connector 230"/>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20" name="Group 219"/>
              <p:cNvGrpSpPr/>
              <p:nvPr/>
            </p:nvGrpSpPr>
            <p:grpSpPr>
              <a:xfrm>
                <a:off x="1844715" y="2907714"/>
                <a:ext cx="356365" cy="333774"/>
                <a:chOff x="741398" y="1743005"/>
                <a:chExt cx="356365" cy="333774"/>
              </a:xfrm>
            </p:grpSpPr>
            <p:sp>
              <p:nvSpPr>
                <p:cNvPr id="221" name="Oval 220"/>
                <p:cNvSpPr/>
                <p:nvPr/>
              </p:nvSpPr>
              <p:spPr bwMode="auto">
                <a:xfrm>
                  <a:off x="741398" y="1850752"/>
                  <a:ext cx="356365" cy="168450"/>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22" name="TextBox 221"/>
                <p:cNvSpPr txBox="1"/>
                <p:nvPr/>
              </p:nvSpPr>
              <p:spPr>
                <a:xfrm>
                  <a:off x="783895" y="1743005"/>
                  <a:ext cx="278343" cy="333774"/>
                </a:xfrm>
                <a:prstGeom prst="rect">
                  <a:avLst/>
                </a:prstGeom>
                <a:noFill/>
              </p:spPr>
              <p:txBody>
                <a:bodyPr wrap="none" rtlCol="0">
                  <a:spAutoFit/>
                </a:bodyPr>
                <a:lstStyle/>
                <a:p>
                  <a:r>
                    <a:rPr lang="en-US" sz="2400" dirty="0"/>
                    <a:t>z</a:t>
                  </a:r>
                </a:p>
              </p:txBody>
            </p:sp>
          </p:grpSp>
        </p:grpSp>
        <p:grpSp>
          <p:nvGrpSpPr>
            <p:cNvPr id="191" name="Group 190"/>
            <p:cNvGrpSpPr/>
            <p:nvPr/>
          </p:nvGrpSpPr>
          <p:grpSpPr>
            <a:xfrm>
              <a:off x="4927962" y="3152913"/>
              <a:ext cx="687402" cy="480963"/>
              <a:chOff x="1736090" y="2893762"/>
              <a:chExt cx="565150" cy="347726"/>
            </a:xfrm>
          </p:grpSpPr>
          <p:grpSp>
            <p:nvGrpSpPr>
              <p:cNvPr id="206" name="Group 327"/>
              <p:cNvGrpSpPr>
                <a:grpSpLocks/>
              </p:cNvGrpSpPr>
              <p:nvPr/>
            </p:nvGrpSpPr>
            <p:grpSpPr bwMode="auto">
              <a:xfrm>
                <a:off x="1736090" y="2893762"/>
                <a:ext cx="565150" cy="292100"/>
                <a:chOff x="1871277" y="1576300"/>
                <a:chExt cx="1128371" cy="437861"/>
              </a:xfrm>
            </p:grpSpPr>
            <p:sp>
              <p:nvSpPr>
                <p:cNvPr id="210" name="Oval 209"/>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11" name="Rectangle 210"/>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12" name="Oval 211"/>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13" name="Freeform 212"/>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14" name="Freeform 213"/>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15" name="Freeform 214"/>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16" name="Freeform 215"/>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17" name="Straight Connector 216"/>
                <p:cNvCxnSpPr>
                  <a:endCxn id="212"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18" name="Straight Connector 217"/>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07" name="Group 206"/>
              <p:cNvGrpSpPr/>
              <p:nvPr/>
            </p:nvGrpSpPr>
            <p:grpSpPr>
              <a:xfrm>
                <a:off x="1844715" y="2907714"/>
                <a:ext cx="356365" cy="333774"/>
                <a:chOff x="741398" y="1743005"/>
                <a:chExt cx="356365" cy="333774"/>
              </a:xfrm>
            </p:grpSpPr>
            <p:sp>
              <p:nvSpPr>
                <p:cNvPr id="208" name="Oval 207"/>
                <p:cNvSpPr/>
                <p:nvPr/>
              </p:nvSpPr>
              <p:spPr bwMode="auto">
                <a:xfrm>
                  <a:off x="741398" y="1850752"/>
                  <a:ext cx="356365" cy="168450"/>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09" name="TextBox 208"/>
                <p:cNvSpPr txBox="1"/>
                <p:nvPr/>
              </p:nvSpPr>
              <p:spPr>
                <a:xfrm>
                  <a:off x="783895" y="1743005"/>
                  <a:ext cx="278343" cy="333774"/>
                </a:xfrm>
                <a:prstGeom prst="rect">
                  <a:avLst/>
                </a:prstGeom>
                <a:noFill/>
              </p:spPr>
              <p:txBody>
                <a:bodyPr wrap="none" rtlCol="0">
                  <a:spAutoFit/>
                </a:bodyPr>
                <a:lstStyle/>
                <a:p>
                  <a:r>
                    <a:rPr lang="en-US" sz="2400" dirty="0"/>
                    <a:t>y</a:t>
                  </a:r>
                </a:p>
              </p:txBody>
            </p:sp>
          </p:grpSp>
        </p:grpSp>
        <p:grpSp>
          <p:nvGrpSpPr>
            <p:cNvPr id="192" name="Group 191"/>
            <p:cNvGrpSpPr/>
            <p:nvPr/>
          </p:nvGrpSpPr>
          <p:grpSpPr>
            <a:xfrm>
              <a:off x="3337414" y="3136841"/>
              <a:ext cx="687402" cy="480963"/>
              <a:chOff x="1736090" y="2893762"/>
              <a:chExt cx="565150" cy="347726"/>
            </a:xfrm>
          </p:grpSpPr>
          <p:grpSp>
            <p:nvGrpSpPr>
              <p:cNvPr id="193" name="Group 327"/>
              <p:cNvGrpSpPr>
                <a:grpSpLocks/>
              </p:cNvGrpSpPr>
              <p:nvPr/>
            </p:nvGrpSpPr>
            <p:grpSpPr bwMode="auto">
              <a:xfrm>
                <a:off x="1736090" y="2893762"/>
                <a:ext cx="565150" cy="292100"/>
                <a:chOff x="1871277" y="1576300"/>
                <a:chExt cx="1128371" cy="437861"/>
              </a:xfrm>
            </p:grpSpPr>
            <p:sp>
              <p:nvSpPr>
                <p:cNvPr id="197" name="Oval 196"/>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98" name="Rectangle 197"/>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99" name="Oval 198"/>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00" name="Freeform 199"/>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01" name="Freeform 200"/>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02" name="Freeform 201"/>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03" name="Freeform 202"/>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04" name="Straight Connector 203"/>
                <p:cNvCxnSpPr>
                  <a:endCxn id="199"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05" name="Straight Connector 204"/>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94" name="Group 193"/>
              <p:cNvGrpSpPr/>
              <p:nvPr/>
            </p:nvGrpSpPr>
            <p:grpSpPr>
              <a:xfrm>
                <a:off x="1844715" y="2907714"/>
                <a:ext cx="356365" cy="333774"/>
                <a:chOff x="741398" y="1743005"/>
                <a:chExt cx="356365" cy="333774"/>
              </a:xfrm>
            </p:grpSpPr>
            <p:sp>
              <p:nvSpPr>
                <p:cNvPr id="195" name="Oval 194"/>
                <p:cNvSpPr/>
                <p:nvPr/>
              </p:nvSpPr>
              <p:spPr bwMode="auto">
                <a:xfrm>
                  <a:off x="741398" y="1850752"/>
                  <a:ext cx="356365" cy="168450"/>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96" name="TextBox 195"/>
                <p:cNvSpPr txBox="1"/>
                <p:nvPr/>
              </p:nvSpPr>
              <p:spPr>
                <a:xfrm>
                  <a:off x="783895" y="1743005"/>
                  <a:ext cx="278343" cy="333774"/>
                </a:xfrm>
                <a:prstGeom prst="rect">
                  <a:avLst/>
                </a:prstGeom>
                <a:noFill/>
              </p:spPr>
              <p:txBody>
                <a:bodyPr wrap="none" rtlCol="0">
                  <a:spAutoFit/>
                </a:bodyPr>
                <a:lstStyle/>
                <a:p>
                  <a:r>
                    <a:rPr lang="en-US" sz="2400" dirty="0"/>
                    <a:t>x</a:t>
                  </a:r>
                </a:p>
              </p:txBody>
            </p:sp>
          </p:grpSp>
        </p:grpSp>
      </p:grpSp>
      <p:grpSp>
        <p:nvGrpSpPr>
          <p:cNvPr id="157" name="Group 156"/>
          <p:cNvGrpSpPr/>
          <p:nvPr/>
        </p:nvGrpSpPr>
        <p:grpSpPr>
          <a:xfrm>
            <a:off x="1824193" y="2137617"/>
            <a:ext cx="1838752" cy="1207922"/>
            <a:chOff x="1800839" y="2199110"/>
            <a:chExt cx="1838752" cy="1207922"/>
          </a:xfrm>
        </p:grpSpPr>
        <p:sp>
          <p:nvSpPr>
            <p:cNvPr id="158" name="Freeform 157"/>
            <p:cNvSpPr/>
            <p:nvPr/>
          </p:nvSpPr>
          <p:spPr>
            <a:xfrm>
              <a:off x="1800839" y="2199110"/>
              <a:ext cx="1838752" cy="549777"/>
            </a:xfrm>
            <a:custGeom>
              <a:avLst/>
              <a:gdLst>
                <a:gd name="connsiteX0" fmla="*/ 0 w 1876665"/>
                <a:gd name="connsiteY0" fmla="*/ 739356 h 739356"/>
                <a:gd name="connsiteX1" fmla="*/ 985723 w 1876665"/>
                <a:gd name="connsiteY1" fmla="*/ 720399 h 739356"/>
                <a:gd name="connsiteX2" fmla="*/ 1876665 w 1876665"/>
                <a:gd name="connsiteY2" fmla="*/ 0 h 739356"/>
                <a:gd name="connsiteX0" fmla="*/ 0 w 1876665"/>
                <a:gd name="connsiteY0" fmla="*/ 739356 h 739356"/>
                <a:gd name="connsiteX1" fmla="*/ 818495 w 1876665"/>
                <a:gd name="connsiteY1" fmla="*/ 720399 h 739356"/>
                <a:gd name="connsiteX2" fmla="*/ 1876665 w 1876665"/>
                <a:gd name="connsiteY2" fmla="*/ 0 h 739356"/>
                <a:gd name="connsiteX0" fmla="*/ 0 w 1802341"/>
                <a:gd name="connsiteY0" fmla="*/ 630627 h 630627"/>
                <a:gd name="connsiteX1" fmla="*/ 818495 w 1802341"/>
                <a:gd name="connsiteY1" fmla="*/ 611670 h 630627"/>
                <a:gd name="connsiteX2" fmla="*/ 1802341 w 1802341"/>
                <a:gd name="connsiteY2" fmla="*/ 0 h 630627"/>
              </a:gdLst>
              <a:ahLst/>
              <a:cxnLst>
                <a:cxn ang="0">
                  <a:pos x="connsiteX0" y="connsiteY0"/>
                </a:cxn>
                <a:cxn ang="0">
                  <a:pos x="connsiteX1" y="connsiteY1"/>
                </a:cxn>
                <a:cxn ang="0">
                  <a:pos x="connsiteX2" y="connsiteY2"/>
                </a:cxn>
              </a:cxnLst>
              <a:rect l="l" t="t" r="r" b="b"/>
              <a:pathLst>
                <a:path w="1802341" h="630627">
                  <a:moveTo>
                    <a:pt x="0" y="630627"/>
                  </a:moveTo>
                  <a:lnTo>
                    <a:pt x="818495" y="611670"/>
                  </a:lnTo>
                  <a:lnTo>
                    <a:pt x="1802341" y="0"/>
                  </a:lnTo>
                </a:path>
              </a:pathLst>
            </a:custGeom>
            <a:ln w="50800" cmpd="sng">
              <a:solidFill>
                <a:srgbClr val="CC0000"/>
              </a:solidFill>
              <a:tailEnd type="triangle"/>
            </a:ln>
          </p:spPr>
          <p:txBody>
            <a:bodyPr rtlCol="0" anchor="ctr"/>
            <a:lstStyle/>
            <a:p>
              <a:pPr algn="ctr"/>
              <a:endParaRPr lang="en-US"/>
            </a:p>
          </p:txBody>
        </p:sp>
        <p:sp>
          <p:nvSpPr>
            <p:cNvPr id="159" name="Freeform 158"/>
            <p:cNvSpPr/>
            <p:nvPr/>
          </p:nvSpPr>
          <p:spPr>
            <a:xfrm flipV="1">
              <a:off x="1801588" y="2749626"/>
              <a:ext cx="1741891" cy="657406"/>
            </a:xfrm>
            <a:custGeom>
              <a:avLst/>
              <a:gdLst>
                <a:gd name="connsiteX0" fmla="*/ 0 w 1876665"/>
                <a:gd name="connsiteY0" fmla="*/ 739356 h 739356"/>
                <a:gd name="connsiteX1" fmla="*/ 985723 w 1876665"/>
                <a:gd name="connsiteY1" fmla="*/ 720399 h 739356"/>
                <a:gd name="connsiteX2" fmla="*/ 1876665 w 1876665"/>
                <a:gd name="connsiteY2" fmla="*/ 0 h 739356"/>
                <a:gd name="connsiteX0" fmla="*/ 0 w 1876665"/>
                <a:gd name="connsiteY0" fmla="*/ 739356 h 739356"/>
                <a:gd name="connsiteX1" fmla="*/ 818495 w 1876665"/>
                <a:gd name="connsiteY1" fmla="*/ 720399 h 739356"/>
                <a:gd name="connsiteX2" fmla="*/ 1876665 w 1876665"/>
                <a:gd name="connsiteY2" fmla="*/ 0 h 739356"/>
                <a:gd name="connsiteX0" fmla="*/ 0 w 1802341"/>
                <a:gd name="connsiteY0" fmla="*/ 630627 h 630627"/>
                <a:gd name="connsiteX1" fmla="*/ 818495 w 1802341"/>
                <a:gd name="connsiteY1" fmla="*/ 611670 h 630627"/>
                <a:gd name="connsiteX2" fmla="*/ 1802341 w 1802341"/>
                <a:gd name="connsiteY2" fmla="*/ 0 h 630627"/>
                <a:gd name="connsiteX0" fmla="*/ 0 w 1707398"/>
                <a:gd name="connsiteY0" fmla="*/ 754084 h 754084"/>
                <a:gd name="connsiteX1" fmla="*/ 818495 w 1707398"/>
                <a:gd name="connsiteY1" fmla="*/ 735127 h 754084"/>
                <a:gd name="connsiteX2" fmla="*/ 1707398 w 1707398"/>
                <a:gd name="connsiteY2" fmla="*/ 0 h 754084"/>
              </a:gdLst>
              <a:ahLst/>
              <a:cxnLst>
                <a:cxn ang="0">
                  <a:pos x="connsiteX0" y="connsiteY0"/>
                </a:cxn>
                <a:cxn ang="0">
                  <a:pos x="connsiteX1" y="connsiteY1"/>
                </a:cxn>
                <a:cxn ang="0">
                  <a:pos x="connsiteX2" y="connsiteY2"/>
                </a:cxn>
              </a:cxnLst>
              <a:rect l="l" t="t" r="r" b="b"/>
              <a:pathLst>
                <a:path w="1707398" h="754084">
                  <a:moveTo>
                    <a:pt x="0" y="754084"/>
                  </a:moveTo>
                  <a:lnTo>
                    <a:pt x="818495" y="735127"/>
                  </a:lnTo>
                  <a:lnTo>
                    <a:pt x="1707398" y="0"/>
                  </a:lnTo>
                </a:path>
              </a:pathLst>
            </a:custGeom>
            <a:ln w="50800" cmpd="sng">
              <a:solidFill>
                <a:srgbClr val="CC0000"/>
              </a:solidFill>
              <a:tailEnd type="triangle"/>
            </a:ln>
          </p:spPr>
          <p:txBody>
            <a:bodyPr rtlCol="0" anchor="ctr"/>
            <a:lstStyle/>
            <a:p>
              <a:pPr algn="ctr"/>
              <a:endParaRPr lang="en-US"/>
            </a:p>
          </p:txBody>
        </p:sp>
      </p:grpSp>
    </p:spTree>
    <p:extLst>
      <p:ext uri="{BB962C8B-B14F-4D97-AF65-F5344CB8AC3E}">
        <p14:creationId xmlns:p14="http://schemas.microsoft.com/office/powerpoint/2010/main" val="32224777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5">
                                            <p:txEl>
                                              <p:pRg st="0" end="0"/>
                                            </p:txEl>
                                          </p:spTgt>
                                        </p:tgtEl>
                                        <p:attrNameLst>
                                          <p:attrName>style.visibility</p:attrName>
                                        </p:attrNameLst>
                                      </p:cBhvr>
                                      <p:to>
                                        <p:strVal val="visible"/>
                                      </p:to>
                                    </p:set>
                                    <p:animEffect transition="in" filter="dissolve">
                                      <p:cBhvr>
                                        <p:cTn id="7" dur="500"/>
                                        <p:tgtEl>
                                          <p:spTgt spid="15">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5">
                                            <p:txEl>
                                              <p:pRg st="1" end="1"/>
                                            </p:txEl>
                                          </p:spTgt>
                                        </p:tgtEl>
                                        <p:attrNameLst>
                                          <p:attrName>style.visibility</p:attrName>
                                        </p:attrNameLst>
                                      </p:cBhvr>
                                      <p:to>
                                        <p:strVal val="visible"/>
                                      </p:to>
                                    </p:set>
                                    <p:animEffect transition="in" filter="dissolve">
                                      <p:cBhvr>
                                        <p:cTn id="12" dur="500"/>
                                        <p:tgtEl>
                                          <p:spTgt spid="15">
                                            <p:txEl>
                                              <p:pRg st="1" end="1"/>
                                            </p:txEl>
                                          </p:spTgt>
                                        </p:tgtEl>
                                      </p:cBhvr>
                                    </p:animEffect>
                                  </p:childTnLst>
                                </p:cTn>
                              </p:par>
                              <p:par>
                                <p:cTn id="13" presetID="9" presetClass="entr" presetSubtype="0" fill="hold" nodeType="withEffect">
                                  <p:stCondLst>
                                    <p:cond delay="0"/>
                                  </p:stCondLst>
                                  <p:childTnLst>
                                    <p:set>
                                      <p:cBhvr>
                                        <p:cTn id="14" dur="1" fill="hold">
                                          <p:stCondLst>
                                            <p:cond delay="0"/>
                                          </p:stCondLst>
                                        </p:cTn>
                                        <p:tgtEl>
                                          <p:spTgt spid="157"/>
                                        </p:tgtEl>
                                        <p:attrNameLst>
                                          <p:attrName>style.visibility</p:attrName>
                                        </p:attrNameLst>
                                      </p:cBhvr>
                                      <p:to>
                                        <p:strVal val="visible"/>
                                      </p:to>
                                    </p:set>
                                    <p:animEffect transition="in" filter="dissolve">
                                      <p:cBhvr>
                                        <p:cTn id="15" dur="500"/>
                                        <p:tgtEl>
                                          <p:spTgt spid="1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8" name="Group 1612"/>
          <p:cNvGrpSpPr>
            <a:grpSpLocks/>
          </p:cNvGrpSpPr>
          <p:nvPr/>
        </p:nvGrpSpPr>
        <p:grpSpPr bwMode="auto">
          <a:xfrm flipH="1">
            <a:off x="943464" y="2441244"/>
            <a:ext cx="855053" cy="655887"/>
            <a:chOff x="2839" y="3501"/>
            <a:chExt cx="755" cy="803"/>
          </a:xfrm>
        </p:grpSpPr>
        <p:pic>
          <p:nvPicPr>
            <p:cNvPr id="119" name="Picture 1613" descr="desktop_computer_stylized_medium"/>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20" name="Freeform 1614"/>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xmlns="" w="9525" cap="flat" cmpd="sng">
                  <a:solidFill>
                    <a:srgbClr val="000000"/>
                  </a:solidFill>
                  <a:prstDash val="solid"/>
                  <a:round/>
                  <a:headEnd/>
                  <a:tailEnd/>
                </a14:hiddenLine>
              </a:ext>
            </a:extLst>
          </p:spPr>
          <p:txBody>
            <a:bodyPr wrap="none"/>
            <a:lstStyle/>
            <a:p>
              <a:endParaRPr lang="en-US"/>
            </a:p>
          </p:txBody>
        </p:sp>
      </p:grpSp>
      <p:pic>
        <p:nvPicPr>
          <p:cNvPr id="120835" name="Picture 75" descr="underline_base"/>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98487" y="847725"/>
            <a:ext cx="6263659" cy="19495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20840" name="Freeform 3"/>
          <p:cNvSpPr>
            <a:spLocks/>
          </p:cNvSpPr>
          <p:nvPr/>
        </p:nvSpPr>
        <p:spPr bwMode="auto">
          <a:xfrm>
            <a:off x="2066227" y="1330694"/>
            <a:ext cx="5142041" cy="2404002"/>
          </a:xfrm>
          <a:custGeom>
            <a:avLst/>
            <a:gdLst>
              <a:gd name="T0" fmla="*/ 0 w 2250"/>
              <a:gd name="T1" fmla="*/ 624 h 1409"/>
              <a:gd name="T2" fmla="*/ 219 w 2250"/>
              <a:gd name="T3" fmla="*/ 321 h 1409"/>
              <a:gd name="T4" fmla="*/ 529 w 2250"/>
              <a:gd name="T5" fmla="*/ 35 h 1409"/>
              <a:gd name="T6" fmla="*/ 1551 w 2250"/>
              <a:gd name="T7" fmla="*/ 111 h 1409"/>
              <a:gd name="T8" fmla="*/ 1968 w 2250"/>
              <a:gd name="T9" fmla="*/ 483 h 1409"/>
              <a:gd name="T10" fmla="*/ 2199 w 2250"/>
              <a:gd name="T11" fmla="*/ 906 h 1409"/>
              <a:gd name="T12" fmla="*/ 1659 w 2250"/>
              <a:gd name="T13" fmla="*/ 1314 h 1409"/>
              <a:gd name="T14" fmla="*/ 993 w 2250"/>
              <a:gd name="T15" fmla="*/ 1386 h 1409"/>
              <a:gd name="T16" fmla="*/ 465 w 2250"/>
              <a:gd name="T17" fmla="*/ 1356 h 1409"/>
              <a:gd name="T18" fmla="*/ 102 w 2250"/>
              <a:gd name="T19" fmla="*/ 1068 h 1409"/>
              <a:gd name="T20" fmla="*/ 0 w 2250"/>
              <a:gd name="T21" fmla="*/ 624 h 140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50"/>
              <a:gd name="T34" fmla="*/ 0 h 1409"/>
              <a:gd name="T35" fmla="*/ 2250 w 2250"/>
              <a:gd name="T36" fmla="*/ 1409 h 140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50" h="1409">
                <a:moveTo>
                  <a:pt x="0" y="624"/>
                </a:moveTo>
                <a:cubicBezTo>
                  <a:pt x="5" y="506"/>
                  <a:pt x="131" y="419"/>
                  <a:pt x="219" y="321"/>
                </a:cubicBezTo>
                <a:cubicBezTo>
                  <a:pt x="307" y="223"/>
                  <a:pt x="307" y="70"/>
                  <a:pt x="529" y="35"/>
                </a:cubicBezTo>
                <a:cubicBezTo>
                  <a:pt x="751" y="0"/>
                  <a:pt x="1311" y="36"/>
                  <a:pt x="1551" y="111"/>
                </a:cubicBezTo>
                <a:cubicBezTo>
                  <a:pt x="1791" y="186"/>
                  <a:pt x="1860" y="351"/>
                  <a:pt x="1968" y="483"/>
                </a:cubicBezTo>
                <a:cubicBezTo>
                  <a:pt x="2076" y="615"/>
                  <a:pt x="2250" y="767"/>
                  <a:pt x="2199" y="906"/>
                </a:cubicBezTo>
                <a:cubicBezTo>
                  <a:pt x="2148" y="1045"/>
                  <a:pt x="1860" y="1234"/>
                  <a:pt x="1659" y="1314"/>
                </a:cubicBezTo>
                <a:cubicBezTo>
                  <a:pt x="1458" y="1394"/>
                  <a:pt x="1192" y="1379"/>
                  <a:pt x="993" y="1386"/>
                </a:cubicBezTo>
                <a:cubicBezTo>
                  <a:pt x="794" y="1393"/>
                  <a:pt x="613" y="1409"/>
                  <a:pt x="465" y="1356"/>
                </a:cubicBezTo>
                <a:cubicBezTo>
                  <a:pt x="317" y="1303"/>
                  <a:pt x="180" y="1190"/>
                  <a:pt x="102" y="1068"/>
                </a:cubicBezTo>
                <a:cubicBezTo>
                  <a:pt x="24" y="946"/>
                  <a:pt x="21" y="716"/>
                  <a:pt x="0" y="624"/>
                </a:cubicBezTo>
                <a:close/>
              </a:path>
            </a:pathLst>
          </a:custGeom>
          <a:solidFill>
            <a:srgbClr val="99CCFF"/>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sp>
        <p:nvSpPr>
          <p:cNvPr id="120841" name="Freeform 4"/>
          <p:cNvSpPr>
            <a:spLocks/>
          </p:cNvSpPr>
          <p:nvPr/>
        </p:nvSpPr>
        <p:spPr bwMode="auto">
          <a:xfrm>
            <a:off x="2834105" y="2267385"/>
            <a:ext cx="781590" cy="317349"/>
          </a:xfrm>
          <a:custGeom>
            <a:avLst/>
            <a:gdLst>
              <a:gd name="T0" fmla="*/ 0 w 342"/>
              <a:gd name="T1" fmla="*/ 186 h 186"/>
              <a:gd name="T2" fmla="*/ 342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sp>
        <p:nvSpPr>
          <p:cNvPr id="120847" name="Oval 10"/>
          <p:cNvSpPr>
            <a:spLocks noChangeArrowheads="1"/>
          </p:cNvSpPr>
          <p:nvPr/>
        </p:nvSpPr>
        <p:spPr bwMode="auto">
          <a:xfrm>
            <a:off x="3323170" y="3340569"/>
            <a:ext cx="715315" cy="138200"/>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20848" name="Line 11"/>
          <p:cNvSpPr>
            <a:spLocks noChangeShapeType="1"/>
          </p:cNvSpPr>
          <p:nvPr/>
        </p:nvSpPr>
        <p:spPr bwMode="auto">
          <a:xfrm>
            <a:off x="3323170" y="3328626"/>
            <a:ext cx="0" cy="85309"/>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20849" name="Line 12"/>
          <p:cNvSpPr>
            <a:spLocks noChangeShapeType="1"/>
          </p:cNvSpPr>
          <p:nvPr/>
        </p:nvSpPr>
        <p:spPr bwMode="auto">
          <a:xfrm>
            <a:off x="4038485" y="3328626"/>
            <a:ext cx="0" cy="85309"/>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20850" name="Rectangle 13"/>
          <p:cNvSpPr>
            <a:spLocks noChangeArrowheads="1"/>
          </p:cNvSpPr>
          <p:nvPr/>
        </p:nvSpPr>
        <p:spPr bwMode="auto">
          <a:xfrm>
            <a:off x="3323170" y="3328626"/>
            <a:ext cx="708459" cy="83603"/>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sz="2400"/>
          </a:p>
        </p:txBody>
      </p:sp>
      <p:sp>
        <p:nvSpPr>
          <p:cNvPr id="120851" name="Oval 14"/>
          <p:cNvSpPr>
            <a:spLocks noChangeArrowheads="1"/>
          </p:cNvSpPr>
          <p:nvPr/>
        </p:nvSpPr>
        <p:spPr bwMode="auto">
          <a:xfrm>
            <a:off x="3316314" y="3227962"/>
            <a:ext cx="715315" cy="162087"/>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20852" name="Oval 15"/>
          <p:cNvSpPr>
            <a:spLocks noChangeArrowheads="1"/>
          </p:cNvSpPr>
          <p:nvPr/>
        </p:nvSpPr>
        <p:spPr bwMode="auto">
          <a:xfrm>
            <a:off x="3314029" y="2163308"/>
            <a:ext cx="715315" cy="138200"/>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20853" name="Line 16"/>
          <p:cNvSpPr>
            <a:spLocks noChangeShapeType="1"/>
          </p:cNvSpPr>
          <p:nvPr/>
        </p:nvSpPr>
        <p:spPr bwMode="auto">
          <a:xfrm>
            <a:off x="3314029" y="2151365"/>
            <a:ext cx="0" cy="85309"/>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20854" name="Line 17"/>
          <p:cNvSpPr>
            <a:spLocks noChangeShapeType="1"/>
          </p:cNvSpPr>
          <p:nvPr/>
        </p:nvSpPr>
        <p:spPr bwMode="auto">
          <a:xfrm>
            <a:off x="4029344" y="2151365"/>
            <a:ext cx="0" cy="85309"/>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20855" name="Rectangle 18"/>
          <p:cNvSpPr>
            <a:spLocks noChangeArrowheads="1"/>
          </p:cNvSpPr>
          <p:nvPr/>
        </p:nvSpPr>
        <p:spPr bwMode="auto">
          <a:xfrm>
            <a:off x="3314029" y="2151365"/>
            <a:ext cx="708459" cy="83603"/>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sz="2400"/>
          </a:p>
        </p:txBody>
      </p:sp>
      <p:sp>
        <p:nvSpPr>
          <p:cNvPr id="120856" name="Oval 19"/>
          <p:cNvSpPr>
            <a:spLocks noChangeArrowheads="1"/>
          </p:cNvSpPr>
          <p:nvPr/>
        </p:nvSpPr>
        <p:spPr bwMode="auto">
          <a:xfrm>
            <a:off x="3307173" y="2050700"/>
            <a:ext cx="715315" cy="162087"/>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20857" name="Oval 20"/>
          <p:cNvSpPr>
            <a:spLocks noChangeArrowheads="1"/>
          </p:cNvSpPr>
          <p:nvPr/>
        </p:nvSpPr>
        <p:spPr bwMode="auto">
          <a:xfrm>
            <a:off x="4874924" y="2156483"/>
            <a:ext cx="713030" cy="138200"/>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20858" name="Line 21"/>
          <p:cNvSpPr>
            <a:spLocks noChangeShapeType="1"/>
          </p:cNvSpPr>
          <p:nvPr/>
        </p:nvSpPr>
        <p:spPr bwMode="auto">
          <a:xfrm>
            <a:off x="4874924" y="2144540"/>
            <a:ext cx="0" cy="85309"/>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20859" name="Line 22"/>
          <p:cNvSpPr>
            <a:spLocks noChangeShapeType="1"/>
          </p:cNvSpPr>
          <p:nvPr/>
        </p:nvSpPr>
        <p:spPr bwMode="auto">
          <a:xfrm>
            <a:off x="5587954" y="2144540"/>
            <a:ext cx="0" cy="85309"/>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20860" name="Rectangle 23"/>
          <p:cNvSpPr>
            <a:spLocks noChangeArrowheads="1"/>
          </p:cNvSpPr>
          <p:nvPr/>
        </p:nvSpPr>
        <p:spPr bwMode="auto">
          <a:xfrm>
            <a:off x="4874924" y="2144540"/>
            <a:ext cx="706174" cy="83603"/>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sz="2400"/>
          </a:p>
        </p:txBody>
      </p:sp>
      <p:sp>
        <p:nvSpPr>
          <p:cNvPr id="120861" name="Oval 24"/>
          <p:cNvSpPr>
            <a:spLocks noChangeArrowheads="1"/>
          </p:cNvSpPr>
          <p:nvPr/>
        </p:nvSpPr>
        <p:spPr bwMode="auto">
          <a:xfrm>
            <a:off x="4881780" y="2048994"/>
            <a:ext cx="713030" cy="162087"/>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20862" name="Oval 25"/>
          <p:cNvSpPr>
            <a:spLocks noChangeArrowheads="1"/>
          </p:cNvSpPr>
          <p:nvPr/>
        </p:nvSpPr>
        <p:spPr bwMode="auto">
          <a:xfrm>
            <a:off x="4897778" y="3335451"/>
            <a:ext cx="715315" cy="138200"/>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20863" name="Line 26"/>
          <p:cNvSpPr>
            <a:spLocks noChangeShapeType="1"/>
          </p:cNvSpPr>
          <p:nvPr/>
        </p:nvSpPr>
        <p:spPr bwMode="auto">
          <a:xfrm>
            <a:off x="4897778" y="3323508"/>
            <a:ext cx="0" cy="85309"/>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20864" name="Line 27"/>
          <p:cNvSpPr>
            <a:spLocks noChangeShapeType="1"/>
          </p:cNvSpPr>
          <p:nvPr/>
        </p:nvSpPr>
        <p:spPr bwMode="auto">
          <a:xfrm>
            <a:off x="5613093" y="3323508"/>
            <a:ext cx="0" cy="85309"/>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20865" name="Rectangle 28"/>
          <p:cNvSpPr>
            <a:spLocks noChangeArrowheads="1"/>
          </p:cNvSpPr>
          <p:nvPr/>
        </p:nvSpPr>
        <p:spPr bwMode="auto">
          <a:xfrm>
            <a:off x="4897778" y="3323508"/>
            <a:ext cx="708459" cy="83603"/>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sz="2400"/>
          </a:p>
        </p:txBody>
      </p:sp>
      <p:sp>
        <p:nvSpPr>
          <p:cNvPr id="120866" name="Oval 29"/>
          <p:cNvSpPr>
            <a:spLocks noChangeArrowheads="1"/>
          </p:cNvSpPr>
          <p:nvPr/>
        </p:nvSpPr>
        <p:spPr bwMode="auto">
          <a:xfrm>
            <a:off x="4890922" y="3222843"/>
            <a:ext cx="715315" cy="162087"/>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20867" name="Oval 30"/>
          <p:cNvSpPr>
            <a:spLocks noChangeArrowheads="1"/>
          </p:cNvSpPr>
          <p:nvPr/>
        </p:nvSpPr>
        <p:spPr bwMode="auto">
          <a:xfrm>
            <a:off x="6189001" y="2753645"/>
            <a:ext cx="715315" cy="138200"/>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20868" name="Line 31"/>
          <p:cNvSpPr>
            <a:spLocks noChangeShapeType="1"/>
          </p:cNvSpPr>
          <p:nvPr/>
        </p:nvSpPr>
        <p:spPr bwMode="auto">
          <a:xfrm>
            <a:off x="6189001" y="2741702"/>
            <a:ext cx="0" cy="85309"/>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20869" name="Line 32"/>
          <p:cNvSpPr>
            <a:spLocks noChangeShapeType="1"/>
          </p:cNvSpPr>
          <p:nvPr/>
        </p:nvSpPr>
        <p:spPr bwMode="auto">
          <a:xfrm>
            <a:off x="6904316" y="2741702"/>
            <a:ext cx="0" cy="85309"/>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20870" name="Rectangle 33"/>
          <p:cNvSpPr>
            <a:spLocks noChangeArrowheads="1"/>
          </p:cNvSpPr>
          <p:nvPr/>
        </p:nvSpPr>
        <p:spPr bwMode="auto">
          <a:xfrm>
            <a:off x="6189001" y="2741702"/>
            <a:ext cx="708459" cy="83603"/>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sz="2400"/>
          </a:p>
        </p:txBody>
      </p:sp>
      <p:sp>
        <p:nvSpPr>
          <p:cNvPr id="120871" name="Oval 34"/>
          <p:cNvSpPr>
            <a:spLocks noChangeArrowheads="1"/>
          </p:cNvSpPr>
          <p:nvPr/>
        </p:nvSpPr>
        <p:spPr bwMode="auto">
          <a:xfrm>
            <a:off x="6182145" y="2641037"/>
            <a:ext cx="715315" cy="162087"/>
          </a:xfrm>
          <a:prstGeom prst="ellipse">
            <a:avLst/>
          </a:prstGeom>
          <a:solidFill>
            <a:schemeClr val="hlink"/>
          </a:solidFill>
          <a:ln w="12700">
            <a:solidFill>
              <a:schemeClr val="tx1"/>
            </a:solidFill>
            <a:round/>
            <a:headEnd/>
            <a:tailEnd/>
          </a:ln>
        </p:spPr>
        <p:txBody>
          <a:bodyPr wrap="none" anchor="ctr"/>
          <a:lstStyle/>
          <a:p>
            <a:endParaRPr lang="en-US"/>
          </a:p>
        </p:txBody>
      </p:sp>
      <p:sp>
        <p:nvSpPr>
          <p:cNvPr id="120872" name="Freeform 35"/>
          <p:cNvSpPr>
            <a:spLocks/>
          </p:cNvSpPr>
          <p:nvPr/>
        </p:nvSpPr>
        <p:spPr bwMode="auto">
          <a:xfrm>
            <a:off x="5254292" y="2313451"/>
            <a:ext cx="2285" cy="890624"/>
          </a:xfrm>
          <a:custGeom>
            <a:avLst/>
            <a:gdLst>
              <a:gd name="T0" fmla="*/ 0 w 1"/>
              <a:gd name="T1" fmla="*/ 0 h 522"/>
              <a:gd name="T2" fmla="*/ 0 w 1"/>
              <a:gd name="T3" fmla="*/ 522 h 522"/>
              <a:gd name="T4" fmla="*/ 0 60000 65536"/>
              <a:gd name="T5" fmla="*/ 0 60000 65536"/>
              <a:gd name="T6" fmla="*/ 0 w 1"/>
              <a:gd name="T7" fmla="*/ 0 h 522"/>
              <a:gd name="T8" fmla="*/ 1 w 1"/>
              <a:gd name="T9" fmla="*/ 522 h 522"/>
            </a:gdLst>
            <a:ahLst/>
            <a:cxnLst>
              <a:cxn ang="T4">
                <a:pos x="T0" y="T1"/>
              </a:cxn>
              <a:cxn ang="T5">
                <a:pos x="T2" y="T3"/>
              </a:cxn>
            </a:cxnLst>
            <a:rect l="T6" t="T7" r="T8" b="T9"/>
            <a:pathLst>
              <a:path w="1" h="522">
                <a:moveTo>
                  <a:pt x="0" y="0"/>
                </a:moveTo>
                <a:lnTo>
                  <a:pt x="0" y="522"/>
                </a:ln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sp>
        <p:nvSpPr>
          <p:cNvPr id="120873" name="Freeform 36"/>
          <p:cNvSpPr>
            <a:spLocks/>
          </p:cNvSpPr>
          <p:nvPr/>
        </p:nvSpPr>
        <p:spPr bwMode="auto">
          <a:xfrm>
            <a:off x="3670544" y="2323688"/>
            <a:ext cx="2285" cy="916217"/>
          </a:xfrm>
          <a:custGeom>
            <a:avLst/>
            <a:gdLst>
              <a:gd name="T0" fmla="*/ 0 w 1"/>
              <a:gd name="T1" fmla="*/ 0 h 537"/>
              <a:gd name="T2" fmla="*/ 0 w 1"/>
              <a:gd name="T3" fmla="*/ 537 h 537"/>
              <a:gd name="T4" fmla="*/ 0 60000 65536"/>
              <a:gd name="T5" fmla="*/ 0 60000 65536"/>
              <a:gd name="T6" fmla="*/ 0 w 1"/>
              <a:gd name="T7" fmla="*/ 0 h 537"/>
              <a:gd name="T8" fmla="*/ 1 w 1"/>
              <a:gd name="T9" fmla="*/ 537 h 537"/>
            </a:gdLst>
            <a:ahLst/>
            <a:cxnLst>
              <a:cxn ang="T4">
                <a:pos x="T0" y="T1"/>
              </a:cxn>
              <a:cxn ang="T5">
                <a:pos x="T2" y="T3"/>
              </a:cxn>
            </a:cxnLst>
            <a:rect l="T6" t="T7" r="T8" b="T9"/>
            <a:pathLst>
              <a:path w="1" h="537">
                <a:moveTo>
                  <a:pt x="0" y="0"/>
                </a:moveTo>
                <a:lnTo>
                  <a:pt x="0" y="537"/>
                </a:ln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sp>
        <p:nvSpPr>
          <p:cNvPr id="120874" name="Freeform 37"/>
          <p:cNvSpPr>
            <a:spLocks/>
          </p:cNvSpPr>
          <p:nvPr/>
        </p:nvSpPr>
        <p:spPr bwMode="auto">
          <a:xfrm>
            <a:off x="4047627" y="2298096"/>
            <a:ext cx="1151817" cy="1023706"/>
          </a:xfrm>
          <a:custGeom>
            <a:avLst/>
            <a:gdLst>
              <a:gd name="T0" fmla="*/ 0 w 378"/>
              <a:gd name="T1" fmla="*/ 142610238 h 174"/>
              <a:gd name="T2" fmla="*/ 8951 w 378"/>
              <a:gd name="T3" fmla="*/ 0 h 174"/>
              <a:gd name="T4" fmla="*/ 0 60000 65536"/>
              <a:gd name="T5" fmla="*/ 0 60000 65536"/>
              <a:gd name="T6" fmla="*/ 0 w 378"/>
              <a:gd name="T7" fmla="*/ 0 h 174"/>
              <a:gd name="T8" fmla="*/ 378 w 378"/>
              <a:gd name="T9" fmla="*/ 174 h 174"/>
            </a:gdLst>
            <a:ahLst/>
            <a:cxnLst>
              <a:cxn ang="T4">
                <a:pos x="T0" y="T1"/>
              </a:cxn>
              <a:cxn ang="T5">
                <a:pos x="T2" y="T3"/>
              </a:cxn>
            </a:cxnLst>
            <a:rect l="T6" t="T7" r="T8" b="T9"/>
            <a:pathLst>
              <a:path w="378" h="174">
                <a:moveTo>
                  <a:pt x="0" y="174"/>
                </a:moveTo>
                <a:lnTo>
                  <a:pt x="378" y="0"/>
                </a:ln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sp>
        <p:nvSpPr>
          <p:cNvPr id="120875" name="Freeform 38"/>
          <p:cNvSpPr>
            <a:spLocks/>
          </p:cNvSpPr>
          <p:nvPr/>
        </p:nvSpPr>
        <p:spPr bwMode="auto">
          <a:xfrm>
            <a:off x="5617663" y="2891845"/>
            <a:ext cx="836439" cy="460668"/>
          </a:xfrm>
          <a:custGeom>
            <a:avLst/>
            <a:gdLst>
              <a:gd name="T0" fmla="*/ 0 w 366"/>
              <a:gd name="T1" fmla="*/ 270 h 270"/>
              <a:gd name="T2" fmla="*/ 366 w 366"/>
              <a:gd name="T3" fmla="*/ 0 h 270"/>
              <a:gd name="T4" fmla="*/ 0 60000 65536"/>
              <a:gd name="T5" fmla="*/ 0 60000 65536"/>
              <a:gd name="T6" fmla="*/ 0 w 366"/>
              <a:gd name="T7" fmla="*/ 0 h 270"/>
              <a:gd name="T8" fmla="*/ 366 w 366"/>
              <a:gd name="T9" fmla="*/ 270 h 270"/>
            </a:gdLst>
            <a:ahLst/>
            <a:cxnLst>
              <a:cxn ang="T4">
                <a:pos x="T0" y="T1"/>
              </a:cxn>
              <a:cxn ang="T5">
                <a:pos x="T2" y="T3"/>
              </a:cxn>
            </a:cxnLst>
            <a:rect l="T6" t="T7" r="T8" b="T9"/>
            <a:pathLst>
              <a:path w="366" h="270">
                <a:moveTo>
                  <a:pt x="0" y="270"/>
                </a:moveTo>
                <a:lnTo>
                  <a:pt x="366" y="0"/>
                </a:ln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sp>
        <p:nvSpPr>
          <p:cNvPr id="120876" name="Freeform 39"/>
          <p:cNvSpPr>
            <a:spLocks/>
          </p:cNvSpPr>
          <p:nvPr/>
        </p:nvSpPr>
        <p:spPr bwMode="auto">
          <a:xfrm>
            <a:off x="4061339" y="3372987"/>
            <a:ext cx="836439" cy="1706"/>
          </a:xfrm>
          <a:custGeom>
            <a:avLst/>
            <a:gdLst>
              <a:gd name="T0" fmla="*/ 366 w 366"/>
              <a:gd name="T1" fmla="*/ 0 h 1"/>
              <a:gd name="T2" fmla="*/ 0 w 366"/>
              <a:gd name="T3" fmla="*/ 0 h 1"/>
              <a:gd name="T4" fmla="*/ 0 60000 65536"/>
              <a:gd name="T5" fmla="*/ 0 60000 65536"/>
              <a:gd name="T6" fmla="*/ 0 w 366"/>
              <a:gd name="T7" fmla="*/ 0 h 1"/>
              <a:gd name="T8" fmla="*/ 366 w 366"/>
              <a:gd name="T9" fmla="*/ 1 h 1"/>
            </a:gdLst>
            <a:ahLst/>
            <a:cxnLst>
              <a:cxn ang="T4">
                <a:pos x="T0" y="T1"/>
              </a:cxn>
              <a:cxn ang="T5">
                <a:pos x="T2" y="T3"/>
              </a:cxn>
            </a:cxnLst>
            <a:rect l="T6" t="T7" r="T8" b="T9"/>
            <a:pathLst>
              <a:path w="366" h="1">
                <a:moveTo>
                  <a:pt x="366" y="0"/>
                </a:moveTo>
                <a:lnTo>
                  <a:pt x="0" y="0"/>
                </a:ln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sp>
        <p:nvSpPr>
          <p:cNvPr id="120877" name="Freeform 40"/>
          <p:cNvSpPr>
            <a:spLocks/>
          </p:cNvSpPr>
          <p:nvPr/>
        </p:nvSpPr>
        <p:spPr bwMode="auto">
          <a:xfrm>
            <a:off x="2710696" y="2820186"/>
            <a:ext cx="630757" cy="450430"/>
          </a:xfrm>
          <a:custGeom>
            <a:avLst/>
            <a:gdLst>
              <a:gd name="T0" fmla="*/ 276 w 276"/>
              <a:gd name="T1" fmla="*/ 264 h 264"/>
              <a:gd name="T2" fmla="*/ 0 w 276"/>
              <a:gd name="T3" fmla="*/ 0 h 264"/>
              <a:gd name="T4" fmla="*/ 0 60000 65536"/>
              <a:gd name="T5" fmla="*/ 0 60000 65536"/>
              <a:gd name="T6" fmla="*/ 0 w 276"/>
              <a:gd name="T7" fmla="*/ 0 h 264"/>
              <a:gd name="T8" fmla="*/ 276 w 276"/>
              <a:gd name="T9" fmla="*/ 264 h 264"/>
            </a:gdLst>
            <a:ahLst/>
            <a:cxnLst>
              <a:cxn ang="T4">
                <a:pos x="T0" y="T1"/>
              </a:cxn>
              <a:cxn ang="T5">
                <a:pos x="T2" y="T3"/>
              </a:cxn>
            </a:cxnLst>
            <a:rect l="T6" t="T7" r="T8" b="T9"/>
            <a:pathLst>
              <a:path w="276" h="264">
                <a:moveTo>
                  <a:pt x="276" y="264"/>
                </a:moveTo>
                <a:lnTo>
                  <a:pt x="0" y="0"/>
                </a:ln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sp>
        <p:nvSpPr>
          <p:cNvPr id="120878" name="Freeform 41"/>
          <p:cNvSpPr>
            <a:spLocks/>
          </p:cNvSpPr>
          <p:nvPr/>
        </p:nvSpPr>
        <p:spPr bwMode="auto">
          <a:xfrm>
            <a:off x="4047627" y="2195725"/>
            <a:ext cx="836439" cy="1706"/>
          </a:xfrm>
          <a:custGeom>
            <a:avLst/>
            <a:gdLst>
              <a:gd name="T0" fmla="*/ 366 w 366"/>
              <a:gd name="T1" fmla="*/ 0 h 1"/>
              <a:gd name="T2" fmla="*/ 0 w 366"/>
              <a:gd name="T3" fmla="*/ 0 h 1"/>
              <a:gd name="T4" fmla="*/ 0 60000 65536"/>
              <a:gd name="T5" fmla="*/ 0 60000 65536"/>
              <a:gd name="T6" fmla="*/ 0 w 366"/>
              <a:gd name="T7" fmla="*/ 0 h 1"/>
              <a:gd name="T8" fmla="*/ 366 w 366"/>
              <a:gd name="T9" fmla="*/ 1 h 1"/>
            </a:gdLst>
            <a:ahLst/>
            <a:cxnLst>
              <a:cxn ang="T4">
                <a:pos x="T0" y="T1"/>
              </a:cxn>
              <a:cxn ang="T5">
                <a:pos x="T2" y="T3"/>
              </a:cxn>
            </a:cxnLst>
            <a:rect l="T6" t="T7" r="T8" b="T9"/>
            <a:pathLst>
              <a:path w="366" h="1">
                <a:moveTo>
                  <a:pt x="366" y="0"/>
                </a:moveTo>
                <a:lnTo>
                  <a:pt x="0" y="0"/>
                </a:ln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sp>
        <p:nvSpPr>
          <p:cNvPr id="120879" name="Freeform 42"/>
          <p:cNvSpPr>
            <a:spLocks/>
          </p:cNvSpPr>
          <p:nvPr/>
        </p:nvSpPr>
        <p:spPr bwMode="auto">
          <a:xfrm>
            <a:off x="5590239" y="2190607"/>
            <a:ext cx="904999" cy="455549"/>
          </a:xfrm>
          <a:custGeom>
            <a:avLst/>
            <a:gdLst>
              <a:gd name="T0" fmla="*/ 396 w 396"/>
              <a:gd name="T1" fmla="*/ 267 h 267"/>
              <a:gd name="T2" fmla="*/ 0 w 396"/>
              <a:gd name="T3" fmla="*/ 0 h 267"/>
              <a:gd name="T4" fmla="*/ 0 60000 65536"/>
              <a:gd name="T5" fmla="*/ 0 60000 65536"/>
              <a:gd name="T6" fmla="*/ 0 w 396"/>
              <a:gd name="T7" fmla="*/ 0 h 267"/>
              <a:gd name="T8" fmla="*/ 396 w 396"/>
              <a:gd name="T9" fmla="*/ 267 h 267"/>
            </a:gdLst>
            <a:ahLst/>
            <a:cxnLst>
              <a:cxn ang="T4">
                <a:pos x="T0" y="T1"/>
              </a:cxn>
              <a:cxn ang="T5">
                <a:pos x="T2" y="T3"/>
              </a:cxn>
            </a:cxnLst>
            <a:rect l="T6" t="T7" r="T8" b="T9"/>
            <a:pathLst>
              <a:path w="396" h="267">
                <a:moveTo>
                  <a:pt x="396" y="267"/>
                </a:moveTo>
                <a:lnTo>
                  <a:pt x="0" y="0"/>
                </a:ln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sp>
        <p:nvSpPr>
          <p:cNvPr id="120880" name="Freeform 43"/>
          <p:cNvSpPr>
            <a:spLocks/>
          </p:cNvSpPr>
          <p:nvPr/>
        </p:nvSpPr>
        <p:spPr bwMode="auto">
          <a:xfrm>
            <a:off x="2580431" y="1458657"/>
            <a:ext cx="2536740" cy="1100484"/>
          </a:xfrm>
          <a:custGeom>
            <a:avLst/>
            <a:gdLst>
              <a:gd name="T0" fmla="*/ 1110 w 1110"/>
              <a:gd name="T1" fmla="*/ 342 h 645"/>
              <a:gd name="T2" fmla="*/ 0 w 1110"/>
              <a:gd name="T3" fmla="*/ 645 h 645"/>
              <a:gd name="T4" fmla="*/ 0 60000 65536"/>
              <a:gd name="T5" fmla="*/ 0 60000 65536"/>
              <a:gd name="T6" fmla="*/ 0 w 1110"/>
              <a:gd name="T7" fmla="*/ 0 h 645"/>
              <a:gd name="T8" fmla="*/ 1110 w 1110"/>
              <a:gd name="T9" fmla="*/ 645 h 645"/>
            </a:gdLst>
            <a:ahLst/>
            <a:cxnLst>
              <a:cxn ang="T4">
                <a:pos x="T0" y="T1"/>
              </a:cxn>
              <a:cxn ang="T5">
                <a:pos x="T2" y="T3"/>
              </a:cxn>
            </a:cxnLst>
            <a:rect l="T6" t="T7" r="T8" b="T9"/>
            <a:pathLst>
              <a:path w="1110" h="645">
                <a:moveTo>
                  <a:pt x="1110" y="342"/>
                </a:moveTo>
                <a:cubicBezTo>
                  <a:pt x="1104" y="0"/>
                  <a:pt x="21" y="63"/>
                  <a:pt x="0" y="645"/>
                </a:cubicBez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grpSp>
        <p:nvGrpSpPr>
          <p:cNvPr id="120882" name="Group 47"/>
          <p:cNvGrpSpPr>
            <a:grpSpLocks/>
          </p:cNvGrpSpPr>
          <p:nvPr/>
        </p:nvGrpSpPr>
        <p:grpSpPr bwMode="auto">
          <a:xfrm>
            <a:off x="5034899" y="3134122"/>
            <a:ext cx="447929" cy="426544"/>
            <a:chOff x="2958" y="2425"/>
            <a:chExt cx="199" cy="250"/>
          </a:xfrm>
        </p:grpSpPr>
        <p:sp>
          <p:nvSpPr>
            <p:cNvPr id="120905" name="Rectangle 48"/>
            <p:cNvSpPr>
              <a:spLocks noChangeArrowheads="1"/>
            </p:cNvSpPr>
            <p:nvPr/>
          </p:nvSpPr>
          <p:spPr bwMode="auto">
            <a:xfrm>
              <a:off x="2982" y="2490"/>
              <a:ext cx="142" cy="132"/>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p>
          </p:txBody>
        </p:sp>
        <p:sp>
          <p:nvSpPr>
            <p:cNvPr id="120906" name="Text Box 49"/>
            <p:cNvSpPr txBox="1">
              <a:spLocks noChangeArrowheads="1"/>
            </p:cNvSpPr>
            <p:nvPr/>
          </p:nvSpPr>
          <p:spPr bwMode="auto">
            <a:xfrm>
              <a:off x="2958" y="2425"/>
              <a:ext cx="199" cy="2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2000"/>
                <a:t>y</a:t>
              </a:r>
              <a:endParaRPr lang="en-US"/>
            </a:p>
          </p:txBody>
        </p:sp>
      </p:grpSp>
      <p:grpSp>
        <p:nvGrpSpPr>
          <p:cNvPr id="120883" name="Group 50"/>
          <p:cNvGrpSpPr>
            <a:grpSpLocks/>
          </p:cNvGrpSpPr>
          <p:nvPr/>
        </p:nvGrpSpPr>
        <p:grpSpPr bwMode="auto">
          <a:xfrm>
            <a:off x="3460291" y="3077818"/>
            <a:ext cx="484495" cy="491379"/>
            <a:chOff x="2951" y="2395"/>
            <a:chExt cx="213" cy="288"/>
          </a:xfrm>
        </p:grpSpPr>
        <p:sp>
          <p:nvSpPr>
            <p:cNvPr id="120903" name="Rectangle 51"/>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p>
          </p:txBody>
        </p:sp>
        <p:sp>
          <p:nvSpPr>
            <p:cNvPr id="120904" name="Text Box 52"/>
            <p:cNvSpPr txBox="1">
              <a:spLocks noChangeArrowheads="1"/>
            </p:cNvSpPr>
            <p:nvPr/>
          </p:nvSpPr>
          <p:spPr bwMode="auto">
            <a:xfrm>
              <a:off x="2951" y="2395"/>
              <a:ext cx="213" cy="2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a:t>x</a:t>
              </a:r>
            </a:p>
          </p:txBody>
        </p:sp>
      </p:grpSp>
      <p:grpSp>
        <p:nvGrpSpPr>
          <p:cNvPr id="120884" name="Group 53"/>
          <p:cNvGrpSpPr>
            <a:grpSpLocks/>
          </p:cNvGrpSpPr>
          <p:nvPr/>
        </p:nvGrpSpPr>
        <p:grpSpPr bwMode="auto">
          <a:xfrm>
            <a:off x="4982336" y="1956861"/>
            <a:ext cx="530202" cy="426544"/>
            <a:chOff x="2941" y="2425"/>
            <a:chExt cx="235" cy="250"/>
          </a:xfrm>
        </p:grpSpPr>
        <p:sp>
          <p:nvSpPr>
            <p:cNvPr id="120901" name="Rectangle 54"/>
            <p:cNvSpPr>
              <a:spLocks noChangeArrowheads="1"/>
            </p:cNvSpPr>
            <p:nvPr/>
          </p:nvSpPr>
          <p:spPr bwMode="auto">
            <a:xfrm>
              <a:off x="2982" y="2490"/>
              <a:ext cx="146" cy="132"/>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p>
          </p:txBody>
        </p:sp>
        <p:sp>
          <p:nvSpPr>
            <p:cNvPr id="120902" name="Text Box 55"/>
            <p:cNvSpPr txBox="1">
              <a:spLocks noChangeArrowheads="1"/>
            </p:cNvSpPr>
            <p:nvPr/>
          </p:nvSpPr>
          <p:spPr bwMode="auto">
            <a:xfrm>
              <a:off x="2941" y="2425"/>
              <a:ext cx="235" cy="2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2000"/>
                <a:t>w</a:t>
              </a:r>
              <a:endParaRPr lang="en-US"/>
            </a:p>
          </p:txBody>
        </p:sp>
      </p:grpSp>
      <p:grpSp>
        <p:nvGrpSpPr>
          <p:cNvPr id="120885" name="Group 56"/>
          <p:cNvGrpSpPr>
            <a:grpSpLocks/>
          </p:cNvGrpSpPr>
          <p:nvPr/>
        </p:nvGrpSpPr>
        <p:grpSpPr bwMode="auto">
          <a:xfrm>
            <a:off x="3458006" y="1956861"/>
            <a:ext cx="447929" cy="426544"/>
            <a:chOff x="2958" y="2425"/>
            <a:chExt cx="199" cy="250"/>
          </a:xfrm>
        </p:grpSpPr>
        <p:sp>
          <p:nvSpPr>
            <p:cNvPr id="120899" name="Rectangle 57"/>
            <p:cNvSpPr>
              <a:spLocks noChangeArrowheads="1"/>
            </p:cNvSpPr>
            <p:nvPr/>
          </p:nvSpPr>
          <p:spPr bwMode="auto">
            <a:xfrm>
              <a:off x="2982" y="2490"/>
              <a:ext cx="142" cy="132"/>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p>
          </p:txBody>
        </p:sp>
        <p:sp>
          <p:nvSpPr>
            <p:cNvPr id="120900" name="Text Box 58"/>
            <p:cNvSpPr txBox="1">
              <a:spLocks noChangeArrowheads="1"/>
            </p:cNvSpPr>
            <p:nvPr/>
          </p:nvSpPr>
          <p:spPr bwMode="auto">
            <a:xfrm>
              <a:off x="2958" y="2425"/>
              <a:ext cx="199" cy="2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2000"/>
                <a:t>v</a:t>
              </a:r>
              <a:endParaRPr lang="en-US"/>
            </a:p>
          </p:txBody>
        </p:sp>
      </p:grpSp>
      <p:grpSp>
        <p:nvGrpSpPr>
          <p:cNvPr id="120886" name="Group 59"/>
          <p:cNvGrpSpPr>
            <a:grpSpLocks/>
          </p:cNvGrpSpPr>
          <p:nvPr/>
        </p:nvGrpSpPr>
        <p:grpSpPr bwMode="auto">
          <a:xfrm>
            <a:off x="6323837" y="2499425"/>
            <a:ext cx="484495" cy="491379"/>
            <a:chOff x="2949" y="2395"/>
            <a:chExt cx="214" cy="288"/>
          </a:xfrm>
        </p:grpSpPr>
        <p:sp>
          <p:nvSpPr>
            <p:cNvPr id="120897" name="Rectangle 60"/>
            <p:cNvSpPr>
              <a:spLocks noChangeArrowheads="1"/>
            </p:cNvSpPr>
            <p:nvPr/>
          </p:nvSpPr>
          <p:spPr bwMode="auto">
            <a:xfrm>
              <a:off x="2982" y="2490"/>
              <a:ext cx="142" cy="132"/>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p>
          </p:txBody>
        </p:sp>
        <p:sp>
          <p:nvSpPr>
            <p:cNvPr id="120898" name="Text Box 61"/>
            <p:cNvSpPr txBox="1">
              <a:spLocks noChangeArrowheads="1"/>
            </p:cNvSpPr>
            <p:nvPr/>
          </p:nvSpPr>
          <p:spPr bwMode="auto">
            <a:xfrm>
              <a:off x="2949" y="2395"/>
              <a:ext cx="214" cy="2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a:t>z</a:t>
              </a:r>
            </a:p>
          </p:txBody>
        </p:sp>
      </p:grpSp>
      <p:sp>
        <p:nvSpPr>
          <p:cNvPr id="120887" name="Text Box 62"/>
          <p:cNvSpPr txBox="1">
            <a:spLocks noChangeArrowheads="1"/>
          </p:cNvSpPr>
          <p:nvPr/>
        </p:nvSpPr>
        <p:spPr bwMode="auto">
          <a:xfrm>
            <a:off x="2822678" y="2178663"/>
            <a:ext cx="447929" cy="39412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t>2</a:t>
            </a:r>
            <a:endParaRPr lang="en-US"/>
          </a:p>
        </p:txBody>
      </p:sp>
      <p:sp>
        <p:nvSpPr>
          <p:cNvPr id="120888" name="Text Box 63"/>
          <p:cNvSpPr txBox="1">
            <a:spLocks noChangeArrowheads="1"/>
          </p:cNvSpPr>
          <p:nvPr/>
        </p:nvSpPr>
        <p:spPr bwMode="auto">
          <a:xfrm>
            <a:off x="3617981" y="2552316"/>
            <a:ext cx="447929" cy="39412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t>2</a:t>
            </a:r>
            <a:endParaRPr lang="en-US"/>
          </a:p>
        </p:txBody>
      </p:sp>
      <p:sp>
        <p:nvSpPr>
          <p:cNvPr id="120889" name="Text Box 64"/>
          <p:cNvSpPr txBox="1">
            <a:spLocks noChangeArrowheads="1"/>
          </p:cNvSpPr>
          <p:nvPr/>
        </p:nvSpPr>
        <p:spPr bwMode="auto">
          <a:xfrm>
            <a:off x="2623853" y="2915732"/>
            <a:ext cx="447929" cy="39412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t>1</a:t>
            </a:r>
            <a:endParaRPr lang="en-US"/>
          </a:p>
        </p:txBody>
      </p:sp>
      <p:sp>
        <p:nvSpPr>
          <p:cNvPr id="120890" name="Text Box 65"/>
          <p:cNvSpPr txBox="1">
            <a:spLocks noChangeArrowheads="1"/>
          </p:cNvSpPr>
          <p:nvPr/>
        </p:nvSpPr>
        <p:spPr bwMode="auto">
          <a:xfrm>
            <a:off x="4495556" y="2710990"/>
            <a:ext cx="447929" cy="39412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t>3</a:t>
            </a:r>
            <a:endParaRPr lang="en-US"/>
          </a:p>
        </p:txBody>
      </p:sp>
      <p:sp>
        <p:nvSpPr>
          <p:cNvPr id="120891" name="Text Box 66"/>
          <p:cNvSpPr txBox="1">
            <a:spLocks noChangeArrowheads="1"/>
          </p:cNvSpPr>
          <p:nvPr/>
        </p:nvSpPr>
        <p:spPr bwMode="auto">
          <a:xfrm>
            <a:off x="4351579" y="3314977"/>
            <a:ext cx="447929" cy="39412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t>1</a:t>
            </a:r>
            <a:endParaRPr lang="en-US"/>
          </a:p>
        </p:txBody>
      </p:sp>
      <p:sp>
        <p:nvSpPr>
          <p:cNvPr id="120892" name="Text Box 67"/>
          <p:cNvSpPr txBox="1">
            <a:spLocks noChangeArrowheads="1"/>
          </p:cNvSpPr>
          <p:nvPr/>
        </p:nvSpPr>
        <p:spPr bwMode="auto">
          <a:xfrm>
            <a:off x="5174305" y="2583027"/>
            <a:ext cx="447929" cy="39412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t>1</a:t>
            </a:r>
            <a:endParaRPr lang="en-US"/>
          </a:p>
        </p:txBody>
      </p:sp>
      <p:sp>
        <p:nvSpPr>
          <p:cNvPr id="120893" name="Text Box 68"/>
          <p:cNvSpPr txBox="1">
            <a:spLocks noChangeArrowheads="1"/>
          </p:cNvSpPr>
          <p:nvPr/>
        </p:nvSpPr>
        <p:spPr bwMode="auto">
          <a:xfrm>
            <a:off x="5997032" y="3033458"/>
            <a:ext cx="447929" cy="39412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t>2</a:t>
            </a:r>
            <a:endParaRPr lang="en-US"/>
          </a:p>
        </p:txBody>
      </p:sp>
      <p:sp>
        <p:nvSpPr>
          <p:cNvPr id="120894" name="Text Box 69"/>
          <p:cNvSpPr txBox="1">
            <a:spLocks noChangeArrowheads="1"/>
          </p:cNvSpPr>
          <p:nvPr/>
        </p:nvSpPr>
        <p:spPr bwMode="auto">
          <a:xfrm>
            <a:off x="5935327" y="2117241"/>
            <a:ext cx="447929" cy="39412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t>5</a:t>
            </a:r>
            <a:endParaRPr lang="en-US"/>
          </a:p>
        </p:txBody>
      </p:sp>
      <p:sp>
        <p:nvSpPr>
          <p:cNvPr id="120895" name="Text Box 70"/>
          <p:cNvSpPr txBox="1">
            <a:spLocks noChangeArrowheads="1"/>
          </p:cNvSpPr>
          <p:nvPr/>
        </p:nvSpPr>
        <p:spPr bwMode="auto">
          <a:xfrm>
            <a:off x="4255594" y="1861315"/>
            <a:ext cx="447929" cy="39412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t>3</a:t>
            </a:r>
            <a:endParaRPr lang="en-US"/>
          </a:p>
        </p:txBody>
      </p:sp>
      <p:sp>
        <p:nvSpPr>
          <p:cNvPr id="120896" name="Text Box 71"/>
          <p:cNvSpPr txBox="1">
            <a:spLocks noChangeArrowheads="1"/>
          </p:cNvSpPr>
          <p:nvPr/>
        </p:nvSpPr>
        <p:spPr bwMode="auto">
          <a:xfrm>
            <a:off x="3453435" y="1405766"/>
            <a:ext cx="447929" cy="39412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t>5</a:t>
            </a:r>
            <a:endParaRPr lang="en-US"/>
          </a:p>
        </p:txBody>
      </p:sp>
      <p:sp>
        <p:nvSpPr>
          <p:cNvPr id="75783" name="Rectangle 73"/>
          <p:cNvSpPr>
            <a:spLocks noGrp="1" noChangeArrowheads="1"/>
          </p:cNvSpPr>
          <p:nvPr>
            <p:ph type="title"/>
          </p:nvPr>
        </p:nvSpPr>
        <p:spPr>
          <a:xfrm>
            <a:off x="530774" y="170272"/>
            <a:ext cx="7772400" cy="796925"/>
          </a:xfrm>
        </p:spPr>
        <p:txBody>
          <a:bodyPr/>
          <a:lstStyle/>
          <a:p>
            <a:pPr>
              <a:defRPr/>
            </a:pPr>
            <a:r>
              <a:rPr lang="en-US" dirty="0">
                <a:cs typeface="+mj-cs"/>
              </a:rPr>
              <a:t>Traffic engineering: difficult</a:t>
            </a:r>
          </a:p>
        </p:txBody>
      </p:sp>
      <p:grpSp>
        <p:nvGrpSpPr>
          <p:cNvPr id="5" name="Group 4"/>
          <p:cNvGrpSpPr/>
          <p:nvPr/>
        </p:nvGrpSpPr>
        <p:grpSpPr>
          <a:xfrm>
            <a:off x="2096464" y="2397247"/>
            <a:ext cx="978441" cy="597428"/>
            <a:chOff x="4034923" y="3926353"/>
            <a:chExt cx="978441" cy="597428"/>
          </a:xfrm>
        </p:grpSpPr>
        <p:pic>
          <p:nvPicPr>
            <p:cNvPr id="3" name="Picture 2" descr="router.png"/>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4034923" y="3926353"/>
              <a:ext cx="978441" cy="597428"/>
            </a:xfrm>
            <a:prstGeom prst="rect">
              <a:avLst/>
            </a:prstGeom>
          </p:spPr>
        </p:pic>
        <p:sp>
          <p:nvSpPr>
            <p:cNvPr id="87" name="Text Box 46"/>
            <p:cNvSpPr txBox="1">
              <a:spLocks noChangeArrowheads="1"/>
            </p:cNvSpPr>
            <p:nvPr/>
          </p:nvSpPr>
          <p:spPr bwMode="auto">
            <a:xfrm>
              <a:off x="4339956" y="4136876"/>
              <a:ext cx="313044"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dirty="0"/>
                <a:t>u</a:t>
              </a:r>
              <a:endParaRPr lang="en-US" dirty="0"/>
            </a:p>
          </p:txBody>
        </p:sp>
      </p:grpSp>
      <p:grpSp>
        <p:nvGrpSpPr>
          <p:cNvPr id="102" name="Group 101"/>
          <p:cNvGrpSpPr/>
          <p:nvPr/>
        </p:nvGrpSpPr>
        <p:grpSpPr>
          <a:xfrm>
            <a:off x="3201386" y="1897890"/>
            <a:ext cx="978441" cy="597428"/>
            <a:chOff x="4034923" y="3926353"/>
            <a:chExt cx="978441" cy="597428"/>
          </a:xfrm>
        </p:grpSpPr>
        <p:pic>
          <p:nvPicPr>
            <p:cNvPr id="103" name="Picture 102" descr="router.png"/>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4034923" y="3926353"/>
              <a:ext cx="978441" cy="597428"/>
            </a:xfrm>
            <a:prstGeom prst="rect">
              <a:avLst/>
            </a:prstGeom>
          </p:spPr>
        </p:pic>
        <p:sp>
          <p:nvSpPr>
            <p:cNvPr id="104" name="Text Box 46"/>
            <p:cNvSpPr txBox="1">
              <a:spLocks noChangeArrowheads="1"/>
            </p:cNvSpPr>
            <p:nvPr/>
          </p:nvSpPr>
          <p:spPr bwMode="auto">
            <a:xfrm>
              <a:off x="4333613" y="4136876"/>
              <a:ext cx="325730"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dirty="0"/>
                <a:t>v</a:t>
              </a:r>
              <a:endParaRPr lang="en-US" dirty="0"/>
            </a:p>
          </p:txBody>
        </p:sp>
      </p:grpSp>
      <p:grpSp>
        <p:nvGrpSpPr>
          <p:cNvPr id="105" name="Group 104"/>
          <p:cNvGrpSpPr/>
          <p:nvPr/>
        </p:nvGrpSpPr>
        <p:grpSpPr>
          <a:xfrm>
            <a:off x="3228455" y="3027916"/>
            <a:ext cx="978441" cy="597428"/>
            <a:chOff x="4034923" y="3926353"/>
            <a:chExt cx="978441" cy="597428"/>
          </a:xfrm>
        </p:grpSpPr>
        <p:pic>
          <p:nvPicPr>
            <p:cNvPr id="106" name="Picture 105" descr="router.png"/>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4034923" y="3926353"/>
              <a:ext cx="978441" cy="597428"/>
            </a:xfrm>
            <a:prstGeom prst="rect">
              <a:avLst/>
            </a:prstGeom>
          </p:spPr>
        </p:pic>
        <p:sp>
          <p:nvSpPr>
            <p:cNvPr id="107" name="Text Box 46"/>
            <p:cNvSpPr txBox="1">
              <a:spLocks noChangeArrowheads="1"/>
            </p:cNvSpPr>
            <p:nvPr/>
          </p:nvSpPr>
          <p:spPr bwMode="auto">
            <a:xfrm>
              <a:off x="4346437" y="4136876"/>
              <a:ext cx="300082"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dirty="0"/>
                <a:t>x</a:t>
              </a:r>
              <a:endParaRPr lang="en-US" dirty="0"/>
            </a:p>
          </p:txBody>
        </p:sp>
      </p:grpSp>
      <p:grpSp>
        <p:nvGrpSpPr>
          <p:cNvPr id="108" name="Group 107"/>
          <p:cNvGrpSpPr/>
          <p:nvPr/>
        </p:nvGrpSpPr>
        <p:grpSpPr>
          <a:xfrm>
            <a:off x="4759505" y="1885171"/>
            <a:ext cx="978441" cy="597428"/>
            <a:chOff x="4034923" y="3926353"/>
            <a:chExt cx="978441" cy="597428"/>
          </a:xfrm>
        </p:grpSpPr>
        <p:pic>
          <p:nvPicPr>
            <p:cNvPr id="109" name="Picture 108" descr="router.png"/>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4034923" y="3926353"/>
              <a:ext cx="978441" cy="597428"/>
            </a:xfrm>
            <a:prstGeom prst="rect">
              <a:avLst/>
            </a:prstGeom>
          </p:spPr>
        </p:pic>
        <p:sp>
          <p:nvSpPr>
            <p:cNvPr id="110" name="Text Box 46"/>
            <p:cNvSpPr txBox="1">
              <a:spLocks noChangeArrowheads="1"/>
            </p:cNvSpPr>
            <p:nvPr/>
          </p:nvSpPr>
          <p:spPr bwMode="auto">
            <a:xfrm>
              <a:off x="4307965" y="4136876"/>
              <a:ext cx="377026"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dirty="0"/>
                <a:t>w</a:t>
              </a:r>
              <a:endParaRPr lang="en-US" dirty="0"/>
            </a:p>
          </p:txBody>
        </p:sp>
      </p:grpSp>
      <p:grpSp>
        <p:nvGrpSpPr>
          <p:cNvPr id="111" name="Group 110"/>
          <p:cNvGrpSpPr/>
          <p:nvPr/>
        </p:nvGrpSpPr>
        <p:grpSpPr>
          <a:xfrm>
            <a:off x="4786573" y="3031908"/>
            <a:ext cx="978441" cy="597428"/>
            <a:chOff x="4034923" y="3926353"/>
            <a:chExt cx="978441" cy="597428"/>
          </a:xfrm>
        </p:grpSpPr>
        <p:pic>
          <p:nvPicPr>
            <p:cNvPr id="112" name="Picture 111" descr="router.png"/>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4034923" y="3926353"/>
              <a:ext cx="978441" cy="597428"/>
            </a:xfrm>
            <a:prstGeom prst="rect">
              <a:avLst/>
            </a:prstGeom>
          </p:spPr>
        </p:pic>
        <p:sp>
          <p:nvSpPr>
            <p:cNvPr id="113" name="Text Box 46"/>
            <p:cNvSpPr txBox="1">
              <a:spLocks noChangeArrowheads="1"/>
            </p:cNvSpPr>
            <p:nvPr/>
          </p:nvSpPr>
          <p:spPr bwMode="auto">
            <a:xfrm>
              <a:off x="4340025" y="4136876"/>
              <a:ext cx="312906"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dirty="0"/>
                <a:t>y</a:t>
              </a:r>
              <a:endParaRPr lang="en-US" dirty="0"/>
            </a:p>
          </p:txBody>
        </p:sp>
      </p:grpSp>
      <p:grpSp>
        <p:nvGrpSpPr>
          <p:cNvPr id="114" name="Group 113"/>
          <p:cNvGrpSpPr/>
          <p:nvPr/>
        </p:nvGrpSpPr>
        <p:grpSpPr>
          <a:xfrm>
            <a:off x="6058604" y="2465712"/>
            <a:ext cx="978441" cy="597428"/>
            <a:chOff x="4034923" y="3926353"/>
            <a:chExt cx="978441" cy="597428"/>
          </a:xfrm>
        </p:grpSpPr>
        <p:pic>
          <p:nvPicPr>
            <p:cNvPr id="115" name="Picture 114" descr="router.png"/>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4034923" y="3926353"/>
              <a:ext cx="978441" cy="597428"/>
            </a:xfrm>
            <a:prstGeom prst="rect">
              <a:avLst/>
            </a:prstGeom>
          </p:spPr>
        </p:pic>
        <p:sp>
          <p:nvSpPr>
            <p:cNvPr id="116" name="Text Box 46"/>
            <p:cNvSpPr txBox="1">
              <a:spLocks noChangeArrowheads="1"/>
            </p:cNvSpPr>
            <p:nvPr/>
          </p:nvSpPr>
          <p:spPr bwMode="auto">
            <a:xfrm>
              <a:off x="4346437" y="4136876"/>
              <a:ext cx="300082"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dirty="0"/>
                <a:t>z</a:t>
              </a:r>
              <a:endParaRPr lang="en-US" dirty="0"/>
            </a:p>
          </p:txBody>
        </p:sp>
      </p:grpSp>
      <p:grpSp>
        <p:nvGrpSpPr>
          <p:cNvPr id="121" name="Group 1507"/>
          <p:cNvGrpSpPr>
            <a:grpSpLocks/>
          </p:cNvGrpSpPr>
          <p:nvPr/>
        </p:nvGrpSpPr>
        <p:grpSpPr bwMode="auto">
          <a:xfrm>
            <a:off x="7391175" y="2426604"/>
            <a:ext cx="427480" cy="711995"/>
            <a:chOff x="4140" y="429"/>
            <a:chExt cx="1425" cy="2396"/>
          </a:xfrm>
        </p:grpSpPr>
        <p:sp>
          <p:nvSpPr>
            <p:cNvPr id="122" name="Freeform 1508"/>
            <p:cNvSpPr>
              <a:spLocks/>
            </p:cNvSpPr>
            <p:nvPr/>
          </p:nvSpPr>
          <p:spPr bwMode="auto">
            <a:xfrm>
              <a:off x="5268" y="433"/>
              <a:ext cx="283" cy="2286"/>
            </a:xfrm>
            <a:custGeom>
              <a:avLst/>
              <a:gdLst>
                <a:gd name="T0" fmla="*/ 6 w 354"/>
                <a:gd name="T1" fmla="*/ 0 h 2742"/>
                <a:gd name="T2" fmla="*/ 30 w 354"/>
                <a:gd name="T3" fmla="*/ 46 h 2742"/>
                <a:gd name="T4" fmla="*/ 30 w 354"/>
                <a:gd name="T5" fmla="*/ 354 h 2742"/>
                <a:gd name="T6" fmla="*/ 0 w 354"/>
                <a:gd name="T7" fmla="*/ 371 h 2742"/>
                <a:gd name="T8" fmla="*/ 6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123" name="Rectangle 1509"/>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p>
          </p:txBody>
        </p:sp>
        <p:sp>
          <p:nvSpPr>
            <p:cNvPr id="124" name="Freeform 1510"/>
            <p:cNvSpPr>
              <a:spLocks/>
            </p:cNvSpPr>
            <p:nvPr/>
          </p:nvSpPr>
          <p:spPr bwMode="auto">
            <a:xfrm>
              <a:off x="5321" y="570"/>
              <a:ext cx="169" cy="2115"/>
            </a:xfrm>
            <a:custGeom>
              <a:avLst/>
              <a:gdLst>
                <a:gd name="T0" fmla="*/ 2 w 211"/>
                <a:gd name="T1" fmla="*/ 0 h 2537"/>
                <a:gd name="T2" fmla="*/ 18 w 211"/>
                <a:gd name="T3" fmla="*/ 30 h 2537"/>
                <a:gd name="T4" fmla="*/ 2 w 211"/>
                <a:gd name="T5" fmla="*/ 338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125" name="Freeform 1511"/>
            <p:cNvSpPr>
              <a:spLocks/>
            </p:cNvSpPr>
            <p:nvPr/>
          </p:nvSpPr>
          <p:spPr bwMode="auto">
            <a:xfrm>
              <a:off x="5284" y="1640"/>
              <a:ext cx="263" cy="189"/>
            </a:xfrm>
            <a:custGeom>
              <a:avLst/>
              <a:gdLst>
                <a:gd name="T0" fmla="*/ 2 w 328"/>
                <a:gd name="T1" fmla="*/ 0 h 226"/>
                <a:gd name="T2" fmla="*/ 29 w 328"/>
                <a:gd name="T3" fmla="*/ 18 h 226"/>
                <a:gd name="T4" fmla="*/ 29 w 328"/>
                <a:gd name="T5" fmla="*/ 32 h 226"/>
                <a:gd name="T6" fmla="*/ 0 w 328"/>
                <a:gd name="T7" fmla="*/ 13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126" name="Rectangle 1512"/>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p>
              <a:endParaRPr lang="en-US"/>
            </a:p>
          </p:txBody>
        </p:sp>
        <p:grpSp>
          <p:nvGrpSpPr>
            <p:cNvPr id="127" name="Group 1513"/>
            <p:cNvGrpSpPr>
              <a:grpSpLocks/>
            </p:cNvGrpSpPr>
            <p:nvPr/>
          </p:nvGrpSpPr>
          <p:grpSpPr bwMode="auto">
            <a:xfrm>
              <a:off x="4749" y="668"/>
              <a:ext cx="581" cy="145"/>
              <a:chOff x="614" y="2568"/>
              <a:chExt cx="725" cy="139"/>
            </a:xfrm>
          </p:grpSpPr>
          <p:sp>
            <p:nvSpPr>
              <p:cNvPr id="152" name="AutoShape 1514"/>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sp>
            <p:nvSpPr>
              <p:cNvPr id="153" name="AutoShape 1515"/>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grpSp>
        <p:sp>
          <p:nvSpPr>
            <p:cNvPr id="128" name="Rectangle 1516"/>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p>
              <a:endParaRPr lang="en-US"/>
            </a:p>
          </p:txBody>
        </p:sp>
        <p:grpSp>
          <p:nvGrpSpPr>
            <p:cNvPr id="129" name="Group 1517"/>
            <p:cNvGrpSpPr>
              <a:grpSpLocks/>
            </p:cNvGrpSpPr>
            <p:nvPr/>
          </p:nvGrpSpPr>
          <p:grpSpPr bwMode="auto">
            <a:xfrm>
              <a:off x="4747" y="994"/>
              <a:ext cx="581" cy="134"/>
              <a:chOff x="614" y="2568"/>
              <a:chExt cx="725" cy="139"/>
            </a:xfrm>
          </p:grpSpPr>
          <p:sp>
            <p:nvSpPr>
              <p:cNvPr id="150" name="AutoShape 1518"/>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sp>
            <p:nvSpPr>
              <p:cNvPr id="151" name="AutoShape 1519"/>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grpSp>
        <p:sp>
          <p:nvSpPr>
            <p:cNvPr id="130" name="Rectangle 1520"/>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p>
              <a:endParaRPr lang="en-US"/>
            </a:p>
          </p:txBody>
        </p:sp>
        <p:sp>
          <p:nvSpPr>
            <p:cNvPr id="131" name="Rectangle 1521"/>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p>
              <a:endParaRPr lang="en-US"/>
            </a:p>
          </p:txBody>
        </p:sp>
        <p:grpSp>
          <p:nvGrpSpPr>
            <p:cNvPr id="132" name="Group 1522"/>
            <p:cNvGrpSpPr>
              <a:grpSpLocks/>
            </p:cNvGrpSpPr>
            <p:nvPr/>
          </p:nvGrpSpPr>
          <p:grpSpPr bwMode="auto">
            <a:xfrm>
              <a:off x="4735" y="1627"/>
              <a:ext cx="582" cy="151"/>
              <a:chOff x="614" y="2568"/>
              <a:chExt cx="725" cy="139"/>
            </a:xfrm>
          </p:grpSpPr>
          <p:sp>
            <p:nvSpPr>
              <p:cNvPr id="148" name="AutoShape 1523"/>
              <p:cNvSpPr>
                <a:spLocks noChangeArrowheads="1"/>
              </p:cNvSpPr>
              <p:nvPr/>
            </p:nvSpPr>
            <p:spPr bwMode="auto">
              <a:xfrm>
                <a:off x="618" y="2579"/>
                <a:ext cx="720" cy="131"/>
              </a:xfrm>
              <a:prstGeom prst="roundRect">
                <a:avLst>
                  <a:gd name="adj" fmla="val 50000"/>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sp>
            <p:nvSpPr>
              <p:cNvPr id="149" name="AutoShape 1524"/>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grpSp>
        <p:sp>
          <p:nvSpPr>
            <p:cNvPr id="133" name="Freeform 1525"/>
            <p:cNvSpPr>
              <a:spLocks/>
            </p:cNvSpPr>
            <p:nvPr/>
          </p:nvSpPr>
          <p:spPr bwMode="auto">
            <a:xfrm>
              <a:off x="5288" y="1354"/>
              <a:ext cx="263" cy="188"/>
            </a:xfrm>
            <a:custGeom>
              <a:avLst/>
              <a:gdLst>
                <a:gd name="T0" fmla="*/ 2 w 328"/>
                <a:gd name="T1" fmla="*/ 0 h 226"/>
                <a:gd name="T2" fmla="*/ 29 w 328"/>
                <a:gd name="T3" fmla="*/ 17 h 226"/>
                <a:gd name="T4" fmla="*/ 29 w 328"/>
                <a:gd name="T5" fmla="*/ 30 h 226"/>
                <a:gd name="T6" fmla="*/ 0 w 328"/>
                <a:gd name="T7" fmla="*/ 12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grpSp>
          <p:nvGrpSpPr>
            <p:cNvPr id="134" name="Group 1526"/>
            <p:cNvGrpSpPr>
              <a:grpSpLocks/>
            </p:cNvGrpSpPr>
            <p:nvPr/>
          </p:nvGrpSpPr>
          <p:grpSpPr bwMode="auto">
            <a:xfrm>
              <a:off x="4739" y="1327"/>
              <a:ext cx="582" cy="139"/>
              <a:chOff x="614" y="2568"/>
              <a:chExt cx="725" cy="139"/>
            </a:xfrm>
          </p:grpSpPr>
          <p:sp>
            <p:nvSpPr>
              <p:cNvPr id="146" name="AutoShape 1527"/>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sp>
            <p:nvSpPr>
              <p:cNvPr id="147" name="AutoShape 1528"/>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grpSp>
        <p:sp>
          <p:nvSpPr>
            <p:cNvPr id="135" name="Rectangle 1529"/>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p>
              <a:endParaRPr lang="en-US"/>
            </a:p>
          </p:txBody>
        </p:sp>
        <p:sp>
          <p:nvSpPr>
            <p:cNvPr id="136" name="Freeform 1530"/>
            <p:cNvSpPr>
              <a:spLocks/>
            </p:cNvSpPr>
            <p:nvPr/>
          </p:nvSpPr>
          <p:spPr bwMode="auto">
            <a:xfrm>
              <a:off x="5312" y="1007"/>
              <a:ext cx="237" cy="213"/>
            </a:xfrm>
            <a:custGeom>
              <a:avLst/>
              <a:gdLst>
                <a:gd name="T0" fmla="*/ 2 w 296"/>
                <a:gd name="T1" fmla="*/ 0 h 256"/>
                <a:gd name="T2" fmla="*/ 26 w 296"/>
                <a:gd name="T3" fmla="*/ 18 h 256"/>
                <a:gd name="T4" fmla="*/ 26 w 296"/>
                <a:gd name="T5" fmla="*/ 34 h 256"/>
                <a:gd name="T6" fmla="*/ 0 w 296"/>
                <a:gd name="T7" fmla="*/ 12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137" name="Freeform 1531"/>
            <p:cNvSpPr>
              <a:spLocks/>
            </p:cNvSpPr>
            <p:nvPr/>
          </p:nvSpPr>
          <p:spPr bwMode="auto">
            <a:xfrm>
              <a:off x="5315" y="680"/>
              <a:ext cx="244" cy="240"/>
            </a:xfrm>
            <a:custGeom>
              <a:avLst/>
              <a:gdLst>
                <a:gd name="T0" fmla="*/ 0 w 304"/>
                <a:gd name="T1" fmla="*/ 0 h 288"/>
                <a:gd name="T2" fmla="*/ 27 w 304"/>
                <a:gd name="T3" fmla="*/ 23 h 288"/>
                <a:gd name="T4" fmla="*/ 25 w 304"/>
                <a:gd name="T5" fmla="*/ 40 h 288"/>
                <a:gd name="T6" fmla="*/ 2 w 304"/>
                <a:gd name="T7" fmla="*/ 17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138" name="Oval 1532"/>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sp>
          <p:nvSpPr>
            <p:cNvPr id="139" name="Freeform 1533"/>
            <p:cNvSpPr>
              <a:spLocks/>
            </p:cNvSpPr>
            <p:nvPr/>
          </p:nvSpPr>
          <p:spPr bwMode="auto">
            <a:xfrm>
              <a:off x="5302" y="2614"/>
              <a:ext cx="245" cy="200"/>
            </a:xfrm>
            <a:custGeom>
              <a:avLst/>
              <a:gdLst>
                <a:gd name="T0" fmla="*/ 0 w 306"/>
                <a:gd name="T1" fmla="*/ 15 h 240"/>
                <a:gd name="T2" fmla="*/ 2 w 306"/>
                <a:gd name="T3" fmla="*/ 33 h 240"/>
                <a:gd name="T4" fmla="*/ 27 w 306"/>
                <a:gd name="T5" fmla="*/ 15 h 240"/>
                <a:gd name="T6" fmla="*/ 26 w 306"/>
                <a:gd name="T7" fmla="*/ 0 h 240"/>
                <a:gd name="T8" fmla="*/ 0 w 306"/>
                <a:gd name="T9" fmla="*/ 15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140" name="AutoShape 1534"/>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p>
              <a:endParaRPr lang="en-US"/>
            </a:p>
          </p:txBody>
        </p:sp>
        <p:sp>
          <p:nvSpPr>
            <p:cNvPr id="141" name="AutoShape 1535"/>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p>
              <a:endParaRPr lang="en-US"/>
            </a:p>
          </p:txBody>
        </p:sp>
        <p:sp>
          <p:nvSpPr>
            <p:cNvPr id="142" name="Oval 1536"/>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sp>
          <p:nvSpPr>
            <p:cNvPr id="143" name="Oval 1537"/>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algn="ctr" eaLnBrk="1" hangingPunct="1"/>
              <a:endParaRPr lang="en-US">
                <a:solidFill>
                  <a:srgbClr val="FF0000"/>
                </a:solidFill>
                <a:cs typeface="Arial" charset="0"/>
              </a:endParaRPr>
            </a:p>
          </p:txBody>
        </p:sp>
        <p:sp>
          <p:nvSpPr>
            <p:cNvPr id="144" name="Oval 1538"/>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sp>
          <p:nvSpPr>
            <p:cNvPr id="145" name="Rectangle 1539"/>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p>
              <a:endParaRPr lang="en-US"/>
            </a:p>
          </p:txBody>
        </p:sp>
      </p:grpSp>
      <p:cxnSp>
        <p:nvCxnSpPr>
          <p:cNvPr id="10" name="Straight Connector 9"/>
          <p:cNvCxnSpPr/>
          <p:nvPr/>
        </p:nvCxnSpPr>
        <p:spPr bwMode="auto">
          <a:xfrm>
            <a:off x="1682405" y="2744686"/>
            <a:ext cx="526774" cy="0"/>
          </a:xfrm>
          <a:prstGeom prst="lin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163" name="Straight Connector 162"/>
          <p:cNvCxnSpPr/>
          <p:nvPr/>
        </p:nvCxnSpPr>
        <p:spPr bwMode="auto">
          <a:xfrm>
            <a:off x="6895267" y="2779855"/>
            <a:ext cx="526774" cy="0"/>
          </a:xfrm>
          <a:prstGeom prst="lin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sp>
        <p:nvSpPr>
          <p:cNvPr id="15" name="TextBox 14"/>
          <p:cNvSpPr txBox="1"/>
          <p:nvPr/>
        </p:nvSpPr>
        <p:spPr>
          <a:xfrm>
            <a:off x="717422" y="4173425"/>
            <a:ext cx="7945563" cy="1569660"/>
          </a:xfrm>
          <a:prstGeom prst="rect">
            <a:avLst/>
          </a:prstGeom>
          <a:noFill/>
        </p:spPr>
        <p:txBody>
          <a:bodyPr wrap="square" rtlCol="0">
            <a:spAutoFit/>
          </a:bodyPr>
          <a:lstStyle/>
          <a:p>
            <a:r>
              <a:rPr lang="en-US" sz="2400" i="1" u="sng" dirty="0">
                <a:solidFill>
                  <a:srgbClr val="000090"/>
                </a:solidFill>
              </a:rPr>
              <a:t>Q: </a:t>
            </a:r>
            <a:r>
              <a:rPr lang="en-US" sz="2400" dirty="0"/>
              <a:t>what if w wants to route blue and red traffic differently?</a:t>
            </a:r>
          </a:p>
          <a:p>
            <a:endParaRPr lang="en-US" sz="2400" dirty="0"/>
          </a:p>
          <a:p>
            <a:r>
              <a:rPr lang="en-US" sz="2400" i="1" u="sng" dirty="0">
                <a:solidFill>
                  <a:srgbClr val="000090"/>
                </a:solidFill>
              </a:rPr>
              <a:t>A: </a:t>
            </a:r>
            <a:r>
              <a:rPr lang="en-US" sz="2400" dirty="0"/>
              <a:t>can’t do it (with destination based forwarding, and LS, DV routing)</a:t>
            </a:r>
          </a:p>
        </p:txBody>
      </p:sp>
      <p:sp>
        <p:nvSpPr>
          <p:cNvPr id="16" name="TextBox 15"/>
          <p:cNvSpPr txBox="1"/>
          <p:nvPr/>
        </p:nvSpPr>
        <p:spPr>
          <a:xfrm>
            <a:off x="7177246" y="0"/>
            <a:ext cx="1966754" cy="400110"/>
          </a:xfrm>
          <a:prstGeom prst="rect">
            <a:avLst/>
          </a:prstGeom>
          <a:noFill/>
        </p:spPr>
        <p:txBody>
          <a:bodyPr wrap="none" rtlCol="0">
            <a:spAutoFit/>
          </a:bodyPr>
          <a:lstStyle/>
          <a:p>
            <a:r>
              <a:rPr lang="en-US" sz="2000" dirty="0"/>
              <a:t>Networking 401</a:t>
            </a:r>
          </a:p>
        </p:txBody>
      </p:sp>
      <p:sp>
        <p:nvSpPr>
          <p:cNvPr id="2" name="Freeform 1"/>
          <p:cNvSpPr/>
          <p:nvPr/>
        </p:nvSpPr>
        <p:spPr>
          <a:xfrm>
            <a:off x="1781883" y="2123278"/>
            <a:ext cx="4644270" cy="644565"/>
          </a:xfrm>
          <a:custGeom>
            <a:avLst/>
            <a:gdLst>
              <a:gd name="connsiteX0" fmla="*/ 0 w 1876665"/>
              <a:gd name="connsiteY0" fmla="*/ 739356 h 739356"/>
              <a:gd name="connsiteX1" fmla="*/ 985723 w 1876665"/>
              <a:gd name="connsiteY1" fmla="*/ 720399 h 739356"/>
              <a:gd name="connsiteX2" fmla="*/ 1876665 w 1876665"/>
              <a:gd name="connsiteY2" fmla="*/ 0 h 739356"/>
              <a:gd name="connsiteX0" fmla="*/ 0 w 1876665"/>
              <a:gd name="connsiteY0" fmla="*/ 739356 h 739356"/>
              <a:gd name="connsiteX1" fmla="*/ 818495 w 1876665"/>
              <a:gd name="connsiteY1" fmla="*/ 720399 h 739356"/>
              <a:gd name="connsiteX2" fmla="*/ 1876665 w 1876665"/>
              <a:gd name="connsiteY2" fmla="*/ 0 h 739356"/>
              <a:gd name="connsiteX0" fmla="*/ 0 w 1802341"/>
              <a:gd name="connsiteY0" fmla="*/ 630627 h 630627"/>
              <a:gd name="connsiteX1" fmla="*/ 818495 w 1802341"/>
              <a:gd name="connsiteY1" fmla="*/ 611670 h 630627"/>
              <a:gd name="connsiteX2" fmla="*/ 1802341 w 1802341"/>
              <a:gd name="connsiteY2" fmla="*/ 0 h 630627"/>
              <a:gd name="connsiteX0" fmla="*/ 0 w 1802341"/>
              <a:gd name="connsiteY0" fmla="*/ 630627 h 630627"/>
              <a:gd name="connsiteX1" fmla="*/ 818495 w 1802341"/>
              <a:gd name="connsiteY1" fmla="*/ 611670 h 630627"/>
              <a:gd name="connsiteX2" fmla="*/ 1337821 w 1802341"/>
              <a:gd name="connsiteY2" fmla="*/ 260949 h 630627"/>
              <a:gd name="connsiteX3" fmla="*/ 1802341 w 1802341"/>
              <a:gd name="connsiteY3" fmla="*/ 0 h 630627"/>
              <a:gd name="connsiteX0" fmla="*/ 0 w 3381711"/>
              <a:gd name="connsiteY0" fmla="*/ 717610 h 717610"/>
              <a:gd name="connsiteX1" fmla="*/ 818495 w 3381711"/>
              <a:gd name="connsiteY1" fmla="*/ 698653 h 717610"/>
              <a:gd name="connsiteX2" fmla="*/ 1337821 w 3381711"/>
              <a:gd name="connsiteY2" fmla="*/ 347932 h 717610"/>
              <a:gd name="connsiteX3" fmla="*/ 3381711 w 3381711"/>
              <a:gd name="connsiteY3" fmla="*/ 0 h 717610"/>
              <a:gd name="connsiteX0" fmla="*/ 0 w 3381711"/>
              <a:gd name="connsiteY0" fmla="*/ 717611 h 717611"/>
              <a:gd name="connsiteX1" fmla="*/ 818495 w 3381711"/>
              <a:gd name="connsiteY1" fmla="*/ 698654 h 717611"/>
              <a:gd name="connsiteX2" fmla="*/ 1765180 w 3381711"/>
              <a:gd name="connsiteY2" fmla="*/ 0 h 717611"/>
              <a:gd name="connsiteX3" fmla="*/ 3381711 w 3381711"/>
              <a:gd name="connsiteY3" fmla="*/ 1 h 717611"/>
              <a:gd name="connsiteX0" fmla="*/ 0 w 3381711"/>
              <a:gd name="connsiteY0" fmla="*/ 739355 h 739355"/>
              <a:gd name="connsiteX1" fmla="*/ 818495 w 3381711"/>
              <a:gd name="connsiteY1" fmla="*/ 720398 h 739355"/>
              <a:gd name="connsiteX2" fmla="*/ 1765180 w 3381711"/>
              <a:gd name="connsiteY2" fmla="*/ 21744 h 739355"/>
              <a:gd name="connsiteX3" fmla="*/ 2935773 w 3381711"/>
              <a:gd name="connsiteY3" fmla="*/ 0 h 739355"/>
              <a:gd name="connsiteX4" fmla="*/ 3381711 w 3381711"/>
              <a:gd name="connsiteY4" fmla="*/ 21745 h 739355"/>
              <a:gd name="connsiteX0" fmla="*/ 0 w 4533723"/>
              <a:gd name="connsiteY0" fmla="*/ 739355 h 739355"/>
              <a:gd name="connsiteX1" fmla="*/ 818495 w 4533723"/>
              <a:gd name="connsiteY1" fmla="*/ 720398 h 739355"/>
              <a:gd name="connsiteX2" fmla="*/ 1765180 w 4533723"/>
              <a:gd name="connsiteY2" fmla="*/ 21744 h 739355"/>
              <a:gd name="connsiteX3" fmla="*/ 2935773 w 4533723"/>
              <a:gd name="connsiteY3" fmla="*/ 0 h 739355"/>
              <a:gd name="connsiteX4" fmla="*/ 4533723 w 4533723"/>
              <a:gd name="connsiteY4" fmla="*/ 674118 h 739355"/>
              <a:gd name="connsiteX0" fmla="*/ 0 w 4533723"/>
              <a:gd name="connsiteY0" fmla="*/ 717611 h 717611"/>
              <a:gd name="connsiteX1" fmla="*/ 818495 w 4533723"/>
              <a:gd name="connsiteY1" fmla="*/ 698654 h 717611"/>
              <a:gd name="connsiteX2" fmla="*/ 1765180 w 4533723"/>
              <a:gd name="connsiteY2" fmla="*/ 0 h 717611"/>
              <a:gd name="connsiteX3" fmla="*/ 3325971 w 4533723"/>
              <a:gd name="connsiteY3" fmla="*/ 1 h 717611"/>
              <a:gd name="connsiteX4" fmla="*/ 4533723 w 4533723"/>
              <a:gd name="connsiteY4" fmla="*/ 652374 h 717611"/>
              <a:gd name="connsiteX0" fmla="*/ 0 w 4533723"/>
              <a:gd name="connsiteY0" fmla="*/ 717610 h 717610"/>
              <a:gd name="connsiteX1" fmla="*/ 818495 w 4533723"/>
              <a:gd name="connsiteY1" fmla="*/ 698653 h 717610"/>
              <a:gd name="connsiteX2" fmla="*/ 1858085 w 4533723"/>
              <a:gd name="connsiteY2" fmla="*/ 21745 h 717610"/>
              <a:gd name="connsiteX3" fmla="*/ 3325971 w 4533723"/>
              <a:gd name="connsiteY3" fmla="*/ 0 h 717610"/>
              <a:gd name="connsiteX4" fmla="*/ 4533723 w 4533723"/>
              <a:gd name="connsiteY4" fmla="*/ 652373 h 717610"/>
              <a:gd name="connsiteX0" fmla="*/ 0 w 4533723"/>
              <a:gd name="connsiteY0" fmla="*/ 739356 h 739356"/>
              <a:gd name="connsiteX1" fmla="*/ 818495 w 4533723"/>
              <a:gd name="connsiteY1" fmla="*/ 720399 h 739356"/>
              <a:gd name="connsiteX2" fmla="*/ 1802342 w 4533723"/>
              <a:gd name="connsiteY2" fmla="*/ 0 h 739356"/>
              <a:gd name="connsiteX3" fmla="*/ 3325971 w 4533723"/>
              <a:gd name="connsiteY3" fmla="*/ 21746 h 739356"/>
              <a:gd name="connsiteX4" fmla="*/ 4533723 w 4533723"/>
              <a:gd name="connsiteY4" fmla="*/ 674119 h 739356"/>
              <a:gd name="connsiteX0" fmla="*/ 0 w 4552304"/>
              <a:gd name="connsiteY0" fmla="*/ 652373 h 720399"/>
              <a:gd name="connsiteX1" fmla="*/ 837076 w 4552304"/>
              <a:gd name="connsiteY1" fmla="*/ 720399 h 720399"/>
              <a:gd name="connsiteX2" fmla="*/ 1820923 w 4552304"/>
              <a:gd name="connsiteY2" fmla="*/ 0 h 720399"/>
              <a:gd name="connsiteX3" fmla="*/ 3344552 w 4552304"/>
              <a:gd name="connsiteY3" fmla="*/ 21746 h 720399"/>
              <a:gd name="connsiteX4" fmla="*/ 4552304 w 4552304"/>
              <a:gd name="connsiteY4" fmla="*/ 674119 h 720399"/>
              <a:gd name="connsiteX0" fmla="*/ 0 w 4552304"/>
              <a:gd name="connsiteY0" fmla="*/ 739355 h 739355"/>
              <a:gd name="connsiteX1" fmla="*/ 837076 w 4552304"/>
              <a:gd name="connsiteY1" fmla="*/ 720399 h 739355"/>
              <a:gd name="connsiteX2" fmla="*/ 1820923 w 4552304"/>
              <a:gd name="connsiteY2" fmla="*/ 0 h 739355"/>
              <a:gd name="connsiteX3" fmla="*/ 3344552 w 4552304"/>
              <a:gd name="connsiteY3" fmla="*/ 21746 h 739355"/>
              <a:gd name="connsiteX4" fmla="*/ 4552304 w 4552304"/>
              <a:gd name="connsiteY4" fmla="*/ 674119 h 7393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52304" h="739355">
                <a:moveTo>
                  <a:pt x="0" y="739355"/>
                </a:moveTo>
                <a:lnTo>
                  <a:pt x="837076" y="720399"/>
                </a:lnTo>
                <a:lnTo>
                  <a:pt x="1820923" y="0"/>
                </a:lnTo>
                <a:lnTo>
                  <a:pt x="3344552" y="21746"/>
                </a:lnTo>
                <a:lnTo>
                  <a:pt x="4552304" y="674119"/>
                </a:lnTo>
              </a:path>
            </a:pathLst>
          </a:custGeom>
          <a:ln w="76200" cmpd="sng">
            <a:solidFill>
              <a:srgbClr val="CC0000"/>
            </a:solidFill>
            <a:tailEnd type="triangle"/>
          </a:ln>
        </p:spPr>
        <p:txBody>
          <a:bodyPr rtlCol="0" anchor="ctr"/>
          <a:lstStyle/>
          <a:p>
            <a:pPr algn="ctr"/>
            <a:endParaRPr lang="en-US"/>
          </a:p>
        </p:txBody>
      </p:sp>
      <p:sp>
        <p:nvSpPr>
          <p:cNvPr id="154" name="Freeform 153"/>
          <p:cNvSpPr/>
          <p:nvPr/>
        </p:nvSpPr>
        <p:spPr>
          <a:xfrm flipV="1">
            <a:off x="3810198" y="2367837"/>
            <a:ext cx="2747318" cy="1595090"/>
          </a:xfrm>
          <a:custGeom>
            <a:avLst/>
            <a:gdLst>
              <a:gd name="connsiteX0" fmla="*/ 0 w 1876665"/>
              <a:gd name="connsiteY0" fmla="*/ 739356 h 739356"/>
              <a:gd name="connsiteX1" fmla="*/ 985723 w 1876665"/>
              <a:gd name="connsiteY1" fmla="*/ 720399 h 739356"/>
              <a:gd name="connsiteX2" fmla="*/ 1876665 w 1876665"/>
              <a:gd name="connsiteY2" fmla="*/ 0 h 739356"/>
              <a:gd name="connsiteX0" fmla="*/ 0 w 1876665"/>
              <a:gd name="connsiteY0" fmla="*/ 739356 h 739356"/>
              <a:gd name="connsiteX1" fmla="*/ 818495 w 1876665"/>
              <a:gd name="connsiteY1" fmla="*/ 720399 h 739356"/>
              <a:gd name="connsiteX2" fmla="*/ 1876665 w 1876665"/>
              <a:gd name="connsiteY2" fmla="*/ 0 h 739356"/>
              <a:gd name="connsiteX0" fmla="*/ 0 w 1802341"/>
              <a:gd name="connsiteY0" fmla="*/ 630627 h 630627"/>
              <a:gd name="connsiteX1" fmla="*/ 818495 w 1802341"/>
              <a:gd name="connsiteY1" fmla="*/ 611670 h 630627"/>
              <a:gd name="connsiteX2" fmla="*/ 1802341 w 1802341"/>
              <a:gd name="connsiteY2" fmla="*/ 0 h 630627"/>
              <a:gd name="connsiteX0" fmla="*/ 0 w 1707398"/>
              <a:gd name="connsiteY0" fmla="*/ 754084 h 754084"/>
              <a:gd name="connsiteX1" fmla="*/ 818495 w 1707398"/>
              <a:gd name="connsiteY1" fmla="*/ 735127 h 754084"/>
              <a:gd name="connsiteX2" fmla="*/ 1707398 w 1707398"/>
              <a:gd name="connsiteY2" fmla="*/ 0 h 754084"/>
              <a:gd name="connsiteX0" fmla="*/ 0 w 1707398"/>
              <a:gd name="connsiteY0" fmla="*/ 754084 h 754932"/>
              <a:gd name="connsiteX1" fmla="*/ 445208 w 1707398"/>
              <a:gd name="connsiteY1" fmla="*/ 754932 h 754932"/>
              <a:gd name="connsiteX2" fmla="*/ 818495 w 1707398"/>
              <a:gd name="connsiteY2" fmla="*/ 735127 h 754932"/>
              <a:gd name="connsiteX3" fmla="*/ 1707398 w 1707398"/>
              <a:gd name="connsiteY3" fmla="*/ 0 h 754932"/>
              <a:gd name="connsiteX0" fmla="*/ 0 w 1707398"/>
              <a:gd name="connsiteY0" fmla="*/ 754084 h 754932"/>
              <a:gd name="connsiteX1" fmla="*/ 445208 w 1707398"/>
              <a:gd name="connsiteY1" fmla="*/ 754932 h 754932"/>
              <a:gd name="connsiteX2" fmla="*/ 818495 w 1707398"/>
              <a:gd name="connsiteY2" fmla="*/ 735127 h 754932"/>
              <a:gd name="connsiteX3" fmla="*/ 1039794 w 1707398"/>
              <a:gd name="connsiteY3" fmla="*/ 537472 h 754932"/>
              <a:gd name="connsiteX4" fmla="*/ 1707398 w 1707398"/>
              <a:gd name="connsiteY4" fmla="*/ 0 h 754932"/>
              <a:gd name="connsiteX0" fmla="*/ 0 w 1707398"/>
              <a:gd name="connsiteY0" fmla="*/ 754084 h 754932"/>
              <a:gd name="connsiteX1" fmla="*/ 445208 w 1707398"/>
              <a:gd name="connsiteY1" fmla="*/ 754932 h 754932"/>
              <a:gd name="connsiteX2" fmla="*/ 818495 w 1707398"/>
              <a:gd name="connsiteY2" fmla="*/ 735127 h 754932"/>
              <a:gd name="connsiteX3" fmla="*/ 1039794 w 1707398"/>
              <a:gd name="connsiteY3" fmla="*/ 537472 h 754932"/>
              <a:gd name="connsiteX4" fmla="*/ 1448573 w 1707398"/>
              <a:gd name="connsiteY4" fmla="*/ 233032 h 754932"/>
              <a:gd name="connsiteX5" fmla="*/ 1707398 w 1707398"/>
              <a:gd name="connsiteY5" fmla="*/ 0 h 754932"/>
              <a:gd name="connsiteX0" fmla="*/ 0 w 1707398"/>
              <a:gd name="connsiteY0" fmla="*/ 754084 h 1233339"/>
              <a:gd name="connsiteX1" fmla="*/ 17848 w 1707398"/>
              <a:gd name="connsiteY1" fmla="*/ 1233339 h 1233339"/>
              <a:gd name="connsiteX2" fmla="*/ 818495 w 1707398"/>
              <a:gd name="connsiteY2" fmla="*/ 735127 h 1233339"/>
              <a:gd name="connsiteX3" fmla="*/ 1039794 w 1707398"/>
              <a:gd name="connsiteY3" fmla="*/ 537472 h 1233339"/>
              <a:gd name="connsiteX4" fmla="*/ 1448573 w 1707398"/>
              <a:gd name="connsiteY4" fmla="*/ 233032 h 1233339"/>
              <a:gd name="connsiteX5" fmla="*/ 1707398 w 1707398"/>
              <a:gd name="connsiteY5" fmla="*/ 0 h 1233339"/>
              <a:gd name="connsiteX0" fmla="*/ 0 w 1707398"/>
              <a:gd name="connsiteY0" fmla="*/ 754084 h 2518282"/>
              <a:gd name="connsiteX1" fmla="*/ 17848 w 1707398"/>
              <a:gd name="connsiteY1" fmla="*/ 1233339 h 2518282"/>
              <a:gd name="connsiteX2" fmla="*/ 1487404 w 1707398"/>
              <a:gd name="connsiteY2" fmla="*/ 2518282 h 2518282"/>
              <a:gd name="connsiteX3" fmla="*/ 1039794 w 1707398"/>
              <a:gd name="connsiteY3" fmla="*/ 537472 h 2518282"/>
              <a:gd name="connsiteX4" fmla="*/ 1448573 w 1707398"/>
              <a:gd name="connsiteY4" fmla="*/ 233032 h 2518282"/>
              <a:gd name="connsiteX5" fmla="*/ 1707398 w 1707398"/>
              <a:gd name="connsiteY5" fmla="*/ 0 h 2518282"/>
              <a:gd name="connsiteX0" fmla="*/ 0 w 1707398"/>
              <a:gd name="connsiteY0" fmla="*/ 754084 h 2518282"/>
              <a:gd name="connsiteX1" fmla="*/ 17848 w 1707398"/>
              <a:gd name="connsiteY1" fmla="*/ 1233339 h 2518282"/>
              <a:gd name="connsiteX2" fmla="*/ 1487404 w 1707398"/>
              <a:gd name="connsiteY2" fmla="*/ 2518282 h 2518282"/>
              <a:gd name="connsiteX3" fmla="*/ 1429991 w 1707398"/>
              <a:gd name="connsiteY3" fmla="*/ 1255084 h 2518282"/>
              <a:gd name="connsiteX4" fmla="*/ 1448573 w 1707398"/>
              <a:gd name="connsiteY4" fmla="*/ 233032 h 2518282"/>
              <a:gd name="connsiteX5" fmla="*/ 1707398 w 1707398"/>
              <a:gd name="connsiteY5" fmla="*/ 0 h 2518282"/>
              <a:gd name="connsiteX0" fmla="*/ 0 w 2766506"/>
              <a:gd name="connsiteY0" fmla="*/ 521052 h 2285250"/>
              <a:gd name="connsiteX1" fmla="*/ 17848 w 2766506"/>
              <a:gd name="connsiteY1" fmla="*/ 1000307 h 2285250"/>
              <a:gd name="connsiteX2" fmla="*/ 1487404 w 2766506"/>
              <a:gd name="connsiteY2" fmla="*/ 2285250 h 2285250"/>
              <a:gd name="connsiteX3" fmla="*/ 1429991 w 2766506"/>
              <a:gd name="connsiteY3" fmla="*/ 1022052 h 2285250"/>
              <a:gd name="connsiteX4" fmla="*/ 1448573 w 2766506"/>
              <a:gd name="connsiteY4" fmla="*/ 0 h 2285250"/>
              <a:gd name="connsiteX5" fmla="*/ 2766506 w 2766506"/>
              <a:gd name="connsiteY5" fmla="*/ 1680598 h 2285250"/>
              <a:gd name="connsiteX0" fmla="*/ 0 w 2766506"/>
              <a:gd name="connsiteY0" fmla="*/ 0 h 1764198"/>
              <a:gd name="connsiteX1" fmla="*/ 17848 w 2766506"/>
              <a:gd name="connsiteY1" fmla="*/ 479255 h 1764198"/>
              <a:gd name="connsiteX2" fmla="*/ 1487404 w 2766506"/>
              <a:gd name="connsiteY2" fmla="*/ 1764198 h 1764198"/>
              <a:gd name="connsiteX3" fmla="*/ 1429991 w 2766506"/>
              <a:gd name="connsiteY3" fmla="*/ 501000 h 1764198"/>
              <a:gd name="connsiteX4" fmla="*/ 2766506 w 2766506"/>
              <a:gd name="connsiteY4" fmla="*/ 1159546 h 1764198"/>
              <a:gd name="connsiteX0" fmla="*/ 0 w 2766506"/>
              <a:gd name="connsiteY0" fmla="*/ 0 h 1764198"/>
              <a:gd name="connsiteX1" fmla="*/ 73590 w 2766506"/>
              <a:gd name="connsiteY1" fmla="*/ 348780 h 1764198"/>
              <a:gd name="connsiteX2" fmla="*/ 1487404 w 2766506"/>
              <a:gd name="connsiteY2" fmla="*/ 1764198 h 1764198"/>
              <a:gd name="connsiteX3" fmla="*/ 1429991 w 2766506"/>
              <a:gd name="connsiteY3" fmla="*/ 501000 h 1764198"/>
              <a:gd name="connsiteX4" fmla="*/ 2766506 w 2766506"/>
              <a:gd name="connsiteY4" fmla="*/ 1159546 h 1764198"/>
              <a:gd name="connsiteX0" fmla="*/ 56475 w 2692916"/>
              <a:gd name="connsiteY0" fmla="*/ 0 h 2090384"/>
              <a:gd name="connsiteX1" fmla="*/ 0 w 2692916"/>
              <a:gd name="connsiteY1" fmla="*/ 674966 h 2090384"/>
              <a:gd name="connsiteX2" fmla="*/ 1413814 w 2692916"/>
              <a:gd name="connsiteY2" fmla="*/ 2090384 h 2090384"/>
              <a:gd name="connsiteX3" fmla="*/ 1356401 w 2692916"/>
              <a:gd name="connsiteY3" fmla="*/ 827186 h 2090384"/>
              <a:gd name="connsiteX4" fmla="*/ 2692916 w 2692916"/>
              <a:gd name="connsiteY4" fmla="*/ 1485732 h 2090384"/>
              <a:gd name="connsiteX0" fmla="*/ 19314 w 2692916"/>
              <a:gd name="connsiteY0" fmla="*/ 0 h 2003401"/>
              <a:gd name="connsiteX1" fmla="*/ 0 w 2692916"/>
              <a:gd name="connsiteY1" fmla="*/ 587983 h 2003401"/>
              <a:gd name="connsiteX2" fmla="*/ 1413814 w 2692916"/>
              <a:gd name="connsiteY2" fmla="*/ 2003401 h 2003401"/>
              <a:gd name="connsiteX3" fmla="*/ 1356401 w 2692916"/>
              <a:gd name="connsiteY3" fmla="*/ 740203 h 2003401"/>
              <a:gd name="connsiteX4" fmla="*/ 2692916 w 2692916"/>
              <a:gd name="connsiteY4" fmla="*/ 1398749 h 2003401"/>
              <a:gd name="connsiteX0" fmla="*/ 2183 w 2692916"/>
              <a:gd name="connsiteY0" fmla="*/ 0 h 2003401"/>
              <a:gd name="connsiteX1" fmla="*/ 0 w 2692916"/>
              <a:gd name="connsiteY1" fmla="*/ 587983 h 2003401"/>
              <a:gd name="connsiteX2" fmla="*/ 1413814 w 2692916"/>
              <a:gd name="connsiteY2" fmla="*/ 2003401 h 2003401"/>
              <a:gd name="connsiteX3" fmla="*/ 1356401 w 2692916"/>
              <a:gd name="connsiteY3" fmla="*/ 740203 h 2003401"/>
              <a:gd name="connsiteX4" fmla="*/ 2692916 w 2692916"/>
              <a:gd name="connsiteY4" fmla="*/ 1398749 h 2003401"/>
              <a:gd name="connsiteX0" fmla="*/ 2183 w 2692916"/>
              <a:gd name="connsiteY0" fmla="*/ 0 h 2003401"/>
              <a:gd name="connsiteX1" fmla="*/ 0 w 2692916"/>
              <a:gd name="connsiteY1" fmla="*/ 587983 h 2003401"/>
              <a:gd name="connsiteX2" fmla="*/ 1413814 w 2692916"/>
              <a:gd name="connsiteY2" fmla="*/ 2003401 h 2003401"/>
              <a:gd name="connsiteX3" fmla="*/ 1407793 w 2692916"/>
              <a:gd name="connsiteY3" fmla="*/ 746884 h 2003401"/>
              <a:gd name="connsiteX4" fmla="*/ 2692916 w 2692916"/>
              <a:gd name="connsiteY4" fmla="*/ 1398749 h 2003401"/>
              <a:gd name="connsiteX0" fmla="*/ 2183 w 2692916"/>
              <a:gd name="connsiteY0" fmla="*/ 0 h 2003401"/>
              <a:gd name="connsiteX1" fmla="*/ 0 w 2692916"/>
              <a:gd name="connsiteY1" fmla="*/ 587983 h 2003401"/>
              <a:gd name="connsiteX2" fmla="*/ 1413814 w 2692916"/>
              <a:gd name="connsiteY2" fmla="*/ 2003401 h 2003401"/>
              <a:gd name="connsiteX3" fmla="*/ 1447764 w 2692916"/>
              <a:gd name="connsiteY3" fmla="*/ 593196 h 2003401"/>
              <a:gd name="connsiteX4" fmla="*/ 2692916 w 2692916"/>
              <a:gd name="connsiteY4" fmla="*/ 1398749 h 2003401"/>
              <a:gd name="connsiteX0" fmla="*/ 2183 w 2692916"/>
              <a:gd name="connsiteY0" fmla="*/ 0 h 2003401"/>
              <a:gd name="connsiteX1" fmla="*/ 0 w 2692916"/>
              <a:gd name="connsiteY1" fmla="*/ 587983 h 2003401"/>
              <a:gd name="connsiteX2" fmla="*/ 1413814 w 2692916"/>
              <a:gd name="connsiteY2" fmla="*/ 2003401 h 2003401"/>
              <a:gd name="connsiteX3" fmla="*/ 1413503 w 2692916"/>
              <a:gd name="connsiteY3" fmla="*/ 593196 h 2003401"/>
              <a:gd name="connsiteX4" fmla="*/ 2692916 w 2692916"/>
              <a:gd name="connsiteY4" fmla="*/ 1398749 h 2003401"/>
              <a:gd name="connsiteX0" fmla="*/ 2183 w 2692916"/>
              <a:gd name="connsiteY0" fmla="*/ 0 h 1829665"/>
              <a:gd name="connsiteX1" fmla="*/ 0 w 2692916"/>
              <a:gd name="connsiteY1" fmla="*/ 587983 h 1829665"/>
              <a:gd name="connsiteX2" fmla="*/ 1408104 w 2692916"/>
              <a:gd name="connsiteY2" fmla="*/ 1829665 h 1829665"/>
              <a:gd name="connsiteX3" fmla="*/ 1413503 w 2692916"/>
              <a:gd name="connsiteY3" fmla="*/ 593196 h 1829665"/>
              <a:gd name="connsiteX4" fmla="*/ 2692916 w 2692916"/>
              <a:gd name="connsiteY4" fmla="*/ 1398749 h 1829665"/>
              <a:gd name="connsiteX0" fmla="*/ 2183 w 2692916"/>
              <a:gd name="connsiteY0" fmla="*/ 0 h 1829665"/>
              <a:gd name="connsiteX1" fmla="*/ 0 w 2692916"/>
              <a:gd name="connsiteY1" fmla="*/ 587983 h 1829665"/>
              <a:gd name="connsiteX2" fmla="*/ 1408104 w 2692916"/>
              <a:gd name="connsiteY2" fmla="*/ 1829665 h 1829665"/>
              <a:gd name="connsiteX3" fmla="*/ 1390663 w 2692916"/>
              <a:gd name="connsiteY3" fmla="*/ 599877 h 1829665"/>
              <a:gd name="connsiteX4" fmla="*/ 2692916 w 2692916"/>
              <a:gd name="connsiteY4" fmla="*/ 1398749 h 1829665"/>
              <a:gd name="connsiteX0" fmla="*/ 2183 w 2692916"/>
              <a:gd name="connsiteY0" fmla="*/ 0 h 1829665"/>
              <a:gd name="connsiteX1" fmla="*/ 0 w 2692916"/>
              <a:gd name="connsiteY1" fmla="*/ 587983 h 1829665"/>
              <a:gd name="connsiteX2" fmla="*/ 1408104 w 2692916"/>
              <a:gd name="connsiteY2" fmla="*/ 1829665 h 1829665"/>
              <a:gd name="connsiteX3" fmla="*/ 1407793 w 2692916"/>
              <a:gd name="connsiteY3" fmla="*/ 599877 h 1829665"/>
              <a:gd name="connsiteX4" fmla="*/ 2692916 w 2692916"/>
              <a:gd name="connsiteY4" fmla="*/ 1398749 h 18296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92916" h="1829665">
                <a:moveTo>
                  <a:pt x="2183" y="0"/>
                </a:moveTo>
                <a:cubicBezTo>
                  <a:pt x="1455" y="195994"/>
                  <a:pt x="728" y="391989"/>
                  <a:pt x="0" y="587983"/>
                </a:cubicBezTo>
                <a:lnTo>
                  <a:pt x="1408104" y="1829665"/>
                </a:lnTo>
                <a:cubicBezTo>
                  <a:pt x="1408000" y="1359597"/>
                  <a:pt x="1407897" y="1069945"/>
                  <a:pt x="1407793" y="599877"/>
                </a:cubicBezTo>
                <a:lnTo>
                  <a:pt x="2692916" y="1398749"/>
                </a:lnTo>
              </a:path>
            </a:pathLst>
          </a:custGeom>
          <a:ln w="76200" cmpd="sng">
            <a:solidFill>
              <a:schemeClr val="accent2"/>
            </a:solidFill>
            <a:tailEnd type="triangle"/>
          </a:ln>
        </p:spPr>
        <p:txBody>
          <a:bodyPr rtlCol="0" anchor="ctr"/>
          <a:lstStyle/>
          <a:p>
            <a:pPr algn="ctr"/>
            <a:endParaRPr lang="en-US"/>
          </a:p>
        </p:txBody>
      </p:sp>
      <p:sp>
        <p:nvSpPr>
          <p:cNvPr id="155" name="Slide Number Placeholder 5"/>
          <p:cNvSpPr>
            <a:spLocks noGrp="1"/>
          </p:cNvSpPr>
          <p:nvPr>
            <p:ph type="sldNum" sz="quarter" idx="12"/>
          </p:nvPr>
        </p:nvSpPr>
        <p:spPr>
          <a:xfrm>
            <a:off x="8456154" y="6475895"/>
            <a:ext cx="687845" cy="382105"/>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200" dirty="0">
                <a:latin typeface="Tahoma" charset="0"/>
              </a:rPr>
              <a:t>5-</a:t>
            </a:r>
            <a:fld id="{8E8C6E93-DF5B-BC4B-80F9-500DED1EEDCC}" type="slidenum">
              <a:rPr lang="en-US" sz="1200">
                <a:latin typeface="Tahoma" charset="0"/>
              </a:rPr>
              <a:pPr/>
              <a:t>101</a:t>
            </a:fld>
            <a:endParaRPr lang="en-US" sz="1200" dirty="0">
              <a:latin typeface="Tahoma" charset="0"/>
            </a:endParaRPr>
          </a:p>
        </p:txBody>
      </p:sp>
      <p:sp>
        <p:nvSpPr>
          <p:cNvPr id="156" name="Footer Placeholder 2"/>
          <p:cNvSpPr>
            <a:spLocks noGrp="1"/>
          </p:cNvSpPr>
          <p:nvPr>
            <p:ph type="ftr" sz="quarter" idx="11"/>
          </p:nvPr>
        </p:nvSpPr>
        <p:spPr>
          <a:xfrm>
            <a:off x="6375496" y="6475081"/>
            <a:ext cx="2177473" cy="241541"/>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200" dirty="0">
                <a:solidFill>
                  <a:srgbClr val="000000"/>
                </a:solidFill>
                <a:latin typeface="Tahoma" charset="0"/>
                <a:cs typeface="Arial" charset="0"/>
              </a:rPr>
              <a:t>Network Layer: Control Plane</a:t>
            </a:r>
          </a:p>
        </p:txBody>
      </p:sp>
    </p:spTree>
    <p:extLst>
      <p:ext uri="{BB962C8B-B14F-4D97-AF65-F5344CB8AC3E}">
        <p14:creationId xmlns:p14="http://schemas.microsoft.com/office/powerpoint/2010/main" val="136413912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5">
                                            <p:txEl>
                                              <p:pRg st="0" end="0"/>
                                            </p:txEl>
                                          </p:spTgt>
                                        </p:tgtEl>
                                        <p:attrNameLst>
                                          <p:attrName>style.visibility</p:attrName>
                                        </p:attrNameLst>
                                      </p:cBhvr>
                                      <p:to>
                                        <p:strVal val="visible"/>
                                      </p:to>
                                    </p:set>
                                    <p:animEffect transition="in" filter="dissolve">
                                      <p:cBhvr>
                                        <p:cTn id="7" dur="500"/>
                                        <p:tgtEl>
                                          <p:spTgt spid="15">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5">
                                            <p:txEl>
                                              <p:pRg st="2" end="2"/>
                                            </p:txEl>
                                          </p:spTgt>
                                        </p:tgtEl>
                                        <p:attrNameLst>
                                          <p:attrName>style.visibility</p:attrName>
                                        </p:attrNameLst>
                                      </p:cBhvr>
                                      <p:to>
                                        <p:strVal val="visible"/>
                                      </p:to>
                                    </p:set>
                                    <p:animEffect transition="in" filter="dissolve">
                                      <p:cBhvr>
                                        <p:cTn id="12" dur="500"/>
                                        <p:tgtEl>
                                          <p:spTgt spid="15">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169" name="Text Box 167"/>
          <p:cNvSpPr txBox="1">
            <a:spLocks noChangeArrowheads="1"/>
          </p:cNvSpPr>
          <p:nvPr/>
        </p:nvSpPr>
        <p:spPr bwMode="auto">
          <a:xfrm>
            <a:off x="542925" y="236538"/>
            <a:ext cx="6921862" cy="6463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3600" dirty="0">
                <a:solidFill>
                  <a:srgbClr val="000099"/>
                </a:solidFill>
                <a:latin typeface="Gill Sans MT" charset="0"/>
              </a:rPr>
              <a:t>Software defined networking (SDN)</a:t>
            </a:r>
          </a:p>
        </p:txBody>
      </p:sp>
      <p:pic>
        <p:nvPicPr>
          <p:cNvPr id="48170" name="Picture 5"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81025" y="776288"/>
            <a:ext cx="6422481" cy="20891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nvGrpSpPr>
          <p:cNvPr id="3" name="Group 2"/>
          <p:cNvGrpSpPr/>
          <p:nvPr/>
        </p:nvGrpSpPr>
        <p:grpSpPr>
          <a:xfrm>
            <a:off x="1453484" y="1872855"/>
            <a:ext cx="7050773" cy="4668701"/>
            <a:chOff x="1453484" y="1555350"/>
            <a:chExt cx="7050773" cy="4668701"/>
          </a:xfrm>
        </p:grpSpPr>
        <p:grpSp>
          <p:nvGrpSpPr>
            <p:cNvPr id="25" name="Group 24"/>
            <p:cNvGrpSpPr/>
            <p:nvPr/>
          </p:nvGrpSpPr>
          <p:grpSpPr>
            <a:xfrm>
              <a:off x="1453484" y="1555350"/>
              <a:ext cx="6027737" cy="1440135"/>
              <a:chOff x="1492879" y="2061336"/>
              <a:chExt cx="6027737" cy="1440135"/>
            </a:xfrm>
          </p:grpSpPr>
          <p:sp>
            <p:nvSpPr>
              <p:cNvPr id="388" name="Rectangle 387"/>
              <p:cNvSpPr/>
              <p:nvPr/>
            </p:nvSpPr>
            <p:spPr bwMode="auto">
              <a:xfrm>
                <a:off x="1929251" y="2064703"/>
                <a:ext cx="5043488" cy="1017588"/>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sp>
            <p:nvSpPr>
              <p:cNvPr id="396" name="Freeform 395"/>
              <p:cNvSpPr/>
              <p:nvPr/>
            </p:nvSpPr>
            <p:spPr bwMode="auto">
              <a:xfrm>
                <a:off x="1739747" y="2067585"/>
                <a:ext cx="198437" cy="1385888"/>
              </a:xfrm>
              <a:custGeom>
                <a:avLst/>
                <a:gdLst>
                  <a:gd name="connsiteX0" fmla="*/ 0 w 312616"/>
                  <a:gd name="connsiteY0" fmla="*/ 644770 h 1367693"/>
                  <a:gd name="connsiteX1" fmla="*/ 312616 w 312616"/>
                  <a:gd name="connsiteY1" fmla="*/ 0 h 1367693"/>
                  <a:gd name="connsiteX2" fmla="*/ 312616 w 312616"/>
                  <a:gd name="connsiteY2" fmla="*/ 1016000 h 1367693"/>
                  <a:gd name="connsiteX3" fmla="*/ 117231 w 312616"/>
                  <a:gd name="connsiteY3" fmla="*/ 1367693 h 1367693"/>
                  <a:gd name="connsiteX4" fmla="*/ 0 w 312616"/>
                  <a:gd name="connsiteY4" fmla="*/ 644770 h 1367693"/>
                  <a:gd name="connsiteX0" fmla="*/ 0 w 199855"/>
                  <a:gd name="connsiteY0" fmla="*/ 733787 h 1367693"/>
                  <a:gd name="connsiteX1" fmla="*/ 199855 w 199855"/>
                  <a:gd name="connsiteY1" fmla="*/ 0 h 1367693"/>
                  <a:gd name="connsiteX2" fmla="*/ 199855 w 199855"/>
                  <a:gd name="connsiteY2" fmla="*/ 1016000 h 1367693"/>
                  <a:gd name="connsiteX3" fmla="*/ 4470 w 199855"/>
                  <a:gd name="connsiteY3" fmla="*/ 1367693 h 1367693"/>
                  <a:gd name="connsiteX4" fmla="*/ 0 w 199855"/>
                  <a:gd name="connsiteY4" fmla="*/ 733787 h 1367693"/>
                  <a:gd name="connsiteX0" fmla="*/ 25203 w 225058"/>
                  <a:gd name="connsiteY0" fmla="*/ 733787 h 1361758"/>
                  <a:gd name="connsiteX1" fmla="*/ 225058 w 225058"/>
                  <a:gd name="connsiteY1" fmla="*/ 0 h 1361758"/>
                  <a:gd name="connsiteX2" fmla="*/ 225058 w 225058"/>
                  <a:gd name="connsiteY2" fmla="*/ 1016000 h 1361758"/>
                  <a:gd name="connsiteX3" fmla="*/ 0 w 225058"/>
                  <a:gd name="connsiteY3" fmla="*/ 1361758 h 1361758"/>
                  <a:gd name="connsiteX4" fmla="*/ 25203 w 225058"/>
                  <a:gd name="connsiteY4" fmla="*/ 733787 h 1361758"/>
                  <a:gd name="connsiteX0" fmla="*/ 25203 w 230992"/>
                  <a:gd name="connsiteY0" fmla="*/ 787197 h 1415168"/>
                  <a:gd name="connsiteX1" fmla="*/ 230992 w 230992"/>
                  <a:gd name="connsiteY1" fmla="*/ 0 h 1415168"/>
                  <a:gd name="connsiteX2" fmla="*/ 225058 w 230992"/>
                  <a:gd name="connsiteY2" fmla="*/ 1069410 h 1415168"/>
                  <a:gd name="connsiteX3" fmla="*/ 0 w 230992"/>
                  <a:gd name="connsiteY3" fmla="*/ 1415168 h 1415168"/>
                  <a:gd name="connsiteX4" fmla="*/ 25203 w 230992"/>
                  <a:gd name="connsiteY4" fmla="*/ 787197 h 1415168"/>
                  <a:gd name="connsiteX0" fmla="*/ 0 w 205789"/>
                  <a:gd name="connsiteY0" fmla="*/ 787197 h 1427037"/>
                  <a:gd name="connsiteX1" fmla="*/ 205789 w 205789"/>
                  <a:gd name="connsiteY1" fmla="*/ 0 h 1427037"/>
                  <a:gd name="connsiteX2" fmla="*/ 199855 w 205789"/>
                  <a:gd name="connsiteY2" fmla="*/ 1069410 h 1427037"/>
                  <a:gd name="connsiteX3" fmla="*/ 4471 w 205789"/>
                  <a:gd name="connsiteY3" fmla="*/ 1427037 h 1427037"/>
                  <a:gd name="connsiteX4" fmla="*/ 0 w 205789"/>
                  <a:gd name="connsiteY4" fmla="*/ 787197 h 1427037"/>
                  <a:gd name="connsiteX0" fmla="*/ 0 w 199855"/>
                  <a:gd name="connsiteY0" fmla="*/ 745656 h 1385496"/>
                  <a:gd name="connsiteX1" fmla="*/ 193920 w 199855"/>
                  <a:gd name="connsiteY1" fmla="*/ 0 h 1385496"/>
                  <a:gd name="connsiteX2" fmla="*/ 199855 w 199855"/>
                  <a:gd name="connsiteY2" fmla="*/ 1027869 h 1385496"/>
                  <a:gd name="connsiteX3" fmla="*/ 4471 w 199855"/>
                  <a:gd name="connsiteY3" fmla="*/ 1385496 h 1385496"/>
                  <a:gd name="connsiteX4" fmla="*/ 0 w 199855"/>
                  <a:gd name="connsiteY4" fmla="*/ 745656 h 1385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9855" h="1385496">
                    <a:moveTo>
                      <a:pt x="0" y="745656"/>
                    </a:moveTo>
                    <a:lnTo>
                      <a:pt x="193920" y="0"/>
                    </a:lnTo>
                    <a:cubicBezTo>
                      <a:pt x="195898" y="342623"/>
                      <a:pt x="197877" y="685246"/>
                      <a:pt x="199855" y="1027869"/>
                    </a:cubicBezTo>
                    <a:lnTo>
                      <a:pt x="4471" y="1385496"/>
                    </a:lnTo>
                    <a:cubicBezTo>
                      <a:pt x="2981" y="1172216"/>
                      <a:pt x="1490" y="958936"/>
                      <a:pt x="0" y="745656"/>
                    </a:cubicBezTo>
                    <a:close/>
                  </a:path>
                </a:pathLst>
              </a:custGeom>
              <a:gradFill>
                <a:gsLst>
                  <a:gs pos="0">
                    <a:schemeClr val="bg1">
                      <a:lumMod val="95000"/>
                    </a:schemeClr>
                  </a:gs>
                  <a:gs pos="100000">
                    <a:schemeClr val="accent6">
                      <a:lumMod val="20000"/>
                      <a:lumOff val="80000"/>
                    </a:schemeClr>
                  </a:gs>
                </a:gsLst>
                <a:lin ang="0" scaled="0"/>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sp>
            <p:nvSpPr>
              <p:cNvPr id="398" name="Freeform 397"/>
              <p:cNvSpPr/>
              <p:nvPr/>
            </p:nvSpPr>
            <p:spPr bwMode="auto">
              <a:xfrm flipH="1">
                <a:off x="6969078" y="2061336"/>
                <a:ext cx="220427" cy="1370587"/>
              </a:xfrm>
              <a:custGeom>
                <a:avLst/>
                <a:gdLst>
                  <a:gd name="connsiteX0" fmla="*/ 0 w 312616"/>
                  <a:gd name="connsiteY0" fmla="*/ 644770 h 1367693"/>
                  <a:gd name="connsiteX1" fmla="*/ 312616 w 312616"/>
                  <a:gd name="connsiteY1" fmla="*/ 0 h 1367693"/>
                  <a:gd name="connsiteX2" fmla="*/ 312616 w 312616"/>
                  <a:gd name="connsiteY2" fmla="*/ 1016000 h 1367693"/>
                  <a:gd name="connsiteX3" fmla="*/ 117231 w 312616"/>
                  <a:gd name="connsiteY3" fmla="*/ 1367693 h 1367693"/>
                  <a:gd name="connsiteX4" fmla="*/ 0 w 312616"/>
                  <a:gd name="connsiteY4" fmla="*/ 644770 h 1367693"/>
                  <a:gd name="connsiteX0" fmla="*/ 0 w 199855"/>
                  <a:gd name="connsiteY0" fmla="*/ 733787 h 1367693"/>
                  <a:gd name="connsiteX1" fmla="*/ 199855 w 199855"/>
                  <a:gd name="connsiteY1" fmla="*/ 0 h 1367693"/>
                  <a:gd name="connsiteX2" fmla="*/ 199855 w 199855"/>
                  <a:gd name="connsiteY2" fmla="*/ 1016000 h 1367693"/>
                  <a:gd name="connsiteX3" fmla="*/ 4470 w 199855"/>
                  <a:gd name="connsiteY3" fmla="*/ 1367693 h 1367693"/>
                  <a:gd name="connsiteX4" fmla="*/ 0 w 199855"/>
                  <a:gd name="connsiteY4" fmla="*/ 733787 h 1367693"/>
                  <a:gd name="connsiteX0" fmla="*/ 25203 w 225058"/>
                  <a:gd name="connsiteY0" fmla="*/ 733787 h 1361758"/>
                  <a:gd name="connsiteX1" fmla="*/ 225058 w 225058"/>
                  <a:gd name="connsiteY1" fmla="*/ 0 h 1361758"/>
                  <a:gd name="connsiteX2" fmla="*/ 225058 w 225058"/>
                  <a:gd name="connsiteY2" fmla="*/ 1016000 h 1361758"/>
                  <a:gd name="connsiteX3" fmla="*/ 0 w 225058"/>
                  <a:gd name="connsiteY3" fmla="*/ 1361758 h 1361758"/>
                  <a:gd name="connsiteX4" fmla="*/ 25203 w 225058"/>
                  <a:gd name="connsiteY4" fmla="*/ 733787 h 1361758"/>
                  <a:gd name="connsiteX0" fmla="*/ 25203 w 230992"/>
                  <a:gd name="connsiteY0" fmla="*/ 787197 h 1415168"/>
                  <a:gd name="connsiteX1" fmla="*/ 230992 w 230992"/>
                  <a:gd name="connsiteY1" fmla="*/ 0 h 1415168"/>
                  <a:gd name="connsiteX2" fmla="*/ 225058 w 230992"/>
                  <a:gd name="connsiteY2" fmla="*/ 1069410 h 1415168"/>
                  <a:gd name="connsiteX3" fmla="*/ 0 w 230992"/>
                  <a:gd name="connsiteY3" fmla="*/ 1415168 h 1415168"/>
                  <a:gd name="connsiteX4" fmla="*/ 25203 w 230992"/>
                  <a:gd name="connsiteY4" fmla="*/ 787197 h 1415168"/>
                  <a:gd name="connsiteX0" fmla="*/ 0 w 205789"/>
                  <a:gd name="connsiteY0" fmla="*/ 787197 h 1427037"/>
                  <a:gd name="connsiteX1" fmla="*/ 205789 w 205789"/>
                  <a:gd name="connsiteY1" fmla="*/ 0 h 1427037"/>
                  <a:gd name="connsiteX2" fmla="*/ 199855 w 205789"/>
                  <a:gd name="connsiteY2" fmla="*/ 1069410 h 1427037"/>
                  <a:gd name="connsiteX3" fmla="*/ 4471 w 205789"/>
                  <a:gd name="connsiteY3" fmla="*/ 1427037 h 1427037"/>
                  <a:gd name="connsiteX4" fmla="*/ 0 w 205789"/>
                  <a:gd name="connsiteY4" fmla="*/ 787197 h 1427037"/>
                  <a:gd name="connsiteX0" fmla="*/ 0 w 199855"/>
                  <a:gd name="connsiteY0" fmla="*/ 745656 h 1385496"/>
                  <a:gd name="connsiteX1" fmla="*/ 193920 w 199855"/>
                  <a:gd name="connsiteY1" fmla="*/ 0 h 1385496"/>
                  <a:gd name="connsiteX2" fmla="*/ 199855 w 199855"/>
                  <a:gd name="connsiteY2" fmla="*/ 1027869 h 1385496"/>
                  <a:gd name="connsiteX3" fmla="*/ 4471 w 199855"/>
                  <a:gd name="connsiteY3" fmla="*/ 1385496 h 1385496"/>
                  <a:gd name="connsiteX4" fmla="*/ 0 w 199855"/>
                  <a:gd name="connsiteY4" fmla="*/ 745656 h 1385496"/>
                  <a:gd name="connsiteX0" fmla="*/ 0 w 219519"/>
                  <a:gd name="connsiteY0" fmla="*/ 730359 h 1370199"/>
                  <a:gd name="connsiteX1" fmla="*/ 219401 w 219519"/>
                  <a:gd name="connsiteY1" fmla="*/ 0 h 1370199"/>
                  <a:gd name="connsiteX2" fmla="*/ 199855 w 219519"/>
                  <a:gd name="connsiteY2" fmla="*/ 1012572 h 1370199"/>
                  <a:gd name="connsiteX3" fmla="*/ 4471 w 219519"/>
                  <a:gd name="connsiteY3" fmla="*/ 1370199 h 1370199"/>
                  <a:gd name="connsiteX4" fmla="*/ 0 w 219519"/>
                  <a:gd name="connsiteY4" fmla="*/ 730359 h 1370199"/>
                  <a:gd name="connsiteX0" fmla="*/ 0 w 219602"/>
                  <a:gd name="connsiteY0" fmla="*/ 730359 h 1370199"/>
                  <a:gd name="connsiteX1" fmla="*/ 219401 w 219602"/>
                  <a:gd name="connsiteY1" fmla="*/ 0 h 1370199"/>
                  <a:gd name="connsiteX2" fmla="*/ 210047 w 219602"/>
                  <a:gd name="connsiteY2" fmla="*/ 1007473 h 1370199"/>
                  <a:gd name="connsiteX3" fmla="*/ 4471 w 219602"/>
                  <a:gd name="connsiteY3" fmla="*/ 1370199 h 1370199"/>
                  <a:gd name="connsiteX4" fmla="*/ 0 w 219602"/>
                  <a:gd name="connsiteY4" fmla="*/ 730359 h 1370199"/>
                  <a:gd name="connsiteX0" fmla="*/ 0 w 220239"/>
                  <a:gd name="connsiteY0" fmla="*/ 730359 h 1370199"/>
                  <a:gd name="connsiteX1" fmla="*/ 219401 w 220239"/>
                  <a:gd name="connsiteY1" fmla="*/ 0 h 1370199"/>
                  <a:gd name="connsiteX2" fmla="*/ 220239 w 220239"/>
                  <a:gd name="connsiteY2" fmla="*/ 1007473 h 1370199"/>
                  <a:gd name="connsiteX3" fmla="*/ 4471 w 220239"/>
                  <a:gd name="connsiteY3" fmla="*/ 1370199 h 1370199"/>
                  <a:gd name="connsiteX4" fmla="*/ 0 w 220239"/>
                  <a:gd name="connsiteY4" fmla="*/ 730359 h 13701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239" h="1370199">
                    <a:moveTo>
                      <a:pt x="0" y="730359"/>
                    </a:moveTo>
                    <a:cubicBezTo>
                      <a:pt x="64640" y="481807"/>
                      <a:pt x="154761" y="248552"/>
                      <a:pt x="219401" y="0"/>
                    </a:cubicBezTo>
                    <a:cubicBezTo>
                      <a:pt x="221379" y="342623"/>
                      <a:pt x="218261" y="664850"/>
                      <a:pt x="220239" y="1007473"/>
                    </a:cubicBezTo>
                    <a:lnTo>
                      <a:pt x="4471" y="1370199"/>
                    </a:lnTo>
                    <a:cubicBezTo>
                      <a:pt x="2981" y="1156919"/>
                      <a:pt x="1490" y="943639"/>
                      <a:pt x="0" y="730359"/>
                    </a:cubicBezTo>
                    <a:close/>
                  </a:path>
                </a:pathLst>
              </a:custGeom>
              <a:gradFill>
                <a:gsLst>
                  <a:gs pos="0">
                    <a:schemeClr val="accent6">
                      <a:lumMod val="20000"/>
                      <a:lumOff val="80000"/>
                    </a:schemeClr>
                  </a:gs>
                  <a:gs pos="100000">
                    <a:schemeClr val="bg1"/>
                  </a:gs>
                </a:gsLst>
                <a:lin ang="10800000" scaled="0"/>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grpSp>
            <p:nvGrpSpPr>
              <p:cNvPr id="48316" name="Group 950"/>
              <p:cNvGrpSpPr>
                <a:grpSpLocks/>
              </p:cNvGrpSpPr>
              <p:nvPr/>
            </p:nvGrpSpPr>
            <p:grpSpPr bwMode="auto">
              <a:xfrm>
                <a:off x="1492879" y="2820676"/>
                <a:ext cx="338137" cy="653816"/>
                <a:chOff x="4140" y="429"/>
                <a:chExt cx="1425" cy="2396"/>
              </a:xfrm>
            </p:grpSpPr>
            <p:sp>
              <p:nvSpPr>
                <p:cNvPr id="48350" name="Freeform 951"/>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8351" name="Rectangle 952"/>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p>
              </p:txBody>
            </p:sp>
            <p:sp>
              <p:nvSpPr>
                <p:cNvPr id="48352" name="Freeform 953"/>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8353" name="Freeform 954"/>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8354" name="Rectangle 955"/>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p>
                  <a:endParaRPr lang="en-US"/>
                </a:p>
              </p:txBody>
            </p:sp>
            <p:grpSp>
              <p:nvGrpSpPr>
                <p:cNvPr id="48355" name="Group 956"/>
                <p:cNvGrpSpPr>
                  <a:grpSpLocks/>
                </p:cNvGrpSpPr>
                <p:nvPr/>
              </p:nvGrpSpPr>
              <p:grpSpPr bwMode="auto">
                <a:xfrm>
                  <a:off x="4749" y="668"/>
                  <a:ext cx="581" cy="145"/>
                  <a:chOff x="614" y="2568"/>
                  <a:chExt cx="725" cy="139"/>
                </a:xfrm>
              </p:grpSpPr>
              <p:sp>
                <p:nvSpPr>
                  <p:cNvPr id="48380" name="AutoShape 957"/>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sp>
                <p:nvSpPr>
                  <p:cNvPr id="48381" name="AutoShape 958"/>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grpSp>
            <p:sp>
              <p:nvSpPr>
                <p:cNvPr id="48356" name="Rectangle 959"/>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p>
                  <a:endParaRPr lang="en-US"/>
                </a:p>
              </p:txBody>
            </p:sp>
            <p:grpSp>
              <p:nvGrpSpPr>
                <p:cNvPr id="48357" name="Group 960"/>
                <p:cNvGrpSpPr>
                  <a:grpSpLocks/>
                </p:cNvGrpSpPr>
                <p:nvPr/>
              </p:nvGrpSpPr>
              <p:grpSpPr bwMode="auto">
                <a:xfrm>
                  <a:off x="4747" y="994"/>
                  <a:ext cx="581" cy="134"/>
                  <a:chOff x="614" y="2568"/>
                  <a:chExt cx="725" cy="139"/>
                </a:xfrm>
              </p:grpSpPr>
              <p:sp>
                <p:nvSpPr>
                  <p:cNvPr id="48378" name="AutoShape 961"/>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sp>
                <p:nvSpPr>
                  <p:cNvPr id="48379" name="AutoShape 962"/>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grpSp>
            <p:sp>
              <p:nvSpPr>
                <p:cNvPr id="48358" name="Rectangle 963"/>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p>
                  <a:endParaRPr lang="en-US"/>
                </a:p>
              </p:txBody>
            </p:sp>
            <p:sp>
              <p:nvSpPr>
                <p:cNvPr id="48359" name="Rectangle 964"/>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p>
                  <a:endParaRPr lang="en-US"/>
                </a:p>
              </p:txBody>
            </p:sp>
            <p:grpSp>
              <p:nvGrpSpPr>
                <p:cNvPr id="48360" name="Group 965"/>
                <p:cNvGrpSpPr>
                  <a:grpSpLocks/>
                </p:cNvGrpSpPr>
                <p:nvPr/>
              </p:nvGrpSpPr>
              <p:grpSpPr bwMode="auto">
                <a:xfrm>
                  <a:off x="4735" y="1627"/>
                  <a:ext cx="582" cy="151"/>
                  <a:chOff x="614" y="2568"/>
                  <a:chExt cx="725" cy="139"/>
                </a:xfrm>
              </p:grpSpPr>
              <p:sp>
                <p:nvSpPr>
                  <p:cNvPr id="48376" name="AutoShape 966"/>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sp>
                <p:nvSpPr>
                  <p:cNvPr id="48377" name="AutoShape 967"/>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grpSp>
            <p:sp>
              <p:nvSpPr>
                <p:cNvPr id="48361" name="Freeform 968"/>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grpSp>
              <p:nvGrpSpPr>
                <p:cNvPr id="48362" name="Group 969"/>
                <p:cNvGrpSpPr>
                  <a:grpSpLocks/>
                </p:cNvGrpSpPr>
                <p:nvPr/>
              </p:nvGrpSpPr>
              <p:grpSpPr bwMode="auto">
                <a:xfrm>
                  <a:off x="4739" y="1327"/>
                  <a:ext cx="582" cy="139"/>
                  <a:chOff x="614" y="2568"/>
                  <a:chExt cx="725" cy="139"/>
                </a:xfrm>
              </p:grpSpPr>
              <p:sp>
                <p:nvSpPr>
                  <p:cNvPr id="48374" name="AutoShape 970"/>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sp>
                <p:nvSpPr>
                  <p:cNvPr id="48375" name="AutoShape 971"/>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grpSp>
            <p:sp>
              <p:nvSpPr>
                <p:cNvPr id="48363" name="Rectangle 972"/>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p>
                  <a:endParaRPr lang="en-US"/>
                </a:p>
              </p:txBody>
            </p:sp>
            <p:sp>
              <p:nvSpPr>
                <p:cNvPr id="48364" name="Freeform 973"/>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8365" name="Freeform 974"/>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8366" name="Oval 975"/>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sp>
              <p:nvSpPr>
                <p:cNvPr id="48367" name="Freeform 976"/>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8368" name="AutoShape 977"/>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p>
                  <a:endParaRPr lang="en-US"/>
                </a:p>
              </p:txBody>
            </p:sp>
            <p:sp>
              <p:nvSpPr>
                <p:cNvPr id="48369" name="AutoShape 978"/>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p>
                  <a:endParaRPr lang="en-US"/>
                </a:p>
              </p:txBody>
            </p:sp>
            <p:sp>
              <p:nvSpPr>
                <p:cNvPr id="48370" name="Oval 979"/>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sp>
              <p:nvSpPr>
                <p:cNvPr id="48371" name="Oval 980"/>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algn="ctr" eaLnBrk="1" hangingPunct="1"/>
                  <a:endParaRPr lang="en-US">
                    <a:solidFill>
                      <a:srgbClr val="FF0000"/>
                    </a:solidFill>
                  </a:endParaRPr>
                </a:p>
              </p:txBody>
            </p:sp>
            <p:sp>
              <p:nvSpPr>
                <p:cNvPr id="48372" name="Oval 981"/>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sp>
              <p:nvSpPr>
                <p:cNvPr id="48373" name="Rectangle 982"/>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p>
                  <a:endParaRPr lang="en-US"/>
                </a:p>
              </p:txBody>
            </p:sp>
          </p:grpSp>
          <p:grpSp>
            <p:nvGrpSpPr>
              <p:cNvPr id="48317" name="Group 950"/>
              <p:cNvGrpSpPr>
                <a:grpSpLocks/>
              </p:cNvGrpSpPr>
              <p:nvPr/>
            </p:nvGrpSpPr>
            <p:grpSpPr bwMode="auto">
              <a:xfrm>
                <a:off x="7182479" y="2847655"/>
                <a:ext cx="338137" cy="653816"/>
                <a:chOff x="4140" y="429"/>
                <a:chExt cx="1425" cy="2396"/>
              </a:xfrm>
            </p:grpSpPr>
            <p:sp>
              <p:nvSpPr>
                <p:cNvPr id="48318" name="Freeform 951"/>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8319" name="Rectangle 952"/>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p>
              </p:txBody>
            </p:sp>
            <p:sp>
              <p:nvSpPr>
                <p:cNvPr id="48320" name="Freeform 953"/>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8321" name="Freeform 954"/>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8322" name="Rectangle 955"/>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p>
                  <a:endParaRPr lang="en-US"/>
                </a:p>
              </p:txBody>
            </p:sp>
            <p:grpSp>
              <p:nvGrpSpPr>
                <p:cNvPr id="48323" name="Group 956"/>
                <p:cNvGrpSpPr>
                  <a:grpSpLocks/>
                </p:cNvGrpSpPr>
                <p:nvPr/>
              </p:nvGrpSpPr>
              <p:grpSpPr bwMode="auto">
                <a:xfrm>
                  <a:off x="4749" y="668"/>
                  <a:ext cx="581" cy="145"/>
                  <a:chOff x="614" y="2568"/>
                  <a:chExt cx="725" cy="139"/>
                </a:xfrm>
              </p:grpSpPr>
              <p:sp>
                <p:nvSpPr>
                  <p:cNvPr id="48348" name="AutoShape 957"/>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sp>
                <p:nvSpPr>
                  <p:cNvPr id="48349" name="AutoShape 958"/>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grpSp>
            <p:sp>
              <p:nvSpPr>
                <p:cNvPr id="48324" name="Rectangle 959"/>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p>
                  <a:endParaRPr lang="en-US"/>
                </a:p>
              </p:txBody>
            </p:sp>
            <p:grpSp>
              <p:nvGrpSpPr>
                <p:cNvPr id="48325" name="Group 960"/>
                <p:cNvGrpSpPr>
                  <a:grpSpLocks/>
                </p:cNvGrpSpPr>
                <p:nvPr/>
              </p:nvGrpSpPr>
              <p:grpSpPr bwMode="auto">
                <a:xfrm>
                  <a:off x="4747" y="994"/>
                  <a:ext cx="581" cy="134"/>
                  <a:chOff x="614" y="2568"/>
                  <a:chExt cx="725" cy="139"/>
                </a:xfrm>
              </p:grpSpPr>
              <p:sp>
                <p:nvSpPr>
                  <p:cNvPr id="48346" name="AutoShape 961"/>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sp>
                <p:nvSpPr>
                  <p:cNvPr id="48347" name="AutoShape 962"/>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grpSp>
            <p:sp>
              <p:nvSpPr>
                <p:cNvPr id="48326" name="Rectangle 963"/>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p>
                  <a:endParaRPr lang="en-US"/>
                </a:p>
              </p:txBody>
            </p:sp>
            <p:sp>
              <p:nvSpPr>
                <p:cNvPr id="48327" name="Rectangle 964"/>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p>
                  <a:endParaRPr lang="en-US"/>
                </a:p>
              </p:txBody>
            </p:sp>
            <p:grpSp>
              <p:nvGrpSpPr>
                <p:cNvPr id="48328" name="Group 965"/>
                <p:cNvGrpSpPr>
                  <a:grpSpLocks/>
                </p:cNvGrpSpPr>
                <p:nvPr/>
              </p:nvGrpSpPr>
              <p:grpSpPr bwMode="auto">
                <a:xfrm>
                  <a:off x="4735" y="1627"/>
                  <a:ext cx="582" cy="151"/>
                  <a:chOff x="614" y="2568"/>
                  <a:chExt cx="725" cy="139"/>
                </a:xfrm>
              </p:grpSpPr>
              <p:sp>
                <p:nvSpPr>
                  <p:cNvPr id="48344" name="AutoShape 966"/>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sp>
                <p:nvSpPr>
                  <p:cNvPr id="48345" name="AutoShape 967"/>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grpSp>
            <p:sp>
              <p:nvSpPr>
                <p:cNvPr id="48329" name="Freeform 968"/>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grpSp>
              <p:nvGrpSpPr>
                <p:cNvPr id="48330" name="Group 969"/>
                <p:cNvGrpSpPr>
                  <a:grpSpLocks/>
                </p:cNvGrpSpPr>
                <p:nvPr/>
              </p:nvGrpSpPr>
              <p:grpSpPr bwMode="auto">
                <a:xfrm>
                  <a:off x="4739" y="1327"/>
                  <a:ext cx="582" cy="139"/>
                  <a:chOff x="614" y="2568"/>
                  <a:chExt cx="725" cy="139"/>
                </a:xfrm>
              </p:grpSpPr>
              <p:sp>
                <p:nvSpPr>
                  <p:cNvPr id="48342" name="AutoShape 970"/>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sp>
                <p:nvSpPr>
                  <p:cNvPr id="48343" name="AutoShape 971"/>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grpSp>
            <p:sp>
              <p:nvSpPr>
                <p:cNvPr id="48331" name="Rectangle 972"/>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p>
                  <a:endParaRPr lang="en-US"/>
                </a:p>
              </p:txBody>
            </p:sp>
            <p:sp>
              <p:nvSpPr>
                <p:cNvPr id="48332" name="Freeform 973"/>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8333" name="Freeform 974"/>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8334" name="Oval 975"/>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sp>
              <p:nvSpPr>
                <p:cNvPr id="48335" name="Freeform 976"/>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8336" name="AutoShape 977"/>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p>
                  <a:endParaRPr lang="en-US"/>
                </a:p>
              </p:txBody>
            </p:sp>
            <p:sp>
              <p:nvSpPr>
                <p:cNvPr id="48337" name="AutoShape 978"/>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p>
                  <a:endParaRPr lang="en-US"/>
                </a:p>
              </p:txBody>
            </p:sp>
            <p:sp>
              <p:nvSpPr>
                <p:cNvPr id="48338" name="Oval 979"/>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sp>
              <p:nvSpPr>
                <p:cNvPr id="48339" name="Oval 980"/>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algn="ctr" eaLnBrk="1" hangingPunct="1"/>
                  <a:endParaRPr lang="en-US">
                    <a:solidFill>
                      <a:srgbClr val="FF0000"/>
                    </a:solidFill>
                  </a:endParaRPr>
                </a:p>
              </p:txBody>
            </p:sp>
            <p:sp>
              <p:nvSpPr>
                <p:cNvPr id="48340" name="Oval 981"/>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sp>
              <p:nvSpPr>
                <p:cNvPr id="48341" name="Rectangle 982"/>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p>
                  <a:endParaRPr lang="en-US"/>
                </a:p>
              </p:txBody>
            </p:sp>
          </p:grpSp>
        </p:grpSp>
        <p:sp>
          <p:nvSpPr>
            <p:cNvPr id="48129" name="Freeform 2"/>
            <p:cNvSpPr>
              <a:spLocks/>
            </p:cNvSpPr>
            <p:nvPr/>
          </p:nvSpPr>
          <p:spPr bwMode="auto">
            <a:xfrm>
              <a:off x="2592388" y="5284251"/>
              <a:ext cx="4027487" cy="939800"/>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0001" h="10125">
                  <a:moveTo>
                    <a:pt x="4" y="4039"/>
                  </a:moveTo>
                  <a:cubicBezTo>
                    <a:pt x="-29" y="2271"/>
                    <a:pt x="194" y="2100"/>
                    <a:pt x="715" y="1595"/>
                  </a:cubicBezTo>
                  <a:cubicBezTo>
                    <a:pt x="1236" y="1089"/>
                    <a:pt x="2417" y="1272"/>
                    <a:pt x="3130" y="1006"/>
                  </a:cubicBezTo>
                  <a:cubicBezTo>
                    <a:pt x="3843" y="740"/>
                    <a:pt x="4397" y="0"/>
                    <a:pt x="4995" y="0"/>
                  </a:cubicBezTo>
                  <a:cubicBezTo>
                    <a:pt x="5593" y="1"/>
                    <a:pt x="6206" y="926"/>
                    <a:pt x="6720" y="1009"/>
                  </a:cubicBezTo>
                  <a:cubicBezTo>
                    <a:pt x="7234" y="1092"/>
                    <a:pt x="7536" y="241"/>
                    <a:pt x="8082" y="497"/>
                  </a:cubicBezTo>
                  <a:cubicBezTo>
                    <a:pt x="8628" y="756"/>
                    <a:pt x="9854" y="442"/>
                    <a:pt x="9989" y="2989"/>
                  </a:cubicBezTo>
                  <a:cubicBezTo>
                    <a:pt x="10124" y="5536"/>
                    <a:pt x="9098" y="5742"/>
                    <a:pt x="8599" y="6797"/>
                  </a:cubicBezTo>
                  <a:cubicBezTo>
                    <a:pt x="8100" y="7852"/>
                    <a:pt x="7544" y="8981"/>
                    <a:pt x="6995" y="9322"/>
                  </a:cubicBezTo>
                  <a:cubicBezTo>
                    <a:pt x="6446" y="9663"/>
                    <a:pt x="5793" y="8957"/>
                    <a:pt x="5307" y="8843"/>
                  </a:cubicBezTo>
                  <a:cubicBezTo>
                    <a:pt x="4819" y="8726"/>
                    <a:pt x="4628" y="10048"/>
                    <a:pt x="4371" y="9912"/>
                  </a:cubicBezTo>
                  <a:cubicBezTo>
                    <a:pt x="4114" y="9775"/>
                    <a:pt x="3505" y="10355"/>
                    <a:pt x="3140" y="10019"/>
                  </a:cubicBezTo>
                  <a:cubicBezTo>
                    <a:pt x="2774" y="9683"/>
                    <a:pt x="2820" y="8138"/>
                    <a:pt x="2179" y="7895"/>
                  </a:cubicBezTo>
                  <a:cubicBezTo>
                    <a:pt x="1586" y="6800"/>
                    <a:pt x="1549" y="8137"/>
                    <a:pt x="1187" y="7495"/>
                  </a:cubicBezTo>
                  <a:cubicBezTo>
                    <a:pt x="825" y="6852"/>
                    <a:pt x="-7" y="6157"/>
                    <a:pt x="4" y="4039"/>
                  </a:cubicBezTo>
                  <a:close/>
                </a:path>
              </a:pathLst>
            </a:custGeom>
            <a:solidFill>
              <a:srgbClr val="66CCFF"/>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cxnSp>
          <p:nvCxnSpPr>
            <p:cNvPr id="148" name="Straight Connector 147"/>
            <p:cNvCxnSpPr/>
            <p:nvPr/>
          </p:nvCxnSpPr>
          <p:spPr>
            <a:xfrm flipV="1">
              <a:off x="3262941" y="5435064"/>
              <a:ext cx="1316038" cy="13176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50" name="Straight Connector 149"/>
            <p:cNvCxnSpPr/>
            <p:nvPr/>
          </p:nvCxnSpPr>
          <p:spPr>
            <a:xfrm>
              <a:off x="3151816" y="5622389"/>
              <a:ext cx="2259013" cy="29845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53" name="Straight Connector 152"/>
            <p:cNvCxnSpPr/>
            <p:nvPr/>
          </p:nvCxnSpPr>
          <p:spPr>
            <a:xfrm>
              <a:off x="3164516" y="5727164"/>
              <a:ext cx="714375" cy="27622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57" name="Straight Connector 156"/>
            <p:cNvCxnSpPr/>
            <p:nvPr/>
          </p:nvCxnSpPr>
          <p:spPr>
            <a:xfrm flipV="1">
              <a:off x="4182104" y="5920839"/>
              <a:ext cx="1247775" cy="8255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59" name="Straight Connector 158"/>
            <p:cNvCxnSpPr/>
            <p:nvPr/>
          </p:nvCxnSpPr>
          <p:spPr>
            <a:xfrm>
              <a:off x="4842504" y="5468401"/>
              <a:ext cx="1057275" cy="12382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61" name="Straight Connector 160"/>
            <p:cNvCxnSpPr/>
            <p:nvPr/>
          </p:nvCxnSpPr>
          <p:spPr>
            <a:xfrm flipV="1">
              <a:off x="4126541" y="5622389"/>
              <a:ext cx="1790700" cy="29845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63" name="Straight Connector 162"/>
            <p:cNvCxnSpPr/>
            <p:nvPr/>
          </p:nvCxnSpPr>
          <p:spPr>
            <a:xfrm flipV="1">
              <a:off x="5453691" y="5650964"/>
              <a:ext cx="588963" cy="26987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65" name="Straight Connector 164"/>
            <p:cNvCxnSpPr/>
            <p:nvPr/>
          </p:nvCxnSpPr>
          <p:spPr>
            <a:xfrm>
              <a:off x="4596441" y="5435064"/>
              <a:ext cx="814388" cy="40163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48261" name="Group 48260"/>
            <p:cNvGrpSpPr/>
            <p:nvPr/>
          </p:nvGrpSpPr>
          <p:grpSpPr>
            <a:xfrm>
              <a:off x="1526216" y="2537824"/>
              <a:ext cx="6978041" cy="1096962"/>
              <a:chOff x="1526216" y="3003498"/>
              <a:chExt cx="6978041" cy="1096962"/>
            </a:xfrm>
          </p:grpSpPr>
          <p:sp>
            <p:nvSpPr>
              <p:cNvPr id="48156" name="TextBox 399"/>
              <p:cNvSpPr txBox="1">
                <a:spLocks noChangeArrowheads="1"/>
              </p:cNvSpPr>
              <p:nvPr/>
            </p:nvSpPr>
            <p:spPr bwMode="auto">
              <a:xfrm>
                <a:off x="7714291" y="3628973"/>
                <a:ext cx="595313" cy="47148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lnSpc>
                    <a:spcPts val="1463"/>
                  </a:lnSpc>
                </a:pPr>
                <a:r>
                  <a:rPr lang="en-US" sz="1400"/>
                  <a:t>data</a:t>
                </a:r>
              </a:p>
              <a:p>
                <a:pPr algn="ctr">
                  <a:lnSpc>
                    <a:spcPts val="1463"/>
                  </a:lnSpc>
                </a:pPr>
                <a:r>
                  <a:rPr lang="en-US" sz="1400"/>
                  <a:t>plane</a:t>
                </a:r>
              </a:p>
            </p:txBody>
          </p:sp>
          <p:sp>
            <p:nvSpPr>
              <p:cNvPr id="48157" name="TextBox 400"/>
              <p:cNvSpPr txBox="1">
                <a:spLocks noChangeArrowheads="1"/>
              </p:cNvSpPr>
              <p:nvPr/>
            </p:nvSpPr>
            <p:spPr bwMode="auto">
              <a:xfrm>
                <a:off x="7728579" y="3003498"/>
                <a:ext cx="709612" cy="47148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lnSpc>
                    <a:spcPts val="1463"/>
                  </a:lnSpc>
                </a:pPr>
                <a:r>
                  <a:rPr lang="en-US" sz="1400"/>
                  <a:t>control</a:t>
                </a:r>
              </a:p>
              <a:p>
                <a:pPr algn="ctr">
                  <a:lnSpc>
                    <a:spcPts val="1463"/>
                  </a:lnSpc>
                </a:pPr>
                <a:r>
                  <a:rPr lang="en-US" sz="1400"/>
                  <a:t>plane</a:t>
                </a:r>
              </a:p>
            </p:txBody>
          </p:sp>
          <p:cxnSp>
            <p:nvCxnSpPr>
              <p:cNvPr id="302" name="Straight Connector 301"/>
              <p:cNvCxnSpPr/>
              <p:nvPr/>
            </p:nvCxnSpPr>
            <p:spPr bwMode="auto">
              <a:xfrm flipV="1">
                <a:off x="1526216" y="3579342"/>
                <a:ext cx="6978041" cy="12155"/>
              </a:xfrm>
              <a:prstGeom prst="line">
                <a:avLst/>
              </a:prstGeom>
              <a:ln w="25400">
                <a:solidFill>
                  <a:schemeClr val="tx1"/>
                </a:solidFill>
                <a:prstDash val="dash"/>
              </a:ln>
              <a:effectLst/>
            </p:spPr>
            <p:style>
              <a:lnRef idx="2">
                <a:schemeClr val="accent1"/>
              </a:lnRef>
              <a:fillRef idx="0">
                <a:schemeClr val="accent1"/>
              </a:fillRef>
              <a:effectRef idx="1">
                <a:schemeClr val="accent1"/>
              </a:effectRef>
              <a:fontRef idx="minor">
                <a:schemeClr val="tx1"/>
              </a:fontRef>
            </p:style>
          </p:cxnSp>
        </p:grpSp>
        <p:grpSp>
          <p:nvGrpSpPr>
            <p:cNvPr id="27" name="Group 26"/>
            <p:cNvGrpSpPr/>
            <p:nvPr/>
          </p:nvGrpSpPr>
          <p:grpSpPr>
            <a:xfrm>
              <a:off x="2436115" y="2269434"/>
              <a:ext cx="4296530" cy="320561"/>
              <a:chOff x="2433511" y="2792111"/>
              <a:chExt cx="4296530" cy="320561"/>
            </a:xfrm>
          </p:grpSpPr>
          <p:grpSp>
            <p:nvGrpSpPr>
              <p:cNvPr id="48311" name="Group 401"/>
              <p:cNvGrpSpPr>
                <a:grpSpLocks/>
              </p:cNvGrpSpPr>
              <p:nvPr/>
            </p:nvGrpSpPr>
            <p:grpSpPr bwMode="auto">
              <a:xfrm>
                <a:off x="2433511" y="2794083"/>
                <a:ext cx="349250" cy="317387"/>
                <a:chOff x="2931664" y="3912603"/>
                <a:chExt cx="430450" cy="329314"/>
              </a:xfrm>
            </p:grpSpPr>
            <p:sp>
              <p:nvSpPr>
                <p:cNvPr id="403" name="Rectangle 402"/>
                <p:cNvSpPr/>
                <p:nvPr/>
              </p:nvSpPr>
              <p:spPr>
                <a:xfrm>
                  <a:off x="2937534" y="3912858"/>
                  <a:ext cx="424580" cy="329431"/>
                </a:xfrm>
                <a:prstGeom prst="rect">
                  <a:avLst/>
                </a:prstGeom>
                <a:solidFill>
                  <a:schemeClr val="bg1"/>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04" name="Straight Connector 403"/>
                <p:cNvCxnSpPr/>
                <p:nvPr/>
              </p:nvCxnSpPr>
              <p:spPr>
                <a:xfrm>
                  <a:off x="2931664" y="4005099"/>
                  <a:ext cx="424581"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405" name="Straight Connector 404"/>
                <p:cNvCxnSpPr/>
                <p:nvPr/>
              </p:nvCxnSpPr>
              <p:spPr>
                <a:xfrm>
                  <a:off x="2931664" y="4067691"/>
                  <a:ext cx="424581"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406" name="Straight Connector 405"/>
                <p:cNvCxnSpPr>
                  <a:stCxn id="403" idx="2"/>
                </p:cNvCxnSpPr>
                <p:nvPr/>
              </p:nvCxnSpPr>
              <p:spPr>
                <a:xfrm flipH="1" flipV="1">
                  <a:off x="3148846" y="4005099"/>
                  <a:ext cx="0" cy="23719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grpSp>
          <p:grpSp>
            <p:nvGrpSpPr>
              <p:cNvPr id="48312" name="Group 406"/>
              <p:cNvGrpSpPr>
                <a:grpSpLocks/>
              </p:cNvGrpSpPr>
              <p:nvPr/>
            </p:nvGrpSpPr>
            <p:grpSpPr bwMode="auto">
              <a:xfrm>
                <a:off x="3348666" y="2792111"/>
                <a:ext cx="350838" cy="317387"/>
                <a:chOff x="2931664" y="3912603"/>
                <a:chExt cx="430450" cy="329314"/>
              </a:xfrm>
            </p:grpSpPr>
            <p:sp>
              <p:nvSpPr>
                <p:cNvPr id="408" name="Rectangle 407"/>
                <p:cNvSpPr/>
                <p:nvPr/>
              </p:nvSpPr>
              <p:spPr>
                <a:xfrm>
                  <a:off x="2937508" y="3912861"/>
                  <a:ext cx="424606" cy="329431"/>
                </a:xfrm>
                <a:prstGeom prst="rect">
                  <a:avLst/>
                </a:prstGeom>
                <a:solidFill>
                  <a:schemeClr val="bg1"/>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09" name="Straight Connector 408"/>
                <p:cNvCxnSpPr/>
                <p:nvPr/>
              </p:nvCxnSpPr>
              <p:spPr>
                <a:xfrm>
                  <a:off x="2931664" y="4005102"/>
                  <a:ext cx="424606"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410" name="Straight Connector 409"/>
                <p:cNvCxnSpPr/>
                <p:nvPr/>
              </p:nvCxnSpPr>
              <p:spPr>
                <a:xfrm>
                  <a:off x="2931664" y="4067694"/>
                  <a:ext cx="424606"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411" name="Straight Connector 410"/>
                <p:cNvCxnSpPr>
                  <a:stCxn id="408" idx="2"/>
                </p:cNvCxnSpPr>
                <p:nvPr/>
              </p:nvCxnSpPr>
              <p:spPr>
                <a:xfrm flipH="1" flipV="1">
                  <a:off x="3147863" y="4005102"/>
                  <a:ext cx="1947" cy="23719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grpSp>
          <p:grpSp>
            <p:nvGrpSpPr>
              <p:cNvPr id="48313" name="Group 411"/>
              <p:cNvGrpSpPr>
                <a:grpSpLocks/>
              </p:cNvGrpSpPr>
              <p:nvPr/>
            </p:nvGrpSpPr>
            <p:grpSpPr bwMode="auto">
              <a:xfrm>
                <a:off x="4182104" y="2792111"/>
                <a:ext cx="350837" cy="317387"/>
                <a:chOff x="2931664" y="3912603"/>
                <a:chExt cx="430450" cy="329314"/>
              </a:xfrm>
            </p:grpSpPr>
            <p:sp>
              <p:nvSpPr>
                <p:cNvPr id="413" name="Rectangle 412"/>
                <p:cNvSpPr/>
                <p:nvPr/>
              </p:nvSpPr>
              <p:spPr>
                <a:xfrm>
                  <a:off x="2937507" y="3912861"/>
                  <a:ext cx="424607" cy="329431"/>
                </a:xfrm>
                <a:prstGeom prst="rect">
                  <a:avLst/>
                </a:prstGeom>
                <a:solidFill>
                  <a:schemeClr val="bg1"/>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14" name="Straight Connector 413"/>
                <p:cNvCxnSpPr/>
                <p:nvPr/>
              </p:nvCxnSpPr>
              <p:spPr>
                <a:xfrm>
                  <a:off x="2931664" y="4005102"/>
                  <a:ext cx="424607"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415" name="Straight Connector 414"/>
                <p:cNvCxnSpPr/>
                <p:nvPr/>
              </p:nvCxnSpPr>
              <p:spPr>
                <a:xfrm>
                  <a:off x="2931664" y="4067694"/>
                  <a:ext cx="424607"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416" name="Straight Connector 415"/>
                <p:cNvCxnSpPr>
                  <a:stCxn id="413" idx="2"/>
                </p:cNvCxnSpPr>
                <p:nvPr/>
              </p:nvCxnSpPr>
              <p:spPr>
                <a:xfrm flipH="1" flipV="1">
                  <a:off x="3147863" y="4005102"/>
                  <a:ext cx="1948" cy="23719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grpSp>
          <p:grpSp>
            <p:nvGrpSpPr>
              <p:cNvPr id="48314" name="Group 416"/>
              <p:cNvGrpSpPr>
                <a:grpSpLocks/>
              </p:cNvGrpSpPr>
              <p:nvPr/>
            </p:nvGrpSpPr>
            <p:grpSpPr bwMode="auto">
              <a:xfrm>
                <a:off x="5374316" y="2795285"/>
                <a:ext cx="349250" cy="317387"/>
                <a:chOff x="2931664" y="3912603"/>
                <a:chExt cx="430450" cy="329314"/>
              </a:xfrm>
            </p:grpSpPr>
            <p:sp>
              <p:nvSpPr>
                <p:cNvPr id="418" name="Rectangle 417"/>
                <p:cNvSpPr/>
                <p:nvPr/>
              </p:nvSpPr>
              <p:spPr>
                <a:xfrm>
                  <a:off x="2937534" y="3912862"/>
                  <a:ext cx="424580" cy="329431"/>
                </a:xfrm>
                <a:prstGeom prst="rect">
                  <a:avLst/>
                </a:prstGeom>
                <a:solidFill>
                  <a:schemeClr val="bg1"/>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19" name="Straight Connector 418"/>
                <p:cNvCxnSpPr/>
                <p:nvPr/>
              </p:nvCxnSpPr>
              <p:spPr>
                <a:xfrm>
                  <a:off x="2931664" y="4005103"/>
                  <a:ext cx="424581"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420" name="Straight Connector 419"/>
                <p:cNvCxnSpPr/>
                <p:nvPr/>
              </p:nvCxnSpPr>
              <p:spPr>
                <a:xfrm>
                  <a:off x="2931664" y="4067695"/>
                  <a:ext cx="424581"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421" name="Straight Connector 420"/>
                <p:cNvCxnSpPr>
                  <a:stCxn id="418" idx="2"/>
                </p:cNvCxnSpPr>
                <p:nvPr/>
              </p:nvCxnSpPr>
              <p:spPr>
                <a:xfrm flipH="1" flipV="1">
                  <a:off x="3148846" y="4005103"/>
                  <a:ext cx="0" cy="23719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grpSp>
          <p:grpSp>
            <p:nvGrpSpPr>
              <p:cNvPr id="48315" name="Group 421"/>
              <p:cNvGrpSpPr>
                <a:grpSpLocks/>
              </p:cNvGrpSpPr>
              <p:nvPr/>
            </p:nvGrpSpPr>
            <p:grpSpPr bwMode="auto">
              <a:xfrm>
                <a:off x="6379204" y="2792111"/>
                <a:ext cx="350837" cy="317387"/>
                <a:chOff x="2931664" y="3912603"/>
                <a:chExt cx="430450" cy="329314"/>
              </a:xfrm>
            </p:grpSpPr>
            <p:sp>
              <p:nvSpPr>
                <p:cNvPr id="423" name="Rectangle 422"/>
                <p:cNvSpPr/>
                <p:nvPr/>
              </p:nvSpPr>
              <p:spPr>
                <a:xfrm>
                  <a:off x="2937507" y="3912861"/>
                  <a:ext cx="424607" cy="329431"/>
                </a:xfrm>
                <a:prstGeom prst="rect">
                  <a:avLst/>
                </a:prstGeom>
                <a:solidFill>
                  <a:schemeClr val="bg1"/>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24" name="Straight Connector 423"/>
                <p:cNvCxnSpPr/>
                <p:nvPr/>
              </p:nvCxnSpPr>
              <p:spPr>
                <a:xfrm>
                  <a:off x="2931664" y="4005102"/>
                  <a:ext cx="424607"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425" name="Straight Connector 424"/>
                <p:cNvCxnSpPr/>
                <p:nvPr/>
              </p:nvCxnSpPr>
              <p:spPr>
                <a:xfrm>
                  <a:off x="2931664" y="4067694"/>
                  <a:ext cx="424607"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426" name="Straight Connector 425"/>
                <p:cNvCxnSpPr>
                  <a:stCxn id="423" idx="2"/>
                </p:cNvCxnSpPr>
                <p:nvPr/>
              </p:nvCxnSpPr>
              <p:spPr>
                <a:xfrm flipH="1" flipV="1">
                  <a:off x="3147863" y="4005102"/>
                  <a:ext cx="1948" cy="23719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grpSp>
        </p:grpSp>
        <p:grpSp>
          <p:nvGrpSpPr>
            <p:cNvPr id="48260" name="Group 48259"/>
            <p:cNvGrpSpPr/>
            <p:nvPr/>
          </p:nvGrpSpPr>
          <p:grpSpPr>
            <a:xfrm>
              <a:off x="1856416" y="3244261"/>
              <a:ext cx="5211763" cy="2739614"/>
              <a:chOff x="1856416" y="3709935"/>
              <a:chExt cx="5211763" cy="2739614"/>
            </a:xfrm>
          </p:grpSpPr>
          <p:sp>
            <p:nvSpPr>
              <p:cNvPr id="268" name="Freeform 267"/>
              <p:cNvSpPr/>
              <p:nvPr/>
            </p:nvSpPr>
            <p:spPr>
              <a:xfrm>
                <a:off x="1876731" y="5330139"/>
                <a:ext cx="1280789" cy="759087"/>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325315"/>
                  <a:gd name="connsiteY0" fmla="*/ 1160935 h 1160935"/>
                  <a:gd name="connsiteX1" fmla="*/ 0 w 1325315"/>
                  <a:gd name="connsiteY1" fmla="*/ 0 h 1160935"/>
                  <a:gd name="connsiteX2" fmla="*/ 1040633 w 1325315"/>
                  <a:gd name="connsiteY2" fmla="*/ 16785 h 1160935"/>
                  <a:gd name="connsiteX3" fmla="*/ 1214315 w 1325315"/>
                  <a:gd name="connsiteY3" fmla="*/ 1064597 h 1160935"/>
                  <a:gd name="connsiteX4" fmla="*/ 448507 w 1325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340486"/>
                  <a:gd name="connsiteY0" fmla="*/ 921649 h 921649"/>
                  <a:gd name="connsiteX1" fmla="*/ 0 w 1340486"/>
                  <a:gd name="connsiteY1" fmla="*/ 51716 h 921649"/>
                  <a:gd name="connsiteX2" fmla="*/ 1059218 w 1340486"/>
                  <a:gd name="connsiteY2" fmla="*/ 355 h 921649"/>
                  <a:gd name="connsiteX3" fmla="*/ 1340486 w 1340486"/>
                  <a:gd name="connsiteY3" fmla="*/ 709789 h 921649"/>
                  <a:gd name="connsiteX4" fmla="*/ 1060159 w 1340486"/>
                  <a:gd name="connsiteY4" fmla="*/ 921649 h 921649"/>
                  <a:gd name="connsiteX0" fmla="*/ 1060159 w 1340486"/>
                  <a:gd name="connsiteY0" fmla="*/ 921649 h 921649"/>
                  <a:gd name="connsiteX1" fmla="*/ 0 w 1340486"/>
                  <a:gd name="connsiteY1" fmla="*/ 51716 h 921649"/>
                  <a:gd name="connsiteX2" fmla="*/ 1059218 w 1340486"/>
                  <a:gd name="connsiteY2" fmla="*/ 355 h 921649"/>
                  <a:gd name="connsiteX3" fmla="*/ 1340486 w 1340486"/>
                  <a:gd name="connsiteY3" fmla="*/ 709789 h 921649"/>
                  <a:gd name="connsiteX4" fmla="*/ 1060159 w 1340486"/>
                  <a:gd name="connsiteY4" fmla="*/ 921649 h 921649"/>
                  <a:gd name="connsiteX0" fmla="*/ 1060159 w 1340486"/>
                  <a:gd name="connsiteY0" fmla="*/ 921649 h 921649"/>
                  <a:gd name="connsiteX1" fmla="*/ 0 w 1340486"/>
                  <a:gd name="connsiteY1" fmla="*/ 51716 h 921649"/>
                  <a:gd name="connsiteX2" fmla="*/ 1059218 w 1340486"/>
                  <a:gd name="connsiteY2" fmla="*/ 355 h 921649"/>
                  <a:gd name="connsiteX3" fmla="*/ 1340486 w 1340486"/>
                  <a:gd name="connsiteY3" fmla="*/ 709789 h 921649"/>
                  <a:gd name="connsiteX4" fmla="*/ 1060159 w 1340486"/>
                  <a:gd name="connsiteY4" fmla="*/ 921649 h 921649"/>
                  <a:gd name="connsiteX0" fmla="*/ 1025166 w 1340486"/>
                  <a:gd name="connsiteY0" fmla="*/ 746482 h 746482"/>
                  <a:gd name="connsiteX1" fmla="*/ 0 w 1340486"/>
                  <a:gd name="connsiteY1" fmla="*/ 51716 h 746482"/>
                  <a:gd name="connsiteX2" fmla="*/ 1059218 w 1340486"/>
                  <a:gd name="connsiteY2" fmla="*/ 355 h 746482"/>
                  <a:gd name="connsiteX3" fmla="*/ 1340486 w 1340486"/>
                  <a:gd name="connsiteY3" fmla="*/ 709789 h 746482"/>
                  <a:gd name="connsiteX4" fmla="*/ 1025166 w 1340486"/>
                  <a:gd name="connsiteY4" fmla="*/ 746482 h 746482"/>
                  <a:gd name="connsiteX0" fmla="*/ 1025166 w 1340486"/>
                  <a:gd name="connsiteY0" fmla="*/ 746482 h 746482"/>
                  <a:gd name="connsiteX1" fmla="*/ 0 w 1340486"/>
                  <a:gd name="connsiteY1" fmla="*/ 51716 h 746482"/>
                  <a:gd name="connsiteX2" fmla="*/ 1059218 w 1340486"/>
                  <a:gd name="connsiteY2" fmla="*/ 355 h 746482"/>
                  <a:gd name="connsiteX3" fmla="*/ 1340486 w 1340486"/>
                  <a:gd name="connsiteY3" fmla="*/ 709789 h 746482"/>
                  <a:gd name="connsiteX4" fmla="*/ 1025166 w 1340486"/>
                  <a:gd name="connsiteY4" fmla="*/ 746482 h 746482"/>
                  <a:gd name="connsiteX0" fmla="*/ 965179 w 1280499"/>
                  <a:gd name="connsiteY0" fmla="*/ 759828 h 759828"/>
                  <a:gd name="connsiteX1" fmla="*/ 0 w 1280499"/>
                  <a:gd name="connsiteY1" fmla="*/ 0 h 759828"/>
                  <a:gd name="connsiteX2" fmla="*/ 999231 w 1280499"/>
                  <a:gd name="connsiteY2" fmla="*/ 13701 h 759828"/>
                  <a:gd name="connsiteX3" fmla="*/ 1280499 w 1280499"/>
                  <a:gd name="connsiteY3" fmla="*/ 723135 h 759828"/>
                  <a:gd name="connsiteX4" fmla="*/ 965179 w 1280499"/>
                  <a:gd name="connsiteY4" fmla="*/ 759828 h 759828"/>
                  <a:gd name="connsiteX0" fmla="*/ 965179 w 1280499"/>
                  <a:gd name="connsiteY0" fmla="*/ 759828 h 759828"/>
                  <a:gd name="connsiteX1" fmla="*/ 0 w 1280499"/>
                  <a:gd name="connsiteY1" fmla="*/ 0 h 759828"/>
                  <a:gd name="connsiteX2" fmla="*/ 999231 w 1280499"/>
                  <a:gd name="connsiteY2" fmla="*/ 13701 h 759828"/>
                  <a:gd name="connsiteX3" fmla="*/ 1280499 w 1280499"/>
                  <a:gd name="connsiteY3" fmla="*/ 723135 h 759828"/>
                  <a:gd name="connsiteX4" fmla="*/ 965179 w 1280499"/>
                  <a:gd name="connsiteY4" fmla="*/ 759828 h 7598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0499" h="759828">
                    <a:moveTo>
                      <a:pt x="965179" y="759828"/>
                    </a:moveTo>
                    <a:cubicBezTo>
                      <a:pt x="301565" y="231725"/>
                      <a:pt x="628999" y="498939"/>
                      <a:pt x="0" y="0"/>
                    </a:cubicBezTo>
                    <a:lnTo>
                      <a:pt x="999231" y="13701"/>
                    </a:lnTo>
                    <a:cubicBezTo>
                      <a:pt x="1112985" y="379881"/>
                      <a:pt x="1055867" y="236107"/>
                      <a:pt x="1280499" y="723135"/>
                    </a:cubicBezTo>
                    <a:cubicBezTo>
                      <a:pt x="1186079" y="728668"/>
                      <a:pt x="1127207" y="701414"/>
                      <a:pt x="965179" y="759828"/>
                    </a:cubicBezTo>
                    <a:close/>
                  </a:path>
                </a:pathLst>
              </a:custGeom>
              <a:gradFill>
                <a:gsLst>
                  <a:gs pos="0">
                    <a:schemeClr val="bg1">
                      <a:lumMod val="95000"/>
                    </a:schemeClr>
                  </a:gs>
                  <a:gs pos="100000">
                    <a:schemeClr val="bg1">
                      <a:lumMod val="75000"/>
                    </a:schemeClr>
                  </a:gs>
                </a:gsLst>
              </a:gradFill>
              <a:ln>
                <a:solidFill>
                  <a:schemeClr val="bg1">
                    <a:lumMod val="75000"/>
                  </a:schemeClr>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72" name="Freeform 271"/>
              <p:cNvSpPr/>
              <p:nvPr/>
            </p:nvSpPr>
            <p:spPr>
              <a:xfrm>
                <a:off x="6202668" y="5429198"/>
                <a:ext cx="865511" cy="553828"/>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23004 w 954755"/>
                  <a:gd name="connsiteY0" fmla="*/ 943771 h 976186"/>
                  <a:gd name="connsiteX1" fmla="*/ 455145 w 954755"/>
                  <a:gd name="connsiteY1" fmla="*/ 11688 h 976186"/>
                  <a:gd name="connsiteX2" fmla="*/ 954755 w 954755"/>
                  <a:gd name="connsiteY2" fmla="*/ 0 h 976186"/>
                  <a:gd name="connsiteX3" fmla="*/ 728484 w 954755"/>
                  <a:gd name="connsiteY3" fmla="*/ 976186 h 976186"/>
                  <a:gd name="connsiteX4" fmla="*/ 23004 w 954755"/>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56363"/>
                  <a:gd name="connsiteY0" fmla="*/ 932083 h 954654"/>
                  <a:gd name="connsiteX1" fmla="*/ 432141 w 956363"/>
                  <a:gd name="connsiteY1" fmla="*/ 0 h 954654"/>
                  <a:gd name="connsiteX2" fmla="*/ 956363 w 956363"/>
                  <a:gd name="connsiteY2" fmla="*/ 12924 h 954654"/>
                  <a:gd name="connsiteX3" fmla="*/ 183705 w 956363"/>
                  <a:gd name="connsiteY3" fmla="*/ 954654 h 954654"/>
                  <a:gd name="connsiteX4" fmla="*/ 0 w 956363"/>
                  <a:gd name="connsiteY4" fmla="*/ 932083 h 954654"/>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1011379"/>
                  <a:gd name="connsiteY0" fmla="*/ 605727 h 758185"/>
                  <a:gd name="connsiteX1" fmla="*/ 490915 w 1011379"/>
                  <a:gd name="connsiteY1" fmla="*/ 13939 h 758185"/>
                  <a:gd name="connsiteX2" fmla="*/ 1011379 w 1011379"/>
                  <a:gd name="connsiteY2" fmla="*/ 563 h 758185"/>
                  <a:gd name="connsiteX3" fmla="*/ 268780 w 1011379"/>
                  <a:gd name="connsiteY3" fmla="*/ 758185 h 758185"/>
                  <a:gd name="connsiteX4" fmla="*/ 0 w 1011379"/>
                  <a:gd name="connsiteY4" fmla="*/ 605727 h 758185"/>
                  <a:gd name="connsiteX0" fmla="*/ 0 w 1011379"/>
                  <a:gd name="connsiteY0" fmla="*/ 605727 h 648280"/>
                  <a:gd name="connsiteX1" fmla="*/ 490915 w 1011379"/>
                  <a:gd name="connsiteY1" fmla="*/ 13939 h 648280"/>
                  <a:gd name="connsiteX2" fmla="*/ 1011379 w 1011379"/>
                  <a:gd name="connsiteY2" fmla="*/ 563 h 648280"/>
                  <a:gd name="connsiteX3" fmla="*/ 198718 w 1011379"/>
                  <a:gd name="connsiteY3" fmla="*/ 648280 h 648280"/>
                  <a:gd name="connsiteX4" fmla="*/ 0 w 1011379"/>
                  <a:gd name="connsiteY4" fmla="*/ 605727 h 648280"/>
                  <a:gd name="connsiteX0" fmla="*/ 0 w 1011379"/>
                  <a:gd name="connsiteY0" fmla="*/ 605727 h 648280"/>
                  <a:gd name="connsiteX1" fmla="*/ 490915 w 1011379"/>
                  <a:gd name="connsiteY1" fmla="*/ 13939 h 648280"/>
                  <a:gd name="connsiteX2" fmla="*/ 1011379 w 1011379"/>
                  <a:gd name="connsiteY2" fmla="*/ 563 h 648280"/>
                  <a:gd name="connsiteX3" fmla="*/ 198718 w 1011379"/>
                  <a:gd name="connsiteY3" fmla="*/ 648280 h 648280"/>
                  <a:gd name="connsiteX4" fmla="*/ 0 w 1011379"/>
                  <a:gd name="connsiteY4" fmla="*/ 605727 h 648280"/>
                  <a:gd name="connsiteX0" fmla="*/ 0 w 1011379"/>
                  <a:gd name="connsiteY0" fmla="*/ 605727 h 648280"/>
                  <a:gd name="connsiteX1" fmla="*/ 490915 w 1011379"/>
                  <a:gd name="connsiteY1" fmla="*/ 13939 h 648280"/>
                  <a:gd name="connsiteX2" fmla="*/ 1011379 w 1011379"/>
                  <a:gd name="connsiteY2" fmla="*/ 563 h 648280"/>
                  <a:gd name="connsiteX3" fmla="*/ 198718 w 1011379"/>
                  <a:gd name="connsiteY3" fmla="*/ 648280 h 648280"/>
                  <a:gd name="connsiteX4" fmla="*/ 0 w 1011379"/>
                  <a:gd name="connsiteY4" fmla="*/ 605727 h 648280"/>
                  <a:gd name="connsiteX0" fmla="*/ 0 w 1011379"/>
                  <a:gd name="connsiteY0" fmla="*/ 605727 h 605727"/>
                  <a:gd name="connsiteX1" fmla="*/ 490915 w 1011379"/>
                  <a:gd name="connsiteY1" fmla="*/ 13939 h 605727"/>
                  <a:gd name="connsiteX2" fmla="*/ 1011379 w 1011379"/>
                  <a:gd name="connsiteY2" fmla="*/ 563 h 605727"/>
                  <a:gd name="connsiteX3" fmla="*/ 318823 w 1011379"/>
                  <a:gd name="connsiteY3" fmla="*/ 553361 h 605727"/>
                  <a:gd name="connsiteX4" fmla="*/ 0 w 1011379"/>
                  <a:gd name="connsiteY4" fmla="*/ 605727 h 605727"/>
                  <a:gd name="connsiteX0" fmla="*/ 0 w 866251"/>
                  <a:gd name="connsiteY0" fmla="*/ 540783 h 553361"/>
                  <a:gd name="connsiteX1" fmla="*/ 345787 w 866251"/>
                  <a:gd name="connsiteY1" fmla="*/ 13939 h 553361"/>
                  <a:gd name="connsiteX2" fmla="*/ 866251 w 866251"/>
                  <a:gd name="connsiteY2" fmla="*/ 563 h 553361"/>
                  <a:gd name="connsiteX3" fmla="*/ 173695 w 866251"/>
                  <a:gd name="connsiteY3" fmla="*/ 553361 h 553361"/>
                  <a:gd name="connsiteX4" fmla="*/ 0 w 866251"/>
                  <a:gd name="connsiteY4" fmla="*/ 540783 h 553361"/>
                  <a:gd name="connsiteX0" fmla="*/ 0 w 866251"/>
                  <a:gd name="connsiteY0" fmla="*/ 540783 h 553361"/>
                  <a:gd name="connsiteX1" fmla="*/ 345787 w 866251"/>
                  <a:gd name="connsiteY1" fmla="*/ 13939 h 553361"/>
                  <a:gd name="connsiteX2" fmla="*/ 866251 w 866251"/>
                  <a:gd name="connsiteY2" fmla="*/ 563 h 553361"/>
                  <a:gd name="connsiteX3" fmla="*/ 173695 w 866251"/>
                  <a:gd name="connsiteY3" fmla="*/ 553361 h 553361"/>
                  <a:gd name="connsiteX4" fmla="*/ 0 w 866251"/>
                  <a:gd name="connsiteY4" fmla="*/ 540783 h 553361"/>
                  <a:gd name="connsiteX0" fmla="*/ 0 w 866251"/>
                  <a:gd name="connsiteY0" fmla="*/ 540783 h 553361"/>
                  <a:gd name="connsiteX1" fmla="*/ 345787 w 866251"/>
                  <a:gd name="connsiteY1" fmla="*/ 13939 h 553361"/>
                  <a:gd name="connsiteX2" fmla="*/ 866251 w 866251"/>
                  <a:gd name="connsiteY2" fmla="*/ 563 h 553361"/>
                  <a:gd name="connsiteX3" fmla="*/ 173695 w 866251"/>
                  <a:gd name="connsiteY3" fmla="*/ 553361 h 553361"/>
                  <a:gd name="connsiteX4" fmla="*/ 0 w 866251"/>
                  <a:gd name="connsiteY4" fmla="*/ 540783 h 5533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6251" h="553361">
                    <a:moveTo>
                      <a:pt x="0" y="540783"/>
                    </a:moveTo>
                    <a:cubicBezTo>
                      <a:pt x="274887" y="134762"/>
                      <a:pt x="159176" y="337938"/>
                      <a:pt x="345787" y="13939"/>
                    </a:cubicBezTo>
                    <a:cubicBezTo>
                      <a:pt x="520528" y="18247"/>
                      <a:pt x="691510" y="-3745"/>
                      <a:pt x="866251" y="563"/>
                    </a:cubicBezTo>
                    <a:cubicBezTo>
                      <a:pt x="252709" y="502795"/>
                      <a:pt x="640047" y="209256"/>
                      <a:pt x="173695" y="553361"/>
                    </a:cubicBezTo>
                    <a:cubicBezTo>
                      <a:pt x="39410" y="524725"/>
                      <a:pt x="196198" y="539317"/>
                      <a:pt x="0" y="540783"/>
                    </a:cubicBezTo>
                    <a:close/>
                  </a:path>
                </a:pathLst>
              </a:custGeom>
              <a:gradFill>
                <a:gsLst>
                  <a:gs pos="0">
                    <a:schemeClr val="bg1">
                      <a:lumMod val="95000"/>
                      <a:alpha val="55000"/>
                    </a:schemeClr>
                  </a:gs>
                  <a:gs pos="100000">
                    <a:schemeClr val="bg1">
                      <a:lumMod val="75000"/>
                    </a:schemeClr>
                  </a:gs>
                </a:gsLst>
              </a:gradFill>
              <a:ln>
                <a:solidFill>
                  <a:schemeClr val="bg1">
                    <a:lumMod val="75000"/>
                  </a:schemeClr>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73" name="Freeform 272"/>
              <p:cNvSpPr/>
              <p:nvPr/>
            </p:nvSpPr>
            <p:spPr>
              <a:xfrm>
                <a:off x="5378281" y="5449835"/>
                <a:ext cx="675485" cy="896777"/>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27977 w 802211"/>
                  <a:gd name="connsiteY0" fmla="*/ 815791 h 976186"/>
                  <a:gd name="connsiteX1" fmla="*/ 302601 w 802211"/>
                  <a:gd name="connsiteY1" fmla="*/ 11688 h 976186"/>
                  <a:gd name="connsiteX2" fmla="*/ 802211 w 802211"/>
                  <a:gd name="connsiteY2" fmla="*/ 0 h 976186"/>
                  <a:gd name="connsiteX3" fmla="*/ 575940 w 802211"/>
                  <a:gd name="connsiteY3" fmla="*/ 976186 h 976186"/>
                  <a:gd name="connsiteX4" fmla="*/ 27977 w 802211"/>
                  <a:gd name="connsiteY4" fmla="*/ 815791 h 976186"/>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28714 h 828714"/>
                  <a:gd name="connsiteX1" fmla="*/ 302601 w 802211"/>
                  <a:gd name="connsiteY1" fmla="*/ 0 h 828714"/>
                  <a:gd name="connsiteX2" fmla="*/ 802211 w 802211"/>
                  <a:gd name="connsiteY2" fmla="*/ 12923 h 828714"/>
                  <a:gd name="connsiteX3" fmla="*/ 236294 w 802211"/>
                  <a:gd name="connsiteY3" fmla="*/ 821751 h 828714"/>
                  <a:gd name="connsiteX4" fmla="*/ 27977 w 802211"/>
                  <a:gd name="connsiteY4" fmla="*/ 828714 h 828714"/>
                  <a:gd name="connsiteX0" fmla="*/ 56213 w 830447"/>
                  <a:gd name="connsiteY0" fmla="*/ 828714 h 828714"/>
                  <a:gd name="connsiteX1" fmla="*/ 330837 w 830447"/>
                  <a:gd name="connsiteY1" fmla="*/ 0 h 828714"/>
                  <a:gd name="connsiteX2" fmla="*/ 830447 w 830447"/>
                  <a:gd name="connsiteY2" fmla="*/ 12923 h 828714"/>
                  <a:gd name="connsiteX3" fmla="*/ 264530 w 830447"/>
                  <a:gd name="connsiteY3" fmla="*/ 821751 h 828714"/>
                  <a:gd name="connsiteX4" fmla="*/ 56213 w 830447"/>
                  <a:gd name="connsiteY4" fmla="*/ 828714 h 828714"/>
                  <a:gd name="connsiteX0" fmla="*/ 64130 w 789139"/>
                  <a:gd name="connsiteY0" fmla="*/ 794258 h 821751"/>
                  <a:gd name="connsiteX1" fmla="*/ 289529 w 789139"/>
                  <a:gd name="connsiteY1" fmla="*/ 0 h 821751"/>
                  <a:gd name="connsiteX2" fmla="*/ 789139 w 789139"/>
                  <a:gd name="connsiteY2" fmla="*/ 12923 h 821751"/>
                  <a:gd name="connsiteX3" fmla="*/ 223222 w 789139"/>
                  <a:gd name="connsiteY3" fmla="*/ 821751 h 821751"/>
                  <a:gd name="connsiteX4" fmla="*/ 64130 w 789139"/>
                  <a:gd name="connsiteY4" fmla="*/ 794258 h 821751"/>
                  <a:gd name="connsiteX0" fmla="*/ 0 w 725009"/>
                  <a:gd name="connsiteY0" fmla="*/ 794258 h 821751"/>
                  <a:gd name="connsiteX1" fmla="*/ 225399 w 725009"/>
                  <a:gd name="connsiteY1" fmla="*/ 0 h 821751"/>
                  <a:gd name="connsiteX2" fmla="*/ 725009 w 725009"/>
                  <a:gd name="connsiteY2" fmla="*/ 12923 h 821751"/>
                  <a:gd name="connsiteX3" fmla="*/ 159092 w 725009"/>
                  <a:gd name="connsiteY3" fmla="*/ 821751 h 821751"/>
                  <a:gd name="connsiteX4" fmla="*/ 0 w 725009"/>
                  <a:gd name="connsiteY4" fmla="*/ 794258 h 821751"/>
                  <a:gd name="connsiteX0" fmla="*/ 0 w 725009"/>
                  <a:gd name="connsiteY0" fmla="*/ 1203768 h 1231261"/>
                  <a:gd name="connsiteX1" fmla="*/ 225399 w 725009"/>
                  <a:gd name="connsiteY1" fmla="*/ 0 h 1231261"/>
                  <a:gd name="connsiteX2" fmla="*/ 725009 w 725009"/>
                  <a:gd name="connsiteY2" fmla="*/ 422433 h 1231261"/>
                  <a:gd name="connsiteX3" fmla="*/ 159092 w 725009"/>
                  <a:gd name="connsiteY3" fmla="*/ 1231261 h 1231261"/>
                  <a:gd name="connsiteX4" fmla="*/ 0 w 725009"/>
                  <a:gd name="connsiteY4" fmla="*/ 1203768 h 1231261"/>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497"/>
                  <a:gd name="connsiteY0" fmla="*/ 1279028 h 1306521"/>
                  <a:gd name="connsiteX1" fmla="*/ 225399 w 725497"/>
                  <a:gd name="connsiteY1" fmla="*/ 75260 h 1306521"/>
                  <a:gd name="connsiteX2" fmla="*/ 396193 w 725497"/>
                  <a:gd name="connsiteY2" fmla="*/ 156799 h 1306521"/>
                  <a:gd name="connsiteX3" fmla="*/ 725009 w 725497"/>
                  <a:gd name="connsiteY3" fmla="*/ 205042 h 1306521"/>
                  <a:gd name="connsiteX4" fmla="*/ 159092 w 725497"/>
                  <a:gd name="connsiteY4" fmla="*/ 1306521 h 1306521"/>
                  <a:gd name="connsiteX5" fmla="*/ 0 w 725497"/>
                  <a:gd name="connsiteY5" fmla="*/ 1279028 h 1306521"/>
                  <a:gd name="connsiteX0" fmla="*/ 0 w 725239"/>
                  <a:gd name="connsiteY0" fmla="*/ 1295668 h 1323161"/>
                  <a:gd name="connsiteX1" fmla="*/ 225399 w 725239"/>
                  <a:gd name="connsiteY1" fmla="*/ 91900 h 1323161"/>
                  <a:gd name="connsiteX2" fmla="*/ 725009 w 725239"/>
                  <a:gd name="connsiteY2" fmla="*/ 221682 h 1323161"/>
                  <a:gd name="connsiteX3" fmla="*/ 159092 w 725239"/>
                  <a:gd name="connsiteY3" fmla="*/ 1323161 h 1323161"/>
                  <a:gd name="connsiteX4" fmla="*/ 0 w 725239"/>
                  <a:gd name="connsiteY4" fmla="*/ 1295668 h 1323161"/>
                  <a:gd name="connsiteX0" fmla="*/ 0 w 725221"/>
                  <a:gd name="connsiteY0" fmla="*/ 1210552 h 1238045"/>
                  <a:gd name="connsiteX1" fmla="*/ 191583 w 725221"/>
                  <a:gd name="connsiteY1" fmla="*/ 153319 h 1238045"/>
                  <a:gd name="connsiteX2" fmla="*/ 725009 w 725221"/>
                  <a:gd name="connsiteY2" fmla="*/ 136566 h 1238045"/>
                  <a:gd name="connsiteX3" fmla="*/ 159092 w 725221"/>
                  <a:gd name="connsiteY3" fmla="*/ 1238045 h 1238045"/>
                  <a:gd name="connsiteX4" fmla="*/ 0 w 725221"/>
                  <a:gd name="connsiteY4" fmla="*/ 1210552 h 1238045"/>
                  <a:gd name="connsiteX0" fmla="*/ 0 w 725305"/>
                  <a:gd name="connsiteY0" fmla="*/ 1158512 h 1186005"/>
                  <a:gd name="connsiteX1" fmla="*/ 191583 w 725305"/>
                  <a:gd name="connsiteY1" fmla="*/ 101279 h 1186005"/>
                  <a:gd name="connsiteX2" fmla="*/ 725009 w 725305"/>
                  <a:gd name="connsiteY2" fmla="*/ 84526 h 1186005"/>
                  <a:gd name="connsiteX3" fmla="*/ 159092 w 725305"/>
                  <a:gd name="connsiteY3" fmla="*/ 1186005 h 1186005"/>
                  <a:gd name="connsiteX4" fmla="*/ 0 w 725305"/>
                  <a:gd name="connsiteY4" fmla="*/ 1158512 h 1186005"/>
                  <a:gd name="connsiteX0" fmla="*/ 0 w 725009"/>
                  <a:gd name="connsiteY0" fmla="*/ 1073986 h 1101479"/>
                  <a:gd name="connsiteX1" fmla="*/ 191583 w 725009"/>
                  <a:gd name="connsiteY1" fmla="*/ 16753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074607"/>
                  <a:gd name="connsiteX1" fmla="*/ 206612 w 725009"/>
                  <a:gd name="connsiteY1" fmla="*/ 1724 h 1074607"/>
                  <a:gd name="connsiteX2" fmla="*/ 725009 w 725009"/>
                  <a:gd name="connsiteY2" fmla="*/ 0 h 1074607"/>
                  <a:gd name="connsiteX3" fmla="*/ 229048 w 725009"/>
                  <a:gd name="connsiteY3" fmla="*/ 886531 h 1074607"/>
                  <a:gd name="connsiteX4" fmla="*/ 0 w 725009"/>
                  <a:gd name="connsiteY4" fmla="*/ 1073986 h 1074607"/>
                  <a:gd name="connsiteX0" fmla="*/ 0 w 725009"/>
                  <a:gd name="connsiteY0" fmla="*/ 1073986 h 1074607"/>
                  <a:gd name="connsiteX1" fmla="*/ 206612 w 725009"/>
                  <a:gd name="connsiteY1" fmla="*/ 1724 h 1074607"/>
                  <a:gd name="connsiteX2" fmla="*/ 725009 w 725009"/>
                  <a:gd name="connsiteY2" fmla="*/ 0 h 1074607"/>
                  <a:gd name="connsiteX3" fmla="*/ 229048 w 725009"/>
                  <a:gd name="connsiteY3" fmla="*/ 886531 h 1074607"/>
                  <a:gd name="connsiteX4" fmla="*/ 0 w 725009"/>
                  <a:gd name="connsiteY4" fmla="*/ 1073986 h 1074607"/>
                  <a:gd name="connsiteX0" fmla="*/ 0 w 675040"/>
                  <a:gd name="connsiteY0" fmla="*/ 894029 h 896577"/>
                  <a:gd name="connsiteX1" fmla="*/ 156643 w 675040"/>
                  <a:gd name="connsiteY1" fmla="*/ 1724 h 896577"/>
                  <a:gd name="connsiteX2" fmla="*/ 675040 w 675040"/>
                  <a:gd name="connsiteY2" fmla="*/ 0 h 896577"/>
                  <a:gd name="connsiteX3" fmla="*/ 179079 w 675040"/>
                  <a:gd name="connsiteY3" fmla="*/ 886531 h 896577"/>
                  <a:gd name="connsiteX4" fmla="*/ 0 w 675040"/>
                  <a:gd name="connsiteY4" fmla="*/ 894029 h 896577"/>
                  <a:gd name="connsiteX0" fmla="*/ 0 w 675040"/>
                  <a:gd name="connsiteY0" fmla="*/ 894029 h 896577"/>
                  <a:gd name="connsiteX1" fmla="*/ 186623 w 675040"/>
                  <a:gd name="connsiteY1" fmla="*/ 1724 h 896577"/>
                  <a:gd name="connsiteX2" fmla="*/ 675040 w 675040"/>
                  <a:gd name="connsiteY2" fmla="*/ 0 h 896577"/>
                  <a:gd name="connsiteX3" fmla="*/ 179079 w 675040"/>
                  <a:gd name="connsiteY3" fmla="*/ 886531 h 896577"/>
                  <a:gd name="connsiteX4" fmla="*/ 0 w 675040"/>
                  <a:gd name="connsiteY4" fmla="*/ 894029 h 8965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5040" h="896577">
                    <a:moveTo>
                      <a:pt x="0" y="894029"/>
                    </a:moveTo>
                    <a:cubicBezTo>
                      <a:pt x="95638" y="409857"/>
                      <a:pt x="76811" y="618448"/>
                      <a:pt x="186623" y="1724"/>
                    </a:cubicBezTo>
                    <a:cubicBezTo>
                      <a:pt x="431451" y="14348"/>
                      <a:pt x="449377" y="35256"/>
                      <a:pt x="675040" y="0"/>
                    </a:cubicBezTo>
                    <a:cubicBezTo>
                      <a:pt x="276172" y="749497"/>
                      <a:pt x="462801" y="344746"/>
                      <a:pt x="179079" y="886531"/>
                    </a:cubicBezTo>
                    <a:cubicBezTo>
                      <a:pt x="44794" y="857895"/>
                      <a:pt x="92525" y="908114"/>
                      <a:pt x="0" y="894029"/>
                    </a:cubicBezTo>
                    <a:close/>
                  </a:path>
                </a:pathLst>
              </a:custGeom>
              <a:gradFill>
                <a:gsLst>
                  <a:gs pos="0">
                    <a:schemeClr val="bg1">
                      <a:lumMod val="95000"/>
                      <a:alpha val="55000"/>
                    </a:schemeClr>
                  </a:gs>
                  <a:gs pos="100000">
                    <a:schemeClr val="bg1">
                      <a:lumMod val="75000"/>
                    </a:schemeClr>
                  </a:gs>
                </a:gsLst>
              </a:gradFill>
              <a:ln>
                <a:solidFill>
                  <a:schemeClr val="bg1">
                    <a:lumMod val="75000"/>
                  </a:schemeClr>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74" name="Freeform 273"/>
              <p:cNvSpPr/>
              <p:nvPr/>
            </p:nvSpPr>
            <p:spPr>
              <a:xfrm>
                <a:off x="4340854" y="5470471"/>
                <a:ext cx="514350" cy="401843"/>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503138"/>
                  <a:gd name="connsiteY0" fmla="*/ 961687 h 964568"/>
                  <a:gd name="connsiteX1" fmla="*/ 0 w 503138"/>
                  <a:gd name="connsiteY1" fmla="*/ 70 h 964568"/>
                  <a:gd name="connsiteX2" fmla="*/ 503138 w 503138"/>
                  <a:gd name="connsiteY2" fmla="*/ 154187 h 964568"/>
                  <a:gd name="connsiteX3" fmla="*/ 273339 w 503138"/>
                  <a:gd name="connsiteY3" fmla="*/ 964568 h 964568"/>
                  <a:gd name="connsiteX4" fmla="*/ 197928 w 503138"/>
                  <a:gd name="connsiteY4" fmla="*/ 961687 h 964568"/>
                  <a:gd name="connsiteX0" fmla="*/ 201456 w 506666"/>
                  <a:gd name="connsiteY0" fmla="*/ 807500 h 810381"/>
                  <a:gd name="connsiteX1" fmla="*/ 0 w 506666"/>
                  <a:gd name="connsiteY1" fmla="*/ 15216 h 810381"/>
                  <a:gd name="connsiteX2" fmla="*/ 506666 w 506666"/>
                  <a:gd name="connsiteY2" fmla="*/ 0 h 810381"/>
                  <a:gd name="connsiteX3" fmla="*/ 276867 w 506666"/>
                  <a:gd name="connsiteY3" fmla="*/ 810381 h 810381"/>
                  <a:gd name="connsiteX4" fmla="*/ 201456 w 506666"/>
                  <a:gd name="connsiteY4" fmla="*/ 807500 h 810381"/>
                  <a:gd name="connsiteX0" fmla="*/ 201456 w 506666"/>
                  <a:gd name="connsiteY0" fmla="*/ 807500 h 811593"/>
                  <a:gd name="connsiteX1" fmla="*/ 0 w 506666"/>
                  <a:gd name="connsiteY1" fmla="*/ 15216 h 811593"/>
                  <a:gd name="connsiteX2" fmla="*/ 506666 w 506666"/>
                  <a:gd name="connsiteY2" fmla="*/ 0 h 811593"/>
                  <a:gd name="connsiteX3" fmla="*/ 276867 w 506666"/>
                  <a:gd name="connsiteY3" fmla="*/ 810381 h 811593"/>
                  <a:gd name="connsiteX4" fmla="*/ 201456 w 506666"/>
                  <a:gd name="connsiteY4" fmla="*/ 807500 h 811593"/>
                  <a:gd name="connsiteX0" fmla="*/ 135576 w 506666"/>
                  <a:gd name="connsiteY0" fmla="*/ 818480 h 818480"/>
                  <a:gd name="connsiteX1" fmla="*/ 0 w 506666"/>
                  <a:gd name="connsiteY1" fmla="*/ 15216 h 818480"/>
                  <a:gd name="connsiteX2" fmla="*/ 506666 w 506666"/>
                  <a:gd name="connsiteY2" fmla="*/ 0 h 818480"/>
                  <a:gd name="connsiteX3" fmla="*/ 276867 w 506666"/>
                  <a:gd name="connsiteY3" fmla="*/ 81038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789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7896 h 818480"/>
                  <a:gd name="connsiteX2" fmla="*/ 506666 w 506666"/>
                  <a:gd name="connsiteY2" fmla="*/ 0 h 818480"/>
                  <a:gd name="connsiteX3" fmla="*/ 331766 w 506666"/>
                  <a:gd name="connsiteY3" fmla="*/ 803061 h 818480"/>
                  <a:gd name="connsiteX4" fmla="*/ 135576 w 506666"/>
                  <a:gd name="connsiteY4" fmla="*/ 818480 h 818480"/>
                  <a:gd name="connsiteX0" fmla="*/ 45472 w 559302"/>
                  <a:gd name="connsiteY0" fmla="*/ 807500 h 807500"/>
                  <a:gd name="connsiteX1" fmla="*/ 52636 w 559302"/>
                  <a:gd name="connsiteY1" fmla="*/ 7896 h 807500"/>
                  <a:gd name="connsiteX2" fmla="*/ 559302 w 559302"/>
                  <a:gd name="connsiteY2" fmla="*/ 0 h 807500"/>
                  <a:gd name="connsiteX3" fmla="*/ 384402 w 559302"/>
                  <a:gd name="connsiteY3" fmla="*/ 803061 h 807500"/>
                  <a:gd name="connsiteX4" fmla="*/ 45472 w 559302"/>
                  <a:gd name="connsiteY4" fmla="*/ 807500 h 807500"/>
                  <a:gd name="connsiteX0" fmla="*/ 21974 w 535804"/>
                  <a:gd name="connsiteY0" fmla="*/ 807500 h 807500"/>
                  <a:gd name="connsiteX1" fmla="*/ 29138 w 535804"/>
                  <a:gd name="connsiteY1" fmla="*/ 7896 h 807500"/>
                  <a:gd name="connsiteX2" fmla="*/ 535804 w 535804"/>
                  <a:gd name="connsiteY2" fmla="*/ 0 h 807500"/>
                  <a:gd name="connsiteX3" fmla="*/ 360904 w 535804"/>
                  <a:gd name="connsiteY3" fmla="*/ 803061 h 807500"/>
                  <a:gd name="connsiteX4" fmla="*/ 21974 w 535804"/>
                  <a:gd name="connsiteY4" fmla="*/ 807500 h 807500"/>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30473"/>
                  <a:gd name="connsiteX1" fmla="*/ 0 w 506666"/>
                  <a:gd name="connsiteY1" fmla="*/ 7896 h 830473"/>
                  <a:gd name="connsiteX2" fmla="*/ 506666 w 506666"/>
                  <a:gd name="connsiteY2" fmla="*/ 0 h 830473"/>
                  <a:gd name="connsiteX3" fmla="*/ 331766 w 506666"/>
                  <a:gd name="connsiteY3" fmla="*/ 828681 h 830473"/>
                  <a:gd name="connsiteX4" fmla="*/ 128256 w 506666"/>
                  <a:gd name="connsiteY4" fmla="*/ 829461 h 830473"/>
                  <a:gd name="connsiteX0" fmla="*/ 128256 w 506666"/>
                  <a:gd name="connsiteY0" fmla="*/ 829461 h 830473"/>
                  <a:gd name="connsiteX1" fmla="*/ 0 w 506666"/>
                  <a:gd name="connsiteY1" fmla="*/ 7896 h 830473"/>
                  <a:gd name="connsiteX2" fmla="*/ 506666 w 506666"/>
                  <a:gd name="connsiteY2" fmla="*/ 0 h 830473"/>
                  <a:gd name="connsiteX3" fmla="*/ 331766 w 506666"/>
                  <a:gd name="connsiteY3" fmla="*/ 828681 h 830473"/>
                  <a:gd name="connsiteX4" fmla="*/ 128256 w 506666"/>
                  <a:gd name="connsiteY4" fmla="*/ 829461 h 830473"/>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7341"/>
                  <a:gd name="connsiteX1" fmla="*/ 0 w 514180"/>
                  <a:gd name="connsiteY1" fmla="*/ 0 h 577341"/>
                  <a:gd name="connsiteX2" fmla="*/ 514180 w 514180"/>
                  <a:gd name="connsiteY2" fmla="*/ 10891 h 577341"/>
                  <a:gd name="connsiteX3" fmla="*/ 404259 w 514180"/>
                  <a:gd name="connsiteY3" fmla="*/ 386400 h 577341"/>
                  <a:gd name="connsiteX4" fmla="*/ 135770 w 514180"/>
                  <a:gd name="connsiteY4" fmla="*/ 577341 h 577341"/>
                  <a:gd name="connsiteX0" fmla="*/ 100781 w 514180"/>
                  <a:gd name="connsiteY0" fmla="*/ 432218 h 432218"/>
                  <a:gd name="connsiteX1" fmla="*/ 0 w 514180"/>
                  <a:gd name="connsiteY1" fmla="*/ 0 h 432218"/>
                  <a:gd name="connsiteX2" fmla="*/ 514180 w 514180"/>
                  <a:gd name="connsiteY2" fmla="*/ 10891 h 432218"/>
                  <a:gd name="connsiteX3" fmla="*/ 404259 w 514180"/>
                  <a:gd name="connsiteY3" fmla="*/ 386400 h 432218"/>
                  <a:gd name="connsiteX4" fmla="*/ 100781 w 514180"/>
                  <a:gd name="connsiteY4" fmla="*/ 432218 h 432218"/>
                  <a:gd name="connsiteX0" fmla="*/ 100781 w 514180"/>
                  <a:gd name="connsiteY0" fmla="*/ 432218 h 432218"/>
                  <a:gd name="connsiteX1" fmla="*/ 0 w 514180"/>
                  <a:gd name="connsiteY1" fmla="*/ 0 h 432218"/>
                  <a:gd name="connsiteX2" fmla="*/ 514180 w 514180"/>
                  <a:gd name="connsiteY2" fmla="*/ 10891 h 432218"/>
                  <a:gd name="connsiteX3" fmla="*/ 404259 w 514180"/>
                  <a:gd name="connsiteY3" fmla="*/ 386400 h 432218"/>
                  <a:gd name="connsiteX4" fmla="*/ 100781 w 514180"/>
                  <a:gd name="connsiteY4" fmla="*/ 432218 h 432218"/>
                  <a:gd name="connsiteX0" fmla="*/ 100781 w 514180"/>
                  <a:gd name="connsiteY0" fmla="*/ 402193 h 402193"/>
                  <a:gd name="connsiteX1" fmla="*/ 0 w 514180"/>
                  <a:gd name="connsiteY1" fmla="*/ 0 h 402193"/>
                  <a:gd name="connsiteX2" fmla="*/ 514180 w 514180"/>
                  <a:gd name="connsiteY2" fmla="*/ 10891 h 402193"/>
                  <a:gd name="connsiteX3" fmla="*/ 404259 w 514180"/>
                  <a:gd name="connsiteY3" fmla="*/ 386400 h 402193"/>
                  <a:gd name="connsiteX4" fmla="*/ 100781 w 514180"/>
                  <a:gd name="connsiteY4" fmla="*/ 402193 h 4021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4180" h="402193">
                    <a:moveTo>
                      <a:pt x="100781" y="402193"/>
                    </a:moveTo>
                    <a:cubicBezTo>
                      <a:pt x="60584" y="194221"/>
                      <a:pt x="96631" y="442038"/>
                      <a:pt x="0" y="0"/>
                    </a:cubicBezTo>
                    <a:lnTo>
                      <a:pt x="514180" y="10891"/>
                    </a:lnTo>
                    <a:cubicBezTo>
                      <a:pt x="417353" y="348331"/>
                      <a:pt x="491637" y="89943"/>
                      <a:pt x="404259" y="386400"/>
                    </a:cubicBezTo>
                    <a:cubicBezTo>
                      <a:pt x="357814" y="390704"/>
                      <a:pt x="168880" y="400727"/>
                      <a:pt x="100781" y="402193"/>
                    </a:cubicBezTo>
                    <a:close/>
                  </a:path>
                </a:pathLst>
              </a:custGeom>
              <a:gradFill>
                <a:gsLst>
                  <a:gs pos="0">
                    <a:schemeClr val="bg1">
                      <a:lumMod val="95000"/>
                      <a:alpha val="55000"/>
                    </a:schemeClr>
                  </a:gs>
                  <a:gs pos="100000">
                    <a:schemeClr val="bg1">
                      <a:lumMod val="75000"/>
                    </a:schemeClr>
                  </a:gs>
                </a:gsLst>
              </a:gradFill>
              <a:ln>
                <a:solidFill>
                  <a:schemeClr val="bg1">
                    <a:lumMod val="75000"/>
                  </a:schemeClr>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75" name="Freeform 274"/>
              <p:cNvSpPr/>
              <p:nvPr/>
            </p:nvSpPr>
            <p:spPr>
              <a:xfrm>
                <a:off x="3561391" y="5433960"/>
                <a:ext cx="573725" cy="1015589"/>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621064"/>
                  <a:gd name="connsiteY0" fmla="*/ 973305 h 973305"/>
                  <a:gd name="connsiteX1" fmla="*/ 0 w 621064"/>
                  <a:gd name="connsiteY1" fmla="*/ 11688 h 973305"/>
                  <a:gd name="connsiteX2" fmla="*/ 499610 w 621064"/>
                  <a:gd name="connsiteY2" fmla="*/ 0 h 973305"/>
                  <a:gd name="connsiteX3" fmla="*/ 558839 w 621064"/>
                  <a:gd name="connsiteY3" fmla="*/ 754682 h 973305"/>
                  <a:gd name="connsiteX4" fmla="*/ 197928 w 621064"/>
                  <a:gd name="connsiteY4" fmla="*/ 973305 h 973305"/>
                  <a:gd name="connsiteX0" fmla="*/ 197928 w 558839"/>
                  <a:gd name="connsiteY0" fmla="*/ 973305 h 973305"/>
                  <a:gd name="connsiteX1" fmla="*/ 0 w 558839"/>
                  <a:gd name="connsiteY1" fmla="*/ 11688 h 973305"/>
                  <a:gd name="connsiteX2" fmla="*/ 499610 w 558839"/>
                  <a:gd name="connsiteY2" fmla="*/ 0 h 973305"/>
                  <a:gd name="connsiteX3" fmla="*/ 558839 w 558839"/>
                  <a:gd name="connsiteY3" fmla="*/ 754682 h 973305"/>
                  <a:gd name="connsiteX4" fmla="*/ 197928 w 558839"/>
                  <a:gd name="connsiteY4" fmla="*/ 973305 h 973305"/>
                  <a:gd name="connsiteX0" fmla="*/ 197928 w 558839"/>
                  <a:gd name="connsiteY0" fmla="*/ 973305 h 973305"/>
                  <a:gd name="connsiteX1" fmla="*/ 0 w 558839"/>
                  <a:gd name="connsiteY1" fmla="*/ 11688 h 973305"/>
                  <a:gd name="connsiteX2" fmla="*/ 499610 w 558839"/>
                  <a:gd name="connsiteY2" fmla="*/ 0 h 973305"/>
                  <a:gd name="connsiteX3" fmla="*/ 558839 w 558839"/>
                  <a:gd name="connsiteY3" fmla="*/ 754682 h 973305"/>
                  <a:gd name="connsiteX4" fmla="*/ 197928 w 558839"/>
                  <a:gd name="connsiteY4" fmla="*/ 973305 h 973305"/>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1315828 h 1315828"/>
                  <a:gd name="connsiteX1" fmla="*/ 0 w 558839"/>
                  <a:gd name="connsiteY1" fmla="*/ 531414 h 1315828"/>
                  <a:gd name="connsiteX2" fmla="*/ 506930 w 558839"/>
                  <a:gd name="connsiteY2" fmla="*/ 0 h 1315828"/>
                  <a:gd name="connsiteX3" fmla="*/ 558839 w 558839"/>
                  <a:gd name="connsiteY3" fmla="*/ 1274408 h 1315828"/>
                  <a:gd name="connsiteX4" fmla="*/ 370213 w 558839"/>
                  <a:gd name="connsiteY4" fmla="*/ 1315828 h 1315828"/>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88119"/>
                  <a:gd name="connsiteY0" fmla="*/ 1326654 h 1326654"/>
                  <a:gd name="connsiteX1" fmla="*/ 0 w 588119"/>
                  <a:gd name="connsiteY1" fmla="*/ 554 h 1326654"/>
                  <a:gd name="connsiteX2" fmla="*/ 521570 w 588119"/>
                  <a:gd name="connsiteY2" fmla="*/ 10826 h 1326654"/>
                  <a:gd name="connsiteX3" fmla="*/ 588119 w 588119"/>
                  <a:gd name="connsiteY3" fmla="*/ 1321835 h 1326654"/>
                  <a:gd name="connsiteX4" fmla="*/ 384853 w 588119"/>
                  <a:gd name="connsiteY4" fmla="*/ 1326654 h 1326654"/>
                  <a:gd name="connsiteX0" fmla="*/ 384853 w 588119"/>
                  <a:gd name="connsiteY0" fmla="*/ 1326654 h 1326654"/>
                  <a:gd name="connsiteX1" fmla="*/ 0 w 588119"/>
                  <a:gd name="connsiteY1" fmla="*/ 554 h 1326654"/>
                  <a:gd name="connsiteX2" fmla="*/ 521570 w 588119"/>
                  <a:gd name="connsiteY2" fmla="*/ 10826 h 1326654"/>
                  <a:gd name="connsiteX3" fmla="*/ 588119 w 588119"/>
                  <a:gd name="connsiteY3" fmla="*/ 1321835 h 1326654"/>
                  <a:gd name="connsiteX4" fmla="*/ 384853 w 588119"/>
                  <a:gd name="connsiteY4" fmla="*/ 1326654 h 1326654"/>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94113"/>
                  <a:gd name="connsiteY0" fmla="*/ 1097905 h 1179971"/>
                  <a:gd name="connsiteX1" fmla="*/ 0 w 594113"/>
                  <a:gd name="connsiteY1" fmla="*/ 4757 h 1179971"/>
                  <a:gd name="connsiteX2" fmla="*/ 502783 w 594113"/>
                  <a:gd name="connsiteY2" fmla="*/ 0 h 1179971"/>
                  <a:gd name="connsiteX3" fmla="*/ 594113 w 594113"/>
                  <a:gd name="connsiteY3" fmla="*/ 1179818 h 1179971"/>
                  <a:gd name="connsiteX4" fmla="*/ 366066 w 594113"/>
                  <a:gd name="connsiteY4" fmla="*/ 1097905 h 1179971"/>
                  <a:gd name="connsiteX0" fmla="*/ 403236 w 594113"/>
                  <a:gd name="connsiteY0" fmla="*/ 1215612 h 1215612"/>
                  <a:gd name="connsiteX1" fmla="*/ 0 w 594113"/>
                  <a:gd name="connsiteY1" fmla="*/ 4757 h 1215612"/>
                  <a:gd name="connsiteX2" fmla="*/ 502783 w 594113"/>
                  <a:gd name="connsiteY2" fmla="*/ 0 h 1215612"/>
                  <a:gd name="connsiteX3" fmla="*/ 594113 w 594113"/>
                  <a:gd name="connsiteY3" fmla="*/ 1179818 h 1215612"/>
                  <a:gd name="connsiteX4" fmla="*/ 403236 w 594113"/>
                  <a:gd name="connsiteY4" fmla="*/ 1215612 h 1215612"/>
                  <a:gd name="connsiteX0" fmla="*/ 403236 w 574100"/>
                  <a:gd name="connsiteY0" fmla="*/ 1215612 h 1215612"/>
                  <a:gd name="connsiteX1" fmla="*/ 0 w 574100"/>
                  <a:gd name="connsiteY1" fmla="*/ 4757 h 1215612"/>
                  <a:gd name="connsiteX2" fmla="*/ 502783 w 574100"/>
                  <a:gd name="connsiteY2" fmla="*/ 0 h 1215612"/>
                  <a:gd name="connsiteX3" fmla="*/ 574100 w 574100"/>
                  <a:gd name="connsiteY3" fmla="*/ 1014877 h 1215612"/>
                  <a:gd name="connsiteX4" fmla="*/ 403236 w 574100"/>
                  <a:gd name="connsiteY4" fmla="*/ 1215612 h 1215612"/>
                  <a:gd name="connsiteX0" fmla="*/ 333190 w 574100"/>
                  <a:gd name="connsiteY0" fmla="*/ 985695 h 1015244"/>
                  <a:gd name="connsiteX1" fmla="*/ 0 w 574100"/>
                  <a:gd name="connsiteY1" fmla="*/ 4757 h 1015244"/>
                  <a:gd name="connsiteX2" fmla="*/ 502783 w 574100"/>
                  <a:gd name="connsiteY2" fmla="*/ 0 h 1015244"/>
                  <a:gd name="connsiteX3" fmla="*/ 574100 w 574100"/>
                  <a:gd name="connsiteY3" fmla="*/ 1014877 h 1015244"/>
                  <a:gd name="connsiteX4" fmla="*/ 333190 w 574100"/>
                  <a:gd name="connsiteY4" fmla="*/ 985695 h 10152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4100" h="1015244">
                    <a:moveTo>
                      <a:pt x="333190" y="985695"/>
                    </a:moveTo>
                    <a:cubicBezTo>
                      <a:pt x="153901" y="433090"/>
                      <a:pt x="295574" y="908506"/>
                      <a:pt x="0" y="4757"/>
                    </a:cubicBezTo>
                    <a:cubicBezTo>
                      <a:pt x="166537" y="861"/>
                      <a:pt x="336246" y="3896"/>
                      <a:pt x="502783" y="0"/>
                    </a:cubicBezTo>
                    <a:cubicBezTo>
                      <a:pt x="555943" y="995541"/>
                      <a:pt x="537473" y="350120"/>
                      <a:pt x="574100" y="1014877"/>
                    </a:cubicBezTo>
                    <a:cubicBezTo>
                      <a:pt x="476415" y="1019182"/>
                      <a:pt x="529388" y="984229"/>
                      <a:pt x="333190" y="985695"/>
                    </a:cubicBezTo>
                    <a:close/>
                  </a:path>
                </a:pathLst>
              </a:custGeom>
              <a:gradFill>
                <a:gsLst>
                  <a:gs pos="0">
                    <a:schemeClr val="bg1">
                      <a:lumMod val="95000"/>
                      <a:alpha val="55000"/>
                    </a:schemeClr>
                  </a:gs>
                  <a:gs pos="100000">
                    <a:schemeClr val="bg1">
                      <a:lumMod val="75000"/>
                    </a:schemeClr>
                  </a:gs>
                </a:gsLst>
              </a:gradFill>
              <a:ln>
                <a:solidFill>
                  <a:schemeClr val="bg1">
                    <a:lumMod val="75000"/>
                  </a:schemeClr>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grpSp>
            <p:nvGrpSpPr>
              <p:cNvPr id="29" name="Group 28"/>
              <p:cNvGrpSpPr/>
              <p:nvPr/>
            </p:nvGrpSpPr>
            <p:grpSpPr>
              <a:xfrm>
                <a:off x="1856416" y="3709935"/>
                <a:ext cx="1049338" cy="1739900"/>
                <a:chOff x="1856416" y="3709935"/>
                <a:chExt cx="1049338" cy="1739900"/>
              </a:xfrm>
            </p:grpSpPr>
            <p:sp>
              <p:nvSpPr>
                <p:cNvPr id="496" name="Rectangle 495"/>
                <p:cNvSpPr/>
                <p:nvPr/>
              </p:nvSpPr>
              <p:spPr bwMode="auto">
                <a:xfrm rot="10800000">
                  <a:off x="1867529" y="3957585"/>
                  <a:ext cx="1027112" cy="611090"/>
                </a:xfrm>
                <a:prstGeom prst="rect">
                  <a:avLst/>
                </a:prstGeom>
                <a:gradFill>
                  <a:gsLst>
                    <a:gs pos="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grpSp>
              <p:nvGrpSpPr>
                <p:cNvPr id="48285" name="Group 498"/>
                <p:cNvGrpSpPr>
                  <a:grpSpLocks/>
                </p:cNvGrpSpPr>
                <p:nvPr/>
              </p:nvGrpSpPr>
              <p:grpSpPr bwMode="auto">
                <a:xfrm>
                  <a:off x="1858805" y="5088863"/>
                  <a:ext cx="1035373" cy="360972"/>
                  <a:chOff x="4128636" y="3606589"/>
                  <a:chExt cx="568145" cy="338667"/>
                </a:xfrm>
              </p:grpSpPr>
              <p:sp>
                <p:nvSpPr>
                  <p:cNvPr id="515" name="Oval 514"/>
                  <p:cNvSpPr/>
                  <p:nvPr/>
                </p:nvSpPr>
                <p:spPr>
                  <a:xfrm>
                    <a:off x="4129067" y="3720356"/>
                    <a:ext cx="567968" cy="224900"/>
                  </a:xfrm>
                  <a:prstGeom prst="ellipse">
                    <a:avLst/>
                  </a:prstGeom>
                  <a:solidFill>
                    <a:schemeClr val="accent2">
                      <a:lumMod val="75000"/>
                    </a:schemeClr>
                  </a:solid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16" name="Rectangle 515"/>
                  <p:cNvSpPr/>
                  <p:nvPr/>
                </p:nvSpPr>
                <p:spPr>
                  <a:xfrm>
                    <a:off x="4129067" y="3720356"/>
                    <a:ext cx="567968" cy="111705"/>
                  </a:xfrm>
                  <a:prstGeom prst="rect">
                    <a:avLst/>
                  </a:prstGeom>
                  <a:solidFill>
                    <a:schemeClr val="accent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17" name="Oval 516"/>
                  <p:cNvSpPr/>
                  <p:nvPr/>
                </p:nvSpPr>
                <p:spPr>
                  <a:xfrm>
                    <a:off x="4129067" y="3607161"/>
                    <a:ext cx="567968" cy="224900"/>
                  </a:xfrm>
                  <a:prstGeom prst="ellipse">
                    <a:avLst/>
                  </a:prstGeom>
                  <a:solidFill>
                    <a:schemeClr val="accent2">
                      <a:lumMod val="60000"/>
                      <a:lumOff val="40000"/>
                      <a:alpha val="7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18" name="Straight Connector 517"/>
                  <p:cNvCxnSpPr/>
                  <p:nvPr/>
                </p:nvCxnSpPr>
                <p:spPr>
                  <a:xfrm>
                    <a:off x="4697035" y="3720356"/>
                    <a:ext cx="0" cy="111705"/>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19" name="Straight Connector 518"/>
                  <p:cNvCxnSpPr/>
                  <p:nvPr/>
                </p:nvCxnSpPr>
                <p:spPr>
                  <a:xfrm>
                    <a:off x="4129067" y="3720356"/>
                    <a:ext cx="0" cy="111705"/>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sp>
              <p:nvSpPr>
                <p:cNvPr id="500" name="Rectangle 499"/>
                <p:cNvSpPr/>
                <p:nvPr/>
              </p:nvSpPr>
              <p:spPr bwMode="auto">
                <a:xfrm>
                  <a:off x="1877054" y="4704509"/>
                  <a:ext cx="1028700" cy="523075"/>
                </a:xfrm>
                <a:prstGeom prst="rect">
                  <a:avLst/>
                </a:prstGeom>
                <a:gradFill>
                  <a:gsLst>
                    <a:gs pos="0">
                      <a:schemeClr val="accent2">
                        <a:lumMod val="60000"/>
                        <a:lumOff val="40000"/>
                        <a:alpha val="62000"/>
                      </a:schemeClr>
                    </a:gs>
                    <a:gs pos="54000">
                      <a:schemeClr val="accent2">
                        <a:lumMod val="40000"/>
                        <a:lumOff val="6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02" name="Straight Connector 501"/>
                <p:cNvCxnSpPr/>
                <p:nvPr/>
              </p:nvCxnSpPr>
              <p:spPr bwMode="auto">
                <a:xfrm>
                  <a:off x="1861179" y="3981398"/>
                  <a:ext cx="17462" cy="1301750"/>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503" name="Straight Connector 502"/>
                <p:cNvCxnSpPr/>
                <p:nvPr/>
              </p:nvCxnSpPr>
              <p:spPr bwMode="auto">
                <a:xfrm flipH="1">
                  <a:off x="2894641" y="3971873"/>
                  <a:ext cx="6350" cy="1270000"/>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8290" name="Group 504"/>
                <p:cNvGrpSpPr>
                  <a:grpSpLocks/>
                </p:cNvGrpSpPr>
                <p:nvPr/>
              </p:nvGrpSpPr>
              <p:grpSpPr bwMode="auto">
                <a:xfrm>
                  <a:off x="1856416" y="3709935"/>
                  <a:ext cx="1044712" cy="399063"/>
                  <a:chOff x="2183302" y="1574638"/>
                  <a:chExt cx="1200154" cy="430218"/>
                </a:xfrm>
              </p:grpSpPr>
              <p:sp>
                <p:nvSpPr>
                  <p:cNvPr id="506" name="Oval 505"/>
                  <p:cNvSpPr/>
                  <p:nvPr/>
                </p:nvSpPr>
                <p:spPr bwMode="auto">
                  <a:xfrm flipV="1">
                    <a:off x="2185126" y="1689305"/>
                    <a:ext cx="1196349" cy="314904"/>
                  </a:xfrm>
                  <a:prstGeom prst="ellipse">
                    <a:avLst/>
                  </a:prstGeom>
                  <a:gradFill flip="none" rotWithShape="1">
                    <a:gsLst>
                      <a:gs pos="0">
                        <a:schemeClr val="accent2">
                          <a:lumMod val="75000"/>
                        </a:schemeClr>
                      </a:gs>
                      <a:gs pos="31000">
                        <a:schemeClr val="accent2">
                          <a:lumMod val="60000"/>
                          <a:lumOff val="40000"/>
                        </a:schemeClr>
                      </a:gs>
                      <a:gs pos="100000">
                        <a:schemeClr val="accent2">
                          <a:lumMod val="20000"/>
                          <a:lumOff val="80000"/>
                        </a:schemeClr>
                      </a:gs>
                    </a:gsLst>
                    <a:lin ang="16200000" scaled="0"/>
                    <a:tileRect/>
                  </a:gradFill>
                  <a:ln w="6350" cmpd="sng">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507" name="Rectangle 506"/>
                  <p:cNvSpPr/>
                  <p:nvPr/>
                </p:nvSpPr>
                <p:spPr bwMode="auto">
                  <a:xfrm>
                    <a:off x="2183302" y="1735513"/>
                    <a:ext cx="1198173" cy="112955"/>
                  </a:xfrm>
                  <a:prstGeom prst="rect">
                    <a:avLst/>
                  </a:prstGeom>
                  <a:gradFill>
                    <a:gsLst>
                      <a:gs pos="0">
                        <a:schemeClr val="accent2">
                          <a:lumMod val="40000"/>
                          <a:lumOff val="60000"/>
                        </a:schemeClr>
                      </a:gs>
                      <a:gs pos="54000">
                        <a:schemeClr val="accent2">
                          <a:lumMod val="60000"/>
                          <a:lumOff val="40000"/>
                        </a:schemeClr>
                      </a:gs>
                      <a:gs pos="100000">
                        <a:schemeClr val="accent2">
                          <a:lumMod val="75000"/>
                        </a:schemeClr>
                      </a:gs>
                    </a:gsLst>
                    <a:lin ang="162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08" name="Oval 507"/>
                  <p:cNvSpPr/>
                  <p:nvPr/>
                </p:nvSpPr>
                <p:spPr bwMode="auto">
                  <a:xfrm flipV="1">
                    <a:off x="2183302" y="1574638"/>
                    <a:ext cx="1196349" cy="314904"/>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509" name="Freeform 508"/>
                  <p:cNvSpPr/>
                  <p:nvPr/>
                </p:nvSpPr>
                <p:spPr bwMode="auto">
                  <a:xfrm>
                    <a:off x="2489684" y="1670478"/>
                    <a:ext cx="581762" cy="157452"/>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10" name="Freeform 509"/>
                  <p:cNvSpPr/>
                  <p:nvPr/>
                </p:nvSpPr>
                <p:spPr bwMode="auto">
                  <a:xfrm>
                    <a:off x="2429502" y="1629404"/>
                    <a:ext cx="703949" cy="111244"/>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11" name="Freeform 510"/>
                  <p:cNvSpPr/>
                  <p:nvPr/>
                </p:nvSpPr>
                <p:spPr bwMode="auto">
                  <a:xfrm>
                    <a:off x="2892723" y="1723534"/>
                    <a:ext cx="257142" cy="958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12" name="Freeform 511"/>
                  <p:cNvSpPr/>
                  <p:nvPr/>
                </p:nvSpPr>
                <p:spPr bwMode="auto">
                  <a:xfrm>
                    <a:off x="2416736" y="1725244"/>
                    <a:ext cx="255318" cy="94130"/>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13" name="Straight Connector 512"/>
                  <p:cNvCxnSpPr>
                    <a:endCxn id="508" idx="2"/>
                  </p:cNvCxnSpPr>
                  <p:nvPr/>
                </p:nvCxnSpPr>
                <p:spPr bwMode="auto">
                  <a:xfrm flipH="1" flipV="1">
                    <a:off x="2183302" y="1732090"/>
                    <a:ext cx="1824" cy="12151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514" name="Straight Connector 513"/>
                  <p:cNvCxnSpPr/>
                  <p:nvPr/>
                </p:nvCxnSpPr>
                <p:spPr bwMode="auto">
                  <a:xfrm flipH="1" flipV="1">
                    <a:off x="3381475" y="1728667"/>
                    <a:ext cx="1823" cy="12151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grpSp>
            <p:nvGrpSpPr>
              <p:cNvPr id="30" name="Group 29"/>
              <p:cNvGrpSpPr/>
              <p:nvPr/>
            </p:nvGrpSpPr>
            <p:grpSpPr>
              <a:xfrm>
                <a:off x="3566154" y="3862335"/>
                <a:ext cx="514350" cy="1670050"/>
                <a:chOff x="3566154" y="3862335"/>
                <a:chExt cx="514350" cy="1670050"/>
              </a:xfrm>
            </p:grpSpPr>
            <p:sp>
              <p:nvSpPr>
                <p:cNvPr id="549" name="Rectangle 548"/>
                <p:cNvSpPr/>
                <p:nvPr/>
              </p:nvSpPr>
              <p:spPr bwMode="auto">
                <a:xfrm rot="10800000">
                  <a:off x="3569201" y="3946092"/>
                  <a:ext cx="498084" cy="628647"/>
                </a:xfrm>
                <a:prstGeom prst="rect">
                  <a:avLst/>
                </a:prstGeom>
                <a:gradFill>
                  <a:gsLst>
                    <a:gs pos="100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50" name="Straight Connector 549"/>
                <p:cNvCxnSpPr/>
                <p:nvPr/>
              </p:nvCxnSpPr>
              <p:spPr bwMode="auto">
                <a:xfrm flipH="1">
                  <a:off x="4078916" y="4019498"/>
                  <a:ext cx="1588" cy="1365250"/>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8271" name="Group 552"/>
                <p:cNvGrpSpPr>
                  <a:grpSpLocks/>
                </p:cNvGrpSpPr>
                <p:nvPr/>
              </p:nvGrpSpPr>
              <p:grpSpPr bwMode="auto">
                <a:xfrm>
                  <a:off x="3571302" y="5310688"/>
                  <a:ext cx="507588" cy="221697"/>
                  <a:chOff x="4128636" y="3606589"/>
                  <a:chExt cx="568145" cy="338667"/>
                </a:xfrm>
              </p:grpSpPr>
              <p:sp>
                <p:nvSpPr>
                  <p:cNvPr id="562" name="Oval 561"/>
                  <p:cNvSpPr/>
                  <p:nvPr/>
                </p:nvSpPr>
                <p:spPr>
                  <a:xfrm>
                    <a:off x="4128204" y="3719724"/>
                    <a:ext cx="568606" cy="225532"/>
                  </a:xfrm>
                  <a:prstGeom prst="ellipse">
                    <a:avLst/>
                  </a:prstGeom>
                  <a:solidFill>
                    <a:schemeClr val="accent2">
                      <a:lumMod val="75000"/>
                    </a:schemeClr>
                  </a:solid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63" name="Rectangle 562"/>
                  <p:cNvSpPr/>
                  <p:nvPr/>
                </p:nvSpPr>
                <p:spPr>
                  <a:xfrm>
                    <a:off x="4128204" y="3719724"/>
                    <a:ext cx="568606" cy="111554"/>
                  </a:xfrm>
                  <a:prstGeom prst="rect">
                    <a:avLst/>
                  </a:prstGeom>
                  <a:solidFill>
                    <a:schemeClr val="accent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64" name="Oval 563"/>
                  <p:cNvSpPr/>
                  <p:nvPr/>
                </p:nvSpPr>
                <p:spPr>
                  <a:xfrm>
                    <a:off x="4128204" y="3605744"/>
                    <a:ext cx="568606" cy="225534"/>
                  </a:xfrm>
                  <a:prstGeom prst="ellipse">
                    <a:avLst/>
                  </a:prstGeom>
                  <a:solidFill>
                    <a:schemeClr val="accent2">
                      <a:lumMod val="40000"/>
                      <a:lumOff val="60000"/>
                      <a:alpha val="5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65" name="Straight Connector 564"/>
                  <p:cNvCxnSpPr/>
                  <p:nvPr/>
                </p:nvCxnSpPr>
                <p:spPr>
                  <a:xfrm>
                    <a:off x="4696810" y="3719724"/>
                    <a:ext cx="0" cy="111554"/>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6" name="Straight Connector 565"/>
                  <p:cNvCxnSpPr/>
                  <p:nvPr/>
                </p:nvCxnSpPr>
                <p:spPr>
                  <a:xfrm>
                    <a:off x="4128204" y="3719724"/>
                    <a:ext cx="0" cy="111554"/>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sp>
              <p:nvSpPr>
                <p:cNvPr id="554" name="Rectangle 553"/>
                <p:cNvSpPr/>
                <p:nvPr/>
              </p:nvSpPr>
              <p:spPr bwMode="auto">
                <a:xfrm>
                  <a:off x="3572504" y="4575123"/>
                  <a:ext cx="496887" cy="812800"/>
                </a:xfrm>
                <a:prstGeom prst="rect">
                  <a:avLst/>
                </a:prstGeom>
                <a:gradFill>
                  <a:gsLst>
                    <a:gs pos="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57" name="Straight Connector 556"/>
                <p:cNvCxnSpPr/>
                <p:nvPr/>
              </p:nvCxnSpPr>
              <p:spPr bwMode="auto">
                <a:xfrm flipH="1">
                  <a:off x="3566154" y="4027435"/>
                  <a:ext cx="3175" cy="1450975"/>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8257" name="Group 538"/>
                <p:cNvGrpSpPr>
                  <a:grpSpLocks/>
                </p:cNvGrpSpPr>
                <p:nvPr/>
              </p:nvGrpSpPr>
              <p:grpSpPr bwMode="auto">
                <a:xfrm>
                  <a:off x="3568667" y="3862335"/>
                  <a:ext cx="503828" cy="248249"/>
                  <a:chOff x="2183302" y="1564542"/>
                  <a:chExt cx="1200154" cy="440314"/>
                </a:xfrm>
              </p:grpSpPr>
              <p:sp>
                <p:nvSpPr>
                  <p:cNvPr id="540" name="Oval 539"/>
                  <p:cNvSpPr/>
                  <p:nvPr/>
                </p:nvSpPr>
                <p:spPr bwMode="auto">
                  <a:xfrm flipV="1">
                    <a:off x="2188659" y="1691250"/>
                    <a:ext cx="1194966" cy="312543"/>
                  </a:xfrm>
                  <a:prstGeom prst="ellipse">
                    <a:avLst/>
                  </a:prstGeom>
                  <a:gradFill flip="none" rotWithShape="1">
                    <a:gsLst>
                      <a:gs pos="0">
                        <a:schemeClr val="accent2">
                          <a:lumMod val="75000"/>
                        </a:schemeClr>
                      </a:gs>
                      <a:gs pos="31000">
                        <a:schemeClr val="accent2">
                          <a:lumMod val="60000"/>
                          <a:lumOff val="40000"/>
                        </a:schemeClr>
                      </a:gs>
                      <a:gs pos="100000">
                        <a:schemeClr val="bg1"/>
                      </a:gs>
                    </a:gsLst>
                    <a:lin ang="16200000" scaled="0"/>
                    <a:tileRect/>
                  </a:gradFill>
                  <a:ln w="6350" cmpd="sng">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541" name="Rectangle 540"/>
                  <p:cNvSpPr/>
                  <p:nvPr/>
                </p:nvSpPr>
                <p:spPr bwMode="auto">
                  <a:xfrm>
                    <a:off x="2184879" y="1736302"/>
                    <a:ext cx="1198746" cy="112629"/>
                  </a:xfrm>
                  <a:prstGeom prst="rect">
                    <a:avLst/>
                  </a:prstGeom>
                  <a:gradFill>
                    <a:gsLst>
                      <a:gs pos="0">
                        <a:schemeClr val="accent2">
                          <a:lumMod val="40000"/>
                          <a:lumOff val="60000"/>
                        </a:schemeClr>
                      </a:gs>
                      <a:gs pos="54000">
                        <a:schemeClr val="accent2">
                          <a:lumMod val="60000"/>
                          <a:lumOff val="40000"/>
                        </a:schemeClr>
                      </a:gs>
                      <a:gs pos="100000">
                        <a:schemeClr val="accent2">
                          <a:lumMod val="75000"/>
                        </a:schemeClr>
                      </a:gs>
                    </a:gsLst>
                    <a:lin ang="162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42" name="Oval 541"/>
                  <p:cNvSpPr/>
                  <p:nvPr/>
                </p:nvSpPr>
                <p:spPr bwMode="auto">
                  <a:xfrm flipV="1">
                    <a:off x="2184879" y="1564542"/>
                    <a:ext cx="1194966" cy="312545"/>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543" name="Freeform 542"/>
                  <p:cNvSpPr/>
                  <p:nvPr/>
                </p:nvSpPr>
                <p:spPr bwMode="auto">
                  <a:xfrm>
                    <a:off x="2491182" y="1671539"/>
                    <a:ext cx="582357" cy="154865"/>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44" name="Freeform 543"/>
                  <p:cNvSpPr/>
                  <p:nvPr/>
                </p:nvSpPr>
                <p:spPr bwMode="auto">
                  <a:xfrm>
                    <a:off x="2430678" y="1629304"/>
                    <a:ext cx="703366" cy="109812"/>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45" name="Freeform 544"/>
                  <p:cNvSpPr/>
                  <p:nvPr/>
                </p:nvSpPr>
                <p:spPr bwMode="auto">
                  <a:xfrm>
                    <a:off x="2892025" y="1722222"/>
                    <a:ext cx="260927" cy="95734"/>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46" name="Freeform 545"/>
                  <p:cNvSpPr/>
                  <p:nvPr/>
                </p:nvSpPr>
                <p:spPr bwMode="auto">
                  <a:xfrm>
                    <a:off x="2419334" y="1725039"/>
                    <a:ext cx="253362" cy="95734"/>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47" name="Straight Connector 546"/>
                  <p:cNvCxnSpPr>
                    <a:endCxn id="542" idx="2"/>
                  </p:cNvCxnSpPr>
                  <p:nvPr/>
                </p:nvCxnSpPr>
                <p:spPr bwMode="auto">
                  <a:xfrm flipH="1" flipV="1">
                    <a:off x="2184879" y="1722222"/>
                    <a:ext cx="3780" cy="121077"/>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548" name="Straight Connector 547"/>
                  <p:cNvCxnSpPr/>
                  <p:nvPr/>
                </p:nvCxnSpPr>
                <p:spPr bwMode="auto">
                  <a:xfrm flipH="1" flipV="1">
                    <a:off x="3379845" y="1727853"/>
                    <a:ext cx="3780" cy="121077"/>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grpSp>
            <p:nvGrpSpPr>
              <p:cNvPr id="31" name="Group 30"/>
              <p:cNvGrpSpPr/>
              <p:nvPr/>
            </p:nvGrpSpPr>
            <p:grpSpPr>
              <a:xfrm>
                <a:off x="4348791" y="3867098"/>
                <a:ext cx="514350" cy="1670050"/>
                <a:chOff x="4348791" y="3867098"/>
                <a:chExt cx="514350" cy="1670050"/>
              </a:xfrm>
            </p:grpSpPr>
            <p:sp>
              <p:nvSpPr>
                <p:cNvPr id="579" name="Rectangle 578"/>
                <p:cNvSpPr/>
                <p:nvPr/>
              </p:nvSpPr>
              <p:spPr bwMode="auto">
                <a:xfrm rot="10800000">
                  <a:off x="4351838" y="3950855"/>
                  <a:ext cx="498084" cy="628647"/>
                </a:xfrm>
                <a:prstGeom prst="rect">
                  <a:avLst/>
                </a:prstGeom>
                <a:gradFill>
                  <a:gsLst>
                    <a:gs pos="100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80" name="Straight Connector 579"/>
                <p:cNvCxnSpPr/>
                <p:nvPr/>
              </p:nvCxnSpPr>
              <p:spPr bwMode="auto">
                <a:xfrm flipH="1">
                  <a:off x="4861554" y="4024260"/>
                  <a:ext cx="1587" cy="1365250"/>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8243" name="Group 580"/>
                <p:cNvGrpSpPr>
                  <a:grpSpLocks/>
                </p:cNvGrpSpPr>
                <p:nvPr/>
              </p:nvGrpSpPr>
              <p:grpSpPr bwMode="auto">
                <a:xfrm>
                  <a:off x="4353939" y="5315451"/>
                  <a:ext cx="507588" cy="221697"/>
                  <a:chOff x="4128636" y="3606589"/>
                  <a:chExt cx="568145" cy="338667"/>
                </a:xfrm>
              </p:grpSpPr>
              <p:sp>
                <p:nvSpPr>
                  <p:cNvPr id="589" name="Oval 588"/>
                  <p:cNvSpPr/>
                  <p:nvPr/>
                </p:nvSpPr>
                <p:spPr>
                  <a:xfrm>
                    <a:off x="4128205" y="3719722"/>
                    <a:ext cx="568606" cy="225534"/>
                  </a:xfrm>
                  <a:prstGeom prst="ellipse">
                    <a:avLst/>
                  </a:prstGeom>
                  <a:solidFill>
                    <a:schemeClr val="accent2">
                      <a:lumMod val="75000"/>
                    </a:schemeClr>
                  </a:solid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90" name="Rectangle 589"/>
                  <p:cNvSpPr/>
                  <p:nvPr/>
                </p:nvSpPr>
                <p:spPr>
                  <a:xfrm>
                    <a:off x="4128205" y="3719722"/>
                    <a:ext cx="568606" cy="111554"/>
                  </a:xfrm>
                  <a:prstGeom prst="rect">
                    <a:avLst/>
                  </a:prstGeom>
                  <a:solidFill>
                    <a:schemeClr val="accent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91" name="Oval 590"/>
                  <p:cNvSpPr/>
                  <p:nvPr/>
                </p:nvSpPr>
                <p:spPr>
                  <a:xfrm>
                    <a:off x="4128205" y="3605744"/>
                    <a:ext cx="568606" cy="225532"/>
                  </a:xfrm>
                  <a:prstGeom prst="ellipse">
                    <a:avLst/>
                  </a:prstGeom>
                  <a:solidFill>
                    <a:schemeClr val="accent2">
                      <a:lumMod val="40000"/>
                      <a:lumOff val="60000"/>
                      <a:alpha val="5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92" name="Straight Connector 591"/>
                  <p:cNvCxnSpPr/>
                  <p:nvPr/>
                </p:nvCxnSpPr>
                <p:spPr>
                  <a:xfrm>
                    <a:off x="4696811" y="3719722"/>
                    <a:ext cx="0" cy="111554"/>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93" name="Straight Connector 592"/>
                  <p:cNvCxnSpPr/>
                  <p:nvPr/>
                </p:nvCxnSpPr>
                <p:spPr>
                  <a:xfrm>
                    <a:off x="4128205" y="3719722"/>
                    <a:ext cx="0" cy="111554"/>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sp>
              <p:nvSpPr>
                <p:cNvPr id="582" name="Rectangle 581"/>
                <p:cNvSpPr/>
                <p:nvPr/>
              </p:nvSpPr>
              <p:spPr bwMode="auto">
                <a:xfrm>
                  <a:off x="4355141" y="4579885"/>
                  <a:ext cx="496888" cy="812800"/>
                </a:xfrm>
                <a:prstGeom prst="rect">
                  <a:avLst/>
                </a:prstGeom>
                <a:gradFill>
                  <a:gsLst>
                    <a:gs pos="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84" name="Straight Connector 583"/>
                <p:cNvCxnSpPr/>
                <p:nvPr/>
              </p:nvCxnSpPr>
              <p:spPr bwMode="auto">
                <a:xfrm flipH="1">
                  <a:off x="4348791" y="4032198"/>
                  <a:ext cx="3175" cy="1450975"/>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8229" name="Group 568"/>
                <p:cNvGrpSpPr>
                  <a:grpSpLocks/>
                </p:cNvGrpSpPr>
                <p:nvPr/>
              </p:nvGrpSpPr>
              <p:grpSpPr bwMode="auto">
                <a:xfrm>
                  <a:off x="4351304" y="3867098"/>
                  <a:ext cx="503828" cy="248249"/>
                  <a:chOff x="2183302" y="1564542"/>
                  <a:chExt cx="1200154" cy="440314"/>
                </a:xfrm>
              </p:grpSpPr>
              <p:sp>
                <p:nvSpPr>
                  <p:cNvPr id="570" name="Oval 569"/>
                  <p:cNvSpPr/>
                  <p:nvPr/>
                </p:nvSpPr>
                <p:spPr bwMode="auto">
                  <a:xfrm flipV="1">
                    <a:off x="2188662" y="1691248"/>
                    <a:ext cx="1194966" cy="312545"/>
                  </a:xfrm>
                  <a:prstGeom prst="ellipse">
                    <a:avLst/>
                  </a:prstGeom>
                  <a:gradFill flip="none" rotWithShape="1">
                    <a:gsLst>
                      <a:gs pos="0">
                        <a:schemeClr val="accent2">
                          <a:lumMod val="75000"/>
                        </a:schemeClr>
                      </a:gs>
                      <a:gs pos="31000">
                        <a:schemeClr val="accent2">
                          <a:lumMod val="60000"/>
                          <a:lumOff val="40000"/>
                        </a:schemeClr>
                      </a:gs>
                      <a:gs pos="100000">
                        <a:schemeClr val="bg1"/>
                      </a:gs>
                    </a:gsLst>
                    <a:lin ang="16200000" scaled="0"/>
                    <a:tileRect/>
                  </a:gradFill>
                  <a:ln w="6350" cmpd="sng">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571" name="Rectangle 570"/>
                  <p:cNvSpPr/>
                  <p:nvPr/>
                </p:nvSpPr>
                <p:spPr bwMode="auto">
                  <a:xfrm>
                    <a:off x="2184879" y="1736300"/>
                    <a:ext cx="1198749" cy="112629"/>
                  </a:xfrm>
                  <a:prstGeom prst="rect">
                    <a:avLst/>
                  </a:prstGeom>
                  <a:gradFill>
                    <a:gsLst>
                      <a:gs pos="0">
                        <a:schemeClr val="accent2">
                          <a:lumMod val="40000"/>
                          <a:lumOff val="60000"/>
                        </a:schemeClr>
                      </a:gs>
                      <a:gs pos="54000">
                        <a:schemeClr val="accent2">
                          <a:lumMod val="60000"/>
                          <a:lumOff val="40000"/>
                        </a:schemeClr>
                      </a:gs>
                      <a:gs pos="100000">
                        <a:schemeClr val="accent2">
                          <a:lumMod val="75000"/>
                        </a:schemeClr>
                      </a:gs>
                    </a:gsLst>
                    <a:lin ang="162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72" name="Oval 571"/>
                  <p:cNvSpPr/>
                  <p:nvPr/>
                </p:nvSpPr>
                <p:spPr bwMode="auto">
                  <a:xfrm flipV="1">
                    <a:off x="2184879" y="1564542"/>
                    <a:ext cx="1194966" cy="312543"/>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573" name="Freeform 572"/>
                  <p:cNvSpPr/>
                  <p:nvPr/>
                </p:nvSpPr>
                <p:spPr bwMode="auto">
                  <a:xfrm>
                    <a:off x="2491185" y="1671539"/>
                    <a:ext cx="582357" cy="1548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74" name="Freeform 573"/>
                  <p:cNvSpPr/>
                  <p:nvPr/>
                </p:nvSpPr>
                <p:spPr bwMode="auto">
                  <a:xfrm>
                    <a:off x="2430680" y="1629303"/>
                    <a:ext cx="703366" cy="109814"/>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75" name="Freeform 574"/>
                  <p:cNvSpPr/>
                  <p:nvPr/>
                </p:nvSpPr>
                <p:spPr bwMode="auto">
                  <a:xfrm>
                    <a:off x="2892028" y="1722222"/>
                    <a:ext cx="260925" cy="95734"/>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76" name="Freeform 575"/>
                  <p:cNvSpPr/>
                  <p:nvPr/>
                </p:nvSpPr>
                <p:spPr bwMode="auto">
                  <a:xfrm>
                    <a:off x="2419334" y="1725037"/>
                    <a:ext cx="253364" cy="95734"/>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77" name="Straight Connector 576"/>
                  <p:cNvCxnSpPr>
                    <a:endCxn id="572" idx="2"/>
                  </p:cNvCxnSpPr>
                  <p:nvPr/>
                </p:nvCxnSpPr>
                <p:spPr bwMode="auto">
                  <a:xfrm flipH="1" flipV="1">
                    <a:off x="2184879" y="1722222"/>
                    <a:ext cx="3783" cy="121075"/>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578" name="Straight Connector 577"/>
                  <p:cNvCxnSpPr/>
                  <p:nvPr/>
                </p:nvCxnSpPr>
                <p:spPr bwMode="auto">
                  <a:xfrm flipH="1" flipV="1">
                    <a:off x="3379845" y="1727853"/>
                    <a:ext cx="3783" cy="121075"/>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grpSp>
            <p:nvGrpSpPr>
              <p:cNvPr id="48258" name="Group 48257"/>
              <p:cNvGrpSpPr/>
              <p:nvPr/>
            </p:nvGrpSpPr>
            <p:grpSpPr>
              <a:xfrm>
                <a:off x="5552116" y="3849635"/>
                <a:ext cx="514350" cy="1670050"/>
                <a:chOff x="5552116" y="3849635"/>
                <a:chExt cx="514350" cy="1670050"/>
              </a:xfrm>
            </p:grpSpPr>
            <p:sp>
              <p:nvSpPr>
                <p:cNvPr id="606" name="Rectangle 605"/>
                <p:cNvSpPr/>
                <p:nvPr/>
              </p:nvSpPr>
              <p:spPr bwMode="auto">
                <a:xfrm rot="10800000">
                  <a:off x="5555163" y="3933392"/>
                  <a:ext cx="498084" cy="628647"/>
                </a:xfrm>
                <a:prstGeom prst="rect">
                  <a:avLst/>
                </a:prstGeom>
                <a:gradFill>
                  <a:gsLst>
                    <a:gs pos="100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607" name="Straight Connector 606"/>
                <p:cNvCxnSpPr/>
                <p:nvPr/>
              </p:nvCxnSpPr>
              <p:spPr bwMode="auto">
                <a:xfrm flipH="1">
                  <a:off x="6064879" y="4006798"/>
                  <a:ext cx="1587" cy="1365250"/>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8215" name="Group 607"/>
                <p:cNvGrpSpPr>
                  <a:grpSpLocks/>
                </p:cNvGrpSpPr>
                <p:nvPr/>
              </p:nvGrpSpPr>
              <p:grpSpPr bwMode="auto">
                <a:xfrm>
                  <a:off x="5557264" y="5297988"/>
                  <a:ext cx="507588" cy="221697"/>
                  <a:chOff x="4128636" y="3606589"/>
                  <a:chExt cx="568145" cy="338667"/>
                </a:xfrm>
              </p:grpSpPr>
              <p:sp>
                <p:nvSpPr>
                  <p:cNvPr id="616" name="Oval 615"/>
                  <p:cNvSpPr/>
                  <p:nvPr/>
                </p:nvSpPr>
                <p:spPr>
                  <a:xfrm>
                    <a:off x="4128205" y="3719724"/>
                    <a:ext cx="568606" cy="225532"/>
                  </a:xfrm>
                  <a:prstGeom prst="ellipse">
                    <a:avLst/>
                  </a:prstGeom>
                  <a:solidFill>
                    <a:schemeClr val="accent2">
                      <a:lumMod val="75000"/>
                    </a:schemeClr>
                  </a:solid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17" name="Rectangle 616"/>
                  <p:cNvSpPr/>
                  <p:nvPr/>
                </p:nvSpPr>
                <p:spPr>
                  <a:xfrm>
                    <a:off x="4128205" y="3719724"/>
                    <a:ext cx="568606" cy="111554"/>
                  </a:xfrm>
                  <a:prstGeom prst="rect">
                    <a:avLst/>
                  </a:prstGeom>
                  <a:solidFill>
                    <a:schemeClr val="accent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18" name="Oval 617"/>
                  <p:cNvSpPr/>
                  <p:nvPr/>
                </p:nvSpPr>
                <p:spPr>
                  <a:xfrm>
                    <a:off x="4128205" y="3605744"/>
                    <a:ext cx="568606" cy="225534"/>
                  </a:xfrm>
                  <a:prstGeom prst="ellipse">
                    <a:avLst/>
                  </a:prstGeom>
                  <a:solidFill>
                    <a:schemeClr val="accent2">
                      <a:lumMod val="40000"/>
                      <a:lumOff val="60000"/>
                      <a:alpha val="5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619" name="Straight Connector 618"/>
                  <p:cNvCxnSpPr/>
                  <p:nvPr/>
                </p:nvCxnSpPr>
                <p:spPr>
                  <a:xfrm>
                    <a:off x="4696811" y="3719724"/>
                    <a:ext cx="0" cy="111554"/>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620" name="Straight Connector 619"/>
                  <p:cNvCxnSpPr/>
                  <p:nvPr/>
                </p:nvCxnSpPr>
                <p:spPr>
                  <a:xfrm>
                    <a:off x="4128205" y="3719724"/>
                    <a:ext cx="0" cy="111554"/>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sp>
              <p:nvSpPr>
                <p:cNvPr id="609" name="Rectangle 608"/>
                <p:cNvSpPr/>
                <p:nvPr/>
              </p:nvSpPr>
              <p:spPr bwMode="auto">
                <a:xfrm>
                  <a:off x="5558466" y="4562423"/>
                  <a:ext cx="496888" cy="812800"/>
                </a:xfrm>
                <a:prstGeom prst="rect">
                  <a:avLst/>
                </a:prstGeom>
                <a:gradFill>
                  <a:gsLst>
                    <a:gs pos="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611" name="Straight Connector 610"/>
                <p:cNvCxnSpPr/>
                <p:nvPr/>
              </p:nvCxnSpPr>
              <p:spPr bwMode="auto">
                <a:xfrm flipH="1">
                  <a:off x="5552116" y="4014735"/>
                  <a:ext cx="3175" cy="1450975"/>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8201" name="Group 595"/>
                <p:cNvGrpSpPr>
                  <a:grpSpLocks/>
                </p:cNvGrpSpPr>
                <p:nvPr/>
              </p:nvGrpSpPr>
              <p:grpSpPr bwMode="auto">
                <a:xfrm>
                  <a:off x="5554629" y="3849635"/>
                  <a:ext cx="503828" cy="248249"/>
                  <a:chOff x="2183302" y="1564542"/>
                  <a:chExt cx="1200154" cy="440314"/>
                </a:xfrm>
              </p:grpSpPr>
              <p:sp>
                <p:nvSpPr>
                  <p:cNvPr id="597" name="Oval 596"/>
                  <p:cNvSpPr/>
                  <p:nvPr/>
                </p:nvSpPr>
                <p:spPr bwMode="auto">
                  <a:xfrm flipV="1">
                    <a:off x="2188662" y="1691250"/>
                    <a:ext cx="1194966" cy="312543"/>
                  </a:xfrm>
                  <a:prstGeom prst="ellipse">
                    <a:avLst/>
                  </a:prstGeom>
                  <a:gradFill flip="none" rotWithShape="1">
                    <a:gsLst>
                      <a:gs pos="0">
                        <a:schemeClr val="accent2">
                          <a:lumMod val="75000"/>
                        </a:schemeClr>
                      </a:gs>
                      <a:gs pos="31000">
                        <a:schemeClr val="accent2">
                          <a:lumMod val="60000"/>
                          <a:lumOff val="40000"/>
                        </a:schemeClr>
                      </a:gs>
                      <a:gs pos="100000">
                        <a:schemeClr val="bg1"/>
                      </a:gs>
                    </a:gsLst>
                    <a:lin ang="16200000" scaled="0"/>
                    <a:tileRect/>
                  </a:gradFill>
                  <a:ln w="6350" cmpd="sng">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598" name="Rectangle 597"/>
                  <p:cNvSpPr/>
                  <p:nvPr/>
                </p:nvSpPr>
                <p:spPr bwMode="auto">
                  <a:xfrm>
                    <a:off x="2184879" y="1736302"/>
                    <a:ext cx="1198749" cy="112629"/>
                  </a:xfrm>
                  <a:prstGeom prst="rect">
                    <a:avLst/>
                  </a:prstGeom>
                  <a:gradFill>
                    <a:gsLst>
                      <a:gs pos="0">
                        <a:schemeClr val="accent2">
                          <a:lumMod val="40000"/>
                          <a:lumOff val="60000"/>
                        </a:schemeClr>
                      </a:gs>
                      <a:gs pos="54000">
                        <a:schemeClr val="accent2">
                          <a:lumMod val="60000"/>
                          <a:lumOff val="40000"/>
                        </a:schemeClr>
                      </a:gs>
                      <a:gs pos="100000">
                        <a:schemeClr val="accent2">
                          <a:lumMod val="75000"/>
                        </a:schemeClr>
                      </a:gs>
                    </a:gsLst>
                    <a:lin ang="162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99" name="Oval 598"/>
                  <p:cNvSpPr/>
                  <p:nvPr/>
                </p:nvSpPr>
                <p:spPr bwMode="auto">
                  <a:xfrm flipV="1">
                    <a:off x="2184879" y="1564542"/>
                    <a:ext cx="1194966" cy="312545"/>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600" name="Freeform 599"/>
                  <p:cNvSpPr/>
                  <p:nvPr/>
                </p:nvSpPr>
                <p:spPr bwMode="auto">
                  <a:xfrm>
                    <a:off x="2491185" y="1671539"/>
                    <a:ext cx="582357" cy="154865"/>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01" name="Freeform 600"/>
                  <p:cNvSpPr/>
                  <p:nvPr/>
                </p:nvSpPr>
                <p:spPr bwMode="auto">
                  <a:xfrm>
                    <a:off x="2430680" y="1629304"/>
                    <a:ext cx="703366" cy="109812"/>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02" name="Freeform 601"/>
                  <p:cNvSpPr/>
                  <p:nvPr/>
                </p:nvSpPr>
                <p:spPr bwMode="auto">
                  <a:xfrm>
                    <a:off x="2892028" y="1722222"/>
                    <a:ext cx="260925" cy="95734"/>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03" name="Freeform 602"/>
                  <p:cNvSpPr/>
                  <p:nvPr/>
                </p:nvSpPr>
                <p:spPr bwMode="auto">
                  <a:xfrm>
                    <a:off x="2419334" y="1725039"/>
                    <a:ext cx="253364" cy="95734"/>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604" name="Straight Connector 603"/>
                  <p:cNvCxnSpPr>
                    <a:endCxn id="599" idx="2"/>
                  </p:cNvCxnSpPr>
                  <p:nvPr/>
                </p:nvCxnSpPr>
                <p:spPr bwMode="auto">
                  <a:xfrm flipH="1" flipV="1">
                    <a:off x="2184879" y="1722222"/>
                    <a:ext cx="3783" cy="121077"/>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605" name="Straight Connector 604"/>
                  <p:cNvCxnSpPr/>
                  <p:nvPr/>
                </p:nvCxnSpPr>
                <p:spPr bwMode="auto">
                  <a:xfrm flipH="1" flipV="1">
                    <a:off x="3379845" y="1727853"/>
                    <a:ext cx="3783" cy="121077"/>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grpSp>
            <p:nvGrpSpPr>
              <p:cNvPr id="48259" name="Group 48258"/>
              <p:cNvGrpSpPr/>
              <p:nvPr/>
            </p:nvGrpSpPr>
            <p:grpSpPr>
              <a:xfrm>
                <a:off x="6547479" y="3836935"/>
                <a:ext cx="514350" cy="1671638"/>
                <a:chOff x="6547479" y="3836935"/>
                <a:chExt cx="514350" cy="1671638"/>
              </a:xfrm>
            </p:grpSpPr>
            <p:sp>
              <p:nvSpPr>
                <p:cNvPr id="633" name="Rectangle 632"/>
                <p:cNvSpPr/>
                <p:nvPr/>
              </p:nvSpPr>
              <p:spPr bwMode="auto">
                <a:xfrm rot="10800000">
                  <a:off x="6550526" y="3920772"/>
                  <a:ext cx="498084" cy="629245"/>
                </a:xfrm>
                <a:prstGeom prst="rect">
                  <a:avLst/>
                </a:prstGeom>
                <a:gradFill>
                  <a:gsLst>
                    <a:gs pos="100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634" name="Straight Connector 633"/>
                <p:cNvCxnSpPr/>
                <p:nvPr/>
              </p:nvCxnSpPr>
              <p:spPr bwMode="auto">
                <a:xfrm flipH="1">
                  <a:off x="7060241" y="3994098"/>
                  <a:ext cx="1588" cy="1366837"/>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8187" name="Group 634"/>
                <p:cNvGrpSpPr>
                  <a:grpSpLocks/>
                </p:cNvGrpSpPr>
                <p:nvPr/>
              </p:nvGrpSpPr>
              <p:grpSpPr bwMode="auto">
                <a:xfrm>
                  <a:off x="6552627" y="5286665"/>
                  <a:ext cx="507588" cy="221908"/>
                  <a:chOff x="4128636" y="3606589"/>
                  <a:chExt cx="568145" cy="338667"/>
                </a:xfrm>
              </p:grpSpPr>
              <p:sp>
                <p:nvSpPr>
                  <p:cNvPr id="643" name="Oval 642"/>
                  <p:cNvSpPr/>
                  <p:nvPr/>
                </p:nvSpPr>
                <p:spPr>
                  <a:xfrm>
                    <a:off x="4128204" y="3719937"/>
                    <a:ext cx="568606" cy="225319"/>
                  </a:xfrm>
                  <a:prstGeom prst="ellipse">
                    <a:avLst/>
                  </a:prstGeom>
                  <a:solidFill>
                    <a:schemeClr val="accent2">
                      <a:lumMod val="75000"/>
                    </a:schemeClr>
                  </a:solid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44" name="Rectangle 643"/>
                  <p:cNvSpPr/>
                  <p:nvPr/>
                </p:nvSpPr>
                <p:spPr>
                  <a:xfrm>
                    <a:off x="4128204" y="3719937"/>
                    <a:ext cx="568606" cy="111448"/>
                  </a:xfrm>
                  <a:prstGeom prst="rect">
                    <a:avLst/>
                  </a:prstGeom>
                  <a:solidFill>
                    <a:schemeClr val="accent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45" name="Oval 644"/>
                  <p:cNvSpPr/>
                  <p:nvPr/>
                </p:nvSpPr>
                <p:spPr>
                  <a:xfrm>
                    <a:off x="4128204" y="3606067"/>
                    <a:ext cx="568606" cy="225318"/>
                  </a:xfrm>
                  <a:prstGeom prst="ellipse">
                    <a:avLst/>
                  </a:prstGeom>
                  <a:solidFill>
                    <a:schemeClr val="accent2">
                      <a:lumMod val="40000"/>
                      <a:lumOff val="60000"/>
                      <a:alpha val="5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646" name="Straight Connector 645"/>
                  <p:cNvCxnSpPr/>
                  <p:nvPr/>
                </p:nvCxnSpPr>
                <p:spPr>
                  <a:xfrm>
                    <a:off x="4696810" y="3719937"/>
                    <a:ext cx="0" cy="111448"/>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647" name="Straight Connector 646"/>
                  <p:cNvCxnSpPr/>
                  <p:nvPr/>
                </p:nvCxnSpPr>
                <p:spPr>
                  <a:xfrm>
                    <a:off x="4128204" y="3719937"/>
                    <a:ext cx="0" cy="111448"/>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sp>
              <p:nvSpPr>
                <p:cNvPr id="636" name="Rectangle 635"/>
                <p:cNvSpPr/>
                <p:nvPr/>
              </p:nvSpPr>
              <p:spPr bwMode="auto">
                <a:xfrm>
                  <a:off x="6553829" y="4551310"/>
                  <a:ext cx="496887" cy="812800"/>
                </a:xfrm>
                <a:prstGeom prst="rect">
                  <a:avLst/>
                </a:prstGeom>
                <a:gradFill>
                  <a:gsLst>
                    <a:gs pos="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638" name="Straight Connector 637"/>
                <p:cNvCxnSpPr/>
                <p:nvPr/>
              </p:nvCxnSpPr>
              <p:spPr bwMode="auto">
                <a:xfrm flipH="1">
                  <a:off x="6547479" y="4002035"/>
                  <a:ext cx="3175" cy="1452563"/>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8173" name="Group 622"/>
                <p:cNvGrpSpPr>
                  <a:grpSpLocks/>
                </p:cNvGrpSpPr>
                <p:nvPr/>
              </p:nvGrpSpPr>
              <p:grpSpPr bwMode="auto">
                <a:xfrm>
                  <a:off x="6549992" y="3836935"/>
                  <a:ext cx="503828" cy="248485"/>
                  <a:chOff x="2183302" y="1564542"/>
                  <a:chExt cx="1200154" cy="440314"/>
                </a:xfrm>
              </p:grpSpPr>
              <p:sp>
                <p:nvSpPr>
                  <p:cNvPr id="624" name="Oval 623"/>
                  <p:cNvSpPr/>
                  <p:nvPr/>
                </p:nvSpPr>
                <p:spPr bwMode="auto">
                  <a:xfrm flipV="1">
                    <a:off x="2188659" y="1691130"/>
                    <a:ext cx="1194966" cy="315061"/>
                  </a:xfrm>
                  <a:prstGeom prst="ellipse">
                    <a:avLst/>
                  </a:prstGeom>
                  <a:gradFill flip="none" rotWithShape="1">
                    <a:gsLst>
                      <a:gs pos="0">
                        <a:schemeClr val="accent2">
                          <a:lumMod val="75000"/>
                        </a:schemeClr>
                      </a:gs>
                      <a:gs pos="31000">
                        <a:schemeClr val="accent2">
                          <a:lumMod val="60000"/>
                          <a:lumOff val="40000"/>
                        </a:schemeClr>
                      </a:gs>
                      <a:gs pos="100000">
                        <a:schemeClr val="bg1"/>
                      </a:gs>
                    </a:gsLst>
                    <a:lin ang="16200000" scaled="0"/>
                    <a:tileRect/>
                  </a:gradFill>
                  <a:ln w="6350" cmpd="sng">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625" name="Rectangle 624"/>
                  <p:cNvSpPr/>
                  <p:nvPr/>
                </p:nvSpPr>
                <p:spPr bwMode="auto">
                  <a:xfrm>
                    <a:off x="2184879" y="1736138"/>
                    <a:ext cx="1198746" cy="112522"/>
                  </a:xfrm>
                  <a:prstGeom prst="rect">
                    <a:avLst/>
                  </a:prstGeom>
                  <a:gradFill>
                    <a:gsLst>
                      <a:gs pos="0">
                        <a:schemeClr val="accent2">
                          <a:lumMod val="40000"/>
                          <a:lumOff val="60000"/>
                        </a:schemeClr>
                      </a:gs>
                      <a:gs pos="54000">
                        <a:schemeClr val="accent2">
                          <a:lumMod val="60000"/>
                          <a:lumOff val="40000"/>
                        </a:schemeClr>
                      </a:gs>
                      <a:gs pos="100000">
                        <a:schemeClr val="accent2">
                          <a:lumMod val="75000"/>
                        </a:schemeClr>
                      </a:gs>
                    </a:gsLst>
                    <a:lin ang="162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26" name="Oval 625"/>
                  <p:cNvSpPr/>
                  <p:nvPr/>
                </p:nvSpPr>
                <p:spPr bwMode="auto">
                  <a:xfrm flipV="1">
                    <a:off x="2184879" y="1564542"/>
                    <a:ext cx="1194966" cy="315061"/>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627" name="Freeform 626"/>
                  <p:cNvSpPr/>
                  <p:nvPr/>
                </p:nvSpPr>
                <p:spPr bwMode="auto">
                  <a:xfrm>
                    <a:off x="2491182" y="1671438"/>
                    <a:ext cx="582357" cy="15753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28" name="Freeform 627"/>
                  <p:cNvSpPr/>
                  <p:nvPr/>
                </p:nvSpPr>
                <p:spPr bwMode="auto">
                  <a:xfrm>
                    <a:off x="2430678" y="1629243"/>
                    <a:ext cx="703366" cy="112522"/>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29" name="Freeform 628"/>
                  <p:cNvSpPr/>
                  <p:nvPr/>
                </p:nvSpPr>
                <p:spPr bwMode="auto">
                  <a:xfrm>
                    <a:off x="2892025" y="1724886"/>
                    <a:ext cx="260927" cy="95643"/>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30" name="Freeform 629"/>
                  <p:cNvSpPr/>
                  <p:nvPr/>
                </p:nvSpPr>
                <p:spPr bwMode="auto">
                  <a:xfrm>
                    <a:off x="2419334" y="1727698"/>
                    <a:ext cx="253362" cy="92831"/>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631" name="Straight Connector 630"/>
                  <p:cNvCxnSpPr>
                    <a:endCxn id="626" idx="2"/>
                  </p:cNvCxnSpPr>
                  <p:nvPr/>
                </p:nvCxnSpPr>
                <p:spPr bwMode="auto">
                  <a:xfrm flipH="1" flipV="1">
                    <a:off x="2184879" y="1722072"/>
                    <a:ext cx="3780" cy="120962"/>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632" name="Straight Connector 631"/>
                  <p:cNvCxnSpPr/>
                  <p:nvPr/>
                </p:nvCxnSpPr>
                <p:spPr bwMode="auto">
                  <a:xfrm flipH="1" flipV="1">
                    <a:off x="3379845" y="1730512"/>
                    <a:ext cx="3780" cy="120960"/>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grpSp>
        <p:grpSp>
          <p:nvGrpSpPr>
            <p:cNvPr id="28" name="Group 27"/>
            <p:cNvGrpSpPr/>
            <p:nvPr/>
          </p:nvGrpSpPr>
          <p:grpSpPr>
            <a:xfrm>
              <a:off x="2381956" y="2010251"/>
              <a:ext cx="4415330" cy="2315048"/>
              <a:chOff x="2381956" y="2435173"/>
              <a:chExt cx="4415330" cy="2315048"/>
            </a:xfrm>
          </p:grpSpPr>
          <p:sp>
            <p:nvSpPr>
              <p:cNvPr id="391" name="Freeform 390"/>
              <p:cNvSpPr/>
              <p:nvPr/>
            </p:nvSpPr>
            <p:spPr>
              <a:xfrm>
                <a:off x="2381956" y="2439629"/>
                <a:ext cx="297540" cy="1743187"/>
              </a:xfrm>
              <a:custGeom>
                <a:avLst/>
                <a:gdLst>
                  <a:gd name="connsiteX0" fmla="*/ 307275 w 307275"/>
                  <a:gd name="connsiteY0" fmla="*/ 0 h 1659441"/>
                  <a:gd name="connsiteX1" fmla="*/ 0 w 307275"/>
                  <a:gd name="connsiteY1" fmla="*/ 0 h 1659441"/>
                  <a:gd name="connsiteX2" fmla="*/ 0 w 307275"/>
                  <a:gd name="connsiteY2" fmla="*/ 1659441 h 1659441"/>
                  <a:gd name="connsiteX0" fmla="*/ 307275 w 307275"/>
                  <a:gd name="connsiteY0" fmla="*/ 0 h 2015941"/>
                  <a:gd name="connsiteX1" fmla="*/ 0 w 307275"/>
                  <a:gd name="connsiteY1" fmla="*/ 0 h 2015941"/>
                  <a:gd name="connsiteX2" fmla="*/ 0 w 307275"/>
                  <a:gd name="connsiteY2" fmla="*/ 2015941 h 2015941"/>
                  <a:gd name="connsiteX0" fmla="*/ 228538 w 228538"/>
                  <a:gd name="connsiteY0" fmla="*/ 0 h 2022548"/>
                  <a:gd name="connsiteX1" fmla="*/ 0 w 228538"/>
                  <a:gd name="connsiteY1" fmla="*/ 6607 h 2022548"/>
                  <a:gd name="connsiteX2" fmla="*/ 0 w 228538"/>
                  <a:gd name="connsiteY2" fmla="*/ 2022548 h 2022548"/>
                </a:gdLst>
                <a:ahLst/>
                <a:cxnLst>
                  <a:cxn ang="0">
                    <a:pos x="connsiteX0" y="connsiteY0"/>
                  </a:cxn>
                  <a:cxn ang="0">
                    <a:pos x="connsiteX1" y="connsiteY1"/>
                  </a:cxn>
                  <a:cxn ang="0">
                    <a:pos x="connsiteX2" y="connsiteY2"/>
                  </a:cxn>
                </a:cxnLst>
                <a:rect l="l" t="t" r="r" b="b"/>
                <a:pathLst>
                  <a:path w="228538" h="2022548">
                    <a:moveTo>
                      <a:pt x="228538" y="0"/>
                    </a:moveTo>
                    <a:lnTo>
                      <a:pt x="0" y="6607"/>
                    </a:lnTo>
                    <a:lnTo>
                      <a:pt x="0" y="2022548"/>
                    </a:lnTo>
                  </a:path>
                </a:pathLst>
              </a:custGeom>
              <a:ln w="31750">
                <a:solidFill>
                  <a:srgbClr val="CC0000"/>
                </a:solidFill>
                <a:headEnd type="triangle"/>
                <a:tailEnd type="triangle"/>
              </a:ln>
              <a:effectLst/>
            </p:spPr>
            <p:style>
              <a:lnRef idx="2">
                <a:schemeClr val="accent1"/>
              </a:lnRef>
              <a:fillRef idx="0">
                <a:schemeClr val="accent1"/>
              </a:fillRef>
              <a:effectRef idx="1">
                <a:schemeClr val="accent1"/>
              </a:effectRef>
              <a:fontRef idx="minor">
                <a:schemeClr val="tx1"/>
              </a:fontRef>
            </p:style>
            <p:txBody>
              <a:bodyPr anchor="ctr"/>
              <a:lstStyle/>
              <a:p>
                <a:pPr algn="ctr">
                  <a:defRPr/>
                </a:pPr>
                <a:endParaRPr lang="en-US" dirty="0">
                  <a:solidFill>
                    <a:srgbClr val="CC0000"/>
                  </a:solidFill>
                </a:endParaRPr>
              </a:p>
            </p:txBody>
          </p:sp>
          <p:sp>
            <p:nvSpPr>
              <p:cNvPr id="392" name="Freeform 391"/>
              <p:cNvSpPr/>
              <p:nvPr/>
            </p:nvSpPr>
            <p:spPr>
              <a:xfrm flipH="1">
                <a:off x="6411524" y="2435173"/>
                <a:ext cx="385762" cy="2300562"/>
              </a:xfrm>
              <a:custGeom>
                <a:avLst/>
                <a:gdLst>
                  <a:gd name="connsiteX0" fmla="*/ 307275 w 307275"/>
                  <a:gd name="connsiteY0" fmla="*/ 0 h 1659441"/>
                  <a:gd name="connsiteX1" fmla="*/ 0 w 307275"/>
                  <a:gd name="connsiteY1" fmla="*/ 0 h 1659441"/>
                  <a:gd name="connsiteX2" fmla="*/ 0 w 307275"/>
                  <a:gd name="connsiteY2" fmla="*/ 1659441 h 1659441"/>
                  <a:gd name="connsiteX0" fmla="*/ 307275 w 307275"/>
                  <a:gd name="connsiteY0" fmla="*/ 0 h 2117725"/>
                  <a:gd name="connsiteX1" fmla="*/ 0 w 307275"/>
                  <a:gd name="connsiteY1" fmla="*/ 0 h 2117725"/>
                  <a:gd name="connsiteX2" fmla="*/ 0 w 307275"/>
                  <a:gd name="connsiteY2" fmla="*/ 2117725 h 2117725"/>
                </a:gdLst>
                <a:ahLst/>
                <a:cxnLst>
                  <a:cxn ang="0">
                    <a:pos x="connsiteX0" y="connsiteY0"/>
                  </a:cxn>
                  <a:cxn ang="0">
                    <a:pos x="connsiteX1" y="connsiteY1"/>
                  </a:cxn>
                  <a:cxn ang="0">
                    <a:pos x="connsiteX2" y="connsiteY2"/>
                  </a:cxn>
                </a:cxnLst>
                <a:rect l="l" t="t" r="r" b="b"/>
                <a:pathLst>
                  <a:path w="307275" h="2117725">
                    <a:moveTo>
                      <a:pt x="307275" y="0"/>
                    </a:moveTo>
                    <a:lnTo>
                      <a:pt x="0" y="0"/>
                    </a:lnTo>
                    <a:lnTo>
                      <a:pt x="0" y="2117725"/>
                    </a:lnTo>
                  </a:path>
                </a:pathLst>
              </a:custGeom>
              <a:ln w="31750">
                <a:solidFill>
                  <a:srgbClr val="CC0000"/>
                </a:solidFill>
                <a:headEnd type="triangle"/>
                <a:tailEnd type="triangle"/>
              </a:ln>
              <a:effectLst/>
            </p:spPr>
            <p:style>
              <a:lnRef idx="2">
                <a:schemeClr val="accent1"/>
              </a:lnRef>
              <a:fillRef idx="0">
                <a:schemeClr val="accent1"/>
              </a:fillRef>
              <a:effectRef idx="1">
                <a:schemeClr val="accent1"/>
              </a:effectRef>
              <a:fontRef idx="minor">
                <a:schemeClr val="tx1"/>
              </a:fontRef>
            </p:style>
            <p:txBody>
              <a:bodyPr anchor="ctr"/>
              <a:lstStyle/>
              <a:p>
                <a:pPr algn="ctr">
                  <a:defRPr/>
                </a:pPr>
                <a:endParaRPr lang="en-US" dirty="0"/>
              </a:p>
            </p:txBody>
          </p:sp>
          <p:cxnSp>
            <p:nvCxnSpPr>
              <p:cNvPr id="393" name="Straight Arrow Connector 392"/>
              <p:cNvCxnSpPr/>
              <p:nvPr/>
            </p:nvCxnSpPr>
            <p:spPr>
              <a:xfrm flipV="1">
                <a:off x="5791457" y="2687586"/>
                <a:ext cx="8309" cy="2062635"/>
              </a:xfrm>
              <a:prstGeom prst="straightConnector1">
                <a:avLst/>
              </a:prstGeom>
              <a:ln w="31750">
                <a:solidFill>
                  <a:srgbClr val="CC0000"/>
                </a:solidFill>
                <a:headEnd type="triangle"/>
                <a:tailEnd type="triangle"/>
              </a:ln>
              <a:effectLst/>
            </p:spPr>
            <p:style>
              <a:lnRef idx="2">
                <a:schemeClr val="accent1"/>
              </a:lnRef>
              <a:fillRef idx="0">
                <a:schemeClr val="accent1"/>
              </a:fillRef>
              <a:effectRef idx="1">
                <a:schemeClr val="accent1"/>
              </a:effectRef>
              <a:fontRef idx="minor">
                <a:schemeClr val="tx1"/>
              </a:fontRef>
            </p:style>
          </p:cxnSp>
          <p:cxnSp>
            <p:nvCxnSpPr>
              <p:cNvPr id="394" name="Straight Arrow Connector 393"/>
              <p:cNvCxnSpPr/>
              <p:nvPr/>
            </p:nvCxnSpPr>
            <p:spPr>
              <a:xfrm flipV="1">
                <a:off x="4598735" y="2708225"/>
                <a:ext cx="18344" cy="2037167"/>
              </a:xfrm>
              <a:prstGeom prst="straightConnector1">
                <a:avLst/>
              </a:prstGeom>
              <a:ln w="31750">
                <a:solidFill>
                  <a:srgbClr val="CC0000"/>
                </a:solidFill>
                <a:headEnd type="triangle"/>
                <a:tailEnd type="triangle"/>
              </a:ln>
              <a:effectLst/>
            </p:spPr>
            <p:style>
              <a:lnRef idx="2">
                <a:schemeClr val="accent1"/>
              </a:lnRef>
              <a:fillRef idx="0">
                <a:schemeClr val="accent1"/>
              </a:fillRef>
              <a:effectRef idx="1">
                <a:schemeClr val="accent1"/>
              </a:effectRef>
              <a:fontRef idx="minor">
                <a:schemeClr val="tx1"/>
              </a:fontRef>
            </p:style>
          </p:cxnSp>
          <p:cxnSp>
            <p:nvCxnSpPr>
              <p:cNvPr id="395" name="Straight Arrow Connector 394"/>
              <p:cNvCxnSpPr/>
              <p:nvPr/>
            </p:nvCxnSpPr>
            <p:spPr>
              <a:xfrm flipH="1" flipV="1">
                <a:off x="3807455" y="2762199"/>
                <a:ext cx="9009" cy="1983193"/>
              </a:xfrm>
              <a:prstGeom prst="straightConnector1">
                <a:avLst/>
              </a:prstGeom>
              <a:ln w="31750">
                <a:solidFill>
                  <a:srgbClr val="CC0000"/>
                </a:solidFill>
                <a:headEnd type="triangle"/>
                <a:tailEnd type="triangle"/>
              </a:ln>
              <a:effectLst/>
            </p:spPr>
            <p:style>
              <a:lnRef idx="2">
                <a:schemeClr val="accent1"/>
              </a:lnRef>
              <a:fillRef idx="0">
                <a:schemeClr val="accent1"/>
              </a:fillRef>
              <a:effectRef idx="1">
                <a:schemeClr val="accent1"/>
              </a:effectRef>
              <a:fontRef idx="minor">
                <a:schemeClr val="tx1"/>
              </a:fontRef>
            </p:style>
          </p:cxnSp>
        </p:grpSp>
        <p:grpSp>
          <p:nvGrpSpPr>
            <p:cNvPr id="362" name="Group 347"/>
            <p:cNvGrpSpPr>
              <a:grpSpLocks/>
            </p:cNvGrpSpPr>
            <p:nvPr/>
          </p:nvGrpSpPr>
          <p:grpSpPr bwMode="auto">
            <a:xfrm>
              <a:off x="5856401" y="5478592"/>
              <a:ext cx="588970" cy="242608"/>
              <a:chOff x="1871277" y="1576300"/>
              <a:chExt cx="1128371" cy="437861"/>
            </a:xfrm>
          </p:grpSpPr>
          <p:sp>
            <p:nvSpPr>
              <p:cNvPr id="363" name="Oval 362"/>
              <p:cNvSpPr/>
              <p:nvPr/>
            </p:nvSpPr>
            <p:spPr bwMode="auto">
              <a:xfrm flipV="1">
                <a:off x="1874446" y="1694641"/>
                <a:ext cx="1125202"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64" name="Rectangle 363"/>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65" name="Oval 364"/>
              <p:cNvSpPr/>
              <p:nvPr/>
            </p:nvSpPr>
            <p:spPr bwMode="auto">
              <a:xfrm flipV="1">
                <a:off x="1871277" y="1576300"/>
                <a:ext cx="1125200"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66" name="Freeform 365"/>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67" name="Freeform 366"/>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68" name="Freeform 367"/>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69" name="Freeform 368"/>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70" name="Straight Connector 369"/>
              <p:cNvCxnSpPr>
                <a:endCxn id="365" idx="2"/>
              </p:cNvCxnSpPr>
              <p:nvPr/>
            </p:nvCxnSpPr>
            <p:spPr bwMode="auto">
              <a:xfrm flipH="1" flipV="1">
                <a:off x="1871277" y="1737243"/>
                <a:ext cx="3169"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71" name="Straight Connector 370"/>
              <p:cNvCxnSpPr/>
              <p:nvPr/>
            </p:nvCxnSpPr>
            <p:spPr bwMode="auto">
              <a:xfrm flipH="1" flipV="1">
                <a:off x="2996477" y="1734877"/>
                <a:ext cx="3171"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372" name="Group 347"/>
            <p:cNvGrpSpPr>
              <a:grpSpLocks/>
            </p:cNvGrpSpPr>
            <p:nvPr/>
          </p:nvGrpSpPr>
          <p:grpSpPr bwMode="auto">
            <a:xfrm>
              <a:off x="4375328" y="5336495"/>
              <a:ext cx="588970" cy="242608"/>
              <a:chOff x="1871277" y="1576300"/>
              <a:chExt cx="1128371" cy="437861"/>
            </a:xfrm>
          </p:grpSpPr>
          <p:sp>
            <p:nvSpPr>
              <p:cNvPr id="373" name="Oval 372"/>
              <p:cNvSpPr/>
              <p:nvPr/>
            </p:nvSpPr>
            <p:spPr bwMode="auto">
              <a:xfrm flipV="1">
                <a:off x="1874446" y="1694641"/>
                <a:ext cx="1125202"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74" name="Rectangle 373"/>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75" name="Oval 374"/>
              <p:cNvSpPr/>
              <p:nvPr/>
            </p:nvSpPr>
            <p:spPr bwMode="auto">
              <a:xfrm flipV="1">
                <a:off x="1871277" y="1576300"/>
                <a:ext cx="1125200"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76" name="Freeform 375"/>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77" name="Freeform 376"/>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78" name="Freeform 377"/>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79" name="Freeform 378"/>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80" name="Straight Connector 379"/>
              <p:cNvCxnSpPr>
                <a:endCxn id="375" idx="2"/>
              </p:cNvCxnSpPr>
              <p:nvPr/>
            </p:nvCxnSpPr>
            <p:spPr bwMode="auto">
              <a:xfrm flipH="1" flipV="1">
                <a:off x="1871277" y="1737243"/>
                <a:ext cx="3169"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81" name="Straight Connector 380"/>
              <p:cNvCxnSpPr/>
              <p:nvPr/>
            </p:nvCxnSpPr>
            <p:spPr bwMode="auto">
              <a:xfrm flipH="1" flipV="1">
                <a:off x="2996477" y="1734877"/>
                <a:ext cx="3171"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382" name="Group 347"/>
            <p:cNvGrpSpPr>
              <a:grpSpLocks/>
            </p:cNvGrpSpPr>
            <p:nvPr/>
          </p:nvGrpSpPr>
          <p:grpSpPr bwMode="auto">
            <a:xfrm>
              <a:off x="2848241" y="5530308"/>
              <a:ext cx="588970" cy="242608"/>
              <a:chOff x="1871277" y="1576300"/>
              <a:chExt cx="1128371" cy="437861"/>
            </a:xfrm>
          </p:grpSpPr>
          <p:sp>
            <p:nvSpPr>
              <p:cNvPr id="383" name="Oval 382"/>
              <p:cNvSpPr/>
              <p:nvPr/>
            </p:nvSpPr>
            <p:spPr bwMode="auto">
              <a:xfrm flipV="1">
                <a:off x="1874446" y="1694641"/>
                <a:ext cx="1125202"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84" name="Rectangle 383"/>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85" name="Oval 384"/>
              <p:cNvSpPr/>
              <p:nvPr/>
            </p:nvSpPr>
            <p:spPr bwMode="auto">
              <a:xfrm flipV="1">
                <a:off x="1871277" y="1576300"/>
                <a:ext cx="1125200"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86" name="Freeform 385"/>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87" name="Freeform 386"/>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90" name="Freeform 389"/>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97" name="Freeform 396"/>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99" name="Straight Connector 398"/>
              <p:cNvCxnSpPr>
                <a:endCxn id="385" idx="2"/>
              </p:cNvCxnSpPr>
              <p:nvPr/>
            </p:nvCxnSpPr>
            <p:spPr bwMode="auto">
              <a:xfrm flipH="1" flipV="1">
                <a:off x="1871277" y="1737243"/>
                <a:ext cx="3169"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400" name="Straight Connector 399"/>
              <p:cNvCxnSpPr/>
              <p:nvPr/>
            </p:nvCxnSpPr>
            <p:spPr bwMode="auto">
              <a:xfrm flipH="1" flipV="1">
                <a:off x="2996477" y="1734877"/>
                <a:ext cx="3171"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401" name="Group 347"/>
            <p:cNvGrpSpPr>
              <a:grpSpLocks/>
            </p:cNvGrpSpPr>
            <p:nvPr/>
          </p:nvGrpSpPr>
          <p:grpSpPr bwMode="auto">
            <a:xfrm>
              <a:off x="5166757" y="5796647"/>
              <a:ext cx="588970" cy="242608"/>
              <a:chOff x="1871277" y="1576300"/>
              <a:chExt cx="1128371" cy="437861"/>
            </a:xfrm>
          </p:grpSpPr>
          <p:sp>
            <p:nvSpPr>
              <p:cNvPr id="402" name="Oval 401"/>
              <p:cNvSpPr/>
              <p:nvPr/>
            </p:nvSpPr>
            <p:spPr bwMode="auto">
              <a:xfrm flipV="1">
                <a:off x="1874446" y="1694641"/>
                <a:ext cx="1125202"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407" name="Rectangle 406"/>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12" name="Oval 411"/>
              <p:cNvSpPr/>
              <p:nvPr/>
            </p:nvSpPr>
            <p:spPr bwMode="auto">
              <a:xfrm flipV="1">
                <a:off x="1871277" y="1576300"/>
                <a:ext cx="1125200"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417" name="Freeform 416"/>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22" name="Freeform 421"/>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27" name="Freeform 426"/>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28" name="Freeform 427"/>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29" name="Straight Connector 428"/>
              <p:cNvCxnSpPr>
                <a:endCxn id="412" idx="2"/>
              </p:cNvCxnSpPr>
              <p:nvPr/>
            </p:nvCxnSpPr>
            <p:spPr bwMode="auto">
              <a:xfrm flipH="1" flipV="1">
                <a:off x="1871277" y="1737243"/>
                <a:ext cx="3169"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430" name="Straight Connector 429"/>
              <p:cNvCxnSpPr/>
              <p:nvPr/>
            </p:nvCxnSpPr>
            <p:spPr bwMode="auto">
              <a:xfrm flipH="1" flipV="1">
                <a:off x="2996477" y="1734877"/>
                <a:ext cx="3171"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431" name="Group 347"/>
            <p:cNvGrpSpPr>
              <a:grpSpLocks/>
            </p:cNvGrpSpPr>
            <p:nvPr/>
          </p:nvGrpSpPr>
          <p:grpSpPr bwMode="auto">
            <a:xfrm>
              <a:off x="3704088" y="5889227"/>
              <a:ext cx="588970" cy="242608"/>
              <a:chOff x="1871277" y="1576300"/>
              <a:chExt cx="1128371" cy="437861"/>
            </a:xfrm>
          </p:grpSpPr>
          <p:sp>
            <p:nvSpPr>
              <p:cNvPr id="432" name="Oval 431"/>
              <p:cNvSpPr/>
              <p:nvPr/>
            </p:nvSpPr>
            <p:spPr bwMode="auto">
              <a:xfrm flipV="1">
                <a:off x="1874446" y="1694641"/>
                <a:ext cx="1125202"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433" name="Rectangle 432"/>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34" name="Oval 433"/>
              <p:cNvSpPr/>
              <p:nvPr/>
            </p:nvSpPr>
            <p:spPr bwMode="auto">
              <a:xfrm flipV="1">
                <a:off x="1871277" y="1576300"/>
                <a:ext cx="1125200"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435" name="Freeform 434"/>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36" name="Freeform 435"/>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37" name="Freeform 436"/>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38" name="Freeform 437"/>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39" name="Straight Connector 438"/>
              <p:cNvCxnSpPr>
                <a:endCxn id="434" idx="2"/>
              </p:cNvCxnSpPr>
              <p:nvPr/>
            </p:nvCxnSpPr>
            <p:spPr bwMode="auto">
              <a:xfrm flipH="1" flipV="1">
                <a:off x="1871277" y="1737243"/>
                <a:ext cx="3169"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440" name="Straight Connector 439"/>
              <p:cNvCxnSpPr/>
              <p:nvPr/>
            </p:nvCxnSpPr>
            <p:spPr bwMode="auto">
              <a:xfrm flipH="1" flipV="1">
                <a:off x="2996477" y="1734877"/>
                <a:ext cx="3171"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6" name="Group 25"/>
            <p:cNvGrpSpPr/>
            <p:nvPr/>
          </p:nvGrpSpPr>
          <p:grpSpPr>
            <a:xfrm>
              <a:off x="1925875" y="1754513"/>
              <a:ext cx="5095391" cy="2833288"/>
              <a:chOff x="1925876" y="2212958"/>
              <a:chExt cx="5095391" cy="2833288"/>
            </a:xfrm>
          </p:grpSpPr>
          <p:grpSp>
            <p:nvGrpSpPr>
              <p:cNvPr id="12" name="Group 11"/>
              <p:cNvGrpSpPr/>
              <p:nvPr/>
            </p:nvGrpSpPr>
            <p:grpSpPr>
              <a:xfrm>
                <a:off x="2745416" y="2212958"/>
                <a:ext cx="3597533" cy="493677"/>
                <a:chOff x="2705100" y="2011398"/>
                <a:chExt cx="3597533" cy="493677"/>
              </a:xfrm>
            </p:grpSpPr>
            <p:sp>
              <p:nvSpPr>
                <p:cNvPr id="342" name="Oval 341"/>
                <p:cNvSpPr/>
                <p:nvPr/>
              </p:nvSpPr>
              <p:spPr bwMode="auto">
                <a:xfrm>
                  <a:off x="2722820" y="2011398"/>
                  <a:ext cx="3579813" cy="492125"/>
                </a:xfrm>
                <a:prstGeom prst="ellipse">
                  <a:avLst/>
                </a:prstGeom>
                <a:solidFill>
                  <a:schemeClr val="bg1">
                    <a:alpha val="42000"/>
                  </a:schemeClr>
                </a:solidFill>
                <a:ln w="3175">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89" name="Oval 388"/>
                <p:cNvSpPr/>
                <p:nvPr/>
              </p:nvSpPr>
              <p:spPr bwMode="auto">
                <a:xfrm>
                  <a:off x="2705100" y="2012950"/>
                  <a:ext cx="3579813" cy="492125"/>
                </a:xfrm>
                <a:prstGeom prst="ellipse">
                  <a:avLst/>
                </a:prstGeom>
                <a:solidFill>
                  <a:srgbClr val="CC0000">
                    <a:alpha val="42000"/>
                  </a:srgbClr>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8308" name="TextBox 389"/>
                <p:cNvSpPr txBox="1">
                  <a:spLocks noChangeArrowheads="1"/>
                </p:cNvSpPr>
                <p:nvPr/>
              </p:nvSpPr>
              <p:spPr bwMode="auto">
                <a:xfrm>
                  <a:off x="3452664" y="2127167"/>
                  <a:ext cx="2057700" cy="29612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lnSpc>
                      <a:spcPts val="1475"/>
                    </a:lnSpc>
                  </a:pPr>
                  <a:r>
                    <a:rPr lang="en-US" sz="1800" dirty="0">
                      <a:solidFill>
                        <a:schemeClr val="bg1"/>
                      </a:solidFill>
                    </a:rPr>
                    <a:t>Remote Controller</a:t>
                  </a:r>
                </a:p>
              </p:txBody>
            </p:sp>
          </p:grpSp>
          <p:grpSp>
            <p:nvGrpSpPr>
              <p:cNvPr id="442" name="Group 441"/>
              <p:cNvGrpSpPr/>
              <p:nvPr/>
            </p:nvGrpSpPr>
            <p:grpSpPr>
              <a:xfrm>
                <a:off x="1925876" y="4223509"/>
                <a:ext cx="923540" cy="405953"/>
                <a:chOff x="2705100" y="2011398"/>
                <a:chExt cx="3597533" cy="493677"/>
              </a:xfrm>
            </p:grpSpPr>
            <p:sp>
              <p:nvSpPr>
                <p:cNvPr id="443" name="Oval 442"/>
                <p:cNvSpPr/>
                <p:nvPr/>
              </p:nvSpPr>
              <p:spPr bwMode="auto">
                <a:xfrm>
                  <a:off x="2722820" y="2011398"/>
                  <a:ext cx="3579813" cy="492125"/>
                </a:xfrm>
                <a:prstGeom prst="ellipse">
                  <a:avLst/>
                </a:prstGeom>
                <a:solidFill>
                  <a:schemeClr val="bg1">
                    <a:alpha val="42000"/>
                  </a:schemeClr>
                </a:solidFill>
                <a:ln w="3175">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44" name="Oval 443"/>
                <p:cNvSpPr/>
                <p:nvPr/>
              </p:nvSpPr>
              <p:spPr bwMode="auto">
                <a:xfrm>
                  <a:off x="2705100" y="2012950"/>
                  <a:ext cx="3579813" cy="492125"/>
                </a:xfrm>
                <a:prstGeom prst="ellipse">
                  <a:avLst/>
                </a:prstGeom>
                <a:solidFill>
                  <a:srgbClr val="CC0000">
                    <a:alpha val="42000"/>
                  </a:srgbClr>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45" name="TextBox 389"/>
                <p:cNvSpPr txBox="1">
                  <a:spLocks noChangeArrowheads="1"/>
                </p:cNvSpPr>
                <p:nvPr/>
              </p:nvSpPr>
              <p:spPr bwMode="auto">
                <a:xfrm>
                  <a:off x="3901810" y="2127167"/>
                  <a:ext cx="1159411" cy="29612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lnSpc>
                      <a:spcPts val="1475"/>
                    </a:lnSpc>
                  </a:pPr>
                  <a:r>
                    <a:rPr lang="en-US" sz="1800" dirty="0">
                      <a:solidFill>
                        <a:schemeClr val="bg1"/>
                      </a:solidFill>
                    </a:rPr>
                    <a:t>CA</a:t>
                  </a:r>
                </a:p>
              </p:txBody>
            </p:sp>
          </p:grpSp>
          <p:grpSp>
            <p:nvGrpSpPr>
              <p:cNvPr id="17" name="Group 16"/>
              <p:cNvGrpSpPr/>
              <p:nvPr/>
            </p:nvGrpSpPr>
            <p:grpSpPr>
              <a:xfrm>
                <a:off x="3589508" y="4760377"/>
                <a:ext cx="463568" cy="285869"/>
                <a:chOff x="3558850" y="4573304"/>
                <a:chExt cx="463568" cy="285869"/>
              </a:xfrm>
            </p:grpSpPr>
            <p:grpSp>
              <p:nvGrpSpPr>
                <p:cNvPr id="13" name="Group 12"/>
                <p:cNvGrpSpPr/>
                <p:nvPr/>
              </p:nvGrpSpPr>
              <p:grpSpPr>
                <a:xfrm>
                  <a:off x="3558850" y="4577634"/>
                  <a:ext cx="463568" cy="262710"/>
                  <a:chOff x="3558850" y="4577634"/>
                  <a:chExt cx="463568" cy="262710"/>
                </a:xfrm>
              </p:grpSpPr>
              <p:sp>
                <p:nvSpPr>
                  <p:cNvPr id="447" name="Oval 446"/>
                  <p:cNvSpPr/>
                  <p:nvPr/>
                </p:nvSpPr>
                <p:spPr bwMode="auto">
                  <a:xfrm>
                    <a:off x="3573337" y="4577634"/>
                    <a:ext cx="439424" cy="261732"/>
                  </a:xfrm>
                  <a:prstGeom prst="ellipse">
                    <a:avLst/>
                  </a:prstGeom>
                  <a:solidFill>
                    <a:schemeClr val="bg1">
                      <a:alpha val="42000"/>
                    </a:schemeClr>
                  </a:solidFill>
                  <a:ln w="3175">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48" name="Oval 447"/>
                  <p:cNvSpPr/>
                  <p:nvPr/>
                </p:nvSpPr>
                <p:spPr bwMode="auto">
                  <a:xfrm>
                    <a:off x="3558850" y="4587291"/>
                    <a:ext cx="463568" cy="253053"/>
                  </a:xfrm>
                  <a:prstGeom prst="ellipse">
                    <a:avLst/>
                  </a:prstGeom>
                  <a:solidFill>
                    <a:srgbClr val="CC0000">
                      <a:alpha val="42000"/>
                    </a:srgbClr>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grpSp>
            <p:sp>
              <p:nvSpPr>
                <p:cNvPr id="449" name="TextBox 389"/>
                <p:cNvSpPr txBox="1">
                  <a:spLocks noChangeArrowheads="1"/>
                </p:cNvSpPr>
                <p:nvPr/>
              </p:nvSpPr>
              <p:spPr bwMode="auto">
                <a:xfrm>
                  <a:off x="3565935" y="4573304"/>
                  <a:ext cx="434071" cy="28586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lnSpc>
                      <a:spcPts val="1475"/>
                    </a:lnSpc>
                  </a:pPr>
                  <a:r>
                    <a:rPr lang="en-US" sz="1400" dirty="0">
                      <a:solidFill>
                        <a:schemeClr val="bg1"/>
                      </a:solidFill>
                    </a:rPr>
                    <a:t>CA</a:t>
                  </a:r>
                  <a:endParaRPr lang="en-US" sz="1800" dirty="0">
                    <a:solidFill>
                      <a:schemeClr val="bg1"/>
                    </a:solidFill>
                  </a:endParaRPr>
                </a:p>
              </p:txBody>
            </p:sp>
          </p:grpSp>
          <p:grpSp>
            <p:nvGrpSpPr>
              <p:cNvPr id="451" name="Group 450"/>
              <p:cNvGrpSpPr/>
              <p:nvPr/>
            </p:nvGrpSpPr>
            <p:grpSpPr>
              <a:xfrm>
                <a:off x="4369656" y="4758258"/>
                <a:ext cx="463568" cy="285869"/>
                <a:chOff x="3558850" y="4573304"/>
                <a:chExt cx="463568" cy="285869"/>
              </a:xfrm>
            </p:grpSpPr>
            <p:grpSp>
              <p:nvGrpSpPr>
                <p:cNvPr id="452" name="Group 451"/>
                <p:cNvGrpSpPr/>
                <p:nvPr/>
              </p:nvGrpSpPr>
              <p:grpSpPr>
                <a:xfrm>
                  <a:off x="3558850" y="4577634"/>
                  <a:ext cx="463568" cy="262710"/>
                  <a:chOff x="3558850" y="4577634"/>
                  <a:chExt cx="463568" cy="262710"/>
                </a:xfrm>
              </p:grpSpPr>
              <p:sp>
                <p:nvSpPr>
                  <p:cNvPr id="454" name="Oval 453"/>
                  <p:cNvSpPr/>
                  <p:nvPr/>
                </p:nvSpPr>
                <p:spPr bwMode="auto">
                  <a:xfrm>
                    <a:off x="3573337" y="4577634"/>
                    <a:ext cx="439424" cy="261732"/>
                  </a:xfrm>
                  <a:prstGeom prst="ellipse">
                    <a:avLst/>
                  </a:prstGeom>
                  <a:solidFill>
                    <a:schemeClr val="bg1">
                      <a:alpha val="42000"/>
                    </a:schemeClr>
                  </a:solidFill>
                  <a:ln w="3175">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55" name="Oval 454"/>
                  <p:cNvSpPr/>
                  <p:nvPr/>
                </p:nvSpPr>
                <p:spPr bwMode="auto">
                  <a:xfrm>
                    <a:off x="3558850" y="4587291"/>
                    <a:ext cx="463568" cy="253053"/>
                  </a:xfrm>
                  <a:prstGeom prst="ellipse">
                    <a:avLst/>
                  </a:prstGeom>
                  <a:solidFill>
                    <a:srgbClr val="CC0000">
                      <a:alpha val="42000"/>
                    </a:srgbClr>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grpSp>
            <p:sp>
              <p:nvSpPr>
                <p:cNvPr id="453" name="TextBox 389"/>
                <p:cNvSpPr txBox="1">
                  <a:spLocks noChangeArrowheads="1"/>
                </p:cNvSpPr>
                <p:nvPr/>
              </p:nvSpPr>
              <p:spPr bwMode="auto">
                <a:xfrm>
                  <a:off x="3565935" y="4573304"/>
                  <a:ext cx="434071" cy="28586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lnSpc>
                      <a:spcPts val="1475"/>
                    </a:lnSpc>
                  </a:pPr>
                  <a:r>
                    <a:rPr lang="en-US" sz="1400" dirty="0">
                      <a:solidFill>
                        <a:schemeClr val="bg1"/>
                      </a:solidFill>
                    </a:rPr>
                    <a:t>CA</a:t>
                  </a:r>
                  <a:endParaRPr lang="en-US" sz="1800" dirty="0">
                    <a:solidFill>
                      <a:schemeClr val="bg1"/>
                    </a:solidFill>
                  </a:endParaRPr>
                </a:p>
              </p:txBody>
            </p:sp>
          </p:grpSp>
          <p:grpSp>
            <p:nvGrpSpPr>
              <p:cNvPr id="456" name="Group 455"/>
              <p:cNvGrpSpPr/>
              <p:nvPr/>
            </p:nvGrpSpPr>
            <p:grpSpPr>
              <a:xfrm>
                <a:off x="5569912" y="4756140"/>
                <a:ext cx="463568" cy="285869"/>
                <a:chOff x="3558850" y="4573304"/>
                <a:chExt cx="463568" cy="285869"/>
              </a:xfrm>
            </p:grpSpPr>
            <p:grpSp>
              <p:nvGrpSpPr>
                <p:cNvPr id="457" name="Group 456"/>
                <p:cNvGrpSpPr/>
                <p:nvPr/>
              </p:nvGrpSpPr>
              <p:grpSpPr>
                <a:xfrm>
                  <a:off x="3558850" y="4577634"/>
                  <a:ext cx="463568" cy="262710"/>
                  <a:chOff x="3558850" y="4577634"/>
                  <a:chExt cx="463568" cy="262710"/>
                </a:xfrm>
              </p:grpSpPr>
              <p:sp>
                <p:nvSpPr>
                  <p:cNvPr id="459" name="Oval 458"/>
                  <p:cNvSpPr/>
                  <p:nvPr/>
                </p:nvSpPr>
                <p:spPr bwMode="auto">
                  <a:xfrm>
                    <a:off x="3573337" y="4577634"/>
                    <a:ext cx="439424" cy="261732"/>
                  </a:xfrm>
                  <a:prstGeom prst="ellipse">
                    <a:avLst/>
                  </a:prstGeom>
                  <a:solidFill>
                    <a:schemeClr val="bg1">
                      <a:alpha val="42000"/>
                    </a:schemeClr>
                  </a:solidFill>
                  <a:ln w="3175">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60" name="Oval 459"/>
                  <p:cNvSpPr/>
                  <p:nvPr/>
                </p:nvSpPr>
                <p:spPr bwMode="auto">
                  <a:xfrm>
                    <a:off x="3558850" y="4587291"/>
                    <a:ext cx="463568" cy="253053"/>
                  </a:xfrm>
                  <a:prstGeom prst="ellipse">
                    <a:avLst/>
                  </a:prstGeom>
                  <a:solidFill>
                    <a:srgbClr val="CC0000">
                      <a:alpha val="42000"/>
                    </a:srgbClr>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grpSp>
            <p:sp>
              <p:nvSpPr>
                <p:cNvPr id="458" name="TextBox 389"/>
                <p:cNvSpPr txBox="1">
                  <a:spLocks noChangeArrowheads="1"/>
                </p:cNvSpPr>
                <p:nvPr/>
              </p:nvSpPr>
              <p:spPr bwMode="auto">
                <a:xfrm>
                  <a:off x="3565935" y="4573304"/>
                  <a:ext cx="434071" cy="28586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lnSpc>
                      <a:spcPts val="1475"/>
                    </a:lnSpc>
                  </a:pPr>
                  <a:r>
                    <a:rPr lang="en-US" sz="1400" dirty="0">
                      <a:solidFill>
                        <a:schemeClr val="bg1"/>
                      </a:solidFill>
                    </a:rPr>
                    <a:t>CA</a:t>
                  </a:r>
                  <a:endParaRPr lang="en-US" sz="1800" dirty="0">
                    <a:solidFill>
                      <a:schemeClr val="bg1"/>
                    </a:solidFill>
                  </a:endParaRPr>
                </a:p>
              </p:txBody>
            </p:sp>
          </p:grpSp>
          <p:grpSp>
            <p:nvGrpSpPr>
              <p:cNvPr id="461" name="Group 460"/>
              <p:cNvGrpSpPr/>
              <p:nvPr/>
            </p:nvGrpSpPr>
            <p:grpSpPr>
              <a:xfrm>
                <a:off x="6557699" y="4754022"/>
                <a:ext cx="463568" cy="285869"/>
                <a:chOff x="3558850" y="4573304"/>
                <a:chExt cx="463568" cy="285869"/>
              </a:xfrm>
            </p:grpSpPr>
            <p:grpSp>
              <p:nvGrpSpPr>
                <p:cNvPr id="462" name="Group 461"/>
                <p:cNvGrpSpPr/>
                <p:nvPr/>
              </p:nvGrpSpPr>
              <p:grpSpPr>
                <a:xfrm>
                  <a:off x="3558850" y="4577634"/>
                  <a:ext cx="463568" cy="262710"/>
                  <a:chOff x="3558850" y="4577634"/>
                  <a:chExt cx="463568" cy="262710"/>
                </a:xfrm>
              </p:grpSpPr>
              <p:sp>
                <p:nvSpPr>
                  <p:cNvPr id="464" name="Oval 463"/>
                  <p:cNvSpPr/>
                  <p:nvPr/>
                </p:nvSpPr>
                <p:spPr bwMode="auto">
                  <a:xfrm>
                    <a:off x="3573337" y="4577634"/>
                    <a:ext cx="439424" cy="261732"/>
                  </a:xfrm>
                  <a:prstGeom prst="ellipse">
                    <a:avLst/>
                  </a:prstGeom>
                  <a:solidFill>
                    <a:schemeClr val="bg1">
                      <a:alpha val="42000"/>
                    </a:schemeClr>
                  </a:solidFill>
                  <a:ln w="3175">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65" name="Oval 464"/>
                  <p:cNvSpPr/>
                  <p:nvPr/>
                </p:nvSpPr>
                <p:spPr bwMode="auto">
                  <a:xfrm>
                    <a:off x="3558850" y="4587291"/>
                    <a:ext cx="463568" cy="253053"/>
                  </a:xfrm>
                  <a:prstGeom prst="ellipse">
                    <a:avLst/>
                  </a:prstGeom>
                  <a:solidFill>
                    <a:srgbClr val="CC0000">
                      <a:alpha val="42000"/>
                    </a:srgbClr>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grpSp>
            <p:sp>
              <p:nvSpPr>
                <p:cNvPr id="463" name="TextBox 389"/>
                <p:cNvSpPr txBox="1">
                  <a:spLocks noChangeArrowheads="1"/>
                </p:cNvSpPr>
                <p:nvPr/>
              </p:nvSpPr>
              <p:spPr bwMode="auto">
                <a:xfrm>
                  <a:off x="3565935" y="4573304"/>
                  <a:ext cx="434071" cy="28586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lnSpc>
                      <a:spcPts val="1475"/>
                    </a:lnSpc>
                  </a:pPr>
                  <a:r>
                    <a:rPr lang="en-US" sz="1400" dirty="0">
                      <a:solidFill>
                        <a:schemeClr val="bg1"/>
                      </a:solidFill>
                    </a:rPr>
                    <a:t>CA</a:t>
                  </a:r>
                  <a:endParaRPr lang="en-US" sz="1800" dirty="0">
                    <a:solidFill>
                      <a:schemeClr val="bg1"/>
                    </a:solidFill>
                  </a:endParaRPr>
                </a:p>
              </p:txBody>
            </p:sp>
          </p:grpSp>
        </p:grpSp>
        <p:grpSp>
          <p:nvGrpSpPr>
            <p:cNvPr id="2" name="Group 1"/>
            <p:cNvGrpSpPr/>
            <p:nvPr/>
          </p:nvGrpSpPr>
          <p:grpSpPr>
            <a:xfrm>
              <a:off x="2050694" y="4240394"/>
              <a:ext cx="4962309" cy="697609"/>
              <a:chOff x="-3809141" y="1128902"/>
              <a:chExt cx="4962309" cy="697609"/>
            </a:xfrm>
          </p:grpSpPr>
          <p:grpSp>
            <p:nvGrpSpPr>
              <p:cNvPr id="48273" name="Group 554"/>
              <p:cNvGrpSpPr>
                <a:grpSpLocks/>
              </p:cNvGrpSpPr>
              <p:nvPr/>
            </p:nvGrpSpPr>
            <p:grpSpPr bwMode="auto">
              <a:xfrm>
                <a:off x="-2259184" y="1493681"/>
                <a:ext cx="426647" cy="330722"/>
                <a:chOff x="2932185" y="3913304"/>
                <a:chExt cx="426963" cy="330885"/>
              </a:xfrm>
            </p:grpSpPr>
            <p:sp>
              <p:nvSpPr>
                <p:cNvPr id="558" name="Rectangle 557"/>
                <p:cNvSpPr/>
                <p:nvPr/>
              </p:nvSpPr>
              <p:spPr>
                <a:xfrm>
                  <a:off x="2933382" y="3913304"/>
                  <a:ext cx="425766" cy="328775"/>
                </a:xfrm>
                <a:prstGeom prst="rect">
                  <a:avLst/>
                </a:prstGeom>
                <a:solidFill>
                  <a:schemeClr val="bg1"/>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59" name="Straight Connector 558"/>
                <p:cNvCxnSpPr/>
                <p:nvPr/>
              </p:nvCxnSpPr>
              <p:spPr>
                <a:xfrm>
                  <a:off x="2932185" y="4005425"/>
                  <a:ext cx="425766"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560" name="Straight Connector 559"/>
                <p:cNvCxnSpPr/>
                <p:nvPr/>
              </p:nvCxnSpPr>
              <p:spPr>
                <a:xfrm>
                  <a:off x="2932185" y="4068956"/>
                  <a:ext cx="425766"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561" name="Straight Connector 560"/>
                <p:cNvCxnSpPr/>
                <p:nvPr/>
              </p:nvCxnSpPr>
              <p:spPr>
                <a:xfrm flipH="1" flipV="1">
                  <a:off x="3134122" y="4005425"/>
                  <a:ext cx="1589" cy="236654"/>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340" name="Straight Connector 339"/>
                <p:cNvCxnSpPr/>
                <p:nvPr/>
              </p:nvCxnSpPr>
              <p:spPr>
                <a:xfrm flipH="1" flipV="1">
                  <a:off x="3215190" y="4007535"/>
                  <a:ext cx="1589" cy="236654"/>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341" name="Straight Connector 340"/>
                <p:cNvCxnSpPr/>
                <p:nvPr/>
              </p:nvCxnSpPr>
              <p:spPr>
                <a:xfrm flipH="1" flipV="1">
                  <a:off x="3290394" y="4007533"/>
                  <a:ext cx="1589" cy="236654"/>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grpSp>
          <p:grpSp>
            <p:nvGrpSpPr>
              <p:cNvPr id="357" name="Group 554"/>
              <p:cNvGrpSpPr>
                <a:grpSpLocks/>
              </p:cNvGrpSpPr>
              <p:nvPr/>
            </p:nvGrpSpPr>
            <p:grpSpPr bwMode="auto">
              <a:xfrm>
                <a:off x="-3809141" y="1128902"/>
                <a:ext cx="675450" cy="526527"/>
                <a:chOff x="2932185" y="3913304"/>
                <a:chExt cx="430533" cy="332666"/>
              </a:xfrm>
            </p:grpSpPr>
            <p:sp>
              <p:nvSpPr>
                <p:cNvPr id="358" name="Rectangle 357"/>
                <p:cNvSpPr/>
                <p:nvPr/>
              </p:nvSpPr>
              <p:spPr>
                <a:xfrm>
                  <a:off x="2936952" y="3913304"/>
                  <a:ext cx="425766" cy="328775"/>
                </a:xfrm>
                <a:prstGeom prst="rect">
                  <a:avLst/>
                </a:prstGeom>
                <a:solidFill>
                  <a:schemeClr val="bg1"/>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59" name="Straight Connector 358"/>
                <p:cNvCxnSpPr/>
                <p:nvPr/>
              </p:nvCxnSpPr>
              <p:spPr>
                <a:xfrm>
                  <a:off x="2932185" y="4005425"/>
                  <a:ext cx="425766"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360" name="Straight Connector 359"/>
                <p:cNvCxnSpPr/>
                <p:nvPr/>
              </p:nvCxnSpPr>
              <p:spPr>
                <a:xfrm>
                  <a:off x="2932185" y="4068956"/>
                  <a:ext cx="425766"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361" name="Straight Connector 360"/>
                <p:cNvCxnSpPr/>
                <p:nvPr/>
              </p:nvCxnSpPr>
              <p:spPr>
                <a:xfrm flipH="1" flipV="1">
                  <a:off x="3182588" y="4005425"/>
                  <a:ext cx="1589" cy="236654"/>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338" name="Straight Connector 337"/>
                <p:cNvCxnSpPr/>
                <p:nvPr/>
              </p:nvCxnSpPr>
              <p:spPr>
                <a:xfrm flipH="1" flipV="1">
                  <a:off x="3093297" y="4009316"/>
                  <a:ext cx="1589" cy="236654"/>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339" name="Straight Connector 338"/>
                <p:cNvCxnSpPr/>
                <p:nvPr/>
              </p:nvCxnSpPr>
              <p:spPr>
                <a:xfrm flipH="1" flipV="1">
                  <a:off x="3278747" y="4008109"/>
                  <a:ext cx="1589" cy="236654"/>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grpSp>
          <p:grpSp>
            <p:nvGrpSpPr>
              <p:cNvPr id="343" name="Group 554"/>
              <p:cNvGrpSpPr>
                <a:grpSpLocks/>
              </p:cNvGrpSpPr>
              <p:nvPr/>
            </p:nvGrpSpPr>
            <p:grpSpPr bwMode="auto">
              <a:xfrm>
                <a:off x="-1475553" y="1495789"/>
                <a:ext cx="430214" cy="330722"/>
                <a:chOff x="2932185" y="3913304"/>
                <a:chExt cx="430533" cy="330885"/>
              </a:xfrm>
            </p:grpSpPr>
            <p:sp>
              <p:nvSpPr>
                <p:cNvPr id="344" name="Rectangle 343"/>
                <p:cNvSpPr/>
                <p:nvPr/>
              </p:nvSpPr>
              <p:spPr>
                <a:xfrm>
                  <a:off x="2936952" y="3913304"/>
                  <a:ext cx="425766" cy="328775"/>
                </a:xfrm>
                <a:prstGeom prst="rect">
                  <a:avLst/>
                </a:prstGeom>
                <a:solidFill>
                  <a:schemeClr val="bg1"/>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45" name="Straight Connector 344"/>
                <p:cNvCxnSpPr/>
                <p:nvPr/>
              </p:nvCxnSpPr>
              <p:spPr>
                <a:xfrm>
                  <a:off x="2932185" y="4005425"/>
                  <a:ext cx="425766"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346" name="Straight Connector 345"/>
                <p:cNvCxnSpPr/>
                <p:nvPr/>
              </p:nvCxnSpPr>
              <p:spPr>
                <a:xfrm>
                  <a:off x="2932185" y="4068956"/>
                  <a:ext cx="425766"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347" name="Straight Connector 346"/>
                <p:cNvCxnSpPr/>
                <p:nvPr/>
              </p:nvCxnSpPr>
              <p:spPr>
                <a:xfrm flipH="1" flipV="1">
                  <a:off x="3134122" y="4005425"/>
                  <a:ext cx="1589" cy="236654"/>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348" name="Straight Connector 347"/>
                <p:cNvCxnSpPr/>
                <p:nvPr/>
              </p:nvCxnSpPr>
              <p:spPr>
                <a:xfrm flipH="1" flipV="1">
                  <a:off x="3215190" y="4007535"/>
                  <a:ext cx="1589" cy="236654"/>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349" name="Straight Connector 348"/>
                <p:cNvCxnSpPr/>
                <p:nvPr/>
              </p:nvCxnSpPr>
              <p:spPr>
                <a:xfrm flipH="1" flipV="1">
                  <a:off x="3290394" y="4007533"/>
                  <a:ext cx="1589" cy="236654"/>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grpSp>
          <p:grpSp>
            <p:nvGrpSpPr>
              <p:cNvPr id="350" name="Group 554"/>
              <p:cNvGrpSpPr>
                <a:grpSpLocks/>
              </p:cNvGrpSpPr>
              <p:nvPr/>
            </p:nvGrpSpPr>
            <p:grpSpPr bwMode="auto">
              <a:xfrm>
                <a:off x="-271097" y="1490382"/>
                <a:ext cx="430214" cy="330722"/>
                <a:chOff x="2932185" y="3913304"/>
                <a:chExt cx="430533" cy="330885"/>
              </a:xfrm>
            </p:grpSpPr>
            <p:sp>
              <p:nvSpPr>
                <p:cNvPr id="351" name="Rectangle 350"/>
                <p:cNvSpPr/>
                <p:nvPr/>
              </p:nvSpPr>
              <p:spPr>
                <a:xfrm>
                  <a:off x="2936952" y="3913304"/>
                  <a:ext cx="425766" cy="328775"/>
                </a:xfrm>
                <a:prstGeom prst="rect">
                  <a:avLst/>
                </a:prstGeom>
                <a:solidFill>
                  <a:schemeClr val="bg1"/>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52" name="Straight Connector 351"/>
                <p:cNvCxnSpPr/>
                <p:nvPr/>
              </p:nvCxnSpPr>
              <p:spPr>
                <a:xfrm>
                  <a:off x="2932185" y="4005425"/>
                  <a:ext cx="425766"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353" name="Straight Connector 352"/>
                <p:cNvCxnSpPr/>
                <p:nvPr/>
              </p:nvCxnSpPr>
              <p:spPr>
                <a:xfrm>
                  <a:off x="2932185" y="4068956"/>
                  <a:ext cx="425766"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354" name="Straight Connector 353"/>
                <p:cNvCxnSpPr/>
                <p:nvPr/>
              </p:nvCxnSpPr>
              <p:spPr>
                <a:xfrm flipH="1" flipV="1">
                  <a:off x="3134122" y="4005425"/>
                  <a:ext cx="1589" cy="236654"/>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355" name="Straight Connector 354"/>
                <p:cNvCxnSpPr/>
                <p:nvPr/>
              </p:nvCxnSpPr>
              <p:spPr>
                <a:xfrm flipH="1" flipV="1">
                  <a:off x="3215190" y="4007535"/>
                  <a:ext cx="1589" cy="236654"/>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356" name="Straight Connector 355"/>
                <p:cNvCxnSpPr/>
                <p:nvPr/>
              </p:nvCxnSpPr>
              <p:spPr>
                <a:xfrm flipH="1" flipV="1">
                  <a:off x="3290394" y="4007533"/>
                  <a:ext cx="1589" cy="236654"/>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grpSp>
          <p:grpSp>
            <p:nvGrpSpPr>
              <p:cNvPr id="441" name="Group 554"/>
              <p:cNvGrpSpPr>
                <a:grpSpLocks/>
              </p:cNvGrpSpPr>
              <p:nvPr/>
            </p:nvGrpSpPr>
            <p:grpSpPr bwMode="auto">
              <a:xfrm>
                <a:off x="722954" y="1484975"/>
                <a:ext cx="430214" cy="330722"/>
                <a:chOff x="2932185" y="3913304"/>
                <a:chExt cx="430533" cy="330885"/>
              </a:xfrm>
            </p:grpSpPr>
            <p:sp>
              <p:nvSpPr>
                <p:cNvPr id="446" name="Rectangle 445"/>
                <p:cNvSpPr/>
                <p:nvPr/>
              </p:nvSpPr>
              <p:spPr>
                <a:xfrm>
                  <a:off x="2936952" y="3913304"/>
                  <a:ext cx="425766" cy="328775"/>
                </a:xfrm>
                <a:prstGeom prst="rect">
                  <a:avLst/>
                </a:prstGeom>
                <a:solidFill>
                  <a:schemeClr val="bg1"/>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50" name="Straight Connector 449"/>
                <p:cNvCxnSpPr/>
                <p:nvPr/>
              </p:nvCxnSpPr>
              <p:spPr>
                <a:xfrm>
                  <a:off x="2932185" y="4005425"/>
                  <a:ext cx="425766"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468" name="Straight Connector 467"/>
                <p:cNvCxnSpPr/>
                <p:nvPr/>
              </p:nvCxnSpPr>
              <p:spPr>
                <a:xfrm>
                  <a:off x="2932185" y="4068956"/>
                  <a:ext cx="425766"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469" name="Straight Connector 468"/>
                <p:cNvCxnSpPr/>
                <p:nvPr/>
              </p:nvCxnSpPr>
              <p:spPr>
                <a:xfrm flipH="1" flipV="1">
                  <a:off x="3134122" y="4005425"/>
                  <a:ext cx="1589" cy="236654"/>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470" name="Straight Connector 469"/>
                <p:cNvCxnSpPr/>
                <p:nvPr/>
              </p:nvCxnSpPr>
              <p:spPr>
                <a:xfrm flipH="1" flipV="1">
                  <a:off x="3215190" y="4007535"/>
                  <a:ext cx="1589" cy="236654"/>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471" name="Straight Connector 470"/>
                <p:cNvCxnSpPr/>
                <p:nvPr/>
              </p:nvCxnSpPr>
              <p:spPr>
                <a:xfrm flipH="1" flipV="1">
                  <a:off x="3290394" y="4007533"/>
                  <a:ext cx="1589" cy="236654"/>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grpSp>
        </p:grpSp>
      </p:grpSp>
      <p:grpSp>
        <p:nvGrpSpPr>
          <p:cNvPr id="8" name="Group 7"/>
          <p:cNvGrpSpPr/>
          <p:nvPr/>
        </p:nvGrpSpPr>
        <p:grpSpPr>
          <a:xfrm>
            <a:off x="148169" y="4974167"/>
            <a:ext cx="2561167" cy="1458683"/>
            <a:chOff x="148169" y="4974167"/>
            <a:chExt cx="2561167" cy="1458683"/>
          </a:xfrm>
        </p:grpSpPr>
        <p:sp>
          <p:nvSpPr>
            <p:cNvPr id="4" name="TextBox 3"/>
            <p:cNvSpPr txBox="1"/>
            <p:nvPr/>
          </p:nvSpPr>
          <p:spPr>
            <a:xfrm>
              <a:off x="148169" y="5588003"/>
              <a:ext cx="2561167" cy="844847"/>
            </a:xfrm>
            <a:prstGeom prst="rect">
              <a:avLst/>
            </a:prstGeom>
            <a:noFill/>
          </p:spPr>
          <p:txBody>
            <a:bodyPr wrap="square" rtlCol="0">
              <a:spAutoFit/>
            </a:bodyPr>
            <a:lstStyle/>
            <a:p>
              <a:pPr marL="233363" indent="-233363">
                <a:lnSpc>
                  <a:spcPct val="90000"/>
                </a:lnSpc>
              </a:pPr>
              <a:r>
                <a:rPr lang="en-US" b="1" i="1" dirty="0">
                  <a:solidFill>
                    <a:srgbClr val="000090"/>
                  </a:solidFill>
                </a:rPr>
                <a:t>1: </a:t>
              </a:r>
              <a:r>
                <a:rPr lang="en-US" i="1" dirty="0"/>
                <a:t>generalized“ flow-based” forwarding (e.g., OpenFlow)</a:t>
              </a:r>
            </a:p>
          </p:txBody>
        </p:sp>
        <p:cxnSp>
          <p:nvCxnSpPr>
            <p:cNvPr id="6" name="Straight Connector 5"/>
            <p:cNvCxnSpPr>
              <a:stCxn id="4" idx="0"/>
            </p:cNvCxnSpPr>
            <p:nvPr/>
          </p:nvCxnSpPr>
          <p:spPr bwMode="auto">
            <a:xfrm flipV="1">
              <a:off x="1428753" y="4974167"/>
              <a:ext cx="730247" cy="613836"/>
            </a:xfrm>
            <a:prstGeom prst="lin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grpSp>
      <p:grpSp>
        <p:nvGrpSpPr>
          <p:cNvPr id="472" name="Group 471"/>
          <p:cNvGrpSpPr/>
          <p:nvPr/>
        </p:nvGrpSpPr>
        <p:grpSpPr>
          <a:xfrm>
            <a:off x="7590196" y="3506318"/>
            <a:ext cx="1667931" cy="1399445"/>
            <a:chOff x="69488" y="5026085"/>
            <a:chExt cx="2561167" cy="1399445"/>
          </a:xfrm>
        </p:grpSpPr>
        <p:sp>
          <p:nvSpPr>
            <p:cNvPr id="473" name="TextBox 472"/>
            <p:cNvSpPr txBox="1"/>
            <p:nvPr/>
          </p:nvSpPr>
          <p:spPr>
            <a:xfrm>
              <a:off x="69488" y="5580683"/>
              <a:ext cx="2561167" cy="844847"/>
            </a:xfrm>
            <a:prstGeom prst="rect">
              <a:avLst/>
            </a:prstGeom>
            <a:noFill/>
          </p:spPr>
          <p:txBody>
            <a:bodyPr wrap="square" rtlCol="0">
              <a:spAutoFit/>
            </a:bodyPr>
            <a:lstStyle/>
            <a:p>
              <a:pPr marL="233363" indent="-233363">
                <a:lnSpc>
                  <a:spcPct val="90000"/>
                </a:lnSpc>
              </a:pPr>
              <a:r>
                <a:rPr lang="en-US" b="1" i="1" dirty="0">
                  <a:solidFill>
                    <a:srgbClr val="000090"/>
                  </a:solidFill>
                </a:rPr>
                <a:t>2. </a:t>
              </a:r>
              <a:r>
                <a:rPr lang="en-US" i="1" dirty="0"/>
                <a:t>control, data plane separation</a:t>
              </a:r>
            </a:p>
          </p:txBody>
        </p:sp>
        <p:cxnSp>
          <p:nvCxnSpPr>
            <p:cNvPr id="474" name="Straight Connector 473"/>
            <p:cNvCxnSpPr>
              <a:stCxn id="473" idx="0"/>
            </p:cNvCxnSpPr>
            <p:nvPr/>
          </p:nvCxnSpPr>
          <p:spPr bwMode="auto">
            <a:xfrm flipV="1">
              <a:off x="1350072" y="5026085"/>
              <a:ext cx="1703" cy="554598"/>
            </a:xfrm>
            <a:prstGeom prst="lin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grpSp>
      <p:sp>
        <p:nvSpPr>
          <p:cNvPr id="476" name="TextBox 475"/>
          <p:cNvSpPr txBox="1"/>
          <p:nvPr/>
        </p:nvSpPr>
        <p:spPr>
          <a:xfrm>
            <a:off x="7057798" y="1089172"/>
            <a:ext cx="2086202" cy="1094146"/>
          </a:xfrm>
          <a:prstGeom prst="rect">
            <a:avLst/>
          </a:prstGeom>
          <a:noFill/>
        </p:spPr>
        <p:txBody>
          <a:bodyPr wrap="square" rtlCol="0">
            <a:spAutoFit/>
          </a:bodyPr>
          <a:lstStyle/>
          <a:p>
            <a:pPr marL="233363" indent="-233363">
              <a:lnSpc>
                <a:spcPct val="90000"/>
              </a:lnSpc>
            </a:pPr>
            <a:r>
              <a:rPr lang="en-US" b="1" i="1" dirty="0">
                <a:solidFill>
                  <a:srgbClr val="000090"/>
                </a:solidFill>
              </a:rPr>
              <a:t>3. </a:t>
            </a:r>
            <a:r>
              <a:rPr lang="en-US" i="1" dirty="0"/>
              <a:t>control plane functions external to data-plane switches</a:t>
            </a:r>
          </a:p>
        </p:txBody>
      </p:sp>
      <p:cxnSp>
        <p:nvCxnSpPr>
          <p:cNvPr id="477" name="Straight Connector 476"/>
          <p:cNvCxnSpPr/>
          <p:nvPr/>
        </p:nvCxnSpPr>
        <p:spPr bwMode="auto">
          <a:xfrm flipV="1">
            <a:off x="6672036" y="1468338"/>
            <a:ext cx="618473" cy="645305"/>
          </a:xfrm>
          <a:prstGeom prst="lin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sp>
        <p:nvSpPr>
          <p:cNvPr id="15" name="Oval 14"/>
          <p:cNvSpPr/>
          <p:nvPr/>
        </p:nvSpPr>
        <p:spPr bwMode="auto">
          <a:xfrm>
            <a:off x="2015762" y="1310125"/>
            <a:ext cx="725674" cy="342648"/>
          </a:xfrm>
          <a:prstGeom prst="ellipse">
            <a:avLst/>
          </a:prstGeom>
          <a:solidFill>
            <a:srgbClr val="008000">
              <a:alpha val="70000"/>
            </a:srgbClr>
          </a:solidFill>
          <a:ln>
            <a:solidFill>
              <a:srgbClr val="008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478" name="Oval 477"/>
          <p:cNvSpPr/>
          <p:nvPr/>
        </p:nvSpPr>
        <p:spPr bwMode="auto">
          <a:xfrm>
            <a:off x="3014783" y="1301278"/>
            <a:ext cx="725674" cy="342648"/>
          </a:xfrm>
          <a:prstGeom prst="ellipse">
            <a:avLst/>
          </a:prstGeom>
          <a:solidFill>
            <a:srgbClr val="008000">
              <a:alpha val="70000"/>
            </a:srgbClr>
          </a:solidFill>
          <a:ln>
            <a:solidFill>
              <a:srgbClr val="008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479" name="Oval 478"/>
          <p:cNvSpPr/>
          <p:nvPr/>
        </p:nvSpPr>
        <p:spPr bwMode="auto">
          <a:xfrm>
            <a:off x="5827987" y="1292433"/>
            <a:ext cx="725674" cy="342648"/>
          </a:xfrm>
          <a:prstGeom prst="ellipse">
            <a:avLst/>
          </a:prstGeom>
          <a:solidFill>
            <a:srgbClr val="008000">
              <a:alpha val="70000"/>
            </a:srgbClr>
          </a:solidFill>
          <a:ln>
            <a:solidFill>
              <a:srgbClr val="008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6" name="TextBox 15"/>
          <p:cNvSpPr txBox="1"/>
          <p:nvPr/>
        </p:nvSpPr>
        <p:spPr>
          <a:xfrm>
            <a:off x="4633211" y="1065530"/>
            <a:ext cx="595035" cy="584776"/>
          </a:xfrm>
          <a:prstGeom prst="rect">
            <a:avLst/>
          </a:prstGeom>
          <a:noFill/>
        </p:spPr>
        <p:txBody>
          <a:bodyPr wrap="none" rtlCol="0">
            <a:spAutoFit/>
          </a:bodyPr>
          <a:lstStyle/>
          <a:p>
            <a:r>
              <a:rPr lang="en-US" sz="3200" dirty="0">
                <a:solidFill>
                  <a:srgbClr val="008000"/>
                </a:solidFill>
              </a:rPr>
              <a:t>…</a:t>
            </a:r>
          </a:p>
        </p:txBody>
      </p:sp>
      <p:grpSp>
        <p:nvGrpSpPr>
          <p:cNvPr id="22" name="Group 21"/>
          <p:cNvGrpSpPr/>
          <p:nvPr/>
        </p:nvGrpSpPr>
        <p:grpSpPr>
          <a:xfrm>
            <a:off x="111998" y="1037741"/>
            <a:ext cx="2273067" cy="844847"/>
            <a:chOff x="111998" y="1037741"/>
            <a:chExt cx="2273067" cy="844847"/>
          </a:xfrm>
        </p:grpSpPr>
        <p:sp>
          <p:nvSpPr>
            <p:cNvPr id="481" name="TextBox 480"/>
            <p:cNvSpPr txBox="1"/>
            <p:nvPr/>
          </p:nvSpPr>
          <p:spPr>
            <a:xfrm>
              <a:off x="111998" y="1037741"/>
              <a:ext cx="2273067" cy="844847"/>
            </a:xfrm>
            <a:prstGeom prst="rect">
              <a:avLst/>
            </a:prstGeom>
            <a:noFill/>
          </p:spPr>
          <p:txBody>
            <a:bodyPr wrap="square" rtlCol="0">
              <a:spAutoFit/>
            </a:bodyPr>
            <a:lstStyle/>
            <a:p>
              <a:pPr marL="233363" indent="-233363">
                <a:lnSpc>
                  <a:spcPct val="90000"/>
                </a:lnSpc>
              </a:pPr>
              <a:r>
                <a:rPr lang="en-US" b="1" i="1" dirty="0">
                  <a:solidFill>
                    <a:srgbClr val="000090"/>
                  </a:solidFill>
                </a:rPr>
                <a:t>4. </a:t>
              </a:r>
              <a:r>
                <a:rPr lang="en-US" i="1" dirty="0"/>
                <a:t>programmable control applications</a:t>
              </a:r>
            </a:p>
          </p:txBody>
        </p:sp>
        <p:cxnSp>
          <p:nvCxnSpPr>
            <p:cNvPr id="482" name="Straight Connector 481"/>
            <p:cNvCxnSpPr/>
            <p:nvPr/>
          </p:nvCxnSpPr>
          <p:spPr bwMode="auto">
            <a:xfrm flipV="1">
              <a:off x="1182107" y="1458376"/>
              <a:ext cx="652881" cy="11039"/>
            </a:xfrm>
            <a:prstGeom prst="lin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grpSp>
      <p:cxnSp>
        <p:nvCxnSpPr>
          <p:cNvPr id="483" name="Straight Connector 482"/>
          <p:cNvCxnSpPr/>
          <p:nvPr/>
        </p:nvCxnSpPr>
        <p:spPr bwMode="auto">
          <a:xfrm flipV="1">
            <a:off x="6625009" y="1469572"/>
            <a:ext cx="663883" cy="1006"/>
          </a:xfrm>
          <a:prstGeom prst="lin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sp>
        <p:nvSpPr>
          <p:cNvPr id="5" name="TextBox 4"/>
          <p:cNvSpPr txBox="1"/>
          <p:nvPr/>
        </p:nvSpPr>
        <p:spPr>
          <a:xfrm>
            <a:off x="2013724" y="1306405"/>
            <a:ext cx="733619" cy="307777"/>
          </a:xfrm>
          <a:prstGeom prst="rect">
            <a:avLst/>
          </a:prstGeom>
          <a:noFill/>
        </p:spPr>
        <p:txBody>
          <a:bodyPr wrap="none" rtlCol="0">
            <a:spAutoFit/>
          </a:bodyPr>
          <a:lstStyle/>
          <a:p>
            <a:r>
              <a:rPr lang="en-US" sz="1400" dirty="0"/>
              <a:t>routing</a:t>
            </a:r>
          </a:p>
        </p:txBody>
      </p:sp>
      <p:sp>
        <p:nvSpPr>
          <p:cNvPr id="466" name="TextBox 465"/>
          <p:cNvSpPr txBox="1"/>
          <p:nvPr/>
        </p:nvSpPr>
        <p:spPr>
          <a:xfrm>
            <a:off x="3041161" y="1268141"/>
            <a:ext cx="809667" cy="410882"/>
          </a:xfrm>
          <a:prstGeom prst="rect">
            <a:avLst/>
          </a:prstGeom>
          <a:noFill/>
        </p:spPr>
        <p:txBody>
          <a:bodyPr wrap="square" rtlCol="0">
            <a:spAutoFit/>
          </a:bodyPr>
          <a:lstStyle/>
          <a:p>
            <a:pPr>
              <a:lnSpc>
                <a:spcPct val="85000"/>
              </a:lnSpc>
            </a:pPr>
            <a:r>
              <a:rPr lang="en-US" sz="1200" dirty="0"/>
              <a:t>access control</a:t>
            </a:r>
          </a:p>
        </p:txBody>
      </p:sp>
      <p:sp>
        <p:nvSpPr>
          <p:cNvPr id="467" name="TextBox 466"/>
          <p:cNvSpPr txBox="1"/>
          <p:nvPr/>
        </p:nvSpPr>
        <p:spPr>
          <a:xfrm>
            <a:off x="5784611" y="1253711"/>
            <a:ext cx="809667" cy="410882"/>
          </a:xfrm>
          <a:prstGeom prst="rect">
            <a:avLst/>
          </a:prstGeom>
          <a:noFill/>
        </p:spPr>
        <p:txBody>
          <a:bodyPr wrap="square" rtlCol="0">
            <a:spAutoFit/>
          </a:bodyPr>
          <a:lstStyle/>
          <a:p>
            <a:pPr algn="ctr">
              <a:lnSpc>
                <a:spcPct val="85000"/>
              </a:lnSpc>
            </a:pPr>
            <a:r>
              <a:rPr lang="en-US" sz="1200" dirty="0"/>
              <a:t>load</a:t>
            </a:r>
          </a:p>
          <a:p>
            <a:pPr algn="ctr">
              <a:lnSpc>
                <a:spcPct val="85000"/>
              </a:lnSpc>
            </a:pPr>
            <a:r>
              <a:rPr lang="en-US" sz="1200" dirty="0"/>
              <a:t>balance</a:t>
            </a:r>
          </a:p>
        </p:txBody>
      </p:sp>
      <p:sp>
        <p:nvSpPr>
          <p:cNvPr id="475" name="Slide Number Placeholder 5"/>
          <p:cNvSpPr>
            <a:spLocks noGrp="1"/>
          </p:cNvSpPr>
          <p:nvPr>
            <p:ph type="sldNum" sz="quarter" idx="12"/>
          </p:nvPr>
        </p:nvSpPr>
        <p:spPr>
          <a:xfrm>
            <a:off x="8456154" y="6475895"/>
            <a:ext cx="687845" cy="382105"/>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200" dirty="0">
                <a:latin typeface="Tahoma" charset="0"/>
              </a:rPr>
              <a:t>5-</a:t>
            </a:r>
            <a:fld id="{8E8C6E93-DF5B-BC4B-80F9-500DED1EEDCC}" type="slidenum">
              <a:rPr lang="en-US" sz="1200">
                <a:latin typeface="Tahoma" charset="0"/>
              </a:rPr>
              <a:pPr/>
              <a:t>102</a:t>
            </a:fld>
            <a:endParaRPr lang="en-US" sz="1200" dirty="0">
              <a:latin typeface="Tahoma" charset="0"/>
            </a:endParaRPr>
          </a:p>
        </p:txBody>
      </p:sp>
      <p:sp>
        <p:nvSpPr>
          <p:cNvPr id="480" name="Footer Placeholder 2"/>
          <p:cNvSpPr>
            <a:spLocks noGrp="1"/>
          </p:cNvSpPr>
          <p:nvPr>
            <p:ph type="ftr" sz="quarter" idx="11"/>
          </p:nvPr>
        </p:nvSpPr>
        <p:spPr>
          <a:xfrm>
            <a:off x="6375496" y="6475081"/>
            <a:ext cx="2177473" cy="241541"/>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200" dirty="0">
                <a:solidFill>
                  <a:srgbClr val="000000"/>
                </a:solidFill>
                <a:latin typeface="Tahoma" charset="0"/>
                <a:cs typeface="Arial" charset="0"/>
              </a:rPr>
              <a:t>Network Layer: Control Plane</a:t>
            </a:r>
          </a:p>
        </p:txBody>
      </p:sp>
    </p:spTree>
    <p:extLst>
      <p:ext uri="{BB962C8B-B14F-4D97-AF65-F5344CB8AC3E}">
        <p14:creationId xmlns:p14="http://schemas.microsoft.com/office/powerpoint/2010/main" val="146418487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dissolv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72"/>
                                        </p:tgtEl>
                                        <p:attrNameLst>
                                          <p:attrName>style.visibility</p:attrName>
                                        </p:attrNameLst>
                                      </p:cBhvr>
                                      <p:to>
                                        <p:strVal val="visible"/>
                                      </p:to>
                                    </p:set>
                                    <p:animEffect transition="in" filter="dissolve">
                                      <p:cBhvr>
                                        <p:cTn id="12" dur="500"/>
                                        <p:tgtEl>
                                          <p:spTgt spid="472"/>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476"/>
                                        </p:tgtEl>
                                        <p:attrNameLst>
                                          <p:attrName>style.visibility</p:attrName>
                                        </p:attrNameLst>
                                      </p:cBhvr>
                                      <p:to>
                                        <p:strVal val="visible"/>
                                      </p:to>
                                    </p:set>
                                    <p:animEffect transition="in" filter="dissolve">
                                      <p:cBhvr>
                                        <p:cTn id="17" dur="500"/>
                                        <p:tgtEl>
                                          <p:spTgt spid="476"/>
                                        </p:tgtEl>
                                      </p:cBhvr>
                                    </p:animEffect>
                                  </p:childTnLst>
                                </p:cTn>
                              </p:par>
                              <p:par>
                                <p:cTn id="18" presetID="9" presetClass="entr" presetSubtype="0" fill="hold" nodeType="withEffect">
                                  <p:stCondLst>
                                    <p:cond delay="0"/>
                                  </p:stCondLst>
                                  <p:childTnLst>
                                    <p:set>
                                      <p:cBhvr>
                                        <p:cTn id="19" dur="1" fill="hold">
                                          <p:stCondLst>
                                            <p:cond delay="0"/>
                                          </p:stCondLst>
                                        </p:cTn>
                                        <p:tgtEl>
                                          <p:spTgt spid="477"/>
                                        </p:tgtEl>
                                        <p:attrNameLst>
                                          <p:attrName>style.visibility</p:attrName>
                                        </p:attrNameLst>
                                      </p:cBhvr>
                                      <p:to>
                                        <p:strVal val="visible"/>
                                      </p:to>
                                    </p:set>
                                    <p:animEffect transition="in" filter="dissolve">
                                      <p:cBhvr>
                                        <p:cTn id="20" dur="500"/>
                                        <p:tgtEl>
                                          <p:spTgt spid="477"/>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nodeType="clickEffect">
                                  <p:stCondLst>
                                    <p:cond delay="0"/>
                                  </p:stCondLst>
                                  <p:childTnLst>
                                    <p:set>
                                      <p:cBhvr>
                                        <p:cTn id="24" dur="1" fill="hold">
                                          <p:stCondLst>
                                            <p:cond delay="0"/>
                                          </p:stCondLst>
                                        </p:cTn>
                                        <p:tgtEl>
                                          <p:spTgt spid="22"/>
                                        </p:tgtEl>
                                        <p:attrNameLst>
                                          <p:attrName>style.visibility</p:attrName>
                                        </p:attrNameLst>
                                      </p:cBhvr>
                                      <p:to>
                                        <p:strVal val="visible"/>
                                      </p:to>
                                    </p:set>
                                    <p:animEffect transition="in" filter="dissolve">
                                      <p:cBhvr>
                                        <p:cTn id="25" dur="500"/>
                                        <p:tgtEl>
                                          <p:spTgt spid="22"/>
                                        </p:tgtEl>
                                      </p:cBhvr>
                                    </p:animEffect>
                                  </p:childTnLst>
                                </p:cTn>
                              </p:par>
                              <p:par>
                                <p:cTn id="26" presetID="9" presetClass="entr" presetSubtype="0" fill="hold" nodeType="withEffect">
                                  <p:stCondLst>
                                    <p:cond delay="0"/>
                                  </p:stCondLst>
                                  <p:childTnLst>
                                    <p:set>
                                      <p:cBhvr>
                                        <p:cTn id="27" dur="1" fill="hold">
                                          <p:stCondLst>
                                            <p:cond delay="0"/>
                                          </p:stCondLst>
                                        </p:cTn>
                                        <p:tgtEl>
                                          <p:spTgt spid="483"/>
                                        </p:tgtEl>
                                        <p:attrNameLst>
                                          <p:attrName>style.visibility</p:attrName>
                                        </p:attrNameLst>
                                      </p:cBhvr>
                                      <p:to>
                                        <p:strVal val="visible"/>
                                      </p:to>
                                    </p:set>
                                    <p:animEffect transition="in" filter="dissolve">
                                      <p:cBhvr>
                                        <p:cTn id="28" dur="500"/>
                                        <p:tgtEl>
                                          <p:spTgt spid="48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6" grpId="0"/>
    </p:bld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169" name="Text Box 167"/>
          <p:cNvSpPr txBox="1">
            <a:spLocks noChangeArrowheads="1"/>
          </p:cNvSpPr>
          <p:nvPr/>
        </p:nvSpPr>
        <p:spPr bwMode="auto">
          <a:xfrm>
            <a:off x="542925" y="236538"/>
            <a:ext cx="7162613" cy="6463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3600" dirty="0">
                <a:solidFill>
                  <a:srgbClr val="000099"/>
                </a:solidFill>
                <a:latin typeface="Gill Sans MT" charset="0"/>
              </a:rPr>
              <a:t>SDN perspective: data plane switches</a:t>
            </a:r>
          </a:p>
        </p:txBody>
      </p:sp>
      <p:pic>
        <p:nvPicPr>
          <p:cNvPr id="48170" name="Picture 5"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81025" y="776287"/>
            <a:ext cx="7078870" cy="21134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7" name="Content Placeholder 6"/>
          <p:cNvSpPr>
            <a:spLocks noGrp="1"/>
          </p:cNvSpPr>
          <p:nvPr>
            <p:ph idx="1"/>
          </p:nvPr>
        </p:nvSpPr>
        <p:spPr>
          <a:xfrm>
            <a:off x="294684" y="1256540"/>
            <a:ext cx="4571424" cy="5010892"/>
          </a:xfrm>
        </p:spPr>
        <p:txBody>
          <a:bodyPr/>
          <a:lstStyle/>
          <a:p>
            <a:pPr marL="0" indent="0">
              <a:buNone/>
            </a:pPr>
            <a:r>
              <a:rPr lang="en-US" i="1" dirty="0">
                <a:solidFill>
                  <a:srgbClr val="CC0000"/>
                </a:solidFill>
              </a:rPr>
              <a:t>Data plane switches</a:t>
            </a:r>
          </a:p>
          <a:p>
            <a:r>
              <a:rPr lang="en-US" sz="2400" dirty="0"/>
              <a:t>fast, simple, commodity switches implementing generalized data-plane forwarding (Section 4.4) in hardware</a:t>
            </a:r>
          </a:p>
          <a:p>
            <a:r>
              <a:rPr lang="en-US" sz="2400" dirty="0"/>
              <a:t>switch flow table computed, installed by controller</a:t>
            </a:r>
          </a:p>
          <a:p>
            <a:r>
              <a:rPr lang="en-US" sz="2400" dirty="0"/>
              <a:t>API for table-based switch control (e.g., OpenFlow)</a:t>
            </a:r>
          </a:p>
          <a:p>
            <a:pPr lvl="1"/>
            <a:r>
              <a:rPr lang="en-US" sz="2000" dirty="0"/>
              <a:t>defines what is controllable and what is not</a:t>
            </a:r>
          </a:p>
          <a:p>
            <a:r>
              <a:rPr lang="en-US" sz="2400" dirty="0"/>
              <a:t>protocol for communicating with controller (e.g., OpenFlow)</a:t>
            </a:r>
          </a:p>
          <a:p>
            <a:endParaRPr lang="en-US" dirty="0"/>
          </a:p>
        </p:txBody>
      </p:sp>
      <p:grpSp>
        <p:nvGrpSpPr>
          <p:cNvPr id="1053" name="Group 1052"/>
          <p:cNvGrpSpPr/>
          <p:nvPr/>
        </p:nvGrpSpPr>
        <p:grpSpPr>
          <a:xfrm>
            <a:off x="4990227" y="1414364"/>
            <a:ext cx="3846765" cy="5169840"/>
            <a:chOff x="4990227" y="910464"/>
            <a:chExt cx="3846765" cy="5169840"/>
          </a:xfrm>
        </p:grpSpPr>
        <p:sp>
          <p:nvSpPr>
            <p:cNvPr id="1054" name="TextBox 399"/>
            <p:cNvSpPr txBox="1">
              <a:spLocks noChangeArrowheads="1"/>
            </p:cNvSpPr>
            <p:nvPr/>
          </p:nvSpPr>
          <p:spPr bwMode="auto">
            <a:xfrm>
              <a:off x="8518490" y="4936685"/>
              <a:ext cx="286930" cy="47148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lnSpc>
                  <a:spcPts val="1463"/>
                </a:lnSpc>
              </a:pPr>
              <a:r>
                <a:rPr lang="en-US" sz="1400" dirty="0"/>
                <a:t>data</a:t>
              </a:r>
            </a:p>
            <a:p>
              <a:pPr algn="ctr">
                <a:lnSpc>
                  <a:spcPts val="1463"/>
                </a:lnSpc>
              </a:pPr>
              <a:r>
                <a:rPr lang="en-US" sz="1400" dirty="0"/>
                <a:t>plane</a:t>
              </a:r>
            </a:p>
          </p:txBody>
        </p:sp>
        <p:sp>
          <p:nvSpPr>
            <p:cNvPr id="1055" name="TextBox 400"/>
            <p:cNvSpPr txBox="1">
              <a:spLocks noChangeArrowheads="1"/>
            </p:cNvSpPr>
            <p:nvPr/>
          </p:nvSpPr>
          <p:spPr bwMode="auto">
            <a:xfrm>
              <a:off x="8494972" y="2474327"/>
              <a:ext cx="342020" cy="47148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lnSpc>
                  <a:spcPts val="1463"/>
                </a:lnSpc>
              </a:pPr>
              <a:r>
                <a:rPr lang="en-US" sz="1400" dirty="0"/>
                <a:t>control</a:t>
              </a:r>
            </a:p>
            <a:p>
              <a:pPr algn="ctr">
                <a:lnSpc>
                  <a:spcPts val="1463"/>
                </a:lnSpc>
              </a:pPr>
              <a:r>
                <a:rPr lang="en-US" sz="1400" dirty="0"/>
                <a:t>plane</a:t>
              </a:r>
            </a:p>
          </p:txBody>
        </p:sp>
        <p:cxnSp>
          <p:nvCxnSpPr>
            <p:cNvPr id="1056" name="Straight Connector 1055"/>
            <p:cNvCxnSpPr/>
            <p:nvPr/>
          </p:nvCxnSpPr>
          <p:spPr bwMode="auto">
            <a:xfrm flipV="1">
              <a:off x="5272718" y="4529666"/>
              <a:ext cx="2791783" cy="14329"/>
            </a:xfrm>
            <a:prstGeom prst="line">
              <a:avLst/>
            </a:prstGeom>
            <a:ln w="25400">
              <a:solidFill>
                <a:schemeClr val="tx1"/>
              </a:solidFill>
              <a:prstDash val="dash"/>
            </a:ln>
            <a:effectLst/>
          </p:spPr>
          <p:style>
            <a:lnRef idx="2">
              <a:schemeClr val="accent1"/>
            </a:lnRef>
            <a:fillRef idx="0">
              <a:schemeClr val="accent1"/>
            </a:fillRef>
            <a:effectRef idx="1">
              <a:schemeClr val="accent1"/>
            </a:effectRef>
            <a:fontRef idx="minor">
              <a:schemeClr val="tx1"/>
            </a:fontRef>
          </p:style>
        </p:cxnSp>
        <p:cxnSp>
          <p:nvCxnSpPr>
            <p:cNvPr id="1057" name="Straight Connector 1056"/>
            <p:cNvCxnSpPr/>
            <p:nvPr/>
          </p:nvCxnSpPr>
          <p:spPr bwMode="auto">
            <a:xfrm flipV="1">
              <a:off x="5192283" y="2709335"/>
              <a:ext cx="3041550" cy="18563"/>
            </a:xfrm>
            <a:prstGeom prst="line">
              <a:avLst/>
            </a:prstGeom>
            <a:ln w="25400">
              <a:solidFill>
                <a:schemeClr val="tx1"/>
              </a:solidFill>
              <a:prstDash val="dash"/>
            </a:ln>
            <a:effectLst/>
          </p:spPr>
          <p:style>
            <a:lnRef idx="2">
              <a:schemeClr val="accent1"/>
            </a:lnRef>
            <a:fillRef idx="0">
              <a:schemeClr val="accent1"/>
            </a:fillRef>
            <a:effectRef idx="1">
              <a:schemeClr val="accent1"/>
            </a:effectRef>
            <a:fontRef idx="minor">
              <a:schemeClr val="tx1"/>
            </a:fontRef>
          </p:style>
        </p:cxnSp>
        <p:grpSp>
          <p:nvGrpSpPr>
            <p:cNvPr id="1058" name="Group 1057"/>
            <p:cNvGrpSpPr/>
            <p:nvPr/>
          </p:nvGrpSpPr>
          <p:grpSpPr>
            <a:xfrm>
              <a:off x="5164667" y="4826000"/>
              <a:ext cx="2979208" cy="973667"/>
              <a:chOff x="2592388" y="5601756"/>
              <a:chExt cx="4027487" cy="939800"/>
            </a:xfrm>
          </p:grpSpPr>
          <p:sp>
            <p:nvSpPr>
              <p:cNvPr id="1114" name="Freeform 2"/>
              <p:cNvSpPr>
                <a:spLocks/>
              </p:cNvSpPr>
              <p:nvPr/>
            </p:nvSpPr>
            <p:spPr bwMode="auto">
              <a:xfrm>
                <a:off x="2592388" y="5601756"/>
                <a:ext cx="4027487" cy="939800"/>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0001" h="10125">
                    <a:moveTo>
                      <a:pt x="4" y="4039"/>
                    </a:moveTo>
                    <a:cubicBezTo>
                      <a:pt x="-29" y="2271"/>
                      <a:pt x="194" y="2100"/>
                      <a:pt x="715" y="1595"/>
                    </a:cubicBezTo>
                    <a:cubicBezTo>
                      <a:pt x="1236" y="1089"/>
                      <a:pt x="2417" y="1272"/>
                      <a:pt x="3130" y="1006"/>
                    </a:cubicBezTo>
                    <a:cubicBezTo>
                      <a:pt x="3843" y="740"/>
                      <a:pt x="4397" y="0"/>
                      <a:pt x="4995" y="0"/>
                    </a:cubicBezTo>
                    <a:cubicBezTo>
                      <a:pt x="5593" y="1"/>
                      <a:pt x="6206" y="926"/>
                      <a:pt x="6720" y="1009"/>
                    </a:cubicBezTo>
                    <a:cubicBezTo>
                      <a:pt x="7234" y="1092"/>
                      <a:pt x="7536" y="241"/>
                      <a:pt x="8082" y="497"/>
                    </a:cubicBezTo>
                    <a:cubicBezTo>
                      <a:pt x="8628" y="756"/>
                      <a:pt x="9854" y="442"/>
                      <a:pt x="9989" y="2989"/>
                    </a:cubicBezTo>
                    <a:cubicBezTo>
                      <a:pt x="10124" y="5536"/>
                      <a:pt x="9098" y="5742"/>
                      <a:pt x="8599" y="6797"/>
                    </a:cubicBezTo>
                    <a:cubicBezTo>
                      <a:pt x="8100" y="7852"/>
                      <a:pt x="7544" y="8981"/>
                      <a:pt x="6995" y="9322"/>
                    </a:cubicBezTo>
                    <a:cubicBezTo>
                      <a:pt x="6446" y="9663"/>
                      <a:pt x="5793" y="8957"/>
                      <a:pt x="5307" y="8843"/>
                    </a:cubicBezTo>
                    <a:cubicBezTo>
                      <a:pt x="4819" y="8726"/>
                      <a:pt x="4628" y="10048"/>
                      <a:pt x="4371" y="9912"/>
                    </a:cubicBezTo>
                    <a:cubicBezTo>
                      <a:pt x="4114" y="9775"/>
                      <a:pt x="3505" y="10355"/>
                      <a:pt x="3140" y="10019"/>
                    </a:cubicBezTo>
                    <a:cubicBezTo>
                      <a:pt x="2774" y="9683"/>
                      <a:pt x="2820" y="8138"/>
                      <a:pt x="2179" y="7895"/>
                    </a:cubicBezTo>
                    <a:cubicBezTo>
                      <a:pt x="1586" y="6800"/>
                      <a:pt x="1549" y="8137"/>
                      <a:pt x="1187" y="7495"/>
                    </a:cubicBezTo>
                    <a:cubicBezTo>
                      <a:pt x="825" y="6852"/>
                      <a:pt x="-7" y="6157"/>
                      <a:pt x="4" y="4039"/>
                    </a:cubicBezTo>
                    <a:close/>
                  </a:path>
                </a:pathLst>
              </a:custGeom>
              <a:solidFill>
                <a:srgbClr val="66CCFF"/>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cxnSp>
            <p:nvCxnSpPr>
              <p:cNvPr id="1115" name="Straight Connector 1114"/>
              <p:cNvCxnSpPr/>
              <p:nvPr/>
            </p:nvCxnSpPr>
            <p:spPr>
              <a:xfrm flipV="1">
                <a:off x="3262941" y="5752569"/>
                <a:ext cx="1316038" cy="13176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16" name="Straight Connector 1115"/>
              <p:cNvCxnSpPr/>
              <p:nvPr/>
            </p:nvCxnSpPr>
            <p:spPr>
              <a:xfrm>
                <a:off x="3151816" y="5939894"/>
                <a:ext cx="2259013" cy="29845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17" name="Straight Connector 1116"/>
              <p:cNvCxnSpPr/>
              <p:nvPr/>
            </p:nvCxnSpPr>
            <p:spPr>
              <a:xfrm>
                <a:off x="3164516" y="6044669"/>
                <a:ext cx="714375" cy="27622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18" name="Straight Connector 1117"/>
              <p:cNvCxnSpPr/>
              <p:nvPr/>
            </p:nvCxnSpPr>
            <p:spPr>
              <a:xfrm flipV="1">
                <a:off x="4182104" y="6238344"/>
                <a:ext cx="1247775" cy="8255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19" name="Straight Connector 1118"/>
              <p:cNvCxnSpPr/>
              <p:nvPr/>
            </p:nvCxnSpPr>
            <p:spPr>
              <a:xfrm>
                <a:off x="4842504" y="5785906"/>
                <a:ext cx="1057275" cy="12382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20" name="Straight Connector 1119"/>
              <p:cNvCxnSpPr/>
              <p:nvPr/>
            </p:nvCxnSpPr>
            <p:spPr>
              <a:xfrm flipV="1">
                <a:off x="4126541" y="5939894"/>
                <a:ext cx="1790700" cy="29845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21" name="Straight Connector 1120"/>
              <p:cNvCxnSpPr/>
              <p:nvPr/>
            </p:nvCxnSpPr>
            <p:spPr>
              <a:xfrm flipV="1">
                <a:off x="5453691" y="5968469"/>
                <a:ext cx="588963" cy="26987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22" name="Straight Connector 1121"/>
              <p:cNvCxnSpPr/>
              <p:nvPr/>
            </p:nvCxnSpPr>
            <p:spPr>
              <a:xfrm>
                <a:off x="4596441" y="5752569"/>
                <a:ext cx="814388" cy="40163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1123" name="Group 347"/>
              <p:cNvGrpSpPr>
                <a:grpSpLocks/>
              </p:cNvGrpSpPr>
              <p:nvPr/>
            </p:nvGrpSpPr>
            <p:grpSpPr bwMode="auto">
              <a:xfrm>
                <a:off x="5856401" y="5796097"/>
                <a:ext cx="588970" cy="242608"/>
                <a:chOff x="1871277" y="1576300"/>
                <a:chExt cx="1128371" cy="437861"/>
              </a:xfrm>
            </p:grpSpPr>
            <p:sp>
              <p:nvSpPr>
                <p:cNvPr id="1164" name="Oval 1163"/>
                <p:cNvSpPr/>
                <p:nvPr/>
              </p:nvSpPr>
              <p:spPr bwMode="auto">
                <a:xfrm flipV="1">
                  <a:off x="1874446" y="1694641"/>
                  <a:ext cx="1125202"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165" name="Rectangle 1164"/>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166" name="Oval 1165"/>
                <p:cNvSpPr/>
                <p:nvPr/>
              </p:nvSpPr>
              <p:spPr bwMode="auto">
                <a:xfrm flipV="1">
                  <a:off x="1871277" y="1576300"/>
                  <a:ext cx="1125200"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167" name="Freeform 1166"/>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168" name="Freeform 1167"/>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169" name="Freeform 1168"/>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170" name="Freeform 1169"/>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171" name="Straight Connector 1170"/>
                <p:cNvCxnSpPr>
                  <a:endCxn id="1166" idx="2"/>
                </p:cNvCxnSpPr>
                <p:nvPr/>
              </p:nvCxnSpPr>
              <p:spPr bwMode="auto">
                <a:xfrm flipH="1" flipV="1">
                  <a:off x="1871277" y="1737243"/>
                  <a:ext cx="3169"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172" name="Straight Connector 1171"/>
                <p:cNvCxnSpPr/>
                <p:nvPr/>
              </p:nvCxnSpPr>
              <p:spPr bwMode="auto">
                <a:xfrm flipH="1" flipV="1">
                  <a:off x="2996477" y="1734877"/>
                  <a:ext cx="3171"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124" name="Group 347"/>
              <p:cNvGrpSpPr>
                <a:grpSpLocks/>
              </p:cNvGrpSpPr>
              <p:nvPr/>
            </p:nvGrpSpPr>
            <p:grpSpPr bwMode="auto">
              <a:xfrm>
                <a:off x="4375328" y="5654000"/>
                <a:ext cx="588970" cy="242608"/>
                <a:chOff x="1871277" y="1576300"/>
                <a:chExt cx="1128371" cy="437861"/>
              </a:xfrm>
            </p:grpSpPr>
            <p:sp>
              <p:nvSpPr>
                <p:cNvPr id="1155" name="Oval 1154"/>
                <p:cNvSpPr/>
                <p:nvPr/>
              </p:nvSpPr>
              <p:spPr bwMode="auto">
                <a:xfrm flipV="1">
                  <a:off x="1874446" y="1694641"/>
                  <a:ext cx="1125202"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156" name="Rectangle 1155"/>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157" name="Oval 1156"/>
                <p:cNvSpPr/>
                <p:nvPr/>
              </p:nvSpPr>
              <p:spPr bwMode="auto">
                <a:xfrm flipV="1">
                  <a:off x="1871277" y="1576300"/>
                  <a:ext cx="1125200"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158" name="Freeform 1157"/>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159" name="Freeform 1158"/>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160" name="Freeform 1159"/>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161" name="Freeform 1160"/>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162" name="Straight Connector 1161"/>
                <p:cNvCxnSpPr>
                  <a:endCxn id="1157" idx="2"/>
                </p:cNvCxnSpPr>
                <p:nvPr/>
              </p:nvCxnSpPr>
              <p:spPr bwMode="auto">
                <a:xfrm flipH="1" flipV="1">
                  <a:off x="1871277" y="1737243"/>
                  <a:ext cx="3169"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163" name="Straight Connector 1162"/>
                <p:cNvCxnSpPr/>
                <p:nvPr/>
              </p:nvCxnSpPr>
              <p:spPr bwMode="auto">
                <a:xfrm flipH="1" flipV="1">
                  <a:off x="2996477" y="1734877"/>
                  <a:ext cx="3171"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125" name="Group 347"/>
              <p:cNvGrpSpPr>
                <a:grpSpLocks/>
              </p:cNvGrpSpPr>
              <p:nvPr/>
            </p:nvGrpSpPr>
            <p:grpSpPr bwMode="auto">
              <a:xfrm>
                <a:off x="2848241" y="5847813"/>
                <a:ext cx="588970" cy="242608"/>
                <a:chOff x="1871277" y="1576300"/>
                <a:chExt cx="1128371" cy="437861"/>
              </a:xfrm>
            </p:grpSpPr>
            <p:sp>
              <p:nvSpPr>
                <p:cNvPr id="1146" name="Oval 1145"/>
                <p:cNvSpPr/>
                <p:nvPr/>
              </p:nvSpPr>
              <p:spPr bwMode="auto">
                <a:xfrm flipV="1">
                  <a:off x="1874446" y="1694641"/>
                  <a:ext cx="1125202"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147" name="Rectangle 1146"/>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148" name="Oval 1147"/>
                <p:cNvSpPr/>
                <p:nvPr/>
              </p:nvSpPr>
              <p:spPr bwMode="auto">
                <a:xfrm flipV="1">
                  <a:off x="1871277" y="1576300"/>
                  <a:ext cx="1125200"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149" name="Freeform 1148"/>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150" name="Freeform 1149"/>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151" name="Freeform 1150"/>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152" name="Freeform 1151"/>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153" name="Straight Connector 1152"/>
                <p:cNvCxnSpPr>
                  <a:endCxn id="1148" idx="2"/>
                </p:cNvCxnSpPr>
                <p:nvPr/>
              </p:nvCxnSpPr>
              <p:spPr bwMode="auto">
                <a:xfrm flipH="1" flipV="1">
                  <a:off x="1871277" y="1737243"/>
                  <a:ext cx="3169"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154" name="Straight Connector 1153"/>
                <p:cNvCxnSpPr/>
                <p:nvPr/>
              </p:nvCxnSpPr>
              <p:spPr bwMode="auto">
                <a:xfrm flipH="1" flipV="1">
                  <a:off x="2996477" y="1734877"/>
                  <a:ext cx="3171"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126" name="Group 347"/>
              <p:cNvGrpSpPr>
                <a:grpSpLocks/>
              </p:cNvGrpSpPr>
              <p:nvPr/>
            </p:nvGrpSpPr>
            <p:grpSpPr bwMode="auto">
              <a:xfrm>
                <a:off x="5166757" y="6114152"/>
                <a:ext cx="588970" cy="242608"/>
                <a:chOff x="1871277" y="1576300"/>
                <a:chExt cx="1128371" cy="437861"/>
              </a:xfrm>
            </p:grpSpPr>
            <p:sp>
              <p:nvSpPr>
                <p:cNvPr id="1137" name="Oval 1136"/>
                <p:cNvSpPr/>
                <p:nvPr/>
              </p:nvSpPr>
              <p:spPr bwMode="auto">
                <a:xfrm flipV="1">
                  <a:off x="1874446" y="1694641"/>
                  <a:ext cx="1125202"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138" name="Rectangle 1137"/>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139" name="Oval 1138"/>
                <p:cNvSpPr/>
                <p:nvPr/>
              </p:nvSpPr>
              <p:spPr bwMode="auto">
                <a:xfrm flipV="1">
                  <a:off x="1871277" y="1576300"/>
                  <a:ext cx="1125200"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140" name="Freeform 1139"/>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141" name="Freeform 1140"/>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142" name="Freeform 1141"/>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143" name="Freeform 1142"/>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144" name="Straight Connector 1143"/>
                <p:cNvCxnSpPr>
                  <a:endCxn id="1139" idx="2"/>
                </p:cNvCxnSpPr>
                <p:nvPr/>
              </p:nvCxnSpPr>
              <p:spPr bwMode="auto">
                <a:xfrm flipH="1" flipV="1">
                  <a:off x="1871277" y="1737243"/>
                  <a:ext cx="3169"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145" name="Straight Connector 1144"/>
                <p:cNvCxnSpPr/>
                <p:nvPr/>
              </p:nvCxnSpPr>
              <p:spPr bwMode="auto">
                <a:xfrm flipH="1" flipV="1">
                  <a:off x="2996477" y="1734877"/>
                  <a:ext cx="3171"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127" name="Group 347"/>
              <p:cNvGrpSpPr>
                <a:grpSpLocks/>
              </p:cNvGrpSpPr>
              <p:nvPr/>
            </p:nvGrpSpPr>
            <p:grpSpPr bwMode="auto">
              <a:xfrm>
                <a:off x="3704088" y="6206732"/>
                <a:ext cx="588970" cy="242608"/>
                <a:chOff x="1871277" y="1576300"/>
                <a:chExt cx="1128371" cy="437861"/>
              </a:xfrm>
            </p:grpSpPr>
            <p:sp>
              <p:nvSpPr>
                <p:cNvPr id="1128" name="Oval 1127"/>
                <p:cNvSpPr/>
                <p:nvPr/>
              </p:nvSpPr>
              <p:spPr bwMode="auto">
                <a:xfrm flipV="1">
                  <a:off x="1874446" y="1694641"/>
                  <a:ext cx="1125202"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129" name="Rectangle 1128"/>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130" name="Oval 1129"/>
                <p:cNvSpPr/>
                <p:nvPr/>
              </p:nvSpPr>
              <p:spPr bwMode="auto">
                <a:xfrm flipV="1">
                  <a:off x="1871277" y="1576300"/>
                  <a:ext cx="1125200"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131" name="Freeform 1130"/>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132" name="Freeform 1131"/>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133" name="Freeform 1132"/>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134" name="Freeform 1133"/>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135" name="Straight Connector 1134"/>
                <p:cNvCxnSpPr>
                  <a:endCxn id="1130" idx="2"/>
                </p:cNvCxnSpPr>
                <p:nvPr/>
              </p:nvCxnSpPr>
              <p:spPr bwMode="auto">
                <a:xfrm flipH="1" flipV="1">
                  <a:off x="1871277" y="1737243"/>
                  <a:ext cx="3169"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136" name="Straight Connector 1135"/>
                <p:cNvCxnSpPr/>
                <p:nvPr/>
              </p:nvCxnSpPr>
              <p:spPr bwMode="auto">
                <a:xfrm flipH="1" flipV="1">
                  <a:off x="2996477" y="1734877"/>
                  <a:ext cx="3171"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grpSp>
          <p:nvGrpSpPr>
            <p:cNvPr id="1059" name="Group 1058"/>
            <p:cNvGrpSpPr/>
            <p:nvPr/>
          </p:nvGrpSpPr>
          <p:grpSpPr>
            <a:xfrm>
              <a:off x="4990227" y="3046752"/>
              <a:ext cx="3116606" cy="1053561"/>
              <a:chOff x="4990227" y="2877416"/>
              <a:chExt cx="3116606" cy="1053561"/>
            </a:xfrm>
          </p:grpSpPr>
          <p:sp>
            <p:nvSpPr>
              <p:cNvPr id="1078" name="Rectangle 1077"/>
              <p:cNvSpPr/>
              <p:nvPr/>
            </p:nvSpPr>
            <p:spPr bwMode="auto">
              <a:xfrm>
                <a:off x="5418665" y="2913389"/>
                <a:ext cx="2688168" cy="1017588"/>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sp>
            <p:nvSpPr>
              <p:cNvPr id="1079" name="Freeform 1078"/>
              <p:cNvSpPr/>
              <p:nvPr/>
            </p:nvSpPr>
            <p:spPr bwMode="auto">
              <a:xfrm>
                <a:off x="5218221" y="2877416"/>
                <a:ext cx="213773" cy="1028160"/>
              </a:xfrm>
              <a:custGeom>
                <a:avLst/>
                <a:gdLst>
                  <a:gd name="connsiteX0" fmla="*/ 0 w 312616"/>
                  <a:gd name="connsiteY0" fmla="*/ 644770 h 1367693"/>
                  <a:gd name="connsiteX1" fmla="*/ 312616 w 312616"/>
                  <a:gd name="connsiteY1" fmla="*/ 0 h 1367693"/>
                  <a:gd name="connsiteX2" fmla="*/ 312616 w 312616"/>
                  <a:gd name="connsiteY2" fmla="*/ 1016000 h 1367693"/>
                  <a:gd name="connsiteX3" fmla="*/ 117231 w 312616"/>
                  <a:gd name="connsiteY3" fmla="*/ 1367693 h 1367693"/>
                  <a:gd name="connsiteX4" fmla="*/ 0 w 312616"/>
                  <a:gd name="connsiteY4" fmla="*/ 644770 h 1367693"/>
                  <a:gd name="connsiteX0" fmla="*/ 0 w 199855"/>
                  <a:gd name="connsiteY0" fmla="*/ 733787 h 1367693"/>
                  <a:gd name="connsiteX1" fmla="*/ 199855 w 199855"/>
                  <a:gd name="connsiteY1" fmla="*/ 0 h 1367693"/>
                  <a:gd name="connsiteX2" fmla="*/ 199855 w 199855"/>
                  <a:gd name="connsiteY2" fmla="*/ 1016000 h 1367693"/>
                  <a:gd name="connsiteX3" fmla="*/ 4470 w 199855"/>
                  <a:gd name="connsiteY3" fmla="*/ 1367693 h 1367693"/>
                  <a:gd name="connsiteX4" fmla="*/ 0 w 199855"/>
                  <a:gd name="connsiteY4" fmla="*/ 733787 h 1367693"/>
                  <a:gd name="connsiteX0" fmla="*/ 25203 w 225058"/>
                  <a:gd name="connsiteY0" fmla="*/ 733787 h 1361758"/>
                  <a:gd name="connsiteX1" fmla="*/ 225058 w 225058"/>
                  <a:gd name="connsiteY1" fmla="*/ 0 h 1361758"/>
                  <a:gd name="connsiteX2" fmla="*/ 225058 w 225058"/>
                  <a:gd name="connsiteY2" fmla="*/ 1016000 h 1361758"/>
                  <a:gd name="connsiteX3" fmla="*/ 0 w 225058"/>
                  <a:gd name="connsiteY3" fmla="*/ 1361758 h 1361758"/>
                  <a:gd name="connsiteX4" fmla="*/ 25203 w 225058"/>
                  <a:gd name="connsiteY4" fmla="*/ 733787 h 1361758"/>
                  <a:gd name="connsiteX0" fmla="*/ 25203 w 230992"/>
                  <a:gd name="connsiteY0" fmla="*/ 787197 h 1415168"/>
                  <a:gd name="connsiteX1" fmla="*/ 230992 w 230992"/>
                  <a:gd name="connsiteY1" fmla="*/ 0 h 1415168"/>
                  <a:gd name="connsiteX2" fmla="*/ 225058 w 230992"/>
                  <a:gd name="connsiteY2" fmla="*/ 1069410 h 1415168"/>
                  <a:gd name="connsiteX3" fmla="*/ 0 w 230992"/>
                  <a:gd name="connsiteY3" fmla="*/ 1415168 h 1415168"/>
                  <a:gd name="connsiteX4" fmla="*/ 25203 w 230992"/>
                  <a:gd name="connsiteY4" fmla="*/ 787197 h 1415168"/>
                  <a:gd name="connsiteX0" fmla="*/ 0 w 205789"/>
                  <a:gd name="connsiteY0" fmla="*/ 787197 h 1427037"/>
                  <a:gd name="connsiteX1" fmla="*/ 205789 w 205789"/>
                  <a:gd name="connsiteY1" fmla="*/ 0 h 1427037"/>
                  <a:gd name="connsiteX2" fmla="*/ 199855 w 205789"/>
                  <a:gd name="connsiteY2" fmla="*/ 1069410 h 1427037"/>
                  <a:gd name="connsiteX3" fmla="*/ 4471 w 205789"/>
                  <a:gd name="connsiteY3" fmla="*/ 1427037 h 1427037"/>
                  <a:gd name="connsiteX4" fmla="*/ 0 w 205789"/>
                  <a:gd name="connsiteY4" fmla="*/ 787197 h 1427037"/>
                  <a:gd name="connsiteX0" fmla="*/ 0 w 199855"/>
                  <a:gd name="connsiteY0" fmla="*/ 745656 h 1385496"/>
                  <a:gd name="connsiteX1" fmla="*/ 193920 w 199855"/>
                  <a:gd name="connsiteY1" fmla="*/ 0 h 1385496"/>
                  <a:gd name="connsiteX2" fmla="*/ 199855 w 199855"/>
                  <a:gd name="connsiteY2" fmla="*/ 1027869 h 1385496"/>
                  <a:gd name="connsiteX3" fmla="*/ 4471 w 199855"/>
                  <a:gd name="connsiteY3" fmla="*/ 1385496 h 1385496"/>
                  <a:gd name="connsiteX4" fmla="*/ 0 w 199855"/>
                  <a:gd name="connsiteY4" fmla="*/ 745656 h 1385496"/>
                  <a:gd name="connsiteX0" fmla="*/ 20385 w 220240"/>
                  <a:gd name="connsiteY0" fmla="*/ 745656 h 1058154"/>
                  <a:gd name="connsiteX1" fmla="*/ 214305 w 220240"/>
                  <a:gd name="connsiteY1" fmla="*/ 0 h 1058154"/>
                  <a:gd name="connsiteX2" fmla="*/ 220240 w 220240"/>
                  <a:gd name="connsiteY2" fmla="*/ 1027869 h 1058154"/>
                  <a:gd name="connsiteX3" fmla="*/ 68 w 220240"/>
                  <a:gd name="connsiteY3" fmla="*/ 986902 h 1058154"/>
                  <a:gd name="connsiteX4" fmla="*/ 20385 w 220240"/>
                  <a:gd name="connsiteY4" fmla="*/ 745656 h 1058154"/>
                  <a:gd name="connsiteX0" fmla="*/ 20385 w 220240"/>
                  <a:gd name="connsiteY0" fmla="*/ 745656 h 1068836"/>
                  <a:gd name="connsiteX1" fmla="*/ 214305 w 220240"/>
                  <a:gd name="connsiteY1" fmla="*/ 0 h 1068836"/>
                  <a:gd name="connsiteX2" fmla="*/ 220240 w 220240"/>
                  <a:gd name="connsiteY2" fmla="*/ 1027869 h 1068836"/>
                  <a:gd name="connsiteX3" fmla="*/ 68 w 220240"/>
                  <a:gd name="connsiteY3" fmla="*/ 986902 h 1068836"/>
                  <a:gd name="connsiteX4" fmla="*/ 20385 w 220240"/>
                  <a:gd name="connsiteY4" fmla="*/ 745656 h 1068836"/>
                  <a:gd name="connsiteX0" fmla="*/ 15446 w 215301"/>
                  <a:gd name="connsiteY0" fmla="*/ 745656 h 1057581"/>
                  <a:gd name="connsiteX1" fmla="*/ 209366 w 215301"/>
                  <a:gd name="connsiteY1" fmla="*/ 0 h 1057581"/>
                  <a:gd name="connsiteX2" fmla="*/ 215301 w 215301"/>
                  <a:gd name="connsiteY2" fmla="*/ 1027869 h 1057581"/>
                  <a:gd name="connsiteX3" fmla="*/ 87 w 215301"/>
                  <a:gd name="connsiteY3" fmla="*/ 888484 h 1057581"/>
                  <a:gd name="connsiteX4" fmla="*/ 15446 w 215301"/>
                  <a:gd name="connsiteY4" fmla="*/ 745656 h 1057581"/>
                  <a:gd name="connsiteX0" fmla="*/ 15446 w 215301"/>
                  <a:gd name="connsiteY0" fmla="*/ 745656 h 1063397"/>
                  <a:gd name="connsiteX1" fmla="*/ 209366 w 215301"/>
                  <a:gd name="connsiteY1" fmla="*/ 0 h 1063397"/>
                  <a:gd name="connsiteX2" fmla="*/ 215301 w 215301"/>
                  <a:gd name="connsiteY2" fmla="*/ 1027869 h 1063397"/>
                  <a:gd name="connsiteX3" fmla="*/ 87 w 215301"/>
                  <a:gd name="connsiteY3" fmla="*/ 888484 h 1063397"/>
                  <a:gd name="connsiteX4" fmla="*/ 15446 w 215301"/>
                  <a:gd name="connsiteY4" fmla="*/ 745656 h 1063397"/>
                  <a:gd name="connsiteX0" fmla="*/ 15446 w 215301"/>
                  <a:gd name="connsiteY0" fmla="*/ 745656 h 1027869"/>
                  <a:gd name="connsiteX1" fmla="*/ 209366 w 215301"/>
                  <a:gd name="connsiteY1" fmla="*/ 0 h 1027869"/>
                  <a:gd name="connsiteX2" fmla="*/ 215301 w 215301"/>
                  <a:gd name="connsiteY2" fmla="*/ 1027869 h 1027869"/>
                  <a:gd name="connsiteX3" fmla="*/ 87 w 215301"/>
                  <a:gd name="connsiteY3" fmla="*/ 888484 h 1027869"/>
                  <a:gd name="connsiteX4" fmla="*/ 15446 w 215301"/>
                  <a:gd name="connsiteY4" fmla="*/ 745656 h 10278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5301" h="1027869">
                    <a:moveTo>
                      <a:pt x="15446" y="745656"/>
                    </a:moveTo>
                    <a:lnTo>
                      <a:pt x="209366" y="0"/>
                    </a:lnTo>
                    <a:cubicBezTo>
                      <a:pt x="211344" y="342623"/>
                      <a:pt x="213323" y="685246"/>
                      <a:pt x="215301" y="1027869"/>
                    </a:cubicBezTo>
                    <a:cubicBezTo>
                      <a:pt x="115469" y="960083"/>
                      <a:pt x="99918" y="931665"/>
                      <a:pt x="87" y="888484"/>
                    </a:cubicBezTo>
                    <a:cubicBezTo>
                      <a:pt x="-1403" y="675204"/>
                      <a:pt x="16936" y="958936"/>
                      <a:pt x="15446" y="745656"/>
                    </a:cubicBezTo>
                    <a:close/>
                  </a:path>
                </a:pathLst>
              </a:custGeom>
              <a:gradFill>
                <a:gsLst>
                  <a:gs pos="0">
                    <a:schemeClr val="bg1">
                      <a:lumMod val="95000"/>
                    </a:schemeClr>
                  </a:gs>
                  <a:gs pos="100000">
                    <a:schemeClr val="accent6">
                      <a:lumMod val="20000"/>
                      <a:lumOff val="80000"/>
                    </a:schemeClr>
                  </a:gs>
                </a:gsLst>
                <a:lin ang="0" scaled="0"/>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grpSp>
            <p:nvGrpSpPr>
              <p:cNvPr id="1080" name="Group 950"/>
              <p:cNvGrpSpPr>
                <a:grpSpLocks/>
              </p:cNvGrpSpPr>
              <p:nvPr/>
            </p:nvGrpSpPr>
            <p:grpSpPr bwMode="auto">
              <a:xfrm>
                <a:off x="4990227" y="3351862"/>
                <a:ext cx="251561" cy="564103"/>
                <a:chOff x="4140" y="429"/>
                <a:chExt cx="1425" cy="2396"/>
              </a:xfrm>
            </p:grpSpPr>
            <p:sp>
              <p:nvSpPr>
                <p:cNvPr id="1082" name="Freeform 951"/>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1083" name="Rectangle 952"/>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p>
              </p:txBody>
            </p:sp>
            <p:sp>
              <p:nvSpPr>
                <p:cNvPr id="1084" name="Freeform 953"/>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1085" name="Freeform 954"/>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1086" name="Rectangle 955"/>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p>
                  <a:endParaRPr lang="en-US"/>
                </a:p>
              </p:txBody>
            </p:sp>
            <p:grpSp>
              <p:nvGrpSpPr>
                <p:cNvPr id="1087" name="Group 956"/>
                <p:cNvGrpSpPr>
                  <a:grpSpLocks/>
                </p:cNvGrpSpPr>
                <p:nvPr/>
              </p:nvGrpSpPr>
              <p:grpSpPr bwMode="auto">
                <a:xfrm>
                  <a:off x="4749" y="668"/>
                  <a:ext cx="581" cy="145"/>
                  <a:chOff x="614" y="2568"/>
                  <a:chExt cx="725" cy="139"/>
                </a:xfrm>
              </p:grpSpPr>
              <p:sp>
                <p:nvSpPr>
                  <p:cNvPr id="1112" name="AutoShape 957"/>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sp>
                <p:nvSpPr>
                  <p:cNvPr id="1113" name="AutoShape 958"/>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grpSp>
            <p:sp>
              <p:nvSpPr>
                <p:cNvPr id="1088" name="Rectangle 959"/>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p>
                  <a:endParaRPr lang="en-US"/>
                </a:p>
              </p:txBody>
            </p:sp>
            <p:grpSp>
              <p:nvGrpSpPr>
                <p:cNvPr id="1089" name="Group 960"/>
                <p:cNvGrpSpPr>
                  <a:grpSpLocks/>
                </p:cNvGrpSpPr>
                <p:nvPr/>
              </p:nvGrpSpPr>
              <p:grpSpPr bwMode="auto">
                <a:xfrm>
                  <a:off x="4747" y="994"/>
                  <a:ext cx="581" cy="134"/>
                  <a:chOff x="614" y="2568"/>
                  <a:chExt cx="725" cy="139"/>
                </a:xfrm>
              </p:grpSpPr>
              <p:sp>
                <p:nvSpPr>
                  <p:cNvPr id="1110" name="AutoShape 961"/>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sp>
                <p:nvSpPr>
                  <p:cNvPr id="1111" name="AutoShape 962"/>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grpSp>
            <p:sp>
              <p:nvSpPr>
                <p:cNvPr id="1090" name="Rectangle 963"/>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p>
                  <a:endParaRPr lang="en-US"/>
                </a:p>
              </p:txBody>
            </p:sp>
            <p:sp>
              <p:nvSpPr>
                <p:cNvPr id="1091" name="Rectangle 964"/>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p>
                  <a:endParaRPr lang="en-US"/>
                </a:p>
              </p:txBody>
            </p:sp>
            <p:grpSp>
              <p:nvGrpSpPr>
                <p:cNvPr id="1092" name="Group 965"/>
                <p:cNvGrpSpPr>
                  <a:grpSpLocks/>
                </p:cNvGrpSpPr>
                <p:nvPr/>
              </p:nvGrpSpPr>
              <p:grpSpPr bwMode="auto">
                <a:xfrm>
                  <a:off x="4735" y="1627"/>
                  <a:ext cx="582" cy="151"/>
                  <a:chOff x="614" y="2568"/>
                  <a:chExt cx="725" cy="139"/>
                </a:xfrm>
              </p:grpSpPr>
              <p:sp>
                <p:nvSpPr>
                  <p:cNvPr id="1108" name="AutoShape 966"/>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sp>
                <p:nvSpPr>
                  <p:cNvPr id="1109" name="AutoShape 967"/>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grpSp>
            <p:sp>
              <p:nvSpPr>
                <p:cNvPr id="1093" name="Freeform 968"/>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grpSp>
              <p:nvGrpSpPr>
                <p:cNvPr id="1094" name="Group 969"/>
                <p:cNvGrpSpPr>
                  <a:grpSpLocks/>
                </p:cNvGrpSpPr>
                <p:nvPr/>
              </p:nvGrpSpPr>
              <p:grpSpPr bwMode="auto">
                <a:xfrm>
                  <a:off x="4739" y="1327"/>
                  <a:ext cx="582" cy="139"/>
                  <a:chOff x="614" y="2568"/>
                  <a:chExt cx="725" cy="139"/>
                </a:xfrm>
              </p:grpSpPr>
              <p:sp>
                <p:nvSpPr>
                  <p:cNvPr id="1106" name="AutoShape 970"/>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sp>
                <p:nvSpPr>
                  <p:cNvPr id="1107" name="AutoShape 971"/>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grpSp>
            <p:sp>
              <p:nvSpPr>
                <p:cNvPr id="1095" name="Rectangle 972"/>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p>
                  <a:endParaRPr lang="en-US"/>
                </a:p>
              </p:txBody>
            </p:sp>
            <p:sp>
              <p:nvSpPr>
                <p:cNvPr id="1096" name="Freeform 973"/>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1097" name="Freeform 974"/>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1098" name="Oval 975"/>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sp>
              <p:nvSpPr>
                <p:cNvPr id="1099" name="Freeform 976"/>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1100" name="AutoShape 977"/>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p>
                  <a:endParaRPr lang="en-US"/>
                </a:p>
              </p:txBody>
            </p:sp>
            <p:sp>
              <p:nvSpPr>
                <p:cNvPr id="1101" name="AutoShape 978"/>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p>
                  <a:endParaRPr lang="en-US"/>
                </a:p>
              </p:txBody>
            </p:sp>
            <p:sp>
              <p:nvSpPr>
                <p:cNvPr id="1102" name="Oval 979"/>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sp>
              <p:nvSpPr>
                <p:cNvPr id="1103" name="Oval 980"/>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algn="ctr" eaLnBrk="1" hangingPunct="1"/>
                  <a:endParaRPr lang="en-US">
                    <a:solidFill>
                      <a:srgbClr val="FF0000"/>
                    </a:solidFill>
                  </a:endParaRPr>
                </a:p>
              </p:txBody>
            </p:sp>
            <p:sp>
              <p:nvSpPr>
                <p:cNvPr id="1104" name="Oval 981"/>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sp>
              <p:nvSpPr>
                <p:cNvPr id="1105" name="Rectangle 982"/>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p>
                  <a:endParaRPr lang="en-US"/>
                </a:p>
              </p:txBody>
            </p:sp>
          </p:grpSp>
          <p:sp>
            <p:nvSpPr>
              <p:cNvPr id="1081" name="TextBox 1080"/>
              <p:cNvSpPr txBox="1"/>
              <p:nvPr/>
            </p:nvSpPr>
            <p:spPr>
              <a:xfrm>
                <a:off x="5377031" y="3090332"/>
                <a:ext cx="2659202" cy="615553"/>
              </a:xfrm>
              <a:prstGeom prst="rect">
                <a:avLst/>
              </a:prstGeom>
              <a:noFill/>
            </p:spPr>
            <p:txBody>
              <a:bodyPr wrap="none" rtlCol="0">
                <a:spAutoFit/>
              </a:bodyPr>
              <a:lstStyle/>
              <a:p>
                <a:pPr algn="ctr"/>
                <a:r>
                  <a:rPr lang="en-US" dirty="0"/>
                  <a:t>SDN Controller</a:t>
                </a:r>
              </a:p>
              <a:p>
                <a:pPr algn="ctr"/>
                <a:r>
                  <a:rPr lang="en-US" sz="1600" dirty="0"/>
                  <a:t>(network operating system)</a:t>
                </a:r>
              </a:p>
            </p:txBody>
          </p:sp>
        </p:grpSp>
        <p:sp>
          <p:nvSpPr>
            <p:cNvPr id="1060" name="TextBox 1059"/>
            <p:cNvSpPr txBox="1"/>
            <p:nvPr/>
          </p:nvSpPr>
          <p:spPr>
            <a:xfrm>
              <a:off x="6837708" y="1058305"/>
              <a:ext cx="595035" cy="584776"/>
            </a:xfrm>
            <a:prstGeom prst="rect">
              <a:avLst/>
            </a:prstGeom>
            <a:noFill/>
          </p:spPr>
          <p:txBody>
            <a:bodyPr wrap="none" rtlCol="0">
              <a:spAutoFit/>
            </a:bodyPr>
            <a:lstStyle/>
            <a:p>
              <a:r>
                <a:rPr lang="en-US" sz="3200" dirty="0">
                  <a:solidFill>
                    <a:srgbClr val="008000"/>
                  </a:solidFill>
                </a:rPr>
                <a:t>…</a:t>
              </a:r>
            </a:p>
          </p:txBody>
        </p:sp>
        <p:grpSp>
          <p:nvGrpSpPr>
            <p:cNvPr id="1061" name="Group 1060"/>
            <p:cNvGrpSpPr/>
            <p:nvPr/>
          </p:nvGrpSpPr>
          <p:grpSpPr>
            <a:xfrm>
              <a:off x="5165914" y="1277466"/>
              <a:ext cx="1023471" cy="590176"/>
              <a:chOff x="4721412" y="1277470"/>
              <a:chExt cx="1023471" cy="590176"/>
            </a:xfrm>
          </p:grpSpPr>
          <p:sp>
            <p:nvSpPr>
              <p:cNvPr id="1076" name="Oval 1075"/>
              <p:cNvSpPr/>
              <p:nvPr/>
            </p:nvSpPr>
            <p:spPr bwMode="auto">
              <a:xfrm>
                <a:off x="4721412" y="1277470"/>
                <a:ext cx="1023471" cy="590176"/>
              </a:xfrm>
              <a:prstGeom prst="ellipse">
                <a:avLst/>
              </a:prstGeom>
              <a:solidFill>
                <a:srgbClr val="008000">
                  <a:alpha val="70000"/>
                </a:srgbClr>
              </a:solidFill>
              <a:ln>
                <a:solidFill>
                  <a:srgbClr val="008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077" name="TextBox 1076"/>
              <p:cNvSpPr txBox="1"/>
              <p:nvPr/>
            </p:nvSpPr>
            <p:spPr>
              <a:xfrm>
                <a:off x="4792385" y="1374585"/>
                <a:ext cx="890463" cy="369332"/>
              </a:xfrm>
              <a:prstGeom prst="rect">
                <a:avLst/>
              </a:prstGeom>
              <a:noFill/>
            </p:spPr>
            <p:txBody>
              <a:bodyPr wrap="none" rtlCol="0">
                <a:spAutoFit/>
              </a:bodyPr>
              <a:lstStyle/>
              <a:p>
                <a:pPr algn="ctr"/>
                <a:r>
                  <a:rPr lang="en-US" dirty="0"/>
                  <a:t>routing</a:t>
                </a:r>
              </a:p>
            </p:txBody>
          </p:sp>
        </p:grpSp>
        <p:grpSp>
          <p:nvGrpSpPr>
            <p:cNvPr id="1062" name="Group 1061"/>
            <p:cNvGrpSpPr/>
            <p:nvPr/>
          </p:nvGrpSpPr>
          <p:grpSpPr>
            <a:xfrm>
              <a:off x="6000628" y="1798416"/>
              <a:ext cx="1023471" cy="590176"/>
              <a:chOff x="6106459" y="1967753"/>
              <a:chExt cx="1023471" cy="590176"/>
            </a:xfrm>
          </p:grpSpPr>
          <p:sp>
            <p:nvSpPr>
              <p:cNvPr id="1074" name="Oval 1073"/>
              <p:cNvSpPr/>
              <p:nvPr/>
            </p:nvSpPr>
            <p:spPr bwMode="auto">
              <a:xfrm>
                <a:off x="6106459" y="1967753"/>
                <a:ext cx="1023471" cy="590176"/>
              </a:xfrm>
              <a:prstGeom prst="ellipse">
                <a:avLst/>
              </a:prstGeom>
              <a:solidFill>
                <a:srgbClr val="008000">
                  <a:alpha val="70000"/>
                </a:srgbClr>
              </a:solidFill>
              <a:ln>
                <a:solidFill>
                  <a:srgbClr val="008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075" name="TextBox 1074"/>
              <p:cNvSpPr txBox="1"/>
              <p:nvPr/>
            </p:nvSpPr>
            <p:spPr>
              <a:xfrm>
                <a:off x="6177429" y="1997637"/>
                <a:ext cx="903087" cy="544765"/>
              </a:xfrm>
              <a:prstGeom prst="rect">
                <a:avLst/>
              </a:prstGeom>
              <a:noFill/>
            </p:spPr>
            <p:txBody>
              <a:bodyPr wrap="none" rtlCol="0">
                <a:spAutoFit/>
              </a:bodyPr>
              <a:lstStyle/>
              <a:p>
                <a:pPr algn="ctr">
                  <a:lnSpc>
                    <a:spcPct val="80000"/>
                  </a:lnSpc>
                </a:pPr>
                <a:r>
                  <a:rPr lang="en-US" dirty="0"/>
                  <a:t>access </a:t>
                </a:r>
              </a:p>
              <a:p>
                <a:pPr algn="ctr">
                  <a:lnSpc>
                    <a:spcPct val="80000"/>
                  </a:lnSpc>
                </a:pPr>
                <a:r>
                  <a:rPr lang="en-US" dirty="0"/>
                  <a:t>control</a:t>
                </a:r>
              </a:p>
            </p:txBody>
          </p:sp>
        </p:grpSp>
        <p:grpSp>
          <p:nvGrpSpPr>
            <p:cNvPr id="1063" name="Group 1062"/>
            <p:cNvGrpSpPr/>
            <p:nvPr/>
          </p:nvGrpSpPr>
          <p:grpSpPr>
            <a:xfrm>
              <a:off x="7230837" y="1756871"/>
              <a:ext cx="1023471" cy="590176"/>
              <a:chOff x="6938682" y="977153"/>
              <a:chExt cx="1023471" cy="590176"/>
            </a:xfrm>
          </p:grpSpPr>
          <p:sp>
            <p:nvSpPr>
              <p:cNvPr id="1072" name="Oval 1071"/>
              <p:cNvSpPr/>
              <p:nvPr/>
            </p:nvSpPr>
            <p:spPr bwMode="auto">
              <a:xfrm>
                <a:off x="6938682" y="977153"/>
                <a:ext cx="1023471" cy="590176"/>
              </a:xfrm>
              <a:prstGeom prst="ellipse">
                <a:avLst/>
              </a:prstGeom>
              <a:solidFill>
                <a:srgbClr val="008000">
                  <a:alpha val="70000"/>
                </a:srgbClr>
              </a:solidFill>
              <a:ln>
                <a:solidFill>
                  <a:srgbClr val="008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073" name="TextBox 1072"/>
              <p:cNvSpPr txBox="1"/>
              <p:nvPr/>
            </p:nvSpPr>
            <p:spPr>
              <a:xfrm>
                <a:off x="6964568" y="1007037"/>
                <a:ext cx="993256" cy="544765"/>
              </a:xfrm>
              <a:prstGeom prst="rect">
                <a:avLst/>
              </a:prstGeom>
              <a:noFill/>
            </p:spPr>
            <p:txBody>
              <a:bodyPr wrap="none" rtlCol="0">
                <a:spAutoFit/>
              </a:bodyPr>
              <a:lstStyle/>
              <a:p>
                <a:pPr algn="ctr">
                  <a:lnSpc>
                    <a:spcPct val="80000"/>
                  </a:lnSpc>
                </a:pPr>
                <a:r>
                  <a:rPr lang="en-US" dirty="0"/>
                  <a:t>load</a:t>
                </a:r>
              </a:p>
              <a:p>
                <a:pPr algn="ctr">
                  <a:lnSpc>
                    <a:spcPct val="80000"/>
                  </a:lnSpc>
                </a:pPr>
                <a:r>
                  <a:rPr lang="en-US" dirty="0"/>
                  <a:t>balance</a:t>
                </a:r>
              </a:p>
            </p:txBody>
          </p:sp>
        </p:grpSp>
        <p:cxnSp>
          <p:nvCxnSpPr>
            <p:cNvPr id="1064" name="Straight Arrow Connector 1063"/>
            <p:cNvCxnSpPr/>
            <p:nvPr/>
          </p:nvCxnSpPr>
          <p:spPr bwMode="auto">
            <a:xfrm flipV="1">
              <a:off x="8627245" y="1217948"/>
              <a:ext cx="0" cy="1248832"/>
            </a:xfrm>
            <a:prstGeom prst="straightConnector1">
              <a:avLst/>
            </a:prstGeom>
            <a:solidFill>
              <a:schemeClr val="accent1"/>
            </a:solidFill>
            <a:ln w="9525" cap="flat" cmpd="sng" algn="ctr">
              <a:solidFill>
                <a:schemeClr val="tx1"/>
              </a:solidFill>
              <a:prstDash val="solid"/>
              <a:round/>
              <a:headEnd type="none" w="med" len="med"/>
              <a:tailEnd type="triangle"/>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1065" name="Straight Arrow Connector 1064"/>
            <p:cNvCxnSpPr/>
            <p:nvPr/>
          </p:nvCxnSpPr>
          <p:spPr bwMode="auto">
            <a:xfrm>
              <a:off x="8652645" y="2966181"/>
              <a:ext cx="0" cy="1524424"/>
            </a:xfrm>
            <a:prstGeom prst="straightConnector1">
              <a:avLst/>
            </a:prstGeom>
            <a:solidFill>
              <a:schemeClr val="accent1"/>
            </a:solidFill>
            <a:ln w="9525" cap="flat" cmpd="sng" algn="ctr">
              <a:solidFill>
                <a:schemeClr val="tx1"/>
              </a:solidFill>
              <a:prstDash val="solid"/>
              <a:round/>
              <a:headEnd type="none" w="med" len="med"/>
              <a:tailEnd type="triangle"/>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1066" name="Straight Arrow Connector 1065"/>
            <p:cNvCxnSpPr/>
            <p:nvPr/>
          </p:nvCxnSpPr>
          <p:spPr bwMode="auto">
            <a:xfrm>
              <a:off x="8661016" y="5381629"/>
              <a:ext cx="0" cy="414864"/>
            </a:xfrm>
            <a:prstGeom prst="straightConnector1">
              <a:avLst/>
            </a:prstGeom>
            <a:solidFill>
              <a:schemeClr val="accent1"/>
            </a:solidFill>
            <a:ln w="9525" cap="flat" cmpd="sng" algn="ctr">
              <a:solidFill>
                <a:schemeClr val="tx1"/>
              </a:solidFill>
              <a:prstDash val="solid"/>
              <a:round/>
              <a:headEnd type="none" w="med" len="med"/>
              <a:tailEnd type="triangle"/>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1067" name="Straight Arrow Connector 1066"/>
            <p:cNvCxnSpPr/>
            <p:nvPr/>
          </p:nvCxnSpPr>
          <p:spPr bwMode="auto">
            <a:xfrm flipV="1">
              <a:off x="8653320" y="4546025"/>
              <a:ext cx="0" cy="414864"/>
            </a:xfrm>
            <a:prstGeom prst="straightConnector1">
              <a:avLst/>
            </a:prstGeom>
            <a:solidFill>
              <a:schemeClr val="accent1"/>
            </a:solidFill>
            <a:ln w="9525" cap="flat" cmpd="sng" algn="ctr">
              <a:solidFill>
                <a:schemeClr val="tx1"/>
              </a:solidFill>
              <a:prstDash val="solid"/>
              <a:round/>
              <a:headEnd type="none" w="med" len="med"/>
              <a:tailEnd type="triangle"/>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sp>
          <p:nvSpPr>
            <p:cNvPr id="1068" name="TextBox 399"/>
            <p:cNvSpPr txBox="1">
              <a:spLocks noChangeArrowheads="1"/>
            </p:cNvSpPr>
            <p:nvPr/>
          </p:nvSpPr>
          <p:spPr bwMode="auto">
            <a:xfrm>
              <a:off x="6650715" y="4235599"/>
              <a:ext cx="1635889" cy="28458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lnSpc>
                  <a:spcPts val="1463"/>
                </a:lnSpc>
              </a:pPr>
              <a:r>
                <a:rPr lang="en-US" sz="1400" i="1" dirty="0"/>
                <a:t>southbound API</a:t>
              </a:r>
            </a:p>
          </p:txBody>
        </p:sp>
        <p:sp>
          <p:nvSpPr>
            <p:cNvPr id="1069" name="TextBox 399"/>
            <p:cNvSpPr txBox="1">
              <a:spLocks noChangeArrowheads="1"/>
            </p:cNvSpPr>
            <p:nvPr/>
          </p:nvSpPr>
          <p:spPr bwMode="auto">
            <a:xfrm>
              <a:off x="6646778" y="2717781"/>
              <a:ext cx="1635889" cy="28458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lnSpc>
                  <a:spcPts val="1463"/>
                </a:lnSpc>
              </a:pPr>
              <a:r>
                <a:rPr lang="en-US" sz="1400" i="1" dirty="0"/>
                <a:t>northbound API</a:t>
              </a:r>
            </a:p>
          </p:txBody>
        </p:sp>
        <p:sp>
          <p:nvSpPr>
            <p:cNvPr id="1070" name="TextBox 399"/>
            <p:cNvSpPr txBox="1">
              <a:spLocks noChangeArrowheads="1"/>
            </p:cNvSpPr>
            <p:nvPr/>
          </p:nvSpPr>
          <p:spPr bwMode="auto">
            <a:xfrm>
              <a:off x="5507651" y="5795718"/>
              <a:ext cx="2302688" cy="28458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lnSpc>
                  <a:spcPts val="1463"/>
                </a:lnSpc>
              </a:pPr>
              <a:r>
                <a:rPr lang="en-US" sz="1400" i="1" dirty="0"/>
                <a:t>SDN-controlled switches</a:t>
              </a:r>
            </a:p>
          </p:txBody>
        </p:sp>
        <p:sp>
          <p:nvSpPr>
            <p:cNvPr id="1071" name="TextBox 399"/>
            <p:cNvSpPr txBox="1">
              <a:spLocks noChangeArrowheads="1"/>
            </p:cNvSpPr>
            <p:nvPr/>
          </p:nvSpPr>
          <p:spPr bwMode="auto">
            <a:xfrm>
              <a:off x="5707907" y="910464"/>
              <a:ext cx="2381659" cy="28458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lnSpc>
                  <a:spcPts val="1463"/>
                </a:lnSpc>
              </a:pPr>
              <a:r>
                <a:rPr lang="en-US" sz="1400" i="1" dirty="0"/>
                <a:t>network-control applications</a:t>
              </a:r>
            </a:p>
          </p:txBody>
        </p:sp>
      </p:grpSp>
      <p:sp>
        <p:nvSpPr>
          <p:cNvPr id="2" name="Rectangle 1"/>
          <p:cNvSpPr/>
          <p:nvPr/>
        </p:nvSpPr>
        <p:spPr bwMode="auto">
          <a:xfrm>
            <a:off x="4785895" y="1147462"/>
            <a:ext cx="4134334" cy="3947271"/>
          </a:xfrm>
          <a:prstGeom prst="rect">
            <a:avLst/>
          </a:prstGeom>
          <a:solidFill>
            <a:schemeClr val="bg1">
              <a:alpha val="77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27" name="Slide Number Placeholder 5"/>
          <p:cNvSpPr>
            <a:spLocks noGrp="1"/>
          </p:cNvSpPr>
          <p:nvPr>
            <p:ph type="sldNum" sz="quarter" idx="12"/>
          </p:nvPr>
        </p:nvSpPr>
        <p:spPr>
          <a:xfrm>
            <a:off x="2226470" y="6475895"/>
            <a:ext cx="548655" cy="272319"/>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200" dirty="0">
                <a:latin typeface="Tahoma" charset="0"/>
              </a:rPr>
              <a:t>5-</a:t>
            </a:r>
            <a:fld id="{8E8C6E93-DF5B-BC4B-80F9-500DED1EEDCC}" type="slidenum">
              <a:rPr lang="en-US" sz="1200">
                <a:latin typeface="Tahoma" charset="0"/>
              </a:rPr>
              <a:pPr/>
              <a:t>103</a:t>
            </a:fld>
            <a:endParaRPr lang="en-US" sz="1200" dirty="0">
              <a:latin typeface="Tahoma" charset="0"/>
            </a:endParaRPr>
          </a:p>
        </p:txBody>
      </p:sp>
      <p:sp>
        <p:nvSpPr>
          <p:cNvPr id="128" name="Footer Placeholder 2"/>
          <p:cNvSpPr>
            <a:spLocks noGrp="1"/>
          </p:cNvSpPr>
          <p:nvPr>
            <p:ph type="ftr" sz="quarter" idx="11"/>
          </p:nvPr>
        </p:nvSpPr>
        <p:spPr>
          <a:xfrm>
            <a:off x="145812" y="6475081"/>
            <a:ext cx="2177473" cy="241541"/>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200" dirty="0">
                <a:solidFill>
                  <a:srgbClr val="000000"/>
                </a:solidFill>
                <a:latin typeface="Tahoma" charset="0"/>
                <a:cs typeface="Arial" charset="0"/>
              </a:rPr>
              <a:t>Network Layer: Control Plane</a:t>
            </a:r>
          </a:p>
        </p:txBody>
      </p:sp>
    </p:spTree>
    <p:extLst>
      <p:ext uri="{BB962C8B-B14F-4D97-AF65-F5344CB8AC3E}">
        <p14:creationId xmlns:p14="http://schemas.microsoft.com/office/powerpoint/2010/main" val="494793550"/>
      </p:ext>
    </p:extLst>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169" name="Text Box 167"/>
          <p:cNvSpPr txBox="1">
            <a:spLocks noChangeArrowheads="1"/>
          </p:cNvSpPr>
          <p:nvPr/>
        </p:nvSpPr>
        <p:spPr bwMode="auto">
          <a:xfrm>
            <a:off x="542925" y="236538"/>
            <a:ext cx="6470341" cy="6463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3600" dirty="0">
                <a:solidFill>
                  <a:srgbClr val="000099"/>
                </a:solidFill>
                <a:latin typeface="Gill Sans MT" charset="0"/>
              </a:rPr>
              <a:t>SDN perspective: SDN controller</a:t>
            </a:r>
          </a:p>
        </p:txBody>
      </p:sp>
      <p:pic>
        <p:nvPicPr>
          <p:cNvPr id="48170" name="Picture 5"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81025" y="776288"/>
            <a:ext cx="6494299" cy="21134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66" name="Content Placeholder 6"/>
          <p:cNvSpPr txBox="1">
            <a:spLocks/>
          </p:cNvSpPr>
          <p:nvPr/>
        </p:nvSpPr>
        <p:spPr bwMode="auto">
          <a:xfrm>
            <a:off x="524550" y="1248707"/>
            <a:ext cx="4333436" cy="5010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0" indent="0">
              <a:buNone/>
            </a:pPr>
            <a:r>
              <a:rPr lang="en-US" i="1" dirty="0">
                <a:solidFill>
                  <a:srgbClr val="CC0000"/>
                </a:solidFill>
              </a:rPr>
              <a:t>SDN controller (network OS): </a:t>
            </a:r>
          </a:p>
          <a:p>
            <a:r>
              <a:rPr lang="en-US" sz="2400" dirty="0"/>
              <a:t>maintain network state information</a:t>
            </a:r>
          </a:p>
          <a:p>
            <a:r>
              <a:rPr lang="en-US" sz="2400" dirty="0"/>
              <a:t>interacts with network control applications “above” via northbound API</a:t>
            </a:r>
          </a:p>
          <a:p>
            <a:r>
              <a:rPr lang="en-US" sz="2400" dirty="0"/>
              <a:t>interacts with network switches “below” via southbound API</a:t>
            </a:r>
          </a:p>
          <a:p>
            <a:r>
              <a:rPr lang="en-US" sz="2400" dirty="0"/>
              <a:t>implemented as distributed system for performance, scalability, fault-tolerance, robustness</a:t>
            </a:r>
          </a:p>
          <a:p>
            <a:endParaRPr lang="en-US" dirty="0"/>
          </a:p>
        </p:txBody>
      </p:sp>
      <p:sp>
        <p:nvSpPr>
          <p:cNvPr id="9" name="TextBox 399"/>
          <p:cNvSpPr txBox="1">
            <a:spLocks noChangeArrowheads="1"/>
          </p:cNvSpPr>
          <p:nvPr/>
        </p:nvSpPr>
        <p:spPr bwMode="auto">
          <a:xfrm>
            <a:off x="8518490" y="5440585"/>
            <a:ext cx="286930" cy="47148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lnSpc>
                <a:spcPts val="1463"/>
              </a:lnSpc>
            </a:pPr>
            <a:r>
              <a:rPr lang="en-US" sz="1400" dirty="0"/>
              <a:t>data</a:t>
            </a:r>
          </a:p>
          <a:p>
            <a:pPr algn="ctr">
              <a:lnSpc>
                <a:spcPts val="1463"/>
              </a:lnSpc>
            </a:pPr>
            <a:r>
              <a:rPr lang="en-US" sz="1400" dirty="0"/>
              <a:t>plane</a:t>
            </a:r>
          </a:p>
        </p:txBody>
      </p:sp>
      <p:sp>
        <p:nvSpPr>
          <p:cNvPr id="10" name="TextBox 400"/>
          <p:cNvSpPr txBox="1">
            <a:spLocks noChangeArrowheads="1"/>
          </p:cNvSpPr>
          <p:nvPr/>
        </p:nvSpPr>
        <p:spPr bwMode="auto">
          <a:xfrm>
            <a:off x="8494972" y="2978227"/>
            <a:ext cx="342020" cy="47148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lnSpc>
                <a:spcPts val="1463"/>
              </a:lnSpc>
            </a:pPr>
            <a:r>
              <a:rPr lang="en-US" sz="1400" dirty="0"/>
              <a:t>control</a:t>
            </a:r>
          </a:p>
          <a:p>
            <a:pPr algn="ctr">
              <a:lnSpc>
                <a:spcPts val="1463"/>
              </a:lnSpc>
            </a:pPr>
            <a:r>
              <a:rPr lang="en-US" sz="1400" dirty="0"/>
              <a:t>plane</a:t>
            </a:r>
          </a:p>
        </p:txBody>
      </p:sp>
      <p:cxnSp>
        <p:nvCxnSpPr>
          <p:cNvPr id="11" name="Straight Connector 10"/>
          <p:cNvCxnSpPr/>
          <p:nvPr/>
        </p:nvCxnSpPr>
        <p:spPr bwMode="auto">
          <a:xfrm flipV="1">
            <a:off x="5272718" y="5033566"/>
            <a:ext cx="2791783" cy="14329"/>
          </a:xfrm>
          <a:prstGeom prst="line">
            <a:avLst/>
          </a:prstGeom>
          <a:ln w="25400">
            <a:solidFill>
              <a:schemeClr val="tx1"/>
            </a:solidFill>
            <a:prstDash val="dash"/>
          </a:ln>
          <a:effectLst/>
        </p:spPr>
        <p:style>
          <a:lnRef idx="2">
            <a:schemeClr val="accent1"/>
          </a:lnRef>
          <a:fillRef idx="0">
            <a:schemeClr val="accent1"/>
          </a:fillRef>
          <a:effectRef idx="1">
            <a:schemeClr val="accent1"/>
          </a:effectRef>
          <a:fontRef idx="minor">
            <a:schemeClr val="tx1"/>
          </a:fontRef>
        </p:style>
      </p:cxnSp>
      <p:cxnSp>
        <p:nvCxnSpPr>
          <p:cNvPr id="12" name="Straight Connector 11"/>
          <p:cNvCxnSpPr/>
          <p:nvPr/>
        </p:nvCxnSpPr>
        <p:spPr bwMode="auto">
          <a:xfrm flipV="1">
            <a:off x="5192283" y="3213235"/>
            <a:ext cx="3041550" cy="18563"/>
          </a:xfrm>
          <a:prstGeom prst="line">
            <a:avLst/>
          </a:prstGeom>
          <a:ln w="25400">
            <a:solidFill>
              <a:schemeClr val="tx1"/>
            </a:solidFill>
            <a:prstDash val="dash"/>
          </a:ln>
          <a:effectLst/>
        </p:spPr>
        <p:style>
          <a:lnRef idx="2">
            <a:schemeClr val="accent1"/>
          </a:lnRef>
          <a:fillRef idx="0">
            <a:schemeClr val="accent1"/>
          </a:fillRef>
          <a:effectRef idx="1">
            <a:schemeClr val="accent1"/>
          </a:effectRef>
          <a:fontRef idx="minor">
            <a:schemeClr val="tx1"/>
          </a:fontRef>
        </p:style>
      </p:cxnSp>
      <p:grpSp>
        <p:nvGrpSpPr>
          <p:cNvPr id="13" name="Group 12"/>
          <p:cNvGrpSpPr/>
          <p:nvPr/>
        </p:nvGrpSpPr>
        <p:grpSpPr>
          <a:xfrm>
            <a:off x="5164667" y="5329900"/>
            <a:ext cx="2979208" cy="973667"/>
            <a:chOff x="2592388" y="5601756"/>
            <a:chExt cx="4027487" cy="939800"/>
          </a:xfrm>
        </p:grpSpPr>
        <p:sp>
          <p:nvSpPr>
            <p:cNvPr id="69" name="Freeform 2"/>
            <p:cNvSpPr>
              <a:spLocks/>
            </p:cNvSpPr>
            <p:nvPr/>
          </p:nvSpPr>
          <p:spPr bwMode="auto">
            <a:xfrm>
              <a:off x="2592388" y="5601756"/>
              <a:ext cx="4027487" cy="939800"/>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0001" h="10125">
                  <a:moveTo>
                    <a:pt x="4" y="4039"/>
                  </a:moveTo>
                  <a:cubicBezTo>
                    <a:pt x="-29" y="2271"/>
                    <a:pt x="194" y="2100"/>
                    <a:pt x="715" y="1595"/>
                  </a:cubicBezTo>
                  <a:cubicBezTo>
                    <a:pt x="1236" y="1089"/>
                    <a:pt x="2417" y="1272"/>
                    <a:pt x="3130" y="1006"/>
                  </a:cubicBezTo>
                  <a:cubicBezTo>
                    <a:pt x="3843" y="740"/>
                    <a:pt x="4397" y="0"/>
                    <a:pt x="4995" y="0"/>
                  </a:cubicBezTo>
                  <a:cubicBezTo>
                    <a:pt x="5593" y="1"/>
                    <a:pt x="6206" y="926"/>
                    <a:pt x="6720" y="1009"/>
                  </a:cubicBezTo>
                  <a:cubicBezTo>
                    <a:pt x="7234" y="1092"/>
                    <a:pt x="7536" y="241"/>
                    <a:pt x="8082" y="497"/>
                  </a:cubicBezTo>
                  <a:cubicBezTo>
                    <a:pt x="8628" y="756"/>
                    <a:pt x="9854" y="442"/>
                    <a:pt x="9989" y="2989"/>
                  </a:cubicBezTo>
                  <a:cubicBezTo>
                    <a:pt x="10124" y="5536"/>
                    <a:pt x="9098" y="5742"/>
                    <a:pt x="8599" y="6797"/>
                  </a:cubicBezTo>
                  <a:cubicBezTo>
                    <a:pt x="8100" y="7852"/>
                    <a:pt x="7544" y="8981"/>
                    <a:pt x="6995" y="9322"/>
                  </a:cubicBezTo>
                  <a:cubicBezTo>
                    <a:pt x="6446" y="9663"/>
                    <a:pt x="5793" y="8957"/>
                    <a:pt x="5307" y="8843"/>
                  </a:cubicBezTo>
                  <a:cubicBezTo>
                    <a:pt x="4819" y="8726"/>
                    <a:pt x="4628" y="10048"/>
                    <a:pt x="4371" y="9912"/>
                  </a:cubicBezTo>
                  <a:cubicBezTo>
                    <a:pt x="4114" y="9775"/>
                    <a:pt x="3505" y="10355"/>
                    <a:pt x="3140" y="10019"/>
                  </a:cubicBezTo>
                  <a:cubicBezTo>
                    <a:pt x="2774" y="9683"/>
                    <a:pt x="2820" y="8138"/>
                    <a:pt x="2179" y="7895"/>
                  </a:cubicBezTo>
                  <a:cubicBezTo>
                    <a:pt x="1586" y="6800"/>
                    <a:pt x="1549" y="8137"/>
                    <a:pt x="1187" y="7495"/>
                  </a:cubicBezTo>
                  <a:cubicBezTo>
                    <a:pt x="825" y="6852"/>
                    <a:pt x="-7" y="6157"/>
                    <a:pt x="4" y="4039"/>
                  </a:cubicBezTo>
                  <a:close/>
                </a:path>
              </a:pathLst>
            </a:custGeom>
            <a:solidFill>
              <a:srgbClr val="66CCFF"/>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cxnSp>
          <p:nvCxnSpPr>
            <p:cNvPr id="70" name="Straight Connector 69"/>
            <p:cNvCxnSpPr/>
            <p:nvPr/>
          </p:nvCxnSpPr>
          <p:spPr>
            <a:xfrm flipV="1">
              <a:off x="3262941" y="5752569"/>
              <a:ext cx="1316038" cy="13176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1" name="Straight Connector 70"/>
            <p:cNvCxnSpPr/>
            <p:nvPr/>
          </p:nvCxnSpPr>
          <p:spPr>
            <a:xfrm>
              <a:off x="3151816" y="5939894"/>
              <a:ext cx="2259013" cy="29845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2" name="Straight Connector 71"/>
            <p:cNvCxnSpPr/>
            <p:nvPr/>
          </p:nvCxnSpPr>
          <p:spPr>
            <a:xfrm>
              <a:off x="3164516" y="6044669"/>
              <a:ext cx="714375" cy="27622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3" name="Straight Connector 72"/>
            <p:cNvCxnSpPr/>
            <p:nvPr/>
          </p:nvCxnSpPr>
          <p:spPr>
            <a:xfrm flipV="1">
              <a:off x="4182104" y="6238344"/>
              <a:ext cx="1247775" cy="8255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4" name="Straight Connector 73"/>
            <p:cNvCxnSpPr/>
            <p:nvPr/>
          </p:nvCxnSpPr>
          <p:spPr>
            <a:xfrm>
              <a:off x="4842504" y="5785906"/>
              <a:ext cx="1057275" cy="12382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5" name="Straight Connector 74"/>
            <p:cNvCxnSpPr/>
            <p:nvPr/>
          </p:nvCxnSpPr>
          <p:spPr>
            <a:xfrm flipV="1">
              <a:off x="4126541" y="5939894"/>
              <a:ext cx="1790700" cy="29845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6" name="Straight Connector 75"/>
            <p:cNvCxnSpPr/>
            <p:nvPr/>
          </p:nvCxnSpPr>
          <p:spPr>
            <a:xfrm flipV="1">
              <a:off x="5453691" y="5968469"/>
              <a:ext cx="588963" cy="26987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7" name="Straight Connector 76"/>
            <p:cNvCxnSpPr/>
            <p:nvPr/>
          </p:nvCxnSpPr>
          <p:spPr>
            <a:xfrm>
              <a:off x="4596441" y="5752569"/>
              <a:ext cx="814388" cy="40163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78" name="Group 347"/>
            <p:cNvGrpSpPr>
              <a:grpSpLocks/>
            </p:cNvGrpSpPr>
            <p:nvPr/>
          </p:nvGrpSpPr>
          <p:grpSpPr bwMode="auto">
            <a:xfrm>
              <a:off x="5856401" y="5796097"/>
              <a:ext cx="588970" cy="242608"/>
              <a:chOff x="1871277" y="1576300"/>
              <a:chExt cx="1128371" cy="437861"/>
            </a:xfrm>
          </p:grpSpPr>
          <p:sp>
            <p:nvSpPr>
              <p:cNvPr id="119" name="Oval 118"/>
              <p:cNvSpPr/>
              <p:nvPr/>
            </p:nvSpPr>
            <p:spPr bwMode="auto">
              <a:xfrm flipV="1">
                <a:off x="1874446" y="1694641"/>
                <a:ext cx="1125202"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20" name="Rectangle 119"/>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21" name="Oval 120"/>
              <p:cNvSpPr/>
              <p:nvPr/>
            </p:nvSpPr>
            <p:spPr bwMode="auto">
              <a:xfrm flipV="1">
                <a:off x="1871277" y="1576300"/>
                <a:ext cx="1125200"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22" name="Freeform 121"/>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23" name="Freeform 122"/>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24" name="Freeform 123"/>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25" name="Freeform 124"/>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26" name="Straight Connector 125"/>
              <p:cNvCxnSpPr>
                <a:endCxn id="121" idx="2"/>
              </p:cNvCxnSpPr>
              <p:nvPr/>
            </p:nvCxnSpPr>
            <p:spPr bwMode="auto">
              <a:xfrm flipH="1" flipV="1">
                <a:off x="1871277" y="1737243"/>
                <a:ext cx="3169"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27" name="Straight Connector 126"/>
              <p:cNvCxnSpPr/>
              <p:nvPr/>
            </p:nvCxnSpPr>
            <p:spPr bwMode="auto">
              <a:xfrm flipH="1" flipV="1">
                <a:off x="2996477" y="1734877"/>
                <a:ext cx="3171"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79" name="Group 347"/>
            <p:cNvGrpSpPr>
              <a:grpSpLocks/>
            </p:cNvGrpSpPr>
            <p:nvPr/>
          </p:nvGrpSpPr>
          <p:grpSpPr bwMode="auto">
            <a:xfrm>
              <a:off x="4375328" y="5654000"/>
              <a:ext cx="588970" cy="242608"/>
              <a:chOff x="1871277" y="1576300"/>
              <a:chExt cx="1128371" cy="437861"/>
            </a:xfrm>
          </p:grpSpPr>
          <p:sp>
            <p:nvSpPr>
              <p:cNvPr id="110" name="Oval 109"/>
              <p:cNvSpPr/>
              <p:nvPr/>
            </p:nvSpPr>
            <p:spPr bwMode="auto">
              <a:xfrm flipV="1">
                <a:off x="1874446" y="1694641"/>
                <a:ext cx="1125202"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11" name="Rectangle 110"/>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12" name="Oval 111"/>
              <p:cNvSpPr/>
              <p:nvPr/>
            </p:nvSpPr>
            <p:spPr bwMode="auto">
              <a:xfrm flipV="1">
                <a:off x="1871277" y="1576300"/>
                <a:ext cx="1125200"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13" name="Freeform 112"/>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14" name="Freeform 113"/>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15" name="Freeform 114"/>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16" name="Freeform 115"/>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17" name="Straight Connector 116"/>
              <p:cNvCxnSpPr>
                <a:endCxn id="112" idx="2"/>
              </p:cNvCxnSpPr>
              <p:nvPr/>
            </p:nvCxnSpPr>
            <p:spPr bwMode="auto">
              <a:xfrm flipH="1" flipV="1">
                <a:off x="1871277" y="1737243"/>
                <a:ext cx="3169"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18" name="Straight Connector 117"/>
              <p:cNvCxnSpPr/>
              <p:nvPr/>
            </p:nvCxnSpPr>
            <p:spPr bwMode="auto">
              <a:xfrm flipH="1" flipV="1">
                <a:off x="2996477" y="1734877"/>
                <a:ext cx="3171"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80" name="Group 347"/>
            <p:cNvGrpSpPr>
              <a:grpSpLocks/>
            </p:cNvGrpSpPr>
            <p:nvPr/>
          </p:nvGrpSpPr>
          <p:grpSpPr bwMode="auto">
            <a:xfrm>
              <a:off x="2848241" y="5847813"/>
              <a:ext cx="588970" cy="242608"/>
              <a:chOff x="1871277" y="1576300"/>
              <a:chExt cx="1128371" cy="437861"/>
            </a:xfrm>
          </p:grpSpPr>
          <p:sp>
            <p:nvSpPr>
              <p:cNvPr id="101" name="Oval 100"/>
              <p:cNvSpPr/>
              <p:nvPr/>
            </p:nvSpPr>
            <p:spPr bwMode="auto">
              <a:xfrm flipV="1">
                <a:off x="1874446" y="1694641"/>
                <a:ext cx="1125202"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02" name="Rectangle 101"/>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03" name="Oval 102"/>
              <p:cNvSpPr/>
              <p:nvPr/>
            </p:nvSpPr>
            <p:spPr bwMode="auto">
              <a:xfrm flipV="1">
                <a:off x="1871277" y="1576300"/>
                <a:ext cx="1125200"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04" name="Freeform 103"/>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05" name="Freeform 104"/>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06" name="Freeform 105"/>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07" name="Freeform 106"/>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08" name="Straight Connector 107"/>
              <p:cNvCxnSpPr>
                <a:endCxn id="103" idx="2"/>
              </p:cNvCxnSpPr>
              <p:nvPr/>
            </p:nvCxnSpPr>
            <p:spPr bwMode="auto">
              <a:xfrm flipH="1" flipV="1">
                <a:off x="1871277" y="1737243"/>
                <a:ext cx="3169"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09" name="Straight Connector 108"/>
              <p:cNvCxnSpPr/>
              <p:nvPr/>
            </p:nvCxnSpPr>
            <p:spPr bwMode="auto">
              <a:xfrm flipH="1" flipV="1">
                <a:off x="2996477" y="1734877"/>
                <a:ext cx="3171"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81" name="Group 347"/>
            <p:cNvGrpSpPr>
              <a:grpSpLocks/>
            </p:cNvGrpSpPr>
            <p:nvPr/>
          </p:nvGrpSpPr>
          <p:grpSpPr bwMode="auto">
            <a:xfrm>
              <a:off x="5166757" y="6114152"/>
              <a:ext cx="588970" cy="242608"/>
              <a:chOff x="1871277" y="1576300"/>
              <a:chExt cx="1128371" cy="437861"/>
            </a:xfrm>
          </p:grpSpPr>
          <p:sp>
            <p:nvSpPr>
              <p:cNvPr id="92" name="Oval 91"/>
              <p:cNvSpPr/>
              <p:nvPr/>
            </p:nvSpPr>
            <p:spPr bwMode="auto">
              <a:xfrm flipV="1">
                <a:off x="1874446" y="1694641"/>
                <a:ext cx="1125202"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93" name="Rectangle 92"/>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94" name="Oval 93"/>
              <p:cNvSpPr/>
              <p:nvPr/>
            </p:nvSpPr>
            <p:spPr bwMode="auto">
              <a:xfrm flipV="1">
                <a:off x="1871277" y="1576300"/>
                <a:ext cx="1125200"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95" name="Freeform 94"/>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96" name="Freeform 95"/>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97" name="Freeform 96"/>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98" name="Freeform 97"/>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99" name="Straight Connector 98"/>
              <p:cNvCxnSpPr>
                <a:endCxn id="94" idx="2"/>
              </p:cNvCxnSpPr>
              <p:nvPr/>
            </p:nvCxnSpPr>
            <p:spPr bwMode="auto">
              <a:xfrm flipH="1" flipV="1">
                <a:off x="1871277" y="1737243"/>
                <a:ext cx="3169"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00" name="Straight Connector 99"/>
              <p:cNvCxnSpPr/>
              <p:nvPr/>
            </p:nvCxnSpPr>
            <p:spPr bwMode="auto">
              <a:xfrm flipH="1" flipV="1">
                <a:off x="2996477" y="1734877"/>
                <a:ext cx="3171"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82" name="Group 347"/>
            <p:cNvGrpSpPr>
              <a:grpSpLocks/>
            </p:cNvGrpSpPr>
            <p:nvPr/>
          </p:nvGrpSpPr>
          <p:grpSpPr bwMode="auto">
            <a:xfrm>
              <a:off x="3704088" y="6206732"/>
              <a:ext cx="588970" cy="242608"/>
              <a:chOff x="1871277" y="1576300"/>
              <a:chExt cx="1128371" cy="437861"/>
            </a:xfrm>
          </p:grpSpPr>
          <p:sp>
            <p:nvSpPr>
              <p:cNvPr id="83" name="Oval 82"/>
              <p:cNvSpPr/>
              <p:nvPr/>
            </p:nvSpPr>
            <p:spPr bwMode="auto">
              <a:xfrm flipV="1">
                <a:off x="1874446" y="1694641"/>
                <a:ext cx="1125202"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84" name="Rectangle 83"/>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85" name="Oval 84"/>
              <p:cNvSpPr/>
              <p:nvPr/>
            </p:nvSpPr>
            <p:spPr bwMode="auto">
              <a:xfrm flipV="1">
                <a:off x="1871277" y="1576300"/>
                <a:ext cx="1125200"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86" name="Freeform 85"/>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87" name="Freeform 86"/>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88" name="Freeform 87"/>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89" name="Freeform 88"/>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90" name="Straight Connector 89"/>
              <p:cNvCxnSpPr>
                <a:endCxn id="85" idx="2"/>
              </p:cNvCxnSpPr>
              <p:nvPr/>
            </p:nvCxnSpPr>
            <p:spPr bwMode="auto">
              <a:xfrm flipH="1" flipV="1">
                <a:off x="1871277" y="1737243"/>
                <a:ext cx="3169"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91" name="Straight Connector 90"/>
              <p:cNvCxnSpPr/>
              <p:nvPr/>
            </p:nvCxnSpPr>
            <p:spPr bwMode="auto">
              <a:xfrm flipH="1" flipV="1">
                <a:off x="2996477" y="1734877"/>
                <a:ext cx="3171"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grpSp>
        <p:nvGrpSpPr>
          <p:cNvPr id="14" name="Group 13"/>
          <p:cNvGrpSpPr/>
          <p:nvPr/>
        </p:nvGrpSpPr>
        <p:grpSpPr>
          <a:xfrm>
            <a:off x="4990227" y="3550652"/>
            <a:ext cx="3116606" cy="1053561"/>
            <a:chOff x="4990227" y="2877416"/>
            <a:chExt cx="3116606" cy="1053561"/>
          </a:xfrm>
        </p:grpSpPr>
        <p:sp>
          <p:nvSpPr>
            <p:cNvPr id="33" name="Rectangle 32"/>
            <p:cNvSpPr/>
            <p:nvPr/>
          </p:nvSpPr>
          <p:spPr bwMode="auto">
            <a:xfrm>
              <a:off x="5418665" y="2913389"/>
              <a:ext cx="2688168" cy="1017588"/>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sp>
          <p:nvSpPr>
            <p:cNvPr id="34" name="Freeform 33"/>
            <p:cNvSpPr/>
            <p:nvPr/>
          </p:nvSpPr>
          <p:spPr bwMode="auto">
            <a:xfrm>
              <a:off x="5218221" y="2877416"/>
              <a:ext cx="213773" cy="1028160"/>
            </a:xfrm>
            <a:custGeom>
              <a:avLst/>
              <a:gdLst>
                <a:gd name="connsiteX0" fmla="*/ 0 w 312616"/>
                <a:gd name="connsiteY0" fmla="*/ 644770 h 1367693"/>
                <a:gd name="connsiteX1" fmla="*/ 312616 w 312616"/>
                <a:gd name="connsiteY1" fmla="*/ 0 h 1367693"/>
                <a:gd name="connsiteX2" fmla="*/ 312616 w 312616"/>
                <a:gd name="connsiteY2" fmla="*/ 1016000 h 1367693"/>
                <a:gd name="connsiteX3" fmla="*/ 117231 w 312616"/>
                <a:gd name="connsiteY3" fmla="*/ 1367693 h 1367693"/>
                <a:gd name="connsiteX4" fmla="*/ 0 w 312616"/>
                <a:gd name="connsiteY4" fmla="*/ 644770 h 1367693"/>
                <a:gd name="connsiteX0" fmla="*/ 0 w 199855"/>
                <a:gd name="connsiteY0" fmla="*/ 733787 h 1367693"/>
                <a:gd name="connsiteX1" fmla="*/ 199855 w 199855"/>
                <a:gd name="connsiteY1" fmla="*/ 0 h 1367693"/>
                <a:gd name="connsiteX2" fmla="*/ 199855 w 199855"/>
                <a:gd name="connsiteY2" fmla="*/ 1016000 h 1367693"/>
                <a:gd name="connsiteX3" fmla="*/ 4470 w 199855"/>
                <a:gd name="connsiteY3" fmla="*/ 1367693 h 1367693"/>
                <a:gd name="connsiteX4" fmla="*/ 0 w 199855"/>
                <a:gd name="connsiteY4" fmla="*/ 733787 h 1367693"/>
                <a:gd name="connsiteX0" fmla="*/ 25203 w 225058"/>
                <a:gd name="connsiteY0" fmla="*/ 733787 h 1361758"/>
                <a:gd name="connsiteX1" fmla="*/ 225058 w 225058"/>
                <a:gd name="connsiteY1" fmla="*/ 0 h 1361758"/>
                <a:gd name="connsiteX2" fmla="*/ 225058 w 225058"/>
                <a:gd name="connsiteY2" fmla="*/ 1016000 h 1361758"/>
                <a:gd name="connsiteX3" fmla="*/ 0 w 225058"/>
                <a:gd name="connsiteY3" fmla="*/ 1361758 h 1361758"/>
                <a:gd name="connsiteX4" fmla="*/ 25203 w 225058"/>
                <a:gd name="connsiteY4" fmla="*/ 733787 h 1361758"/>
                <a:gd name="connsiteX0" fmla="*/ 25203 w 230992"/>
                <a:gd name="connsiteY0" fmla="*/ 787197 h 1415168"/>
                <a:gd name="connsiteX1" fmla="*/ 230992 w 230992"/>
                <a:gd name="connsiteY1" fmla="*/ 0 h 1415168"/>
                <a:gd name="connsiteX2" fmla="*/ 225058 w 230992"/>
                <a:gd name="connsiteY2" fmla="*/ 1069410 h 1415168"/>
                <a:gd name="connsiteX3" fmla="*/ 0 w 230992"/>
                <a:gd name="connsiteY3" fmla="*/ 1415168 h 1415168"/>
                <a:gd name="connsiteX4" fmla="*/ 25203 w 230992"/>
                <a:gd name="connsiteY4" fmla="*/ 787197 h 1415168"/>
                <a:gd name="connsiteX0" fmla="*/ 0 w 205789"/>
                <a:gd name="connsiteY0" fmla="*/ 787197 h 1427037"/>
                <a:gd name="connsiteX1" fmla="*/ 205789 w 205789"/>
                <a:gd name="connsiteY1" fmla="*/ 0 h 1427037"/>
                <a:gd name="connsiteX2" fmla="*/ 199855 w 205789"/>
                <a:gd name="connsiteY2" fmla="*/ 1069410 h 1427037"/>
                <a:gd name="connsiteX3" fmla="*/ 4471 w 205789"/>
                <a:gd name="connsiteY3" fmla="*/ 1427037 h 1427037"/>
                <a:gd name="connsiteX4" fmla="*/ 0 w 205789"/>
                <a:gd name="connsiteY4" fmla="*/ 787197 h 1427037"/>
                <a:gd name="connsiteX0" fmla="*/ 0 w 199855"/>
                <a:gd name="connsiteY0" fmla="*/ 745656 h 1385496"/>
                <a:gd name="connsiteX1" fmla="*/ 193920 w 199855"/>
                <a:gd name="connsiteY1" fmla="*/ 0 h 1385496"/>
                <a:gd name="connsiteX2" fmla="*/ 199855 w 199855"/>
                <a:gd name="connsiteY2" fmla="*/ 1027869 h 1385496"/>
                <a:gd name="connsiteX3" fmla="*/ 4471 w 199855"/>
                <a:gd name="connsiteY3" fmla="*/ 1385496 h 1385496"/>
                <a:gd name="connsiteX4" fmla="*/ 0 w 199855"/>
                <a:gd name="connsiteY4" fmla="*/ 745656 h 1385496"/>
                <a:gd name="connsiteX0" fmla="*/ 20385 w 220240"/>
                <a:gd name="connsiteY0" fmla="*/ 745656 h 1058154"/>
                <a:gd name="connsiteX1" fmla="*/ 214305 w 220240"/>
                <a:gd name="connsiteY1" fmla="*/ 0 h 1058154"/>
                <a:gd name="connsiteX2" fmla="*/ 220240 w 220240"/>
                <a:gd name="connsiteY2" fmla="*/ 1027869 h 1058154"/>
                <a:gd name="connsiteX3" fmla="*/ 68 w 220240"/>
                <a:gd name="connsiteY3" fmla="*/ 986902 h 1058154"/>
                <a:gd name="connsiteX4" fmla="*/ 20385 w 220240"/>
                <a:gd name="connsiteY4" fmla="*/ 745656 h 1058154"/>
                <a:gd name="connsiteX0" fmla="*/ 20385 w 220240"/>
                <a:gd name="connsiteY0" fmla="*/ 745656 h 1068836"/>
                <a:gd name="connsiteX1" fmla="*/ 214305 w 220240"/>
                <a:gd name="connsiteY1" fmla="*/ 0 h 1068836"/>
                <a:gd name="connsiteX2" fmla="*/ 220240 w 220240"/>
                <a:gd name="connsiteY2" fmla="*/ 1027869 h 1068836"/>
                <a:gd name="connsiteX3" fmla="*/ 68 w 220240"/>
                <a:gd name="connsiteY3" fmla="*/ 986902 h 1068836"/>
                <a:gd name="connsiteX4" fmla="*/ 20385 w 220240"/>
                <a:gd name="connsiteY4" fmla="*/ 745656 h 1068836"/>
                <a:gd name="connsiteX0" fmla="*/ 15446 w 215301"/>
                <a:gd name="connsiteY0" fmla="*/ 745656 h 1057581"/>
                <a:gd name="connsiteX1" fmla="*/ 209366 w 215301"/>
                <a:gd name="connsiteY1" fmla="*/ 0 h 1057581"/>
                <a:gd name="connsiteX2" fmla="*/ 215301 w 215301"/>
                <a:gd name="connsiteY2" fmla="*/ 1027869 h 1057581"/>
                <a:gd name="connsiteX3" fmla="*/ 87 w 215301"/>
                <a:gd name="connsiteY3" fmla="*/ 888484 h 1057581"/>
                <a:gd name="connsiteX4" fmla="*/ 15446 w 215301"/>
                <a:gd name="connsiteY4" fmla="*/ 745656 h 1057581"/>
                <a:gd name="connsiteX0" fmla="*/ 15446 w 215301"/>
                <a:gd name="connsiteY0" fmla="*/ 745656 h 1063397"/>
                <a:gd name="connsiteX1" fmla="*/ 209366 w 215301"/>
                <a:gd name="connsiteY1" fmla="*/ 0 h 1063397"/>
                <a:gd name="connsiteX2" fmla="*/ 215301 w 215301"/>
                <a:gd name="connsiteY2" fmla="*/ 1027869 h 1063397"/>
                <a:gd name="connsiteX3" fmla="*/ 87 w 215301"/>
                <a:gd name="connsiteY3" fmla="*/ 888484 h 1063397"/>
                <a:gd name="connsiteX4" fmla="*/ 15446 w 215301"/>
                <a:gd name="connsiteY4" fmla="*/ 745656 h 1063397"/>
                <a:gd name="connsiteX0" fmla="*/ 15446 w 215301"/>
                <a:gd name="connsiteY0" fmla="*/ 745656 h 1027869"/>
                <a:gd name="connsiteX1" fmla="*/ 209366 w 215301"/>
                <a:gd name="connsiteY1" fmla="*/ 0 h 1027869"/>
                <a:gd name="connsiteX2" fmla="*/ 215301 w 215301"/>
                <a:gd name="connsiteY2" fmla="*/ 1027869 h 1027869"/>
                <a:gd name="connsiteX3" fmla="*/ 87 w 215301"/>
                <a:gd name="connsiteY3" fmla="*/ 888484 h 1027869"/>
                <a:gd name="connsiteX4" fmla="*/ 15446 w 215301"/>
                <a:gd name="connsiteY4" fmla="*/ 745656 h 10278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5301" h="1027869">
                  <a:moveTo>
                    <a:pt x="15446" y="745656"/>
                  </a:moveTo>
                  <a:lnTo>
                    <a:pt x="209366" y="0"/>
                  </a:lnTo>
                  <a:cubicBezTo>
                    <a:pt x="211344" y="342623"/>
                    <a:pt x="213323" y="685246"/>
                    <a:pt x="215301" y="1027869"/>
                  </a:cubicBezTo>
                  <a:cubicBezTo>
                    <a:pt x="115469" y="960083"/>
                    <a:pt x="99918" y="931665"/>
                    <a:pt x="87" y="888484"/>
                  </a:cubicBezTo>
                  <a:cubicBezTo>
                    <a:pt x="-1403" y="675204"/>
                    <a:pt x="16936" y="958936"/>
                    <a:pt x="15446" y="745656"/>
                  </a:cubicBezTo>
                  <a:close/>
                </a:path>
              </a:pathLst>
            </a:custGeom>
            <a:gradFill>
              <a:gsLst>
                <a:gs pos="0">
                  <a:schemeClr val="bg1">
                    <a:lumMod val="95000"/>
                  </a:schemeClr>
                </a:gs>
                <a:gs pos="100000">
                  <a:schemeClr val="accent6">
                    <a:lumMod val="20000"/>
                    <a:lumOff val="80000"/>
                  </a:schemeClr>
                </a:gs>
              </a:gsLst>
              <a:lin ang="0" scaled="0"/>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grpSp>
          <p:nvGrpSpPr>
            <p:cNvPr id="35" name="Group 950"/>
            <p:cNvGrpSpPr>
              <a:grpSpLocks/>
            </p:cNvGrpSpPr>
            <p:nvPr/>
          </p:nvGrpSpPr>
          <p:grpSpPr bwMode="auto">
            <a:xfrm>
              <a:off x="4990227" y="3351862"/>
              <a:ext cx="251561" cy="564103"/>
              <a:chOff x="4140" y="429"/>
              <a:chExt cx="1425" cy="2396"/>
            </a:xfrm>
          </p:grpSpPr>
          <p:sp>
            <p:nvSpPr>
              <p:cNvPr id="37" name="Freeform 951"/>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38" name="Rectangle 952"/>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p>
            </p:txBody>
          </p:sp>
          <p:sp>
            <p:nvSpPr>
              <p:cNvPr id="39" name="Freeform 953"/>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0" name="Freeform 954"/>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1" name="Rectangle 955"/>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p>
                <a:endParaRPr lang="en-US"/>
              </a:p>
            </p:txBody>
          </p:sp>
          <p:grpSp>
            <p:nvGrpSpPr>
              <p:cNvPr id="42" name="Group 956"/>
              <p:cNvGrpSpPr>
                <a:grpSpLocks/>
              </p:cNvGrpSpPr>
              <p:nvPr/>
            </p:nvGrpSpPr>
            <p:grpSpPr bwMode="auto">
              <a:xfrm>
                <a:off x="4749" y="668"/>
                <a:ext cx="581" cy="145"/>
                <a:chOff x="614" y="2568"/>
                <a:chExt cx="725" cy="139"/>
              </a:xfrm>
            </p:grpSpPr>
            <p:sp>
              <p:nvSpPr>
                <p:cNvPr id="67" name="AutoShape 957"/>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sp>
              <p:nvSpPr>
                <p:cNvPr id="68" name="AutoShape 958"/>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grpSp>
          <p:sp>
            <p:nvSpPr>
              <p:cNvPr id="43" name="Rectangle 959"/>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p>
                <a:endParaRPr lang="en-US"/>
              </a:p>
            </p:txBody>
          </p:sp>
          <p:grpSp>
            <p:nvGrpSpPr>
              <p:cNvPr id="44" name="Group 960"/>
              <p:cNvGrpSpPr>
                <a:grpSpLocks/>
              </p:cNvGrpSpPr>
              <p:nvPr/>
            </p:nvGrpSpPr>
            <p:grpSpPr bwMode="auto">
              <a:xfrm>
                <a:off x="4747" y="994"/>
                <a:ext cx="581" cy="134"/>
                <a:chOff x="614" y="2568"/>
                <a:chExt cx="725" cy="139"/>
              </a:xfrm>
            </p:grpSpPr>
            <p:sp>
              <p:nvSpPr>
                <p:cNvPr id="65" name="AutoShape 961"/>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sp>
              <p:nvSpPr>
                <p:cNvPr id="66" name="AutoShape 962"/>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grpSp>
          <p:sp>
            <p:nvSpPr>
              <p:cNvPr id="45" name="Rectangle 963"/>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p>
                <a:endParaRPr lang="en-US"/>
              </a:p>
            </p:txBody>
          </p:sp>
          <p:sp>
            <p:nvSpPr>
              <p:cNvPr id="46" name="Rectangle 964"/>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p>
                <a:endParaRPr lang="en-US"/>
              </a:p>
            </p:txBody>
          </p:sp>
          <p:grpSp>
            <p:nvGrpSpPr>
              <p:cNvPr id="47" name="Group 965"/>
              <p:cNvGrpSpPr>
                <a:grpSpLocks/>
              </p:cNvGrpSpPr>
              <p:nvPr/>
            </p:nvGrpSpPr>
            <p:grpSpPr bwMode="auto">
              <a:xfrm>
                <a:off x="4735" y="1627"/>
                <a:ext cx="582" cy="151"/>
                <a:chOff x="614" y="2568"/>
                <a:chExt cx="725" cy="139"/>
              </a:xfrm>
            </p:grpSpPr>
            <p:sp>
              <p:nvSpPr>
                <p:cNvPr id="63" name="AutoShape 966"/>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sp>
              <p:nvSpPr>
                <p:cNvPr id="64" name="AutoShape 967"/>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grpSp>
          <p:sp>
            <p:nvSpPr>
              <p:cNvPr id="48" name="Freeform 968"/>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grpSp>
            <p:nvGrpSpPr>
              <p:cNvPr id="49" name="Group 969"/>
              <p:cNvGrpSpPr>
                <a:grpSpLocks/>
              </p:cNvGrpSpPr>
              <p:nvPr/>
            </p:nvGrpSpPr>
            <p:grpSpPr bwMode="auto">
              <a:xfrm>
                <a:off x="4739" y="1327"/>
                <a:ext cx="582" cy="139"/>
                <a:chOff x="614" y="2568"/>
                <a:chExt cx="725" cy="139"/>
              </a:xfrm>
            </p:grpSpPr>
            <p:sp>
              <p:nvSpPr>
                <p:cNvPr id="61" name="AutoShape 970"/>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sp>
              <p:nvSpPr>
                <p:cNvPr id="62" name="AutoShape 971"/>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grpSp>
          <p:sp>
            <p:nvSpPr>
              <p:cNvPr id="50" name="Rectangle 972"/>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p>
                <a:endParaRPr lang="en-US"/>
              </a:p>
            </p:txBody>
          </p:sp>
          <p:sp>
            <p:nvSpPr>
              <p:cNvPr id="51" name="Freeform 973"/>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52" name="Freeform 974"/>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53" name="Oval 975"/>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sp>
            <p:nvSpPr>
              <p:cNvPr id="54" name="Freeform 976"/>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55" name="AutoShape 977"/>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p>
                <a:endParaRPr lang="en-US"/>
              </a:p>
            </p:txBody>
          </p:sp>
          <p:sp>
            <p:nvSpPr>
              <p:cNvPr id="56" name="AutoShape 978"/>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p>
                <a:endParaRPr lang="en-US"/>
              </a:p>
            </p:txBody>
          </p:sp>
          <p:sp>
            <p:nvSpPr>
              <p:cNvPr id="57" name="Oval 979"/>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sp>
            <p:nvSpPr>
              <p:cNvPr id="58" name="Oval 980"/>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algn="ctr" eaLnBrk="1" hangingPunct="1"/>
                <a:endParaRPr lang="en-US">
                  <a:solidFill>
                    <a:srgbClr val="FF0000"/>
                  </a:solidFill>
                </a:endParaRPr>
              </a:p>
            </p:txBody>
          </p:sp>
          <p:sp>
            <p:nvSpPr>
              <p:cNvPr id="59" name="Oval 981"/>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sp>
            <p:nvSpPr>
              <p:cNvPr id="60" name="Rectangle 982"/>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p>
                <a:endParaRPr lang="en-US"/>
              </a:p>
            </p:txBody>
          </p:sp>
        </p:grpSp>
        <p:sp>
          <p:nvSpPr>
            <p:cNvPr id="36" name="TextBox 35"/>
            <p:cNvSpPr txBox="1"/>
            <p:nvPr/>
          </p:nvSpPr>
          <p:spPr>
            <a:xfrm>
              <a:off x="5377031" y="3090332"/>
              <a:ext cx="2659202" cy="615553"/>
            </a:xfrm>
            <a:prstGeom prst="rect">
              <a:avLst/>
            </a:prstGeom>
            <a:noFill/>
          </p:spPr>
          <p:txBody>
            <a:bodyPr wrap="none" rtlCol="0">
              <a:spAutoFit/>
            </a:bodyPr>
            <a:lstStyle/>
            <a:p>
              <a:pPr algn="ctr"/>
              <a:r>
                <a:rPr lang="en-US" dirty="0"/>
                <a:t>SDN Controller</a:t>
              </a:r>
            </a:p>
            <a:p>
              <a:pPr algn="ctr"/>
              <a:r>
                <a:rPr lang="en-US" sz="1600" dirty="0"/>
                <a:t>(network operating system)</a:t>
              </a:r>
            </a:p>
          </p:txBody>
        </p:sp>
      </p:grpSp>
      <p:sp>
        <p:nvSpPr>
          <p:cNvPr id="15" name="TextBox 14"/>
          <p:cNvSpPr txBox="1"/>
          <p:nvPr/>
        </p:nvSpPr>
        <p:spPr>
          <a:xfrm>
            <a:off x="6837708" y="1562205"/>
            <a:ext cx="595035" cy="584776"/>
          </a:xfrm>
          <a:prstGeom prst="rect">
            <a:avLst/>
          </a:prstGeom>
          <a:noFill/>
        </p:spPr>
        <p:txBody>
          <a:bodyPr wrap="none" rtlCol="0">
            <a:spAutoFit/>
          </a:bodyPr>
          <a:lstStyle/>
          <a:p>
            <a:r>
              <a:rPr lang="en-US" sz="3200" dirty="0">
                <a:solidFill>
                  <a:srgbClr val="008000"/>
                </a:solidFill>
              </a:rPr>
              <a:t>…</a:t>
            </a:r>
          </a:p>
        </p:txBody>
      </p:sp>
      <p:grpSp>
        <p:nvGrpSpPr>
          <p:cNvPr id="16" name="Group 15"/>
          <p:cNvGrpSpPr/>
          <p:nvPr/>
        </p:nvGrpSpPr>
        <p:grpSpPr>
          <a:xfrm>
            <a:off x="5165914" y="1781366"/>
            <a:ext cx="1023471" cy="590176"/>
            <a:chOff x="4721412" y="1277470"/>
            <a:chExt cx="1023471" cy="590176"/>
          </a:xfrm>
        </p:grpSpPr>
        <p:sp>
          <p:nvSpPr>
            <p:cNvPr id="31" name="Oval 30"/>
            <p:cNvSpPr/>
            <p:nvPr/>
          </p:nvSpPr>
          <p:spPr bwMode="auto">
            <a:xfrm>
              <a:off x="4721412" y="1277470"/>
              <a:ext cx="1023471" cy="590176"/>
            </a:xfrm>
            <a:prstGeom prst="ellipse">
              <a:avLst/>
            </a:prstGeom>
            <a:solidFill>
              <a:srgbClr val="008000">
                <a:alpha val="70000"/>
              </a:srgbClr>
            </a:solidFill>
            <a:ln>
              <a:solidFill>
                <a:srgbClr val="008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32" name="TextBox 31"/>
            <p:cNvSpPr txBox="1"/>
            <p:nvPr/>
          </p:nvSpPr>
          <p:spPr>
            <a:xfrm>
              <a:off x="4792385" y="1374585"/>
              <a:ext cx="890463" cy="369332"/>
            </a:xfrm>
            <a:prstGeom prst="rect">
              <a:avLst/>
            </a:prstGeom>
            <a:noFill/>
          </p:spPr>
          <p:txBody>
            <a:bodyPr wrap="none" rtlCol="0">
              <a:spAutoFit/>
            </a:bodyPr>
            <a:lstStyle/>
            <a:p>
              <a:pPr algn="ctr"/>
              <a:r>
                <a:rPr lang="en-US" dirty="0"/>
                <a:t>routing</a:t>
              </a:r>
            </a:p>
          </p:txBody>
        </p:sp>
      </p:grpSp>
      <p:grpSp>
        <p:nvGrpSpPr>
          <p:cNvPr id="17" name="Group 16"/>
          <p:cNvGrpSpPr/>
          <p:nvPr/>
        </p:nvGrpSpPr>
        <p:grpSpPr>
          <a:xfrm>
            <a:off x="6000628" y="2302316"/>
            <a:ext cx="1023471" cy="590176"/>
            <a:chOff x="6106459" y="1967753"/>
            <a:chExt cx="1023471" cy="590176"/>
          </a:xfrm>
        </p:grpSpPr>
        <p:sp>
          <p:nvSpPr>
            <p:cNvPr id="29" name="Oval 28"/>
            <p:cNvSpPr/>
            <p:nvPr/>
          </p:nvSpPr>
          <p:spPr bwMode="auto">
            <a:xfrm>
              <a:off x="6106459" y="1967753"/>
              <a:ext cx="1023471" cy="590176"/>
            </a:xfrm>
            <a:prstGeom prst="ellipse">
              <a:avLst/>
            </a:prstGeom>
            <a:solidFill>
              <a:srgbClr val="008000">
                <a:alpha val="70000"/>
              </a:srgbClr>
            </a:solidFill>
            <a:ln>
              <a:solidFill>
                <a:srgbClr val="008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30" name="TextBox 29"/>
            <p:cNvSpPr txBox="1"/>
            <p:nvPr/>
          </p:nvSpPr>
          <p:spPr>
            <a:xfrm>
              <a:off x="6177429" y="1997637"/>
              <a:ext cx="903087" cy="544765"/>
            </a:xfrm>
            <a:prstGeom prst="rect">
              <a:avLst/>
            </a:prstGeom>
            <a:noFill/>
          </p:spPr>
          <p:txBody>
            <a:bodyPr wrap="none" rtlCol="0">
              <a:spAutoFit/>
            </a:bodyPr>
            <a:lstStyle/>
            <a:p>
              <a:pPr algn="ctr">
                <a:lnSpc>
                  <a:spcPct val="80000"/>
                </a:lnSpc>
              </a:pPr>
              <a:r>
                <a:rPr lang="en-US" dirty="0"/>
                <a:t>access </a:t>
              </a:r>
            </a:p>
            <a:p>
              <a:pPr algn="ctr">
                <a:lnSpc>
                  <a:spcPct val="80000"/>
                </a:lnSpc>
              </a:pPr>
              <a:r>
                <a:rPr lang="en-US" dirty="0"/>
                <a:t>control</a:t>
              </a:r>
            </a:p>
          </p:txBody>
        </p:sp>
      </p:grpSp>
      <p:grpSp>
        <p:nvGrpSpPr>
          <p:cNvPr id="18" name="Group 17"/>
          <p:cNvGrpSpPr/>
          <p:nvPr/>
        </p:nvGrpSpPr>
        <p:grpSpPr>
          <a:xfrm>
            <a:off x="7230837" y="2260771"/>
            <a:ext cx="1023471" cy="590176"/>
            <a:chOff x="6938682" y="977153"/>
            <a:chExt cx="1023471" cy="590176"/>
          </a:xfrm>
        </p:grpSpPr>
        <p:sp>
          <p:nvSpPr>
            <p:cNvPr id="27" name="Oval 26"/>
            <p:cNvSpPr/>
            <p:nvPr/>
          </p:nvSpPr>
          <p:spPr bwMode="auto">
            <a:xfrm>
              <a:off x="6938682" y="977153"/>
              <a:ext cx="1023471" cy="590176"/>
            </a:xfrm>
            <a:prstGeom prst="ellipse">
              <a:avLst/>
            </a:prstGeom>
            <a:solidFill>
              <a:srgbClr val="008000">
                <a:alpha val="70000"/>
              </a:srgbClr>
            </a:solidFill>
            <a:ln>
              <a:solidFill>
                <a:srgbClr val="008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8" name="TextBox 27"/>
            <p:cNvSpPr txBox="1"/>
            <p:nvPr/>
          </p:nvSpPr>
          <p:spPr>
            <a:xfrm>
              <a:off x="6964568" y="1007037"/>
              <a:ext cx="993256" cy="544765"/>
            </a:xfrm>
            <a:prstGeom prst="rect">
              <a:avLst/>
            </a:prstGeom>
            <a:noFill/>
          </p:spPr>
          <p:txBody>
            <a:bodyPr wrap="none" rtlCol="0">
              <a:spAutoFit/>
            </a:bodyPr>
            <a:lstStyle/>
            <a:p>
              <a:pPr algn="ctr">
                <a:lnSpc>
                  <a:spcPct val="80000"/>
                </a:lnSpc>
              </a:pPr>
              <a:r>
                <a:rPr lang="en-US" dirty="0"/>
                <a:t>load</a:t>
              </a:r>
            </a:p>
            <a:p>
              <a:pPr algn="ctr">
                <a:lnSpc>
                  <a:spcPct val="80000"/>
                </a:lnSpc>
              </a:pPr>
              <a:r>
                <a:rPr lang="en-US" dirty="0"/>
                <a:t>balance</a:t>
              </a:r>
            </a:p>
          </p:txBody>
        </p:sp>
      </p:grpSp>
      <p:cxnSp>
        <p:nvCxnSpPr>
          <p:cNvPr id="19" name="Straight Arrow Connector 18"/>
          <p:cNvCxnSpPr/>
          <p:nvPr/>
        </p:nvCxnSpPr>
        <p:spPr bwMode="auto">
          <a:xfrm flipV="1">
            <a:off x="8627245" y="1721848"/>
            <a:ext cx="0" cy="1248832"/>
          </a:xfrm>
          <a:prstGeom prst="straightConnector1">
            <a:avLst/>
          </a:prstGeom>
          <a:solidFill>
            <a:schemeClr val="accent1"/>
          </a:solidFill>
          <a:ln w="9525" cap="flat" cmpd="sng" algn="ctr">
            <a:solidFill>
              <a:schemeClr val="tx1"/>
            </a:solidFill>
            <a:prstDash val="solid"/>
            <a:round/>
            <a:headEnd type="none" w="med" len="med"/>
            <a:tailEnd type="triangle"/>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20" name="Straight Arrow Connector 19"/>
          <p:cNvCxnSpPr/>
          <p:nvPr/>
        </p:nvCxnSpPr>
        <p:spPr bwMode="auto">
          <a:xfrm>
            <a:off x="8652645" y="3470081"/>
            <a:ext cx="0" cy="1524424"/>
          </a:xfrm>
          <a:prstGeom prst="straightConnector1">
            <a:avLst/>
          </a:prstGeom>
          <a:solidFill>
            <a:schemeClr val="accent1"/>
          </a:solidFill>
          <a:ln w="9525" cap="flat" cmpd="sng" algn="ctr">
            <a:solidFill>
              <a:schemeClr val="tx1"/>
            </a:solidFill>
            <a:prstDash val="solid"/>
            <a:round/>
            <a:headEnd type="none" w="med" len="med"/>
            <a:tailEnd type="triangle"/>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21" name="Straight Arrow Connector 20"/>
          <p:cNvCxnSpPr/>
          <p:nvPr/>
        </p:nvCxnSpPr>
        <p:spPr bwMode="auto">
          <a:xfrm>
            <a:off x="8661016" y="5885529"/>
            <a:ext cx="0" cy="414864"/>
          </a:xfrm>
          <a:prstGeom prst="straightConnector1">
            <a:avLst/>
          </a:prstGeom>
          <a:solidFill>
            <a:schemeClr val="accent1"/>
          </a:solidFill>
          <a:ln w="9525" cap="flat" cmpd="sng" algn="ctr">
            <a:solidFill>
              <a:schemeClr val="tx1"/>
            </a:solidFill>
            <a:prstDash val="solid"/>
            <a:round/>
            <a:headEnd type="none" w="med" len="med"/>
            <a:tailEnd type="triangle"/>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22" name="Straight Arrow Connector 21"/>
          <p:cNvCxnSpPr/>
          <p:nvPr/>
        </p:nvCxnSpPr>
        <p:spPr bwMode="auto">
          <a:xfrm flipV="1">
            <a:off x="8653320" y="5049925"/>
            <a:ext cx="0" cy="414864"/>
          </a:xfrm>
          <a:prstGeom prst="straightConnector1">
            <a:avLst/>
          </a:prstGeom>
          <a:solidFill>
            <a:schemeClr val="accent1"/>
          </a:solidFill>
          <a:ln w="9525" cap="flat" cmpd="sng" algn="ctr">
            <a:solidFill>
              <a:schemeClr val="tx1"/>
            </a:solidFill>
            <a:prstDash val="solid"/>
            <a:round/>
            <a:headEnd type="none" w="med" len="med"/>
            <a:tailEnd type="triangle"/>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sp>
        <p:nvSpPr>
          <p:cNvPr id="23" name="TextBox 399"/>
          <p:cNvSpPr txBox="1">
            <a:spLocks noChangeArrowheads="1"/>
          </p:cNvSpPr>
          <p:nvPr/>
        </p:nvSpPr>
        <p:spPr bwMode="auto">
          <a:xfrm>
            <a:off x="6650715" y="4739499"/>
            <a:ext cx="1635889" cy="28458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lnSpc>
                <a:spcPts val="1463"/>
              </a:lnSpc>
            </a:pPr>
            <a:r>
              <a:rPr lang="en-US" sz="1400" i="1" dirty="0"/>
              <a:t>southbound API</a:t>
            </a:r>
          </a:p>
        </p:txBody>
      </p:sp>
      <p:sp>
        <p:nvSpPr>
          <p:cNvPr id="24" name="TextBox 399"/>
          <p:cNvSpPr txBox="1">
            <a:spLocks noChangeArrowheads="1"/>
          </p:cNvSpPr>
          <p:nvPr/>
        </p:nvSpPr>
        <p:spPr bwMode="auto">
          <a:xfrm>
            <a:off x="6646778" y="3221681"/>
            <a:ext cx="1635889" cy="28458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lnSpc>
                <a:spcPts val="1463"/>
              </a:lnSpc>
            </a:pPr>
            <a:r>
              <a:rPr lang="en-US" sz="1400" i="1" dirty="0"/>
              <a:t>northbound API</a:t>
            </a:r>
          </a:p>
        </p:txBody>
      </p:sp>
      <p:sp>
        <p:nvSpPr>
          <p:cNvPr id="25" name="TextBox 399"/>
          <p:cNvSpPr txBox="1">
            <a:spLocks noChangeArrowheads="1"/>
          </p:cNvSpPr>
          <p:nvPr/>
        </p:nvSpPr>
        <p:spPr bwMode="auto">
          <a:xfrm>
            <a:off x="5507651" y="6299618"/>
            <a:ext cx="2302688" cy="28458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lnSpc>
                <a:spcPts val="1463"/>
              </a:lnSpc>
            </a:pPr>
            <a:r>
              <a:rPr lang="en-US" sz="1400" i="1" dirty="0"/>
              <a:t>SDN-controlled switches</a:t>
            </a:r>
          </a:p>
        </p:txBody>
      </p:sp>
      <p:sp>
        <p:nvSpPr>
          <p:cNvPr id="26" name="TextBox 399"/>
          <p:cNvSpPr txBox="1">
            <a:spLocks noChangeArrowheads="1"/>
          </p:cNvSpPr>
          <p:nvPr/>
        </p:nvSpPr>
        <p:spPr bwMode="auto">
          <a:xfrm>
            <a:off x="5707907" y="1414364"/>
            <a:ext cx="2381659" cy="28458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lnSpc>
                <a:spcPts val="1463"/>
              </a:lnSpc>
            </a:pPr>
            <a:r>
              <a:rPr lang="en-US" sz="1400" i="1" dirty="0"/>
              <a:t>network-control applications</a:t>
            </a:r>
          </a:p>
        </p:txBody>
      </p:sp>
      <p:sp>
        <p:nvSpPr>
          <p:cNvPr id="128" name="Rectangle 127"/>
          <p:cNvSpPr/>
          <p:nvPr/>
        </p:nvSpPr>
        <p:spPr bwMode="auto">
          <a:xfrm>
            <a:off x="4574869" y="1147463"/>
            <a:ext cx="3794540" cy="1851240"/>
          </a:xfrm>
          <a:prstGeom prst="rect">
            <a:avLst/>
          </a:prstGeom>
          <a:solidFill>
            <a:schemeClr val="bg1">
              <a:alpha val="77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29" name="Rectangle 128"/>
          <p:cNvSpPr/>
          <p:nvPr/>
        </p:nvSpPr>
        <p:spPr bwMode="auto">
          <a:xfrm>
            <a:off x="4558963" y="1315163"/>
            <a:ext cx="3794540" cy="1851240"/>
          </a:xfrm>
          <a:prstGeom prst="rect">
            <a:avLst/>
          </a:prstGeom>
          <a:solidFill>
            <a:schemeClr val="bg1">
              <a:alpha val="4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30" name="Rectangle 129"/>
          <p:cNvSpPr/>
          <p:nvPr/>
        </p:nvSpPr>
        <p:spPr bwMode="auto">
          <a:xfrm>
            <a:off x="4587026" y="5099336"/>
            <a:ext cx="3794540" cy="1592337"/>
          </a:xfrm>
          <a:prstGeom prst="rect">
            <a:avLst/>
          </a:prstGeom>
          <a:solidFill>
            <a:schemeClr val="bg1">
              <a:alpha val="77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31" name="Slide Number Placeholder 5"/>
          <p:cNvSpPr>
            <a:spLocks noGrp="1"/>
          </p:cNvSpPr>
          <p:nvPr>
            <p:ph type="sldNum" sz="quarter" idx="12"/>
          </p:nvPr>
        </p:nvSpPr>
        <p:spPr>
          <a:xfrm>
            <a:off x="2226470" y="6475895"/>
            <a:ext cx="548655" cy="272319"/>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200" dirty="0">
                <a:latin typeface="Tahoma" charset="0"/>
              </a:rPr>
              <a:t>5-</a:t>
            </a:r>
            <a:fld id="{8E8C6E93-DF5B-BC4B-80F9-500DED1EEDCC}" type="slidenum">
              <a:rPr lang="en-US" sz="1200">
                <a:latin typeface="Tahoma" charset="0"/>
              </a:rPr>
              <a:pPr/>
              <a:t>104</a:t>
            </a:fld>
            <a:endParaRPr lang="en-US" sz="1200" dirty="0">
              <a:latin typeface="Tahoma" charset="0"/>
            </a:endParaRPr>
          </a:p>
        </p:txBody>
      </p:sp>
      <p:sp>
        <p:nvSpPr>
          <p:cNvPr id="132" name="Footer Placeholder 2"/>
          <p:cNvSpPr>
            <a:spLocks noGrp="1"/>
          </p:cNvSpPr>
          <p:nvPr>
            <p:ph type="ftr" sz="quarter" idx="11"/>
          </p:nvPr>
        </p:nvSpPr>
        <p:spPr>
          <a:xfrm>
            <a:off x="145812" y="6475081"/>
            <a:ext cx="2177473" cy="241541"/>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200" dirty="0">
                <a:solidFill>
                  <a:srgbClr val="000000"/>
                </a:solidFill>
                <a:latin typeface="Tahoma" charset="0"/>
                <a:cs typeface="Arial" charset="0"/>
              </a:rPr>
              <a:t>Network Layer: Control Plane</a:t>
            </a:r>
          </a:p>
        </p:txBody>
      </p:sp>
    </p:spTree>
    <p:extLst>
      <p:ext uri="{BB962C8B-B14F-4D97-AF65-F5344CB8AC3E}">
        <p14:creationId xmlns:p14="http://schemas.microsoft.com/office/powerpoint/2010/main" val="4171199367"/>
      </p:ext>
    </p:extLst>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169" name="Text Box 167"/>
          <p:cNvSpPr txBox="1">
            <a:spLocks noChangeArrowheads="1"/>
          </p:cNvSpPr>
          <p:nvPr/>
        </p:nvSpPr>
        <p:spPr bwMode="auto">
          <a:xfrm>
            <a:off x="542925" y="236538"/>
            <a:ext cx="7220997" cy="6463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3600" dirty="0">
                <a:solidFill>
                  <a:srgbClr val="000099"/>
                </a:solidFill>
                <a:latin typeface="Gill Sans MT" charset="0"/>
              </a:rPr>
              <a:t>SDN perspective: control applications</a:t>
            </a:r>
          </a:p>
        </p:txBody>
      </p:sp>
      <p:pic>
        <p:nvPicPr>
          <p:cNvPr id="48170" name="Picture 5"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81025" y="776288"/>
            <a:ext cx="7159501" cy="19118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66" name="Content Placeholder 6"/>
          <p:cNvSpPr txBox="1">
            <a:spLocks/>
          </p:cNvSpPr>
          <p:nvPr/>
        </p:nvSpPr>
        <p:spPr bwMode="auto">
          <a:xfrm>
            <a:off x="524550" y="1248707"/>
            <a:ext cx="4333436" cy="5010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0" indent="0">
              <a:buNone/>
            </a:pPr>
            <a:r>
              <a:rPr lang="en-US" i="1" dirty="0">
                <a:solidFill>
                  <a:srgbClr val="CC0000"/>
                </a:solidFill>
              </a:rPr>
              <a:t>network-control apps:</a:t>
            </a:r>
          </a:p>
          <a:p>
            <a:r>
              <a:rPr lang="en-US" sz="2400" dirty="0"/>
              <a:t>“brains” of control:  implement control functions using lower-level services, API provided by SND controller</a:t>
            </a:r>
          </a:p>
          <a:p>
            <a:r>
              <a:rPr lang="en-US" sz="2400" i="1" dirty="0">
                <a:solidFill>
                  <a:srgbClr val="000000"/>
                </a:solidFill>
              </a:rPr>
              <a:t>unbundled: </a:t>
            </a:r>
            <a:r>
              <a:rPr lang="en-US" sz="2400" dirty="0"/>
              <a:t>can be provided by 3</a:t>
            </a:r>
            <a:r>
              <a:rPr lang="en-US" sz="2400" baseline="30000" dirty="0"/>
              <a:t>rd</a:t>
            </a:r>
            <a:r>
              <a:rPr lang="en-US" sz="2400" dirty="0"/>
              <a:t> party: distinct from routing vendor, or SDN controller</a:t>
            </a:r>
          </a:p>
          <a:p>
            <a:endParaRPr lang="en-US" dirty="0"/>
          </a:p>
        </p:txBody>
      </p:sp>
      <p:sp>
        <p:nvSpPr>
          <p:cNvPr id="9" name="TextBox 399"/>
          <p:cNvSpPr txBox="1">
            <a:spLocks noChangeArrowheads="1"/>
          </p:cNvSpPr>
          <p:nvPr/>
        </p:nvSpPr>
        <p:spPr bwMode="auto">
          <a:xfrm>
            <a:off x="8518490" y="5440585"/>
            <a:ext cx="286930" cy="47148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lnSpc>
                <a:spcPts val="1463"/>
              </a:lnSpc>
            </a:pPr>
            <a:r>
              <a:rPr lang="en-US" sz="1400" dirty="0"/>
              <a:t>data</a:t>
            </a:r>
          </a:p>
          <a:p>
            <a:pPr algn="ctr">
              <a:lnSpc>
                <a:spcPts val="1463"/>
              </a:lnSpc>
            </a:pPr>
            <a:r>
              <a:rPr lang="en-US" sz="1400" dirty="0"/>
              <a:t>plane</a:t>
            </a:r>
          </a:p>
        </p:txBody>
      </p:sp>
      <p:sp>
        <p:nvSpPr>
          <p:cNvPr id="10" name="TextBox 400"/>
          <p:cNvSpPr txBox="1">
            <a:spLocks noChangeArrowheads="1"/>
          </p:cNvSpPr>
          <p:nvPr/>
        </p:nvSpPr>
        <p:spPr bwMode="auto">
          <a:xfrm>
            <a:off x="8494972" y="2978227"/>
            <a:ext cx="342020" cy="47148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lnSpc>
                <a:spcPts val="1463"/>
              </a:lnSpc>
            </a:pPr>
            <a:r>
              <a:rPr lang="en-US" sz="1400" dirty="0"/>
              <a:t>control</a:t>
            </a:r>
          </a:p>
          <a:p>
            <a:pPr algn="ctr">
              <a:lnSpc>
                <a:spcPts val="1463"/>
              </a:lnSpc>
            </a:pPr>
            <a:r>
              <a:rPr lang="en-US" sz="1400" dirty="0"/>
              <a:t>plane</a:t>
            </a:r>
          </a:p>
        </p:txBody>
      </p:sp>
      <p:cxnSp>
        <p:nvCxnSpPr>
          <p:cNvPr id="11" name="Straight Connector 10"/>
          <p:cNvCxnSpPr/>
          <p:nvPr/>
        </p:nvCxnSpPr>
        <p:spPr bwMode="auto">
          <a:xfrm flipV="1">
            <a:off x="5272718" y="5033566"/>
            <a:ext cx="2791783" cy="14329"/>
          </a:xfrm>
          <a:prstGeom prst="line">
            <a:avLst/>
          </a:prstGeom>
          <a:ln w="25400">
            <a:solidFill>
              <a:schemeClr val="tx1"/>
            </a:solidFill>
            <a:prstDash val="dash"/>
          </a:ln>
          <a:effectLst/>
        </p:spPr>
        <p:style>
          <a:lnRef idx="2">
            <a:schemeClr val="accent1"/>
          </a:lnRef>
          <a:fillRef idx="0">
            <a:schemeClr val="accent1"/>
          </a:fillRef>
          <a:effectRef idx="1">
            <a:schemeClr val="accent1"/>
          </a:effectRef>
          <a:fontRef idx="minor">
            <a:schemeClr val="tx1"/>
          </a:fontRef>
        </p:style>
      </p:cxnSp>
      <p:cxnSp>
        <p:nvCxnSpPr>
          <p:cNvPr id="12" name="Straight Connector 11"/>
          <p:cNvCxnSpPr/>
          <p:nvPr/>
        </p:nvCxnSpPr>
        <p:spPr bwMode="auto">
          <a:xfrm flipV="1">
            <a:off x="5192283" y="3213235"/>
            <a:ext cx="3041550" cy="18563"/>
          </a:xfrm>
          <a:prstGeom prst="line">
            <a:avLst/>
          </a:prstGeom>
          <a:ln w="25400">
            <a:solidFill>
              <a:schemeClr val="tx1"/>
            </a:solidFill>
            <a:prstDash val="dash"/>
          </a:ln>
          <a:effectLst/>
        </p:spPr>
        <p:style>
          <a:lnRef idx="2">
            <a:schemeClr val="accent1"/>
          </a:lnRef>
          <a:fillRef idx="0">
            <a:schemeClr val="accent1"/>
          </a:fillRef>
          <a:effectRef idx="1">
            <a:schemeClr val="accent1"/>
          </a:effectRef>
          <a:fontRef idx="minor">
            <a:schemeClr val="tx1"/>
          </a:fontRef>
        </p:style>
      </p:cxnSp>
      <p:grpSp>
        <p:nvGrpSpPr>
          <p:cNvPr id="13" name="Group 12"/>
          <p:cNvGrpSpPr/>
          <p:nvPr/>
        </p:nvGrpSpPr>
        <p:grpSpPr>
          <a:xfrm>
            <a:off x="5164667" y="5329900"/>
            <a:ext cx="2979208" cy="973667"/>
            <a:chOff x="2592388" y="5601756"/>
            <a:chExt cx="4027487" cy="939800"/>
          </a:xfrm>
        </p:grpSpPr>
        <p:sp>
          <p:nvSpPr>
            <p:cNvPr id="69" name="Freeform 2"/>
            <p:cNvSpPr>
              <a:spLocks/>
            </p:cNvSpPr>
            <p:nvPr/>
          </p:nvSpPr>
          <p:spPr bwMode="auto">
            <a:xfrm>
              <a:off x="2592388" y="5601756"/>
              <a:ext cx="4027487" cy="939800"/>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0001" h="10125">
                  <a:moveTo>
                    <a:pt x="4" y="4039"/>
                  </a:moveTo>
                  <a:cubicBezTo>
                    <a:pt x="-29" y="2271"/>
                    <a:pt x="194" y="2100"/>
                    <a:pt x="715" y="1595"/>
                  </a:cubicBezTo>
                  <a:cubicBezTo>
                    <a:pt x="1236" y="1089"/>
                    <a:pt x="2417" y="1272"/>
                    <a:pt x="3130" y="1006"/>
                  </a:cubicBezTo>
                  <a:cubicBezTo>
                    <a:pt x="3843" y="740"/>
                    <a:pt x="4397" y="0"/>
                    <a:pt x="4995" y="0"/>
                  </a:cubicBezTo>
                  <a:cubicBezTo>
                    <a:pt x="5593" y="1"/>
                    <a:pt x="6206" y="926"/>
                    <a:pt x="6720" y="1009"/>
                  </a:cubicBezTo>
                  <a:cubicBezTo>
                    <a:pt x="7234" y="1092"/>
                    <a:pt x="7536" y="241"/>
                    <a:pt x="8082" y="497"/>
                  </a:cubicBezTo>
                  <a:cubicBezTo>
                    <a:pt x="8628" y="756"/>
                    <a:pt x="9854" y="442"/>
                    <a:pt x="9989" y="2989"/>
                  </a:cubicBezTo>
                  <a:cubicBezTo>
                    <a:pt x="10124" y="5536"/>
                    <a:pt x="9098" y="5742"/>
                    <a:pt x="8599" y="6797"/>
                  </a:cubicBezTo>
                  <a:cubicBezTo>
                    <a:pt x="8100" y="7852"/>
                    <a:pt x="7544" y="8981"/>
                    <a:pt x="6995" y="9322"/>
                  </a:cubicBezTo>
                  <a:cubicBezTo>
                    <a:pt x="6446" y="9663"/>
                    <a:pt x="5793" y="8957"/>
                    <a:pt x="5307" y="8843"/>
                  </a:cubicBezTo>
                  <a:cubicBezTo>
                    <a:pt x="4819" y="8726"/>
                    <a:pt x="4628" y="10048"/>
                    <a:pt x="4371" y="9912"/>
                  </a:cubicBezTo>
                  <a:cubicBezTo>
                    <a:pt x="4114" y="9775"/>
                    <a:pt x="3505" y="10355"/>
                    <a:pt x="3140" y="10019"/>
                  </a:cubicBezTo>
                  <a:cubicBezTo>
                    <a:pt x="2774" y="9683"/>
                    <a:pt x="2820" y="8138"/>
                    <a:pt x="2179" y="7895"/>
                  </a:cubicBezTo>
                  <a:cubicBezTo>
                    <a:pt x="1586" y="6800"/>
                    <a:pt x="1549" y="8137"/>
                    <a:pt x="1187" y="7495"/>
                  </a:cubicBezTo>
                  <a:cubicBezTo>
                    <a:pt x="825" y="6852"/>
                    <a:pt x="-7" y="6157"/>
                    <a:pt x="4" y="4039"/>
                  </a:cubicBezTo>
                  <a:close/>
                </a:path>
              </a:pathLst>
            </a:custGeom>
            <a:solidFill>
              <a:srgbClr val="66CCFF"/>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cxnSp>
          <p:nvCxnSpPr>
            <p:cNvPr id="70" name="Straight Connector 69"/>
            <p:cNvCxnSpPr/>
            <p:nvPr/>
          </p:nvCxnSpPr>
          <p:spPr>
            <a:xfrm flipV="1">
              <a:off x="3262941" y="5752569"/>
              <a:ext cx="1316038" cy="13176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1" name="Straight Connector 70"/>
            <p:cNvCxnSpPr/>
            <p:nvPr/>
          </p:nvCxnSpPr>
          <p:spPr>
            <a:xfrm>
              <a:off x="3151816" y="5939894"/>
              <a:ext cx="2259013" cy="29845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2" name="Straight Connector 71"/>
            <p:cNvCxnSpPr/>
            <p:nvPr/>
          </p:nvCxnSpPr>
          <p:spPr>
            <a:xfrm>
              <a:off x="3164516" y="6044669"/>
              <a:ext cx="714375" cy="27622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3" name="Straight Connector 72"/>
            <p:cNvCxnSpPr/>
            <p:nvPr/>
          </p:nvCxnSpPr>
          <p:spPr>
            <a:xfrm flipV="1">
              <a:off x="4182104" y="6238344"/>
              <a:ext cx="1247775" cy="8255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4" name="Straight Connector 73"/>
            <p:cNvCxnSpPr/>
            <p:nvPr/>
          </p:nvCxnSpPr>
          <p:spPr>
            <a:xfrm>
              <a:off x="4842504" y="5785906"/>
              <a:ext cx="1057275" cy="12382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5" name="Straight Connector 74"/>
            <p:cNvCxnSpPr/>
            <p:nvPr/>
          </p:nvCxnSpPr>
          <p:spPr>
            <a:xfrm flipV="1">
              <a:off x="4126541" y="5939894"/>
              <a:ext cx="1790700" cy="29845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6" name="Straight Connector 75"/>
            <p:cNvCxnSpPr/>
            <p:nvPr/>
          </p:nvCxnSpPr>
          <p:spPr>
            <a:xfrm flipV="1">
              <a:off x="5453691" y="5968469"/>
              <a:ext cx="588963" cy="26987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7" name="Straight Connector 76"/>
            <p:cNvCxnSpPr/>
            <p:nvPr/>
          </p:nvCxnSpPr>
          <p:spPr>
            <a:xfrm>
              <a:off x="4596441" y="5752569"/>
              <a:ext cx="814388" cy="40163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78" name="Group 347"/>
            <p:cNvGrpSpPr>
              <a:grpSpLocks/>
            </p:cNvGrpSpPr>
            <p:nvPr/>
          </p:nvGrpSpPr>
          <p:grpSpPr bwMode="auto">
            <a:xfrm>
              <a:off x="5856401" y="5796097"/>
              <a:ext cx="588970" cy="242608"/>
              <a:chOff x="1871277" y="1576300"/>
              <a:chExt cx="1128371" cy="437861"/>
            </a:xfrm>
          </p:grpSpPr>
          <p:sp>
            <p:nvSpPr>
              <p:cNvPr id="119" name="Oval 118"/>
              <p:cNvSpPr/>
              <p:nvPr/>
            </p:nvSpPr>
            <p:spPr bwMode="auto">
              <a:xfrm flipV="1">
                <a:off x="1874446" y="1694641"/>
                <a:ext cx="1125202"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20" name="Rectangle 119"/>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21" name="Oval 120"/>
              <p:cNvSpPr/>
              <p:nvPr/>
            </p:nvSpPr>
            <p:spPr bwMode="auto">
              <a:xfrm flipV="1">
                <a:off x="1871277" y="1576300"/>
                <a:ext cx="1125200"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22" name="Freeform 121"/>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23" name="Freeform 122"/>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24" name="Freeform 123"/>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25" name="Freeform 124"/>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26" name="Straight Connector 125"/>
              <p:cNvCxnSpPr>
                <a:endCxn id="121" idx="2"/>
              </p:cNvCxnSpPr>
              <p:nvPr/>
            </p:nvCxnSpPr>
            <p:spPr bwMode="auto">
              <a:xfrm flipH="1" flipV="1">
                <a:off x="1871277" y="1737243"/>
                <a:ext cx="3169"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27" name="Straight Connector 126"/>
              <p:cNvCxnSpPr/>
              <p:nvPr/>
            </p:nvCxnSpPr>
            <p:spPr bwMode="auto">
              <a:xfrm flipH="1" flipV="1">
                <a:off x="2996477" y="1734877"/>
                <a:ext cx="3171"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79" name="Group 347"/>
            <p:cNvGrpSpPr>
              <a:grpSpLocks/>
            </p:cNvGrpSpPr>
            <p:nvPr/>
          </p:nvGrpSpPr>
          <p:grpSpPr bwMode="auto">
            <a:xfrm>
              <a:off x="4375328" y="5654000"/>
              <a:ext cx="588970" cy="242608"/>
              <a:chOff x="1871277" y="1576300"/>
              <a:chExt cx="1128371" cy="437861"/>
            </a:xfrm>
          </p:grpSpPr>
          <p:sp>
            <p:nvSpPr>
              <p:cNvPr id="110" name="Oval 109"/>
              <p:cNvSpPr/>
              <p:nvPr/>
            </p:nvSpPr>
            <p:spPr bwMode="auto">
              <a:xfrm flipV="1">
                <a:off x="1874446" y="1694641"/>
                <a:ext cx="1125202"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11" name="Rectangle 110"/>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12" name="Oval 111"/>
              <p:cNvSpPr/>
              <p:nvPr/>
            </p:nvSpPr>
            <p:spPr bwMode="auto">
              <a:xfrm flipV="1">
                <a:off x="1871277" y="1576300"/>
                <a:ext cx="1125200"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13" name="Freeform 112"/>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14" name="Freeform 113"/>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15" name="Freeform 114"/>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16" name="Freeform 115"/>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17" name="Straight Connector 116"/>
              <p:cNvCxnSpPr>
                <a:endCxn id="112" idx="2"/>
              </p:cNvCxnSpPr>
              <p:nvPr/>
            </p:nvCxnSpPr>
            <p:spPr bwMode="auto">
              <a:xfrm flipH="1" flipV="1">
                <a:off x="1871277" y="1737243"/>
                <a:ext cx="3169"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18" name="Straight Connector 117"/>
              <p:cNvCxnSpPr/>
              <p:nvPr/>
            </p:nvCxnSpPr>
            <p:spPr bwMode="auto">
              <a:xfrm flipH="1" flipV="1">
                <a:off x="2996477" y="1734877"/>
                <a:ext cx="3171"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80" name="Group 347"/>
            <p:cNvGrpSpPr>
              <a:grpSpLocks/>
            </p:cNvGrpSpPr>
            <p:nvPr/>
          </p:nvGrpSpPr>
          <p:grpSpPr bwMode="auto">
            <a:xfrm>
              <a:off x="2848241" y="5847813"/>
              <a:ext cx="588970" cy="242608"/>
              <a:chOff x="1871277" y="1576300"/>
              <a:chExt cx="1128371" cy="437861"/>
            </a:xfrm>
          </p:grpSpPr>
          <p:sp>
            <p:nvSpPr>
              <p:cNvPr id="101" name="Oval 100"/>
              <p:cNvSpPr/>
              <p:nvPr/>
            </p:nvSpPr>
            <p:spPr bwMode="auto">
              <a:xfrm flipV="1">
                <a:off x="1874446" y="1694641"/>
                <a:ext cx="1125202"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02" name="Rectangle 101"/>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03" name="Oval 102"/>
              <p:cNvSpPr/>
              <p:nvPr/>
            </p:nvSpPr>
            <p:spPr bwMode="auto">
              <a:xfrm flipV="1">
                <a:off x="1871277" y="1576300"/>
                <a:ext cx="1125200"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04" name="Freeform 103"/>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05" name="Freeform 104"/>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06" name="Freeform 105"/>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07" name="Freeform 106"/>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08" name="Straight Connector 107"/>
              <p:cNvCxnSpPr>
                <a:endCxn id="103" idx="2"/>
              </p:cNvCxnSpPr>
              <p:nvPr/>
            </p:nvCxnSpPr>
            <p:spPr bwMode="auto">
              <a:xfrm flipH="1" flipV="1">
                <a:off x="1871277" y="1737243"/>
                <a:ext cx="3169"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09" name="Straight Connector 108"/>
              <p:cNvCxnSpPr/>
              <p:nvPr/>
            </p:nvCxnSpPr>
            <p:spPr bwMode="auto">
              <a:xfrm flipH="1" flipV="1">
                <a:off x="2996477" y="1734877"/>
                <a:ext cx="3171"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81" name="Group 347"/>
            <p:cNvGrpSpPr>
              <a:grpSpLocks/>
            </p:cNvGrpSpPr>
            <p:nvPr/>
          </p:nvGrpSpPr>
          <p:grpSpPr bwMode="auto">
            <a:xfrm>
              <a:off x="5166757" y="6114152"/>
              <a:ext cx="588970" cy="242608"/>
              <a:chOff x="1871277" y="1576300"/>
              <a:chExt cx="1128371" cy="437861"/>
            </a:xfrm>
          </p:grpSpPr>
          <p:sp>
            <p:nvSpPr>
              <p:cNvPr id="92" name="Oval 91"/>
              <p:cNvSpPr/>
              <p:nvPr/>
            </p:nvSpPr>
            <p:spPr bwMode="auto">
              <a:xfrm flipV="1">
                <a:off x="1874446" y="1694641"/>
                <a:ext cx="1125202"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93" name="Rectangle 92"/>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94" name="Oval 93"/>
              <p:cNvSpPr/>
              <p:nvPr/>
            </p:nvSpPr>
            <p:spPr bwMode="auto">
              <a:xfrm flipV="1">
                <a:off x="1871277" y="1576300"/>
                <a:ext cx="1125200"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95" name="Freeform 94"/>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96" name="Freeform 95"/>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97" name="Freeform 96"/>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98" name="Freeform 97"/>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99" name="Straight Connector 98"/>
              <p:cNvCxnSpPr>
                <a:endCxn id="94" idx="2"/>
              </p:cNvCxnSpPr>
              <p:nvPr/>
            </p:nvCxnSpPr>
            <p:spPr bwMode="auto">
              <a:xfrm flipH="1" flipV="1">
                <a:off x="1871277" y="1737243"/>
                <a:ext cx="3169"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00" name="Straight Connector 99"/>
              <p:cNvCxnSpPr/>
              <p:nvPr/>
            </p:nvCxnSpPr>
            <p:spPr bwMode="auto">
              <a:xfrm flipH="1" flipV="1">
                <a:off x="2996477" y="1734877"/>
                <a:ext cx="3171"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82" name="Group 347"/>
            <p:cNvGrpSpPr>
              <a:grpSpLocks/>
            </p:cNvGrpSpPr>
            <p:nvPr/>
          </p:nvGrpSpPr>
          <p:grpSpPr bwMode="auto">
            <a:xfrm>
              <a:off x="3704088" y="6206732"/>
              <a:ext cx="588970" cy="242608"/>
              <a:chOff x="1871277" y="1576300"/>
              <a:chExt cx="1128371" cy="437861"/>
            </a:xfrm>
          </p:grpSpPr>
          <p:sp>
            <p:nvSpPr>
              <p:cNvPr id="83" name="Oval 82"/>
              <p:cNvSpPr/>
              <p:nvPr/>
            </p:nvSpPr>
            <p:spPr bwMode="auto">
              <a:xfrm flipV="1">
                <a:off x="1874446" y="1694641"/>
                <a:ext cx="1125202"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84" name="Rectangle 83"/>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85" name="Oval 84"/>
              <p:cNvSpPr/>
              <p:nvPr/>
            </p:nvSpPr>
            <p:spPr bwMode="auto">
              <a:xfrm flipV="1">
                <a:off x="1871277" y="1576300"/>
                <a:ext cx="1125200"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86" name="Freeform 85"/>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87" name="Freeform 86"/>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88" name="Freeform 87"/>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89" name="Freeform 88"/>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90" name="Straight Connector 89"/>
              <p:cNvCxnSpPr>
                <a:endCxn id="85" idx="2"/>
              </p:cNvCxnSpPr>
              <p:nvPr/>
            </p:nvCxnSpPr>
            <p:spPr bwMode="auto">
              <a:xfrm flipH="1" flipV="1">
                <a:off x="1871277" y="1737243"/>
                <a:ext cx="3169"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91" name="Straight Connector 90"/>
              <p:cNvCxnSpPr/>
              <p:nvPr/>
            </p:nvCxnSpPr>
            <p:spPr bwMode="auto">
              <a:xfrm flipH="1" flipV="1">
                <a:off x="2996477" y="1734877"/>
                <a:ext cx="3171"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grpSp>
        <p:nvGrpSpPr>
          <p:cNvPr id="14" name="Group 13"/>
          <p:cNvGrpSpPr/>
          <p:nvPr/>
        </p:nvGrpSpPr>
        <p:grpSpPr>
          <a:xfrm>
            <a:off x="4990227" y="3550652"/>
            <a:ext cx="3116606" cy="1053561"/>
            <a:chOff x="4990227" y="2877416"/>
            <a:chExt cx="3116606" cy="1053561"/>
          </a:xfrm>
        </p:grpSpPr>
        <p:sp>
          <p:nvSpPr>
            <p:cNvPr id="33" name="Rectangle 32"/>
            <p:cNvSpPr/>
            <p:nvPr/>
          </p:nvSpPr>
          <p:spPr bwMode="auto">
            <a:xfrm>
              <a:off x="5418665" y="2913389"/>
              <a:ext cx="2688168" cy="1017588"/>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sp>
          <p:nvSpPr>
            <p:cNvPr id="34" name="Freeform 33"/>
            <p:cNvSpPr/>
            <p:nvPr/>
          </p:nvSpPr>
          <p:spPr bwMode="auto">
            <a:xfrm>
              <a:off x="5218221" y="2877416"/>
              <a:ext cx="213773" cy="1028160"/>
            </a:xfrm>
            <a:custGeom>
              <a:avLst/>
              <a:gdLst>
                <a:gd name="connsiteX0" fmla="*/ 0 w 312616"/>
                <a:gd name="connsiteY0" fmla="*/ 644770 h 1367693"/>
                <a:gd name="connsiteX1" fmla="*/ 312616 w 312616"/>
                <a:gd name="connsiteY1" fmla="*/ 0 h 1367693"/>
                <a:gd name="connsiteX2" fmla="*/ 312616 w 312616"/>
                <a:gd name="connsiteY2" fmla="*/ 1016000 h 1367693"/>
                <a:gd name="connsiteX3" fmla="*/ 117231 w 312616"/>
                <a:gd name="connsiteY3" fmla="*/ 1367693 h 1367693"/>
                <a:gd name="connsiteX4" fmla="*/ 0 w 312616"/>
                <a:gd name="connsiteY4" fmla="*/ 644770 h 1367693"/>
                <a:gd name="connsiteX0" fmla="*/ 0 w 199855"/>
                <a:gd name="connsiteY0" fmla="*/ 733787 h 1367693"/>
                <a:gd name="connsiteX1" fmla="*/ 199855 w 199855"/>
                <a:gd name="connsiteY1" fmla="*/ 0 h 1367693"/>
                <a:gd name="connsiteX2" fmla="*/ 199855 w 199855"/>
                <a:gd name="connsiteY2" fmla="*/ 1016000 h 1367693"/>
                <a:gd name="connsiteX3" fmla="*/ 4470 w 199855"/>
                <a:gd name="connsiteY3" fmla="*/ 1367693 h 1367693"/>
                <a:gd name="connsiteX4" fmla="*/ 0 w 199855"/>
                <a:gd name="connsiteY4" fmla="*/ 733787 h 1367693"/>
                <a:gd name="connsiteX0" fmla="*/ 25203 w 225058"/>
                <a:gd name="connsiteY0" fmla="*/ 733787 h 1361758"/>
                <a:gd name="connsiteX1" fmla="*/ 225058 w 225058"/>
                <a:gd name="connsiteY1" fmla="*/ 0 h 1361758"/>
                <a:gd name="connsiteX2" fmla="*/ 225058 w 225058"/>
                <a:gd name="connsiteY2" fmla="*/ 1016000 h 1361758"/>
                <a:gd name="connsiteX3" fmla="*/ 0 w 225058"/>
                <a:gd name="connsiteY3" fmla="*/ 1361758 h 1361758"/>
                <a:gd name="connsiteX4" fmla="*/ 25203 w 225058"/>
                <a:gd name="connsiteY4" fmla="*/ 733787 h 1361758"/>
                <a:gd name="connsiteX0" fmla="*/ 25203 w 230992"/>
                <a:gd name="connsiteY0" fmla="*/ 787197 h 1415168"/>
                <a:gd name="connsiteX1" fmla="*/ 230992 w 230992"/>
                <a:gd name="connsiteY1" fmla="*/ 0 h 1415168"/>
                <a:gd name="connsiteX2" fmla="*/ 225058 w 230992"/>
                <a:gd name="connsiteY2" fmla="*/ 1069410 h 1415168"/>
                <a:gd name="connsiteX3" fmla="*/ 0 w 230992"/>
                <a:gd name="connsiteY3" fmla="*/ 1415168 h 1415168"/>
                <a:gd name="connsiteX4" fmla="*/ 25203 w 230992"/>
                <a:gd name="connsiteY4" fmla="*/ 787197 h 1415168"/>
                <a:gd name="connsiteX0" fmla="*/ 0 w 205789"/>
                <a:gd name="connsiteY0" fmla="*/ 787197 h 1427037"/>
                <a:gd name="connsiteX1" fmla="*/ 205789 w 205789"/>
                <a:gd name="connsiteY1" fmla="*/ 0 h 1427037"/>
                <a:gd name="connsiteX2" fmla="*/ 199855 w 205789"/>
                <a:gd name="connsiteY2" fmla="*/ 1069410 h 1427037"/>
                <a:gd name="connsiteX3" fmla="*/ 4471 w 205789"/>
                <a:gd name="connsiteY3" fmla="*/ 1427037 h 1427037"/>
                <a:gd name="connsiteX4" fmla="*/ 0 w 205789"/>
                <a:gd name="connsiteY4" fmla="*/ 787197 h 1427037"/>
                <a:gd name="connsiteX0" fmla="*/ 0 w 199855"/>
                <a:gd name="connsiteY0" fmla="*/ 745656 h 1385496"/>
                <a:gd name="connsiteX1" fmla="*/ 193920 w 199855"/>
                <a:gd name="connsiteY1" fmla="*/ 0 h 1385496"/>
                <a:gd name="connsiteX2" fmla="*/ 199855 w 199855"/>
                <a:gd name="connsiteY2" fmla="*/ 1027869 h 1385496"/>
                <a:gd name="connsiteX3" fmla="*/ 4471 w 199855"/>
                <a:gd name="connsiteY3" fmla="*/ 1385496 h 1385496"/>
                <a:gd name="connsiteX4" fmla="*/ 0 w 199855"/>
                <a:gd name="connsiteY4" fmla="*/ 745656 h 1385496"/>
                <a:gd name="connsiteX0" fmla="*/ 20385 w 220240"/>
                <a:gd name="connsiteY0" fmla="*/ 745656 h 1058154"/>
                <a:gd name="connsiteX1" fmla="*/ 214305 w 220240"/>
                <a:gd name="connsiteY1" fmla="*/ 0 h 1058154"/>
                <a:gd name="connsiteX2" fmla="*/ 220240 w 220240"/>
                <a:gd name="connsiteY2" fmla="*/ 1027869 h 1058154"/>
                <a:gd name="connsiteX3" fmla="*/ 68 w 220240"/>
                <a:gd name="connsiteY3" fmla="*/ 986902 h 1058154"/>
                <a:gd name="connsiteX4" fmla="*/ 20385 w 220240"/>
                <a:gd name="connsiteY4" fmla="*/ 745656 h 1058154"/>
                <a:gd name="connsiteX0" fmla="*/ 20385 w 220240"/>
                <a:gd name="connsiteY0" fmla="*/ 745656 h 1068836"/>
                <a:gd name="connsiteX1" fmla="*/ 214305 w 220240"/>
                <a:gd name="connsiteY1" fmla="*/ 0 h 1068836"/>
                <a:gd name="connsiteX2" fmla="*/ 220240 w 220240"/>
                <a:gd name="connsiteY2" fmla="*/ 1027869 h 1068836"/>
                <a:gd name="connsiteX3" fmla="*/ 68 w 220240"/>
                <a:gd name="connsiteY3" fmla="*/ 986902 h 1068836"/>
                <a:gd name="connsiteX4" fmla="*/ 20385 w 220240"/>
                <a:gd name="connsiteY4" fmla="*/ 745656 h 1068836"/>
                <a:gd name="connsiteX0" fmla="*/ 15446 w 215301"/>
                <a:gd name="connsiteY0" fmla="*/ 745656 h 1057581"/>
                <a:gd name="connsiteX1" fmla="*/ 209366 w 215301"/>
                <a:gd name="connsiteY1" fmla="*/ 0 h 1057581"/>
                <a:gd name="connsiteX2" fmla="*/ 215301 w 215301"/>
                <a:gd name="connsiteY2" fmla="*/ 1027869 h 1057581"/>
                <a:gd name="connsiteX3" fmla="*/ 87 w 215301"/>
                <a:gd name="connsiteY3" fmla="*/ 888484 h 1057581"/>
                <a:gd name="connsiteX4" fmla="*/ 15446 w 215301"/>
                <a:gd name="connsiteY4" fmla="*/ 745656 h 1057581"/>
                <a:gd name="connsiteX0" fmla="*/ 15446 w 215301"/>
                <a:gd name="connsiteY0" fmla="*/ 745656 h 1063397"/>
                <a:gd name="connsiteX1" fmla="*/ 209366 w 215301"/>
                <a:gd name="connsiteY1" fmla="*/ 0 h 1063397"/>
                <a:gd name="connsiteX2" fmla="*/ 215301 w 215301"/>
                <a:gd name="connsiteY2" fmla="*/ 1027869 h 1063397"/>
                <a:gd name="connsiteX3" fmla="*/ 87 w 215301"/>
                <a:gd name="connsiteY3" fmla="*/ 888484 h 1063397"/>
                <a:gd name="connsiteX4" fmla="*/ 15446 w 215301"/>
                <a:gd name="connsiteY4" fmla="*/ 745656 h 1063397"/>
                <a:gd name="connsiteX0" fmla="*/ 15446 w 215301"/>
                <a:gd name="connsiteY0" fmla="*/ 745656 h 1027869"/>
                <a:gd name="connsiteX1" fmla="*/ 209366 w 215301"/>
                <a:gd name="connsiteY1" fmla="*/ 0 h 1027869"/>
                <a:gd name="connsiteX2" fmla="*/ 215301 w 215301"/>
                <a:gd name="connsiteY2" fmla="*/ 1027869 h 1027869"/>
                <a:gd name="connsiteX3" fmla="*/ 87 w 215301"/>
                <a:gd name="connsiteY3" fmla="*/ 888484 h 1027869"/>
                <a:gd name="connsiteX4" fmla="*/ 15446 w 215301"/>
                <a:gd name="connsiteY4" fmla="*/ 745656 h 10278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5301" h="1027869">
                  <a:moveTo>
                    <a:pt x="15446" y="745656"/>
                  </a:moveTo>
                  <a:lnTo>
                    <a:pt x="209366" y="0"/>
                  </a:lnTo>
                  <a:cubicBezTo>
                    <a:pt x="211344" y="342623"/>
                    <a:pt x="213323" y="685246"/>
                    <a:pt x="215301" y="1027869"/>
                  </a:cubicBezTo>
                  <a:cubicBezTo>
                    <a:pt x="115469" y="960083"/>
                    <a:pt x="99918" y="931665"/>
                    <a:pt x="87" y="888484"/>
                  </a:cubicBezTo>
                  <a:cubicBezTo>
                    <a:pt x="-1403" y="675204"/>
                    <a:pt x="16936" y="958936"/>
                    <a:pt x="15446" y="745656"/>
                  </a:cubicBezTo>
                  <a:close/>
                </a:path>
              </a:pathLst>
            </a:custGeom>
            <a:gradFill>
              <a:gsLst>
                <a:gs pos="0">
                  <a:schemeClr val="bg1">
                    <a:lumMod val="95000"/>
                  </a:schemeClr>
                </a:gs>
                <a:gs pos="100000">
                  <a:schemeClr val="accent6">
                    <a:lumMod val="20000"/>
                    <a:lumOff val="80000"/>
                  </a:schemeClr>
                </a:gs>
              </a:gsLst>
              <a:lin ang="0" scaled="0"/>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grpSp>
          <p:nvGrpSpPr>
            <p:cNvPr id="35" name="Group 950"/>
            <p:cNvGrpSpPr>
              <a:grpSpLocks/>
            </p:cNvGrpSpPr>
            <p:nvPr/>
          </p:nvGrpSpPr>
          <p:grpSpPr bwMode="auto">
            <a:xfrm>
              <a:off x="4990227" y="3351862"/>
              <a:ext cx="251561" cy="564103"/>
              <a:chOff x="4140" y="429"/>
              <a:chExt cx="1425" cy="2396"/>
            </a:xfrm>
          </p:grpSpPr>
          <p:sp>
            <p:nvSpPr>
              <p:cNvPr id="37" name="Freeform 951"/>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38" name="Rectangle 952"/>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p>
            </p:txBody>
          </p:sp>
          <p:sp>
            <p:nvSpPr>
              <p:cNvPr id="39" name="Freeform 953"/>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0" name="Freeform 954"/>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1" name="Rectangle 955"/>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p>
                <a:endParaRPr lang="en-US"/>
              </a:p>
            </p:txBody>
          </p:sp>
          <p:grpSp>
            <p:nvGrpSpPr>
              <p:cNvPr id="42" name="Group 956"/>
              <p:cNvGrpSpPr>
                <a:grpSpLocks/>
              </p:cNvGrpSpPr>
              <p:nvPr/>
            </p:nvGrpSpPr>
            <p:grpSpPr bwMode="auto">
              <a:xfrm>
                <a:off x="4749" y="668"/>
                <a:ext cx="581" cy="145"/>
                <a:chOff x="614" y="2568"/>
                <a:chExt cx="725" cy="139"/>
              </a:xfrm>
            </p:grpSpPr>
            <p:sp>
              <p:nvSpPr>
                <p:cNvPr id="67" name="AutoShape 957"/>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sp>
              <p:nvSpPr>
                <p:cNvPr id="68" name="AutoShape 958"/>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grpSp>
          <p:sp>
            <p:nvSpPr>
              <p:cNvPr id="43" name="Rectangle 959"/>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p>
                <a:endParaRPr lang="en-US"/>
              </a:p>
            </p:txBody>
          </p:sp>
          <p:grpSp>
            <p:nvGrpSpPr>
              <p:cNvPr id="44" name="Group 960"/>
              <p:cNvGrpSpPr>
                <a:grpSpLocks/>
              </p:cNvGrpSpPr>
              <p:nvPr/>
            </p:nvGrpSpPr>
            <p:grpSpPr bwMode="auto">
              <a:xfrm>
                <a:off x="4747" y="994"/>
                <a:ext cx="581" cy="134"/>
                <a:chOff x="614" y="2568"/>
                <a:chExt cx="725" cy="139"/>
              </a:xfrm>
            </p:grpSpPr>
            <p:sp>
              <p:nvSpPr>
                <p:cNvPr id="65" name="AutoShape 961"/>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sp>
              <p:nvSpPr>
                <p:cNvPr id="66" name="AutoShape 962"/>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grpSp>
          <p:sp>
            <p:nvSpPr>
              <p:cNvPr id="45" name="Rectangle 963"/>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p>
                <a:endParaRPr lang="en-US"/>
              </a:p>
            </p:txBody>
          </p:sp>
          <p:sp>
            <p:nvSpPr>
              <p:cNvPr id="46" name="Rectangle 964"/>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p>
                <a:endParaRPr lang="en-US"/>
              </a:p>
            </p:txBody>
          </p:sp>
          <p:grpSp>
            <p:nvGrpSpPr>
              <p:cNvPr id="47" name="Group 965"/>
              <p:cNvGrpSpPr>
                <a:grpSpLocks/>
              </p:cNvGrpSpPr>
              <p:nvPr/>
            </p:nvGrpSpPr>
            <p:grpSpPr bwMode="auto">
              <a:xfrm>
                <a:off x="4735" y="1627"/>
                <a:ext cx="582" cy="151"/>
                <a:chOff x="614" y="2568"/>
                <a:chExt cx="725" cy="139"/>
              </a:xfrm>
            </p:grpSpPr>
            <p:sp>
              <p:nvSpPr>
                <p:cNvPr id="63" name="AutoShape 966"/>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sp>
              <p:nvSpPr>
                <p:cNvPr id="64" name="AutoShape 967"/>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grpSp>
          <p:sp>
            <p:nvSpPr>
              <p:cNvPr id="48" name="Freeform 968"/>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grpSp>
            <p:nvGrpSpPr>
              <p:cNvPr id="49" name="Group 969"/>
              <p:cNvGrpSpPr>
                <a:grpSpLocks/>
              </p:cNvGrpSpPr>
              <p:nvPr/>
            </p:nvGrpSpPr>
            <p:grpSpPr bwMode="auto">
              <a:xfrm>
                <a:off x="4739" y="1327"/>
                <a:ext cx="582" cy="139"/>
                <a:chOff x="614" y="2568"/>
                <a:chExt cx="725" cy="139"/>
              </a:xfrm>
            </p:grpSpPr>
            <p:sp>
              <p:nvSpPr>
                <p:cNvPr id="61" name="AutoShape 970"/>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sp>
              <p:nvSpPr>
                <p:cNvPr id="62" name="AutoShape 971"/>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grpSp>
          <p:sp>
            <p:nvSpPr>
              <p:cNvPr id="50" name="Rectangle 972"/>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p>
                <a:endParaRPr lang="en-US"/>
              </a:p>
            </p:txBody>
          </p:sp>
          <p:sp>
            <p:nvSpPr>
              <p:cNvPr id="51" name="Freeform 973"/>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52" name="Freeform 974"/>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53" name="Oval 975"/>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sp>
            <p:nvSpPr>
              <p:cNvPr id="54" name="Freeform 976"/>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55" name="AutoShape 977"/>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p>
                <a:endParaRPr lang="en-US"/>
              </a:p>
            </p:txBody>
          </p:sp>
          <p:sp>
            <p:nvSpPr>
              <p:cNvPr id="56" name="AutoShape 978"/>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p>
                <a:endParaRPr lang="en-US"/>
              </a:p>
            </p:txBody>
          </p:sp>
          <p:sp>
            <p:nvSpPr>
              <p:cNvPr id="57" name="Oval 979"/>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sp>
            <p:nvSpPr>
              <p:cNvPr id="58" name="Oval 980"/>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algn="ctr" eaLnBrk="1" hangingPunct="1"/>
                <a:endParaRPr lang="en-US">
                  <a:solidFill>
                    <a:srgbClr val="FF0000"/>
                  </a:solidFill>
                </a:endParaRPr>
              </a:p>
            </p:txBody>
          </p:sp>
          <p:sp>
            <p:nvSpPr>
              <p:cNvPr id="59" name="Oval 981"/>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sp>
            <p:nvSpPr>
              <p:cNvPr id="60" name="Rectangle 982"/>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p>
                <a:endParaRPr lang="en-US"/>
              </a:p>
            </p:txBody>
          </p:sp>
        </p:grpSp>
        <p:sp>
          <p:nvSpPr>
            <p:cNvPr id="36" name="TextBox 35"/>
            <p:cNvSpPr txBox="1"/>
            <p:nvPr/>
          </p:nvSpPr>
          <p:spPr>
            <a:xfrm>
              <a:off x="5377031" y="3090332"/>
              <a:ext cx="2659202" cy="615553"/>
            </a:xfrm>
            <a:prstGeom prst="rect">
              <a:avLst/>
            </a:prstGeom>
            <a:noFill/>
          </p:spPr>
          <p:txBody>
            <a:bodyPr wrap="none" rtlCol="0">
              <a:spAutoFit/>
            </a:bodyPr>
            <a:lstStyle/>
            <a:p>
              <a:pPr algn="ctr"/>
              <a:r>
                <a:rPr lang="en-US" dirty="0"/>
                <a:t>SDN Controller</a:t>
              </a:r>
            </a:p>
            <a:p>
              <a:pPr algn="ctr"/>
              <a:r>
                <a:rPr lang="en-US" sz="1600" dirty="0"/>
                <a:t>(network operating system)</a:t>
              </a:r>
            </a:p>
          </p:txBody>
        </p:sp>
      </p:grpSp>
      <p:sp>
        <p:nvSpPr>
          <p:cNvPr id="15" name="TextBox 14"/>
          <p:cNvSpPr txBox="1"/>
          <p:nvPr/>
        </p:nvSpPr>
        <p:spPr>
          <a:xfrm>
            <a:off x="6837708" y="1562205"/>
            <a:ext cx="595035" cy="584776"/>
          </a:xfrm>
          <a:prstGeom prst="rect">
            <a:avLst/>
          </a:prstGeom>
          <a:noFill/>
        </p:spPr>
        <p:txBody>
          <a:bodyPr wrap="none" rtlCol="0">
            <a:spAutoFit/>
          </a:bodyPr>
          <a:lstStyle/>
          <a:p>
            <a:r>
              <a:rPr lang="en-US" sz="3200" dirty="0">
                <a:solidFill>
                  <a:srgbClr val="008000"/>
                </a:solidFill>
              </a:rPr>
              <a:t>…</a:t>
            </a:r>
          </a:p>
        </p:txBody>
      </p:sp>
      <p:grpSp>
        <p:nvGrpSpPr>
          <p:cNvPr id="16" name="Group 15"/>
          <p:cNvGrpSpPr/>
          <p:nvPr/>
        </p:nvGrpSpPr>
        <p:grpSpPr>
          <a:xfrm>
            <a:off x="5165914" y="1781366"/>
            <a:ext cx="1023471" cy="590176"/>
            <a:chOff x="4721412" y="1277470"/>
            <a:chExt cx="1023471" cy="590176"/>
          </a:xfrm>
        </p:grpSpPr>
        <p:sp>
          <p:nvSpPr>
            <p:cNvPr id="31" name="Oval 30"/>
            <p:cNvSpPr/>
            <p:nvPr/>
          </p:nvSpPr>
          <p:spPr bwMode="auto">
            <a:xfrm>
              <a:off x="4721412" y="1277470"/>
              <a:ext cx="1023471" cy="590176"/>
            </a:xfrm>
            <a:prstGeom prst="ellipse">
              <a:avLst/>
            </a:prstGeom>
            <a:solidFill>
              <a:srgbClr val="008000">
                <a:alpha val="70000"/>
              </a:srgbClr>
            </a:solidFill>
            <a:ln>
              <a:solidFill>
                <a:srgbClr val="008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32" name="TextBox 31"/>
            <p:cNvSpPr txBox="1"/>
            <p:nvPr/>
          </p:nvSpPr>
          <p:spPr>
            <a:xfrm>
              <a:off x="4792385" y="1374585"/>
              <a:ext cx="890463" cy="369332"/>
            </a:xfrm>
            <a:prstGeom prst="rect">
              <a:avLst/>
            </a:prstGeom>
            <a:noFill/>
          </p:spPr>
          <p:txBody>
            <a:bodyPr wrap="none" rtlCol="0">
              <a:spAutoFit/>
            </a:bodyPr>
            <a:lstStyle/>
            <a:p>
              <a:pPr algn="ctr"/>
              <a:r>
                <a:rPr lang="en-US" dirty="0"/>
                <a:t>routing</a:t>
              </a:r>
            </a:p>
          </p:txBody>
        </p:sp>
      </p:grpSp>
      <p:grpSp>
        <p:nvGrpSpPr>
          <p:cNvPr id="17" name="Group 16"/>
          <p:cNvGrpSpPr/>
          <p:nvPr/>
        </p:nvGrpSpPr>
        <p:grpSpPr>
          <a:xfrm>
            <a:off x="6000628" y="2302316"/>
            <a:ext cx="1023471" cy="590176"/>
            <a:chOff x="6106459" y="1967753"/>
            <a:chExt cx="1023471" cy="590176"/>
          </a:xfrm>
        </p:grpSpPr>
        <p:sp>
          <p:nvSpPr>
            <p:cNvPr id="29" name="Oval 28"/>
            <p:cNvSpPr/>
            <p:nvPr/>
          </p:nvSpPr>
          <p:spPr bwMode="auto">
            <a:xfrm>
              <a:off x="6106459" y="1967753"/>
              <a:ext cx="1023471" cy="590176"/>
            </a:xfrm>
            <a:prstGeom prst="ellipse">
              <a:avLst/>
            </a:prstGeom>
            <a:solidFill>
              <a:srgbClr val="008000">
                <a:alpha val="70000"/>
              </a:srgbClr>
            </a:solidFill>
            <a:ln>
              <a:solidFill>
                <a:srgbClr val="008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30" name="TextBox 29"/>
            <p:cNvSpPr txBox="1"/>
            <p:nvPr/>
          </p:nvSpPr>
          <p:spPr>
            <a:xfrm>
              <a:off x="6177429" y="1997637"/>
              <a:ext cx="903087" cy="544765"/>
            </a:xfrm>
            <a:prstGeom prst="rect">
              <a:avLst/>
            </a:prstGeom>
            <a:noFill/>
          </p:spPr>
          <p:txBody>
            <a:bodyPr wrap="none" rtlCol="0">
              <a:spAutoFit/>
            </a:bodyPr>
            <a:lstStyle/>
            <a:p>
              <a:pPr algn="ctr">
                <a:lnSpc>
                  <a:spcPct val="80000"/>
                </a:lnSpc>
              </a:pPr>
              <a:r>
                <a:rPr lang="en-US" dirty="0"/>
                <a:t>access </a:t>
              </a:r>
            </a:p>
            <a:p>
              <a:pPr algn="ctr">
                <a:lnSpc>
                  <a:spcPct val="80000"/>
                </a:lnSpc>
              </a:pPr>
              <a:r>
                <a:rPr lang="en-US" dirty="0"/>
                <a:t>control</a:t>
              </a:r>
            </a:p>
          </p:txBody>
        </p:sp>
      </p:grpSp>
      <p:grpSp>
        <p:nvGrpSpPr>
          <p:cNvPr id="18" name="Group 17"/>
          <p:cNvGrpSpPr/>
          <p:nvPr/>
        </p:nvGrpSpPr>
        <p:grpSpPr>
          <a:xfrm>
            <a:off x="7230837" y="2260771"/>
            <a:ext cx="1023471" cy="590176"/>
            <a:chOff x="6938682" y="977153"/>
            <a:chExt cx="1023471" cy="590176"/>
          </a:xfrm>
        </p:grpSpPr>
        <p:sp>
          <p:nvSpPr>
            <p:cNvPr id="27" name="Oval 26"/>
            <p:cNvSpPr/>
            <p:nvPr/>
          </p:nvSpPr>
          <p:spPr bwMode="auto">
            <a:xfrm>
              <a:off x="6938682" y="977153"/>
              <a:ext cx="1023471" cy="590176"/>
            </a:xfrm>
            <a:prstGeom prst="ellipse">
              <a:avLst/>
            </a:prstGeom>
            <a:solidFill>
              <a:srgbClr val="008000">
                <a:alpha val="70000"/>
              </a:srgbClr>
            </a:solidFill>
            <a:ln>
              <a:solidFill>
                <a:srgbClr val="008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8" name="TextBox 27"/>
            <p:cNvSpPr txBox="1"/>
            <p:nvPr/>
          </p:nvSpPr>
          <p:spPr>
            <a:xfrm>
              <a:off x="6964568" y="1007037"/>
              <a:ext cx="993256" cy="544765"/>
            </a:xfrm>
            <a:prstGeom prst="rect">
              <a:avLst/>
            </a:prstGeom>
            <a:noFill/>
          </p:spPr>
          <p:txBody>
            <a:bodyPr wrap="none" rtlCol="0">
              <a:spAutoFit/>
            </a:bodyPr>
            <a:lstStyle/>
            <a:p>
              <a:pPr algn="ctr">
                <a:lnSpc>
                  <a:spcPct val="80000"/>
                </a:lnSpc>
              </a:pPr>
              <a:r>
                <a:rPr lang="en-US" dirty="0"/>
                <a:t>load</a:t>
              </a:r>
            </a:p>
            <a:p>
              <a:pPr algn="ctr">
                <a:lnSpc>
                  <a:spcPct val="80000"/>
                </a:lnSpc>
              </a:pPr>
              <a:r>
                <a:rPr lang="en-US" dirty="0"/>
                <a:t>balance</a:t>
              </a:r>
            </a:p>
          </p:txBody>
        </p:sp>
      </p:grpSp>
      <p:cxnSp>
        <p:nvCxnSpPr>
          <p:cNvPr id="19" name="Straight Arrow Connector 18"/>
          <p:cNvCxnSpPr/>
          <p:nvPr/>
        </p:nvCxnSpPr>
        <p:spPr bwMode="auto">
          <a:xfrm flipV="1">
            <a:off x="8627245" y="1721848"/>
            <a:ext cx="0" cy="1248832"/>
          </a:xfrm>
          <a:prstGeom prst="straightConnector1">
            <a:avLst/>
          </a:prstGeom>
          <a:solidFill>
            <a:schemeClr val="accent1"/>
          </a:solidFill>
          <a:ln w="9525" cap="flat" cmpd="sng" algn="ctr">
            <a:solidFill>
              <a:schemeClr val="tx1"/>
            </a:solidFill>
            <a:prstDash val="solid"/>
            <a:round/>
            <a:headEnd type="none" w="med" len="med"/>
            <a:tailEnd type="triangle"/>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20" name="Straight Arrow Connector 19"/>
          <p:cNvCxnSpPr/>
          <p:nvPr/>
        </p:nvCxnSpPr>
        <p:spPr bwMode="auto">
          <a:xfrm>
            <a:off x="8652645" y="3470081"/>
            <a:ext cx="0" cy="1524424"/>
          </a:xfrm>
          <a:prstGeom prst="straightConnector1">
            <a:avLst/>
          </a:prstGeom>
          <a:solidFill>
            <a:schemeClr val="accent1"/>
          </a:solidFill>
          <a:ln w="9525" cap="flat" cmpd="sng" algn="ctr">
            <a:solidFill>
              <a:schemeClr val="tx1"/>
            </a:solidFill>
            <a:prstDash val="solid"/>
            <a:round/>
            <a:headEnd type="none" w="med" len="med"/>
            <a:tailEnd type="triangle"/>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21" name="Straight Arrow Connector 20"/>
          <p:cNvCxnSpPr/>
          <p:nvPr/>
        </p:nvCxnSpPr>
        <p:spPr bwMode="auto">
          <a:xfrm>
            <a:off x="8661016" y="5885529"/>
            <a:ext cx="0" cy="414864"/>
          </a:xfrm>
          <a:prstGeom prst="straightConnector1">
            <a:avLst/>
          </a:prstGeom>
          <a:solidFill>
            <a:schemeClr val="accent1"/>
          </a:solidFill>
          <a:ln w="9525" cap="flat" cmpd="sng" algn="ctr">
            <a:solidFill>
              <a:schemeClr val="tx1"/>
            </a:solidFill>
            <a:prstDash val="solid"/>
            <a:round/>
            <a:headEnd type="none" w="med" len="med"/>
            <a:tailEnd type="triangle"/>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22" name="Straight Arrow Connector 21"/>
          <p:cNvCxnSpPr/>
          <p:nvPr/>
        </p:nvCxnSpPr>
        <p:spPr bwMode="auto">
          <a:xfrm flipV="1">
            <a:off x="8653320" y="5049925"/>
            <a:ext cx="0" cy="414864"/>
          </a:xfrm>
          <a:prstGeom prst="straightConnector1">
            <a:avLst/>
          </a:prstGeom>
          <a:solidFill>
            <a:schemeClr val="accent1"/>
          </a:solidFill>
          <a:ln w="9525" cap="flat" cmpd="sng" algn="ctr">
            <a:solidFill>
              <a:schemeClr val="tx1"/>
            </a:solidFill>
            <a:prstDash val="solid"/>
            <a:round/>
            <a:headEnd type="none" w="med" len="med"/>
            <a:tailEnd type="triangle"/>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sp>
        <p:nvSpPr>
          <p:cNvPr id="23" name="TextBox 399"/>
          <p:cNvSpPr txBox="1">
            <a:spLocks noChangeArrowheads="1"/>
          </p:cNvSpPr>
          <p:nvPr/>
        </p:nvSpPr>
        <p:spPr bwMode="auto">
          <a:xfrm>
            <a:off x="6650715" y="4739499"/>
            <a:ext cx="1635889" cy="28458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lnSpc>
                <a:spcPts val="1463"/>
              </a:lnSpc>
            </a:pPr>
            <a:r>
              <a:rPr lang="en-US" sz="1400" i="1" dirty="0"/>
              <a:t>southbound API</a:t>
            </a:r>
          </a:p>
        </p:txBody>
      </p:sp>
      <p:sp>
        <p:nvSpPr>
          <p:cNvPr id="24" name="TextBox 399"/>
          <p:cNvSpPr txBox="1">
            <a:spLocks noChangeArrowheads="1"/>
          </p:cNvSpPr>
          <p:nvPr/>
        </p:nvSpPr>
        <p:spPr bwMode="auto">
          <a:xfrm>
            <a:off x="6646778" y="3221681"/>
            <a:ext cx="1635889" cy="28458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lnSpc>
                <a:spcPts val="1463"/>
              </a:lnSpc>
            </a:pPr>
            <a:r>
              <a:rPr lang="en-US" sz="1400" i="1" dirty="0"/>
              <a:t>northbound API</a:t>
            </a:r>
          </a:p>
        </p:txBody>
      </p:sp>
      <p:sp>
        <p:nvSpPr>
          <p:cNvPr id="25" name="TextBox 399"/>
          <p:cNvSpPr txBox="1">
            <a:spLocks noChangeArrowheads="1"/>
          </p:cNvSpPr>
          <p:nvPr/>
        </p:nvSpPr>
        <p:spPr bwMode="auto">
          <a:xfrm>
            <a:off x="5507651" y="6299618"/>
            <a:ext cx="2302688" cy="28458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lnSpc>
                <a:spcPts val="1463"/>
              </a:lnSpc>
            </a:pPr>
            <a:r>
              <a:rPr lang="en-US" sz="1400" i="1" dirty="0"/>
              <a:t>SDN-controlled switches</a:t>
            </a:r>
          </a:p>
        </p:txBody>
      </p:sp>
      <p:sp>
        <p:nvSpPr>
          <p:cNvPr id="26" name="TextBox 399"/>
          <p:cNvSpPr txBox="1">
            <a:spLocks noChangeArrowheads="1"/>
          </p:cNvSpPr>
          <p:nvPr/>
        </p:nvSpPr>
        <p:spPr bwMode="auto">
          <a:xfrm>
            <a:off x="5707907" y="1414364"/>
            <a:ext cx="2381659" cy="28458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lnSpc>
                <a:spcPts val="1463"/>
              </a:lnSpc>
            </a:pPr>
            <a:r>
              <a:rPr lang="en-US" sz="1400" i="1" dirty="0"/>
              <a:t>network-control applications</a:t>
            </a:r>
          </a:p>
        </p:txBody>
      </p:sp>
      <p:sp>
        <p:nvSpPr>
          <p:cNvPr id="128" name="Rectangle 127"/>
          <p:cNvSpPr/>
          <p:nvPr/>
        </p:nvSpPr>
        <p:spPr bwMode="auto">
          <a:xfrm>
            <a:off x="4697273" y="3090498"/>
            <a:ext cx="3549731" cy="3442387"/>
          </a:xfrm>
          <a:prstGeom prst="rect">
            <a:avLst/>
          </a:prstGeom>
          <a:solidFill>
            <a:schemeClr val="bg1">
              <a:alpha val="71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29" name="Slide Number Placeholder 5"/>
          <p:cNvSpPr>
            <a:spLocks noGrp="1"/>
          </p:cNvSpPr>
          <p:nvPr>
            <p:ph type="sldNum" sz="quarter" idx="12"/>
          </p:nvPr>
        </p:nvSpPr>
        <p:spPr>
          <a:xfrm>
            <a:off x="2226470" y="6475895"/>
            <a:ext cx="548655" cy="272319"/>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200" dirty="0">
                <a:latin typeface="Tahoma" charset="0"/>
              </a:rPr>
              <a:t>5-</a:t>
            </a:r>
            <a:fld id="{8E8C6E93-DF5B-BC4B-80F9-500DED1EEDCC}" type="slidenum">
              <a:rPr lang="en-US" sz="1200">
                <a:latin typeface="Tahoma" charset="0"/>
              </a:rPr>
              <a:pPr/>
              <a:t>105</a:t>
            </a:fld>
            <a:endParaRPr lang="en-US" sz="1200" dirty="0">
              <a:latin typeface="Tahoma" charset="0"/>
            </a:endParaRPr>
          </a:p>
        </p:txBody>
      </p:sp>
      <p:sp>
        <p:nvSpPr>
          <p:cNvPr id="130" name="Footer Placeholder 2"/>
          <p:cNvSpPr>
            <a:spLocks noGrp="1"/>
          </p:cNvSpPr>
          <p:nvPr>
            <p:ph type="ftr" sz="quarter" idx="11"/>
          </p:nvPr>
        </p:nvSpPr>
        <p:spPr>
          <a:xfrm>
            <a:off x="145812" y="6475081"/>
            <a:ext cx="2177473" cy="241541"/>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200" dirty="0">
                <a:solidFill>
                  <a:srgbClr val="000000"/>
                </a:solidFill>
                <a:latin typeface="Tahoma" charset="0"/>
                <a:cs typeface="Arial" charset="0"/>
              </a:rPr>
              <a:t>Network Layer: Control Plane</a:t>
            </a:r>
          </a:p>
        </p:txBody>
      </p:sp>
    </p:spTree>
    <p:extLst>
      <p:ext uri="{BB962C8B-B14F-4D97-AF65-F5344CB8AC3E}">
        <p14:creationId xmlns:p14="http://schemas.microsoft.com/office/powerpoint/2010/main" val="778111665"/>
      </p:ext>
    </p:extLst>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 name="Rectangle 221"/>
          <p:cNvSpPr/>
          <p:nvPr/>
        </p:nvSpPr>
        <p:spPr bwMode="auto">
          <a:xfrm>
            <a:off x="2341231" y="2082088"/>
            <a:ext cx="5228030" cy="3568673"/>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cxnSp>
        <p:nvCxnSpPr>
          <p:cNvPr id="438" name="Straight Connector 437"/>
          <p:cNvCxnSpPr>
            <a:endCxn id="217" idx="4"/>
          </p:cNvCxnSpPr>
          <p:nvPr/>
        </p:nvCxnSpPr>
        <p:spPr bwMode="auto">
          <a:xfrm flipH="1" flipV="1">
            <a:off x="5777281" y="1910774"/>
            <a:ext cx="605" cy="407737"/>
          </a:xfrm>
          <a:prstGeom prst="line">
            <a:avLst/>
          </a:prstGeom>
          <a:solidFill>
            <a:schemeClr val="accent1"/>
          </a:solidFill>
          <a:ln w="9525" cap="flat" cmpd="sng" algn="ctr">
            <a:solidFill>
              <a:schemeClr val="bg2">
                <a:lumMod val="75000"/>
              </a:schemeClr>
            </a:solidFill>
            <a:prstDash val="sys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sp>
        <p:nvSpPr>
          <p:cNvPr id="375" name="Rounded Rectangle 374"/>
          <p:cNvSpPr/>
          <p:nvPr/>
        </p:nvSpPr>
        <p:spPr>
          <a:xfrm>
            <a:off x="2479739" y="3165861"/>
            <a:ext cx="4945030" cy="1553784"/>
          </a:xfrm>
          <a:prstGeom prst="roundRect">
            <a:avLst/>
          </a:prstGeom>
          <a:solidFill>
            <a:schemeClr val="accent5">
              <a:lumMod val="75000"/>
            </a:schemeClr>
          </a:solidFill>
          <a:ln w="12700">
            <a:noFill/>
            <a:tailEnd type="arrow"/>
          </a:ln>
        </p:spPr>
        <p:txBody>
          <a:bodyPr vert="horz" wrap="non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a:ln>
                <a:noFill/>
              </a:ln>
              <a:solidFill>
                <a:schemeClr val="tx1"/>
              </a:solidFill>
              <a:effectLst/>
              <a:latin typeface="Arial" charset="0"/>
            </a:endParaRPr>
          </a:p>
        </p:txBody>
      </p:sp>
      <p:sp>
        <p:nvSpPr>
          <p:cNvPr id="380" name="Rounded Rectangle 379"/>
          <p:cNvSpPr/>
          <p:nvPr/>
        </p:nvSpPr>
        <p:spPr>
          <a:xfrm>
            <a:off x="2479739" y="4779178"/>
            <a:ext cx="4959028" cy="737977"/>
          </a:xfrm>
          <a:prstGeom prst="roundRect">
            <a:avLst/>
          </a:prstGeom>
          <a:solidFill>
            <a:schemeClr val="accent5">
              <a:lumMod val="75000"/>
            </a:schemeClr>
          </a:solidFill>
          <a:ln w="12700">
            <a:noFill/>
            <a:tailEnd type="arrow"/>
          </a:ln>
        </p:spPr>
        <p:txBody>
          <a:bodyPr vert="horz" wrap="non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a:ln>
                <a:noFill/>
              </a:ln>
              <a:solidFill>
                <a:schemeClr val="tx1"/>
              </a:solidFill>
              <a:effectLst/>
              <a:latin typeface="Arial" charset="0"/>
            </a:endParaRPr>
          </a:p>
        </p:txBody>
      </p:sp>
      <p:cxnSp>
        <p:nvCxnSpPr>
          <p:cNvPr id="386" name="Straight Connector 385"/>
          <p:cNvCxnSpPr/>
          <p:nvPr/>
        </p:nvCxnSpPr>
        <p:spPr bwMode="auto">
          <a:xfrm>
            <a:off x="2564746" y="5687428"/>
            <a:ext cx="4860022" cy="0"/>
          </a:xfrm>
          <a:prstGeom prst="line">
            <a:avLst/>
          </a:prstGeom>
          <a:solidFill>
            <a:schemeClr val="accent1"/>
          </a:solidFill>
          <a:ln w="19050" cap="flat" cmpd="sng" algn="ctr">
            <a:solidFill>
              <a:schemeClr val="tx1"/>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sp>
        <p:nvSpPr>
          <p:cNvPr id="389" name="TextBox 388"/>
          <p:cNvSpPr txBox="1"/>
          <p:nvPr/>
        </p:nvSpPr>
        <p:spPr>
          <a:xfrm>
            <a:off x="2496429" y="3773215"/>
            <a:ext cx="5089063" cy="325730"/>
          </a:xfrm>
          <a:prstGeom prst="rect">
            <a:avLst/>
          </a:prstGeom>
          <a:noFill/>
        </p:spPr>
        <p:txBody>
          <a:bodyPr wrap="square" rtlCol="0">
            <a:spAutoFit/>
          </a:bodyPr>
          <a:lstStyle/>
          <a:p>
            <a:pPr>
              <a:lnSpc>
                <a:spcPts val="1800"/>
              </a:lnSpc>
            </a:pPr>
            <a:r>
              <a:rPr lang="en-US" sz="1600" dirty="0">
                <a:latin typeface="Arial"/>
                <a:cs typeface="Arial"/>
              </a:rPr>
              <a:t>Network-wide distributed, robust  state management</a:t>
            </a:r>
          </a:p>
        </p:txBody>
      </p:sp>
      <p:sp>
        <p:nvSpPr>
          <p:cNvPr id="390" name="TextBox 389"/>
          <p:cNvSpPr txBox="1"/>
          <p:nvPr/>
        </p:nvSpPr>
        <p:spPr>
          <a:xfrm>
            <a:off x="2884907" y="5171961"/>
            <a:ext cx="4033912" cy="325730"/>
          </a:xfrm>
          <a:prstGeom prst="rect">
            <a:avLst/>
          </a:prstGeom>
          <a:noFill/>
        </p:spPr>
        <p:txBody>
          <a:bodyPr wrap="square" rtlCol="0">
            <a:spAutoFit/>
          </a:bodyPr>
          <a:lstStyle/>
          <a:p>
            <a:pPr>
              <a:lnSpc>
                <a:spcPts val="1800"/>
              </a:lnSpc>
            </a:pPr>
            <a:r>
              <a:rPr lang="en-US" sz="1600" dirty="0">
                <a:latin typeface="Arial"/>
                <a:cs typeface="Arial"/>
              </a:rPr>
              <a:t>Communication to/from controlled devices</a:t>
            </a:r>
          </a:p>
        </p:txBody>
      </p:sp>
      <p:grpSp>
        <p:nvGrpSpPr>
          <p:cNvPr id="401" name="Group 400"/>
          <p:cNvGrpSpPr/>
          <p:nvPr/>
        </p:nvGrpSpPr>
        <p:grpSpPr>
          <a:xfrm>
            <a:off x="2798837" y="4140643"/>
            <a:ext cx="1244650" cy="459826"/>
            <a:chOff x="3128876" y="457817"/>
            <a:chExt cx="1432326" cy="459826"/>
          </a:xfrm>
        </p:grpSpPr>
        <p:sp>
          <p:nvSpPr>
            <p:cNvPr id="402" name="Rounded Rectangle 401"/>
            <p:cNvSpPr/>
            <p:nvPr/>
          </p:nvSpPr>
          <p:spPr>
            <a:xfrm>
              <a:off x="3128876" y="457817"/>
              <a:ext cx="1432326" cy="459826"/>
            </a:xfrm>
            <a:prstGeom prst="roundRect">
              <a:avLst/>
            </a:prstGeom>
            <a:solidFill>
              <a:schemeClr val="accent1">
                <a:lumMod val="60000"/>
                <a:lumOff val="40000"/>
              </a:schemeClr>
            </a:solidFill>
            <a:ln w="12700">
              <a:solidFill>
                <a:schemeClr val="accent1">
                  <a:lumMod val="20000"/>
                  <a:lumOff val="80000"/>
                </a:schemeClr>
              </a:solidFill>
            </a:ln>
            <a:effectLst>
              <a:outerShdw blurRad="50800" dist="38100" dir="2700000" algn="tl" rotWithShape="0">
                <a:schemeClr val="accent1">
                  <a:lumMod val="75000"/>
                  <a:alpha val="99000"/>
                </a:schemeClr>
              </a:outerShdw>
            </a:effectLst>
          </p:spPr>
          <p:txBody>
            <a:bodyPr vert="horz" wrap="non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a:ln>
                  <a:noFill/>
                </a:ln>
                <a:solidFill>
                  <a:schemeClr val="tx1"/>
                </a:solidFill>
                <a:effectLst/>
                <a:latin typeface="Arial" charset="0"/>
              </a:endParaRPr>
            </a:p>
          </p:txBody>
        </p:sp>
        <p:sp>
          <p:nvSpPr>
            <p:cNvPr id="403" name="TextBox 402"/>
            <p:cNvSpPr txBox="1"/>
            <p:nvPr/>
          </p:nvSpPr>
          <p:spPr>
            <a:xfrm>
              <a:off x="3198388" y="541671"/>
              <a:ext cx="1302385" cy="299227"/>
            </a:xfrm>
            <a:prstGeom prst="rect">
              <a:avLst/>
            </a:prstGeom>
            <a:noFill/>
          </p:spPr>
          <p:txBody>
            <a:bodyPr wrap="none" rtlCol="0">
              <a:spAutoFit/>
            </a:bodyPr>
            <a:lstStyle/>
            <a:p>
              <a:pPr algn="ctr">
                <a:lnSpc>
                  <a:spcPts val="1600"/>
                </a:lnSpc>
              </a:pPr>
              <a:r>
                <a:rPr lang="en-US" sz="1400" dirty="0">
                  <a:latin typeface="Arial"/>
                  <a:cs typeface="Arial"/>
                </a:rPr>
                <a:t>Link-state info</a:t>
              </a:r>
            </a:p>
          </p:txBody>
        </p:sp>
      </p:grpSp>
      <p:grpSp>
        <p:nvGrpSpPr>
          <p:cNvPr id="404" name="Group 403"/>
          <p:cNvGrpSpPr/>
          <p:nvPr/>
        </p:nvGrpSpPr>
        <p:grpSpPr>
          <a:xfrm>
            <a:off x="5882441" y="4140643"/>
            <a:ext cx="1022824" cy="459826"/>
            <a:chOff x="3086839" y="457817"/>
            <a:chExt cx="1525489" cy="459826"/>
          </a:xfrm>
        </p:grpSpPr>
        <p:sp>
          <p:nvSpPr>
            <p:cNvPr id="405" name="Rounded Rectangle 404"/>
            <p:cNvSpPr/>
            <p:nvPr/>
          </p:nvSpPr>
          <p:spPr>
            <a:xfrm>
              <a:off x="3128876" y="457817"/>
              <a:ext cx="1432326" cy="459826"/>
            </a:xfrm>
            <a:prstGeom prst="roundRect">
              <a:avLst/>
            </a:prstGeom>
            <a:solidFill>
              <a:schemeClr val="accent1">
                <a:lumMod val="60000"/>
                <a:lumOff val="40000"/>
              </a:schemeClr>
            </a:solidFill>
            <a:ln w="12700">
              <a:solidFill>
                <a:schemeClr val="accent1">
                  <a:lumMod val="20000"/>
                  <a:lumOff val="80000"/>
                </a:schemeClr>
              </a:solidFill>
            </a:ln>
            <a:effectLst>
              <a:outerShdw blurRad="50800" dist="38100" dir="2700000" algn="tl" rotWithShape="0">
                <a:schemeClr val="accent1">
                  <a:lumMod val="75000"/>
                  <a:alpha val="99000"/>
                </a:schemeClr>
              </a:outerShdw>
            </a:effectLst>
          </p:spPr>
          <p:txBody>
            <a:bodyPr vert="horz" wrap="non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a:ln>
                  <a:noFill/>
                </a:ln>
                <a:solidFill>
                  <a:schemeClr val="tx1"/>
                </a:solidFill>
                <a:effectLst/>
                <a:latin typeface="Arial" charset="0"/>
              </a:endParaRPr>
            </a:p>
          </p:txBody>
        </p:sp>
        <p:sp>
          <p:nvSpPr>
            <p:cNvPr id="406" name="TextBox 405"/>
            <p:cNvSpPr txBox="1"/>
            <p:nvPr/>
          </p:nvSpPr>
          <p:spPr>
            <a:xfrm>
              <a:off x="3086839" y="541671"/>
              <a:ext cx="1525489" cy="299227"/>
            </a:xfrm>
            <a:prstGeom prst="rect">
              <a:avLst/>
            </a:prstGeom>
            <a:noFill/>
          </p:spPr>
          <p:txBody>
            <a:bodyPr wrap="none" rtlCol="0">
              <a:spAutoFit/>
            </a:bodyPr>
            <a:lstStyle/>
            <a:p>
              <a:pPr algn="ctr">
                <a:lnSpc>
                  <a:spcPts val="1600"/>
                </a:lnSpc>
              </a:pPr>
              <a:r>
                <a:rPr lang="en-US" sz="1400" dirty="0">
                  <a:latin typeface="Arial"/>
                  <a:cs typeface="Arial"/>
                </a:rPr>
                <a:t>switch info</a:t>
              </a:r>
            </a:p>
          </p:txBody>
        </p:sp>
      </p:grpSp>
      <p:grpSp>
        <p:nvGrpSpPr>
          <p:cNvPr id="407" name="Group 406"/>
          <p:cNvGrpSpPr/>
          <p:nvPr/>
        </p:nvGrpSpPr>
        <p:grpSpPr>
          <a:xfrm>
            <a:off x="4190969" y="4140643"/>
            <a:ext cx="960359" cy="459826"/>
            <a:chOff x="3128876" y="457817"/>
            <a:chExt cx="1432326" cy="459826"/>
          </a:xfrm>
        </p:grpSpPr>
        <p:sp>
          <p:nvSpPr>
            <p:cNvPr id="408" name="Rounded Rectangle 407"/>
            <p:cNvSpPr/>
            <p:nvPr/>
          </p:nvSpPr>
          <p:spPr>
            <a:xfrm>
              <a:off x="3128876" y="457817"/>
              <a:ext cx="1432326" cy="459826"/>
            </a:xfrm>
            <a:prstGeom prst="roundRect">
              <a:avLst/>
            </a:prstGeom>
            <a:solidFill>
              <a:schemeClr val="accent1">
                <a:lumMod val="60000"/>
                <a:lumOff val="40000"/>
              </a:schemeClr>
            </a:solidFill>
            <a:ln w="12700">
              <a:solidFill>
                <a:schemeClr val="accent1">
                  <a:lumMod val="20000"/>
                  <a:lumOff val="80000"/>
                </a:schemeClr>
              </a:solidFill>
            </a:ln>
            <a:effectLst>
              <a:outerShdw blurRad="50800" dist="38100" dir="2700000" algn="tl" rotWithShape="0">
                <a:schemeClr val="accent1">
                  <a:lumMod val="75000"/>
                  <a:alpha val="99000"/>
                </a:schemeClr>
              </a:outerShdw>
            </a:effectLst>
          </p:spPr>
          <p:txBody>
            <a:bodyPr vert="horz" wrap="non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a:ln>
                  <a:noFill/>
                </a:ln>
                <a:solidFill>
                  <a:schemeClr val="tx1"/>
                </a:solidFill>
                <a:effectLst/>
                <a:latin typeface="Arial" charset="0"/>
              </a:endParaRPr>
            </a:p>
          </p:txBody>
        </p:sp>
        <p:sp>
          <p:nvSpPr>
            <p:cNvPr id="409" name="TextBox 408"/>
            <p:cNvSpPr txBox="1"/>
            <p:nvPr/>
          </p:nvSpPr>
          <p:spPr>
            <a:xfrm>
              <a:off x="3205754" y="541671"/>
              <a:ext cx="1287660" cy="299227"/>
            </a:xfrm>
            <a:prstGeom prst="rect">
              <a:avLst/>
            </a:prstGeom>
            <a:noFill/>
          </p:spPr>
          <p:txBody>
            <a:bodyPr wrap="none" rtlCol="0">
              <a:spAutoFit/>
            </a:bodyPr>
            <a:lstStyle/>
            <a:p>
              <a:pPr algn="ctr">
                <a:lnSpc>
                  <a:spcPts val="1600"/>
                </a:lnSpc>
              </a:pPr>
              <a:r>
                <a:rPr lang="en-US" sz="1400" dirty="0">
                  <a:latin typeface="Arial"/>
                  <a:cs typeface="Arial"/>
                </a:rPr>
                <a:t>host info</a:t>
              </a:r>
            </a:p>
          </p:txBody>
        </p:sp>
      </p:grpSp>
      <p:grpSp>
        <p:nvGrpSpPr>
          <p:cNvPr id="410" name="Group 409"/>
          <p:cNvGrpSpPr/>
          <p:nvPr/>
        </p:nvGrpSpPr>
        <p:grpSpPr>
          <a:xfrm>
            <a:off x="3647075" y="3277496"/>
            <a:ext cx="889706" cy="459826"/>
            <a:chOff x="3128876" y="457817"/>
            <a:chExt cx="1432326" cy="459826"/>
          </a:xfrm>
        </p:grpSpPr>
        <p:sp>
          <p:nvSpPr>
            <p:cNvPr id="411" name="Rounded Rectangle 410"/>
            <p:cNvSpPr/>
            <p:nvPr/>
          </p:nvSpPr>
          <p:spPr>
            <a:xfrm>
              <a:off x="3128876" y="457817"/>
              <a:ext cx="1432326" cy="459826"/>
            </a:xfrm>
            <a:prstGeom prst="roundRect">
              <a:avLst/>
            </a:prstGeom>
            <a:solidFill>
              <a:schemeClr val="accent1">
                <a:lumMod val="60000"/>
                <a:lumOff val="40000"/>
              </a:schemeClr>
            </a:solidFill>
            <a:ln w="12700">
              <a:solidFill>
                <a:schemeClr val="accent1">
                  <a:lumMod val="20000"/>
                  <a:lumOff val="80000"/>
                </a:schemeClr>
              </a:solidFill>
            </a:ln>
            <a:effectLst>
              <a:outerShdw blurRad="50800" dist="38100" dir="2700000" algn="tl" rotWithShape="0">
                <a:schemeClr val="accent1">
                  <a:lumMod val="75000"/>
                  <a:alpha val="99000"/>
                </a:schemeClr>
              </a:outerShdw>
            </a:effectLst>
          </p:spPr>
          <p:txBody>
            <a:bodyPr vert="horz" wrap="non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a:ln>
                  <a:noFill/>
                </a:ln>
                <a:solidFill>
                  <a:schemeClr val="tx1"/>
                </a:solidFill>
                <a:effectLst/>
                <a:latin typeface="Arial" charset="0"/>
              </a:endParaRPr>
            </a:p>
          </p:txBody>
        </p:sp>
        <p:sp>
          <p:nvSpPr>
            <p:cNvPr id="412" name="TextBox 411"/>
            <p:cNvSpPr txBox="1"/>
            <p:nvPr/>
          </p:nvSpPr>
          <p:spPr>
            <a:xfrm>
              <a:off x="3198565" y="541671"/>
              <a:ext cx="1302042" cy="299227"/>
            </a:xfrm>
            <a:prstGeom prst="rect">
              <a:avLst/>
            </a:prstGeom>
            <a:noFill/>
          </p:spPr>
          <p:txBody>
            <a:bodyPr wrap="none" rtlCol="0">
              <a:spAutoFit/>
            </a:bodyPr>
            <a:lstStyle/>
            <a:p>
              <a:pPr algn="ctr">
                <a:lnSpc>
                  <a:spcPts val="1600"/>
                </a:lnSpc>
              </a:pPr>
              <a:r>
                <a:rPr lang="en-US" sz="1400" dirty="0">
                  <a:latin typeface="Arial"/>
                  <a:cs typeface="Arial"/>
                </a:rPr>
                <a:t>statistics</a:t>
              </a:r>
            </a:p>
          </p:txBody>
        </p:sp>
      </p:grpSp>
      <p:grpSp>
        <p:nvGrpSpPr>
          <p:cNvPr id="413" name="Group 412"/>
          <p:cNvGrpSpPr/>
          <p:nvPr/>
        </p:nvGrpSpPr>
        <p:grpSpPr>
          <a:xfrm>
            <a:off x="5445049" y="3289355"/>
            <a:ext cx="1032905" cy="459826"/>
            <a:chOff x="3079326" y="457817"/>
            <a:chExt cx="1540525" cy="459826"/>
          </a:xfrm>
        </p:grpSpPr>
        <p:sp>
          <p:nvSpPr>
            <p:cNvPr id="414" name="Rounded Rectangle 413"/>
            <p:cNvSpPr/>
            <p:nvPr/>
          </p:nvSpPr>
          <p:spPr>
            <a:xfrm>
              <a:off x="3128876" y="457817"/>
              <a:ext cx="1432326" cy="459826"/>
            </a:xfrm>
            <a:prstGeom prst="roundRect">
              <a:avLst/>
            </a:prstGeom>
            <a:solidFill>
              <a:schemeClr val="accent1">
                <a:lumMod val="60000"/>
                <a:lumOff val="40000"/>
              </a:schemeClr>
            </a:solidFill>
            <a:ln w="12700">
              <a:solidFill>
                <a:schemeClr val="accent1">
                  <a:lumMod val="20000"/>
                  <a:lumOff val="80000"/>
                </a:schemeClr>
              </a:solidFill>
            </a:ln>
            <a:effectLst>
              <a:outerShdw blurRad="50800" dist="38100" dir="2700000" algn="tl" rotWithShape="0">
                <a:schemeClr val="accent1">
                  <a:lumMod val="75000"/>
                  <a:alpha val="99000"/>
                </a:schemeClr>
              </a:outerShdw>
            </a:effectLst>
          </p:spPr>
          <p:txBody>
            <a:bodyPr vert="horz" wrap="non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a:ln>
                  <a:noFill/>
                </a:ln>
                <a:solidFill>
                  <a:schemeClr val="tx1"/>
                </a:solidFill>
                <a:effectLst/>
                <a:latin typeface="Arial" charset="0"/>
              </a:endParaRPr>
            </a:p>
          </p:txBody>
        </p:sp>
        <p:sp>
          <p:nvSpPr>
            <p:cNvPr id="415" name="TextBox 414"/>
            <p:cNvSpPr txBox="1"/>
            <p:nvPr/>
          </p:nvSpPr>
          <p:spPr>
            <a:xfrm>
              <a:off x="3079326" y="541671"/>
              <a:ext cx="1540525" cy="299227"/>
            </a:xfrm>
            <a:prstGeom prst="rect">
              <a:avLst/>
            </a:prstGeom>
            <a:noFill/>
          </p:spPr>
          <p:txBody>
            <a:bodyPr wrap="none" rtlCol="0">
              <a:spAutoFit/>
            </a:bodyPr>
            <a:lstStyle/>
            <a:p>
              <a:pPr algn="ctr">
                <a:lnSpc>
                  <a:spcPts val="1600"/>
                </a:lnSpc>
              </a:pPr>
              <a:r>
                <a:rPr lang="en-US" sz="1400" dirty="0">
                  <a:latin typeface="Arial"/>
                  <a:cs typeface="Arial"/>
                </a:rPr>
                <a:t>flow tables</a:t>
              </a:r>
            </a:p>
          </p:txBody>
        </p:sp>
      </p:grpSp>
      <p:sp>
        <p:nvSpPr>
          <p:cNvPr id="416" name="TextBox 415"/>
          <p:cNvSpPr txBox="1"/>
          <p:nvPr/>
        </p:nvSpPr>
        <p:spPr>
          <a:xfrm>
            <a:off x="4667424" y="3073206"/>
            <a:ext cx="570238" cy="1077218"/>
          </a:xfrm>
          <a:prstGeom prst="rect">
            <a:avLst/>
          </a:prstGeom>
          <a:noFill/>
        </p:spPr>
        <p:txBody>
          <a:bodyPr wrap="square" rtlCol="0">
            <a:spAutoFit/>
          </a:bodyPr>
          <a:lstStyle/>
          <a:p>
            <a:r>
              <a:rPr lang="en-US" sz="3200" dirty="0">
                <a:solidFill>
                  <a:schemeClr val="accent1">
                    <a:lumMod val="60000"/>
                    <a:lumOff val="40000"/>
                  </a:schemeClr>
                </a:solidFill>
              </a:rPr>
              <a:t>…  </a:t>
            </a:r>
          </a:p>
        </p:txBody>
      </p:sp>
      <p:sp>
        <p:nvSpPr>
          <p:cNvPr id="417" name="TextBox 416"/>
          <p:cNvSpPr txBox="1"/>
          <p:nvPr/>
        </p:nvSpPr>
        <p:spPr>
          <a:xfrm>
            <a:off x="5213945" y="3979419"/>
            <a:ext cx="595035" cy="584776"/>
          </a:xfrm>
          <a:prstGeom prst="rect">
            <a:avLst/>
          </a:prstGeom>
          <a:noFill/>
        </p:spPr>
        <p:txBody>
          <a:bodyPr wrap="none" rtlCol="0">
            <a:spAutoFit/>
          </a:bodyPr>
          <a:lstStyle/>
          <a:p>
            <a:r>
              <a:rPr lang="en-US" sz="3200" dirty="0">
                <a:solidFill>
                  <a:schemeClr val="accent1">
                    <a:lumMod val="60000"/>
                    <a:lumOff val="40000"/>
                  </a:schemeClr>
                </a:solidFill>
              </a:rPr>
              <a:t>…  </a:t>
            </a:r>
          </a:p>
        </p:txBody>
      </p:sp>
      <p:grpSp>
        <p:nvGrpSpPr>
          <p:cNvPr id="418" name="Group 417"/>
          <p:cNvGrpSpPr/>
          <p:nvPr/>
        </p:nvGrpSpPr>
        <p:grpSpPr>
          <a:xfrm>
            <a:off x="3400736" y="4871857"/>
            <a:ext cx="1257452" cy="286824"/>
            <a:chOff x="3128876" y="457775"/>
            <a:chExt cx="1432326" cy="459868"/>
          </a:xfrm>
        </p:grpSpPr>
        <p:sp>
          <p:nvSpPr>
            <p:cNvPr id="419" name="Rounded Rectangle 418"/>
            <p:cNvSpPr/>
            <p:nvPr/>
          </p:nvSpPr>
          <p:spPr>
            <a:xfrm>
              <a:off x="3128876" y="457817"/>
              <a:ext cx="1432326" cy="459826"/>
            </a:xfrm>
            <a:prstGeom prst="roundRect">
              <a:avLst/>
            </a:prstGeom>
            <a:solidFill>
              <a:schemeClr val="accent1">
                <a:lumMod val="60000"/>
                <a:lumOff val="40000"/>
              </a:schemeClr>
            </a:solidFill>
            <a:ln w="12700">
              <a:solidFill>
                <a:schemeClr val="accent1">
                  <a:lumMod val="20000"/>
                  <a:lumOff val="80000"/>
                </a:schemeClr>
              </a:solidFill>
            </a:ln>
            <a:effectLst>
              <a:outerShdw blurRad="50800" dist="38100" dir="2700000" algn="tl" rotWithShape="0">
                <a:schemeClr val="accent1">
                  <a:lumMod val="75000"/>
                  <a:alpha val="99000"/>
                </a:schemeClr>
              </a:outerShdw>
            </a:effectLst>
          </p:spPr>
          <p:txBody>
            <a:bodyPr vert="horz" wrap="non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a:ln>
                  <a:noFill/>
                </a:ln>
                <a:solidFill>
                  <a:schemeClr val="tx1"/>
                </a:solidFill>
                <a:effectLst/>
                <a:latin typeface="Arial" charset="0"/>
              </a:endParaRPr>
            </a:p>
          </p:txBody>
        </p:sp>
        <p:sp>
          <p:nvSpPr>
            <p:cNvPr id="420" name="TextBox 419"/>
            <p:cNvSpPr txBox="1"/>
            <p:nvPr/>
          </p:nvSpPr>
          <p:spPr>
            <a:xfrm>
              <a:off x="3278378" y="457775"/>
              <a:ext cx="1142401" cy="299227"/>
            </a:xfrm>
            <a:prstGeom prst="rect">
              <a:avLst/>
            </a:prstGeom>
            <a:noFill/>
          </p:spPr>
          <p:txBody>
            <a:bodyPr wrap="none" rtlCol="0">
              <a:spAutoFit/>
            </a:bodyPr>
            <a:lstStyle/>
            <a:p>
              <a:pPr algn="ctr">
                <a:lnSpc>
                  <a:spcPts val="1600"/>
                </a:lnSpc>
              </a:pPr>
              <a:r>
                <a:rPr lang="en-US" sz="1400" dirty="0">
                  <a:latin typeface="Arial"/>
                  <a:cs typeface="Arial"/>
                </a:rPr>
                <a:t>OpenFlow</a:t>
              </a:r>
            </a:p>
          </p:txBody>
        </p:sp>
      </p:grpSp>
      <p:grpSp>
        <p:nvGrpSpPr>
          <p:cNvPr id="421" name="Group 420"/>
          <p:cNvGrpSpPr/>
          <p:nvPr/>
        </p:nvGrpSpPr>
        <p:grpSpPr>
          <a:xfrm>
            <a:off x="5269968" y="4876640"/>
            <a:ext cx="1244650" cy="307410"/>
            <a:chOff x="3128876" y="457817"/>
            <a:chExt cx="1432326" cy="459826"/>
          </a:xfrm>
        </p:grpSpPr>
        <p:sp>
          <p:nvSpPr>
            <p:cNvPr id="422" name="Rounded Rectangle 421"/>
            <p:cNvSpPr/>
            <p:nvPr/>
          </p:nvSpPr>
          <p:spPr>
            <a:xfrm>
              <a:off x="3128876" y="457817"/>
              <a:ext cx="1432326" cy="459826"/>
            </a:xfrm>
            <a:prstGeom prst="roundRect">
              <a:avLst/>
            </a:prstGeom>
            <a:solidFill>
              <a:schemeClr val="accent1">
                <a:lumMod val="60000"/>
                <a:lumOff val="40000"/>
              </a:schemeClr>
            </a:solidFill>
            <a:ln w="12700">
              <a:solidFill>
                <a:schemeClr val="accent1">
                  <a:lumMod val="20000"/>
                  <a:lumOff val="80000"/>
                </a:schemeClr>
              </a:solidFill>
            </a:ln>
            <a:effectLst>
              <a:outerShdw blurRad="50800" dist="38100" dir="2700000" algn="tl" rotWithShape="0">
                <a:schemeClr val="accent1">
                  <a:lumMod val="75000"/>
                  <a:alpha val="99000"/>
                </a:schemeClr>
              </a:outerShdw>
            </a:effectLst>
          </p:spPr>
          <p:txBody>
            <a:bodyPr vert="horz" wrap="non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a:ln>
                  <a:noFill/>
                </a:ln>
                <a:solidFill>
                  <a:schemeClr val="tx1"/>
                </a:solidFill>
                <a:effectLst/>
                <a:latin typeface="Arial" charset="0"/>
              </a:endParaRPr>
            </a:p>
          </p:txBody>
        </p:sp>
        <p:sp>
          <p:nvSpPr>
            <p:cNvPr id="423" name="TextBox 422"/>
            <p:cNvSpPr txBox="1"/>
            <p:nvPr/>
          </p:nvSpPr>
          <p:spPr>
            <a:xfrm>
              <a:off x="3446730" y="484746"/>
              <a:ext cx="805702" cy="299227"/>
            </a:xfrm>
            <a:prstGeom prst="rect">
              <a:avLst/>
            </a:prstGeom>
            <a:noFill/>
          </p:spPr>
          <p:txBody>
            <a:bodyPr wrap="none" rtlCol="0">
              <a:spAutoFit/>
            </a:bodyPr>
            <a:lstStyle/>
            <a:p>
              <a:pPr algn="ctr">
                <a:lnSpc>
                  <a:spcPts val="1600"/>
                </a:lnSpc>
              </a:pPr>
              <a:r>
                <a:rPr lang="en-US" sz="1400" dirty="0">
                  <a:latin typeface="Arial"/>
                  <a:cs typeface="Arial"/>
                </a:rPr>
                <a:t>SNMP</a:t>
              </a:r>
            </a:p>
          </p:txBody>
        </p:sp>
      </p:grpSp>
      <p:sp>
        <p:nvSpPr>
          <p:cNvPr id="424" name="TextBox 423"/>
          <p:cNvSpPr txBox="1"/>
          <p:nvPr/>
        </p:nvSpPr>
        <p:spPr>
          <a:xfrm>
            <a:off x="4652725" y="4585147"/>
            <a:ext cx="595035" cy="584776"/>
          </a:xfrm>
          <a:prstGeom prst="rect">
            <a:avLst/>
          </a:prstGeom>
          <a:noFill/>
        </p:spPr>
        <p:txBody>
          <a:bodyPr wrap="none" rtlCol="0">
            <a:spAutoFit/>
          </a:bodyPr>
          <a:lstStyle/>
          <a:p>
            <a:r>
              <a:rPr lang="en-US" sz="3200" dirty="0">
                <a:solidFill>
                  <a:schemeClr val="accent1">
                    <a:lumMod val="60000"/>
                    <a:lumOff val="40000"/>
                  </a:schemeClr>
                </a:solidFill>
              </a:rPr>
              <a:t>…  </a:t>
            </a:r>
          </a:p>
        </p:txBody>
      </p:sp>
      <p:cxnSp>
        <p:nvCxnSpPr>
          <p:cNvPr id="436" name="Straight Connector 435"/>
          <p:cNvCxnSpPr>
            <a:endCxn id="211" idx="4"/>
          </p:cNvCxnSpPr>
          <p:nvPr/>
        </p:nvCxnSpPr>
        <p:spPr bwMode="auto">
          <a:xfrm flipV="1">
            <a:off x="3368749" y="1866354"/>
            <a:ext cx="4943" cy="388092"/>
          </a:xfrm>
          <a:prstGeom prst="line">
            <a:avLst/>
          </a:prstGeom>
          <a:solidFill>
            <a:schemeClr val="accent1"/>
          </a:solidFill>
          <a:ln w="9525" cap="flat" cmpd="sng" algn="ctr">
            <a:solidFill>
              <a:schemeClr val="bg2">
                <a:lumMod val="75000"/>
              </a:schemeClr>
            </a:solidFill>
            <a:prstDash val="sys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437" name="Straight Connector 436"/>
          <p:cNvCxnSpPr>
            <a:endCxn id="215" idx="2"/>
          </p:cNvCxnSpPr>
          <p:nvPr/>
        </p:nvCxnSpPr>
        <p:spPr bwMode="auto">
          <a:xfrm flipH="1" flipV="1">
            <a:off x="4598166" y="1876324"/>
            <a:ext cx="5609" cy="302391"/>
          </a:xfrm>
          <a:prstGeom prst="line">
            <a:avLst/>
          </a:prstGeom>
          <a:solidFill>
            <a:schemeClr val="accent1"/>
          </a:solidFill>
          <a:ln w="9525" cap="flat" cmpd="sng" algn="ctr">
            <a:solidFill>
              <a:schemeClr val="bg2">
                <a:lumMod val="75000"/>
              </a:schemeClr>
            </a:solidFill>
            <a:prstDash val="sys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148" name="Straight Connector 147"/>
          <p:cNvCxnSpPr/>
          <p:nvPr/>
        </p:nvCxnSpPr>
        <p:spPr bwMode="auto">
          <a:xfrm>
            <a:off x="2606437" y="2342893"/>
            <a:ext cx="4818331" cy="0"/>
          </a:xfrm>
          <a:prstGeom prst="line">
            <a:avLst/>
          </a:prstGeom>
          <a:solidFill>
            <a:schemeClr val="accent1"/>
          </a:solidFill>
          <a:ln w="19050" cap="flat" cmpd="sng" algn="ctr">
            <a:solidFill>
              <a:schemeClr val="tx1"/>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sp>
        <p:nvSpPr>
          <p:cNvPr id="146" name="Rounded Rectangle 145"/>
          <p:cNvSpPr/>
          <p:nvPr/>
        </p:nvSpPr>
        <p:spPr>
          <a:xfrm>
            <a:off x="2479739" y="2182258"/>
            <a:ext cx="4951677" cy="932987"/>
          </a:xfrm>
          <a:prstGeom prst="roundRect">
            <a:avLst/>
          </a:prstGeom>
          <a:solidFill>
            <a:schemeClr val="accent5">
              <a:lumMod val="75000"/>
            </a:schemeClr>
          </a:solidFill>
          <a:ln w="12700">
            <a:noFill/>
            <a:tailEnd type="arrow"/>
          </a:ln>
        </p:spPr>
        <p:txBody>
          <a:bodyPr vert="horz" wrap="non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a:ln>
                <a:noFill/>
              </a:ln>
              <a:solidFill>
                <a:schemeClr val="tx1"/>
              </a:solidFill>
              <a:effectLst/>
              <a:latin typeface="Arial" charset="0"/>
            </a:endParaRPr>
          </a:p>
        </p:txBody>
      </p:sp>
      <p:grpSp>
        <p:nvGrpSpPr>
          <p:cNvPr id="425" name="Group 424"/>
          <p:cNvGrpSpPr/>
          <p:nvPr/>
        </p:nvGrpSpPr>
        <p:grpSpPr>
          <a:xfrm>
            <a:off x="2969133" y="2550631"/>
            <a:ext cx="1033900" cy="504412"/>
            <a:chOff x="3103238" y="432317"/>
            <a:chExt cx="1461287" cy="504412"/>
          </a:xfrm>
        </p:grpSpPr>
        <p:sp>
          <p:nvSpPr>
            <p:cNvPr id="426" name="Rounded Rectangle 425"/>
            <p:cNvSpPr/>
            <p:nvPr/>
          </p:nvSpPr>
          <p:spPr>
            <a:xfrm>
              <a:off x="3128876" y="457817"/>
              <a:ext cx="1432326" cy="459826"/>
            </a:xfrm>
            <a:prstGeom prst="roundRect">
              <a:avLst/>
            </a:prstGeom>
            <a:solidFill>
              <a:schemeClr val="accent1">
                <a:lumMod val="60000"/>
                <a:lumOff val="40000"/>
              </a:schemeClr>
            </a:solidFill>
            <a:ln w="12700">
              <a:solidFill>
                <a:schemeClr val="accent1">
                  <a:lumMod val="20000"/>
                  <a:lumOff val="80000"/>
                </a:schemeClr>
              </a:solidFill>
            </a:ln>
            <a:effectLst>
              <a:outerShdw blurRad="50800" dist="38100" dir="2700000" algn="tl" rotWithShape="0">
                <a:schemeClr val="accent1">
                  <a:lumMod val="75000"/>
                  <a:alpha val="99000"/>
                </a:schemeClr>
              </a:outerShdw>
            </a:effectLst>
          </p:spPr>
          <p:txBody>
            <a:bodyPr vert="horz" wrap="non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a:ln>
                  <a:noFill/>
                </a:ln>
                <a:solidFill>
                  <a:schemeClr val="tx1"/>
                </a:solidFill>
                <a:effectLst/>
                <a:latin typeface="Arial" charset="0"/>
              </a:endParaRPr>
            </a:p>
          </p:txBody>
        </p:sp>
        <p:sp>
          <p:nvSpPr>
            <p:cNvPr id="427" name="TextBox 426"/>
            <p:cNvSpPr txBox="1"/>
            <p:nvPr/>
          </p:nvSpPr>
          <p:spPr>
            <a:xfrm>
              <a:off x="3103238" y="432317"/>
              <a:ext cx="1461287" cy="504412"/>
            </a:xfrm>
            <a:prstGeom prst="rect">
              <a:avLst/>
            </a:prstGeom>
            <a:noFill/>
          </p:spPr>
          <p:txBody>
            <a:bodyPr wrap="square" rtlCol="0">
              <a:spAutoFit/>
            </a:bodyPr>
            <a:lstStyle/>
            <a:p>
              <a:pPr algn="ctr">
                <a:lnSpc>
                  <a:spcPts val="1600"/>
                </a:lnSpc>
              </a:pPr>
              <a:r>
                <a:rPr lang="en-US" sz="1400" dirty="0">
                  <a:latin typeface="Arial"/>
                  <a:cs typeface="Arial"/>
                </a:rPr>
                <a:t>network graph</a:t>
              </a:r>
            </a:p>
          </p:txBody>
        </p:sp>
      </p:grpSp>
      <p:grpSp>
        <p:nvGrpSpPr>
          <p:cNvPr id="428" name="Group 427"/>
          <p:cNvGrpSpPr/>
          <p:nvPr/>
        </p:nvGrpSpPr>
        <p:grpSpPr>
          <a:xfrm>
            <a:off x="5936687" y="2596585"/>
            <a:ext cx="1033900" cy="459826"/>
            <a:chOff x="3103238" y="457817"/>
            <a:chExt cx="1461287" cy="459826"/>
          </a:xfrm>
        </p:grpSpPr>
        <p:sp>
          <p:nvSpPr>
            <p:cNvPr id="429" name="Rounded Rectangle 428"/>
            <p:cNvSpPr/>
            <p:nvPr/>
          </p:nvSpPr>
          <p:spPr>
            <a:xfrm>
              <a:off x="3128876" y="457817"/>
              <a:ext cx="1432326" cy="459826"/>
            </a:xfrm>
            <a:prstGeom prst="roundRect">
              <a:avLst/>
            </a:prstGeom>
            <a:solidFill>
              <a:schemeClr val="accent1">
                <a:lumMod val="60000"/>
                <a:lumOff val="40000"/>
              </a:schemeClr>
            </a:solidFill>
            <a:ln w="12700">
              <a:solidFill>
                <a:schemeClr val="accent1">
                  <a:lumMod val="20000"/>
                  <a:lumOff val="80000"/>
                </a:schemeClr>
              </a:solidFill>
            </a:ln>
            <a:effectLst>
              <a:outerShdw blurRad="50800" dist="38100" dir="2700000" algn="tl" rotWithShape="0">
                <a:schemeClr val="accent1">
                  <a:lumMod val="75000"/>
                  <a:alpha val="99000"/>
                </a:schemeClr>
              </a:outerShdw>
            </a:effectLst>
          </p:spPr>
          <p:txBody>
            <a:bodyPr vert="horz" wrap="non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a:ln>
                  <a:noFill/>
                </a:ln>
                <a:solidFill>
                  <a:schemeClr val="tx1"/>
                </a:solidFill>
                <a:effectLst/>
                <a:latin typeface="Arial" charset="0"/>
              </a:endParaRPr>
            </a:p>
          </p:txBody>
        </p:sp>
        <p:sp>
          <p:nvSpPr>
            <p:cNvPr id="430" name="TextBox 429"/>
            <p:cNvSpPr txBox="1"/>
            <p:nvPr/>
          </p:nvSpPr>
          <p:spPr>
            <a:xfrm>
              <a:off x="3103238" y="553253"/>
              <a:ext cx="1461287" cy="299227"/>
            </a:xfrm>
            <a:prstGeom prst="rect">
              <a:avLst/>
            </a:prstGeom>
            <a:noFill/>
          </p:spPr>
          <p:txBody>
            <a:bodyPr wrap="square" rtlCol="0">
              <a:spAutoFit/>
            </a:bodyPr>
            <a:lstStyle/>
            <a:p>
              <a:pPr algn="ctr">
                <a:lnSpc>
                  <a:spcPts val="1600"/>
                </a:lnSpc>
              </a:pPr>
              <a:r>
                <a:rPr lang="en-US" sz="1400" dirty="0">
                  <a:latin typeface="Arial"/>
                  <a:cs typeface="Arial"/>
                </a:rPr>
                <a:t>intent</a:t>
              </a:r>
            </a:p>
          </p:txBody>
        </p:sp>
      </p:grpSp>
      <p:grpSp>
        <p:nvGrpSpPr>
          <p:cNvPr id="431" name="Group 430"/>
          <p:cNvGrpSpPr/>
          <p:nvPr/>
        </p:nvGrpSpPr>
        <p:grpSpPr>
          <a:xfrm>
            <a:off x="4160760" y="2549087"/>
            <a:ext cx="1033900" cy="504412"/>
            <a:chOff x="3103238" y="432317"/>
            <a:chExt cx="1461287" cy="504412"/>
          </a:xfrm>
        </p:grpSpPr>
        <p:sp>
          <p:nvSpPr>
            <p:cNvPr id="432" name="Rounded Rectangle 431"/>
            <p:cNvSpPr/>
            <p:nvPr/>
          </p:nvSpPr>
          <p:spPr>
            <a:xfrm>
              <a:off x="3128876" y="457817"/>
              <a:ext cx="1432326" cy="459826"/>
            </a:xfrm>
            <a:prstGeom prst="roundRect">
              <a:avLst/>
            </a:prstGeom>
            <a:solidFill>
              <a:schemeClr val="accent1">
                <a:lumMod val="60000"/>
                <a:lumOff val="40000"/>
              </a:schemeClr>
            </a:solidFill>
            <a:ln w="12700">
              <a:solidFill>
                <a:schemeClr val="accent1">
                  <a:lumMod val="20000"/>
                  <a:lumOff val="80000"/>
                </a:schemeClr>
              </a:solidFill>
            </a:ln>
            <a:effectLst>
              <a:outerShdw blurRad="50800" dist="38100" dir="2700000" algn="tl" rotWithShape="0">
                <a:schemeClr val="accent1">
                  <a:lumMod val="75000"/>
                  <a:alpha val="99000"/>
                </a:schemeClr>
              </a:outerShdw>
            </a:effectLst>
          </p:spPr>
          <p:txBody>
            <a:bodyPr vert="horz" wrap="non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a:ln>
                  <a:noFill/>
                </a:ln>
                <a:solidFill>
                  <a:schemeClr val="tx1"/>
                </a:solidFill>
                <a:effectLst/>
                <a:latin typeface="Arial" charset="0"/>
              </a:endParaRPr>
            </a:p>
          </p:txBody>
        </p:sp>
        <p:sp>
          <p:nvSpPr>
            <p:cNvPr id="433" name="TextBox 432"/>
            <p:cNvSpPr txBox="1"/>
            <p:nvPr/>
          </p:nvSpPr>
          <p:spPr>
            <a:xfrm>
              <a:off x="3103238" y="432317"/>
              <a:ext cx="1461287" cy="504412"/>
            </a:xfrm>
            <a:prstGeom prst="rect">
              <a:avLst/>
            </a:prstGeom>
            <a:noFill/>
          </p:spPr>
          <p:txBody>
            <a:bodyPr wrap="square" rtlCol="0">
              <a:spAutoFit/>
            </a:bodyPr>
            <a:lstStyle/>
            <a:p>
              <a:pPr algn="ctr">
                <a:lnSpc>
                  <a:spcPts val="1600"/>
                </a:lnSpc>
              </a:pPr>
              <a:r>
                <a:rPr lang="en-US" sz="1400" dirty="0" err="1">
                  <a:latin typeface="Arial"/>
                  <a:cs typeface="Arial"/>
                </a:rPr>
                <a:t>RESTful</a:t>
              </a:r>
              <a:endParaRPr lang="en-US" sz="1400" dirty="0">
                <a:latin typeface="Arial"/>
                <a:cs typeface="Arial"/>
              </a:endParaRPr>
            </a:p>
            <a:p>
              <a:pPr algn="ctr">
                <a:lnSpc>
                  <a:spcPts val="1600"/>
                </a:lnSpc>
              </a:pPr>
              <a:r>
                <a:rPr lang="en-US" sz="1400" dirty="0">
                  <a:latin typeface="Arial"/>
                  <a:cs typeface="Arial"/>
                </a:rPr>
                <a:t>API</a:t>
              </a:r>
            </a:p>
          </p:txBody>
        </p:sp>
      </p:grpSp>
      <p:sp>
        <p:nvSpPr>
          <p:cNvPr id="434" name="TextBox 433"/>
          <p:cNvSpPr txBox="1"/>
          <p:nvPr/>
        </p:nvSpPr>
        <p:spPr>
          <a:xfrm>
            <a:off x="5282722" y="2399633"/>
            <a:ext cx="627904" cy="584776"/>
          </a:xfrm>
          <a:prstGeom prst="rect">
            <a:avLst/>
          </a:prstGeom>
          <a:noFill/>
        </p:spPr>
        <p:txBody>
          <a:bodyPr wrap="none" rtlCol="0">
            <a:spAutoFit/>
          </a:bodyPr>
          <a:lstStyle/>
          <a:p>
            <a:r>
              <a:rPr lang="en-US" sz="3200" dirty="0">
                <a:solidFill>
                  <a:schemeClr val="accent1">
                    <a:lumMod val="60000"/>
                    <a:lumOff val="40000"/>
                  </a:schemeClr>
                </a:solidFill>
              </a:rPr>
              <a:t>…  </a:t>
            </a:r>
          </a:p>
        </p:txBody>
      </p:sp>
      <p:sp>
        <p:nvSpPr>
          <p:cNvPr id="391" name="TextBox 390"/>
          <p:cNvSpPr txBox="1"/>
          <p:nvPr/>
        </p:nvSpPr>
        <p:spPr>
          <a:xfrm>
            <a:off x="2710618" y="2216488"/>
            <a:ext cx="4914815" cy="325730"/>
          </a:xfrm>
          <a:prstGeom prst="rect">
            <a:avLst/>
          </a:prstGeom>
          <a:noFill/>
        </p:spPr>
        <p:txBody>
          <a:bodyPr wrap="square" rtlCol="0">
            <a:spAutoFit/>
          </a:bodyPr>
          <a:lstStyle/>
          <a:p>
            <a:pPr>
              <a:lnSpc>
                <a:spcPts val="1800"/>
              </a:lnSpc>
            </a:pPr>
            <a:r>
              <a:rPr lang="en-US" sz="1600" dirty="0">
                <a:latin typeface="Arial"/>
                <a:cs typeface="Arial"/>
              </a:rPr>
              <a:t>Interface, abstractions for network control apps</a:t>
            </a:r>
          </a:p>
        </p:txBody>
      </p:sp>
      <p:cxnSp>
        <p:nvCxnSpPr>
          <p:cNvPr id="549" name="Straight Connector 548"/>
          <p:cNvCxnSpPr/>
          <p:nvPr/>
        </p:nvCxnSpPr>
        <p:spPr bwMode="auto">
          <a:xfrm>
            <a:off x="2561183" y="2010842"/>
            <a:ext cx="4753400" cy="19546"/>
          </a:xfrm>
          <a:prstGeom prst="line">
            <a:avLst/>
          </a:prstGeom>
          <a:solidFill>
            <a:schemeClr val="accent1"/>
          </a:solidFill>
          <a:ln w="19050" cap="flat" cmpd="sng" algn="ctr">
            <a:solidFill>
              <a:schemeClr val="tx1"/>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sp>
        <p:nvSpPr>
          <p:cNvPr id="16" name="TextBox 15"/>
          <p:cNvSpPr txBox="1"/>
          <p:nvPr/>
        </p:nvSpPr>
        <p:spPr>
          <a:xfrm>
            <a:off x="7493875" y="3521589"/>
            <a:ext cx="1462270" cy="830997"/>
          </a:xfrm>
          <a:prstGeom prst="rect">
            <a:avLst/>
          </a:prstGeom>
          <a:noFill/>
        </p:spPr>
        <p:txBody>
          <a:bodyPr wrap="square" rtlCol="0">
            <a:spAutoFit/>
          </a:bodyPr>
          <a:lstStyle/>
          <a:p>
            <a:pPr algn="ctr"/>
            <a:r>
              <a:rPr lang="en-US" sz="2400" dirty="0"/>
              <a:t>SDN</a:t>
            </a:r>
          </a:p>
          <a:p>
            <a:pPr algn="ctr"/>
            <a:r>
              <a:rPr lang="en-US" sz="2400" dirty="0"/>
              <a:t>controller</a:t>
            </a:r>
          </a:p>
        </p:txBody>
      </p:sp>
      <p:grpSp>
        <p:nvGrpSpPr>
          <p:cNvPr id="147" name="Group 146"/>
          <p:cNvGrpSpPr/>
          <p:nvPr/>
        </p:nvGrpSpPr>
        <p:grpSpPr>
          <a:xfrm>
            <a:off x="3471457" y="5780474"/>
            <a:ext cx="2979208" cy="973667"/>
            <a:chOff x="2592388" y="5601756"/>
            <a:chExt cx="4027487" cy="939800"/>
          </a:xfrm>
        </p:grpSpPr>
        <p:sp>
          <p:nvSpPr>
            <p:cNvPr id="149" name="Freeform 2"/>
            <p:cNvSpPr>
              <a:spLocks/>
            </p:cNvSpPr>
            <p:nvPr/>
          </p:nvSpPr>
          <p:spPr bwMode="auto">
            <a:xfrm>
              <a:off x="2592388" y="5601756"/>
              <a:ext cx="4027487" cy="939800"/>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0001" h="10125">
                  <a:moveTo>
                    <a:pt x="4" y="4039"/>
                  </a:moveTo>
                  <a:cubicBezTo>
                    <a:pt x="-29" y="2271"/>
                    <a:pt x="194" y="2100"/>
                    <a:pt x="715" y="1595"/>
                  </a:cubicBezTo>
                  <a:cubicBezTo>
                    <a:pt x="1236" y="1089"/>
                    <a:pt x="2417" y="1272"/>
                    <a:pt x="3130" y="1006"/>
                  </a:cubicBezTo>
                  <a:cubicBezTo>
                    <a:pt x="3843" y="740"/>
                    <a:pt x="4397" y="0"/>
                    <a:pt x="4995" y="0"/>
                  </a:cubicBezTo>
                  <a:cubicBezTo>
                    <a:pt x="5593" y="1"/>
                    <a:pt x="6206" y="926"/>
                    <a:pt x="6720" y="1009"/>
                  </a:cubicBezTo>
                  <a:cubicBezTo>
                    <a:pt x="7234" y="1092"/>
                    <a:pt x="7536" y="241"/>
                    <a:pt x="8082" y="497"/>
                  </a:cubicBezTo>
                  <a:cubicBezTo>
                    <a:pt x="8628" y="756"/>
                    <a:pt x="9854" y="442"/>
                    <a:pt x="9989" y="2989"/>
                  </a:cubicBezTo>
                  <a:cubicBezTo>
                    <a:pt x="10124" y="5536"/>
                    <a:pt x="9098" y="5742"/>
                    <a:pt x="8599" y="6797"/>
                  </a:cubicBezTo>
                  <a:cubicBezTo>
                    <a:pt x="8100" y="7852"/>
                    <a:pt x="7544" y="8981"/>
                    <a:pt x="6995" y="9322"/>
                  </a:cubicBezTo>
                  <a:cubicBezTo>
                    <a:pt x="6446" y="9663"/>
                    <a:pt x="5793" y="8957"/>
                    <a:pt x="5307" y="8843"/>
                  </a:cubicBezTo>
                  <a:cubicBezTo>
                    <a:pt x="4819" y="8726"/>
                    <a:pt x="4628" y="10048"/>
                    <a:pt x="4371" y="9912"/>
                  </a:cubicBezTo>
                  <a:cubicBezTo>
                    <a:pt x="4114" y="9775"/>
                    <a:pt x="3505" y="10355"/>
                    <a:pt x="3140" y="10019"/>
                  </a:cubicBezTo>
                  <a:cubicBezTo>
                    <a:pt x="2774" y="9683"/>
                    <a:pt x="2820" y="8138"/>
                    <a:pt x="2179" y="7895"/>
                  </a:cubicBezTo>
                  <a:cubicBezTo>
                    <a:pt x="1586" y="6800"/>
                    <a:pt x="1549" y="8137"/>
                    <a:pt x="1187" y="7495"/>
                  </a:cubicBezTo>
                  <a:cubicBezTo>
                    <a:pt x="825" y="6852"/>
                    <a:pt x="-7" y="6157"/>
                    <a:pt x="4" y="4039"/>
                  </a:cubicBezTo>
                  <a:close/>
                </a:path>
              </a:pathLst>
            </a:custGeom>
            <a:solidFill>
              <a:srgbClr val="66CCFF"/>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cxnSp>
          <p:nvCxnSpPr>
            <p:cNvPr id="150" name="Straight Connector 149"/>
            <p:cNvCxnSpPr/>
            <p:nvPr/>
          </p:nvCxnSpPr>
          <p:spPr>
            <a:xfrm flipV="1">
              <a:off x="3262941" y="5752569"/>
              <a:ext cx="1316038" cy="13176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51" name="Straight Connector 150"/>
            <p:cNvCxnSpPr/>
            <p:nvPr/>
          </p:nvCxnSpPr>
          <p:spPr>
            <a:xfrm>
              <a:off x="3151816" y="5939894"/>
              <a:ext cx="2259013" cy="29845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52" name="Straight Connector 151"/>
            <p:cNvCxnSpPr/>
            <p:nvPr/>
          </p:nvCxnSpPr>
          <p:spPr>
            <a:xfrm>
              <a:off x="3164516" y="6044669"/>
              <a:ext cx="714375" cy="27622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53" name="Straight Connector 152"/>
            <p:cNvCxnSpPr/>
            <p:nvPr/>
          </p:nvCxnSpPr>
          <p:spPr>
            <a:xfrm flipV="1">
              <a:off x="4182104" y="6238344"/>
              <a:ext cx="1247775" cy="8255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54" name="Straight Connector 153"/>
            <p:cNvCxnSpPr/>
            <p:nvPr/>
          </p:nvCxnSpPr>
          <p:spPr>
            <a:xfrm>
              <a:off x="4842504" y="5785906"/>
              <a:ext cx="1057275" cy="12382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55" name="Straight Connector 154"/>
            <p:cNvCxnSpPr/>
            <p:nvPr/>
          </p:nvCxnSpPr>
          <p:spPr>
            <a:xfrm flipV="1">
              <a:off x="4126541" y="5939894"/>
              <a:ext cx="1790700" cy="29845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56" name="Straight Connector 155"/>
            <p:cNvCxnSpPr/>
            <p:nvPr/>
          </p:nvCxnSpPr>
          <p:spPr>
            <a:xfrm flipV="1">
              <a:off x="5453691" y="5968469"/>
              <a:ext cx="588963" cy="26987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57" name="Straight Connector 156"/>
            <p:cNvCxnSpPr/>
            <p:nvPr/>
          </p:nvCxnSpPr>
          <p:spPr>
            <a:xfrm>
              <a:off x="4596441" y="5752569"/>
              <a:ext cx="814388" cy="40163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158" name="Group 347"/>
            <p:cNvGrpSpPr>
              <a:grpSpLocks/>
            </p:cNvGrpSpPr>
            <p:nvPr/>
          </p:nvGrpSpPr>
          <p:grpSpPr bwMode="auto">
            <a:xfrm>
              <a:off x="5856401" y="5796097"/>
              <a:ext cx="588970" cy="242608"/>
              <a:chOff x="1871277" y="1576300"/>
              <a:chExt cx="1128371" cy="437861"/>
            </a:xfrm>
          </p:grpSpPr>
          <p:sp>
            <p:nvSpPr>
              <p:cNvPr id="200" name="Oval 199"/>
              <p:cNvSpPr/>
              <p:nvPr/>
            </p:nvSpPr>
            <p:spPr bwMode="auto">
              <a:xfrm flipV="1">
                <a:off x="1874446" y="1694641"/>
                <a:ext cx="1125202"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01" name="Rectangle 200"/>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02" name="Oval 201"/>
              <p:cNvSpPr/>
              <p:nvPr/>
            </p:nvSpPr>
            <p:spPr bwMode="auto">
              <a:xfrm flipV="1">
                <a:off x="1871277" y="1576300"/>
                <a:ext cx="1125200"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03" name="Freeform 202"/>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04" name="Freeform 203"/>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05" name="Freeform 204"/>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06" name="Freeform 205"/>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07" name="Straight Connector 206"/>
              <p:cNvCxnSpPr>
                <a:endCxn id="202" idx="2"/>
              </p:cNvCxnSpPr>
              <p:nvPr/>
            </p:nvCxnSpPr>
            <p:spPr bwMode="auto">
              <a:xfrm flipH="1" flipV="1">
                <a:off x="1871277" y="1737243"/>
                <a:ext cx="3169"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08" name="Straight Connector 207"/>
              <p:cNvCxnSpPr/>
              <p:nvPr/>
            </p:nvCxnSpPr>
            <p:spPr bwMode="auto">
              <a:xfrm flipH="1" flipV="1">
                <a:off x="2996477" y="1734877"/>
                <a:ext cx="3171"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59" name="Group 347"/>
            <p:cNvGrpSpPr>
              <a:grpSpLocks/>
            </p:cNvGrpSpPr>
            <p:nvPr/>
          </p:nvGrpSpPr>
          <p:grpSpPr bwMode="auto">
            <a:xfrm>
              <a:off x="4375328" y="5654000"/>
              <a:ext cx="588970" cy="242608"/>
              <a:chOff x="1871277" y="1576300"/>
              <a:chExt cx="1128371" cy="437861"/>
            </a:xfrm>
          </p:grpSpPr>
          <p:sp>
            <p:nvSpPr>
              <p:cNvPr id="191" name="Oval 190"/>
              <p:cNvSpPr/>
              <p:nvPr/>
            </p:nvSpPr>
            <p:spPr bwMode="auto">
              <a:xfrm flipV="1">
                <a:off x="1874446" y="1694641"/>
                <a:ext cx="1125202"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92" name="Rectangle 191"/>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93" name="Oval 192"/>
              <p:cNvSpPr/>
              <p:nvPr/>
            </p:nvSpPr>
            <p:spPr bwMode="auto">
              <a:xfrm flipV="1">
                <a:off x="1871277" y="1576300"/>
                <a:ext cx="1125200"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94" name="Freeform 193"/>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95" name="Freeform 194"/>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96" name="Freeform 195"/>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97" name="Freeform 196"/>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98" name="Straight Connector 197"/>
              <p:cNvCxnSpPr>
                <a:endCxn id="193" idx="2"/>
              </p:cNvCxnSpPr>
              <p:nvPr/>
            </p:nvCxnSpPr>
            <p:spPr bwMode="auto">
              <a:xfrm flipH="1" flipV="1">
                <a:off x="1871277" y="1737243"/>
                <a:ext cx="3169"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99" name="Straight Connector 198"/>
              <p:cNvCxnSpPr/>
              <p:nvPr/>
            </p:nvCxnSpPr>
            <p:spPr bwMode="auto">
              <a:xfrm flipH="1" flipV="1">
                <a:off x="2996477" y="1734877"/>
                <a:ext cx="3171"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60" name="Group 347"/>
            <p:cNvGrpSpPr>
              <a:grpSpLocks/>
            </p:cNvGrpSpPr>
            <p:nvPr/>
          </p:nvGrpSpPr>
          <p:grpSpPr bwMode="auto">
            <a:xfrm>
              <a:off x="2848241" y="5847813"/>
              <a:ext cx="588970" cy="242608"/>
              <a:chOff x="1871277" y="1576300"/>
              <a:chExt cx="1128371" cy="437861"/>
            </a:xfrm>
          </p:grpSpPr>
          <p:sp>
            <p:nvSpPr>
              <p:cNvPr id="182" name="Oval 181"/>
              <p:cNvSpPr/>
              <p:nvPr/>
            </p:nvSpPr>
            <p:spPr bwMode="auto">
              <a:xfrm flipV="1">
                <a:off x="1874446" y="1694641"/>
                <a:ext cx="1125202"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83" name="Rectangle 182"/>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84" name="Oval 183"/>
              <p:cNvSpPr/>
              <p:nvPr/>
            </p:nvSpPr>
            <p:spPr bwMode="auto">
              <a:xfrm flipV="1">
                <a:off x="1871277" y="1576300"/>
                <a:ext cx="1125200"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85" name="Freeform 184"/>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86" name="Freeform 185"/>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87" name="Freeform 186"/>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88" name="Freeform 187"/>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89" name="Straight Connector 188"/>
              <p:cNvCxnSpPr>
                <a:endCxn id="184" idx="2"/>
              </p:cNvCxnSpPr>
              <p:nvPr/>
            </p:nvCxnSpPr>
            <p:spPr bwMode="auto">
              <a:xfrm flipH="1" flipV="1">
                <a:off x="1871277" y="1737243"/>
                <a:ext cx="3169"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90" name="Straight Connector 189"/>
              <p:cNvCxnSpPr/>
              <p:nvPr/>
            </p:nvCxnSpPr>
            <p:spPr bwMode="auto">
              <a:xfrm flipH="1" flipV="1">
                <a:off x="2996477" y="1734877"/>
                <a:ext cx="3171"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61" name="Group 347"/>
            <p:cNvGrpSpPr>
              <a:grpSpLocks/>
            </p:cNvGrpSpPr>
            <p:nvPr/>
          </p:nvGrpSpPr>
          <p:grpSpPr bwMode="auto">
            <a:xfrm>
              <a:off x="5166757" y="6114152"/>
              <a:ext cx="588970" cy="242608"/>
              <a:chOff x="1871277" y="1576300"/>
              <a:chExt cx="1128371" cy="437861"/>
            </a:xfrm>
          </p:grpSpPr>
          <p:sp>
            <p:nvSpPr>
              <p:cNvPr id="172" name="Oval 171"/>
              <p:cNvSpPr/>
              <p:nvPr/>
            </p:nvSpPr>
            <p:spPr bwMode="auto">
              <a:xfrm flipV="1">
                <a:off x="1874446" y="1694641"/>
                <a:ext cx="1125202"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73" name="Rectangle 172"/>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74" name="Oval 173"/>
              <p:cNvSpPr/>
              <p:nvPr/>
            </p:nvSpPr>
            <p:spPr bwMode="auto">
              <a:xfrm flipV="1">
                <a:off x="1871277" y="1576300"/>
                <a:ext cx="1125200"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75" name="Freeform 174"/>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77" name="Freeform 176"/>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78" name="Freeform 177"/>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79" name="Freeform 178"/>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80" name="Straight Connector 179"/>
              <p:cNvCxnSpPr>
                <a:endCxn id="174" idx="2"/>
              </p:cNvCxnSpPr>
              <p:nvPr/>
            </p:nvCxnSpPr>
            <p:spPr bwMode="auto">
              <a:xfrm flipH="1" flipV="1">
                <a:off x="1871277" y="1737243"/>
                <a:ext cx="3169"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81" name="Straight Connector 180"/>
              <p:cNvCxnSpPr/>
              <p:nvPr/>
            </p:nvCxnSpPr>
            <p:spPr bwMode="auto">
              <a:xfrm flipH="1" flipV="1">
                <a:off x="2996477" y="1734877"/>
                <a:ext cx="3171"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62" name="Group 347"/>
            <p:cNvGrpSpPr>
              <a:grpSpLocks/>
            </p:cNvGrpSpPr>
            <p:nvPr/>
          </p:nvGrpSpPr>
          <p:grpSpPr bwMode="auto">
            <a:xfrm>
              <a:off x="3704088" y="6206732"/>
              <a:ext cx="588970" cy="242608"/>
              <a:chOff x="1871277" y="1576300"/>
              <a:chExt cx="1128371" cy="437861"/>
            </a:xfrm>
          </p:grpSpPr>
          <p:sp>
            <p:nvSpPr>
              <p:cNvPr id="163" name="Oval 162"/>
              <p:cNvSpPr/>
              <p:nvPr/>
            </p:nvSpPr>
            <p:spPr bwMode="auto">
              <a:xfrm flipV="1">
                <a:off x="1874446" y="1694641"/>
                <a:ext cx="1125202"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64" name="Rectangle 163"/>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65" name="Oval 164"/>
              <p:cNvSpPr/>
              <p:nvPr/>
            </p:nvSpPr>
            <p:spPr bwMode="auto">
              <a:xfrm flipV="1">
                <a:off x="1871277" y="1576300"/>
                <a:ext cx="1125200"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66" name="Freeform 165"/>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67" name="Freeform 166"/>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68" name="Freeform 167"/>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69" name="Freeform 168"/>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70" name="Straight Connector 169"/>
              <p:cNvCxnSpPr>
                <a:endCxn id="165" idx="2"/>
              </p:cNvCxnSpPr>
              <p:nvPr/>
            </p:nvCxnSpPr>
            <p:spPr bwMode="auto">
              <a:xfrm flipH="1" flipV="1">
                <a:off x="1871277" y="1737243"/>
                <a:ext cx="3169"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71" name="Straight Connector 170"/>
              <p:cNvCxnSpPr/>
              <p:nvPr/>
            </p:nvCxnSpPr>
            <p:spPr bwMode="auto">
              <a:xfrm flipH="1" flipV="1">
                <a:off x="2996477" y="1734877"/>
                <a:ext cx="3171"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sp>
        <p:nvSpPr>
          <p:cNvPr id="631" name="Rectangle 630"/>
          <p:cNvSpPr/>
          <p:nvPr/>
        </p:nvSpPr>
        <p:spPr>
          <a:xfrm>
            <a:off x="2606860" y="5724971"/>
            <a:ext cx="5334198" cy="1133029"/>
          </a:xfrm>
          <a:prstGeom prst="rect">
            <a:avLst/>
          </a:prstGeom>
          <a:solidFill>
            <a:schemeClr val="bg1">
              <a:alpha val="80000"/>
            </a:schemeClr>
          </a:solidFill>
          <a:ln w="12700">
            <a:noFill/>
            <a:tailEnd type="arrow"/>
          </a:ln>
        </p:spPr>
        <p:txBody>
          <a:bodyPr vert="horz" wrap="non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a:ln>
                <a:noFill/>
              </a:ln>
              <a:solidFill>
                <a:schemeClr val="tx1"/>
              </a:solidFill>
              <a:effectLst/>
              <a:latin typeface="Arial" charset="0"/>
            </a:endParaRPr>
          </a:p>
        </p:txBody>
      </p:sp>
      <p:grpSp>
        <p:nvGrpSpPr>
          <p:cNvPr id="210" name="Group 209"/>
          <p:cNvGrpSpPr/>
          <p:nvPr/>
        </p:nvGrpSpPr>
        <p:grpSpPr>
          <a:xfrm>
            <a:off x="2861956" y="1276178"/>
            <a:ext cx="1023471" cy="590176"/>
            <a:chOff x="4721412" y="1277470"/>
            <a:chExt cx="1023471" cy="590176"/>
          </a:xfrm>
        </p:grpSpPr>
        <p:sp>
          <p:nvSpPr>
            <p:cNvPr id="211" name="Oval 210"/>
            <p:cNvSpPr/>
            <p:nvPr/>
          </p:nvSpPr>
          <p:spPr bwMode="auto">
            <a:xfrm>
              <a:off x="4721412" y="1277470"/>
              <a:ext cx="1023471" cy="590176"/>
            </a:xfrm>
            <a:prstGeom prst="ellipse">
              <a:avLst/>
            </a:prstGeom>
            <a:solidFill>
              <a:srgbClr val="008000">
                <a:alpha val="70000"/>
              </a:srgbClr>
            </a:solidFill>
            <a:ln>
              <a:solidFill>
                <a:srgbClr val="008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12" name="TextBox 211"/>
            <p:cNvSpPr txBox="1"/>
            <p:nvPr/>
          </p:nvSpPr>
          <p:spPr>
            <a:xfrm>
              <a:off x="4792385" y="1374585"/>
              <a:ext cx="890463" cy="369332"/>
            </a:xfrm>
            <a:prstGeom prst="rect">
              <a:avLst/>
            </a:prstGeom>
            <a:noFill/>
          </p:spPr>
          <p:txBody>
            <a:bodyPr wrap="none" rtlCol="0">
              <a:spAutoFit/>
            </a:bodyPr>
            <a:lstStyle/>
            <a:p>
              <a:pPr algn="ctr"/>
              <a:r>
                <a:rPr lang="en-US" dirty="0"/>
                <a:t>routing</a:t>
              </a:r>
            </a:p>
          </p:txBody>
        </p:sp>
      </p:grpSp>
      <p:grpSp>
        <p:nvGrpSpPr>
          <p:cNvPr id="213" name="Group 212"/>
          <p:cNvGrpSpPr/>
          <p:nvPr/>
        </p:nvGrpSpPr>
        <p:grpSpPr>
          <a:xfrm>
            <a:off x="4075652" y="1301675"/>
            <a:ext cx="1023471" cy="590176"/>
            <a:chOff x="6106459" y="1967753"/>
            <a:chExt cx="1023471" cy="590176"/>
          </a:xfrm>
        </p:grpSpPr>
        <p:sp>
          <p:nvSpPr>
            <p:cNvPr id="214" name="Oval 213"/>
            <p:cNvSpPr/>
            <p:nvPr/>
          </p:nvSpPr>
          <p:spPr bwMode="auto">
            <a:xfrm>
              <a:off x="6106459" y="1967753"/>
              <a:ext cx="1023471" cy="590176"/>
            </a:xfrm>
            <a:prstGeom prst="ellipse">
              <a:avLst/>
            </a:prstGeom>
            <a:solidFill>
              <a:srgbClr val="008000">
                <a:alpha val="70000"/>
              </a:srgbClr>
            </a:solidFill>
            <a:ln>
              <a:solidFill>
                <a:srgbClr val="008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15" name="TextBox 214"/>
            <p:cNvSpPr txBox="1"/>
            <p:nvPr/>
          </p:nvSpPr>
          <p:spPr>
            <a:xfrm>
              <a:off x="6177429" y="1997637"/>
              <a:ext cx="903087" cy="544765"/>
            </a:xfrm>
            <a:prstGeom prst="rect">
              <a:avLst/>
            </a:prstGeom>
            <a:noFill/>
          </p:spPr>
          <p:txBody>
            <a:bodyPr wrap="none" rtlCol="0">
              <a:spAutoFit/>
            </a:bodyPr>
            <a:lstStyle/>
            <a:p>
              <a:pPr algn="ctr">
                <a:lnSpc>
                  <a:spcPct val="80000"/>
                </a:lnSpc>
              </a:pPr>
              <a:r>
                <a:rPr lang="en-US" dirty="0"/>
                <a:t>access </a:t>
              </a:r>
            </a:p>
            <a:p>
              <a:pPr algn="ctr">
                <a:lnSpc>
                  <a:spcPct val="80000"/>
                </a:lnSpc>
              </a:pPr>
              <a:r>
                <a:rPr lang="en-US" dirty="0"/>
                <a:t>control</a:t>
              </a:r>
            </a:p>
          </p:txBody>
        </p:sp>
      </p:grpSp>
      <p:grpSp>
        <p:nvGrpSpPr>
          <p:cNvPr id="216" name="Group 215"/>
          <p:cNvGrpSpPr/>
          <p:nvPr/>
        </p:nvGrpSpPr>
        <p:grpSpPr>
          <a:xfrm>
            <a:off x="5265545" y="1320598"/>
            <a:ext cx="1023471" cy="590176"/>
            <a:chOff x="6938682" y="977153"/>
            <a:chExt cx="1023471" cy="590176"/>
          </a:xfrm>
        </p:grpSpPr>
        <p:sp>
          <p:nvSpPr>
            <p:cNvPr id="217" name="Oval 216"/>
            <p:cNvSpPr/>
            <p:nvPr/>
          </p:nvSpPr>
          <p:spPr bwMode="auto">
            <a:xfrm>
              <a:off x="6938682" y="977153"/>
              <a:ext cx="1023471" cy="590176"/>
            </a:xfrm>
            <a:prstGeom prst="ellipse">
              <a:avLst/>
            </a:prstGeom>
            <a:solidFill>
              <a:srgbClr val="008000">
                <a:alpha val="70000"/>
              </a:srgbClr>
            </a:solidFill>
            <a:ln>
              <a:solidFill>
                <a:srgbClr val="008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18" name="TextBox 217"/>
            <p:cNvSpPr txBox="1"/>
            <p:nvPr/>
          </p:nvSpPr>
          <p:spPr>
            <a:xfrm>
              <a:off x="6964568" y="1007037"/>
              <a:ext cx="993256" cy="544765"/>
            </a:xfrm>
            <a:prstGeom prst="rect">
              <a:avLst/>
            </a:prstGeom>
            <a:noFill/>
          </p:spPr>
          <p:txBody>
            <a:bodyPr wrap="none" rtlCol="0">
              <a:spAutoFit/>
            </a:bodyPr>
            <a:lstStyle/>
            <a:p>
              <a:pPr algn="ctr">
                <a:lnSpc>
                  <a:spcPct val="80000"/>
                </a:lnSpc>
              </a:pPr>
              <a:r>
                <a:rPr lang="en-US" dirty="0"/>
                <a:t>load</a:t>
              </a:r>
            </a:p>
            <a:p>
              <a:pPr algn="ctr">
                <a:lnSpc>
                  <a:spcPct val="80000"/>
                </a:lnSpc>
              </a:pPr>
              <a:r>
                <a:rPr lang="en-US" dirty="0"/>
                <a:t>balance</a:t>
              </a:r>
            </a:p>
          </p:txBody>
        </p:sp>
      </p:grpSp>
      <p:sp>
        <p:nvSpPr>
          <p:cNvPr id="15" name="Rectangle 14"/>
          <p:cNvSpPr/>
          <p:nvPr/>
        </p:nvSpPr>
        <p:spPr>
          <a:xfrm>
            <a:off x="2243683" y="1143000"/>
            <a:ext cx="4965002" cy="783590"/>
          </a:xfrm>
          <a:prstGeom prst="rect">
            <a:avLst/>
          </a:prstGeom>
          <a:solidFill>
            <a:schemeClr val="bg1">
              <a:alpha val="80000"/>
            </a:schemeClr>
          </a:solidFill>
          <a:ln w="12700">
            <a:noFill/>
            <a:tailEnd type="arrow"/>
          </a:ln>
        </p:spPr>
        <p:txBody>
          <a:bodyPr vert="horz" wrap="non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a:ln>
                <a:noFill/>
              </a:ln>
              <a:solidFill>
                <a:schemeClr val="tx1"/>
              </a:solidFill>
              <a:effectLst/>
              <a:latin typeface="Arial" charset="0"/>
            </a:endParaRPr>
          </a:p>
        </p:txBody>
      </p:sp>
      <p:sp>
        <p:nvSpPr>
          <p:cNvPr id="223" name="Freeform 222"/>
          <p:cNvSpPr/>
          <p:nvPr/>
        </p:nvSpPr>
        <p:spPr bwMode="auto">
          <a:xfrm rot="10800000">
            <a:off x="7562568" y="4626242"/>
            <a:ext cx="222179" cy="1166655"/>
          </a:xfrm>
          <a:custGeom>
            <a:avLst/>
            <a:gdLst>
              <a:gd name="connsiteX0" fmla="*/ 0 w 312616"/>
              <a:gd name="connsiteY0" fmla="*/ 644770 h 1367693"/>
              <a:gd name="connsiteX1" fmla="*/ 312616 w 312616"/>
              <a:gd name="connsiteY1" fmla="*/ 0 h 1367693"/>
              <a:gd name="connsiteX2" fmla="*/ 312616 w 312616"/>
              <a:gd name="connsiteY2" fmla="*/ 1016000 h 1367693"/>
              <a:gd name="connsiteX3" fmla="*/ 117231 w 312616"/>
              <a:gd name="connsiteY3" fmla="*/ 1367693 h 1367693"/>
              <a:gd name="connsiteX4" fmla="*/ 0 w 312616"/>
              <a:gd name="connsiteY4" fmla="*/ 644770 h 1367693"/>
              <a:gd name="connsiteX0" fmla="*/ 0 w 199855"/>
              <a:gd name="connsiteY0" fmla="*/ 733787 h 1367693"/>
              <a:gd name="connsiteX1" fmla="*/ 199855 w 199855"/>
              <a:gd name="connsiteY1" fmla="*/ 0 h 1367693"/>
              <a:gd name="connsiteX2" fmla="*/ 199855 w 199855"/>
              <a:gd name="connsiteY2" fmla="*/ 1016000 h 1367693"/>
              <a:gd name="connsiteX3" fmla="*/ 4470 w 199855"/>
              <a:gd name="connsiteY3" fmla="*/ 1367693 h 1367693"/>
              <a:gd name="connsiteX4" fmla="*/ 0 w 199855"/>
              <a:gd name="connsiteY4" fmla="*/ 733787 h 1367693"/>
              <a:gd name="connsiteX0" fmla="*/ 25203 w 225058"/>
              <a:gd name="connsiteY0" fmla="*/ 733787 h 1361758"/>
              <a:gd name="connsiteX1" fmla="*/ 225058 w 225058"/>
              <a:gd name="connsiteY1" fmla="*/ 0 h 1361758"/>
              <a:gd name="connsiteX2" fmla="*/ 225058 w 225058"/>
              <a:gd name="connsiteY2" fmla="*/ 1016000 h 1361758"/>
              <a:gd name="connsiteX3" fmla="*/ 0 w 225058"/>
              <a:gd name="connsiteY3" fmla="*/ 1361758 h 1361758"/>
              <a:gd name="connsiteX4" fmla="*/ 25203 w 225058"/>
              <a:gd name="connsiteY4" fmla="*/ 733787 h 1361758"/>
              <a:gd name="connsiteX0" fmla="*/ 25203 w 230992"/>
              <a:gd name="connsiteY0" fmla="*/ 787197 h 1415168"/>
              <a:gd name="connsiteX1" fmla="*/ 230992 w 230992"/>
              <a:gd name="connsiteY1" fmla="*/ 0 h 1415168"/>
              <a:gd name="connsiteX2" fmla="*/ 225058 w 230992"/>
              <a:gd name="connsiteY2" fmla="*/ 1069410 h 1415168"/>
              <a:gd name="connsiteX3" fmla="*/ 0 w 230992"/>
              <a:gd name="connsiteY3" fmla="*/ 1415168 h 1415168"/>
              <a:gd name="connsiteX4" fmla="*/ 25203 w 230992"/>
              <a:gd name="connsiteY4" fmla="*/ 787197 h 1415168"/>
              <a:gd name="connsiteX0" fmla="*/ 0 w 205789"/>
              <a:gd name="connsiteY0" fmla="*/ 787197 h 1427037"/>
              <a:gd name="connsiteX1" fmla="*/ 205789 w 205789"/>
              <a:gd name="connsiteY1" fmla="*/ 0 h 1427037"/>
              <a:gd name="connsiteX2" fmla="*/ 199855 w 205789"/>
              <a:gd name="connsiteY2" fmla="*/ 1069410 h 1427037"/>
              <a:gd name="connsiteX3" fmla="*/ 4471 w 205789"/>
              <a:gd name="connsiteY3" fmla="*/ 1427037 h 1427037"/>
              <a:gd name="connsiteX4" fmla="*/ 0 w 205789"/>
              <a:gd name="connsiteY4" fmla="*/ 787197 h 1427037"/>
              <a:gd name="connsiteX0" fmla="*/ 0 w 199855"/>
              <a:gd name="connsiteY0" fmla="*/ 745656 h 1385496"/>
              <a:gd name="connsiteX1" fmla="*/ 193920 w 199855"/>
              <a:gd name="connsiteY1" fmla="*/ 0 h 1385496"/>
              <a:gd name="connsiteX2" fmla="*/ 199855 w 199855"/>
              <a:gd name="connsiteY2" fmla="*/ 1027869 h 1385496"/>
              <a:gd name="connsiteX3" fmla="*/ 4471 w 199855"/>
              <a:gd name="connsiteY3" fmla="*/ 1385496 h 1385496"/>
              <a:gd name="connsiteX4" fmla="*/ 0 w 199855"/>
              <a:gd name="connsiteY4" fmla="*/ 745656 h 1385496"/>
              <a:gd name="connsiteX0" fmla="*/ 20385 w 220240"/>
              <a:gd name="connsiteY0" fmla="*/ 745656 h 1058154"/>
              <a:gd name="connsiteX1" fmla="*/ 214305 w 220240"/>
              <a:gd name="connsiteY1" fmla="*/ 0 h 1058154"/>
              <a:gd name="connsiteX2" fmla="*/ 220240 w 220240"/>
              <a:gd name="connsiteY2" fmla="*/ 1027869 h 1058154"/>
              <a:gd name="connsiteX3" fmla="*/ 68 w 220240"/>
              <a:gd name="connsiteY3" fmla="*/ 986902 h 1058154"/>
              <a:gd name="connsiteX4" fmla="*/ 20385 w 220240"/>
              <a:gd name="connsiteY4" fmla="*/ 745656 h 1058154"/>
              <a:gd name="connsiteX0" fmla="*/ 20385 w 220240"/>
              <a:gd name="connsiteY0" fmla="*/ 745656 h 1068836"/>
              <a:gd name="connsiteX1" fmla="*/ 214305 w 220240"/>
              <a:gd name="connsiteY1" fmla="*/ 0 h 1068836"/>
              <a:gd name="connsiteX2" fmla="*/ 220240 w 220240"/>
              <a:gd name="connsiteY2" fmla="*/ 1027869 h 1068836"/>
              <a:gd name="connsiteX3" fmla="*/ 68 w 220240"/>
              <a:gd name="connsiteY3" fmla="*/ 986902 h 1068836"/>
              <a:gd name="connsiteX4" fmla="*/ 20385 w 220240"/>
              <a:gd name="connsiteY4" fmla="*/ 745656 h 1068836"/>
              <a:gd name="connsiteX0" fmla="*/ 15446 w 215301"/>
              <a:gd name="connsiteY0" fmla="*/ 745656 h 1057581"/>
              <a:gd name="connsiteX1" fmla="*/ 209366 w 215301"/>
              <a:gd name="connsiteY1" fmla="*/ 0 h 1057581"/>
              <a:gd name="connsiteX2" fmla="*/ 215301 w 215301"/>
              <a:gd name="connsiteY2" fmla="*/ 1027869 h 1057581"/>
              <a:gd name="connsiteX3" fmla="*/ 87 w 215301"/>
              <a:gd name="connsiteY3" fmla="*/ 888484 h 1057581"/>
              <a:gd name="connsiteX4" fmla="*/ 15446 w 215301"/>
              <a:gd name="connsiteY4" fmla="*/ 745656 h 1057581"/>
              <a:gd name="connsiteX0" fmla="*/ 15446 w 215301"/>
              <a:gd name="connsiteY0" fmla="*/ 745656 h 1063397"/>
              <a:gd name="connsiteX1" fmla="*/ 209366 w 215301"/>
              <a:gd name="connsiteY1" fmla="*/ 0 h 1063397"/>
              <a:gd name="connsiteX2" fmla="*/ 215301 w 215301"/>
              <a:gd name="connsiteY2" fmla="*/ 1027869 h 1063397"/>
              <a:gd name="connsiteX3" fmla="*/ 87 w 215301"/>
              <a:gd name="connsiteY3" fmla="*/ 888484 h 1063397"/>
              <a:gd name="connsiteX4" fmla="*/ 15446 w 215301"/>
              <a:gd name="connsiteY4" fmla="*/ 745656 h 1063397"/>
              <a:gd name="connsiteX0" fmla="*/ 15446 w 215301"/>
              <a:gd name="connsiteY0" fmla="*/ 745656 h 1027869"/>
              <a:gd name="connsiteX1" fmla="*/ 209366 w 215301"/>
              <a:gd name="connsiteY1" fmla="*/ 0 h 1027869"/>
              <a:gd name="connsiteX2" fmla="*/ 215301 w 215301"/>
              <a:gd name="connsiteY2" fmla="*/ 1027869 h 1027869"/>
              <a:gd name="connsiteX3" fmla="*/ 87 w 215301"/>
              <a:gd name="connsiteY3" fmla="*/ 888484 h 1027869"/>
              <a:gd name="connsiteX4" fmla="*/ 15446 w 215301"/>
              <a:gd name="connsiteY4" fmla="*/ 745656 h 1027869"/>
              <a:gd name="connsiteX0" fmla="*/ 2945 w 215465"/>
              <a:gd name="connsiteY0" fmla="*/ 0 h 1166325"/>
              <a:gd name="connsiteX1" fmla="*/ 209530 w 215465"/>
              <a:gd name="connsiteY1" fmla="*/ 138456 h 1166325"/>
              <a:gd name="connsiteX2" fmla="*/ 215465 w 215465"/>
              <a:gd name="connsiteY2" fmla="*/ 1166325 h 1166325"/>
              <a:gd name="connsiteX3" fmla="*/ 251 w 215465"/>
              <a:gd name="connsiteY3" fmla="*/ 1026940 h 1166325"/>
              <a:gd name="connsiteX4" fmla="*/ 2945 w 215465"/>
              <a:gd name="connsiteY4" fmla="*/ 0 h 1166325"/>
              <a:gd name="connsiteX0" fmla="*/ 11247 w 223767"/>
              <a:gd name="connsiteY0" fmla="*/ 0 h 1166325"/>
              <a:gd name="connsiteX1" fmla="*/ 217832 w 223767"/>
              <a:gd name="connsiteY1" fmla="*/ 138456 h 1166325"/>
              <a:gd name="connsiteX2" fmla="*/ 223767 w 223767"/>
              <a:gd name="connsiteY2" fmla="*/ 1166325 h 1166325"/>
              <a:gd name="connsiteX3" fmla="*/ 110 w 223767"/>
              <a:gd name="connsiteY3" fmla="*/ 226631 h 1166325"/>
              <a:gd name="connsiteX4" fmla="*/ 11247 w 223767"/>
              <a:gd name="connsiteY4" fmla="*/ 0 h 1166325"/>
              <a:gd name="connsiteX0" fmla="*/ 11247 w 223767"/>
              <a:gd name="connsiteY0" fmla="*/ 0 h 1166325"/>
              <a:gd name="connsiteX1" fmla="*/ 217832 w 223767"/>
              <a:gd name="connsiteY1" fmla="*/ 138456 h 1166325"/>
              <a:gd name="connsiteX2" fmla="*/ 223767 w 223767"/>
              <a:gd name="connsiteY2" fmla="*/ 1166325 h 1166325"/>
              <a:gd name="connsiteX3" fmla="*/ 110 w 223767"/>
              <a:gd name="connsiteY3" fmla="*/ 226631 h 1166325"/>
              <a:gd name="connsiteX4" fmla="*/ 11247 w 223767"/>
              <a:gd name="connsiteY4" fmla="*/ 0 h 1166325"/>
              <a:gd name="connsiteX0" fmla="*/ 11247 w 223767"/>
              <a:gd name="connsiteY0" fmla="*/ 0 h 1166325"/>
              <a:gd name="connsiteX1" fmla="*/ 217832 w 223767"/>
              <a:gd name="connsiteY1" fmla="*/ 138456 h 1166325"/>
              <a:gd name="connsiteX2" fmla="*/ 223767 w 223767"/>
              <a:gd name="connsiteY2" fmla="*/ 1166325 h 1166325"/>
              <a:gd name="connsiteX3" fmla="*/ 110 w 223767"/>
              <a:gd name="connsiteY3" fmla="*/ 226631 h 1166325"/>
              <a:gd name="connsiteX4" fmla="*/ 11247 w 223767"/>
              <a:gd name="connsiteY4" fmla="*/ 0 h 11663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3767" h="1166325">
                <a:moveTo>
                  <a:pt x="11247" y="0"/>
                </a:moveTo>
                <a:lnTo>
                  <a:pt x="217832" y="138456"/>
                </a:lnTo>
                <a:cubicBezTo>
                  <a:pt x="219810" y="481079"/>
                  <a:pt x="221789" y="823702"/>
                  <a:pt x="223767" y="1166325"/>
                </a:cubicBezTo>
                <a:cubicBezTo>
                  <a:pt x="98607" y="641817"/>
                  <a:pt x="99941" y="672062"/>
                  <a:pt x="110" y="226631"/>
                </a:cubicBezTo>
                <a:cubicBezTo>
                  <a:pt x="-1380" y="13351"/>
                  <a:pt x="12737" y="213280"/>
                  <a:pt x="11247" y="0"/>
                </a:cubicBezTo>
                <a:close/>
              </a:path>
            </a:pathLst>
          </a:custGeom>
          <a:gradFill>
            <a:gsLst>
              <a:gs pos="0">
                <a:schemeClr val="bg1">
                  <a:lumMod val="95000"/>
                </a:schemeClr>
              </a:gs>
              <a:gs pos="100000">
                <a:schemeClr val="accent6">
                  <a:lumMod val="20000"/>
                  <a:lumOff val="80000"/>
                </a:schemeClr>
              </a:gs>
            </a:gsLst>
            <a:lin ang="0" scaled="0"/>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grpSp>
        <p:nvGrpSpPr>
          <p:cNvPr id="224" name="Group 950"/>
          <p:cNvGrpSpPr>
            <a:grpSpLocks/>
          </p:cNvGrpSpPr>
          <p:nvPr/>
        </p:nvGrpSpPr>
        <p:grpSpPr bwMode="auto">
          <a:xfrm>
            <a:off x="7763077" y="5170004"/>
            <a:ext cx="251561" cy="564103"/>
            <a:chOff x="4140" y="429"/>
            <a:chExt cx="1425" cy="2396"/>
          </a:xfrm>
        </p:grpSpPr>
        <p:sp>
          <p:nvSpPr>
            <p:cNvPr id="226" name="Freeform 951"/>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227" name="Rectangle 952"/>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p>
          </p:txBody>
        </p:sp>
        <p:sp>
          <p:nvSpPr>
            <p:cNvPr id="228" name="Freeform 953"/>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229" name="Freeform 954"/>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230" name="Rectangle 955"/>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p>
              <a:endParaRPr lang="en-US"/>
            </a:p>
          </p:txBody>
        </p:sp>
        <p:grpSp>
          <p:nvGrpSpPr>
            <p:cNvPr id="231" name="Group 956"/>
            <p:cNvGrpSpPr>
              <a:grpSpLocks/>
            </p:cNvGrpSpPr>
            <p:nvPr/>
          </p:nvGrpSpPr>
          <p:grpSpPr bwMode="auto">
            <a:xfrm>
              <a:off x="4749" y="668"/>
              <a:ext cx="581" cy="145"/>
              <a:chOff x="614" y="2568"/>
              <a:chExt cx="725" cy="139"/>
            </a:xfrm>
          </p:grpSpPr>
          <p:sp>
            <p:nvSpPr>
              <p:cNvPr id="256" name="AutoShape 957"/>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sp>
            <p:nvSpPr>
              <p:cNvPr id="257" name="AutoShape 958"/>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grpSp>
        <p:sp>
          <p:nvSpPr>
            <p:cNvPr id="232" name="Rectangle 959"/>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p>
              <a:endParaRPr lang="en-US"/>
            </a:p>
          </p:txBody>
        </p:sp>
        <p:grpSp>
          <p:nvGrpSpPr>
            <p:cNvPr id="233" name="Group 960"/>
            <p:cNvGrpSpPr>
              <a:grpSpLocks/>
            </p:cNvGrpSpPr>
            <p:nvPr/>
          </p:nvGrpSpPr>
          <p:grpSpPr bwMode="auto">
            <a:xfrm>
              <a:off x="4747" y="994"/>
              <a:ext cx="581" cy="134"/>
              <a:chOff x="614" y="2568"/>
              <a:chExt cx="725" cy="139"/>
            </a:xfrm>
          </p:grpSpPr>
          <p:sp>
            <p:nvSpPr>
              <p:cNvPr id="254" name="AutoShape 961"/>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sp>
            <p:nvSpPr>
              <p:cNvPr id="255" name="AutoShape 962"/>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grpSp>
        <p:sp>
          <p:nvSpPr>
            <p:cNvPr id="234" name="Rectangle 963"/>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p>
              <a:endParaRPr lang="en-US"/>
            </a:p>
          </p:txBody>
        </p:sp>
        <p:sp>
          <p:nvSpPr>
            <p:cNvPr id="235" name="Rectangle 964"/>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p>
              <a:endParaRPr lang="en-US"/>
            </a:p>
          </p:txBody>
        </p:sp>
        <p:grpSp>
          <p:nvGrpSpPr>
            <p:cNvPr id="236" name="Group 965"/>
            <p:cNvGrpSpPr>
              <a:grpSpLocks/>
            </p:cNvGrpSpPr>
            <p:nvPr/>
          </p:nvGrpSpPr>
          <p:grpSpPr bwMode="auto">
            <a:xfrm>
              <a:off x="4735" y="1627"/>
              <a:ext cx="582" cy="151"/>
              <a:chOff x="614" y="2568"/>
              <a:chExt cx="725" cy="139"/>
            </a:xfrm>
          </p:grpSpPr>
          <p:sp>
            <p:nvSpPr>
              <p:cNvPr id="252" name="AutoShape 966"/>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sp>
            <p:nvSpPr>
              <p:cNvPr id="253" name="AutoShape 967"/>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grpSp>
        <p:sp>
          <p:nvSpPr>
            <p:cNvPr id="237" name="Freeform 968"/>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grpSp>
          <p:nvGrpSpPr>
            <p:cNvPr id="238" name="Group 969"/>
            <p:cNvGrpSpPr>
              <a:grpSpLocks/>
            </p:cNvGrpSpPr>
            <p:nvPr/>
          </p:nvGrpSpPr>
          <p:grpSpPr bwMode="auto">
            <a:xfrm>
              <a:off x="4739" y="1327"/>
              <a:ext cx="582" cy="139"/>
              <a:chOff x="614" y="2568"/>
              <a:chExt cx="725" cy="139"/>
            </a:xfrm>
          </p:grpSpPr>
          <p:sp>
            <p:nvSpPr>
              <p:cNvPr id="250" name="AutoShape 970"/>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sp>
            <p:nvSpPr>
              <p:cNvPr id="251" name="AutoShape 971"/>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grpSp>
        <p:sp>
          <p:nvSpPr>
            <p:cNvPr id="239" name="Rectangle 972"/>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p>
              <a:endParaRPr lang="en-US"/>
            </a:p>
          </p:txBody>
        </p:sp>
        <p:sp>
          <p:nvSpPr>
            <p:cNvPr id="240" name="Freeform 973"/>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241" name="Freeform 974"/>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242" name="Oval 975"/>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sp>
          <p:nvSpPr>
            <p:cNvPr id="243" name="Freeform 976"/>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244" name="AutoShape 977"/>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p>
              <a:endParaRPr lang="en-US"/>
            </a:p>
          </p:txBody>
        </p:sp>
        <p:sp>
          <p:nvSpPr>
            <p:cNvPr id="245" name="AutoShape 978"/>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p>
              <a:endParaRPr lang="en-US"/>
            </a:p>
          </p:txBody>
        </p:sp>
        <p:sp>
          <p:nvSpPr>
            <p:cNvPr id="246" name="Oval 979"/>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sp>
          <p:nvSpPr>
            <p:cNvPr id="247" name="Oval 980"/>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algn="ctr" eaLnBrk="1" hangingPunct="1"/>
              <a:endParaRPr lang="en-US">
                <a:solidFill>
                  <a:srgbClr val="FF0000"/>
                </a:solidFill>
              </a:endParaRPr>
            </a:p>
          </p:txBody>
        </p:sp>
        <p:sp>
          <p:nvSpPr>
            <p:cNvPr id="248" name="Oval 981"/>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sp>
          <p:nvSpPr>
            <p:cNvPr id="249" name="Rectangle 982"/>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p>
              <a:endParaRPr lang="en-US"/>
            </a:p>
          </p:txBody>
        </p:sp>
      </p:grpSp>
      <p:sp>
        <p:nvSpPr>
          <p:cNvPr id="176" name="Text Box 167"/>
          <p:cNvSpPr txBox="1">
            <a:spLocks noChangeArrowheads="1"/>
          </p:cNvSpPr>
          <p:nvPr/>
        </p:nvSpPr>
        <p:spPr bwMode="auto">
          <a:xfrm>
            <a:off x="542925" y="236538"/>
            <a:ext cx="6168952" cy="6463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3600" dirty="0">
                <a:solidFill>
                  <a:srgbClr val="000099"/>
                </a:solidFill>
                <a:latin typeface="Gill Sans MT" charset="0"/>
              </a:rPr>
              <a:t>Components of SDN controller</a:t>
            </a:r>
          </a:p>
        </p:txBody>
      </p:sp>
      <p:pic>
        <p:nvPicPr>
          <p:cNvPr id="209" name="Picture 5"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81025" y="776288"/>
            <a:ext cx="6181825" cy="15698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 name="TextBox 1"/>
          <p:cNvSpPr txBox="1"/>
          <p:nvPr/>
        </p:nvSpPr>
        <p:spPr>
          <a:xfrm>
            <a:off x="229508" y="4804221"/>
            <a:ext cx="1989074" cy="1343445"/>
          </a:xfrm>
          <a:prstGeom prst="rect">
            <a:avLst/>
          </a:prstGeom>
          <a:noFill/>
        </p:spPr>
        <p:txBody>
          <a:bodyPr wrap="square" rtlCol="0">
            <a:spAutoFit/>
          </a:bodyPr>
          <a:lstStyle/>
          <a:p>
            <a:pPr>
              <a:lnSpc>
                <a:spcPct val="90000"/>
              </a:lnSpc>
            </a:pPr>
            <a:r>
              <a:rPr lang="en-US" i="1" dirty="0">
                <a:solidFill>
                  <a:srgbClr val="CC0000"/>
                </a:solidFill>
                <a:latin typeface="+mn-lt"/>
              </a:rPr>
              <a:t>communication layer</a:t>
            </a:r>
            <a:r>
              <a:rPr lang="en-US" dirty="0">
                <a:latin typeface="+mn-lt"/>
              </a:rPr>
              <a:t>: communicate between SDN controller and controlled switches</a:t>
            </a:r>
          </a:p>
        </p:txBody>
      </p:sp>
      <p:sp>
        <p:nvSpPr>
          <p:cNvPr id="219" name="TextBox 218"/>
          <p:cNvSpPr txBox="1"/>
          <p:nvPr/>
        </p:nvSpPr>
        <p:spPr>
          <a:xfrm>
            <a:off x="213602" y="3120682"/>
            <a:ext cx="2127384" cy="1592744"/>
          </a:xfrm>
          <a:prstGeom prst="rect">
            <a:avLst/>
          </a:prstGeom>
          <a:noFill/>
        </p:spPr>
        <p:txBody>
          <a:bodyPr wrap="square" rtlCol="0">
            <a:spAutoFit/>
          </a:bodyPr>
          <a:lstStyle/>
          <a:p>
            <a:pPr>
              <a:lnSpc>
                <a:spcPct val="90000"/>
              </a:lnSpc>
            </a:pPr>
            <a:r>
              <a:rPr lang="en-US" dirty="0">
                <a:solidFill>
                  <a:srgbClr val="CC0000"/>
                </a:solidFill>
                <a:latin typeface="+mn-lt"/>
              </a:rPr>
              <a:t>Network-wide state management layer</a:t>
            </a:r>
            <a:r>
              <a:rPr lang="en-US" dirty="0">
                <a:latin typeface="+mn-lt"/>
              </a:rPr>
              <a:t>: state of networks links, switches, services: a </a:t>
            </a:r>
            <a:r>
              <a:rPr lang="en-US" i="1" dirty="0">
                <a:solidFill>
                  <a:srgbClr val="000099"/>
                </a:solidFill>
                <a:latin typeface="+mn-lt"/>
              </a:rPr>
              <a:t>distributed database</a:t>
            </a:r>
          </a:p>
        </p:txBody>
      </p:sp>
      <p:sp>
        <p:nvSpPr>
          <p:cNvPr id="220" name="TextBox 219"/>
          <p:cNvSpPr txBox="1"/>
          <p:nvPr/>
        </p:nvSpPr>
        <p:spPr>
          <a:xfrm>
            <a:off x="267459" y="1957325"/>
            <a:ext cx="2127384" cy="1094146"/>
          </a:xfrm>
          <a:prstGeom prst="rect">
            <a:avLst/>
          </a:prstGeom>
          <a:noFill/>
        </p:spPr>
        <p:txBody>
          <a:bodyPr wrap="square" rtlCol="0">
            <a:spAutoFit/>
          </a:bodyPr>
          <a:lstStyle/>
          <a:p>
            <a:pPr>
              <a:lnSpc>
                <a:spcPct val="90000"/>
              </a:lnSpc>
            </a:pPr>
            <a:r>
              <a:rPr lang="en-US" dirty="0">
                <a:solidFill>
                  <a:srgbClr val="CC0000"/>
                </a:solidFill>
                <a:latin typeface="+mn-lt"/>
              </a:rPr>
              <a:t>Interface layer to network control apps:  </a:t>
            </a:r>
            <a:r>
              <a:rPr lang="en-US" dirty="0">
                <a:latin typeface="+mn-lt"/>
              </a:rPr>
              <a:t>abstractions API</a:t>
            </a:r>
            <a:endParaRPr lang="en-US" i="1" dirty="0">
              <a:latin typeface="+mn-lt"/>
            </a:endParaRPr>
          </a:p>
        </p:txBody>
      </p:sp>
      <p:sp>
        <p:nvSpPr>
          <p:cNvPr id="221" name="Slide Number Placeholder 5"/>
          <p:cNvSpPr>
            <a:spLocks noGrp="1"/>
          </p:cNvSpPr>
          <p:nvPr>
            <p:ph type="sldNum" sz="quarter" idx="12"/>
          </p:nvPr>
        </p:nvSpPr>
        <p:spPr>
          <a:xfrm>
            <a:off x="8456154" y="6475895"/>
            <a:ext cx="548655" cy="272319"/>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200" dirty="0">
                <a:latin typeface="Tahoma" charset="0"/>
              </a:rPr>
              <a:t>5-</a:t>
            </a:r>
            <a:fld id="{8E8C6E93-DF5B-BC4B-80F9-500DED1EEDCC}" type="slidenum">
              <a:rPr lang="en-US" sz="1200">
                <a:latin typeface="Tahoma" charset="0"/>
              </a:rPr>
              <a:pPr/>
              <a:t>106</a:t>
            </a:fld>
            <a:endParaRPr lang="en-US" sz="1200" dirty="0">
              <a:latin typeface="Tahoma" charset="0"/>
            </a:endParaRPr>
          </a:p>
        </p:txBody>
      </p:sp>
      <p:sp>
        <p:nvSpPr>
          <p:cNvPr id="225" name="Footer Placeholder 2"/>
          <p:cNvSpPr>
            <a:spLocks noGrp="1"/>
          </p:cNvSpPr>
          <p:nvPr>
            <p:ph type="ftr" sz="quarter" idx="11"/>
          </p:nvPr>
        </p:nvSpPr>
        <p:spPr>
          <a:xfrm>
            <a:off x="6375496" y="6475081"/>
            <a:ext cx="2177473" cy="241541"/>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200" dirty="0">
                <a:solidFill>
                  <a:srgbClr val="000000"/>
                </a:solidFill>
                <a:latin typeface="Tahoma" charset="0"/>
                <a:cs typeface="Arial" charset="0"/>
              </a:rPr>
              <a:t>Network Layer: Control Plane</a:t>
            </a:r>
          </a:p>
        </p:txBody>
      </p:sp>
    </p:spTree>
    <p:extLst>
      <p:ext uri="{BB962C8B-B14F-4D97-AF65-F5344CB8AC3E}">
        <p14:creationId xmlns:p14="http://schemas.microsoft.com/office/powerpoint/2010/main" val="2630723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5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19"/>
                                        </p:tgtEl>
                                        <p:attrNameLst>
                                          <p:attrName>style.visibility</p:attrName>
                                        </p:attrNameLst>
                                      </p:cBhvr>
                                      <p:to>
                                        <p:strVal val="visible"/>
                                      </p:to>
                                    </p:set>
                                    <p:animEffect transition="in" filter="dissolve">
                                      <p:cBhvr>
                                        <p:cTn id="12" dur="500"/>
                                        <p:tgtEl>
                                          <p:spTgt spid="219"/>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220"/>
                                        </p:tgtEl>
                                        <p:attrNameLst>
                                          <p:attrName>style.visibility</p:attrName>
                                        </p:attrNameLst>
                                      </p:cBhvr>
                                      <p:to>
                                        <p:strVal val="visible"/>
                                      </p:to>
                                    </p:set>
                                    <p:animEffect transition="in" filter="dissolve">
                                      <p:cBhvr>
                                        <p:cTn id="17" dur="500"/>
                                        <p:tgtEl>
                                          <p:spTgt spid="2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219" grpId="0"/>
      <p:bldP spid="220" grpId="0"/>
    </p:bld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96" name="Picture 12"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94058" y="854421"/>
            <a:ext cx="4626765" cy="24274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 name="Title 1"/>
          <p:cNvSpPr>
            <a:spLocks noGrp="1"/>
          </p:cNvSpPr>
          <p:nvPr>
            <p:ph type="title"/>
          </p:nvPr>
        </p:nvSpPr>
        <p:spPr>
          <a:xfrm>
            <a:off x="533400" y="16916"/>
            <a:ext cx="7772400" cy="1143000"/>
          </a:xfrm>
        </p:spPr>
        <p:txBody>
          <a:bodyPr/>
          <a:lstStyle/>
          <a:p>
            <a:r>
              <a:rPr lang="en-US" dirty="0"/>
              <a:t>OpenFlow protocol</a:t>
            </a:r>
          </a:p>
        </p:txBody>
      </p:sp>
      <p:sp>
        <p:nvSpPr>
          <p:cNvPr id="4" name="Content Placeholder 3"/>
          <p:cNvSpPr>
            <a:spLocks noGrp="1"/>
          </p:cNvSpPr>
          <p:nvPr>
            <p:ph sz="half" idx="2"/>
          </p:nvPr>
        </p:nvSpPr>
        <p:spPr>
          <a:xfrm>
            <a:off x="4495800" y="1350693"/>
            <a:ext cx="3810000" cy="4648200"/>
          </a:xfrm>
        </p:spPr>
        <p:txBody>
          <a:bodyPr/>
          <a:lstStyle/>
          <a:p>
            <a:r>
              <a:rPr lang="en-US" dirty="0"/>
              <a:t>operates between controller, switch</a:t>
            </a:r>
          </a:p>
          <a:p>
            <a:r>
              <a:rPr lang="en-US" dirty="0"/>
              <a:t>TCP used to exchange messages</a:t>
            </a:r>
          </a:p>
          <a:p>
            <a:pPr lvl="1"/>
            <a:r>
              <a:rPr lang="en-US" dirty="0"/>
              <a:t>optional encryption</a:t>
            </a:r>
          </a:p>
          <a:p>
            <a:r>
              <a:rPr lang="en-US" dirty="0"/>
              <a:t>three classes of  OpenFlow messages:</a:t>
            </a:r>
          </a:p>
          <a:p>
            <a:pPr lvl="1"/>
            <a:r>
              <a:rPr lang="en-US" dirty="0"/>
              <a:t>controller-to-switch</a:t>
            </a:r>
          </a:p>
          <a:p>
            <a:pPr lvl="1"/>
            <a:r>
              <a:rPr lang="en-US" dirty="0"/>
              <a:t>asynchronous (switch to controller)</a:t>
            </a:r>
          </a:p>
          <a:p>
            <a:pPr lvl="1"/>
            <a:r>
              <a:rPr lang="en-US" dirty="0"/>
              <a:t>symmetric (</a:t>
            </a:r>
            <a:r>
              <a:rPr lang="en-US" dirty="0" err="1"/>
              <a:t>misc</a:t>
            </a:r>
            <a:r>
              <a:rPr lang="en-US" dirty="0"/>
              <a:t>)</a:t>
            </a:r>
          </a:p>
        </p:txBody>
      </p:sp>
      <p:grpSp>
        <p:nvGrpSpPr>
          <p:cNvPr id="3" name="Group 2"/>
          <p:cNvGrpSpPr/>
          <p:nvPr/>
        </p:nvGrpSpPr>
        <p:grpSpPr>
          <a:xfrm>
            <a:off x="460628" y="1850015"/>
            <a:ext cx="3899341" cy="4512949"/>
            <a:chOff x="460628" y="1850015"/>
            <a:chExt cx="3899341" cy="4512949"/>
          </a:xfrm>
        </p:grpSpPr>
        <p:sp>
          <p:nvSpPr>
            <p:cNvPr id="9" name="Cloud 8"/>
            <p:cNvSpPr/>
            <p:nvPr/>
          </p:nvSpPr>
          <p:spPr>
            <a:xfrm>
              <a:off x="460628" y="4246149"/>
              <a:ext cx="3899341" cy="2116815"/>
            </a:xfrm>
            <a:prstGeom prst="cloud">
              <a:avLst/>
            </a:prstGeom>
            <a:noFill/>
            <a:ln>
              <a:solidFill>
                <a:srgbClr val="000090"/>
              </a:solidFill>
            </a:ln>
            <a:effectLst>
              <a:outerShdw blurRad="40000" dist="23000" dir="5400000" rotWithShape="0">
                <a:schemeClr val="accent6">
                  <a:lumMod val="40000"/>
                  <a:lumOff val="60000"/>
                  <a:alpha val="35000"/>
                </a:schemeClr>
              </a:outerShdw>
            </a:effectLst>
          </p:spPr>
          <p:style>
            <a:lnRef idx="1">
              <a:schemeClr val="accent1"/>
            </a:lnRef>
            <a:fillRef idx="3">
              <a:schemeClr val="accent1"/>
            </a:fillRef>
            <a:effectRef idx="2">
              <a:schemeClr val="accent1"/>
            </a:effectRef>
            <a:fontRef idx="minor">
              <a:schemeClr val="lt1"/>
            </a:fontRef>
          </p:style>
          <p:txBody>
            <a:bodyPr anchor="ctr"/>
            <a:lstStyle/>
            <a:p>
              <a:pPr>
                <a:defRPr/>
              </a:pPr>
              <a:endParaRPr lang="en-US"/>
            </a:p>
          </p:txBody>
        </p:sp>
        <p:cxnSp>
          <p:nvCxnSpPr>
            <p:cNvPr id="13" name="Straight Connector 12"/>
            <p:cNvCxnSpPr/>
            <p:nvPr/>
          </p:nvCxnSpPr>
          <p:spPr>
            <a:xfrm flipV="1">
              <a:off x="1124345" y="4538650"/>
              <a:ext cx="1203228" cy="819025"/>
            </a:xfrm>
            <a:prstGeom prst="line">
              <a:avLst/>
            </a:prstGeom>
            <a:ln>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4" name="Straight Connector 13"/>
            <p:cNvCxnSpPr/>
            <p:nvPr/>
          </p:nvCxnSpPr>
          <p:spPr>
            <a:xfrm>
              <a:off x="1124345" y="5357675"/>
              <a:ext cx="1203228" cy="642373"/>
            </a:xfrm>
            <a:prstGeom prst="line">
              <a:avLst/>
            </a:prstGeom>
            <a:ln>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5" name="Straight Connector 14"/>
            <p:cNvCxnSpPr/>
            <p:nvPr/>
          </p:nvCxnSpPr>
          <p:spPr>
            <a:xfrm>
              <a:off x="2133750" y="4795599"/>
              <a:ext cx="319671" cy="1027797"/>
            </a:xfrm>
            <a:prstGeom prst="line">
              <a:avLst/>
            </a:prstGeom>
            <a:ln>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6" name="Straight Connector 15"/>
            <p:cNvCxnSpPr/>
            <p:nvPr/>
          </p:nvCxnSpPr>
          <p:spPr>
            <a:xfrm>
              <a:off x="2404480" y="4715303"/>
              <a:ext cx="1307416" cy="337246"/>
            </a:xfrm>
            <a:prstGeom prst="line">
              <a:avLst/>
            </a:prstGeom>
            <a:ln>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7" name="Straight Connector 16"/>
            <p:cNvCxnSpPr/>
            <p:nvPr/>
          </p:nvCxnSpPr>
          <p:spPr>
            <a:xfrm flipV="1">
              <a:off x="2596747" y="5245260"/>
              <a:ext cx="1115149" cy="754789"/>
            </a:xfrm>
            <a:prstGeom prst="line">
              <a:avLst/>
            </a:prstGeom>
            <a:ln>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94" name="Group 950"/>
            <p:cNvGrpSpPr>
              <a:grpSpLocks/>
            </p:cNvGrpSpPr>
            <p:nvPr/>
          </p:nvGrpSpPr>
          <p:grpSpPr bwMode="auto">
            <a:xfrm>
              <a:off x="1839080" y="2785594"/>
              <a:ext cx="549038" cy="880838"/>
              <a:chOff x="4140" y="429"/>
              <a:chExt cx="1425" cy="2396"/>
            </a:xfrm>
          </p:grpSpPr>
          <p:sp>
            <p:nvSpPr>
              <p:cNvPr id="227" name="Freeform 951"/>
              <p:cNvSpPr>
                <a:spLocks/>
              </p:cNvSpPr>
              <p:nvPr/>
            </p:nvSpPr>
            <p:spPr bwMode="auto">
              <a:xfrm>
                <a:off x="5268" y="433"/>
                <a:ext cx="283" cy="2286"/>
              </a:xfrm>
              <a:custGeom>
                <a:avLst/>
                <a:gdLst>
                  <a:gd name="T0" fmla="*/ 6 w 354"/>
                  <a:gd name="T1" fmla="*/ 0 h 2742"/>
                  <a:gd name="T2" fmla="*/ 30 w 354"/>
                  <a:gd name="T3" fmla="*/ 46 h 2742"/>
                  <a:gd name="T4" fmla="*/ 30 w 354"/>
                  <a:gd name="T5" fmla="*/ 354 h 2742"/>
                  <a:gd name="T6" fmla="*/ 0 w 354"/>
                  <a:gd name="T7" fmla="*/ 371 h 2742"/>
                  <a:gd name="T8" fmla="*/ 6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228" name="Rectangle 952"/>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p>
            </p:txBody>
          </p:sp>
          <p:sp>
            <p:nvSpPr>
              <p:cNvPr id="229" name="Freeform 953"/>
              <p:cNvSpPr>
                <a:spLocks/>
              </p:cNvSpPr>
              <p:nvPr/>
            </p:nvSpPr>
            <p:spPr bwMode="auto">
              <a:xfrm>
                <a:off x="5321" y="570"/>
                <a:ext cx="169" cy="2115"/>
              </a:xfrm>
              <a:custGeom>
                <a:avLst/>
                <a:gdLst>
                  <a:gd name="T0" fmla="*/ 2 w 211"/>
                  <a:gd name="T1" fmla="*/ 0 h 2537"/>
                  <a:gd name="T2" fmla="*/ 18 w 211"/>
                  <a:gd name="T3" fmla="*/ 30 h 2537"/>
                  <a:gd name="T4" fmla="*/ 2 w 211"/>
                  <a:gd name="T5" fmla="*/ 338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230" name="Freeform 954"/>
              <p:cNvSpPr>
                <a:spLocks/>
              </p:cNvSpPr>
              <p:nvPr/>
            </p:nvSpPr>
            <p:spPr bwMode="auto">
              <a:xfrm>
                <a:off x="5284" y="1640"/>
                <a:ext cx="263" cy="189"/>
              </a:xfrm>
              <a:custGeom>
                <a:avLst/>
                <a:gdLst>
                  <a:gd name="T0" fmla="*/ 2 w 328"/>
                  <a:gd name="T1" fmla="*/ 0 h 226"/>
                  <a:gd name="T2" fmla="*/ 29 w 328"/>
                  <a:gd name="T3" fmla="*/ 18 h 226"/>
                  <a:gd name="T4" fmla="*/ 29 w 328"/>
                  <a:gd name="T5" fmla="*/ 32 h 226"/>
                  <a:gd name="T6" fmla="*/ 0 w 328"/>
                  <a:gd name="T7" fmla="*/ 13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231" name="Rectangle 955"/>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p>
                <a:endParaRPr lang="en-US"/>
              </a:p>
            </p:txBody>
          </p:sp>
          <p:grpSp>
            <p:nvGrpSpPr>
              <p:cNvPr id="232" name="Group 956"/>
              <p:cNvGrpSpPr>
                <a:grpSpLocks/>
              </p:cNvGrpSpPr>
              <p:nvPr/>
            </p:nvGrpSpPr>
            <p:grpSpPr bwMode="auto">
              <a:xfrm>
                <a:off x="4749" y="668"/>
                <a:ext cx="581" cy="145"/>
                <a:chOff x="614" y="2568"/>
                <a:chExt cx="725" cy="139"/>
              </a:xfrm>
            </p:grpSpPr>
            <p:sp>
              <p:nvSpPr>
                <p:cNvPr id="257" name="AutoShape 957"/>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sp>
              <p:nvSpPr>
                <p:cNvPr id="258" name="AutoShape 958"/>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grpSp>
          <p:sp>
            <p:nvSpPr>
              <p:cNvPr id="233" name="Rectangle 959"/>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p>
                <a:endParaRPr lang="en-US"/>
              </a:p>
            </p:txBody>
          </p:sp>
          <p:grpSp>
            <p:nvGrpSpPr>
              <p:cNvPr id="234" name="Group 960"/>
              <p:cNvGrpSpPr>
                <a:grpSpLocks/>
              </p:cNvGrpSpPr>
              <p:nvPr/>
            </p:nvGrpSpPr>
            <p:grpSpPr bwMode="auto">
              <a:xfrm>
                <a:off x="4747" y="994"/>
                <a:ext cx="581" cy="134"/>
                <a:chOff x="614" y="2568"/>
                <a:chExt cx="725" cy="139"/>
              </a:xfrm>
            </p:grpSpPr>
            <p:sp>
              <p:nvSpPr>
                <p:cNvPr id="255" name="AutoShape 961"/>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sp>
              <p:nvSpPr>
                <p:cNvPr id="256" name="AutoShape 962"/>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grpSp>
          <p:sp>
            <p:nvSpPr>
              <p:cNvPr id="235" name="Rectangle 963"/>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p>
                <a:endParaRPr lang="en-US"/>
              </a:p>
            </p:txBody>
          </p:sp>
          <p:sp>
            <p:nvSpPr>
              <p:cNvPr id="236" name="Rectangle 964"/>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p>
                <a:endParaRPr lang="en-US"/>
              </a:p>
            </p:txBody>
          </p:sp>
          <p:grpSp>
            <p:nvGrpSpPr>
              <p:cNvPr id="237" name="Group 965"/>
              <p:cNvGrpSpPr>
                <a:grpSpLocks/>
              </p:cNvGrpSpPr>
              <p:nvPr/>
            </p:nvGrpSpPr>
            <p:grpSpPr bwMode="auto">
              <a:xfrm>
                <a:off x="4735" y="1627"/>
                <a:ext cx="582" cy="151"/>
                <a:chOff x="614" y="2568"/>
                <a:chExt cx="725" cy="139"/>
              </a:xfrm>
            </p:grpSpPr>
            <p:sp>
              <p:nvSpPr>
                <p:cNvPr id="253" name="AutoShape 966"/>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sp>
              <p:nvSpPr>
                <p:cNvPr id="254" name="AutoShape 967"/>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grpSp>
          <p:sp>
            <p:nvSpPr>
              <p:cNvPr id="238" name="Freeform 968"/>
              <p:cNvSpPr>
                <a:spLocks/>
              </p:cNvSpPr>
              <p:nvPr/>
            </p:nvSpPr>
            <p:spPr bwMode="auto">
              <a:xfrm>
                <a:off x="5288" y="1354"/>
                <a:ext cx="263" cy="188"/>
              </a:xfrm>
              <a:custGeom>
                <a:avLst/>
                <a:gdLst>
                  <a:gd name="T0" fmla="*/ 2 w 328"/>
                  <a:gd name="T1" fmla="*/ 0 h 226"/>
                  <a:gd name="T2" fmla="*/ 29 w 328"/>
                  <a:gd name="T3" fmla="*/ 17 h 226"/>
                  <a:gd name="T4" fmla="*/ 29 w 328"/>
                  <a:gd name="T5" fmla="*/ 30 h 226"/>
                  <a:gd name="T6" fmla="*/ 0 w 328"/>
                  <a:gd name="T7" fmla="*/ 12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grpSp>
            <p:nvGrpSpPr>
              <p:cNvPr id="239" name="Group 969"/>
              <p:cNvGrpSpPr>
                <a:grpSpLocks/>
              </p:cNvGrpSpPr>
              <p:nvPr/>
            </p:nvGrpSpPr>
            <p:grpSpPr bwMode="auto">
              <a:xfrm>
                <a:off x="4739" y="1327"/>
                <a:ext cx="582" cy="139"/>
                <a:chOff x="614" y="2568"/>
                <a:chExt cx="725" cy="139"/>
              </a:xfrm>
            </p:grpSpPr>
            <p:sp>
              <p:nvSpPr>
                <p:cNvPr id="251" name="AutoShape 970"/>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sp>
              <p:nvSpPr>
                <p:cNvPr id="252" name="AutoShape 971"/>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grpSp>
          <p:sp>
            <p:nvSpPr>
              <p:cNvPr id="240" name="Rectangle 972"/>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p>
                <a:endParaRPr lang="en-US"/>
              </a:p>
            </p:txBody>
          </p:sp>
          <p:sp>
            <p:nvSpPr>
              <p:cNvPr id="241" name="Freeform 973"/>
              <p:cNvSpPr>
                <a:spLocks/>
              </p:cNvSpPr>
              <p:nvPr/>
            </p:nvSpPr>
            <p:spPr bwMode="auto">
              <a:xfrm>
                <a:off x="5312" y="1007"/>
                <a:ext cx="237" cy="213"/>
              </a:xfrm>
              <a:custGeom>
                <a:avLst/>
                <a:gdLst>
                  <a:gd name="T0" fmla="*/ 2 w 296"/>
                  <a:gd name="T1" fmla="*/ 0 h 256"/>
                  <a:gd name="T2" fmla="*/ 26 w 296"/>
                  <a:gd name="T3" fmla="*/ 18 h 256"/>
                  <a:gd name="T4" fmla="*/ 26 w 296"/>
                  <a:gd name="T5" fmla="*/ 34 h 256"/>
                  <a:gd name="T6" fmla="*/ 0 w 296"/>
                  <a:gd name="T7" fmla="*/ 12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242" name="Freeform 974"/>
              <p:cNvSpPr>
                <a:spLocks/>
              </p:cNvSpPr>
              <p:nvPr/>
            </p:nvSpPr>
            <p:spPr bwMode="auto">
              <a:xfrm>
                <a:off x="5315" y="680"/>
                <a:ext cx="244" cy="240"/>
              </a:xfrm>
              <a:custGeom>
                <a:avLst/>
                <a:gdLst>
                  <a:gd name="T0" fmla="*/ 0 w 304"/>
                  <a:gd name="T1" fmla="*/ 0 h 288"/>
                  <a:gd name="T2" fmla="*/ 27 w 304"/>
                  <a:gd name="T3" fmla="*/ 23 h 288"/>
                  <a:gd name="T4" fmla="*/ 25 w 304"/>
                  <a:gd name="T5" fmla="*/ 39 h 288"/>
                  <a:gd name="T6" fmla="*/ 2 w 304"/>
                  <a:gd name="T7" fmla="*/ 17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243" name="Oval 975"/>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sp>
            <p:nvSpPr>
              <p:cNvPr id="244" name="Freeform 976"/>
              <p:cNvSpPr>
                <a:spLocks/>
              </p:cNvSpPr>
              <p:nvPr/>
            </p:nvSpPr>
            <p:spPr bwMode="auto">
              <a:xfrm>
                <a:off x="5302" y="2614"/>
                <a:ext cx="245" cy="200"/>
              </a:xfrm>
              <a:custGeom>
                <a:avLst/>
                <a:gdLst>
                  <a:gd name="T0" fmla="*/ 0 w 306"/>
                  <a:gd name="T1" fmla="*/ 15 h 240"/>
                  <a:gd name="T2" fmla="*/ 2 w 306"/>
                  <a:gd name="T3" fmla="*/ 33 h 240"/>
                  <a:gd name="T4" fmla="*/ 27 w 306"/>
                  <a:gd name="T5" fmla="*/ 15 h 240"/>
                  <a:gd name="T6" fmla="*/ 26 w 306"/>
                  <a:gd name="T7" fmla="*/ 0 h 240"/>
                  <a:gd name="T8" fmla="*/ 0 w 306"/>
                  <a:gd name="T9" fmla="*/ 15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245" name="AutoShape 977"/>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p>
                <a:endParaRPr lang="en-US"/>
              </a:p>
            </p:txBody>
          </p:sp>
          <p:sp>
            <p:nvSpPr>
              <p:cNvPr id="246" name="AutoShape 978"/>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p>
                <a:endParaRPr lang="en-US"/>
              </a:p>
            </p:txBody>
          </p:sp>
          <p:sp>
            <p:nvSpPr>
              <p:cNvPr id="247" name="Oval 979"/>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sp>
            <p:nvSpPr>
              <p:cNvPr id="248" name="Oval 980"/>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algn="ctr" eaLnBrk="1" hangingPunct="1"/>
                <a:endParaRPr lang="en-US" sz="1800">
                  <a:solidFill>
                    <a:srgbClr val="FF0000"/>
                  </a:solidFill>
                </a:endParaRPr>
              </a:p>
            </p:txBody>
          </p:sp>
          <p:sp>
            <p:nvSpPr>
              <p:cNvPr id="249" name="Oval 981"/>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sp>
            <p:nvSpPr>
              <p:cNvPr id="250" name="Rectangle 982"/>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p>
                <a:endParaRPr lang="en-US"/>
              </a:p>
            </p:txBody>
          </p:sp>
        </p:grpSp>
        <p:pic>
          <p:nvPicPr>
            <p:cNvPr id="389" name="Picture 4"/>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1304880" y="2227106"/>
              <a:ext cx="1629624" cy="43137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90" name="TextBox 389"/>
            <p:cNvSpPr txBox="1"/>
            <p:nvPr/>
          </p:nvSpPr>
          <p:spPr>
            <a:xfrm>
              <a:off x="994856" y="1850015"/>
              <a:ext cx="2456797" cy="400110"/>
            </a:xfrm>
            <a:prstGeom prst="rect">
              <a:avLst/>
            </a:prstGeom>
            <a:noFill/>
          </p:spPr>
          <p:txBody>
            <a:bodyPr wrap="none" rtlCol="0">
              <a:spAutoFit/>
            </a:bodyPr>
            <a:lstStyle/>
            <a:p>
              <a:r>
                <a:rPr lang="en-US" sz="2000" dirty="0">
                  <a:solidFill>
                    <a:srgbClr val="CC0000"/>
                  </a:solidFill>
                </a:rPr>
                <a:t>OpenFlow Controller</a:t>
              </a:r>
            </a:p>
          </p:txBody>
        </p:sp>
        <p:grpSp>
          <p:nvGrpSpPr>
            <p:cNvPr id="58" name="Group 327"/>
            <p:cNvGrpSpPr>
              <a:grpSpLocks/>
            </p:cNvGrpSpPr>
            <p:nvPr/>
          </p:nvGrpSpPr>
          <p:grpSpPr bwMode="auto">
            <a:xfrm>
              <a:off x="2112211" y="5801894"/>
              <a:ext cx="736172" cy="452961"/>
              <a:chOff x="1871277" y="1576300"/>
              <a:chExt cx="1128371" cy="437861"/>
            </a:xfrm>
          </p:grpSpPr>
          <p:sp>
            <p:nvSpPr>
              <p:cNvPr id="62" name="Oval 61"/>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63" name="Rectangle 62"/>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4" name="Oval 63"/>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65" name="Freeform 64"/>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6" name="Freeform 65"/>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7" name="Freeform 66"/>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8" name="Freeform 67"/>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69" name="Straight Connector 68"/>
              <p:cNvCxnSpPr>
                <a:endCxn id="64"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70" name="Straight Connector 69"/>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71" name="Group 327"/>
            <p:cNvGrpSpPr>
              <a:grpSpLocks/>
            </p:cNvGrpSpPr>
            <p:nvPr/>
          </p:nvGrpSpPr>
          <p:grpSpPr bwMode="auto">
            <a:xfrm>
              <a:off x="3547978" y="4938294"/>
              <a:ext cx="736172" cy="452961"/>
              <a:chOff x="1871277" y="1576300"/>
              <a:chExt cx="1128371" cy="437861"/>
            </a:xfrm>
          </p:grpSpPr>
          <p:sp>
            <p:nvSpPr>
              <p:cNvPr id="72" name="Oval 71"/>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73" name="Rectangle 72"/>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74" name="Oval 73"/>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75" name="Freeform 74"/>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76" name="Freeform 75"/>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77" name="Freeform 76"/>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78" name="Freeform 77"/>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79" name="Straight Connector 78"/>
              <p:cNvCxnSpPr>
                <a:endCxn id="74"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80" name="Straight Connector 79"/>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81" name="Group 327"/>
            <p:cNvGrpSpPr>
              <a:grpSpLocks/>
            </p:cNvGrpSpPr>
            <p:nvPr/>
          </p:nvGrpSpPr>
          <p:grpSpPr bwMode="auto">
            <a:xfrm>
              <a:off x="665747" y="5144167"/>
              <a:ext cx="736172" cy="452961"/>
              <a:chOff x="1871277" y="1576300"/>
              <a:chExt cx="1128371" cy="437861"/>
            </a:xfrm>
          </p:grpSpPr>
          <p:sp>
            <p:nvSpPr>
              <p:cNvPr id="82" name="Oval 81"/>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83" name="Rectangle 82"/>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84" name="Oval 83"/>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85" name="Freeform 84"/>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86" name="Freeform 85"/>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87" name="Freeform 86"/>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88" name="Freeform 87"/>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89" name="Straight Connector 88"/>
              <p:cNvCxnSpPr>
                <a:endCxn id="84"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90" name="Straight Connector 89"/>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91" name="Group 327"/>
            <p:cNvGrpSpPr>
              <a:grpSpLocks/>
            </p:cNvGrpSpPr>
            <p:nvPr/>
          </p:nvGrpSpPr>
          <p:grpSpPr bwMode="auto">
            <a:xfrm>
              <a:off x="1753937" y="4440989"/>
              <a:ext cx="736172" cy="452961"/>
              <a:chOff x="1871277" y="1576300"/>
              <a:chExt cx="1128371" cy="437861"/>
            </a:xfrm>
          </p:grpSpPr>
          <p:sp>
            <p:nvSpPr>
              <p:cNvPr id="92" name="Oval 91"/>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93" name="Rectangle 92"/>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95" name="Oval 94"/>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96" name="Freeform 95"/>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97" name="Freeform 96"/>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98" name="Freeform 97"/>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99" name="Freeform 98"/>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00" name="Straight Connector 99"/>
              <p:cNvCxnSpPr>
                <a:endCxn id="95"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01" name="Straight Connector 100"/>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sp>
          <p:nvSpPr>
            <p:cNvPr id="395" name="Up-Down Arrow 394"/>
            <p:cNvSpPr/>
            <p:nvPr/>
          </p:nvSpPr>
          <p:spPr>
            <a:xfrm rot="21141209">
              <a:off x="2269785" y="3718179"/>
              <a:ext cx="191874" cy="2107535"/>
            </a:xfrm>
            <a:prstGeom prst="upDownArrow">
              <a:avLst/>
            </a:prstGeom>
            <a:solidFill>
              <a:srgbClr val="CC0000">
                <a:alpha val="78000"/>
              </a:srgbClr>
            </a:solidFill>
            <a:ln>
              <a:noFill/>
            </a:ln>
          </p:spPr>
          <p:txBody>
            <a:bodyPr rtlCol="0" anchor="ctr"/>
            <a:lstStyle/>
            <a:p>
              <a:pPr algn="ctr"/>
              <a:endParaRPr lang="en-US" dirty="0"/>
            </a:p>
          </p:txBody>
        </p:sp>
        <p:sp>
          <p:nvSpPr>
            <p:cNvPr id="392" name="Up-Down Arrow 391"/>
            <p:cNvSpPr/>
            <p:nvPr/>
          </p:nvSpPr>
          <p:spPr>
            <a:xfrm>
              <a:off x="1974262" y="3714785"/>
              <a:ext cx="191874" cy="823865"/>
            </a:xfrm>
            <a:prstGeom prst="upDownArrow">
              <a:avLst/>
            </a:prstGeom>
            <a:solidFill>
              <a:srgbClr val="CC0000">
                <a:alpha val="78000"/>
              </a:srgbClr>
            </a:solidFill>
            <a:ln>
              <a:noFill/>
            </a:ln>
          </p:spPr>
          <p:txBody>
            <a:bodyPr rtlCol="0" anchor="ctr"/>
            <a:lstStyle/>
            <a:p>
              <a:pPr algn="ctr"/>
              <a:endParaRPr lang="en-US" dirty="0"/>
            </a:p>
          </p:txBody>
        </p:sp>
        <p:sp>
          <p:nvSpPr>
            <p:cNvPr id="393" name="Up-Down Arrow 392"/>
            <p:cNvSpPr/>
            <p:nvPr/>
          </p:nvSpPr>
          <p:spPr>
            <a:xfrm rot="19054398">
              <a:off x="2872397" y="3460483"/>
              <a:ext cx="196901" cy="1849334"/>
            </a:xfrm>
            <a:prstGeom prst="upDownArrow">
              <a:avLst/>
            </a:prstGeom>
            <a:solidFill>
              <a:srgbClr val="CC0000">
                <a:alpha val="78000"/>
              </a:srgbClr>
            </a:solidFill>
            <a:ln>
              <a:noFill/>
            </a:ln>
          </p:spPr>
          <p:txBody>
            <a:bodyPr rtlCol="0" anchor="ctr"/>
            <a:lstStyle/>
            <a:p>
              <a:pPr algn="ctr"/>
              <a:endParaRPr lang="en-US" dirty="0"/>
            </a:p>
          </p:txBody>
        </p:sp>
        <p:sp>
          <p:nvSpPr>
            <p:cNvPr id="394" name="Up-Down Arrow 393"/>
            <p:cNvSpPr/>
            <p:nvPr/>
          </p:nvSpPr>
          <p:spPr>
            <a:xfrm rot="1537304" flipH="1">
              <a:off x="1441528" y="3583584"/>
              <a:ext cx="196901" cy="1720974"/>
            </a:xfrm>
            <a:prstGeom prst="upDownArrow">
              <a:avLst/>
            </a:prstGeom>
            <a:solidFill>
              <a:srgbClr val="CC0000">
                <a:alpha val="78000"/>
              </a:srgbClr>
            </a:solidFill>
            <a:ln>
              <a:noFill/>
            </a:ln>
          </p:spPr>
          <p:txBody>
            <a:bodyPr rtlCol="0" anchor="ctr"/>
            <a:lstStyle/>
            <a:p>
              <a:pPr algn="ctr"/>
              <a:endParaRPr lang="en-US" dirty="0"/>
            </a:p>
          </p:txBody>
        </p:sp>
      </p:grpSp>
      <p:sp>
        <p:nvSpPr>
          <p:cNvPr id="102" name="Slide Number Placeholder 5"/>
          <p:cNvSpPr>
            <a:spLocks noGrp="1"/>
          </p:cNvSpPr>
          <p:nvPr>
            <p:ph type="sldNum" sz="quarter" idx="12"/>
          </p:nvPr>
        </p:nvSpPr>
        <p:spPr>
          <a:xfrm>
            <a:off x="8456154" y="6475895"/>
            <a:ext cx="548655" cy="272319"/>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200" dirty="0">
                <a:latin typeface="Tahoma" charset="0"/>
              </a:rPr>
              <a:t>5-</a:t>
            </a:r>
            <a:fld id="{8E8C6E93-DF5B-BC4B-80F9-500DED1EEDCC}" type="slidenum">
              <a:rPr lang="en-US" sz="1200">
                <a:latin typeface="Tahoma" charset="0"/>
              </a:rPr>
              <a:pPr/>
              <a:t>107</a:t>
            </a:fld>
            <a:endParaRPr lang="en-US" sz="1200" dirty="0">
              <a:latin typeface="Tahoma" charset="0"/>
            </a:endParaRPr>
          </a:p>
        </p:txBody>
      </p:sp>
      <p:sp>
        <p:nvSpPr>
          <p:cNvPr id="103" name="Footer Placeholder 2"/>
          <p:cNvSpPr>
            <a:spLocks noGrp="1"/>
          </p:cNvSpPr>
          <p:nvPr>
            <p:ph type="ftr" sz="quarter" idx="11"/>
          </p:nvPr>
        </p:nvSpPr>
        <p:spPr>
          <a:xfrm>
            <a:off x="6375496" y="6475081"/>
            <a:ext cx="2177473" cy="241541"/>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200" dirty="0">
                <a:solidFill>
                  <a:srgbClr val="000000"/>
                </a:solidFill>
                <a:latin typeface="Tahoma" charset="0"/>
                <a:cs typeface="Arial" charset="0"/>
              </a:rPr>
              <a:t>Network Layer: Control Plane</a:t>
            </a:r>
          </a:p>
        </p:txBody>
      </p:sp>
    </p:spTree>
    <p:extLst>
      <p:ext uri="{BB962C8B-B14F-4D97-AF65-F5344CB8AC3E}">
        <p14:creationId xmlns:p14="http://schemas.microsoft.com/office/powerpoint/2010/main" val="258189803"/>
      </p:ext>
    </p:extLst>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507772" y="16916"/>
            <a:ext cx="8220982" cy="1143000"/>
          </a:xfrm>
        </p:spPr>
        <p:txBody>
          <a:bodyPr/>
          <a:lstStyle/>
          <a:p>
            <a:r>
              <a:rPr lang="en-US" sz="4000" dirty="0"/>
              <a:t>OpenFlow: </a:t>
            </a:r>
            <a:r>
              <a:rPr lang="en-US" sz="3600" dirty="0"/>
              <a:t>controller-to-switch messages</a:t>
            </a:r>
          </a:p>
        </p:txBody>
      </p:sp>
      <p:sp>
        <p:nvSpPr>
          <p:cNvPr id="4" name="Content Placeholder 3"/>
          <p:cNvSpPr>
            <a:spLocks noGrp="1"/>
          </p:cNvSpPr>
          <p:nvPr>
            <p:ph sz="half" idx="2"/>
          </p:nvPr>
        </p:nvSpPr>
        <p:spPr>
          <a:xfrm>
            <a:off x="396929" y="1527156"/>
            <a:ext cx="5124230" cy="4648200"/>
          </a:xfrm>
        </p:spPr>
        <p:txBody>
          <a:bodyPr/>
          <a:lstStyle/>
          <a:p>
            <a:pPr marL="0" indent="0">
              <a:buNone/>
            </a:pPr>
            <a:r>
              <a:rPr lang="en-US" i="1" dirty="0">
                <a:solidFill>
                  <a:srgbClr val="000090"/>
                </a:solidFill>
              </a:rPr>
              <a:t>Key controller-to-switch messages</a:t>
            </a:r>
          </a:p>
          <a:p>
            <a:r>
              <a:rPr lang="en-US" i="1" dirty="0">
                <a:solidFill>
                  <a:srgbClr val="CC0000"/>
                </a:solidFill>
              </a:rPr>
              <a:t>features: </a:t>
            </a:r>
            <a:r>
              <a:rPr lang="en-US" dirty="0"/>
              <a:t>controller queries switch features, switch replies</a:t>
            </a:r>
          </a:p>
          <a:p>
            <a:r>
              <a:rPr lang="en-US" i="1" dirty="0">
                <a:solidFill>
                  <a:srgbClr val="CC0000"/>
                </a:solidFill>
              </a:rPr>
              <a:t>configure: </a:t>
            </a:r>
            <a:r>
              <a:rPr lang="en-US" dirty="0"/>
              <a:t>controller queries/sets switch configuration parameters</a:t>
            </a:r>
          </a:p>
          <a:p>
            <a:r>
              <a:rPr lang="en-US" i="1" dirty="0">
                <a:solidFill>
                  <a:srgbClr val="CC0000"/>
                </a:solidFill>
              </a:rPr>
              <a:t>modify-state: </a:t>
            </a:r>
            <a:r>
              <a:rPr lang="en-US" dirty="0"/>
              <a:t>add, delete, modify flow entries in the OpenFlow tables</a:t>
            </a:r>
          </a:p>
          <a:p>
            <a:r>
              <a:rPr lang="en-US" i="1" dirty="0">
                <a:solidFill>
                  <a:srgbClr val="CC0000"/>
                </a:solidFill>
              </a:rPr>
              <a:t>packet-out: </a:t>
            </a:r>
            <a:r>
              <a:rPr lang="en-US" dirty="0"/>
              <a:t>controller can send this packet out of specific switch port</a:t>
            </a:r>
          </a:p>
          <a:p>
            <a:endParaRPr lang="en-US" dirty="0"/>
          </a:p>
        </p:txBody>
      </p:sp>
      <p:pic>
        <p:nvPicPr>
          <p:cNvPr id="57" name="Picture 12"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94058" y="854421"/>
            <a:ext cx="7651267" cy="24274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nvGrpSpPr>
          <p:cNvPr id="3" name="Group 2"/>
          <p:cNvGrpSpPr/>
          <p:nvPr/>
        </p:nvGrpSpPr>
        <p:grpSpPr>
          <a:xfrm>
            <a:off x="5841999" y="1871579"/>
            <a:ext cx="2822601" cy="3194648"/>
            <a:chOff x="5841999" y="1871579"/>
            <a:chExt cx="2822601" cy="3194648"/>
          </a:xfrm>
        </p:grpSpPr>
        <p:sp>
          <p:nvSpPr>
            <p:cNvPr id="56" name="Oval 55"/>
            <p:cNvSpPr/>
            <p:nvPr/>
          </p:nvSpPr>
          <p:spPr>
            <a:xfrm flipH="1">
              <a:off x="6510423" y="2429821"/>
              <a:ext cx="1078571" cy="751277"/>
            </a:xfrm>
            <a:prstGeom prst="ellipse">
              <a:avLst/>
            </a:prstGeom>
            <a:ln w="22225">
              <a:solidFill>
                <a:srgbClr val="CC0000"/>
              </a:solidFill>
              <a:prstDash val="dash"/>
            </a:ln>
          </p:spPr>
          <p:txBody>
            <a:bodyPr rtlCol="0" anchor="ctr"/>
            <a:lstStyle/>
            <a:p>
              <a:pPr algn="ctr"/>
              <a:endParaRPr lang="en-US" dirty="0"/>
            </a:p>
          </p:txBody>
        </p:sp>
        <p:grpSp>
          <p:nvGrpSpPr>
            <p:cNvPr id="72" name="Group 71"/>
            <p:cNvGrpSpPr/>
            <p:nvPr/>
          </p:nvGrpSpPr>
          <p:grpSpPr>
            <a:xfrm>
              <a:off x="5841999" y="1871579"/>
              <a:ext cx="2822601" cy="3194648"/>
              <a:chOff x="460628" y="1850015"/>
              <a:chExt cx="3899341" cy="4512949"/>
            </a:xfrm>
          </p:grpSpPr>
          <p:sp>
            <p:nvSpPr>
              <p:cNvPr id="73" name="Cloud 72"/>
              <p:cNvSpPr/>
              <p:nvPr/>
            </p:nvSpPr>
            <p:spPr>
              <a:xfrm>
                <a:off x="460628" y="4246149"/>
                <a:ext cx="3899341" cy="2116815"/>
              </a:xfrm>
              <a:prstGeom prst="cloud">
                <a:avLst/>
              </a:prstGeom>
              <a:noFill/>
              <a:ln>
                <a:solidFill>
                  <a:srgbClr val="000090"/>
                </a:solidFill>
              </a:ln>
              <a:effectLst>
                <a:outerShdw blurRad="40000" dist="23000" dir="5400000" rotWithShape="0">
                  <a:schemeClr val="accent6">
                    <a:lumMod val="40000"/>
                    <a:lumOff val="60000"/>
                    <a:alpha val="35000"/>
                  </a:schemeClr>
                </a:outerShdw>
              </a:effectLst>
            </p:spPr>
            <p:style>
              <a:lnRef idx="1">
                <a:schemeClr val="accent1"/>
              </a:lnRef>
              <a:fillRef idx="3">
                <a:schemeClr val="accent1"/>
              </a:fillRef>
              <a:effectRef idx="2">
                <a:schemeClr val="accent1"/>
              </a:effectRef>
              <a:fontRef idx="minor">
                <a:schemeClr val="lt1"/>
              </a:fontRef>
            </p:style>
            <p:txBody>
              <a:bodyPr anchor="ctr"/>
              <a:lstStyle/>
              <a:p>
                <a:pPr>
                  <a:defRPr/>
                </a:pPr>
                <a:endParaRPr lang="en-US"/>
              </a:p>
            </p:txBody>
          </p:sp>
          <p:cxnSp>
            <p:nvCxnSpPr>
              <p:cNvPr id="74" name="Straight Connector 73"/>
              <p:cNvCxnSpPr/>
              <p:nvPr/>
            </p:nvCxnSpPr>
            <p:spPr>
              <a:xfrm flipV="1">
                <a:off x="1124345" y="4538650"/>
                <a:ext cx="1203228" cy="819025"/>
              </a:xfrm>
              <a:prstGeom prst="line">
                <a:avLst/>
              </a:prstGeom>
              <a:ln>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5" name="Straight Connector 74"/>
              <p:cNvCxnSpPr/>
              <p:nvPr/>
            </p:nvCxnSpPr>
            <p:spPr>
              <a:xfrm>
                <a:off x="1124345" y="5357675"/>
                <a:ext cx="1203228" cy="642373"/>
              </a:xfrm>
              <a:prstGeom prst="line">
                <a:avLst/>
              </a:prstGeom>
              <a:ln>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6" name="Straight Connector 75"/>
              <p:cNvCxnSpPr/>
              <p:nvPr/>
            </p:nvCxnSpPr>
            <p:spPr>
              <a:xfrm>
                <a:off x="2133750" y="4795599"/>
                <a:ext cx="319671" cy="1027797"/>
              </a:xfrm>
              <a:prstGeom prst="line">
                <a:avLst/>
              </a:prstGeom>
              <a:ln>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7" name="Straight Connector 76"/>
              <p:cNvCxnSpPr/>
              <p:nvPr/>
            </p:nvCxnSpPr>
            <p:spPr>
              <a:xfrm>
                <a:off x="2404480" y="4715303"/>
                <a:ext cx="1307416" cy="337246"/>
              </a:xfrm>
              <a:prstGeom prst="line">
                <a:avLst/>
              </a:prstGeom>
              <a:ln>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8" name="Straight Connector 77"/>
              <p:cNvCxnSpPr/>
              <p:nvPr/>
            </p:nvCxnSpPr>
            <p:spPr>
              <a:xfrm flipV="1">
                <a:off x="2596747" y="5245260"/>
                <a:ext cx="1115149" cy="754789"/>
              </a:xfrm>
              <a:prstGeom prst="line">
                <a:avLst/>
              </a:prstGeom>
              <a:ln>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79" name="Group 950"/>
              <p:cNvGrpSpPr>
                <a:grpSpLocks/>
              </p:cNvGrpSpPr>
              <p:nvPr/>
            </p:nvGrpSpPr>
            <p:grpSpPr bwMode="auto">
              <a:xfrm>
                <a:off x="1839080" y="2785594"/>
                <a:ext cx="549038" cy="880838"/>
                <a:chOff x="4140" y="429"/>
                <a:chExt cx="1425" cy="2396"/>
              </a:xfrm>
            </p:grpSpPr>
            <p:sp>
              <p:nvSpPr>
                <p:cNvPr id="127" name="Freeform 951"/>
                <p:cNvSpPr>
                  <a:spLocks/>
                </p:cNvSpPr>
                <p:nvPr/>
              </p:nvSpPr>
              <p:spPr bwMode="auto">
                <a:xfrm>
                  <a:off x="5268" y="433"/>
                  <a:ext cx="283" cy="2286"/>
                </a:xfrm>
                <a:custGeom>
                  <a:avLst/>
                  <a:gdLst>
                    <a:gd name="T0" fmla="*/ 6 w 354"/>
                    <a:gd name="T1" fmla="*/ 0 h 2742"/>
                    <a:gd name="T2" fmla="*/ 30 w 354"/>
                    <a:gd name="T3" fmla="*/ 46 h 2742"/>
                    <a:gd name="T4" fmla="*/ 30 w 354"/>
                    <a:gd name="T5" fmla="*/ 354 h 2742"/>
                    <a:gd name="T6" fmla="*/ 0 w 354"/>
                    <a:gd name="T7" fmla="*/ 371 h 2742"/>
                    <a:gd name="T8" fmla="*/ 6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128" name="Rectangle 952"/>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p>
              </p:txBody>
            </p:sp>
            <p:sp>
              <p:nvSpPr>
                <p:cNvPr id="129" name="Freeform 953"/>
                <p:cNvSpPr>
                  <a:spLocks/>
                </p:cNvSpPr>
                <p:nvPr/>
              </p:nvSpPr>
              <p:spPr bwMode="auto">
                <a:xfrm>
                  <a:off x="5321" y="570"/>
                  <a:ext cx="169" cy="2115"/>
                </a:xfrm>
                <a:custGeom>
                  <a:avLst/>
                  <a:gdLst>
                    <a:gd name="T0" fmla="*/ 2 w 211"/>
                    <a:gd name="T1" fmla="*/ 0 h 2537"/>
                    <a:gd name="T2" fmla="*/ 18 w 211"/>
                    <a:gd name="T3" fmla="*/ 30 h 2537"/>
                    <a:gd name="T4" fmla="*/ 2 w 211"/>
                    <a:gd name="T5" fmla="*/ 338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130" name="Freeform 954"/>
                <p:cNvSpPr>
                  <a:spLocks/>
                </p:cNvSpPr>
                <p:nvPr/>
              </p:nvSpPr>
              <p:spPr bwMode="auto">
                <a:xfrm>
                  <a:off x="5284" y="1640"/>
                  <a:ext cx="263" cy="189"/>
                </a:xfrm>
                <a:custGeom>
                  <a:avLst/>
                  <a:gdLst>
                    <a:gd name="T0" fmla="*/ 2 w 328"/>
                    <a:gd name="T1" fmla="*/ 0 h 226"/>
                    <a:gd name="T2" fmla="*/ 29 w 328"/>
                    <a:gd name="T3" fmla="*/ 18 h 226"/>
                    <a:gd name="T4" fmla="*/ 29 w 328"/>
                    <a:gd name="T5" fmla="*/ 32 h 226"/>
                    <a:gd name="T6" fmla="*/ 0 w 328"/>
                    <a:gd name="T7" fmla="*/ 13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131" name="Rectangle 955"/>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p>
                  <a:endParaRPr lang="en-US"/>
                </a:p>
              </p:txBody>
            </p:sp>
            <p:grpSp>
              <p:nvGrpSpPr>
                <p:cNvPr id="132" name="Group 956"/>
                <p:cNvGrpSpPr>
                  <a:grpSpLocks/>
                </p:cNvGrpSpPr>
                <p:nvPr/>
              </p:nvGrpSpPr>
              <p:grpSpPr bwMode="auto">
                <a:xfrm>
                  <a:off x="4749" y="668"/>
                  <a:ext cx="581" cy="145"/>
                  <a:chOff x="614" y="2568"/>
                  <a:chExt cx="725" cy="139"/>
                </a:xfrm>
              </p:grpSpPr>
              <p:sp>
                <p:nvSpPr>
                  <p:cNvPr id="157" name="AutoShape 957"/>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sp>
                <p:nvSpPr>
                  <p:cNvPr id="158" name="AutoShape 958"/>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grpSp>
            <p:sp>
              <p:nvSpPr>
                <p:cNvPr id="133" name="Rectangle 959"/>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p>
                  <a:endParaRPr lang="en-US"/>
                </a:p>
              </p:txBody>
            </p:sp>
            <p:grpSp>
              <p:nvGrpSpPr>
                <p:cNvPr id="134" name="Group 960"/>
                <p:cNvGrpSpPr>
                  <a:grpSpLocks/>
                </p:cNvGrpSpPr>
                <p:nvPr/>
              </p:nvGrpSpPr>
              <p:grpSpPr bwMode="auto">
                <a:xfrm>
                  <a:off x="4747" y="994"/>
                  <a:ext cx="581" cy="134"/>
                  <a:chOff x="614" y="2568"/>
                  <a:chExt cx="725" cy="139"/>
                </a:xfrm>
              </p:grpSpPr>
              <p:sp>
                <p:nvSpPr>
                  <p:cNvPr id="155" name="AutoShape 961"/>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sp>
                <p:nvSpPr>
                  <p:cNvPr id="156" name="AutoShape 962"/>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grpSp>
            <p:sp>
              <p:nvSpPr>
                <p:cNvPr id="135" name="Rectangle 963"/>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p>
                  <a:endParaRPr lang="en-US"/>
                </a:p>
              </p:txBody>
            </p:sp>
            <p:sp>
              <p:nvSpPr>
                <p:cNvPr id="136" name="Rectangle 964"/>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p>
                  <a:endParaRPr lang="en-US"/>
                </a:p>
              </p:txBody>
            </p:sp>
            <p:grpSp>
              <p:nvGrpSpPr>
                <p:cNvPr id="137" name="Group 965"/>
                <p:cNvGrpSpPr>
                  <a:grpSpLocks/>
                </p:cNvGrpSpPr>
                <p:nvPr/>
              </p:nvGrpSpPr>
              <p:grpSpPr bwMode="auto">
                <a:xfrm>
                  <a:off x="4735" y="1627"/>
                  <a:ext cx="582" cy="151"/>
                  <a:chOff x="614" y="2568"/>
                  <a:chExt cx="725" cy="139"/>
                </a:xfrm>
              </p:grpSpPr>
              <p:sp>
                <p:nvSpPr>
                  <p:cNvPr id="153" name="AutoShape 966"/>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sp>
                <p:nvSpPr>
                  <p:cNvPr id="154" name="AutoShape 967"/>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grpSp>
            <p:sp>
              <p:nvSpPr>
                <p:cNvPr id="138" name="Freeform 968"/>
                <p:cNvSpPr>
                  <a:spLocks/>
                </p:cNvSpPr>
                <p:nvPr/>
              </p:nvSpPr>
              <p:spPr bwMode="auto">
                <a:xfrm>
                  <a:off x="5288" y="1354"/>
                  <a:ext cx="263" cy="188"/>
                </a:xfrm>
                <a:custGeom>
                  <a:avLst/>
                  <a:gdLst>
                    <a:gd name="T0" fmla="*/ 2 w 328"/>
                    <a:gd name="T1" fmla="*/ 0 h 226"/>
                    <a:gd name="T2" fmla="*/ 29 w 328"/>
                    <a:gd name="T3" fmla="*/ 17 h 226"/>
                    <a:gd name="T4" fmla="*/ 29 w 328"/>
                    <a:gd name="T5" fmla="*/ 30 h 226"/>
                    <a:gd name="T6" fmla="*/ 0 w 328"/>
                    <a:gd name="T7" fmla="*/ 12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grpSp>
              <p:nvGrpSpPr>
                <p:cNvPr id="139" name="Group 969"/>
                <p:cNvGrpSpPr>
                  <a:grpSpLocks/>
                </p:cNvGrpSpPr>
                <p:nvPr/>
              </p:nvGrpSpPr>
              <p:grpSpPr bwMode="auto">
                <a:xfrm>
                  <a:off x="4739" y="1327"/>
                  <a:ext cx="582" cy="139"/>
                  <a:chOff x="614" y="2568"/>
                  <a:chExt cx="725" cy="139"/>
                </a:xfrm>
              </p:grpSpPr>
              <p:sp>
                <p:nvSpPr>
                  <p:cNvPr id="151" name="AutoShape 970"/>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sp>
                <p:nvSpPr>
                  <p:cNvPr id="152" name="AutoShape 971"/>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grpSp>
            <p:sp>
              <p:nvSpPr>
                <p:cNvPr id="140" name="Rectangle 972"/>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p>
                  <a:endParaRPr lang="en-US"/>
                </a:p>
              </p:txBody>
            </p:sp>
            <p:sp>
              <p:nvSpPr>
                <p:cNvPr id="141" name="Freeform 973"/>
                <p:cNvSpPr>
                  <a:spLocks/>
                </p:cNvSpPr>
                <p:nvPr/>
              </p:nvSpPr>
              <p:spPr bwMode="auto">
                <a:xfrm>
                  <a:off x="5312" y="1007"/>
                  <a:ext cx="237" cy="213"/>
                </a:xfrm>
                <a:custGeom>
                  <a:avLst/>
                  <a:gdLst>
                    <a:gd name="T0" fmla="*/ 2 w 296"/>
                    <a:gd name="T1" fmla="*/ 0 h 256"/>
                    <a:gd name="T2" fmla="*/ 26 w 296"/>
                    <a:gd name="T3" fmla="*/ 18 h 256"/>
                    <a:gd name="T4" fmla="*/ 26 w 296"/>
                    <a:gd name="T5" fmla="*/ 34 h 256"/>
                    <a:gd name="T6" fmla="*/ 0 w 296"/>
                    <a:gd name="T7" fmla="*/ 12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142" name="Freeform 974"/>
                <p:cNvSpPr>
                  <a:spLocks/>
                </p:cNvSpPr>
                <p:nvPr/>
              </p:nvSpPr>
              <p:spPr bwMode="auto">
                <a:xfrm>
                  <a:off x="5315" y="680"/>
                  <a:ext cx="244" cy="240"/>
                </a:xfrm>
                <a:custGeom>
                  <a:avLst/>
                  <a:gdLst>
                    <a:gd name="T0" fmla="*/ 0 w 304"/>
                    <a:gd name="T1" fmla="*/ 0 h 288"/>
                    <a:gd name="T2" fmla="*/ 27 w 304"/>
                    <a:gd name="T3" fmla="*/ 23 h 288"/>
                    <a:gd name="T4" fmla="*/ 25 w 304"/>
                    <a:gd name="T5" fmla="*/ 39 h 288"/>
                    <a:gd name="T6" fmla="*/ 2 w 304"/>
                    <a:gd name="T7" fmla="*/ 17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143" name="Oval 975"/>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sp>
              <p:nvSpPr>
                <p:cNvPr id="144" name="Freeform 976"/>
                <p:cNvSpPr>
                  <a:spLocks/>
                </p:cNvSpPr>
                <p:nvPr/>
              </p:nvSpPr>
              <p:spPr bwMode="auto">
                <a:xfrm>
                  <a:off x="5302" y="2614"/>
                  <a:ext cx="245" cy="200"/>
                </a:xfrm>
                <a:custGeom>
                  <a:avLst/>
                  <a:gdLst>
                    <a:gd name="T0" fmla="*/ 0 w 306"/>
                    <a:gd name="T1" fmla="*/ 15 h 240"/>
                    <a:gd name="T2" fmla="*/ 2 w 306"/>
                    <a:gd name="T3" fmla="*/ 33 h 240"/>
                    <a:gd name="T4" fmla="*/ 27 w 306"/>
                    <a:gd name="T5" fmla="*/ 15 h 240"/>
                    <a:gd name="T6" fmla="*/ 26 w 306"/>
                    <a:gd name="T7" fmla="*/ 0 h 240"/>
                    <a:gd name="T8" fmla="*/ 0 w 306"/>
                    <a:gd name="T9" fmla="*/ 15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145" name="AutoShape 977"/>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p>
                  <a:endParaRPr lang="en-US"/>
                </a:p>
              </p:txBody>
            </p:sp>
            <p:sp>
              <p:nvSpPr>
                <p:cNvPr id="146" name="AutoShape 978"/>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p>
                  <a:endParaRPr lang="en-US"/>
                </a:p>
              </p:txBody>
            </p:sp>
            <p:sp>
              <p:nvSpPr>
                <p:cNvPr id="147" name="Oval 979"/>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sp>
              <p:nvSpPr>
                <p:cNvPr id="148" name="Oval 980"/>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algn="ctr" eaLnBrk="1" hangingPunct="1"/>
                  <a:endParaRPr lang="en-US" sz="1800">
                    <a:solidFill>
                      <a:srgbClr val="FF0000"/>
                    </a:solidFill>
                  </a:endParaRPr>
                </a:p>
              </p:txBody>
            </p:sp>
            <p:sp>
              <p:nvSpPr>
                <p:cNvPr id="149" name="Oval 981"/>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sp>
              <p:nvSpPr>
                <p:cNvPr id="150" name="Rectangle 982"/>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p>
                  <a:endParaRPr lang="en-US"/>
                </a:p>
              </p:txBody>
            </p:sp>
          </p:grpSp>
          <p:pic>
            <p:nvPicPr>
              <p:cNvPr id="80" name="Picture 4"/>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1304880" y="2227106"/>
                <a:ext cx="1629624" cy="43137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81" name="TextBox 80"/>
              <p:cNvSpPr txBox="1"/>
              <p:nvPr/>
            </p:nvSpPr>
            <p:spPr>
              <a:xfrm>
                <a:off x="994856" y="1850015"/>
                <a:ext cx="2456797" cy="400110"/>
              </a:xfrm>
              <a:prstGeom prst="rect">
                <a:avLst/>
              </a:prstGeom>
              <a:noFill/>
            </p:spPr>
            <p:txBody>
              <a:bodyPr wrap="none" rtlCol="0">
                <a:spAutoFit/>
              </a:bodyPr>
              <a:lstStyle/>
              <a:p>
                <a:r>
                  <a:rPr lang="en-US" sz="2000" dirty="0">
                    <a:solidFill>
                      <a:srgbClr val="CC0000"/>
                    </a:solidFill>
                  </a:rPr>
                  <a:t>OpenFlow Controller</a:t>
                </a:r>
              </a:p>
            </p:txBody>
          </p:sp>
          <p:grpSp>
            <p:nvGrpSpPr>
              <p:cNvPr id="82" name="Group 327"/>
              <p:cNvGrpSpPr>
                <a:grpSpLocks/>
              </p:cNvGrpSpPr>
              <p:nvPr/>
            </p:nvGrpSpPr>
            <p:grpSpPr bwMode="auto">
              <a:xfrm>
                <a:off x="2112211" y="5801894"/>
                <a:ext cx="736172" cy="452961"/>
                <a:chOff x="1871277" y="1576300"/>
                <a:chExt cx="1128371" cy="437861"/>
              </a:xfrm>
            </p:grpSpPr>
            <p:sp>
              <p:nvSpPr>
                <p:cNvPr id="118" name="Oval 117"/>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19" name="Rectangle 118"/>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20" name="Oval 119"/>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21" name="Freeform 120"/>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22" name="Freeform 121"/>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23" name="Freeform 122"/>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24" name="Freeform 123"/>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25" name="Straight Connector 124"/>
                <p:cNvCxnSpPr>
                  <a:endCxn id="120"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26" name="Straight Connector 125"/>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83" name="Group 327"/>
              <p:cNvGrpSpPr>
                <a:grpSpLocks/>
              </p:cNvGrpSpPr>
              <p:nvPr/>
            </p:nvGrpSpPr>
            <p:grpSpPr bwMode="auto">
              <a:xfrm>
                <a:off x="3547978" y="4938294"/>
                <a:ext cx="736172" cy="452961"/>
                <a:chOff x="1871277" y="1576300"/>
                <a:chExt cx="1128371" cy="437861"/>
              </a:xfrm>
            </p:grpSpPr>
            <p:sp>
              <p:nvSpPr>
                <p:cNvPr id="109" name="Oval 108"/>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10" name="Rectangle 109"/>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11" name="Oval 110"/>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12" name="Freeform 111"/>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13" name="Freeform 112"/>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14" name="Freeform 113"/>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15" name="Freeform 114"/>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16" name="Straight Connector 115"/>
                <p:cNvCxnSpPr>
                  <a:endCxn id="111"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17" name="Straight Connector 116"/>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84" name="Group 327"/>
              <p:cNvGrpSpPr>
                <a:grpSpLocks/>
              </p:cNvGrpSpPr>
              <p:nvPr/>
            </p:nvGrpSpPr>
            <p:grpSpPr bwMode="auto">
              <a:xfrm>
                <a:off x="665747" y="5144167"/>
                <a:ext cx="736172" cy="452961"/>
                <a:chOff x="1871277" y="1576300"/>
                <a:chExt cx="1128371" cy="437861"/>
              </a:xfrm>
            </p:grpSpPr>
            <p:sp>
              <p:nvSpPr>
                <p:cNvPr id="100" name="Oval 99"/>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01" name="Rectangle 100"/>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02" name="Oval 101"/>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03" name="Freeform 102"/>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04" name="Freeform 103"/>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05" name="Freeform 104"/>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06" name="Freeform 105"/>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07" name="Straight Connector 106"/>
                <p:cNvCxnSpPr>
                  <a:endCxn id="102"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08" name="Straight Connector 107"/>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85" name="Group 327"/>
              <p:cNvGrpSpPr>
                <a:grpSpLocks/>
              </p:cNvGrpSpPr>
              <p:nvPr/>
            </p:nvGrpSpPr>
            <p:grpSpPr bwMode="auto">
              <a:xfrm>
                <a:off x="1753937" y="4440989"/>
                <a:ext cx="736172" cy="452961"/>
                <a:chOff x="1871277" y="1576300"/>
                <a:chExt cx="1128371" cy="437861"/>
              </a:xfrm>
            </p:grpSpPr>
            <p:sp>
              <p:nvSpPr>
                <p:cNvPr id="90" name="Oval 89"/>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91" name="Rectangle 90"/>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92" name="Oval 91"/>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93" name="Freeform 92"/>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95" name="Freeform 94"/>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96" name="Freeform 95"/>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97" name="Freeform 96"/>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98" name="Straight Connector 97"/>
                <p:cNvCxnSpPr>
                  <a:endCxn id="92"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99" name="Straight Connector 98"/>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sp>
            <p:nvSpPr>
              <p:cNvPr id="86" name="Up-Down Arrow 85"/>
              <p:cNvSpPr/>
              <p:nvPr/>
            </p:nvSpPr>
            <p:spPr>
              <a:xfrm rot="21141209">
                <a:off x="2269785" y="3718179"/>
                <a:ext cx="191874" cy="2107535"/>
              </a:xfrm>
              <a:prstGeom prst="upDownArrow">
                <a:avLst/>
              </a:prstGeom>
              <a:solidFill>
                <a:srgbClr val="CC0000">
                  <a:alpha val="78000"/>
                </a:srgbClr>
              </a:solidFill>
              <a:ln>
                <a:noFill/>
              </a:ln>
            </p:spPr>
            <p:txBody>
              <a:bodyPr rtlCol="0" anchor="ctr"/>
              <a:lstStyle/>
              <a:p>
                <a:pPr algn="ctr"/>
                <a:endParaRPr lang="en-US" dirty="0"/>
              </a:p>
            </p:txBody>
          </p:sp>
          <p:sp>
            <p:nvSpPr>
              <p:cNvPr id="87" name="Up-Down Arrow 86"/>
              <p:cNvSpPr/>
              <p:nvPr/>
            </p:nvSpPr>
            <p:spPr>
              <a:xfrm>
                <a:off x="1974262" y="3714785"/>
                <a:ext cx="191874" cy="823865"/>
              </a:xfrm>
              <a:prstGeom prst="upDownArrow">
                <a:avLst/>
              </a:prstGeom>
              <a:solidFill>
                <a:srgbClr val="CC0000">
                  <a:alpha val="78000"/>
                </a:srgbClr>
              </a:solidFill>
              <a:ln>
                <a:noFill/>
              </a:ln>
            </p:spPr>
            <p:txBody>
              <a:bodyPr rtlCol="0" anchor="ctr"/>
              <a:lstStyle/>
              <a:p>
                <a:pPr algn="ctr"/>
                <a:endParaRPr lang="en-US" dirty="0"/>
              </a:p>
            </p:txBody>
          </p:sp>
          <p:sp>
            <p:nvSpPr>
              <p:cNvPr id="88" name="Up-Down Arrow 87"/>
              <p:cNvSpPr/>
              <p:nvPr/>
            </p:nvSpPr>
            <p:spPr>
              <a:xfrm rot="19054398">
                <a:off x="2872397" y="3460483"/>
                <a:ext cx="196901" cy="1849334"/>
              </a:xfrm>
              <a:prstGeom prst="upDownArrow">
                <a:avLst/>
              </a:prstGeom>
              <a:solidFill>
                <a:srgbClr val="CC0000">
                  <a:alpha val="78000"/>
                </a:srgbClr>
              </a:solidFill>
              <a:ln>
                <a:noFill/>
              </a:ln>
            </p:spPr>
            <p:txBody>
              <a:bodyPr rtlCol="0" anchor="ctr"/>
              <a:lstStyle/>
              <a:p>
                <a:pPr algn="ctr"/>
                <a:endParaRPr lang="en-US" dirty="0"/>
              </a:p>
            </p:txBody>
          </p:sp>
          <p:sp>
            <p:nvSpPr>
              <p:cNvPr id="89" name="Up-Down Arrow 88"/>
              <p:cNvSpPr/>
              <p:nvPr/>
            </p:nvSpPr>
            <p:spPr>
              <a:xfrm rot="1537304" flipH="1">
                <a:off x="1441528" y="3583584"/>
                <a:ext cx="196901" cy="1720974"/>
              </a:xfrm>
              <a:prstGeom prst="upDownArrow">
                <a:avLst/>
              </a:prstGeom>
              <a:solidFill>
                <a:srgbClr val="CC0000">
                  <a:alpha val="78000"/>
                </a:srgbClr>
              </a:solidFill>
              <a:ln>
                <a:noFill/>
              </a:ln>
            </p:spPr>
            <p:txBody>
              <a:bodyPr rtlCol="0" anchor="ctr"/>
              <a:lstStyle/>
              <a:p>
                <a:pPr algn="ctr"/>
                <a:endParaRPr lang="en-US" dirty="0"/>
              </a:p>
            </p:txBody>
          </p:sp>
        </p:grpSp>
      </p:grpSp>
      <p:sp>
        <p:nvSpPr>
          <p:cNvPr id="159" name="Slide Number Placeholder 5"/>
          <p:cNvSpPr>
            <a:spLocks noGrp="1"/>
          </p:cNvSpPr>
          <p:nvPr>
            <p:ph type="sldNum" sz="quarter" idx="12"/>
          </p:nvPr>
        </p:nvSpPr>
        <p:spPr>
          <a:xfrm>
            <a:off x="8456154" y="6475895"/>
            <a:ext cx="548655" cy="272319"/>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200" dirty="0">
                <a:latin typeface="Tahoma" charset="0"/>
              </a:rPr>
              <a:t>5-</a:t>
            </a:r>
            <a:fld id="{8E8C6E93-DF5B-BC4B-80F9-500DED1EEDCC}" type="slidenum">
              <a:rPr lang="en-US" sz="1200">
                <a:latin typeface="Tahoma" charset="0"/>
              </a:rPr>
              <a:pPr/>
              <a:t>108</a:t>
            </a:fld>
            <a:endParaRPr lang="en-US" sz="1200" dirty="0">
              <a:latin typeface="Tahoma" charset="0"/>
            </a:endParaRPr>
          </a:p>
        </p:txBody>
      </p:sp>
      <p:sp>
        <p:nvSpPr>
          <p:cNvPr id="160" name="Footer Placeholder 2"/>
          <p:cNvSpPr>
            <a:spLocks noGrp="1"/>
          </p:cNvSpPr>
          <p:nvPr>
            <p:ph type="ftr" sz="quarter" idx="11"/>
          </p:nvPr>
        </p:nvSpPr>
        <p:spPr>
          <a:xfrm>
            <a:off x="6375496" y="6475081"/>
            <a:ext cx="2177473" cy="241541"/>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200" dirty="0">
                <a:solidFill>
                  <a:srgbClr val="000000"/>
                </a:solidFill>
                <a:latin typeface="Tahoma" charset="0"/>
                <a:cs typeface="Arial" charset="0"/>
              </a:rPr>
              <a:t>Network Layer: Control Plane</a:t>
            </a:r>
          </a:p>
        </p:txBody>
      </p:sp>
    </p:spTree>
    <p:extLst>
      <p:ext uri="{BB962C8B-B14F-4D97-AF65-F5344CB8AC3E}">
        <p14:creationId xmlns:p14="http://schemas.microsoft.com/office/powerpoint/2010/main" val="3594941376"/>
      </p:ext>
    </p:extLst>
  </p:cSld>
  <p:clrMapOvr>
    <a:masterClrMapping/>
  </p:clrMapOvr>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0" name="Picture 12"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20274" y="795640"/>
            <a:ext cx="8154854" cy="19362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 name="Title 1"/>
          <p:cNvSpPr>
            <a:spLocks noGrp="1"/>
          </p:cNvSpPr>
          <p:nvPr>
            <p:ph type="title"/>
          </p:nvPr>
        </p:nvSpPr>
        <p:spPr>
          <a:xfrm>
            <a:off x="354146" y="16916"/>
            <a:ext cx="8220982" cy="1143000"/>
          </a:xfrm>
        </p:spPr>
        <p:txBody>
          <a:bodyPr/>
          <a:lstStyle/>
          <a:p>
            <a:r>
              <a:rPr lang="en-US" sz="4000" dirty="0"/>
              <a:t>OpenFlow: </a:t>
            </a:r>
            <a:r>
              <a:rPr lang="en-US" sz="3600" dirty="0"/>
              <a:t>switch-to-controller messages</a:t>
            </a:r>
          </a:p>
        </p:txBody>
      </p:sp>
      <p:sp>
        <p:nvSpPr>
          <p:cNvPr id="4" name="Content Placeholder 3"/>
          <p:cNvSpPr>
            <a:spLocks noGrp="1"/>
          </p:cNvSpPr>
          <p:nvPr>
            <p:ph sz="half" idx="2"/>
          </p:nvPr>
        </p:nvSpPr>
        <p:spPr>
          <a:xfrm>
            <a:off x="396928" y="1299900"/>
            <a:ext cx="5732959" cy="4648200"/>
          </a:xfrm>
        </p:spPr>
        <p:txBody>
          <a:bodyPr/>
          <a:lstStyle/>
          <a:p>
            <a:pPr marL="0" indent="0">
              <a:buNone/>
            </a:pPr>
            <a:r>
              <a:rPr lang="en-US" i="1" dirty="0">
                <a:solidFill>
                  <a:srgbClr val="000090"/>
                </a:solidFill>
              </a:rPr>
              <a:t>Key switch-to-controller messages</a:t>
            </a:r>
          </a:p>
          <a:p>
            <a:r>
              <a:rPr lang="en-US" i="1" dirty="0">
                <a:solidFill>
                  <a:srgbClr val="CC0000"/>
                </a:solidFill>
              </a:rPr>
              <a:t>packet-in: </a:t>
            </a:r>
            <a:r>
              <a:rPr lang="en-US" dirty="0"/>
              <a:t>transfer packet (and its control) to controller.  See packet-out message from controller</a:t>
            </a:r>
          </a:p>
          <a:p>
            <a:r>
              <a:rPr lang="en-US" i="1" dirty="0">
                <a:solidFill>
                  <a:srgbClr val="CC0000"/>
                </a:solidFill>
              </a:rPr>
              <a:t>flow-removed: </a:t>
            </a:r>
            <a:r>
              <a:rPr lang="en-US" dirty="0"/>
              <a:t>flow table entry deleted at switch</a:t>
            </a:r>
          </a:p>
          <a:p>
            <a:r>
              <a:rPr lang="en-US" i="1" dirty="0">
                <a:solidFill>
                  <a:srgbClr val="CC0000"/>
                </a:solidFill>
              </a:rPr>
              <a:t>port status: </a:t>
            </a:r>
            <a:r>
              <a:rPr lang="en-US" dirty="0"/>
              <a:t>inform controller of a change on a port.</a:t>
            </a:r>
          </a:p>
        </p:txBody>
      </p:sp>
      <p:sp>
        <p:nvSpPr>
          <p:cNvPr id="19" name="TextBox 18"/>
          <p:cNvSpPr txBox="1"/>
          <p:nvPr/>
        </p:nvSpPr>
        <p:spPr>
          <a:xfrm>
            <a:off x="679538" y="5108719"/>
            <a:ext cx="7876252" cy="1200328"/>
          </a:xfrm>
          <a:prstGeom prst="rect">
            <a:avLst/>
          </a:prstGeom>
          <a:noFill/>
        </p:spPr>
        <p:txBody>
          <a:bodyPr wrap="square" rtlCol="0">
            <a:spAutoFit/>
          </a:bodyPr>
          <a:lstStyle/>
          <a:p>
            <a:r>
              <a:rPr lang="en-US" sz="2400" dirty="0">
                <a:solidFill>
                  <a:srgbClr val="000090"/>
                </a:solidFill>
                <a:latin typeface="+mn-lt"/>
              </a:rPr>
              <a:t>Fortunately, network operators don’t “program” switches by creating/sending OpenFlow messages directly.  Instead use higher-level abstraction at controller</a:t>
            </a:r>
          </a:p>
        </p:txBody>
      </p:sp>
      <p:grpSp>
        <p:nvGrpSpPr>
          <p:cNvPr id="58" name="Group 57"/>
          <p:cNvGrpSpPr/>
          <p:nvPr/>
        </p:nvGrpSpPr>
        <p:grpSpPr>
          <a:xfrm>
            <a:off x="5841999" y="1644323"/>
            <a:ext cx="2822601" cy="3194648"/>
            <a:chOff x="5841999" y="1871579"/>
            <a:chExt cx="2822601" cy="3194648"/>
          </a:xfrm>
        </p:grpSpPr>
        <p:sp>
          <p:nvSpPr>
            <p:cNvPr id="59" name="Oval 58"/>
            <p:cNvSpPr/>
            <p:nvPr/>
          </p:nvSpPr>
          <p:spPr>
            <a:xfrm flipH="1">
              <a:off x="6510423" y="2429821"/>
              <a:ext cx="1078571" cy="751277"/>
            </a:xfrm>
            <a:prstGeom prst="ellipse">
              <a:avLst/>
            </a:prstGeom>
            <a:ln w="22225">
              <a:solidFill>
                <a:srgbClr val="CC0000"/>
              </a:solidFill>
              <a:prstDash val="dash"/>
            </a:ln>
          </p:spPr>
          <p:txBody>
            <a:bodyPr rtlCol="0" anchor="ctr"/>
            <a:lstStyle/>
            <a:p>
              <a:pPr algn="ctr"/>
              <a:endParaRPr lang="en-US" dirty="0"/>
            </a:p>
          </p:txBody>
        </p:sp>
        <p:grpSp>
          <p:nvGrpSpPr>
            <p:cNvPr id="61" name="Group 60"/>
            <p:cNvGrpSpPr/>
            <p:nvPr/>
          </p:nvGrpSpPr>
          <p:grpSpPr>
            <a:xfrm>
              <a:off x="5841999" y="1871579"/>
              <a:ext cx="2822601" cy="3194648"/>
              <a:chOff x="460628" y="1850015"/>
              <a:chExt cx="3899341" cy="4512949"/>
            </a:xfrm>
          </p:grpSpPr>
          <p:sp>
            <p:nvSpPr>
              <p:cNvPr id="62" name="Cloud 61"/>
              <p:cNvSpPr/>
              <p:nvPr/>
            </p:nvSpPr>
            <p:spPr>
              <a:xfrm>
                <a:off x="460628" y="4246149"/>
                <a:ext cx="3899341" cy="2116815"/>
              </a:xfrm>
              <a:prstGeom prst="cloud">
                <a:avLst/>
              </a:prstGeom>
              <a:noFill/>
              <a:ln>
                <a:solidFill>
                  <a:srgbClr val="000090"/>
                </a:solidFill>
              </a:ln>
              <a:effectLst>
                <a:outerShdw blurRad="40000" dist="23000" dir="5400000" rotWithShape="0">
                  <a:schemeClr val="accent6">
                    <a:lumMod val="40000"/>
                    <a:lumOff val="60000"/>
                    <a:alpha val="35000"/>
                  </a:schemeClr>
                </a:outerShdw>
              </a:effectLst>
            </p:spPr>
            <p:style>
              <a:lnRef idx="1">
                <a:schemeClr val="accent1"/>
              </a:lnRef>
              <a:fillRef idx="3">
                <a:schemeClr val="accent1"/>
              </a:fillRef>
              <a:effectRef idx="2">
                <a:schemeClr val="accent1"/>
              </a:effectRef>
              <a:fontRef idx="minor">
                <a:schemeClr val="lt1"/>
              </a:fontRef>
            </p:style>
            <p:txBody>
              <a:bodyPr anchor="ctr"/>
              <a:lstStyle/>
              <a:p>
                <a:pPr>
                  <a:defRPr/>
                </a:pPr>
                <a:endParaRPr lang="en-US"/>
              </a:p>
            </p:txBody>
          </p:sp>
          <p:cxnSp>
            <p:nvCxnSpPr>
              <p:cNvPr id="63" name="Straight Connector 62"/>
              <p:cNvCxnSpPr/>
              <p:nvPr/>
            </p:nvCxnSpPr>
            <p:spPr>
              <a:xfrm flipV="1">
                <a:off x="1124345" y="4538650"/>
                <a:ext cx="1203228" cy="819025"/>
              </a:xfrm>
              <a:prstGeom prst="line">
                <a:avLst/>
              </a:prstGeom>
              <a:ln>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64" name="Straight Connector 63"/>
              <p:cNvCxnSpPr/>
              <p:nvPr/>
            </p:nvCxnSpPr>
            <p:spPr>
              <a:xfrm>
                <a:off x="1124345" y="5357675"/>
                <a:ext cx="1203228" cy="642373"/>
              </a:xfrm>
              <a:prstGeom prst="line">
                <a:avLst/>
              </a:prstGeom>
              <a:ln>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65" name="Straight Connector 64"/>
              <p:cNvCxnSpPr/>
              <p:nvPr/>
            </p:nvCxnSpPr>
            <p:spPr>
              <a:xfrm>
                <a:off x="2133750" y="4795599"/>
                <a:ext cx="319671" cy="1027797"/>
              </a:xfrm>
              <a:prstGeom prst="line">
                <a:avLst/>
              </a:prstGeom>
              <a:ln>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66" name="Straight Connector 65"/>
              <p:cNvCxnSpPr/>
              <p:nvPr/>
            </p:nvCxnSpPr>
            <p:spPr>
              <a:xfrm>
                <a:off x="2404480" y="4715303"/>
                <a:ext cx="1307416" cy="337246"/>
              </a:xfrm>
              <a:prstGeom prst="line">
                <a:avLst/>
              </a:prstGeom>
              <a:ln>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67" name="Straight Connector 66"/>
              <p:cNvCxnSpPr/>
              <p:nvPr/>
            </p:nvCxnSpPr>
            <p:spPr>
              <a:xfrm flipV="1">
                <a:off x="2596747" y="5245260"/>
                <a:ext cx="1115149" cy="754789"/>
              </a:xfrm>
              <a:prstGeom prst="line">
                <a:avLst/>
              </a:prstGeom>
              <a:ln>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68" name="Group 950"/>
              <p:cNvGrpSpPr>
                <a:grpSpLocks/>
              </p:cNvGrpSpPr>
              <p:nvPr/>
            </p:nvGrpSpPr>
            <p:grpSpPr bwMode="auto">
              <a:xfrm>
                <a:off x="1839080" y="2785594"/>
                <a:ext cx="549038" cy="880838"/>
                <a:chOff x="4140" y="429"/>
                <a:chExt cx="1425" cy="2396"/>
              </a:xfrm>
            </p:grpSpPr>
            <p:sp>
              <p:nvSpPr>
                <p:cNvPr id="116" name="Freeform 951"/>
                <p:cNvSpPr>
                  <a:spLocks/>
                </p:cNvSpPr>
                <p:nvPr/>
              </p:nvSpPr>
              <p:spPr bwMode="auto">
                <a:xfrm>
                  <a:off x="5268" y="433"/>
                  <a:ext cx="283" cy="2286"/>
                </a:xfrm>
                <a:custGeom>
                  <a:avLst/>
                  <a:gdLst>
                    <a:gd name="T0" fmla="*/ 6 w 354"/>
                    <a:gd name="T1" fmla="*/ 0 h 2742"/>
                    <a:gd name="T2" fmla="*/ 30 w 354"/>
                    <a:gd name="T3" fmla="*/ 46 h 2742"/>
                    <a:gd name="T4" fmla="*/ 30 w 354"/>
                    <a:gd name="T5" fmla="*/ 354 h 2742"/>
                    <a:gd name="T6" fmla="*/ 0 w 354"/>
                    <a:gd name="T7" fmla="*/ 371 h 2742"/>
                    <a:gd name="T8" fmla="*/ 6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117" name="Rectangle 952"/>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p>
              </p:txBody>
            </p:sp>
            <p:sp>
              <p:nvSpPr>
                <p:cNvPr id="118" name="Freeform 953"/>
                <p:cNvSpPr>
                  <a:spLocks/>
                </p:cNvSpPr>
                <p:nvPr/>
              </p:nvSpPr>
              <p:spPr bwMode="auto">
                <a:xfrm>
                  <a:off x="5321" y="570"/>
                  <a:ext cx="169" cy="2115"/>
                </a:xfrm>
                <a:custGeom>
                  <a:avLst/>
                  <a:gdLst>
                    <a:gd name="T0" fmla="*/ 2 w 211"/>
                    <a:gd name="T1" fmla="*/ 0 h 2537"/>
                    <a:gd name="T2" fmla="*/ 18 w 211"/>
                    <a:gd name="T3" fmla="*/ 30 h 2537"/>
                    <a:gd name="T4" fmla="*/ 2 w 211"/>
                    <a:gd name="T5" fmla="*/ 338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119" name="Freeform 954"/>
                <p:cNvSpPr>
                  <a:spLocks/>
                </p:cNvSpPr>
                <p:nvPr/>
              </p:nvSpPr>
              <p:spPr bwMode="auto">
                <a:xfrm>
                  <a:off x="5284" y="1640"/>
                  <a:ext cx="263" cy="189"/>
                </a:xfrm>
                <a:custGeom>
                  <a:avLst/>
                  <a:gdLst>
                    <a:gd name="T0" fmla="*/ 2 w 328"/>
                    <a:gd name="T1" fmla="*/ 0 h 226"/>
                    <a:gd name="T2" fmla="*/ 29 w 328"/>
                    <a:gd name="T3" fmla="*/ 18 h 226"/>
                    <a:gd name="T4" fmla="*/ 29 w 328"/>
                    <a:gd name="T5" fmla="*/ 32 h 226"/>
                    <a:gd name="T6" fmla="*/ 0 w 328"/>
                    <a:gd name="T7" fmla="*/ 13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120" name="Rectangle 955"/>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p>
                  <a:endParaRPr lang="en-US"/>
                </a:p>
              </p:txBody>
            </p:sp>
            <p:grpSp>
              <p:nvGrpSpPr>
                <p:cNvPr id="121" name="Group 956"/>
                <p:cNvGrpSpPr>
                  <a:grpSpLocks/>
                </p:cNvGrpSpPr>
                <p:nvPr/>
              </p:nvGrpSpPr>
              <p:grpSpPr bwMode="auto">
                <a:xfrm>
                  <a:off x="4749" y="668"/>
                  <a:ext cx="581" cy="145"/>
                  <a:chOff x="614" y="2568"/>
                  <a:chExt cx="725" cy="139"/>
                </a:xfrm>
              </p:grpSpPr>
              <p:sp>
                <p:nvSpPr>
                  <p:cNvPr id="146" name="AutoShape 957"/>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sp>
                <p:nvSpPr>
                  <p:cNvPr id="147" name="AutoShape 958"/>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grpSp>
            <p:sp>
              <p:nvSpPr>
                <p:cNvPr id="122" name="Rectangle 959"/>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p>
                  <a:endParaRPr lang="en-US"/>
                </a:p>
              </p:txBody>
            </p:sp>
            <p:grpSp>
              <p:nvGrpSpPr>
                <p:cNvPr id="123" name="Group 960"/>
                <p:cNvGrpSpPr>
                  <a:grpSpLocks/>
                </p:cNvGrpSpPr>
                <p:nvPr/>
              </p:nvGrpSpPr>
              <p:grpSpPr bwMode="auto">
                <a:xfrm>
                  <a:off x="4747" y="994"/>
                  <a:ext cx="581" cy="134"/>
                  <a:chOff x="614" y="2568"/>
                  <a:chExt cx="725" cy="139"/>
                </a:xfrm>
              </p:grpSpPr>
              <p:sp>
                <p:nvSpPr>
                  <p:cNvPr id="144" name="AutoShape 961"/>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sp>
                <p:nvSpPr>
                  <p:cNvPr id="145" name="AutoShape 962"/>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grpSp>
            <p:sp>
              <p:nvSpPr>
                <p:cNvPr id="124" name="Rectangle 963"/>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p>
                  <a:endParaRPr lang="en-US"/>
                </a:p>
              </p:txBody>
            </p:sp>
            <p:sp>
              <p:nvSpPr>
                <p:cNvPr id="125" name="Rectangle 964"/>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p>
                  <a:endParaRPr lang="en-US"/>
                </a:p>
              </p:txBody>
            </p:sp>
            <p:grpSp>
              <p:nvGrpSpPr>
                <p:cNvPr id="126" name="Group 965"/>
                <p:cNvGrpSpPr>
                  <a:grpSpLocks/>
                </p:cNvGrpSpPr>
                <p:nvPr/>
              </p:nvGrpSpPr>
              <p:grpSpPr bwMode="auto">
                <a:xfrm>
                  <a:off x="4735" y="1627"/>
                  <a:ext cx="582" cy="151"/>
                  <a:chOff x="614" y="2568"/>
                  <a:chExt cx="725" cy="139"/>
                </a:xfrm>
              </p:grpSpPr>
              <p:sp>
                <p:nvSpPr>
                  <p:cNvPr id="142" name="AutoShape 966"/>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sp>
                <p:nvSpPr>
                  <p:cNvPr id="143" name="AutoShape 967"/>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grpSp>
            <p:sp>
              <p:nvSpPr>
                <p:cNvPr id="127" name="Freeform 968"/>
                <p:cNvSpPr>
                  <a:spLocks/>
                </p:cNvSpPr>
                <p:nvPr/>
              </p:nvSpPr>
              <p:spPr bwMode="auto">
                <a:xfrm>
                  <a:off x="5288" y="1354"/>
                  <a:ext cx="263" cy="188"/>
                </a:xfrm>
                <a:custGeom>
                  <a:avLst/>
                  <a:gdLst>
                    <a:gd name="T0" fmla="*/ 2 w 328"/>
                    <a:gd name="T1" fmla="*/ 0 h 226"/>
                    <a:gd name="T2" fmla="*/ 29 w 328"/>
                    <a:gd name="T3" fmla="*/ 17 h 226"/>
                    <a:gd name="T4" fmla="*/ 29 w 328"/>
                    <a:gd name="T5" fmla="*/ 30 h 226"/>
                    <a:gd name="T6" fmla="*/ 0 w 328"/>
                    <a:gd name="T7" fmla="*/ 12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grpSp>
              <p:nvGrpSpPr>
                <p:cNvPr id="128" name="Group 969"/>
                <p:cNvGrpSpPr>
                  <a:grpSpLocks/>
                </p:cNvGrpSpPr>
                <p:nvPr/>
              </p:nvGrpSpPr>
              <p:grpSpPr bwMode="auto">
                <a:xfrm>
                  <a:off x="4739" y="1327"/>
                  <a:ext cx="582" cy="139"/>
                  <a:chOff x="614" y="2568"/>
                  <a:chExt cx="725" cy="139"/>
                </a:xfrm>
              </p:grpSpPr>
              <p:sp>
                <p:nvSpPr>
                  <p:cNvPr id="140" name="AutoShape 970"/>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sp>
                <p:nvSpPr>
                  <p:cNvPr id="141" name="AutoShape 971"/>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grpSp>
            <p:sp>
              <p:nvSpPr>
                <p:cNvPr id="129" name="Rectangle 972"/>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p>
                  <a:endParaRPr lang="en-US"/>
                </a:p>
              </p:txBody>
            </p:sp>
            <p:sp>
              <p:nvSpPr>
                <p:cNvPr id="130" name="Freeform 973"/>
                <p:cNvSpPr>
                  <a:spLocks/>
                </p:cNvSpPr>
                <p:nvPr/>
              </p:nvSpPr>
              <p:spPr bwMode="auto">
                <a:xfrm>
                  <a:off x="5312" y="1007"/>
                  <a:ext cx="237" cy="213"/>
                </a:xfrm>
                <a:custGeom>
                  <a:avLst/>
                  <a:gdLst>
                    <a:gd name="T0" fmla="*/ 2 w 296"/>
                    <a:gd name="T1" fmla="*/ 0 h 256"/>
                    <a:gd name="T2" fmla="*/ 26 w 296"/>
                    <a:gd name="T3" fmla="*/ 18 h 256"/>
                    <a:gd name="T4" fmla="*/ 26 w 296"/>
                    <a:gd name="T5" fmla="*/ 34 h 256"/>
                    <a:gd name="T6" fmla="*/ 0 w 296"/>
                    <a:gd name="T7" fmla="*/ 12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131" name="Freeform 974"/>
                <p:cNvSpPr>
                  <a:spLocks/>
                </p:cNvSpPr>
                <p:nvPr/>
              </p:nvSpPr>
              <p:spPr bwMode="auto">
                <a:xfrm>
                  <a:off x="5315" y="680"/>
                  <a:ext cx="244" cy="240"/>
                </a:xfrm>
                <a:custGeom>
                  <a:avLst/>
                  <a:gdLst>
                    <a:gd name="T0" fmla="*/ 0 w 304"/>
                    <a:gd name="T1" fmla="*/ 0 h 288"/>
                    <a:gd name="T2" fmla="*/ 27 w 304"/>
                    <a:gd name="T3" fmla="*/ 23 h 288"/>
                    <a:gd name="T4" fmla="*/ 25 w 304"/>
                    <a:gd name="T5" fmla="*/ 39 h 288"/>
                    <a:gd name="T6" fmla="*/ 2 w 304"/>
                    <a:gd name="T7" fmla="*/ 17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132" name="Oval 975"/>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sp>
              <p:nvSpPr>
                <p:cNvPr id="133" name="Freeform 976"/>
                <p:cNvSpPr>
                  <a:spLocks/>
                </p:cNvSpPr>
                <p:nvPr/>
              </p:nvSpPr>
              <p:spPr bwMode="auto">
                <a:xfrm>
                  <a:off x="5302" y="2614"/>
                  <a:ext cx="245" cy="200"/>
                </a:xfrm>
                <a:custGeom>
                  <a:avLst/>
                  <a:gdLst>
                    <a:gd name="T0" fmla="*/ 0 w 306"/>
                    <a:gd name="T1" fmla="*/ 15 h 240"/>
                    <a:gd name="T2" fmla="*/ 2 w 306"/>
                    <a:gd name="T3" fmla="*/ 33 h 240"/>
                    <a:gd name="T4" fmla="*/ 27 w 306"/>
                    <a:gd name="T5" fmla="*/ 15 h 240"/>
                    <a:gd name="T6" fmla="*/ 26 w 306"/>
                    <a:gd name="T7" fmla="*/ 0 h 240"/>
                    <a:gd name="T8" fmla="*/ 0 w 306"/>
                    <a:gd name="T9" fmla="*/ 15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134" name="AutoShape 977"/>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p>
                  <a:endParaRPr lang="en-US"/>
                </a:p>
              </p:txBody>
            </p:sp>
            <p:sp>
              <p:nvSpPr>
                <p:cNvPr id="135" name="AutoShape 978"/>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p>
                  <a:endParaRPr lang="en-US"/>
                </a:p>
              </p:txBody>
            </p:sp>
            <p:sp>
              <p:nvSpPr>
                <p:cNvPr id="136" name="Oval 979"/>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sp>
              <p:nvSpPr>
                <p:cNvPr id="137" name="Oval 980"/>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algn="ctr" eaLnBrk="1" hangingPunct="1"/>
                  <a:endParaRPr lang="en-US" sz="1800">
                    <a:solidFill>
                      <a:srgbClr val="FF0000"/>
                    </a:solidFill>
                  </a:endParaRPr>
                </a:p>
              </p:txBody>
            </p:sp>
            <p:sp>
              <p:nvSpPr>
                <p:cNvPr id="138" name="Oval 981"/>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sp>
              <p:nvSpPr>
                <p:cNvPr id="139" name="Rectangle 982"/>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p>
                  <a:endParaRPr lang="en-US"/>
                </a:p>
              </p:txBody>
            </p:sp>
          </p:grpSp>
          <p:pic>
            <p:nvPicPr>
              <p:cNvPr id="69" name="Picture 4"/>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1304880" y="2227106"/>
                <a:ext cx="1629624" cy="43137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70" name="TextBox 69"/>
              <p:cNvSpPr txBox="1"/>
              <p:nvPr/>
            </p:nvSpPr>
            <p:spPr>
              <a:xfrm>
                <a:off x="994856" y="1850015"/>
                <a:ext cx="2456797" cy="400110"/>
              </a:xfrm>
              <a:prstGeom prst="rect">
                <a:avLst/>
              </a:prstGeom>
              <a:noFill/>
            </p:spPr>
            <p:txBody>
              <a:bodyPr wrap="none" rtlCol="0">
                <a:spAutoFit/>
              </a:bodyPr>
              <a:lstStyle/>
              <a:p>
                <a:r>
                  <a:rPr lang="en-US" sz="2000" dirty="0">
                    <a:solidFill>
                      <a:srgbClr val="CC0000"/>
                    </a:solidFill>
                  </a:rPr>
                  <a:t>OpenFlow Controller</a:t>
                </a:r>
              </a:p>
            </p:txBody>
          </p:sp>
          <p:grpSp>
            <p:nvGrpSpPr>
              <p:cNvPr id="71" name="Group 327"/>
              <p:cNvGrpSpPr>
                <a:grpSpLocks/>
              </p:cNvGrpSpPr>
              <p:nvPr/>
            </p:nvGrpSpPr>
            <p:grpSpPr bwMode="auto">
              <a:xfrm>
                <a:off x="2112211" y="5801894"/>
                <a:ext cx="736172" cy="452961"/>
                <a:chOff x="1871277" y="1576300"/>
                <a:chExt cx="1128371" cy="437861"/>
              </a:xfrm>
            </p:grpSpPr>
            <p:sp>
              <p:nvSpPr>
                <p:cNvPr id="107" name="Oval 106"/>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08" name="Rectangle 107"/>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09" name="Oval 108"/>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10" name="Freeform 109"/>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11" name="Freeform 110"/>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12" name="Freeform 111"/>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13" name="Freeform 112"/>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14" name="Straight Connector 113"/>
                <p:cNvCxnSpPr>
                  <a:endCxn id="109"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15" name="Straight Connector 114"/>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72" name="Group 327"/>
              <p:cNvGrpSpPr>
                <a:grpSpLocks/>
              </p:cNvGrpSpPr>
              <p:nvPr/>
            </p:nvGrpSpPr>
            <p:grpSpPr bwMode="auto">
              <a:xfrm>
                <a:off x="3547978" y="4938294"/>
                <a:ext cx="736172" cy="452961"/>
                <a:chOff x="1871277" y="1576300"/>
                <a:chExt cx="1128371" cy="437861"/>
              </a:xfrm>
            </p:grpSpPr>
            <p:sp>
              <p:nvSpPr>
                <p:cNvPr id="98" name="Oval 97"/>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99" name="Rectangle 98"/>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00" name="Oval 99"/>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01" name="Freeform 100"/>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02" name="Freeform 101"/>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03" name="Freeform 102"/>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04" name="Freeform 103"/>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05" name="Straight Connector 104"/>
                <p:cNvCxnSpPr>
                  <a:endCxn id="100"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06" name="Straight Connector 105"/>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73" name="Group 327"/>
              <p:cNvGrpSpPr>
                <a:grpSpLocks/>
              </p:cNvGrpSpPr>
              <p:nvPr/>
            </p:nvGrpSpPr>
            <p:grpSpPr bwMode="auto">
              <a:xfrm>
                <a:off x="665747" y="5144167"/>
                <a:ext cx="736172" cy="452961"/>
                <a:chOff x="1871277" y="1576300"/>
                <a:chExt cx="1128371" cy="437861"/>
              </a:xfrm>
            </p:grpSpPr>
            <p:sp>
              <p:nvSpPr>
                <p:cNvPr id="88" name="Oval 87"/>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89" name="Rectangle 88"/>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90" name="Oval 89"/>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91" name="Freeform 90"/>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92" name="Freeform 91"/>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93" name="Freeform 92"/>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95" name="Freeform 94"/>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96" name="Straight Connector 95"/>
                <p:cNvCxnSpPr>
                  <a:endCxn id="90"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97" name="Straight Connector 96"/>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74" name="Group 327"/>
              <p:cNvGrpSpPr>
                <a:grpSpLocks/>
              </p:cNvGrpSpPr>
              <p:nvPr/>
            </p:nvGrpSpPr>
            <p:grpSpPr bwMode="auto">
              <a:xfrm>
                <a:off x="1753937" y="4440989"/>
                <a:ext cx="736172" cy="452961"/>
                <a:chOff x="1871277" y="1576300"/>
                <a:chExt cx="1128371" cy="437861"/>
              </a:xfrm>
            </p:grpSpPr>
            <p:sp>
              <p:nvSpPr>
                <p:cNvPr id="79" name="Oval 78"/>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80" name="Rectangle 79"/>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81" name="Oval 80"/>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82" name="Freeform 81"/>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83" name="Freeform 82"/>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84" name="Freeform 83"/>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85" name="Freeform 84"/>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86" name="Straight Connector 85"/>
                <p:cNvCxnSpPr>
                  <a:endCxn id="81"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87" name="Straight Connector 86"/>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sp>
            <p:nvSpPr>
              <p:cNvPr id="75" name="Up-Down Arrow 74"/>
              <p:cNvSpPr/>
              <p:nvPr/>
            </p:nvSpPr>
            <p:spPr>
              <a:xfrm rot="21141209">
                <a:off x="2269785" y="3718179"/>
                <a:ext cx="191874" cy="2107535"/>
              </a:xfrm>
              <a:prstGeom prst="upDownArrow">
                <a:avLst/>
              </a:prstGeom>
              <a:solidFill>
                <a:srgbClr val="CC0000">
                  <a:alpha val="78000"/>
                </a:srgbClr>
              </a:solidFill>
              <a:ln>
                <a:noFill/>
              </a:ln>
            </p:spPr>
            <p:txBody>
              <a:bodyPr rtlCol="0" anchor="ctr"/>
              <a:lstStyle/>
              <a:p>
                <a:pPr algn="ctr"/>
                <a:endParaRPr lang="en-US" dirty="0"/>
              </a:p>
            </p:txBody>
          </p:sp>
          <p:sp>
            <p:nvSpPr>
              <p:cNvPr id="76" name="Up-Down Arrow 75"/>
              <p:cNvSpPr/>
              <p:nvPr/>
            </p:nvSpPr>
            <p:spPr>
              <a:xfrm>
                <a:off x="1974262" y="3714785"/>
                <a:ext cx="191874" cy="823865"/>
              </a:xfrm>
              <a:prstGeom prst="upDownArrow">
                <a:avLst/>
              </a:prstGeom>
              <a:solidFill>
                <a:srgbClr val="CC0000">
                  <a:alpha val="78000"/>
                </a:srgbClr>
              </a:solidFill>
              <a:ln>
                <a:noFill/>
              </a:ln>
            </p:spPr>
            <p:txBody>
              <a:bodyPr rtlCol="0" anchor="ctr"/>
              <a:lstStyle/>
              <a:p>
                <a:pPr algn="ctr"/>
                <a:endParaRPr lang="en-US" dirty="0"/>
              </a:p>
            </p:txBody>
          </p:sp>
          <p:sp>
            <p:nvSpPr>
              <p:cNvPr id="77" name="Up-Down Arrow 76"/>
              <p:cNvSpPr/>
              <p:nvPr/>
            </p:nvSpPr>
            <p:spPr>
              <a:xfrm rot="19054398">
                <a:off x="2872397" y="3460483"/>
                <a:ext cx="196901" cy="1849334"/>
              </a:xfrm>
              <a:prstGeom prst="upDownArrow">
                <a:avLst/>
              </a:prstGeom>
              <a:solidFill>
                <a:srgbClr val="CC0000">
                  <a:alpha val="78000"/>
                </a:srgbClr>
              </a:solidFill>
              <a:ln>
                <a:noFill/>
              </a:ln>
            </p:spPr>
            <p:txBody>
              <a:bodyPr rtlCol="0" anchor="ctr"/>
              <a:lstStyle/>
              <a:p>
                <a:pPr algn="ctr"/>
                <a:endParaRPr lang="en-US" dirty="0"/>
              </a:p>
            </p:txBody>
          </p:sp>
          <p:sp>
            <p:nvSpPr>
              <p:cNvPr id="78" name="Up-Down Arrow 77"/>
              <p:cNvSpPr/>
              <p:nvPr/>
            </p:nvSpPr>
            <p:spPr>
              <a:xfrm rot="1537304" flipH="1">
                <a:off x="1441528" y="3583584"/>
                <a:ext cx="196901" cy="1720974"/>
              </a:xfrm>
              <a:prstGeom prst="upDownArrow">
                <a:avLst/>
              </a:prstGeom>
              <a:solidFill>
                <a:srgbClr val="CC0000">
                  <a:alpha val="78000"/>
                </a:srgbClr>
              </a:solidFill>
              <a:ln>
                <a:noFill/>
              </a:ln>
            </p:spPr>
            <p:txBody>
              <a:bodyPr rtlCol="0" anchor="ctr"/>
              <a:lstStyle/>
              <a:p>
                <a:pPr algn="ctr"/>
                <a:endParaRPr lang="en-US" dirty="0"/>
              </a:p>
            </p:txBody>
          </p:sp>
        </p:grpSp>
      </p:grpSp>
      <p:sp>
        <p:nvSpPr>
          <p:cNvPr id="148" name="Slide Number Placeholder 5"/>
          <p:cNvSpPr>
            <a:spLocks noGrp="1"/>
          </p:cNvSpPr>
          <p:nvPr>
            <p:ph type="sldNum" sz="quarter" idx="12"/>
          </p:nvPr>
        </p:nvSpPr>
        <p:spPr>
          <a:xfrm>
            <a:off x="8456154" y="6475895"/>
            <a:ext cx="548655" cy="272319"/>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200" dirty="0">
                <a:latin typeface="Tahoma" charset="0"/>
              </a:rPr>
              <a:t>5-</a:t>
            </a:r>
            <a:fld id="{8E8C6E93-DF5B-BC4B-80F9-500DED1EEDCC}" type="slidenum">
              <a:rPr lang="en-US" sz="1200">
                <a:latin typeface="Tahoma" charset="0"/>
              </a:rPr>
              <a:pPr/>
              <a:t>109</a:t>
            </a:fld>
            <a:endParaRPr lang="en-US" sz="1200" dirty="0">
              <a:latin typeface="Tahoma" charset="0"/>
            </a:endParaRPr>
          </a:p>
        </p:txBody>
      </p:sp>
      <p:sp>
        <p:nvSpPr>
          <p:cNvPr id="149" name="Footer Placeholder 2"/>
          <p:cNvSpPr>
            <a:spLocks noGrp="1"/>
          </p:cNvSpPr>
          <p:nvPr>
            <p:ph type="ftr" sz="quarter" idx="11"/>
          </p:nvPr>
        </p:nvSpPr>
        <p:spPr>
          <a:xfrm>
            <a:off x="6375496" y="6475081"/>
            <a:ext cx="2177473" cy="241541"/>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200" dirty="0">
                <a:solidFill>
                  <a:srgbClr val="000000"/>
                </a:solidFill>
                <a:latin typeface="Tahoma" charset="0"/>
                <a:cs typeface="Arial" charset="0"/>
              </a:rPr>
              <a:t>Network Layer: Control Plane</a:t>
            </a:r>
          </a:p>
        </p:txBody>
      </p:sp>
    </p:spTree>
    <p:extLst>
      <p:ext uri="{BB962C8B-B14F-4D97-AF65-F5344CB8AC3E}">
        <p14:creationId xmlns:p14="http://schemas.microsoft.com/office/powerpoint/2010/main" val="3151520050"/>
      </p:ext>
    </p:extLst>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5" name="Rounded Rectangle 374"/>
          <p:cNvSpPr/>
          <p:nvPr/>
        </p:nvSpPr>
        <p:spPr>
          <a:xfrm>
            <a:off x="441168" y="2793983"/>
            <a:ext cx="4211052" cy="1062452"/>
          </a:xfrm>
          <a:prstGeom prst="roundRect">
            <a:avLst/>
          </a:prstGeom>
          <a:solidFill>
            <a:schemeClr val="accent5">
              <a:lumMod val="75000"/>
            </a:schemeClr>
          </a:solidFill>
          <a:ln w="12700">
            <a:noFill/>
            <a:tailEnd type="arrow"/>
          </a:ln>
        </p:spPr>
        <p:txBody>
          <a:bodyPr vert="horz" wrap="non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a:ln>
                <a:noFill/>
              </a:ln>
              <a:solidFill>
                <a:schemeClr val="tx1"/>
              </a:solidFill>
              <a:effectLst/>
              <a:latin typeface="Arial" charset="0"/>
            </a:endParaRPr>
          </a:p>
        </p:txBody>
      </p:sp>
      <p:sp>
        <p:nvSpPr>
          <p:cNvPr id="380" name="Rounded Rectangle 379"/>
          <p:cNvSpPr/>
          <p:nvPr/>
        </p:nvSpPr>
        <p:spPr>
          <a:xfrm>
            <a:off x="467904" y="3990524"/>
            <a:ext cx="4184316" cy="545543"/>
          </a:xfrm>
          <a:prstGeom prst="roundRect">
            <a:avLst/>
          </a:prstGeom>
          <a:solidFill>
            <a:schemeClr val="accent5">
              <a:lumMod val="75000"/>
            </a:schemeClr>
          </a:solidFill>
          <a:ln w="12700">
            <a:noFill/>
            <a:tailEnd type="arrow"/>
          </a:ln>
        </p:spPr>
        <p:txBody>
          <a:bodyPr vert="horz" wrap="non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a:ln>
                <a:noFill/>
              </a:ln>
              <a:solidFill>
                <a:schemeClr val="tx1"/>
              </a:solidFill>
              <a:effectLst/>
              <a:latin typeface="Arial" charset="0"/>
            </a:endParaRPr>
          </a:p>
        </p:txBody>
      </p:sp>
      <p:cxnSp>
        <p:nvCxnSpPr>
          <p:cNvPr id="386" name="Straight Connector 385"/>
          <p:cNvCxnSpPr/>
          <p:nvPr/>
        </p:nvCxnSpPr>
        <p:spPr bwMode="auto">
          <a:xfrm>
            <a:off x="508006" y="4638847"/>
            <a:ext cx="4104106" cy="0"/>
          </a:xfrm>
          <a:prstGeom prst="line">
            <a:avLst/>
          </a:prstGeom>
          <a:solidFill>
            <a:schemeClr val="accent1"/>
          </a:solidFill>
          <a:ln w="19050" cap="flat" cmpd="sng" algn="ctr">
            <a:solidFill>
              <a:schemeClr val="tx1"/>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grpSp>
        <p:nvGrpSpPr>
          <p:cNvPr id="401" name="Group 400"/>
          <p:cNvGrpSpPr/>
          <p:nvPr/>
        </p:nvGrpSpPr>
        <p:grpSpPr>
          <a:xfrm>
            <a:off x="590136" y="3368823"/>
            <a:ext cx="1244650" cy="411995"/>
            <a:chOff x="3128876" y="457817"/>
            <a:chExt cx="1432326" cy="459826"/>
          </a:xfrm>
        </p:grpSpPr>
        <p:sp>
          <p:nvSpPr>
            <p:cNvPr id="402" name="Rounded Rectangle 401"/>
            <p:cNvSpPr/>
            <p:nvPr/>
          </p:nvSpPr>
          <p:spPr>
            <a:xfrm>
              <a:off x="3128876" y="457817"/>
              <a:ext cx="1432326" cy="459826"/>
            </a:xfrm>
            <a:prstGeom prst="roundRect">
              <a:avLst/>
            </a:prstGeom>
            <a:solidFill>
              <a:schemeClr val="accent1">
                <a:lumMod val="60000"/>
                <a:lumOff val="40000"/>
              </a:schemeClr>
            </a:solidFill>
            <a:ln w="12700">
              <a:solidFill>
                <a:schemeClr val="accent1">
                  <a:lumMod val="20000"/>
                  <a:lumOff val="80000"/>
                </a:schemeClr>
              </a:solidFill>
            </a:ln>
            <a:effectLst>
              <a:outerShdw blurRad="50800" dist="38100" dir="2700000" algn="tl" rotWithShape="0">
                <a:schemeClr val="accent1">
                  <a:lumMod val="75000"/>
                  <a:alpha val="99000"/>
                </a:schemeClr>
              </a:outerShdw>
            </a:effectLst>
          </p:spPr>
          <p:txBody>
            <a:bodyPr vert="horz" wrap="non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a:ln>
                  <a:noFill/>
                </a:ln>
                <a:solidFill>
                  <a:schemeClr val="tx1"/>
                </a:solidFill>
                <a:effectLst/>
                <a:latin typeface="Arial" charset="0"/>
              </a:endParaRPr>
            </a:p>
          </p:txBody>
        </p:sp>
        <p:sp>
          <p:nvSpPr>
            <p:cNvPr id="403" name="TextBox 402"/>
            <p:cNvSpPr txBox="1"/>
            <p:nvPr/>
          </p:nvSpPr>
          <p:spPr>
            <a:xfrm>
              <a:off x="3178769" y="541671"/>
              <a:ext cx="1302385" cy="299227"/>
            </a:xfrm>
            <a:prstGeom prst="rect">
              <a:avLst/>
            </a:prstGeom>
            <a:noFill/>
          </p:spPr>
          <p:txBody>
            <a:bodyPr wrap="none" rtlCol="0">
              <a:spAutoFit/>
            </a:bodyPr>
            <a:lstStyle/>
            <a:p>
              <a:pPr algn="ctr">
                <a:lnSpc>
                  <a:spcPts val="1600"/>
                </a:lnSpc>
              </a:pPr>
              <a:r>
                <a:rPr lang="en-US" sz="1400" dirty="0">
                  <a:latin typeface="Arial"/>
                  <a:cs typeface="Arial"/>
                </a:rPr>
                <a:t>Link-state info</a:t>
              </a:r>
            </a:p>
          </p:txBody>
        </p:sp>
      </p:grpSp>
      <p:grpSp>
        <p:nvGrpSpPr>
          <p:cNvPr id="404" name="Group 403"/>
          <p:cNvGrpSpPr/>
          <p:nvPr/>
        </p:nvGrpSpPr>
        <p:grpSpPr>
          <a:xfrm>
            <a:off x="3459852" y="3382192"/>
            <a:ext cx="1165638" cy="398626"/>
            <a:chOff x="3034354" y="534843"/>
            <a:chExt cx="1525489" cy="382800"/>
          </a:xfrm>
        </p:grpSpPr>
        <p:sp>
          <p:nvSpPr>
            <p:cNvPr id="405" name="Rounded Rectangle 404"/>
            <p:cNvSpPr/>
            <p:nvPr/>
          </p:nvSpPr>
          <p:spPr>
            <a:xfrm>
              <a:off x="3128876" y="534843"/>
              <a:ext cx="1325987" cy="382800"/>
            </a:xfrm>
            <a:prstGeom prst="roundRect">
              <a:avLst/>
            </a:prstGeom>
            <a:solidFill>
              <a:schemeClr val="accent1">
                <a:lumMod val="60000"/>
                <a:lumOff val="40000"/>
              </a:schemeClr>
            </a:solidFill>
            <a:ln w="12700">
              <a:solidFill>
                <a:schemeClr val="accent1">
                  <a:lumMod val="20000"/>
                  <a:lumOff val="80000"/>
                </a:schemeClr>
              </a:solidFill>
            </a:ln>
            <a:effectLst>
              <a:outerShdw blurRad="50800" dist="38100" dir="2700000" algn="tl" rotWithShape="0">
                <a:schemeClr val="accent1">
                  <a:lumMod val="75000"/>
                  <a:alpha val="99000"/>
                </a:schemeClr>
              </a:outerShdw>
            </a:effectLst>
          </p:spPr>
          <p:txBody>
            <a:bodyPr vert="horz" wrap="non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a:ln>
                  <a:noFill/>
                </a:ln>
                <a:solidFill>
                  <a:schemeClr val="tx1"/>
                </a:solidFill>
                <a:effectLst/>
                <a:latin typeface="Arial" charset="0"/>
              </a:endParaRPr>
            </a:p>
          </p:txBody>
        </p:sp>
        <p:sp>
          <p:nvSpPr>
            <p:cNvPr id="406" name="TextBox 405"/>
            <p:cNvSpPr txBox="1"/>
            <p:nvPr/>
          </p:nvSpPr>
          <p:spPr>
            <a:xfrm>
              <a:off x="3034354" y="593020"/>
              <a:ext cx="1525489" cy="299227"/>
            </a:xfrm>
            <a:prstGeom prst="rect">
              <a:avLst/>
            </a:prstGeom>
            <a:noFill/>
          </p:spPr>
          <p:txBody>
            <a:bodyPr wrap="none" rtlCol="0">
              <a:spAutoFit/>
            </a:bodyPr>
            <a:lstStyle/>
            <a:p>
              <a:pPr algn="ctr">
                <a:lnSpc>
                  <a:spcPts val="1600"/>
                </a:lnSpc>
              </a:pPr>
              <a:r>
                <a:rPr lang="en-US" sz="1400" dirty="0">
                  <a:latin typeface="Arial"/>
                  <a:cs typeface="Arial"/>
                </a:rPr>
                <a:t>switch info</a:t>
              </a:r>
            </a:p>
          </p:txBody>
        </p:sp>
      </p:grpSp>
      <p:grpSp>
        <p:nvGrpSpPr>
          <p:cNvPr id="407" name="Group 406"/>
          <p:cNvGrpSpPr/>
          <p:nvPr/>
        </p:nvGrpSpPr>
        <p:grpSpPr>
          <a:xfrm>
            <a:off x="1982268" y="3368823"/>
            <a:ext cx="960359" cy="411995"/>
            <a:chOff x="3128876" y="457817"/>
            <a:chExt cx="1432326" cy="459826"/>
          </a:xfrm>
        </p:grpSpPr>
        <p:sp>
          <p:nvSpPr>
            <p:cNvPr id="408" name="Rounded Rectangle 407"/>
            <p:cNvSpPr/>
            <p:nvPr/>
          </p:nvSpPr>
          <p:spPr>
            <a:xfrm>
              <a:off x="3128876" y="457817"/>
              <a:ext cx="1432326" cy="459826"/>
            </a:xfrm>
            <a:prstGeom prst="roundRect">
              <a:avLst/>
            </a:prstGeom>
            <a:solidFill>
              <a:schemeClr val="accent1">
                <a:lumMod val="60000"/>
                <a:lumOff val="40000"/>
              </a:schemeClr>
            </a:solidFill>
            <a:ln w="12700">
              <a:solidFill>
                <a:schemeClr val="accent1">
                  <a:lumMod val="20000"/>
                  <a:lumOff val="80000"/>
                </a:schemeClr>
              </a:solidFill>
            </a:ln>
            <a:effectLst>
              <a:outerShdw blurRad="50800" dist="38100" dir="2700000" algn="tl" rotWithShape="0">
                <a:schemeClr val="accent1">
                  <a:lumMod val="75000"/>
                  <a:alpha val="99000"/>
                </a:schemeClr>
              </a:outerShdw>
            </a:effectLst>
          </p:spPr>
          <p:txBody>
            <a:bodyPr vert="horz" wrap="non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a:ln>
                  <a:noFill/>
                </a:ln>
                <a:solidFill>
                  <a:schemeClr val="tx1"/>
                </a:solidFill>
                <a:effectLst/>
                <a:latin typeface="Arial" charset="0"/>
              </a:endParaRPr>
            </a:p>
          </p:txBody>
        </p:sp>
        <p:sp>
          <p:nvSpPr>
            <p:cNvPr id="409" name="TextBox 408"/>
            <p:cNvSpPr txBox="1"/>
            <p:nvPr/>
          </p:nvSpPr>
          <p:spPr>
            <a:xfrm>
              <a:off x="3205754" y="541671"/>
              <a:ext cx="1287660" cy="299227"/>
            </a:xfrm>
            <a:prstGeom prst="rect">
              <a:avLst/>
            </a:prstGeom>
            <a:noFill/>
          </p:spPr>
          <p:txBody>
            <a:bodyPr wrap="none" rtlCol="0">
              <a:spAutoFit/>
            </a:bodyPr>
            <a:lstStyle/>
            <a:p>
              <a:pPr algn="ctr">
                <a:lnSpc>
                  <a:spcPts val="1600"/>
                </a:lnSpc>
              </a:pPr>
              <a:r>
                <a:rPr lang="en-US" sz="1400" dirty="0">
                  <a:latin typeface="Arial"/>
                  <a:cs typeface="Arial"/>
                </a:rPr>
                <a:t>host info</a:t>
              </a:r>
            </a:p>
          </p:txBody>
        </p:sp>
      </p:grpSp>
      <p:grpSp>
        <p:nvGrpSpPr>
          <p:cNvPr id="410" name="Group 409"/>
          <p:cNvGrpSpPr/>
          <p:nvPr/>
        </p:nvGrpSpPr>
        <p:grpSpPr>
          <a:xfrm>
            <a:off x="521932" y="2874191"/>
            <a:ext cx="889706" cy="382826"/>
            <a:chOff x="3128876" y="457817"/>
            <a:chExt cx="1432326" cy="459826"/>
          </a:xfrm>
        </p:grpSpPr>
        <p:sp>
          <p:nvSpPr>
            <p:cNvPr id="411" name="Rounded Rectangle 410"/>
            <p:cNvSpPr/>
            <p:nvPr/>
          </p:nvSpPr>
          <p:spPr>
            <a:xfrm>
              <a:off x="3128876" y="457817"/>
              <a:ext cx="1432326" cy="459826"/>
            </a:xfrm>
            <a:prstGeom prst="roundRect">
              <a:avLst/>
            </a:prstGeom>
            <a:solidFill>
              <a:schemeClr val="accent1">
                <a:lumMod val="60000"/>
                <a:lumOff val="40000"/>
              </a:schemeClr>
            </a:solidFill>
            <a:ln w="12700">
              <a:solidFill>
                <a:schemeClr val="accent1">
                  <a:lumMod val="20000"/>
                  <a:lumOff val="80000"/>
                </a:schemeClr>
              </a:solidFill>
            </a:ln>
            <a:effectLst>
              <a:outerShdw blurRad="50800" dist="38100" dir="2700000" algn="tl" rotWithShape="0">
                <a:schemeClr val="accent1">
                  <a:lumMod val="75000"/>
                  <a:alpha val="99000"/>
                </a:schemeClr>
              </a:outerShdw>
            </a:effectLst>
          </p:spPr>
          <p:txBody>
            <a:bodyPr vert="horz" wrap="non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a:ln>
                  <a:noFill/>
                </a:ln>
                <a:solidFill>
                  <a:schemeClr val="tx1"/>
                </a:solidFill>
                <a:effectLst/>
                <a:latin typeface="Arial" charset="0"/>
              </a:endParaRPr>
            </a:p>
          </p:txBody>
        </p:sp>
        <p:sp>
          <p:nvSpPr>
            <p:cNvPr id="412" name="TextBox 411"/>
            <p:cNvSpPr txBox="1"/>
            <p:nvPr/>
          </p:nvSpPr>
          <p:spPr>
            <a:xfrm>
              <a:off x="3198565" y="509557"/>
              <a:ext cx="1302043" cy="299227"/>
            </a:xfrm>
            <a:prstGeom prst="rect">
              <a:avLst/>
            </a:prstGeom>
            <a:noFill/>
          </p:spPr>
          <p:txBody>
            <a:bodyPr wrap="none" rtlCol="0">
              <a:spAutoFit/>
            </a:bodyPr>
            <a:lstStyle/>
            <a:p>
              <a:pPr algn="ctr">
                <a:lnSpc>
                  <a:spcPts val="1600"/>
                </a:lnSpc>
              </a:pPr>
              <a:r>
                <a:rPr lang="en-US" sz="1400" dirty="0">
                  <a:latin typeface="Arial"/>
                  <a:cs typeface="Arial"/>
                </a:rPr>
                <a:t>statistics</a:t>
              </a:r>
            </a:p>
          </p:txBody>
        </p:sp>
      </p:grpSp>
      <p:grpSp>
        <p:nvGrpSpPr>
          <p:cNvPr id="413" name="Group 412"/>
          <p:cNvGrpSpPr/>
          <p:nvPr/>
        </p:nvGrpSpPr>
        <p:grpSpPr>
          <a:xfrm>
            <a:off x="3249716" y="2860821"/>
            <a:ext cx="1032905" cy="404965"/>
            <a:chOff x="3099264" y="457817"/>
            <a:chExt cx="1540525" cy="459826"/>
          </a:xfrm>
        </p:grpSpPr>
        <p:sp>
          <p:nvSpPr>
            <p:cNvPr id="414" name="Rounded Rectangle 413"/>
            <p:cNvSpPr/>
            <p:nvPr/>
          </p:nvSpPr>
          <p:spPr>
            <a:xfrm>
              <a:off x="3128876" y="457817"/>
              <a:ext cx="1432326" cy="459826"/>
            </a:xfrm>
            <a:prstGeom prst="roundRect">
              <a:avLst/>
            </a:prstGeom>
            <a:solidFill>
              <a:schemeClr val="accent1">
                <a:lumMod val="60000"/>
                <a:lumOff val="40000"/>
              </a:schemeClr>
            </a:solidFill>
            <a:ln w="12700">
              <a:solidFill>
                <a:schemeClr val="accent1">
                  <a:lumMod val="20000"/>
                  <a:lumOff val="80000"/>
                </a:schemeClr>
              </a:solidFill>
            </a:ln>
            <a:effectLst>
              <a:outerShdw blurRad="50800" dist="38100" dir="2700000" algn="tl" rotWithShape="0">
                <a:schemeClr val="accent1">
                  <a:lumMod val="75000"/>
                  <a:alpha val="99000"/>
                </a:schemeClr>
              </a:outerShdw>
            </a:effectLst>
          </p:spPr>
          <p:txBody>
            <a:bodyPr vert="horz" wrap="non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a:ln>
                  <a:noFill/>
                </a:ln>
                <a:solidFill>
                  <a:schemeClr val="tx1"/>
                </a:solidFill>
                <a:effectLst/>
                <a:latin typeface="Arial" charset="0"/>
              </a:endParaRPr>
            </a:p>
          </p:txBody>
        </p:sp>
        <p:sp>
          <p:nvSpPr>
            <p:cNvPr id="415" name="TextBox 414"/>
            <p:cNvSpPr txBox="1"/>
            <p:nvPr/>
          </p:nvSpPr>
          <p:spPr>
            <a:xfrm>
              <a:off x="3099264" y="526493"/>
              <a:ext cx="1540525" cy="299227"/>
            </a:xfrm>
            <a:prstGeom prst="rect">
              <a:avLst/>
            </a:prstGeom>
            <a:noFill/>
          </p:spPr>
          <p:txBody>
            <a:bodyPr wrap="none" rtlCol="0">
              <a:spAutoFit/>
            </a:bodyPr>
            <a:lstStyle/>
            <a:p>
              <a:pPr algn="ctr">
                <a:lnSpc>
                  <a:spcPts val="1600"/>
                </a:lnSpc>
              </a:pPr>
              <a:r>
                <a:rPr lang="en-US" sz="1400" dirty="0">
                  <a:latin typeface="Arial"/>
                  <a:cs typeface="Arial"/>
                </a:rPr>
                <a:t>flow tables</a:t>
              </a:r>
            </a:p>
          </p:txBody>
        </p:sp>
      </p:grpSp>
      <p:sp>
        <p:nvSpPr>
          <p:cNvPr id="416" name="TextBox 415"/>
          <p:cNvSpPr txBox="1"/>
          <p:nvPr/>
        </p:nvSpPr>
        <p:spPr>
          <a:xfrm>
            <a:off x="2458723" y="2496236"/>
            <a:ext cx="570238" cy="1077218"/>
          </a:xfrm>
          <a:prstGeom prst="rect">
            <a:avLst/>
          </a:prstGeom>
          <a:noFill/>
        </p:spPr>
        <p:txBody>
          <a:bodyPr wrap="square" rtlCol="0">
            <a:spAutoFit/>
          </a:bodyPr>
          <a:lstStyle/>
          <a:p>
            <a:r>
              <a:rPr lang="en-US" sz="3200" dirty="0">
                <a:solidFill>
                  <a:schemeClr val="accent1">
                    <a:lumMod val="60000"/>
                    <a:lumOff val="40000"/>
                  </a:schemeClr>
                </a:solidFill>
              </a:rPr>
              <a:t>…  </a:t>
            </a:r>
          </a:p>
        </p:txBody>
      </p:sp>
      <p:sp>
        <p:nvSpPr>
          <p:cNvPr id="417" name="TextBox 416"/>
          <p:cNvSpPr txBox="1"/>
          <p:nvPr/>
        </p:nvSpPr>
        <p:spPr>
          <a:xfrm>
            <a:off x="3005244" y="3133033"/>
            <a:ext cx="595035" cy="584776"/>
          </a:xfrm>
          <a:prstGeom prst="rect">
            <a:avLst/>
          </a:prstGeom>
          <a:noFill/>
        </p:spPr>
        <p:txBody>
          <a:bodyPr wrap="none" rtlCol="0">
            <a:spAutoFit/>
          </a:bodyPr>
          <a:lstStyle/>
          <a:p>
            <a:r>
              <a:rPr lang="en-US" sz="3200" dirty="0">
                <a:solidFill>
                  <a:schemeClr val="accent1">
                    <a:lumMod val="60000"/>
                    <a:lumOff val="40000"/>
                  </a:schemeClr>
                </a:solidFill>
              </a:rPr>
              <a:t>…  </a:t>
            </a:r>
          </a:p>
        </p:txBody>
      </p:sp>
      <p:grpSp>
        <p:nvGrpSpPr>
          <p:cNvPr id="418" name="Group 417"/>
          <p:cNvGrpSpPr/>
          <p:nvPr/>
        </p:nvGrpSpPr>
        <p:grpSpPr>
          <a:xfrm>
            <a:off x="1076595" y="4121691"/>
            <a:ext cx="1257452" cy="286824"/>
            <a:chOff x="3128876" y="457775"/>
            <a:chExt cx="1432326" cy="459868"/>
          </a:xfrm>
        </p:grpSpPr>
        <p:sp>
          <p:nvSpPr>
            <p:cNvPr id="419" name="Rounded Rectangle 418"/>
            <p:cNvSpPr/>
            <p:nvPr/>
          </p:nvSpPr>
          <p:spPr>
            <a:xfrm>
              <a:off x="3128876" y="457817"/>
              <a:ext cx="1432326" cy="459826"/>
            </a:xfrm>
            <a:prstGeom prst="roundRect">
              <a:avLst/>
            </a:prstGeom>
            <a:solidFill>
              <a:schemeClr val="accent1">
                <a:lumMod val="60000"/>
                <a:lumOff val="40000"/>
              </a:schemeClr>
            </a:solidFill>
            <a:ln w="12700">
              <a:solidFill>
                <a:schemeClr val="accent1">
                  <a:lumMod val="20000"/>
                  <a:lumOff val="80000"/>
                </a:schemeClr>
              </a:solidFill>
            </a:ln>
            <a:effectLst>
              <a:outerShdw blurRad="50800" dist="38100" dir="2700000" algn="tl" rotWithShape="0">
                <a:schemeClr val="accent1">
                  <a:lumMod val="75000"/>
                  <a:alpha val="99000"/>
                </a:schemeClr>
              </a:outerShdw>
            </a:effectLst>
          </p:spPr>
          <p:txBody>
            <a:bodyPr vert="horz" wrap="non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a:ln>
                  <a:noFill/>
                </a:ln>
                <a:solidFill>
                  <a:schemeClr val="tx1"/>
                </a:solidFill>
                <a:effectLst/>
                <a:latin typeface="Arial" charset="0"/>
              </a:endParaRPr>
            </a:p>
          </p:txBody>
        </p:sp>
        <p:sp>
          <p:nvSpPr>
            <p:cNvPr id="420" name="TextBox 419"/>
            <p:cNvSpPr txBox="1"/>
            <p:nvPr/>
          </p:nvSpPr>
          <p:spPr>
            <a:xfrm>
              <a:off x="3278378" y="457775"/>
              <a:ext cx="1142401" cy="299227"/>
            </a:xfrm>
            <a:prstGeom prst="rect">
              <a:avLst/>
            </a:prstGeom>
            <a:noFill/>
          </p:spPr>
          <p:txBody>
            <a:bodyPr wrap="none" rtlCol="0">
              <a:spAutoFit/>
            </a:bodyPr>
            <a:lstStyle/>
            <a:p>
              <a:pPr algn="ctr">
                <a:lnSpc>
                  <a:spcPts val="1600"/>
                </a:lnSpc>
              </a:pPr>
              <a:r>
                <a:rPr lang="en-US" sz="1400" dirty="0">
                  <a:latin typeface="Arial"/>
                  <a:cs typeface="Arial"/>
                </a:rPr>
                <a:t>OpenFlow</a:t>
              </a:r>
            </a:p>
          </p:txBody>
        </p:sp>
      </p:grpSp>
      <p:grpSp>
        <p:nvGrpSpPr>
          <p:cNvPr id="421" name="Group 420"/>
          <p:cNvGrpSpPr/>
          <p:nvPr/>
        </p:nvGrpSpPr>
        <p:grpSpPr>
          <a:xfrm>
            <a:off x="2945827" y="4126474"/>
            <a:ext cx="1244650" cy="307410"/>
            <a:chOff x="3128876" y="457817"/>
            <a:chExt cx="1432326" cy="459826"/>
          </a:xfrm>
        </p:grpSpPr>
        <p:sp>
          <p:nvSpPr>
            <p:cNvPr id="422" name="Rounded Rectangle 421"/>
            <p:cNvSpPr/>
            <p:nvPr/>
          </p:nvSpPr>
          <p:spPr>
            <a:xfrm>
              <a:off x="3128876" y="457817"/>
              <a:ext cx="1432326" cy="459826"/>
            </a:xfrm>
            <a:prstGeom prst="roundRect">
              <a:avLst/>
            </a:prstGeom>
            <a:solidFill>
              <a:schemeClr val="accent1">
                <a:lumMod val="60000"/>
                <a:lumOff val="40000"/>
              </a:schemeClr>
            </a:solidFill>
            <a:ln w="12700">
              <a:solidFill>
                <a:schemeClr val="accent1">
                  <a:lumMod val="20000"/>
                  <a:lumOff val="80000"/>
                </a:schemeClr>
              </a:solidFill>
            </a:ln>
            <a:effectLst>
              <a:outerShdw blurRad="50800" dist="38100" dir="2700000" algn="tl" rotWithShape="0">
                <a:schemeClr val="accent1">
                  <a:lumMod val="75000"/>
                  <a:alpha val="99000"/>
                </a:schemeClr>
              </a:outerShdw>
            </a:effectLst>
          </p:spPr>
          <p:txBody>
            <a:bodyPr vert="horz" wrap="non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a:ln>
                  <a:noFill/>
                </a:ln>
                <a:solidFill>
                  <a:schemeClr val="tx1"/>
                </a:solidFill>
                <a:effectLst/>
                <a:latin typeface="Arial" charset="0"/>
              </a:endParaRPr>
            </a:p>
          </p:txBody>
        </p:sp>
        <p:sp>
          <p:nvSpPr>
            <p:cNvPr id="423" name="TextBox 422"/>
            <p:cNvSpPr txBox="1"/>
            <p:nvPr/>
          </p:nvSpPr>
          <p:spPr>
            <a:xfrm>
              <a:off x="3446730" y="484746"/>
              <a:ext cx="805702" cy="299227"/>
            </a:xfrm>
            <a:prstGeom prst="rect">
              <a:avLst/>
            </a:prstGeom>
            <a:noFill/>
          </p:spPr>
          <p:txBody>
            <a:bodyPr wrap="none" rtlCol="0">
              <a:spAutoFit/>
            </a:bodyPr>
            <a:lstStyle/>
            <a:p>
              <a:pPr algn="ctr">
                <a:lnSpc>
                  <a:spcPts val="1600"/>
                </a:lnSpc>
              </a:pPr>
              <a:r>
                <a:rPr lang="en-US" sz="1400" dirty="0">
                  <a:latin typeface="Arial"/>
                  <a:cs typeface="Arial"/>
                </a:rPr>
                <a:t>SNMP</a:t>
              </a:r>
            </a:p>
          </p:txBody>
        </p:sp>
      </p:grpSp>
      <p:sp>
        <p:nvSpPr>
          <p:cNvPr id="424" name="TextBox 423"/>
          <p:cNvSpPr txBox="1"/>
          <p:nvPr/>
        </p:nvSpPr>
        <p:spPr>
          <a:xfrm>
            <a:off x="2328584" y="3796493"/>
            <a:ext cx="595035" cy="584776"/>
          </a:xfrm>
          <a:prstGeom prst="rect">
            <a:avLst/>
          </a:prstGeom>
          <a:noFill/>
        </p:spPr>
        <p:txBody>
          <a:bodyPr wrap="none" rtlCol="0">
            <a:spAutoFit/>
          </a:bodyPr>
          <a:lstStyle/>
          <a:p>
            <a:r>
              <a:rPr lang="en-US" sz="3200" dirty="0">
                <a:solidFill>
                  <a:schemeClr val="accent1">
                    <a:lumMod val="60000"/>
                    <a:lumOff val="40000"/>
                  </a:schemeClr>
                </a:solidFill>
              </a:rPr>
              <a:t>…  </a:t>
            </a:r>
          </a:p>
        </p:txBody>
      </p:sp>
      <p:sp>
        <p:nvSpPr>
          <p:cNvPr id="146" name="Rounded Rectangle 145"/>
          <p:cNvSpPr/>
          <p:nvPr/>
        </p:nvSpPr>
        <p:spPr>
          <a:xfrm>
            <a:off x="441167" y="2098823"/>
            <a:ext cx="4211053" cy="574748"/>
          </a:xfrm>
          <a:prstGeom prst="roundRect">
            <a:avLst/>
          </a:prstGeom>
          <a:solidFill>
            <a:schemeClr val="accent5">
              <a:lumMod val="75000"/>
            </a:schemeClr>
          </a:solidFill>
          <a:ln w="12700">
            <a:noFill/>
            <a:tailEnd type="arrow"/>
          </a:ln>
        </p:spPr>
        <p:txBody>
          <a:bodyPr vert="horz" wrap="non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a:ln>
                <a:noFill/>
              </a:ln>
              <a:solidFill>
                <a:schemeClr val="tx1"/>
              </a:solidFill>
              <a:effectLst/>
              <a:latin typeface="Arial" charset="0"/>
            </a:endParaRPr>
          </a:p>
        </p:txBody>
      </p:sp>
      <p:grpSp>
        <p:nvGrpSpPr>
          <p:cNvPr id="425" name="Group 424"/>
          <p:cNvGrpSpPr/>
          <p:nvPr/>
        </p:nvGrpSpPr>
        <p:grpSpPr>
          <a:xfrm>
            <a:off x="535393" y="2131433"/>
            <a:ext cx="1033900" cy="504412"/>
            <a:chOff x="3103238" y="432317"/>
            <a:chExt cx="1461287" cy="504412"/>
          </a:xfrm>
        </p:grpSpPr>
        <p:sp>
          <p:nvSpPr>
            <p:cNvPr id="426" name="Rounded Rectangle 425"/>
            <p:cNvSpPr/>
            <p:nvPr/>
          </p:nvSpPr>
          <p:spPr>
            <a:xfrm>
              <a:off x="3128876" y="457817"/>
              <a:ext cx="1432326" cy="459826"/>
            </a:xfrm>
            <a:prstGeom prst="roundRect">
              <a:avLst/>
            </a:prstGeom>
            <a:solidFill>
              <a:schemeClr val="accent1">
                <a:lumMod val="60000"/>
                <a:lumOff val="40000"/>
              </a:schemeClr>
            </a:solidFill>
            <a:ln w="12700">
              <a:solidFill>
                <a:schemeClr val="accent1">
                  <a:lumMod val="20000"/>
                  <a:lumOff val="80000"/>
                </a:schemeClr>
              </a:solidFill>
            </a:ln>
            <a:effectLst>
              <a:outerShdw blurRad="50800" dist="38100" dir="2700000" algn="tl" rotWithShape="0">
                <a:schemeClr val="accent1">
                  <a:lumMod val="75000"/>
                  <a:alpha val="99000"/>
                </a:schemeClr>
              </a:outerShdw>
            </a:effectLst>
          </p:spPr>
          <p:txBody>
            <a:bodyPr vert="horz" wrap="non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a:ln>
                  <a:noFill/>
                </a:ln>
                <a:solidFill>
                  <a:schemeClr val="tx1"/>
                </a:solidFill>
                <a:effectLst/>
                <a:latin typeface="Arial" charset="0"/>
              </a:endParaRPr>
            </a:p>
          </p:txBody>
        </p:sp>
        <p:sp>
          <p:nvSpPr>
            <p:cNvPr id="427" name="TextBox 426"/>
            <p:cNvSpPr txBox="1"/>
            <p:nvPr/>
          </p:nvSpPr>
          <p:spPr>
            <a:xfrm>
              <a:off x="3103238" y="432317"/>
              <a:ext cx="1461287" cy="504412"/>
            </a:xfrm>
            <a:prstGeom prst="rect">
              <a:avLst/>
            </a:prstGeom>
            <a:noFill/>
          </p:spPr>
          <p:txBody>
            <a:bodyPr wrap="square" rtlCol="0">
              <a:spAutoFit/>
            </a:bodyPr>
            <a:lstStyle/>
            <a:p>
              <a:pPr algn="ctr">
                <a:lnSpc>
                  <a:spcPts val="1600"/>
                </a:lnSpc>
              </a:pPr>
              <a:r>
                <a:rPr lang="en-US" sz="1400" dirty="0">
                  <a:latin typeface="Arial"/>
                  <a:cs typeface="Arial"/>
                </a:rPr>
                <a:t>network graph</a:t>
              </a:r>
            </a:p>
          </p:txBody>
        </p:sp>
      </p:grpSp>
      <p:grpSp>
        <p:nvGrpSpPr>
          <p:cNvPr id="428" name="Group 427"/>
          <p:cNvGrpSpPr/>
          <p:nvPr/>
        </p:nvGrpSpPr>
        <p:grpSpPr>
          <a:xfrm>
            <a:off x="3508898" y="2156720"/>
            <a:ext cx="1033900" cy="459826"/>
            <a:chOff x="3103238" y="457817"/>
            <a:chExt cx="1461287" cy="459826"/>
          </a:xfrm>
        </p:grpSpPr>
        <p:sp>
          <p:nvSpPr>
            <p:cNvPr id="429" name="Rounded Rectangle 428"/>
            <p:cNvSpPr/>
            <p:nvPr/>
          </p:nvSpPr>
          <p:spPr>
            <a:xfrm>
              <a:off x="3128876" y="457817"/>
              <a:ext cx="1432326" cy="459826"/>
            </a:xfrm>
            <a:prstGeom prst="roundRect">
              <a:avLst/>
            </a:prstGeom>
            <a:solidFill>
              <a:schemeClr val="accent1">
                <a:lumMod val="60000"/>
                <a:lumOff val="40000"/>
              </a:schemeClr>
            </a:solidFill>
            <a:ln w="12700">
              <a:solidFill>
                <a:schemeClr val="accent1">
                  <a:lumMod val="20000"/>
                  <a:lumOff val="80000"/>
                </a:schemeClr>
              </a:solidFill>
            </a:ln>
            <a:effectLst>
              <a:outerShdw blurRad="50800" dist="38100" dir="2700000" algn="tl" rotWithShape="0">
                <a:schemeClr val="accent1">
                  <a:lumMod val="75000"/>
                  <a:alpha val="99000"/>
                </a:schemeClr>
              </a:outerShdw>
            </a:effectLst>
          </p:spPr>
          <p:txBody>
            <a:bodyPr vert="horz" wrap="non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a:ln>
                  <a:noFill/>
                </a:ln>
                <a:solidFill>
                  <a:schemeClr val="tx1"/>
                </a:solidFill>
                <a:effectLst/>
                <a:latin typeface="Arial" charset="0"/>
              </a:endParaRPr>
            </a:p>
          </p:txBody>
        </p:sp>
        <p:sp>
          <p:nvSpPr>
            <p:cNvPr id="430" name="TextBox 429"/>
            <p:cNvSpPr txBox="1"/>
            <p:nvPr/>
          </p:nvSpPr>
          <p:spPr>
            <a:xfrm>
              <a:off x="3103238" y="553253"/>
              <a:ext cx="1461287" cy="299227"/>
            </a:xfrm>
            <a:prstGeom prst="rect">
              <a:avLst/>
            </a:prstGeom>
            <a:noFill/>
          </p:spPr>
          <p:txBody>
            <a:bodyPr wrap="square" rtlCol="0">
              <a:spAutoFit/>
            </a:bodyPr>
            <a:lstStyle/>
            <a:p>
              <a:pPr algn="ctr">
                <a:lnSpc>
                  <a:spcPts val="1600"/>
                </a:lnSpc>
              </a:pPr>
              <a:r>
                <a:rPr lang="en-US" sz="1400" dirty="0">
                  <a:latin typeface="Arial"/>
                  <a:cs typeface="Arial"/>
                </a:rPr>
                <a:t>intent</a:t>
              </a:r>
            </a:p>
          </p:txBody>
        </p:sp>
      </p:grpSp>
      <p:grpSp>
        <p:nvGrpSpPr>
          <p:cNvPr id="431" name="Group 430"/>
          <p:cNvGrpSpPr/>
          <p:nvPr/>
        </p:nvGrpSpPr>
        <p:grpSpPr>
          <a:xfrm>
            <a:off x="1952059" y="2129889"/>
            <a:ext cx="1033900" cy="504412"/>
            <a:chOff x="3103238" y="432317"/>
            <a:chExt cx="1461287" cy="504412"/>
          </a:xfrm>
        </p:grpSpPr>
        <p:sp>
          <p:nvSpPr>
            <p:cNvPr id="432" name="Rounded Rectangle 431"/>
            <p:cNvSpPr/>
            <p:nvPr/>
          </p:nvSpPr>
          <p:spPr>
            <a:xfrm>
              <a:off x="3128876" y="457817"/>
              <a:ext cx="1432326" cy="459826"/>
            </a:xfrm>
            <a:prstGeom prst="roundRect">
              <a:avLst/>
            </a:prstGeom>
            <a:solidFill>
              <a:schemeClr val="accent1">
                <a:lumMod val="60000"/>
                <a:lumOff val="40000"/>
              </a:schemeClr>
            </a:solidFill>
            <a:ln w="12700">
              <a:solidFill>
                <a:schemeClr val="accent1">
                  <a:lumMod val="20000"/>
                  <a:lumOff val="80000"/>
                </a:schemeClr>
              </a:solidFill>
            </a:ln>
            <a:effectLst>
              <a:outerShdw blurRad="50800" dist="38100" dir="2700000" algn="tl" rotWithShape="0">
                <a:schemeClr val="accent1">
                  <a:lumMod val="75000"/>
                  <a:alpha val="99000"/>
                </a:schemeClr>
              </a:outerShdw>
            </a:effectLst>
          </p:spPr>
          <p:txBody>
            <a:bodyPr vert="horz" wrap="non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a:ln>
                  <a:noFill/>
                </a:ln>
                <a:solidFill>
                  <a:schemeClr val="tx1"/>
                </a:solidFill>
                <a:effectLst/>
                <a:latin typeface="Arial" charset="0"/>
              </a:endParaRPr>
            </a:p>
          </p:txBody>
        </p:sp>
        <p:sp>
          <p:nvSpPr>
            <p:cNvPr id="433" name="TextBox 432"/>
            <p:cNvSpPr txBox="1"/>
            <p:nvPr/>
          </p:nvSpPr>
          <p:spPr>
            <a:xfrm>
              <a:off x="3103238" y="432317"/>
              <a:ext cx="1461287" cy="504412"/>
            </a:xfrm>
            <a:prstGeom prst="rect">
              <a:avLst/>
            </a:prstGeom>
            <a:noFill/>
          </p:spPr>
          <p:txBody>
            <a:bodyPr wrap="square" rtlCol="0">
              <a:spAutoFit/>
            </a:bodyPr>
            <a:lstStyle/>
            <a:p>
              <a:pPr algn="ctr">
                <a:lnSpc>
                  <a:spcPts val="1600"/>
                </a:lnSpc>
              </a:pPr>
              <a:r>
                <a:rPr lang="en-US" sz="1400" dirty="0" err="1">
                  <a:latin typeface="Arial"/>
                  <a:cs typeface="Arial"/>
                </a:rPr>
                <a:t>RESTful</a:t>
              </a:r>
              <a:endParaRPr lang="en-US" sz="1400" dirty="0">
                <a:latin typeface="Arial"/>
                <a:cs typeface="Arial"/>
              </a:endParaRPr>
            </a:p>
            <a:p>
              <a:pPr algn="ctr">
                <a:lnSpc>
                  <a:spcPts val="1600"/>
                </a:lnSpc>
              </a:pPr>
              <a:r>
                <a:rPr lang="en-US" sz="1400" dirty="0">
                  <a:latin typeface="Arial"/>
                  <a:cs typeface="Arial"/>
                </a:rPr>
                <a:t>API</a:t>
              </a:r>
            </a:p>
          </p:txBody>
        </p:sp>
      </p:grpSp>
      <p:sp>
        <p:nvSpPr>
          <p:cNvPr id="434" name="TextBox 433"/>
          <p:cNvSpPr txBox="1"/>
          <p:nvPr/>
        </p:nvSpPr>
        <p:spPr>
          <a:xfrm>
            <a:off x="3007181" y="1957959"/>
            <a:ext cx="627904" cy="584776"/>
          </a:xfrm>
          <a:prstGeom prst="rect">
            <a:avLst/>
          </a:prstGeom>
          <a:noFill/>
        </p:spPr>
        <p:txBody>
          <a:bodyPr wrap="none" rtlCol="0">
            <a:spAutoFit/>
          </a:bodyPr>
          <a:lstStyle/>
          <a:p>
            <a:r>
              <a:rPr lang="en-US" sz="3200" dirty="0">
                <a:solidFill>
                  <a:schemeClr val="accent1">
                    <a:lumMod val="60000"/>
                    <a:lumOff val="40000"/>
                  </a:schemeClr>
                </a:solidFill>
              </a:rPr>
              <a:t>…  </a:t>
            </a:r>
          </a:p>
        </p:txBody>
      </p:sp>
      <p:cxnSp>
        <p:nvCxnSpPr>
          <p:cNvPr id="154" name="Straight Connector 153"/>
          <p:cNvCxnSpPr/>
          <p:nvPr/>
        </p:nvCxnSpPr>
        <p:spPr bwMode="auto">
          <a:xfrm flipV="1">
            <a:off x="521378" y="1925056"/>
            <a:ext cx="4117474" cy="1"/>
          </a:xfrm>
          <a:prstGeom prst="line">
            <a:avLst/>
          </a:prstGeom>
          <a:solidFill>
            <a:schemeClr val="accent1"/>
          </a:solidFill>
          <a:ln w="19050" cap="flat" cmpd="sng" algn="ctr">
            <a:solidFill>
              <a:schemeClr val="tx1"/>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sp>
        <p:nvSpPr>
          <p:cNvPr id="157" name="Freeform 2"/>
          <p:cNvSpPr>
            <a:spLocks/>
          </p:cNvSpPr>
          <p:nvPr/>
        </p:nvSpPr>
        <p:spPr bwMode="auto">
          <a:xfrm>
            <a:off x="509074" y="5069969"/>
            <a:ext cx="4057421" cy="1393030"/>
          </a:xfrm>
          <a:custGeom>
            <a:avLst/>
            <a:gdLst>
              <a:gd name="T0" fmla="*/ 6 w 1794"/>
              <a:gd name="T1" fmla="*/ 483 h 933"/>
              <a:gd name="T2" fmla="*/ 108 w 1794"/>
              <a:gd name="T3" fmla="*/ 125 h 933"/>
              <a:gd name="T4" fmla="*/ 559 w 1794"/>
              <a:gd name="T5" fmla="*/ 100 h 933"/>
              <a:gd name="T6" fmla="*/ 1128 w 1794"/>
              <a:gd name="T7" fmla="*/ 29 h 933"/>
              <a:gd name="T8" fmla="*/ 1716 w 1794"/>
              <a:gd name="T9" fmla="*/ 275 h 933"/>
              <a:gd name="T10" fmla="*/ 1596 w 1794"/>
              <a:gd name="T11" fmla="*/ 827 h 933"/>
              <a:gd name="T12" fmla="*/ 1380 w 1794"/>
              <a:gd name="T13" fmla="*/ 911 h 933"/>
              <a:gd name="T14" fmla="*/ 840 w 1794"/>
              <a:gd name="T15" fmla="*/ 929 h 933"/>
              <a:gd name="T16" fmla="*/ 414 w 1794"/>
              <a:gd name="T17" fmla="*/ 911 h 933"/>
              <a:gd name="T18" fmla="*/ 143 w 1794"/>
              <a:gd name="T19" fmla="*/ 832 h 933"/>
              <a:gd name="T20" fmla="*/ 6 w 1794"/>
              <a:gd name="T21" fmla="*/ 483 h 93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94"/>
              <a:gd name="T34" fmla="*/ 0 h 933"/>
              <a:gd name="T35" fmla="*/ 1794 w 1794"/>
              <a:gd name="T36" fmla="*/ 933 h 93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94" h="933">
                <a:moveTo>
                  <a:pt x="6" y="483"/>
                </a:moveTo>
                <a:cubicBezTo>
                  <a:pt x="0" y="365"/>
                  <a:pt x="16" y="189"/>
                  <a:pt x="108" y="125"/>
                </a:cubicBezTo>
                <a:cubicBezTo>
                  <a:pt x="200" y="61"/>
                  <a:pt x="389" y="116"/>
                  <a:pt x="559" y="100"/>
                </a:cubicBezTo>
                <a:cubicBezTo>
                  <a:pt x="729" y="84"/>
                  <a:pt x="935" y="0"/>
                  <a:pt x="1128" y="29"/>
                </a:cubicBezTo>
                <a:cubicBezTo>
                  <a:pt x="1321" y="58"/>
                  <a:pt x="1638" y="142"/>
                  <a:pt x="1716" y="275"/>
                </a:cubicBezTo>
                <a:cubicBezTo>
                  <a:pt x="1794" y="408"/>
                  <a:pt x="1652" y="721"/>
                  <a:pt x="1596" y="827"/>
                </a:cubicBezTo>
                <a:cubicBezTo>
                  <a:pt x="1540" y="933"/>
                  <a:pt x="1506" y="894"/>
                  <a:pt x="1380" y="911"/>
                </a:cubicBezTo>
                <a:cubicBezTo>
                  <a:pt x="1254" y="928"/>
                  <a:pt x="1001" y="929"/>
                  <a:pt x="840" y="929"/>
                </a:cubicBezTo>
                <a:cubicBezTo>
                  <a:pt x="679" y="929"/>
                  <a:pt x="530" y="927"/>
                  <a:pt x="414" y="911"/>
                </a:cubicBezTo>
                <a:cubicBezTo>
                  <a:pt x="298" y="895"/>
                  <a:pt x="211" y="903"/>
                  <a:pt x="143" y="832"/>
                </a:cubicBezTo>
                <a:cubicBezTo>
                  <a:pt x="75" y="761"/>
                  <a:pt x="4" y="624"/>
                  <a:pt x="6" y="483"/>
                </a:cubicBezTo>
                <a:close/>
              </a:path>
            </a:pathLst>
          </a:custGeom>
          <a:solidFill>
            <a:srgbClr val="66CCFF"/>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defTabSz="914400" eaLnBrk="0" fontAlgn="base" hangingPunct="0">
              <a:spcBef>
                <a:spcPct val="0"/>
              </a:spcBef>
              <a:spcAft>
                <a:spcPct val="0"/>
              </a:spcAft>
            </a:pPr>
            <a:endParaRPr lang="en-US">
              <a:solidFill>
                <a:srgbClr val="000000"/>
              </a:solidFill>
              <a:latin typeface="Arial" charset="0"/>
              <a:ea typeface="ＭＳ Ｐゴシック" charset="0"/>
              <a:cs typeface="ＭＳ Ｐゴシック" charset="0"/>
            </a:endParaRPr>
          </a:p>
        </p:txBody>
      </p:sp>
      <p:cxnSp>
        <p:nvCxnSpPr>
          <p:cNvPr id="166" name="Straight Connector 165"/>
          <p:cNvCxnSpPr/>
          <p:nvPr/>
        </p:nvCxnSpPr>
        <p:spPr bwMode="auto">
          <a:xfrm flipV="1">
            <a:off x="1592143" y="5453530"/>
            <a:ext cx="615520" cy="282224"/>
          </a:xfrm>
          <a:prstGeom prst="line">
            <a:avLst/>
          </a:prstGeom>
          <a:solidFill>
            <a:schemeClr val="accent1"/>
          </a:solidFill>
          <a:ln w="34925" cap="flat" cmpd="sng" algn="ctr">
            <a:solidFill>
              <a:srgbClr val="FF0000"/>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167" name="Straight Connector 166"/>
          <p:cNvCxnSpPr/>
          <p:nvPr/>
        </p:nvCxnSpPr>
        <p:spPr bwMode="auto">
          <a:xfrm>
            <a:off x="1581927" y="5759398"/>
            <a:ext cx="1651340" cy="138604"/>
          </a:xfrm>
          <a:prstGeom prst="line">
            <a:avLst/>
          </a:prstGeom>
          <a:solidFill>
            <a:schemeClr val="accent1"/>
          </a:solidFill>
          <a:ln w="9525" cap="flat" cmpd="sng" algn="ctr">
            <a:solidFill>
              <a:schemeClr val="bg1">
                <a:lumMod val="50000"/>
              </a:schemeClr>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168" name="Straight Connector 167"/>
          <p:cNvCxnSpPr>
            <a:endCxn id="353" idx="1"/>
          </p:cNvCxnSpPr>
          <p:nvPr/>
        </p:nvCxnSpPr>
        <p:spPr bwMode="auto">
          <a:xfrm>
            <a:off x="1592143" y="5816064"/>
            <a:ext cx="318002" cy="387552"/>
          </a:xfrm>
          <a:prstGeom prst="line">
            <a:avLst/>
          </a:prstGeom>
          <a:solidFill>
            <a:schemeClr val="accent1"/>
          </a:solidFill>
          <a:ln w="9525" cap="flat" cmpd="sng" algn="ctr">
            <a:solidFill>
              <a:schemeClr val="bg1">
                <a:lumMod val="50000"/>
              </a:schemeClr>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169" name="Straight Connector 168"/>
          <p:cNvCxnSpPr>
            <a:stCxn id="339" idx="3"/>
          </p:cNvCxnSpPr>
          <p:nvPr/>
        </p:nvCxnSpPr>
        <p:spPr bwMode="auto">
          <a:xfrm>
            <a:off x="2893995" y="5449380"/>
            <a:ext cx="333142" cy="421301"/>
          </a:xfrm>
          <a:prstGeom prst="line">
            <a:avLst/>
          </a:prstGeom>
          <a:solidFill>
            <a:schemeClr val="accent1"/>
          </a:solidFill>
          <a:ln w="9525" cap="flat" cmpd="sng" algn="ctr">
            <a:solidFill>
              <a:schemeClr val="bg1">
                <a:lumMod val="50000"/>
              </a:schemeClr>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170" name="Straight Connector 169"/>
          <p:cNvCxnSpPr/>
          <p:nvPr/>
        </p:nvCxnSpPr>
        <p:spPr bwMode="auto">
          <a:xfrm flipV="1">
            <a:off x="2371572" y="5956693"/>
            <a:ext cx="861695" cy="275422"/>
          </a:xfrm>
          <a:prstGeom prst="line">
            <a:avLst/>
          </a:prstGeom>
          <a:solidFill>
            <a:schemeClr val="accent1"/>
          </a:solidFill>
          <a:ln w="9525" cap="flat" cmpd="sng" algn="ctr">
            <a:solidFill>
              <a:schemeClr val="bg1">
                <a:lumMod val="50000"/>
              </a:schemeClr>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sp>
        <p:nvSpPr>
          <p:cNvPr id="224" name="Freeform 223"/>
          <p:cNvSpPr/>
          <p:nvPr/>
        </p:nvSpPr>
        <p:spPr>
          <a:xfrm>
            <a:off x="1449442" y="1774754"/>
            <a:ext cx="710887" cy="3730652"/>
          </a:xfrm>
          <a:custGeom>
            <a:avLst/>
            <a:gdLst>
              <a:gd name="connsiteX0" fmla="*/ 3902322 w 3902322"/>
              <a:gd name="connsiteY0" fmla="*/ 0 h 449814"/>
              <a:gd name="connsiteX1" fmla="*/ 3452563 w 3902322"/>
              <a:gd name="connsiteY1" fmla="*/ 449814 h 449814"/>
              <a:gd name="connsiteX2" fmla="*/ 343934 w 3902322"/>
              <a:gd name="connsiteY2" fmla="*/ 423354 h 449814"/>
              <a:gd name="connsiteX3" fmla="*/ 0 w 3902322"/>
              <a:gd name="connsiteY3" fmla="*/ 39690 h 449814"/>
              <a:gd name="connsiteX0" fmla="*/ 3902322 w 3902322"/>
              <a:gd name="connsiteY0" fmla="*/ 0 h 423354"/>
              <a:gd name="connsiteX1" fmla="*/ 3565324 w 3902322"/>
              <a:gd name="connsiteY1" fmla="*/ 402338 h 423354"/>
              <a:gd name="connsiteX2" fmla="*/ 343934 w 3902322"/>
              <a:gd name="connsiteY2" fmla="*/ 423354 h 423354"/>
              <a:gd name="connsiteX3" fmla="*/ 0 w 3902322"/>
              <a:gd name="connsiteY3" fmla="*/ 39690 h 423354"/>
              <a:gd name="connsiteX0" fmla="*/ 3902322 w 3902322"/>
              <a:gd name="connsiteY0" fmla="*/ 0 h 423354"/>
              <a:gd name="connsiteX1" fmla="*/ 3600933 w 3902322"/>
              <a:gd name="connsiteY1" fmla="*/ 384535 h 423354"/>
              <a:gd name="connsiteX2" fmla="*/ 343934 w 3902322"/>
              <a:gd name="connsiteY2" fmla="*/ 423354 h 423354"/>
              <a:gd name="connsiteX3" fmla="*/ 0 w 3902322"/>
              <a:gd name="connsiteY3" fmla="*/ 39690 h 423354"/>
              <a:gd name="connsiteX0" fmla="*/ 3943865 w 3943865"/>
              <a:gd name="connsiteY0" fmla="*/ 1851 h 383664"/>
              <a:gd name="connsiteX1" fmla="*/ 3600933 w 3943865"/>
              <a:gd name="connsiteY1" fmla="*/ 344845 h 383664"/>
              <a:gd name="connsiteX2" fmla="*/ 343934 w 3943865"/>
              <a:gd name="connsiteY2" fmla="*/ 383664 h 383664"/>
              <a:gd name="connsiteX3" fmla="*/ 0 w 3943865"/>
              <a:gd name="connsiteY3" fmla="*/ 0 h 383664"/>
              <a:gd name="connsiteX0" fmla="*/ 4015082 w 4015082"/>
              <a:gd name="connsiteY0" fmla="*/ 29941 h 383664"/>
              <a:gd name="connsiteX1" fmla="*/ 3600933 w 4015082"/>
              <a:gd name="connsiteY1" fmla="*/ 344845 h 383664"/>
              <a:gd name="connsiteX2" fmla="*/ 343934 w 4015082"/>
              <a:gd name="connsiteY2" fmla="*/ 383664 h 383664"/>
              <a:gd name="connsiteX3" fmla="*/ 0 w 4015082"/>
              <a:gd name="connsiteY3" fmla="*/ 0 h 383664"/>
              <a:gd name="connsiteX0" fmla="*/ 4187190 w 4187190"/>
              <a:gd name="connsiteY0" fmla="*/ 15896 h 369619"/>
              <a:gd name="connsiteX1" fmla="*/ 3773041 w 4187190"/>
              <a:gd name="connsiteY1" fmla="*/ 330800 h 369619"/>
              <a:gd name="connsiteX2" fmla="*/ 516042 w 4187190"/>
              <a:gd name="connsiteY2" fmla="*/ 369619 h 369619"/>
              <a:gd name="connsiteX3" fmla="*/ 0 w 4187190"/>
              <a:gd name="connsiteY3" fmla="*/ 0 h 369619"/>
              <a:gd name="connsiteX0" fmla="*/ 4187190 w 4187190"/>
              <a:gd name="connsiteY0" fmla="*/ 15896 h 369619"/>
              <a:gd name="connsiteX1" fmla="*/ 3749302 w 4187190"/>
              <a:gd name="connsiteY1" fmla="*/ 349527 h 369619"/>
              <a:gd name="connsiteX2" fmla="*/ 516042 w 4187190"/>
              <a:gd name="connsiteY2" fmla="*/ 369619 h 369619"/>
              <a:gd name="connsiteX3" fmla="*/ 0 w 4187190"/>
              <a:gd name="connsiteY3" fmla="*/ 0 h 369619"/>
              <a:gd name="connsiteX0" fmla="*/ 0 w 6265284"/>
              <a:gd name="connsiteY0" fmla="*/ 0 h 1092877"/>
              <a:gd name="connsiteX1" fmla="*/ 6265284 w 6265284"/>
              <a:gd name="connsiteY1" fmla="*/ 1072785 h 1092877"/>
              <a:gd name="connsiteX2" fmla="*/ 3032024 w 6265284"/>
              <a:gd name="connsiteY2" fmla="*/ 1092877 h 1092877"/>
              <a:gd name="connsiteX3" fmla="*/ 2515982 w 6265284"/>
              <a:gd name="connsiteY3" fmla="*/ 723258 h 1092877"/>
              <a:gd name="connsiteX0" fmla="*/ 0 w 3032024"/>
              <a:gd name="connsiteY0" fmla="*/ 1193950 h 2286827"/>
              <a:gd name="connsiteX1" fmla="*/ 1581391 w 3032024"/>
              <a:gd name="connsiteY1" fmla="*/ 0 h 2286827"/>
              <a:gd name="connsiteX2" fmla="*/ 3032024 w 3032024"/>
              <a:gd name="connsiteY2" fmla="*/ 2286827 h 2286827"/>
              <a:gd name="connsiteX3" fmla="*/ 2515982 w 3032024"/>
              <a:gd name="connsiteY3" fmla="*/ 1917208 h 2286827"/>
              <a:gd name="connsiteX0" fmla="*/ 0 w 2515982"/>
              <a:gd name="connsiteY0" fmla="*/ 1896586 h 2619844"/>
              <a:gd name="connsiteX1" fmla="*/ 1581391 w 2515982"/>
              <a:gd name="connsiteY1" fmla="*/ 702636 h 2619844"/>
              <a:gd name="connsiteX2" fmla="*/ 1241736 w 2515982"/>
              <a:gd name="connsiteY2" fmla="*/ 0 h 2619844"/>
              <a:gd name="connsiteX3" fmla="*/ 2515982 w 2515982"/>
              <a:gd name="connsiteY3" fmla="*/ 2619844 h 2619844"/>
              <a:gd name="connsiteX0" fmla="*/ 0 w 1581391"/>
              <a:gd name="connsiteY0" fmla="*/ 2890379 h 2890379"/>
              <a:gd name="connsiteX1" fmla="*/ 1581391 w 1581391"/>
              <a:gd name="connsiteY1" fmla="*/ 1696429 h 2890379"/>
              <a:gd name="connsiteX2" fmla="*/ 1241736 w 1581391"/>
              <a:gd name="connsiteY2" fmla="*/ 993793 h 2890379"/>
              <a:gd name="connsiteX3" fmla="*/ 1579203 w 1581391"/>
              <a:gd name="connsiteY3" fmla="*/ 0 h 2890379"/>
              <a:gd name="connsiteX0" fmla="*/ 0 w 1581391"/>
              <a:gd name="connsiteY0" fmla="*/ 2973211 h 2973211"/>
              <a:gd name="connsiteX1" fmla="*/ 1581391 w 1581391"/>
              <a:gd name="connsiteY1" fmla="*/ 1779261 h 2973211"/>
              <a:gd name="connsiteX2" fmla="*/ 1241736 w 1581391"/>
              <a:gd name="connsiteY2" fmla="*/ 1076625 h 2973211"/>
              <a:gd name="connsiteX3" fmla="*/ 1229193 w 1581391"/>
              <a:gd name="connsiteY3" fmla="*/ 0 h 2973211"/>
              <a:gd name="connsiteX0" fmla="*/ 0 w 1581391"/>
              <a:gd name="connsiteY0" fmla="*/ 3276927 h 3276927"/>
              <a:gd name="connsiteX1" fmla="*/ 1581391 w 1581391"/>
              <a:gd name="connsiteY1" fmla="*/ 2082977 h 3276927"/>
              <a:gd name="connsiteX2" fmla="*/ 1241736 w 1581391"/>
              <a:gd name="connsiteY2" fmla="*/ 1380341 h 3276927"/>
              <a:gd name="connsiteX3" fmla="*/ 1249193 w 1581391"/>
              <a:gd name="connsiteY3" fmla="*/ 0 h 3276927"/>
              <a:gd name="connsiteX0" fmla="*/ 0 w 1581391"/>
              <a:gd name="connsiteY0" fmla="*/ 2973211 h 2973211"/>
              <a:gd name="connsiteX1" fmla="*/ 1581391 w 1581391"/>
              <a:gd name="connsiteY1" fmla="*/ 1779261 h 2973211"/>
              <a:gd name="connsiteX2" fmla="*/ 1241736 w 1581391"/>
              <a:gd name="connsiteY2" fmla="*/ 1076625 h 2973211"/>
              <a:gd name="connsiteX3" fmla="*/ 1234193 w 1581391"/>
              <a:gd name="connsiteY3" fmla="*/ 0 h 2973211"/>
              <a:gd name="connsiteX0" fmla="*/ 0 w 1581391"/>
              <a:gd name="connsiteY0" fmla="*/ 3008710 h 3008710"/>
              <a:gd name="connsiteX1" fmla="*/ 1581391 w 1581391"/>
              <a:gd name="connsiteY1" fmla="*/ 1814760 h 3008710"/>
              <a:gd name="connsiteX2" fmla="*/ 1241736 w 1581391"/>
              <a:gd name="connsiteY2" fmla="*/ 1112124 h 3008710"/>
              <a:gd name="connsiteX3" fmla="*/ 1239193 w 1581391"/>
              <a:gd name="connsiteY3" fmla="*/ 0 h 3008710"/>
              <a:gd name="connsiteX0" fmla="*/ 0 w 1581391"/>
              <a:gd name="connsiteY0" fmla="*/ 3008710 h 3008710"/>
              <a:gd name="connsiteX1" fmla="*/ 1581391 w 1581391"/>
              <a:gd name="connsiteY1" fmla="*/ 1814760 h 3008710"/>
              <a:gd name="connsiteX2" fmla="*/ 1320792 w 1581391"/>
              <a:gd name="connsiteY2" fmla="*/ 1270181 h 3008710"/>
              <a:gd name="connsiteX3" fmla="*/ 1241736 w 1581391"/>
              <a:gd name="connsiteY3" fmla="*/ 1112124 h 3008710"/>
              <a:gd name="connsiteX4" fmla="*/ 1239193 w 1581391"/>
              <a:gd name="connsiteY4" fmla="*/ 0 h 3008710"/>
              <a:gd name="connsiteX0" fmla="*/ 0 w 1581391"/>
              <a:gd name="connsiteY0" fmla="*/ 3008710 h 3008710"/>
              <a:gd name="connsiteX1" fmla="*/ 1581391 w 1581391"/>
              <a:gd name="connsiteY1" fmla="*/ 1814760 h 3008710"/>
              <a:gd name="connsiteX2" fmla="*/ 1565798 w 1581391"/>
              <a:gd name="connsiteY2" fmla="*/ 1270181 h 3008710"/>
              <a:gd name="connsiteX3" fmla="*/ 1241736 w 1581391"/>
              <a:gd name="connsiteY3" fmla="*/ 1112124 h 3008710"/>
              <a:gd name="connsiteX4" fmla="*/ 1239193 w 1581391"/>
              <a:gd name="connsiteY4" fmla="*/ 0 h 3008710"/>
              <a:gd name="connsiteX0" fmla="*/ 0 w 1581391"/>
              <a:gd name="connsiteY0" fmla="*/ 3008710 h 3008710"/>
              <a:gd name="connsiteX1" fmla="*/ 1581391 w 1581391"/>
              <a:gd name="connsiteY1" fmla="*/ 1747705 h 3008710"/>
              <a:gd name="connsiteX2" fmla="*/ 1565798 w 1581391"/>
              <a:gd name="connsiteY2" fmla="*/ 1270181 h 3008710"/>
              <a:gd name="connsiteX3" fmla="*/ 1241736 w 1581391"/>
              <a:gd name="connsiteY3" fmla="*/ 1112124 h 3008710"/>
              <a:gd name="connsiteX4" fmla="*/ 1239193 w 1581391"/>
              <a:gd name="connsiteY4" fmla="*/ 0 h 3008710"/>
              <a:gd name="connsiteX0" fmla="*/ 0 w 1566390"/>
              <a:gd name="connsiteY0" fmla="*/ 3008710 h 3008710"/>
              <a:gd name="connsiteX1" fmla="*/ 1566390 w 1566390"/>
              <a:gd name="connsiteY1" fmla="*/ 1747705 h 3008710"/>
              <a:gd name="connsiteX2" fmla="*/ 1565798 w 1566390"/>
              <a:gd name="connsiteY2" fmla="*/ 1270181 h 3008710"/>
              <a:gd name="connsiteX3" fmla="*/ 1241736 w 1566390"/>
              <a:gd name="connsiteY3" fmla="*/ 1112124 h 3008710"/>
              <a:gd name="connsiteX4" fmla="*/ 1239193 w 1566390"/>
              <a:gd name="connsiteY4" fmla="*/ 0 h 3008710"/>
              <a:gd name="connsiteX0" fmla="*/ 0 w 1766395"/>
              <a:gd name="connsiteY0" fmla="*/ 2988988 h 2988988"/>
              <a:gd name="connsiteX1" fmla="*/ 1766395 w 1766395"/>
              <a:gd name="connsiteY1" fmla="*/ 1747705 h 2988988"/>
              <a:gd name="connsiteX2" fmla="*/ 1765803 w 1766395"/>
              <a:gd name="connsiteY2" fmla="*/ 1270181 h 2988988"/>
              <a:gd name="connsiteX3" fmla="*/ 1441741 w 1766395"/>
              <a:gd name="connsiteY3" fmla="*/ 1112124 h 2988988"/>
              <a:gd name="connsiteX4" fmla="*/ 1439198 w 1766395"/>
              <a:gd name="connsiteY4" fmla="*/ 0 h 2988988"/>
              <a:gd name="connsiteX0" fmla="*/ 0 w 725529"/>
              <a:gd name="connsiteY0" fmla="*/ 2874009 h 2874009"/>
              <a:gd name="connsiteX1" fmla="*/ 725529 w 725529"/>
              <a:gd name="connsiteY1" fmla="*/ 1747705 h 2874009"/>
              <a:gd name="connsiteX2" fmla="*/ 724937 w 725529"/>
              <a:gd name="connsiteY2" fmla="*/ 1270181 h 2874009"/>
              <a:gd name="connsiteX3" fmla="*/ 400875 w 725529"/>
              <a:gd name="connsiteY3" fmla="*/ 1112124 h 2874009"/>
              <a:gd name="connsiteX4" fmla="*/ 398332 w 725529"/>
              <a:gd name="connsiteY4" fmla="*/ 0 h 2874009"/>
              <a:gd name="connsiteX0" fmla="*/ 0 w 725529"/>
              <a:gd name="connsiteY0" fmla="*/ 2854234 h 2854234"/>
              <a:gd name="connsiteX1" fmla="*/ 725529 w 725529"/>
              <a:gd name="connsiteY1" fmla="*/ 1727930 h 2854234"/>
              <a:gd name="connsiteX2" fmla="*/ 724937 w 725529"/>
              <a:gd name="connsiteY2" fmla="*/ 1250406 h 2854234"/>
              <a:gd name="connsiteX3" fmla="*/ 400875 w 725529"/>
              <a:gd name="connsiteY3" fmla="*/ 1092349 h 2854234"/>
              <a:gd name="connsiteX4" fmla="*/ 181090 w 725529"/>
              <a:gd name="connsiteY4" fmla="*/ 0 h 2854234"/>
              <a:gd name="connsiteX0" fmla="*/ 0 w 725529"/>
              <a:gd name="connsiteY0" fmla="*/ 2854234 h 2854234"/>
              <a:gd name="connsiteX1" fmla="*/ 725529 w 725529"/>
              <a:gd name="connsiteY1" fmla="*/ 1727930 h 2854234"/>
              <a:gd name="connsiteX2" fmla="*/ 724937 w 725529"/>
              <a:gd name="connsiteY2" fmla="*/ 1250406 h 2854234"/>
              <a:gd name="connsiteX3" fmla="*/ 242121 w 725529"/>
              <a:gd name="connsiteY3" fmla="*/ 1079165 h 2854234"/>
              <a:gd name="connsiteX4" fmla="*/ 181090 w 725529"/>
              <a:gd name="connsiteY4" fmla="*/ 0 h 2854234"/>
              <a:gd name="connsiteX0" fmla="*/ 0 w 725529"/>
              <a:gd name="connsiteY0" fmla="*/ 2854234 h 2854234"/>
              <a:gd name="connsiteX1" fmla="*/ 725529 w 725529"/>
              <a:gd name="connsiteY1" fmla="*/ 1727930 h 2854234"/>
              <a:gd name="connsiteX2" fmla="*/ 724937 w 725529"/>
              <a:gd name="connsiteY2" fmla="*/ 1250406 h 2854234"/>
              <a:gd name="connsiteX3" fmla="*/ 208699 w 725529"/>
              <a:gd name="connsiteY3" fmla="*/ 1105532 h 2854234"/>
              <a:gd name="connsiteX4" fmla="*/ 181090 w 725529"/>
              <a:gd name="connsiteY4" fmla="*/ 0 h 2854234"/>
              <a:gd name="connsiteX0" fmla="*/ 0 w 725529"/>
              <a:gd name="connsiteY0" fmla="*/ 2854234 h 2854234"/>
              <a:gd name="connsiteX1" fmla="*/ 725529 w 725529"/>
              <a:gd name="connsiteY1" fmla="*/ 1727930 h 2854234"/>
              <a:gd name="connsiteX2" fmla="*/ 724937 w 725529"/>
              <a:gd name="connsiteY2" fmla="*/ 1250406 h 2854234"/>
              <a:gd name="connsiteX3" fmla="*/ 208699 w 725529"/>
              <a:gd name="connsiteY3" fmla="*/ 1105532 h 2854234"/>
              <a:gd name="connsiteX4" fmla="*/ 181090 w 725529"/>
              <a:gd name="connsiteY4" fmla="*/ 0 h 2854234"/>
              <a:gd name="connsiteX0" fmla="*/ 0 w 725529"/>
              <a:gd name="connsiteY0" fmla="*/ 2854234 h 2854234"/>
              <a:gd name="connsiteX1" fmla="*/ 725529 w 725529"/>
              <a:gd name="connsiteY1" fmla="*/ 1727930 h 2854234"/>
              <a:gd name="connsiteX2" fmla="*/ 724937 w 725529"/>
              <a:gd name="connsiteY2" fmla="*/ 1250406 h 2854234"/>
              <a:gd name="connsiteX3" fmla="*/ 233766 w 725529"/>
              <a:gd name="connsiteY3" fmla="*/ 1105532 h 2854234"/>
              <a:gd name="connsiteX4" fmla="*/ 181090 w 725529"/>
              <a:gd name="connsiteY4" fmla="*/ 0 h 2854234"/>
              <a:gd name="connsiteX0" fmla="*/ 0 w 725529"/>
              <a:gd name="connsiteY0" fmla="*/ 2854234 h 2854234"/>
              <a:gd name="connsiteX1" fmla="*/ 725529 w 725529"/>
              <a:gd name="connsiteY1" fmla="*/ 1727930 h 2854234"/>
              <a:gd name="connsiteX2" fmla="*/ 724937 w 725529"/>
              <a:gd name="connsiteY2" fmla="*/ 1250406 h 2854234"/>
              <a:gd name="connsiteX3" fmla="*/ 200344 w 725529"/>
              <a:gd name="connsiteY3" fmla="*/ 1118716 h 2854234"/>
              <a:gd name="connsiteX4" fmla="*/ 181090 w 725529"/>
              <a:gd name="connsiteY4" fmla="*/ 0 h 2854234"/>
              <a:gd name="connsiteX0" fmla="*/ 0 w 725529"/>
              <a:gd name="connsiteY0" fmla="*/ 2854234 h 2854234"/>
              <a:gd name="connsiteX1" fmla="*/ 725529 w 725529"/>
              <a:gd name="connsiteY1" fmla="*/ 1727930 h 2854234"/>
              <a:gd name="connsiteX2" fmla="*/ 724937 w 725529"/>
              <a:gd name="connsiteY2" fmla="*/ 1250406 h 2854234"/>
              <a:gd name="connsiteX3" fmla="*/ 175278 w 725529"/>
              <a:gd name="connsiteY3" fmla="*/ 1105533 h 2854234"/>
              <a:gd name="connsiteX4" fmla="*/ 181090 w 725529"/>
              <a:gd name="connsiteY4" fmla="*/ 0 h 2854234"/>
              <a:gd name="connsiteX0" fmla="*/ 0 w 725529"/>
              <a:gd name="connsiteY0" fmla="*/ 2854234 h 2854234"/>
              <a:gd name="connsiteX1" fmla="*/ 725529 w 725529"/>
              <a:gd name="connsiteY1" fmla="*/ 1727930 h 2854234"/>
              <a:gd name="connsiteX2" fmla="*/ 724937 w 725529"/>
              <a:gd name="connsiteY2" fmla="*/ 1250406 h 2854234"/>
              <a:gd name="connsiteX3" fmla="*/ 275543 w 725529"/>
              <a:gd name="connsiteY3" fmla="*/ 1112125 h 2854234"/>
              <a:gd name="connsiteX4" fmla="*/ 181090 w 725529"/>
              <a:gd name="connsiteY4" fmla="*/ 0 h 2854234"/>
              <a:gd name="connsiteX0" fmla="*/ 0 w 725529"/>
              <a:gd name="connsiteY0" fmla="*/ 2854234 h 2854234"/>
              <a:gd name="connsiteX1" fmla="*/ 725529 w 725529"/>
              <a:gd name="connsiteY1" fmla="*/ 1727930 h 2854234"/>
              <a:gd name="connsiteX2" fmla="*/ 724937 w 725529"/>
              <a:gd name="connsiteY2" fmla="*/ 1250406 h 2854234"/>
              <a:gd name="connsiteX3" fmla="*/ 275543 w 725529"/>
              <a:gd name="connsiteY3" fmla="*/ 1112125 h 2854234"/>
              <a:gd name="connsiteX4" fmla="*/ 264644 w 725529"/>
              <a:gd name="connsiteY4" fmla="*/ 0 h 2854234"/>
              <a:gd name="connsiteX0" fmla="*/ 0 w 725529"/>
              <a:gd name="connsiteY0" fmla="*/ 2854234 h 2854234"/>
              <a:gd name="connsiteX1" fmla="*/ 725529 w 725529"/>
              <a:gd name="connsiteY1" fmla="*/ 1727930 h 2854234"/>
              <a:gd name="connsiteX2" fmla="*/ 724937 w 725529"/>
              <a:gd name="connsiteY2" fmla="*/ 1250406 h 2854234"/>
              <a:gd name="connsiteX3" fmla="*/ 292254 w 725529"/>
              <a:gd name="connsiteY3" fmla="*/ 1125309 h 2854234"/>
              <a:gd name="connsiteX4" fmla="*/ 264644 w 725529"/>
              <a:gd name="connsiteY4" fmla="*/ 0 h 2854234"/>
              <a:gd name="connsiteX0" fmla="*/ 0 w 725529"/>
              <a:gd name="connsiteY0" fmla="*/ 2854234 h 2854234"/>
              <a:gd name="connsiteX1" fmla="*/ 725529 w 725529"/>
              <a:gd name="connsiteY1" fmla="*/ 1727930 h 2854234"/>
              <a:gd name="connsiteX2" fmla="*/ 724937 w 725529"/>
              <a:gd name="connsiteY2" fmla="*/ 1250406 h 2854234"/>
              <a:gd name="connsiteX3" fmla="*/ 22889 w 725529"/>
              <a:gd name="connsiteY3" fmla="*/ 1125309 h 2854234"/>
              <a:gd name="connsiteX4" fmla="*/ 264644 w 725529"/>
              <a:gd name="connsiteY4" fmla="*/ 0 h 2854234"/>
              <a:gd name="connsiteX0" fmla="*/ 43202 w 768731"/>
              <a:gd name="connsiteY0" fmla="*/ 2975683 h 2975683"/>
              <a:gd name="connsiteX1" fmla="*/ 768731 w 768731"/>
              <a:gd name="connsiteY1" fmla="*/ 1849379 h 2975683"/>
              <a:gd name="connsiteX2" fmla="*/ 768139 w 768731"/>
              <a:gd name="connsiteY2" fmla="*/ 1371855 h 2975683"/>
              <a:gd name="connsiteX3" fmla="*/ 66091 w 768731"/>
              <a:gd name="connsiteY3" fmla="*/ 1246758 h 2975683"/>
              <a:gd name="connsiteX4" fmla="*/ 0 w 768731"/>
              <a:gd name="connsiteY4" fmla="*/ 0 h 2975683"/>
              <a:gd name="connsiteX0" fmla="*/ 54072 w 779601"/>
              <a:gd name="connsiteY0" fmla="*/ 2975683 h 2975683"/>
              <a:gd name="connsiteX1" fmla="*/ 779601 w 779601"/>
              <a:gd name="connsiteY1" fmla="*/ 1849379 h 2975683"/>
              <a:gd name="connsiteX2" fmla="*/ 779009 w 779601"/>
              <a:gd name="connsiteY2" fmla="*/ 1371855 h 2975683"/>
              <a:gd name="connsiteX3" fmla="*/ 0 w 779601"/>
              <a:gd name="connsiteY3" fmla="*/ 1277120 h 2975683"/>
              <a:gd name="connsiteX4" fmla="*/ 10870 w 779601"/>
              <a:gd name="connsiteY4" fmla="*/ 0 h 2975683"/>
              <a:gd name="connsiteX0" fmla="*/ 62442 w 787971"/>
              <a:gd name="connsiteY0" fmla="*/ 2763147 h 2763147"/>
              <a:gd name="connsiteX1" fmla="*/ 787971 w 787971"/>
              <a:gd name="connsiteY1" fmla="*/ 1636843 h 2763147"/>
              <a:gd name="connsiteX2" fmla="*/ 787379 w 787971"/>
              <a:gd name="connsiteY2" fmla="*/ 1159319 h 2763147"/>
              <a:gd name="connsiteX3" fmla="*/ 8370 w 787971"/>
              <a:gd name="connsiteY3" fmla="*/ 1064584 h 2763147"/>
              <a:gd name="connsiteX4" fmla="*/ 0 w 787971"/>
              <a:gd name="connsiteY4" fmla="*/ 0 h 2763147"/>
              <a:gd name="connsiteX0" fmla="*/ 54072 w 779601"/>
              <a:gd name="connsiteY0" fmla="*/ 2808691 h 2808691"/>
              <a:gd name="connsiteX1" fmla="*/ 779601 w 779601"/>
              <a:gd name="connsiteY1" fmla="*/ 1682387 h 2808691"/>
              <a:gd name="connsiteX2" fmla="*/ 779009 w 779601"/>
              <a:gd name="connsiteY2" fmla="*/ 1204863 h 2808691"/>
              <a:gd name="connsiteX3" fmla="*/ 0 w 779601"/>
              <a:gd name="connsiteY3" fmla="*/ 1110128 h 2808691"/>
              <a:gd name="connsiteX4" fmla="*/ 30111 w 779601"/>
              <a:gd name="connsiteY4" fmla="*/ 0 h 2808691"/>
              <a:gd name="connsiteX0" fmla="*/ 62830 w 788359"/>
              <a:gd name="connsiteY0" fmla="*/ 2896348 h 2896348"/>
              <a:gd name="connsiteX1" fmla="*/ 788359 w 788359"/>
              <a:gd name="connsiteY1" fmla="*/ 1770044 h 2896348"/>
              <a:gd name="connsiteX2" fmla="*/ 787767 w 788359"/>
              <a:gd name="connsiteY2" fmla="*/ 1292520 h 2896348"/>
              <a:gd name="connsiteX3" fmla="*/ 8758 w 788359"/>
              <a:gd name="connsiteY3" fmla="*/ 1197785 h 2896348"/>
              <a:gd name="connsiteX4" fmla="*/ 38869 w 788359"/>
              <a:gd name="connsiteY4" fmla="*/ 87657 h 2896348"/>
              <a:gd name="connsiteX5" fmla="*/ 0 w 788359"/>
              <a:gd name="connsiteY5" fmla="*/ 69436 h 2896348"/>
              <a:gd name="connsiteX0" fmla="*/ 54072 w 818640"/>
              <a:gd name="connsiteY0" fmla="*/ 3100173 h 3100173"/>
              <a:gd name="connsiteX1" fmla="*/ 779601 w 818640"/>
              <a:gd name="connsiteY1" fmla="*/ 1973869 h 3100173"/>
              <a:gd name="connsiteX2" fmla="*/ 779009 w 818640"/>
              <a:gd name="connsiteY2" fmla="*/ 1496345 h 3100173"/>
              <a:gd name="connsiteX3" fmla="*/ 0 w 818640"/>
              <a:gd name="connsiteY3" fmla="*/ 1401610 h 3100173"/>
              <a:gd name="connsiteX4" fmla="*/ 30111 w 818640"/>
              <a:gd name="connsiteY4" fmla="*/ 291482 h 3100173"/>
              <a:gd name="connsiteX5" fmla="*/ 818579 w 818640"/>
              <a:gd name="connsiteY5" fmla="*/ 0 h 3100173"/>
              <a:gd name="connsiteX0" fmla="*/ 54072 w 818579"/>
              <a:gd name="connsiteY0" fmla="*/ 3100173 h 3100173"/>
              <a:gd name="connsiteX1" fmla="*/ 779601 w 818579"/>
              <a:gd name="connsiteY1" fmla="*/ 1973869 h 3100173"/>
              <a:gd name="connsiteX2" fmla="*/ 779009 w 818579"/>
              <a:gd name="connsiteY2" fmla="*/ 1496345 h 3100173"/>
              <a:gd name="connsiteX3" fmla="*/ 0 w 818579"/>
              <a:gd name="connsiteY3" fmla="*/ 1401610 h 3100173"/>
              <a:gd name="connsiteX4" fmla="*/ 30111 w 818579"/>
              <a:gd name="connsiteY4" fmla="*/ 291482 h 3100173"/>
              <a:gd name="connsiteX5" fmla="*/ 510732 w 818579"/>
              <a:gd name="connsiteY5" fmla="*/ 60725 h 3100173"/>
              <a:gd name="connsiteX6" fmla="*/ 818579 w 818579"/>
              <a:gd name="connsiteY6" fmla="*/ 0 h 3100173"/>
              <a:gd name="connsiteX0" fmla="*/ 54072 w 779601"/>
              <a:gd name="connsiteY0" fmla="*/ 3510065 h 3510065"/>
              <a:gd name="connsiteX1" fmla="*/ 779601 w 779601"/>
              <a:gd name="connsiteY1" fmla="*/ 2383761 h 3510065"/>
              <a:gd name="connsiteX2" fmla="*/ 779009 w 779601"/>
              <a:gd name="connsiteY2" fmla="*/ 1906237 h 3510065"/>
              <a:gd name="connsiteX3" fmla="*/ 0 w 779601"/>
              <a:gd name="connsiteY3" fmla="*/ 1811502 h 3510065"/>
              <a:gd name="connsiteX4" fmla="*/ 30111 w 779601"/>
              <a:gd name="connsiteY4" fmla="*/ 701374 h 3510065"/>
              <a:gd name="connsiteX5" fmla="*/ 510732 w 779601"/>
              <a:gd name="connsiteY5" fmla="*/ 470617 h 3510065"/>
              <a:gd name="connsiteX6" fmla="*/ 760858 w 779601"/>
              <a:gd name="connsiteY6" fmla="*/ 0 h 3510065"/>
              <a:gd name="connsiteX0" fmla="*/ 54072 w 809403"/>
              <a:gd name="connsiteY0" fmla="*/ 3510065 h 3510065"/>
              <a:gd name="connsiteX1" fmla="*/ 779601 w 809403"/>
              <a:gd name="connsiteY1" fmla="*/ 2383761 h 3510065"/>
              <a:gd name="connsiteX2" fmla="*/ 779009 w 809403"/>
              <a:gd name="connsiteY2" fmla="*/ 1906237 h 3510065"/>
              <a:gd name="connsiteX3" fmla="*/ 0 w 809403"/>
              <a:gd name="connsiteY3" fmla="*/ 1811502 h 3510065"/>
              <a:gd name="connsiteX4" fmla="*/ 30111 w 809403"/>
              <a:gd name="connsiteY4" fmla="*/ 701374 h 3510065"/>
              <a:gd name="connsiteX5" fmla="*/ 760857 w 809403"/>
              <a:gd name="connsiteY5" fmla="*/ 440254 h 3510065"/>
              <a:gd name="connsiteX6" fmla="*/ 760858 w 809403"/>
              <a:gd name="connsiteY6" fmla="*/ 0 h 3510065"/>
              <a:gd name="connsiteX0" fmla="*/ 54072 w 809403"/>
              <a:gd name="connsiteY0" fmla="*/ 3510065 h 3510065"/>
              <a:gd name="connsiteX1" fmla="*/ 779601 w 809403"/>
              <a:gd name="connsiteY1" fmla="*/ 2383761 h 3510065"/>
              <a:gd name="connsiteX2" fmla="*/ 779009 w 809403"/>
              <a:gd name="connsiteY2" fmla="*/ 1906237 h 3510065"/>
              <a:gd name="connsiteX3" fmla="*/ 0 w 809403"/>
              <a:gd name="connsiteY3" fmla="*/ 1811502 h 3510065"/>
              <a:gd name="connsiteX4" fmla="*/ 30111 w 809403"/>
              <a:gd name="connsiteY4" fmla="*/ 701374 h 3510065"/>
              <a:gd name="connsiteX5" fmla="*/ 760857 w 809403"/>
              <a:gd name="connsiteY5" fmla="*/ 440254 h 3510065"/>
              <a:gd name="connsiteX6" fmla="*/ 760858 w 809403"/>
              <a:gd name="connsiteY6" fmla="*/ 0 h 3510065"/>
              <a:gd name="connsiteX0" fmla="*/ 54072 w 779601"/>
              <a:gd name="connsiteY0" fmla="*/ 3510065 h 3510065"/>
              <a:gd name="connsiteX1" fmla="*/ 779601 w 779601"/>
              <a:gd name="connsiteY1" fmla="*/ 2383761 h 3510065"/>
              <a:gd name="connsiteX2" fmla="*/ 779009 w 779601"/>
              <a:gd name="connsiteY2" fmla="*/ 1906237 h 3510065"/>
              <a:gd name="connsiteX3" fmla="*/ 0 w 779601"/>
              <a:gd name="connsiteY3" fmla="*/ 1811502 h 3510065"/>
              <a:gd name="connsiteX4" fmla="*/ 30111 w 779601"/>
              <a:gd name="connsiteY4" fmla="*/ 701374 h 3510065"/>
              <a:gd name="connsiteX5" fmla="*/ 760857 w 779601"/>
              <a:gd name="connsiteY5" fmla="*/ 440254 h 3510065"/>
              <a:gd name="connsiteX6" fmla="*/ 760858 w 779601"/>
              <a:gd name="connsiteY6" fmla="*/ 0 h 3510065"/>
              <a:gd name="connsiteX0" fmla="*/ 54072 w 779601"/>
              <a:gd name="connsiteY0" fmla="*/ 3579994 h 3579994"/>
              <a:gd name="connsiteX1" fmla="*/ 779601 w 779601"/>
              <a:gd name="connsiteY1" fmla="*/ 2453690 h 3579994"/>
              <a:gd name="connsiteX2" fmla="*/ 779009 w 779601"/>
              <a:gd name="connsiteY2" fmla="*/ 1976166 h 3579994"/>
              <a:gd name="connsiteX3" fmla="*/ 0 w 779601"/>
              <a:gd name="connsiteY3" fmla="*/ 1881431 h 3579994"/>
              <a:gd name="connsiteX4" fmla="*/ 30111 w 779601"/>
              <a:gd name="connsiteY4" fmla="*/ 771303 h 3579994"/>
              <a:gd name="connsiteX5" fmla="*/ 760857 w 779601"/>
              <a:gd name="connsiteY5" fmla="*/ 510183 h 3579994"/>
              <a:gd name="connsiteX6" fmla="*/ 760858 w 779601"/>
              <a:gd name="connsiteY6" fmla="*/ 69929 h 3579994"/>
              <a:gd name="connsiteX0" fmla="*/ 54072 w 779601"/>
              <a:gd name="connsiteY0" fmla="*/ 3707204 h 3707204"/>
              <a:gd name="connsiteX1" fmla="*/ 779601 w 779601"/>
              <a:gd name="connsiteY1" fmla="*/ 2580900 h 3707204"/>
              <a:gd name="connsiteX2" fmla="*/ 779009 w 779601"/>
              <a:gd name="connsiteY2" fmla="*/ 2103376 h 3707204"/>
              <a:gd name="connsiteX3" fmla="*/ 0 w 779601"/>
              <a:gd name="connsiteY3" fmla="*/ 2008641 h 3707204"/>
              <a:gd name="connsiteX4" fmla="*/ 30111 w 779601"/>
              <a:gd name="connsiteY4" fmla="*/ 898513 h 3707204"/>
              <a:gd name="connsiteX5" fmla="*/ 760857 w 779601"/>
              <a:gd name="connsiteY5" fmla="*/ 637393 h 3707204"/>
              <a:gd name="connsiteX6" fmla="*/ 739550 w 779601"/>
              <a:gd name="connsiteY6" fmla="*/ 59300 h 3707204"/>
              <a:gd name="connsiteX0" fmla="*/ 54072 w 779601"/>
              <a:gd name="connsiteY0" fmla="*/ 3647904 h 3647904"/>
              <a:gd name="connsiteX1" fmla="*/ 779601 w 779601"/>
              <a:gd name="connsiteY1" fmla="*/ 2521600 h 3647904"/>
              <a:gd name="connsiteX2" fmla="*/ 779009 w 779601"/>
              <a:gd name="connsiteY2" fmla="*/ 2044076 h 3647904"/>
              <a:gd name="connsiteX3" fmla="*/ 0 w 779601"/>
              <a:gd name="connsiteY3" fmla="*/ 1949341 h 3647904"/>
              <a:gd name="connsiteX4" fmla="*/ 30111 w 779601"/>
              <a:gd name="connsiteY4" fmla="*/ 839213 h 3647904"/>
              <a:gd name="connsiteX5" fmla="*/ 760857 w 779601"/>
              <a:gd name="connsiteY5" fmla="*/ 578093 h 3647904"/>
              <a:gd name="connsiteX6" fmla="*/ 739550 w 779601"/>
              <a:gd name="connsiteY6" fmla="*/ 0 h 3647904"/>
              <a:gd name="connsiteX0" fmla="*/ 54072 w 779601"/>
              <a:gd name="connsiteY0" fmla="*/ 3557132 h 3557132"/>
              <a:gd name="connsiteX1" fmla="*/ 779601 w 779601"/>
              <a:gd name="connsiteY1" fmla="*/ 2430828 h 3557132"/>
              <a:gd name="connsiteX2" fmla="*/ 779009 w 779601"/>
              <a:gd name="connsiteY2" fmla="*/ 1953304 h 3557132"/>
              <a:gd name="connsiteX3" fmla="*/ 0 w 779601"/>
              <a:gd name="connsiteY3" fmla="*/ 1858569 h 3557132"/>
              <a:gd name="connsiteX4" fmla="*/ 30111 w 779601"/>
              <a:gd name="connsiteY4" fmla="*/ 748441 h 3557132"/>
              <a:gd name="connsiteX5" fmla="*/ 760857 w 779601"/>
              <a:gd name="connsiteY5" fmla="*/ 487321 h 3557132"/>
              <a:gd name="connsiteX6" fmla="*/ 739550 w 779601"/>
              <a:gd name="connsiteY6" fmla="*/ 0 h 3557132"/>
              <a:gd name="connsiteX0" fmla="*/ 54072 w 779601"/>
              <a:gd name="connsiteY0" fmla="*/ 3557132 h 3557132"/>
              <a:gd name="connsiteX1" fmla="*/ 779601 w 779601"/>
              <a:gd name="connsiteY1" fmla="*/ 2430828 h 3557132"/>
              <a:gd name="connsiteX2" fmla="*/ 779009 w 779601"/>
              <a:gd name="connsiteY2" fmla="*/ 1953304 h 3557132"/>
              <a:gd name="connsiteX3" fmla="*/ 0 w 779601"/>
              <a:gd name="connsiteY3" fmla="*/ 1858569 h 3557132"/>
              <a:gd name="connsiteX4" fmla="*/ 30111 w 779601"/>
              <a:gd name="connsiteY4" fmla="*/ 748441 h 3557132"/>
              <a:gd name="connsiteX5" fmla="*/ 760857 w 779601"/>
              <a:gd name="connsiteY5" fmla="*/ 487321 h 3557132"/>
              <a:gd name="connsiteX6" fmla="*/ 739550 w 779601"/>
              <a:gd name="connsiteY6" fmla="*/ 0 h 3557132"/>
              <a:gd name="connsiteX0" fmla="*/ 54072 w 779601"/>
              <a:gd name="connsiteY0" fmla="*/ 3580665 h 3580665"/>
              <a:gd name="connsiteX1" fmla="*/ 779601 w 779601"/>
              <a:gd name="connsiteY1" fmla="*/ 2454361 h 3580665"/>
              <a:gd name="connsiteX2" fmla="*/ 779009 w 779601"/>
              <a:gd name="connsiteY2" fmla="*/ 1976837 h 3580665"/>
              <a:gd name="connsiteX3" fmla="*/ 0 w 779601"/>
              <a:gd name="connsiteY3" fmla="*/ 1882102 h 3580665"/>
              <a:gd name="connsiteX4" fmla="*/ 30111 w 779601"/>
              <a:gd name="connsiteY4" fmla="*/ 771974 h 3580665"/>
              <a:gd name="connsiteX5" fmla="*/ 760857 w 779601"/>
              <a:gd name="connsiteY5" fmla="*/ 510854 h 3580665"/>
              <a:gd name="connsiteX6" fmla="*/ 735288 w 779601"/>
              <a:gd name="connsiteY6" fmla="*/ 0 h 3580665"/>
              <a:gd name="connsiteX0" fmla="*/ 54072 w 779601"/>
              <a:gd name="connsiteY0" fmla="*/ 3580665 h 3580665"/>
              <a:gd name="connsiteX1" fmla="*/ 779601 w 779601"/>
              <a:gd name="connsiteY1" fmla="*/ 2454361 h 3580665"/>
              <a:gd name="connsiteX2" fmla="*/ 779009 w 779601"/>
              <a:gd name="connsiteY2" fmla="*/ 1976837 h 3580665"/>
              <a:gd name="connsiteX3" fmla="*/ 0 w 779601"/>
              <a:gd name="connsiteY3" fmla="*/ 1882102 h 3580665"/>
              <a:gd name="connsiteX4" fmla="*/ 30111 w 779601"/>
              <a:gd name="connsiteY4" fmla="*/ 771974 h 3580665"/>
              <a:gd name="connsiteX5" fmla="*/ 760857 w 779601"/>
              <a:gd name="connsiteY5" fmla="*/ 510854 h 3580665"/>
              <a:gd name="connsiteX6" fmla="*/ 735288 w 779601"/>
              <a:gd name="connsiteY6" fmla="*/ 0 h 3580665"/>
              <a:gd name="connsiteX0" fmla="*/ 23961 w 749490"/>
              <a:gd name="connsiteY0" fmla="*/ 3580665 h 3580665"/>
              <a:gd name="connsiteX1" fmla="*/ 749490 w 749490"/>
              <a:gd name="connsiteY1" fmla="*/ 2454361 h 3580665"/>
              <a:gd name="connsiteX2" fmla="*/ 748898 w 749490"/>
              <a:gd name="connsiteY2" fmla="*/ 1976837 h 3580665"/>
              <a:gd name="connsiteX3" fmla="*/ 46599 w 749490"/>
              <a:gd name="connsiteY3" fmla="*/ 1835036 h 3580665"/>
              <a:gd name="connsiteX4" fmla="*/ 0 w 749490"/>
              <a:gd name="connsiteY4" fmla="*/ 771974 h 3580665"/>
              <a:gd name="connsiteX5" fmla="*/ 730746 w 749490"/>
              <a:gd name="connsiteY5" fmla="*/ 510854 h 3580665"/>
              <a:gd name="connsiteX6" fmla="*/ 705177 w 749490"/>
              <a:gd name="connsiteY6" fmla="*/ 0 h 3580665"/>
              <a:gd name="connsiteX0" fmla="*/ 23961 w 749490"/>
              <a:gd name="connsiteY0" fmla="*/ 3580665 h 3580665"/>
              <a:gd name="connsiteX1" fmla="*/ 749490 w 749490"/>
              <a:gd name="connsiteY1" fmla="*/ 2454361 h 3580665"/>
              <a:gd name="connsiteX2" fmla="*/ 748898 w 749490"/>
              <a:gd name="connsiteY2" fmla="*/ 1976837 h 3580665"/>
              <a:gd name="connsiteX3" fmla="*/ 46599 w 749490"/>
              <a:gd name="connsiteY3" fmla="*/ 1835036 h 3580665"/>
              <a:gd name="connsiteX4" fmla="*/ 0 w 749490"/>
              <a:gd name="connsiteY4" fmla="*/ 771974 h 3580665"/>
              <a:gd name="connsiteX5" fmla="*/ 730746 w 749490"/>
              <a:gd name="connsiteY5" fmla="*/ 510854 h 3580665"/>
              <a:gd name="connsiteX6" fmla="*/ 705177 w 749490"/>
              <a:gd name="connsiteY6" fmla="*/ 0 h 3580665"/>
              <a:gd name="connsiteX0" fmla="*/ 23961 w 749490"/>
              <a:gd name="connsiteY0" fmla="*/ 3580665 h 3580665"/>
              <a:gd name="connsiteX1" fmla="*/ 749490 w 749490"/>
              <a:gd name="connsiteY1" fmla="*/ 2454361 h 3580665"/>
              <a:gd name="connsiteX2" fmla="*/ 748898 w 749490"/>
              <a:gd name="connsiteY2" fmla="*/ 1976837 h 3580665"/>
              <a:gd name="connsiteX3" fmla="*/ 46599 w 749490"/>
              <a:gd name="connsiteY3" fmla="*/ 1835036 h 3580665"/>
              <a:gd name="connsiteX4" fmla="*/ 0 w 749490"/>
              <a:gd name="connsiteY4" fmla="*/ 771974 h 3580665"/>
              <a:gd name="connsiteX5" fmla="*/ 730746 w 749490"/>
              <a:gd name="connsiteY5" fmla="*/ 510854 h 3580665"/>
              <a:gd name="connsiteX6" fmla="*/ 705177 w 749490"/>
              <a:gd name="connsiteY6" fmla="*/ 0 h 3580665"/>
              <a:gd name="connsiteX0" fmla="*/ 23961 w 749490"/>
              <a:gd name="connsiteY0" fmla="*/ 3580665 h 3580665"/>
              <a:gd name="connsiteX1" fmla="*/ 749490 w 749490"/>
              <a:gd name="connsiteY1" fmla="*/ 2454361 h 3580665"/>
              <a:gd name="connsiteX2" fmla="*/ 748898 w 749490"/>
              <a:gd name="connsiteY2" fmla="*/ 1976837 h 3580665"/>
              <a:gd name="connsiteX3" fmla="*/ 67907 w 749490"/>
              <a:gd name="connsiteY3" fmla="*/ 1835036 h 3580665"/>
              <a:gd name="connsiteX4" fmla="*/ 0 w 749490"/>
              <a:gd name="connsiteY4" fmla="*/ 771974 h 3580665"/>
              <a:gd name="connsiteX5" fmla="*/ 730746 w 749490"/>
              <a:gd name="connsiteY5" fmla="*/ 510854 h 3580665"/>
              <a:gd name="connsiteX6" fmla="*/ 705177 w 749490"/>
              <a:gd name="connsiteY6" fmla="*/ 0 h 3580665"/>
              <a:gd name="connsiteX0" fmla="*/ 23961 w 749490"/>
              <a:gd name="connsiteY0" fmla="*/ 3580665 h 3580665"/>
              <a:gd name="connsiteX1" fmla="*/ 749490 w 749490"/>
              <a:gd name="connsiteY1" fmla="*/ 2454361 h 3580665"/>
              <a:gd name="connsiteX2" fmla="*/ 748898 w 749490"/>
              <a:gd name="connsiteY2" fmla="*/ 1976837 h 3580665"/>
              <a:gd name="connsiteX3" fmla="*/ 12505 w 749490"/>
              <a:gd name="connsiteY3" fmla="*/ 1835036 h 3580665"/>
              <a:gd name="connsiteX4" fmla="*/ 0 w 749490"/>
              <a:gd name="connsiteY4" fmla="*/ 771974 h 3580665"/>
              <a:gd name="connsiteX5" fmla="*/ 730746 w 749490"/>
              <a:gd name="connsiteY5" fmla="*/ 510854 h 3580665"/>
              <a:gd name="connsiteX6" fmla="*/ 705177 w 749490"/>
              <a:gd name="connsiteY6" fmla="*/ 0 h 3580665"/>
              <a:gd name="connsiteX0" fmla="*/ 23961 w 749490"/>
              <a:gd name="connsiteY0" fmla="*/ 3580665 h 3580665"/>
              <a:gd name="connsiteX1" fmla="*/ 749490 w 749490"/>
              <a:gd name="connsiteY1" fmla="*/ 2454361 h 3580665"/>
              <a:gd name="connsiteX2" fmla="*/ 748898 w 749490"/>
              <a:gd name="connsiteY2" fmla="*/ 1976837 h 3580665"/>
              <a:gd name="connsiteX3" fmla="*/ 12505 w 749490"/>
              <a:gd name="connsiteY3" fmla="*/ 1835036 h 3580665"/>
              <a:gd name="connsiteX4" fmla="*/ 0 w 749490"/>
              <a:gd name="connsiteY4" fmla="*/ 771974 h 3580665"/>
              <a:gd name="connsiteX5" fmla="*/ 730746 w 749490"/>
              <a:gd name="connsiteY5" fmla="*/ 510854 h 3580665"/>
              <a:gd name="connsiteX6" fmla="*/ 705177 w 749490"/>
              <a:gd name="connsiteY6" fmla="*/ 0 h 3580665"/>
              <a:gd name="connsiteX0" fmla="*/ 23961 w 749490"/>
              <a:gd name="connsiteY0" fmla="*/ 3580665 h 3580665"/>
              <a:gd name="connsiteX1" fmla="*/ 749490 w 749490"/>
              <a:gd name="connsiteY1" fmla="*/ 2454361 h 3580665"/>
              <a:gd name="connsiteX2" fmla="*/ 748898 w 749490"/>
              <a:gd name="connsiteY2" fmla="*/ 1976837 h 3580665"/>
              <a:gd name="connsiteX3" fmla="*/ 42337 w 749490"/>
              <a:gd name="connsiteY3" fmla="*/ 1835036 h 3580665"/>
              <a:gd name="connsiteX4" fmla="*/ 0 w 749490"/>
              <a:gd name="connsiteY4" fmla="*/ 771974 h 3580665"/>
              <a:gd name="connsiteX5" fmla="*/ 730746 w 749490"/>
              <a:gd name="connsiteY5" fmla="*/ 510854 h 3580665"/>
              <a:gd name="connsiteX6" fmla="*/ 705177 w 749490"/>
              <a:gd name="connsiteY6" fmla="*/ 0 h 3580665"/>
              <a:gd name="connsiteX0" fmla="*/ 49532 w 775061"/>
              <a:gd name="connsiteY0" fmla="*/ 3580665 h 3580665"/>
              <a:gd name="connsiteX1" fmla="*/ 775061 w 775061"/>
              <a:gd name="connsiteY1" fmla="*/ 2454361 h 3580665"/>
              <a:gd name="connsiteX2" fmla="*/ 774469 w 775061"/>
              <a:gd name="connsiteY2" fmla="*/ 1976837 h 3580665"/>
              <a:gd name="connsiteX3" fmla="*/ 67908 w 775061"/>
              <a:gd name="connsiteY3" fmla="*/ 1835036 h 3580665"/>
              <a:gd name="connsiteX4" fmla="*/ 0 w 775061"/>
              <a:gd name="connsiteY4" fmla="*/ 775336 h 3580665"/>
              <a:gd name="connsiteX5" fmla="*/ 756317 w 775061"/>
              <a:gd name="connsiteY5" fmla="*/ 510854 h 3580665"/>
              <a:gd name="connsiteX6" fmla="*/ 730748 w 775061"/>
              <a:gd name="connsiteY6" fmla="*/ 0 h 3580665"/>
              <a:gd name="connsiteX0" fmla="*/ 49532 w 775061"/>
              <a:gd name="connsiteY0" fmla="*/ 3580665 h 3580665"/>
              <a:gd name="connsiteX1" fmla="*/ 775061 w 775061"/>
              <a:gd name="connsiteY1" fmla="*/ 2454361 h 3580665"/>
              <a:gd name="connsiteX2" fmla="*/ 774469 w 775061"/>
              <a:gd name="connsiteY2" fmla="*/ 1976837 h 3580665"/>
              <a:gd name="connsiteX3" fmla="*/ 67908 w 775061"/>
              <a:gd name="connsiteY3" fmla="*/ 1835036 h 3580665"/>
              <a:gd name="connsiteX4" fmla="*/ 0 w 775061"/>
              <a:gd name="connsiteY4" fmla="*/ 775336 h 3580665"/>
              <a:gd name="connsiteX5" fmla="*/ 756317 w 775061"/>
              <a:gd name="connsiteY5" fmla="*/ 510854 h 3580665"/>
              <a:gd name="connsiteX6" fmla="*/ 730748 w 775061"/>
              <a:gd name="connsiteY6" fmla="*/ 0 h 3580665"/>
              <a:gd name="connsiteX0" fmla="*/ 49532 w 775061"/>
              <a:gd name="connsiteY0" fmla="*/ 3580665 h 3580665"/>
              <a:gd name="connsiteX1" fmla="*/ 775061 w 775061"/>
              <a:gd name="connsiteY1" fmla="*/ 2454361 h 3580665"/>
              <a:gd name="connsiteX2" fmla="*/ 774469 w 775061"/>
              <a:gd name="connsiteY2" fmla="*/ 1976837 h 3580665"/>
              <a:gd name="connsiteX3" fmla="*/ 67908 w 775061"/>
              <a:gd name="connsiteY3" fmla="*/ 1835036 h 3580665"/>
              <a:gd name="connsiteX4" fmla="*/ 0 w 775061"/>
              <a:gd name="connsiteY4" fmla="*/ 775336 h 3580665"/>
              <a:gd name="connsiteX5" fmla="*/ 756317 w 775061"/>
              <a:gd name="connsiteY5" fmla="*/ 510854 h 3580665"/>
              <a:gd name="connsiteX6" fmla="*/ 730748 w 775061"/>
              <a:gd name="connsiteY6" fmla="*/ 0 h 3580665"/>
              <a:gd name="connsiteX0" fmla="*/ 49532 w 775061"/>
              <a:gd name="connsiteY0" fmla="*/ 3580665 h 3580665"/>
              <a:gd name="connsiteX1" fmla="*/ 775061 w 775061"/>
              <a:gd name="connsiteY1" fmla="*/ 2454361 h 3580665"/>
              <a:gd name="connsiteX2" fmla="*/ 774469 w 775061"/>
              <a:gd name="connsiteY2" fmla="*/ 1976837 h 3580665"/>
              <a:gd name="connsiteX3" fmla="*/ 38076 w 775061"/>
              <a:gd name="connsiteY3" fmla="*/ 1835036 h 3580665"/>
              <a:gd name="connsiteX4" fmla="*/ 0 w 775061"/>
              <a:gd name="connsiteY4" fmla="*/ 775336 h 3580665"/>
              <a:gd name="connsiteX5" fmla="*/ 756317 w 775061"/>
              <a:gd name="connsiteY5" fmla="*/ 510854 h 3580665"/>
              <a:gd name="connsiteX6" fmla="*/ 730748 w 775061"/>
              <a:gd name="connsiteY6" fmla="*/ 0 h 3580665"/>
              <a:gd name="connsiteX0" fmla="*/ 49532 w 775061"/>
              <a:gd name="connsiteY0" fmla="*/ 3580665 h 3580665"/>
              <a:gd name="connsiteX1" fmla="*/ 775061 w 775061"/>
              <a:gd name="connsiteY1" fmla="*/ 2454361 h 3580665"/>
              <a:gd name="connsiteX2" fmla="*/ 774469 w 775061"/>
              <a:gd name="connsiteY2" fmla="*/ 1976837 h 3580665"/>
              <a:gd name="connsiteX3" fmla="*/ 38076 w 775061"/>
              <a:gd name="connsiteY3" fmla="*/ 1835036 h 3580665"/>
              <a:gd name="connsiteX4" fmla="*/ 0 w 775061"/>
              <a:gd name="connsiteY4" fmla="*/ 775336 h 3580665"/>
              <a:gd name="connsiteX5" fmla="*/ 756317 w 775061"/>
              <a:gd name="connsiteY5" fmla="*/ 510854 h 3580665"/>
              <a:gd name="connsiteX6" fmla="*/ 730748 w 775061"/>
              <a:gd name="connsiteY6" fmla="*/ 0 h 3580665"/>
              <a:gd name="connsiteX0" fmla="*/ 49532 w 872488"/>
              <a:gd name="connsiteY0" fmla="*/ 3580665 h 3580665"/>
              <a:gd name="connsiteX1" fmla="*/ 775061 w 872488"/>
              <a:gd name="connsiteY1" fmla="*/ 2454361 h 3580665"/>
              <a:gd name="connsiteX2" fmla="*/ 872488 w 872488"/>
              <a:gd name="connsiteY2" fmla="*/ 2054161 h 3580665"/>
              <a:gd name="connsiteX3" fmla="*/ 38076 w 872488"/>
              <a:gd name="connsiteY3" fmla="*/ 1835036 h 3580665"/>
              <a:gd name="connsiteX4" fmla="*/ 0 w 872488"/>
              <a:gd name="connsiteY4" fmla="*/ 775336 h 3580665"/>
              <a:gd name="connsiteX5" fmla="*/ 756317 w 872488"/>
              <a:gd name="connsiteY5" fmla="*/ 510854 h 3580665"/>
              <a:gd name="connsiteX6" fmla="*/ 730748 w 872488"/>
              <a:gd name="connsiteY6" fmla="*/ 0 h 3580665"/>
              <a:gd name="connsiteX0" fmla="*/ 49532 w 873080"/>
              <a:gd name="connsiteY0" fmla="*/ 3580665 h 3580665"/>
              <a:gd name="connsiteX1" fmla="*/ 873080 w 873080"/>
              <a:gd name="connsiteY1" fmla="*/ 2414018 h 3580665"/>
              <a:gd name="connsiteX2" fmla="*/ 872488 w 873080"/>
              <a:gd name="connsiteY2" fmla="*/ 2054161 h 3580665"/>
              <a:gd name="connsiteX3" fmla="*/ 38076 w 873080"/>
              <a:gd name="connsiteY3" fmla="*/ 1835036 h 3580665"/>
              <a:gd name="connsiteX4" fmla="*/ 0 w 873080"/>
              <a:gd name="connsiteY4" fmla="*/ 775336 h 3580665"/>
              <a:gd name="connsiteX5" fmla="*/ 756317 w 873080"/>
              <a:gd name="connsiteY5" fmla="*/ 510854 h 3580665"/>
              <a:gd name="connsiteX6" fmla="*/ 730748 w 873080"/>
              <a:gd name="connsiteY6" fmla="*/ 0 h 3580665"/>
              <a:gd name="connsiteX0" fmla="*/ 49532 w 873080"/>
              <a:gd name="connsiteY0" fmla="*/ 3580665 h 3580665"/>
              <a:gd name="connsiteX1" fmla="*/ 873080 w 873080"/>
              <a:gd name="connsiteY1" fmla="*/ 2414018 h 3580665"/>
              <a:gd name="connsiteX2" fmla="*/ 872488 w 873080"/>
              <a:gd name="connsiteY2" fmla="*/ 2054161 h 3580665"/>
              <a:gd name="connsiteX3" fmla="*/ 38076 w 873080"/>
              <a:gd name="connsiteY3" fmla="*/ 1835036 h 3580665"/>
              <a:gd name="connsiteX4" fmla="*/ 0 w 873080"/>
              <a:gd name="connsiteY4" fmla="*/ 775336 h 3580665"/>
              <a:gd name="connsiteX5" fmla="*/ 730748 w 873080"/>
              <a:gd name="connsiteY5" fmla="*/ 0 h 3580665"/>
              <a:gd name="connsiteX0" fmla="*/ 12167 w 835715"/>
              <a:gd name="connsiteY0" fmla="*/ 3580665 h 3580665"/>
              <a:gd name="connsiteX1" fmla="*/ 835715 w 835715"/>
              <a:gd name="connsiteY1" fmla="*/ 2414018 h 3580665"/>
              <a:gd name="connsiteX2" fmla="*/ 835123 w 835715"/>
              <a:gd name="connsiteY2" fmla="*/ 2054161 h 3580665"/>
              <a:gd name="connsiteX3" fmla="*/ 711 w 835715"/>
              <a:gd name="connsiteY3" fmla="*/ 1835036 h 3580665"/>
              <a:gd name="connsiteX4" fmla="*/ 693383 w 835715"/>
              <a:gd name="connsiteY4" fmla="*/ 0 h 3580665"/>
              <a:gd name="connsiteX0" fmla="*/ 0 w 823548"/>
              <a:gd name="connsiteY0" fmla="*/ 3580665 h 3580665"/>
              <a:gd name="connsiteX1" fmla="*/ 823548 w 823548"/>
              <a:gd name="connsiteY1" fmla="*/ 2414018 h 3580665"/>
              <a:gd name="connsiteX2" fmla="*/ 822956 w 823548"/>
              <a:gd name="connsiteY2" fmla="*/ 2054161 h 3580665"/>
              <a:gd name="connsiteX3" fmla="*/ 287809 w 823548"/>
              <a:gd name="connsiteY3" fmla="*/ 1835036 h 3580665"/>
              <a:gd name="connsiteX4" fmla="*/ 681216 w 823548"/>
              <a:gd name="connsiteY4" fmla="*/ 0 h 3580665"/>
              <a:gd name="connsiteX0" fmla="*/ 0 w 823548"/>
              <a:gd name="connsiteY0" fmla="*/ 3569150 h 3569150"/>
              <a:gd name="connsiteX1" fmla="*/ 823548 w 823548"/>
              <a:gd name="connsiteY1" fmla="*/ 2402503 h 3569150"/>
              <a:gd name="connsiteX2" fmla="*/ 822956 w 823548"/>
              <a:gd name="connsiteY2" fmla="*/ 2042646 h 3569150"/>
              <a:gd name="connsiteX3" fmla="*/ 287809 w 823548"/>
              <a:gd name="connsiteY3" fmla="*/ 1823521 h 3569150"/>
              <a:gd name="connsiteX4" fmla="*/ 206772 w 823548"/>
              <a:gd name="connsiteY4" fmla="*/ 0 h 3569150"/>
              <a:gd name="connsiteX0" fmla="*/ 0 w 823548"/>
              <a:gd name="connsiteY0" fmla="*/ 3569150 h 3569150"/>
              <a:gd name="connsiteX1" fmla="*/ 823548 w 823548"/>
              <a:gd name="connsiteY1" fmla="*/ 2402503 h 3569150"/>
              <a:gd name="connsiteX2" fmla="*/ 822956 w 823548"/>
              <a:gd name="connsiteY2" fmla="*/ 2042646 h 3569150"/>
              <a:gd name="connsiteX3" fmla="*/ 287809 w 823548"/>
              <a:gd name="connsiteY3" fmla="*/ 1823521 h 3569150"/>
              <a:gd name="connsiteX4" fmla="*/ 206772 w 823548"/>
              <a:gd name="connsiteY4" fmla="*/ 0 h 3569150"/>
              <a:gd name="connsiteX0" fmla="*/ 0 w 823548"/>
              <a:gd name="connsiteY0" fmla="*/ 3569150 h 3569150"/>
              <a:gd name="connsiteX1" fmla="*/ 823548 w 823548"/>
              <a:gd name="connsiteY1" fmla="*/ 2402503 h 3569150"/>
              <a:gd name="connsiteX2" fmla="*/ 822956 w 823548"/>
              <a:gd name="connsiteY2" fmla="*/ 2042646 h 3569150"/>
              <a:gd name="connsiteX3" fmla="*/ 287809 w 823548"/>
              <a:gd name="connsiteY3" fmla="*/ 1823521 h 3569150"/>
              <a:gd name="connsiteX4" fmla="*/ 126482 w 823548"/>
              <a:gd name="connsiteY4" fmla="*/ 0 h 3569150"/>
              <a:gd name="connsiteX0" fmla="*/ 0 w 823548"/>
              <a:gd name="connsiteY0" fmla="*/ 3569150 h 3569150"/>
              <a:gd name="connsiteX1" fmla="*/ 823548 w 823548"/>
              <a:gd name="connsiteY1" fmla="*/ 2402503 h 3569150"/>
              <a:gd name="connsiteX2" fmla="*/ 822956 w 823548"/>
              <a:gd name="connsiteY2" fmla="*/ 2042646 h 3569150"/>
              <a:gd name="connsiteX3" fmla="*/ 229416 w 823548"/>
              <a:gd name="connsiteY3" fmla="*/ 1817763 h 3569150"/>
              <a:gd name="connsiteX4" fmla="*/ 126482 w 823548"/>
              <a:gd name="connsiteY4" fmla="*/ 0 h 3569150"/>
              <a:gd name="connsiteX0" fmla="*/ 0 w 823548"/>
              <a:gd name="connsiteY0" fmla="*/ 3569150 h 3569150"/>
              <a:gd name="connsiteX1" fmla="*/ 823548 w 823548"/>
              <a:gd name="connsiteY1" fmla="*/ 2402503 h 3569150"/>
              <a:gd name="connsiteX2" fmla="*/ 822956 w 823548"/>
              <a:gd name="connsiteY2" fmla="*/ 2042646 h 3569150"/>
              <a:gd name="connsiteX3" fmla="*/ 178322 w 823548"/>
              <a:gd name="connsiteY3" fmla="*/ 1806247 h 3569150"/>
              <a:gd name="connsiteX4" fmla="*/ 126482 w 823548"/>
              <a:gd name="connsiteY4" fmla="*/ 0 h 3569150"/>
              <a:gd name="connsiteX0" fmla="*/ 0 w 823548"/>
              <a:gd name="connsiteY0" fmla="*/ 3569150 h 3569150"/>
              <a:gd name="connsiteX1" fmla="*/ 823548 w 823548"/>
              <a:gd name="connsiteY1" fmla="*/ 2402503 h 3569150"/>
              <a:gd name="connsiteX2" fmla="*/ 822956 w 823548"/>
              <a:gd name="connsiteY2" fmla="*/ 2042646 h 3569150"/>
              <a:gd name="connsiteX3" fmla="*/ 149125 w 823548"/>
              <a:gd name="connsiteY3" fmla="*/ 1806247 h 3569150"/>
              <a:gd name="connsiteX4" fmla="*/ 126482 w 823548"/>
              <a:gd name="connsiteY4" fmla="*/ 0 h 3569150"/>
              <a:gd name="connsiteX0" fmla="*/ 0 w 823548"/>
              <a:gd name="connsiteY0" fmla="*/ 3569150 h 3569150"/>
              <a:gd name="connsiteX1" fmla="*/ 823548 w 823548"/>
              <a:gd name="connsiteY1" fmla="*/ 2402503 h 3569150"/>
              <a:gd name="connsiteX2" fmla="*/ 822956 w 823548"/>
              <a:gd name="connsiteY2" fmla="*/ 2042646 h 3569150"/>
              <a:gd name="connsiteX3" fmla="*/ 149125 w 823548"/>
              <a:gd name="connsiteY3" fmla="*/ 1829278 h 3569150"/>
              <a:gd name="connsiteX4" fmla="*/ 126482 w 823548"/>
              <a:gd name="connsiteY4" fmla="*/ 0 h 3569150"/>
              <a:gd name="connsiteX0" fmla="*/ 0 w 823548"/>
              <a:gd name="connsiteY0" fmla="*/ 3569150 h 3569150"/>
              <a:gd name="connsiteX1" fmla="*/ 823548 w 823548"/>
              <a:gd name="connsiteY1" fmla="*/ 2402503 h 3569150"/>
              <a:gd name="connsiteX2" fmla="*/ 822956 w 823548"/>
              <a:gd name="connsiteY2" fmla="*/ 2042646 h 3569150"/>
              <a:gd name="connsiteX3" fmla="*/ 149125 w 823548"/>
              <a:gd name="connsiteY3" fmla="*/ 1829278 h 3569150"/>
              <a:gd name="connsiteX4" fmla="*/ 126482 w 823548"/>
              <a:gd name="connsiteY4" fmla="*/ 0 h 3569150"/>
              <a:gd name="connsiteX0" fmla="*/ 0 w 823548"/>
              <a:gd name="connsiteY0" fmla="*/ 3574908 h 3574908"/>
              <a:gd name="connsiteX1" fmla="*/ 823548 w 823548"/>
              <a:gd name="connsiteY1" fmla="*/ 2408261 h 3574908"/>
              <a:gd name="connsiteX2" fmla="*/ 822956 w 823548"/>
              <a:gd name="connsiteY2" fmla="*/ 2048404 h 3574908"/>
              <a:gd name="connsiteX3" fmla="*/ 149125 w 823548"/>
              <a:gd name="connsiteY3" fmla="*/ 1835036 h 3574908"/>
              <a:gd name="connsiteX4" fmla="*/ 68088 w 823548"/>
              <a:gd name="connsiteY4" fmla="*/ 0 h 3574908"/>
              <a:gd name="connsiteX0" fmla="*/ 0 w 823548"/>
              <a:gd name="connsiteY0" fmla="*/ 3574908 h 3574908"/>
              <a:gd name="connsiteX1" fmla="*/ 823548 w 823548"/>
              <a:gd name="connsiteY1" fmla="*/ 2408261 h 3574908"/>
              <a:gd name="connsiteX2" fmla="*/ 822956 w 823548"/>
              <a:gd name="connsiteY2" fmla="*/ 2048404 h 3574908"/>
              <a:gd name="connsiteX3" fmla="*/ 134526 w 823548"/>
              <a:gd name="connsiteY3" fmla="*/ 1858067 h 3574908"/>
              <a:gd name="connsiteX4" fmla="*/ 68088 w 823548"/>
              <a:gd name="connsiteY4" fmla="*/ 0 h 3574908"/>
              <a:gd name="connsiteX0" fmla="*/ 0 w 823548"/>
              <a:gd name="connsiteY0" fmla="*/ 3580665 h 3580665"/>
              <a:gd name="connsiteX1" fmla="*/ 823548 w 823548"/>
              <a:gd name="connsiteY1" fmla="*/ 2414018 h 3580665"/>
              <a:gd name="connsiteX2" fmla="*/ 822956 w 823548"/>
              <a:gd name="connsiteY2" fmla="*/ 2054161 h 3580665"/>
              <a:gd name="connsiteX3" fmla="*/ 134526 w 823548"/>
              <a:gd name="connsiteY3" fmla="*/ 1863824 h 3580665"/>
              <a:gd name="connsiteX4" fmla="*/ 104584 w 823548"/>
              <a:gd name="connsiteY4" fmla="*/ 0 h 3580665"/>
              <a:gd name="connsiteX0" fmla="*/ 29101 w 718964"/>
              <a:gd name="connsiteY0" fmla="*/ 3359195 h 3359195"/>
              <a:gd name="connsiteX1" fmla="*/ 718964 w 718964"/>
              <a:gd name="connsiteY1" fmla="*/ 2414018 h 3359195"/>
              <a:gd name="connsiteX2" fmla="*/ 718372 w 718964"/>
              <a:gd name="connsiteY2" fmla="*/ 2054161 h 3359195"/>
              <a:gd name="connsiteX3" fmla="*/ 29942 w 718964"/>
              <a:gd name="connsiteY3" fmla="*/ 1863824 h 3359195"/>
              <a:gd name="connsiteX4" fmla="*/ 0 w 718964"/>
              <a:gd name="connsiteY4" fmla="*/ 0 h 3359195"/>
              <a:gd name="connsiteX0" fmla="*/ 15733 w 705596"/>
              <a:gd name="connsiteY0" fmla="*/ 2968987 h 2968987"/>
              <a:gd name="connsiteX1" fmla="*/ 705596 w 705596"/>
              <a:gd name="connsiteY1" fmla="*/ 2023810 h 2968987"/>
              <a:gd name="connsiteX2" fmla="*/ 705004 w 705596"/>
              <a:gd name="connsiteY2" fmla="*/ 1663953 h 2968987"/>
              <a:gd name="connsiteX3" fmla="*/ 16574 w 705596"/>
              <a:gd name="connsiteY3" fmla="*/ 1473616 h 2968987"/>
              <a:gd name="connsiteX4" fmla="*/ 0 w 705596"/>
              <a:gd name="connsiteY4" fmla="*/ 0 h 2968987"/>
              <a:gd name="connsiteX0" fmla="*/ 21024 w 710887"/>
              <a:gd name="connsiteY0" fmla="*/ 3027431 h 3027431"/>
              <a:gd name="connsiteX1" fmla="*/ 710887 w 710887"/>
              <a:gd name="connsiteY1" fmla="*/ 2082254 h 3027431"/>
              <a:gd name="connsiteX2" fmla="*/ 710295 w 710887"/>
              <a:gd name="connsiteY2" fmla="*/ 1722397 h 3027431"/>
              <a:gd name="connsiteX3" fmla="*/ 21865 w 710887"/>
              <a:gd name="connsiteY3" fmla="*/ 1532060 h 3027431"/>
              <a:gd name="connsiteX4" fmla="*/ 0 w 710887"/>
              <a:gd name="connsiteY4" fmla="*/ 0 h 3027431"/>
              <a:gd name="connsiteX0" fmla="*/ 34392 w 710887"/>
              <a:gd name="connsiteY0" fmla="*/ 2943061 h 2943061"/>
              <a:gd name="connsiteX1" fmla="*/ 710887 w 710887"/>
              <a:gd name="connsiteY1" fmla="*/ 2082254 h 2943061"/>
              <a:gd name="connsiteX2" fmla="*/ 710295 w 710887"/>
              <a:gd name="connsiteY2" fmla="*/ 1722397 h 2943061"/>
              <a:gd name="connsiteX3" fmla="*/ 21865 w 710887"/>
              <a:gd name="connsiteY3" fmla="*/ 1532060 h 2943061"/>
              <a:gd name="connsiteX4" fmla="*/ 0 w 710887"/>
              <a:gd name="connsiteY4" fmla="*/ 0 h 2943061"/>
              <a:gd name="connsiteX0" fmla="*/ 34392 w 710887"/>
              <a:gd name="connsiteY0" fmla="*/ 2943061 h 2943061"/>
              <a:gd name="connsiteX1" fmla="*/ 710887 w 710887"/>
              <a:gd name="connsiteY1" fmla="*/ 2082254 h 2943061"/>
              <a:gd name="connsiteX2" fmla="*/ 710295 w 710887"/>
              <a:gd name="connsiteY2" fmla="*/ 1722397 h 2943061"/>
              <a:gd name="connsiteX3" fmla="*/ 21865 w 710887"/>
              <a:gd name="connsiteY3" fmla="*/ 1532060 h 2943061"/>
              <a:gd name="connsiteX4" fmla="*/ 0 w 710887"/>
              <a:gd name="connsiteY4" fmla="*/ 0 h 29430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0887" h="2943061">
                <a:moveTo>
                  <a:pt x="34392" y="2943061"/>
                </a:moveTo>
                <a:cubicBezTo>
                  <a:pt x="643118" y="2216702"/>
                  <a:pt x="436371" y="2471136"/>
                  <a:pt x="710887" y="2082254"/>
                </a:cubicBezTo>
                <a:cubicBezTo>
                  <a:pt x="710690" y="1923079"/>
                  <a:pt x="710492" y="1881572"/>
                  <a:pt x="710295" y="1722397"/>
                </a:cubicBezTo>
                <a:cubicBezTo>
                  <a:pt x="566067" y="1680698"/>
                  <a:pt x="166093" y="1573759"/>
                  <a:pt x="21865" y="1532060"/>
                </a:cubicBezTo>
                <a:cubicBezTo>
                  <a:pt x="5542" y="849989"/>
                  <a:pt x="1676" y="727768"/>
                  <a:pt x="0" y="0"/>
                </a:cubicBezTo>
              </a:path>
            </a:pathLst>
          </a:custGeom>
          <a:ln w="12700">
            <a:solidFill>
              <a:schemeClr val="tx1"/>
            </a:solidFill>
            <a:tailEnd type="triangle"/>
          </a:ln>
        </p:spPr>
        <p:txBody>
          <a:bodyPr vert="horz" wrap="non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a:ln>
                <a:noFill/>
              </a:ln>
              <a:solidFill>
                <a:schemeClr val="tx1"/>
              </a:solidFill>
              <a:effectLst/>
              <a:latin typeface="Arial" charset="0"/>
            </a:endParaRPr>
          </a:p>
        </p:txBody>
      </p:sp>
      <p:grpSp>
        <p:nvGrpSpPr>
          <p:cNvPr id="225" name="Group 224"/>
          <p:cNvGrpSpPr/>
          <p:nvPr/>
        </p:nvGrpSpPr>
        <p:grpSpPr>
          <a:xfrm>
            <a:off x="1672399" y="4825035"/>
            <a:ext cx="313044" cy="369332"/>
            <a:chOff x="418816" y="1964112"/>
            <a:chExt cx="313044" cy="369332"/>
          </a:xfrm>
        </p:grpSpPr>
        <p:sp>
          <p:nvSpPr>
            <p:cNvPr id="226" name="Oval 225"/>
            <p:cNvSpPr/>
            <p:nvPr/>
          </p:nvSpPr>
          <p:spPr>
            <a:xfrm>
              <a:off x="448041" y="2026177"/>
              <a:ext cx="251755" cy="263122"/>
            </a:xfrm>
            <a:prstGeom prst="ellipse">
              <a:avLst/>
            </a:prstGeom>
            <a:solidFill>
              <a:schemeClr val="bg1"/>
            </a:solidFill>
            <a:ln w="12700">
              <a:solidFill>
                <a:schemeClr val="tx1"/>
              </a:solidFill>
            </a:ln>
          </p:spPr>
          <p:txBody>
            <a:bodyPr vert="horz" wrap="non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a:ln>
                  <a:noFill/>
                </a:ln>
                <a:solidFill>
                  <a:schemeClr val="tx1"/>
                </a:solidFill>
                <a:effectLst/>
                <a:latin typeface="Arial"/>
                <a:cs typeface="Arial"/>
              </a:endParaRPr>
            </a:p>
          </p:txBody>
        </p:sp>
        <p:sp>
          <p:nvSpPr>
            <p:cNvPr id="227" name="TextBox 226"/>
            <p:cNvSpPr txBox="1"/>
            <p:nvPr/>
          </p:nvSpPr>
          <p:spPr>
            <a:xfrm>
              <a:off x="418816" y="1964112"/>
              <a:ext cx="313044" cy="369332"/>
            </a:xfrm>
            <a:prstGeom prst="rect">
              <a:avLst/>
            </a:prstGeom>
            <a:noFill/>
          </p:spPr>
          <p:txBody>
            <a:bodyPr wrap="none" rtlCol="0">
              <a:spAutoFit/>
            </a:bodyPr>
            <a:lstStyle/>
            <a:p>
              <a:r>
                <a:rPr lang="en-US" dirty="0">
                  <a:latin typeface="Arial"/>
                  <a:cs typeface="Arial"/>
                </a:rPr>
                <a:t>1</a:t>
              </a:r>
            </a:p>
          </p:txBody>
        </p:sp>
      </p:grpSp>
      <p:grpSp>
        <p:nvGrpSpPr>
          <p:cNvPr id="228" name="Group 227"/>
          <p:cNvGrpSpPr/>
          <p:nvPr/>
        </p:nvGrpSpPr>
        <p:grpSpPr>
          <a:xfrm>
            <a:off x="1765227" y="3717809"/>
            <a:ext cx="313044" cy="369332"/>
            <a:chOff x="418816" y="1964112"/>
            <a:chExt cx="313044" cy="369332"/>
          </a:xfrm>
        </p:grpSpPr>
        <p:sp>
          <p:nvSpPr>
            <p:cNvPr id="229" name="Oval 228"/>
            <p:cNvSpPr/>
            <p:nvPr/>
          </p:nvSpPr>
          <p:spPr>
            <a:xfrm>
              <a:off x="448041" y="2026177"/>
              <a:ext cx="251755" cy="263122"/>
            </a:xfrm>
            <a:prstGeom prst="ellipse">
              <a:avLst/>
            </a:prstGeom>
            <a:solidFill>
              <a:schemeClr val="bg1"/>
            </a:solidFill>
            <a:ln w="12700">
              <a:solidFill>
                <a:schemeClr val="tx1"/>
              </a:solidFill>
            </a:ln>
          </p:spPr>
          <p:txBody>
            <a:bodyPr vert="horz" wrap="non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a:ln>
                  <a:noFill/>
                </a:ln>
                <a:solidFill>
                  <a:schemeClr val="tx1"/>
                </a:solidFill>
                <a:effectLst/>
                <a:latin typeface="Arial"/>
                <a:cs typeface="Arial"/>
              </a:endParaRPr>
            </a:p>
          </p:txBody>
        </p:sp>
        <p:sp>
          <p:nvSpPr>
            <p:cNvPr id="230" name="TextBox 229"/>
            <p:cNvSpPr txBox="1"/>
            <p:nvPr/>
          </p:nvSpPr>
          <p:spPr>
            <a:xfrm>
              <a:off x="418816" y="1964112"/>
              <a:ext cx="313044" cy="369332"/>
            </a:xfrm>
            <a:prstGeom prst="rect">
              <a:avLst/>
            </a:prstGeom>
            <a:noFill/>
          </p:spPr>
          <p:txBody>
            <a:bodyPr wrap="none" rtlCol="0">
              <a:spAutoFit/>
            </a:bodyPr>
            <a:lstStyle/>
            <a:p>
              <a:r>
                <a:rPr lang="en-US" dirty="0">
                  <a:latin typeface="Arial"/>
                  <a:cs typeface="Arial"/>
                </a:rPr>
                <a:t>2</a:t>
              </a:r>
            </a:p>
          </p:txBody>
        </p:sp>
      </p:grpSp>
      <p:grpSp>
        <p:nvGrpSpPr>
          <p:cNvPr id="231" name="Group 230"/>
          <p:cNvGrpSpPr/>
          <p:nvPr/>
        </p:nvGrpSpPr>
        <p:grpSpPr>
          <a:xfrm>
            <a:off x="1285507" y="2532088"/>
            <a:ext cx="313044" cy="369332"/>
            <a:chOff x="418816" y="1964112"/>
            <a:chExt cx="313044" cy="369332"/>
          </a:xfrm>
        </p:grpSpPr>
        <p:sp>
          <p:nvSpPr>
            <p:cNvPr id="232" name="Oval 231"/>
            <p:cNvSpPr/>
            <p:nvPr/>
          </p:nvSpPr>
          <p:spPr>
            <a:xfrm>
              <a:off x="448041" y="2026177"/>
              <a:ext cx="251755" cy="263122"/>
            </a:xfrm>
            <a:prstGeom prst="ellipse">
              <a:avLst/>
            </a:prstGeom>
            <a:solidFill>
              <a:schemeClr val="bg1"/>
            </a:solidFill>
            <a:ln w="12700">
              <a:solidFill>
                <a:schemeClr val="tx1"/>
              </a:solidFill>
            </a:ln>
          </p:spPr>
          <p:txBody>
            <a:bodyPr vert="horz" wrap="non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a:ln>
                  <a:noFill/>
                </a:ln>
                <a:solidFill>
                  <a:schemeClr val="tx1"/>
                </a:solidFill>
                <a:effectLst/>
                <a:latin typeface="Arial"/>
                <a:cs typeface="Arial"/>
              </a:endParaRPr>
            </a:p>
          </p:txBody>
        </p:sp>
        <p:sp>
          <p:nvSpPr>
            <p:cNvPr id="233" name="TextBox 232"/>
            <p:cNvSpPr txBox="1"/>
            <p:nvPr/>
          </p:nvSpPr>
          <p:spPr>
            <a:xfrm>
              <a:off x="418816" y="1964112"/>
              <a:ext cx="313044" cy="369332"/>
            </a:xfrm>
            <a:prstGeom prst="rect">
              <a:avLst/>
            </a:prstGeom>
            <a:noFill/>
          </p:spPr>
          <p:txBody>
            <a:bodyPr wrap="none" rtlCol="0">
              <a:spAutoFit/>
            </a:bodyPr>
            <a:lstStyle/>
            <a:p>
              <a:r>
                <a:rPr lang="en-US" dirty="0">
                  <a:latin typeface="Arial"/>
                  <a:cs typeface="Arial"/>
                </a:rPr>
                <a:t>3</a:t>
              </a:r>
            </a:p>
          </p:txBody>
        </p:sp>
      </p:grpSp>
      <p:cxnSp>
        <p:nvCxnSpPr>
          <p:cNvPr id="4" name="Straight Arrow Connector 3"/>
          <p:cNvCxnSpPr/>
          <p:nvPr/>
        </p:nvCxnSpPr>
        <p:spPr bwMode="auto">
          <a:xfrm>
            <a:off x="1635543" y="1382172"/>
            <a:ext cx="36856" cy="1995939"/>
          </a:xfrm>
          <a:prstGeom prst="straightConnector1">
            <a:avLst/>
          </a:prstGeom>
          <a:solidFill>
            <a:schemeClr val="accent1"/>
          </a:solidFill>
          <a:ln w="12700" cap="flat" cmpd="sng" algn="ctr">
            <a:solidFill>
              <a:schemeClr val="tx1"/>
            </a:solidFill>
            <a:prstDash val="solid"/>
            <a:round/>
            <a:headEnd type="triangle"/>
            <a:tailEnd type="triangle"/>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grpSp>
        <p:nvGrpSpPr>
          <p:cNvPr id="235" name="Group 234"/>
          <p:cNvGrpSpPr/>
          <p:nvPr/>
        </p:nvGrpSpPr>
        <p:grpSpPr>
          <a:xfrm>
            <a:off x="1506590" y="1883932"/>
            <a:ext cx="313044" cy="369332"/>
            <a:chOff x="418816" y="1964112"/>
            <a:chExt cx="313044" cy="369332"/>
          </a:xfrm>
        </p:grpSpPr>
        <p:sp>
          <p:nvSpPr>
            <p:cNvPr id="236" name="Oval 235"/>
            <p:cNvSpPr/>
            <p:nvPr/>
          </p:nvSpPr>
          <p:spPr>
            <a:xfrm>
              <a:off x="448041" y="2026177"/>
              <a:ext cx="251755" cy="263122"/>
            </a:xfrm>
            <a:prstGeom prst="ellipse">
              <a:avLst/>
            </a:prstGeom>
            <a:solidFill>
              <a:schemeClr val="bg1"/>
            </a:solidFill>
            <a:ln w="12700">
              <a:solidFill>
                <a:schemeClr val="tx1"/>
              </a:solidFill>
            </a:ln>
          </p:spPr>
          <p:txBody>
            <a:bodyPr vert="horz" wrap="non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a:ln>
                  <a:noFill/>
                </a:ln>
                <a:solidFill>
                  <a:schemeClr val="tx1"/>
                </a:solidFill>
                <a:effectLst/>
                <a:latin typeface="Arial"/>
                <a:cs typeface="Arial"/>
              </a:endParaRPr>
            </a:p>
          </p:txBody>
        </p:sp>
        <p:sp>
          <p:nvSpPr>
            <p:cNvPr id="237" name="TextBox 236"/>
            <p:cNvSpPr txBox="1"/>
            <p:nvPr/>
          </p:nvSpPr>
          <p:spPr>
            <a:xfrm>
              <a:off x="418816" y="1964112"/>
              <a:ext cx="313044" cy="369332"/>
            </a:xfrm>
            <a:prstGeom prst="rect">
              <a:avLst/>
            </a:prstGeom>
            <a:noFill/>
          </p:spPr>
          <p:txBody>
            <a:bodyPr wrap="none" rtlCol="0">
              <a:spAutoFit/>
            </a:bodyPr>
            <a:lstStyle/>
            <a:p>
              <a:r>
                <a:rPr lang="en-US" dirty="0">
                  <a:latin typeface="Arial"/>
                  <a:cs typeface="Arial"/>
                </a:rPr>
                <a:t>4</a:t>
              </a:r>
            </a:p>
          </p:txBody>
        </p:sp>
      </p:grpSp>
      <p:sp>
        <p:nvSpPr>
          <p:cNvPr id="238" name="Freeform 237"/>
          <p:cNvSpPr/>
          <p:nvPr/>
        </p:nvSpPr>
        <p:spPr>
          <a:xfrm>
            <a:off x="2295799" y="1680415"/>
            <a:ext cx="1029459" cy="3309980"/>
          </a:xfrm>
          <a:custGeom>
            <a:avLst/>
            <a:gdLst>
              <a:gd name="connsiteX0" fmla="*/ 3902322 w 3902322"/>
              <a:gd name="connsiteY0" fmla="*/ 0 h 449814"/>
              <a:gd name="connsiteX1" fmla="*/ 3452563 w 3902322"/>
              <a:gd name="connsiteY1" fmla="*/ 449814 h 449814"/>
              <a:gd name="connsiteX2" fmla="*/ 343934 w 3902322"/>
              <a:gd name="connsiteY2" fmla="*/ 423354 h 449814"/>
              <a:gd name="connsiteX3" fmla="*/ 0 w 3902322"/>
              <a:gd name="connsiteY3" fmla="*/ 39690 h 449814"/>
              <a:gd name="connsiteX0" fmla="*/ 3902322 w 3902322"/>
              <a:gd name="connsiteY0" fmla="*/ 0 h 423354"/>
              <a:gd name="connsiteX1" fmla="*/ 3565324 w 3902322"/>
              <a:gd name="connsiteY1" fmla="*/ 402338 h 423354"/>
              <a:gd name="connsiteX2" fmla="*/ 343934 w 3902322"/>
              <a:gd name="connsiteY2" fmla="*/ 423354 h 423354"/>
              <a:gd name="connsiteX3" fmla="*/ 0 w 3902322"/>
              <a:gd name="connsiteY3" fmla="*/ 39690 h 423354"/>
              <a:gd name="connsiteX0" fmla="*/ 3902322 w 3902322"/>
              <a:gd name="connsiteY0" fmla="*/ 0 h 423354"/>
              <a:gd name="connsiteX1" fmla="*/ 3600933 w 3902322"/>
              <a:gd name="connsiteY1" fmla="*/ 384535 h 423354"/>
              <a:gd name="connsiteX2" fmla="*/ 343934 w 3902322"/>
              <a:gd name="connsiteY2" fmla="*/ 423354 h 423354"/>
              <a:gd name="connsiteX3" fmla="*/ 0 w 3902322"/>
              <a:gd name="connsiteY3" fmla="*/ 39690 h 423354"/>
              <a:gd name="connsiteX0" fmla="*/ 3943865 w 3943865"/>
              <a:gd name="connsiteY0" fmla="*/ 1851 h 383664"/>
              <a:gd name="connsiteX1" fmla="*/ 3600933 w 3943865"/>
              <a:gd name="connsiteY1" fmla="*/ 344845 h 383664"/>
              <a:gd name="connsiteX2" fmla="*/ 343934 w 3943865"/>
              <a:gd name="connsiteY2" fmla="*/ 383664 h 383664"/>
              <a:gd name="connsiteX3" fmla="*/ 0 w 3943865"/>
              <a:gd name="connsiteY3" fmla="*/ 0 h 383664"/>
              <a:gd name="connsiteX0" fmla="*/ 4015082 w 4015082"/>
              <a:gd name="connsiteY0" fmla="*/ 29941 h 383664"/>
              <a:gd name="connsiteX1" fmla="*/ 3600933 w 4015082"/>
              <a:gd name="connsiteY1" fmla="*/ 344845 h 383664"/>
              <a:gd name="connsiteX2" fmla="*/ 343934 w 4015082"/>
              <a:gd name="connsiteY2" fmla="*/ 383664 h 383664"/>
              <a:gd name="connsiteX3" fmla="*/ 0 w 4015082"/>
              <a:gd name="connsiteY3" fmla="*/ 0 h 383664"/>
              <a:gd name="connsiteX0" fmla="*/ 4187190 w 4187190"/>
              <a:gd name="connsiteY0" fmla="*/ 15896 h 369619"/>
              <a:gd name="connsiteX1" fmla="*/ 3773041 w 4187190"/>
              <a:gd name="connsiteY1" fmla="*/ 330800 h 369619"/>
              <a:gd name="connsiteX2" fmla="*/ 516042 w 4187190"/>
              <a:gd name="connsiteY2" fmla="*/ 369619 h 369619"/>
              <a:gd name="connsiteX3" fmla="*/ 0 w 4187190"/>
              <a:gd name="connsiteY3" fmla="*/ 0 h 369619"/>
              <a:gd name="connsiteX0" fmla="*/ 4187190 w 4187190"/>
              <a:gd name="connsiteY0" fmla="*/ 15896 h 369619"/>
              <a:gd name="connsiteX1" fmla="*/ 3749302 w 4187190"/>
              <a:gd name="connsiteY1" fmla="*/ 349527 h 369619"/>
              <a:gd name="connsiteX2" fmla="*/ 516042 w 4187190"/>
              <a:gd name="connsiteY2" fmla="*/ 369619 h 369619"/>
              <a:gd name="connsiteX3" fmla="*/ 0 w 4187190"/>
              <a:gd name="connsiteY3" fmla="*/ 0 h 369619"/>
              <a:gd name="connsiteX0" fmla="*/ 0 w 6265284"/>
              <a:gd name="connsiteY0" fmla="*/ 0 h 1092877"/>
              <a:gd name="connsiteX1" fmla="*/ 6265284 w 6265284"/>
              <a:gd name="connsiteY1" fmla="*/ 1072785 h 1092877"/>
              <a:gd name="connsiteX2" fmla="*/ 3032024 w 6265284"/>
              <a:gd name="connsiteY2" fmla="*/ 1092877 h 1092877"/>
              <a:gd name="connsiteX3" fmla="*/ 2515982 w 6265284"/>
              <a:gd name="connsiteY3" fmla="*/ 723258 h 1092877"/>
              <a:gd name="connsiteX0" fmla="*/ 0 w 3032024"/>
              <a:gd name="connsiteY0" fmla="*/ 1193950 h 2286827"/>
              <a:gd name="connsiteX1" fmla="*/ 1581391 w 3032024"/>
              <a:gd name="connsiteY1" fmla="*/ 0 h 2286827"/>
              <a:gd name="connsiteX2" fmla="*/ 3032024 w 3032024"/>
              <a:gd name="connsiteY2" fmla="*/ 2286827 h 2286827"/>
              <a:gd name="connsiteX3" fmla="*/ 2515982 w 3032024"/>
              <a:gd name="connsiteY3" fmla="*/ 1917208 h 2286827"/>
              <a:gd name="connsiteX0" fmla="*/ 0 w 2515982"/>
              <a:gd name="connsiteY0" fmla="*/ 1896586 h 2619844"/>
              <a:gd name="connsiteX1" fmla="*/ 1581391 w 2515982"/>
              <a:gd name="connsiteY1" fmla="*/ 702636 h 2619844"/>
              <a:gd name="connsiteX2" fmla="*/ 1241736 w 2515982"/>
              <a:gd name="connsiteY2" fmla="*/ 0 h 2619844"/>
              <a:gd name="connsiteX3" fmla="*/ 2515982 w 2515982"/>
              <a:gd name="connsiteY3" fmla="*/ 2619844 h 2619844"/>
              <a:gd name="connsiteX0" fmla="*/ 0 w 1581391"/>
              <a:gd name="connsiteY0" fmla="*/ 2890379 h 2890379"/>
              <a:gd name="connsiteX1" fmla="*/ 1581391 w 1581391"/>
              <a:gd name="connsiteY1" fmla="*/ 1696429 h 2890379"/>
              <a:gd name="connsiteX2" fmla="*/ 1241736 w 1581391"/>
              <a:gd name="connsiteY2" fmla="*/ 993793 h 2890379"/>
              <a:gd name="connsiteX3" fmla="*/ 1579203 w 1581391"/>
              <a:gd name="connsiteY3" fmla="*/ 0 h 2890379"/>
              <a:gd name="connsiteX0" fmla="*/ 0 w 1581391"/>
              <a:gd name="connsiteY0" fmla="*/ 2973211 h 2973211"/>
              <a:gd name="connsiteX1" fmla="*/ 1581391 w 1581391"/>
              <a:gd name="connsiteY1" fmla="*/ 1779261 h 2973211"/>
              <a:gd name="connsiteX2" fmla="*/ 1241736 w 1581391"/>
              <a:gd name="connsiteY2" fmla="*/ 1076625 h 2973211"/>
              <a:gd name="connsiteX3" fmla="*/ 1229193 w 1581391"/>
              <a:gd name="connsiteY3" fmla="*/ 0 h 2973211"/>
              <a:gd name="connsiteX0" fmla="*/ 0 w 1581391"/>
              <a:gd name="connsiteY0" fmla="*/ 3276927 h 3276927"/>
              <a:gd name="connsiteX1" fmla="*/ 1581391 w 1581391"/>
              <a:gd name="connsiteY1" fmla="*/ 2082977 h 3276927"/>
              <a:gd name="connsiteX2" fmla="*/ 1241736 w 1581391"/>
              <a:gd name="connsiteY2" fmla="*/ 1380341 h 3276927"/>
              <a:gd name="connsiteX3" fmla="*/ 1249193 w 1581391"/>
              <a:gd name="connsiteY3" fmla="*/ 0 h 3276927"/>
              <a:gd name="connsiteX0" fmla="*/ 0 w 1581391"/>
              <a:gd name="connsiteY0" fmla="*/ 2973211 h 2973211"/>
              <a:gd name="connsiteX1" fmla="*/ 1581391 w 1581391"/>
              <a:gd name="connsiteY1" fmla="*/ 1779261 h 2973211"/>
              <a:gd name="connsiteX2" fmla="*/ 1241736 w 1581391"/>
              <a:gd name="connsiteY2" fmla="*/ 1076625 h 2973211"/>
              <a:gd name="connsiteX3" fmla="*/ 1234193 w 1581391"/>
              <a:gd name="connsiteY3" fmla="*/ 0 h 2973211"/>
              <a:gd name="connsiteX0" fmla="*/ 0 w 1581391"/>
              <a:gd name="connsiteY0" fmla="*/ 3008710 h 3008710"/>
              <a:gd name="connsiteX1" fmla="*/ 1581391 w 1581391"/>
              <a:gd name="connsiteY1" fmla="*/ 1814760 h 3008710"/>
              <a:gd name="connsiteX2" fmla="*/ 1241736 w 1581391"/>
              <a:gd name="connsiteY2" fmla="*/ 1112124 h 3008710"/>
              <a:gd name="connsiteX3" fmla="*/ 1239193 w 1581391"/>
              <a:gd name="connsiteY3" fmla="*/ 0 h 3008710"/>
              <a:gd name="connsiteX0" fmla="*/ 0 w 1581391"/>
              <a:gd name="connsiteY0" fmla="*/ 3008710 h 3008710"/>
              <a:gd name="connsiteX1" fmla="*/ 1581391 w 1581391"/>
              <a:gd name="connsiteY1" fmla="*/ 1814760 h 3008710"/>
              <a:gd name="connsiteX2" fmla="*/ 1320792 w 1581391"/>
              <a:gd name="connsiteY2" fmla="*/ 1270181 h 3008710"/>
              <a:gd name="connsiteX3" fmla="*/ 1241736 w 1581391"/>
              <a:gd name="connsiteY3" fmla="*/ 1112124 h 3008710"/>
              <a:gd name="connsiteX4" fmla="*/ 1239193 w 1581391"/>
              <a:gd name="connsiteY4" fmla="*/ 0 h 3008710"/>
              <a:gd name="connsiteX0" fmla="*/ 0 w 1581391"/>
              <a:gd name="connsiteY0" fmla="*/ 3008710 h 3008710"/>
              <a:gd name="connsiteX1" fmla="*/ 1581391 w 1581391"/>
              <a:gd name="connsiteY1" fmla="*/ 1814760 h 3008710"/>
              <a:gd name="connsiteX2" fmla="*/ 1565798 w 1581391"/>
              <a:gd name="connsiteY2" fmla="*/ 1270181 h 3008710"/>
              <a:gd name="connsiteX3" fmla="*/ 1241736 w 1581391"/>
              <a:gd name="connsiteY3" fmla="*/ 1112124 h 3008710"/>
              <a:gd name="connsiteX4" fmla="*/ 1239193 w 1581391"/>
              <a:gd name="connsiteY4" fmla="*/ 0 h 3008710"/>
              <a:gd name="connsiteX0" fmla="*/ 0 w 1581391"/>
              <a:gd name="connsiteY0" fmla="*/ 3008710 h 3008710"/>
              <a:gd name="connsiteX1" fmla="*/ 1581391 w 1581391"/>
              <a:gd name="connsiteY1" fmla="*/ 1747705 h 3008710"/>
              <a:gd name="connsiteX2" fmla="*/ 1565798 w 1581391"/>
              <a:gd name="connsiteY2" fmla="*/ 1270181 h 3008710"/>
              <a:gd name="connsiteX3" fmla="*/ 1241736 w 1581391"/>
              <a:gd name="connsiteY3" fmla="*/ 1112124 h 3008710"/>
              <a:gd name="connsiteX4" fmla="*/ 1239193 w 1581391"/>
              <a:gd name="connsiteY4" fmla="*/ 0 h 3008710"/>
              <a:gd name="connsiteX0" fmla="*/ 0 w 1566390"/>
              <a:gd name="connsiteY0" fmla="*/ 3008710 h 3008710"/>
              <a:gd name="connsiteX1" fmla="*/ 1566390 w 1566390"/>
              <a:gd name="connsiteY1" fmla="*/ 1747705 h 3008710"/>
              <a:gd name="connsiteX2" fmla="*/ 1565798 w 1566390"/>
              <a:gd name="connsiteY2" fmla="*/ 1270181 h 3008710"/>
              <a:gd name="connsiteX3" fmla="*/ 1241736 w 1566390"/>
              <a:gd name="connsiteY3" fmla="*/ 1112124 h 3008710"/>
              <a:gd name="connsiteX4" fmla="*/ 1239193 w 1566390"/>
              <a:gd name="connsiteY4" fmla="*/ 0 h 3008710"/>
              <a:gd name="connsiteX0" fmla="*/ 0 w 1766395"/>
              <a:gd name="connsiteY0" fmla="*/ 2988988 h 2988988"/>
              <a:gd name="connsiteX1" fmla="*/ 1766395 w 1766395"/>
              <a:gd name="connsiteY1" fmla="*/ 1747705 h 2988988"/>
              <a:gd name="connsiteX2" fmla="*/ 1765803 w 1766395"/>
              <a:gd name="connsiteY2" fmla="*/ 1270181 h 2988988"/>
              <a:gd name="connsiteX3" fmla="*/ 1441741 w 1766395"/>
              <a:gd name="connsiteY3" fmla="*/ 1112124 h 2988988"/>
              <a:gd name="connsiteX4" fmla="*/ 1439198 w 1766395"/>
              <a:gd name="connsiteY4" fmla="*/ 0 h 2988988"/>
              <a:gd name="connsiteX0" fmla="*/ 0 w 1766395"/>
              <a:gd name="connsiteY0" fmla="*/ 2988988 h 2988988"/>
              <a:gd name="connsiteX1" fmla="*/ 1766395 w 1766395"/>
              <a:gd name="connsiteY1" fmla="*/ 1747705 h 2988988"/>
              <a:gd name="connsiteX2" fmla="*/ 579217 w 1766395"/>
              <a:gd name="connsiteY2" fmla="*/ 1319458 h 2988988"/>
              <a:gd name="connsiteX3" fmla="*/ 1441741 w 1766395"/>
              <a:gd name="connsiteY3" fmla="*/ 1112124 h 2988988"/>
              <a:gd name="connsiteX4" fmla="*/ 1439198 w 1766395"/>
              <a:gd name="connsiteY4" fmla="*/ 0 h 2988988"/>
              <a:gd name="connsiteX0" fmla="*/ 0 w 1442252"/>
              <a:gd name="connsiteY0" fmla="*/ 2988988 h 2988988"/>
              <a:gd name="connsiteX1" fmla="*/ 621443 w 1442252"/>
              <a:gd name="connsiteY1" fmla="*/ 1829833 h 2988988"/>
              <a:gd name="connsiteX2" fmla="*/ 579217 w 1442252"/>
              <a:gd name="connsiteY2" fmla="*/ 1319458 h 2988988"/>
              <a:gd name="connsiteX3" fmla="*/ 1441741 w 1442252"/>
              <a:gd name="connsiteY3" fmla="*/ 1112124 h 2988988"/>
              <a:gd name="connsiteX4" fmla="*/ 1439198 w 1442252"/>
              <a:gd name="connsiteY4" fmla="*/ 0 h 2988988"/>
              <a:gd name="connsiteX0" fmla="*/ 0 w 1442252"/>
              <a:gd name="connsiteY0" fmla="*/ 2988988 h 2988988"/>
              <a:gd name="connsiteX1" fmla="*/ 621443 w 1442252"/>
              <a:gd name="connsiteY1" fmla="*/ 1829833 h 2988988"/>
              <a:gd name="connsiteX2" fmla="*/ 579217 w 1442252"/>
              <a:gd name="connsiteY2" fmla="*/ 1319458 h 2988988"/>
              <a:gd name="connsiteX3" fmla="*/ 1441741 w 1442252"/>
              <a:gd name="connsiteY3" fmla="*/ 1112124 h 2988988"/>
              <a:gd name="connsiteX4" fmla="*/ 1439198 w 1442252"/>
              <a:gd name="connsiteY4" fmla="*/ 0 h 2988988"/>
              <a:gd name="connsiteX0" fmla="*/ 0 w 1442252"/>
              <a:gd name="connsiteY0" fmla="*/ 2988988 h 2988988"/>
              <a:gd name="connsiteX1" fmla="*/ 608074 w 1442252"/>
              <a:gd name="connsiteY1" fmla="*/ 1780618 h 2988988"/>
              <a:gd name="connsiteX2" fmla="*/ 579217 w 1442252"/>
              <a:gd name="connsiteY2" fmla="*/ 1319458 h 2988988"/>
              <a:gd name="connsiteX3" fmla="*/ 1441741 w 1442252"/>
              <a:gd name="connsiteY3" fmla="*/ 1112124 h 2988988"/>
              <a:gd name="connsiteX4" fmla="*/ 1439198 w 1442252"/>
              <a:gd name="connsiteY4" fmla="*/ 0 h 2988988"/>
              <a:gd name="connsiteX0" fmla="*/ 0 w 1442252"/>
              <a:gd name="connsiteY0" fmla="*/ 2988988 h 2988988"/>
              <a:gd name="connsiteX1" fmla="*/ 608074 w 1442252"/>
              <a:gd name="connsiteY1" fmla="*/ 1780618 h 2988988"/>
              <a:gd name="connsiteX2" fmla="*/ 579217 w 1442252"/>
              <a:gd name="connsiteY2" fmla="*/ 1319458 h 2988988"/>
              <a:gd name="connsiteX3" fmla="*/ 1441741 w 1442252"/>
              <a:gd name="connsiteY3" fmla="*/ 1112124 h 2988988"/>
              <a:gd name="connsiteX4" fmla="*/ 1439198 w 1442252"/>
              <a:gd name="connsiteY4" fmla="*/ 0 h 2988988"/>
              <a:gd name="connsiteX0" fmla="*/ 0 w 1442252"/>
              <a:gd name="connsiteY0" fmla="*/ 2988988 h 2988988"/>
              <a:gd name="connsiteX1" fmla="*/ 585794 w 1442252"/>
              <a:gd name="connsiteY1" fmla="*/ 1780618 h 2988988"/>
              <a:gd name="connsiteX2" fmla="*/ 579217 w 1442252"/>
              <a:gd name="connsiteY2" fmla="*/ 1319458 h 2988988"/>
              <a:gd name="connsiteX3" fmla="*/ 1441741 w 1442252"/>
              <a:gd name="connsiteY3" fmla="*/ 1112124 h 2988988"/>
              <a:gd name="connsiteX4" fmla="*/ 1439198 w 1442252"/>
              <a:gd name="connsiteY4" fmla="*/ 0 h 2988988"/>
              <a:gd name="connsiteX0" fmla="*/ 0 w 1442252"/>
              <a:gd name="connsiteY0" fmla="*/ 2988988 h 2988988"/>
              <a:gd name="connsiteX1" fmla="*/ 585794 w 1442252"/>
              <a:gd name="connsiteY1" fmla="*/ 1714700 h 2988988"/>
              <a:gd name="connsiteX2" fmla="*/ 579217 w 1442252"/>
              <a:gd name="connsiteY2" fmla="*/ 1319458 h 2988988"/>
              <a:gd name="connsiteX3" fmla="*/ 1441741 w 1442252"/>
              <a:gd name="connsiteY3" fmla="*/ 1112124 h 2988988"/>
              <a:gd name="connsiteX4" fmla="*/ 1439198 w 1442252"/>
              <a:gd name="connsiteY4" fmla="*/ 0 h 2988988"/>
              <a:gd name="connsiteX0" fmla="*/ 0 w 2035489"/>
              <a:gd name="connsiteY0" fmla="*/ 2876928 h 2876928"/>
              <a:gd name="connsiteX1" fmla="*/ 1179031 w 2035489"/>
              <a:gd name="connsiteY1" fmla="*/ 1714700 h 2876928"/>
              <a:gd name="connsiteX2" fmla="*/ 1172454 w 2035489"/>
              <a:gd name="connsiteY2" fmla="*/ 1319458 h 2876928"/>
              <a:gd name="connsiteX3" fmla="*/ 2034978 w 2035489"/>
              <a:gd name="connsiteY3" fmla="*/ 1112124 h 2876928"/>
              <a:gd name="connsiteX4" fmla="*/ 2032435 w 2035489"/>
              <a:gd name="connsiteY4" fmla="*/ 0 h 2876928"/>
              <a:gd name="connsiteX0" fmla="*/ 0 w 2095517"/>
              <a:gd name="connsiteY0" fmla="*/ 2876928 h 2876928"/>
              <a:gd name="connsiteX1" fmla="*/ 1179031 w 2095517"/>
              <a:gd name="connsiteY1" fmla="*/ 1714700 h 2876928"/>
              <a:gd name="connsiteX2" fmla="*/ 1172454 w 2095517"/>
              <a:gd name="connsiteY2" fmla="*/ 1319458 h 2876928"/>
              <a:gd name="connsiteX3" fmla="*/ 2095451 w 2095517"/>
              <a:gd name="connsiteY3" fmla="*/ 1525541 h 2876928"/>
              <a:gd name="connsiteX4" fmla="*/ 2032435 w 2095517"/>
              <a:gd name="connsiteY4" fmla="*/ 0 h 2876928"/>
              <a:gd name="connsiteX0" fmla="*/ 0 w 2095517"/>
              <a:gd name="connsiteY0" fmla="*/ 2876928 h 2876928"/>
              <a:gd name="connsiteX1" fmla="*/ 1179031 w 2095517"/>
              <a:gd name="connsiteY1" fmla="*/ 1714700 h 2876928"/>
              <a:gd name="connsiteX2" fmla="*/ 1757025 w 2095517"/>
              <a:gd name="connsiteY2" fmla="*/ 2019085 h 2876928"/>
              <a:gd name="connsiteX3" fmla="*/ 2095451 w 2095517"/>
              <a:gd name="connsiteY3" fmla="*/ 1525541 h 2876928"/>
              <a:gd name="connsiteX4" fmla="*/ 2032435 w 2095517"/>
              <a:gd name="connsiteY4" fmla="*/ 0 h 2876928"/>
              <a:gd name="connsiteX0" fmla="*/ 0 w 2095517"/>
              <a:gd name="connsiteY0" fmla="*/ 2876928 h 2876928"/>
              <a:gd name="connsiteX1" fmla="*/ 1058086 w 2095517"/>
              <a:gd name="connsiteY1" fmla="*/ 2128116 h 2876928"/>
              <a:gd name="connsiteX2" fmla="*/ 1757025 w 2095517"/>
              <a:gd name="connsiteY2" fmla="*/ 2019085 h 2876928"/>
              <a:gd name="connsiteX3" fmla="*/ 2095451 w 2095517"/>
              <a:gd name="connsiteY3" fmla="*/ 1525541 h 2876928"/>
              <a:gd name="connsiteX4" fmla="*/ 2032435 w 2095517"/>
              <a:gd name="connsiteY4" fmla="*/ 0 h 2876928"/>
              <a:gd name="connsiteX0" fmla="*/ 0 w 1732679"/>
              <a:gd name="connsiteY0" fmla="*/ 3528853 h 3528853"/>
              <a:gd name="connsiteX1" fmla="*/ 695248 w 1732679"/>
              <a:gd name="connsiteY1" fmla="*/ 2128116 h 3528853"/>
              <a:gd name="connsiteX2" fmla="*/ 1394187 w 1732679"/>
              <a:gd name="connsiteY2" fmla="*/ 2019085 h 3528853"/>
              <a:gd name="connsiteX3" fmla="*/ 1732613 w 1732679"/>
              <a:gd name="connsiteY3" fmla="*/ 1525541 h 3528853"/>
              <a:gd name="connsiteX4" fmla="*/ 1669597 w 1732679"/>
              <a:gd name="connsiteY4" fmla="*/ 0 h 3528853"/>
              <a:gd name="connsiteX0" fmla="*/ 0 w 1732679"/>
              <a:gd name="connsiteY0" fmla="*/ 3528853 h 3528853"/>
              <a:gd name="connsiteX1" fmla="*/ 695248 w 1732679"/>
              <a:gd name="connsiteY1" fmla="*/ 2128116 h 3528853"/>
              <a:gd name="connsiteX2" fmla="*/ 1394187 w 1732679"/>
              <a:gd name="connsiteY2" fmla="*/ 2019085 h 3528853"/>
              <a:gd name="connsiteX3" fmla="*/ 1732613 w 1732679"/>
              <a:gd name="connsiteY3" fmla="*/ 1525541 h 3528853"/>
              <a:gd name="connsiteX4" fmla="*/ 1669597 w 1732679"/>
              <a:gd name="connsiteY4" fmla="*/ 0 h 3528853"/>
              <a:gd name="connsiteX0" fmla="*/ 0 w 1732679"/>
              <a:gd name="connsiteY0" fmla="*/ 3528853 h 3528853"/>
              <a:gd name="connsiteX1" fmla="*/ 695248 w 1732679"/>
              <a:gd name="connsiteY1" fmla="*/ 2128116 h 3528853"/>
              <a:gd name="connsiteX2" fmla="*/ 1394187 w 1732679"/>
              <a:gd name="connsiteY2" fmla="*/ 2019085 h 3528853"/>
              <a:gd name="connsiteX3" fmla="*/ 1732613 w 1732679"/>
              <a:gd name="connsiteY3" fmla="*/ 1525541 h 3528853"/>
              <a:gd name="connsiteX4" fmla="*/ 1669597 w 1732679"/>
              <a:gd name="connsiteY4" fmla="*/ 0 h 3528853"/>
              <a:gd name="connsiteX0" fmla="*/ 0 w 1732679"/>
              <a:gd name="connsiteY0" fmla="*/ 3528853 h 3528853"/>
              <a:gd name="connsiteX1" fmla="*/ 695248 w 1732679"/>
              <a:gd name="connsiteY1" fmla="*/ 2128116 h 3528853"/>
              <a:gd name="connsiteX2" fmla="*/ 1394187 w 1732679"/>
              <a:gd name="connsiteY2" fmla="*/ 2064629 h 3528853"/>
              <a:gd name="connsiteX3" fmla="*/ 1732613 w 1732679"/>
              <a:gd name="connsiteY3" fmla="*/ 1525541 h 3528853"/>
              <a:gd name="connsiteX4" fmla="*/ 1669597 w 1732679"/>
              <a:gd name="connsiteY4" fmla="*/ 0 h 3528853"/>
              <a:gd name="connsiteX0" fmla="*/ 0 w 1732679"/>
              <a:gd name="connsiteY0" fmla="*/ 3528853 h 3528853"/>
              <a:gd name="connsiteX1" fmla="*/ 695248 w 1732679"/>
              <a:gd name="connsiteY1" fmla="*/ 2128116 h 3528853"/>
              <a:gd name="connsiteX2" fmla="*/ 1394187 w 1732679"/>
              <a:gd name="connsiteY2" fmla="*/ 2064629 h 3528853"/>
              <a:gd name="connsiteX3" fmla="*/ 1732613 w 1732679"/>
              <a:gd name="connsiteY3" fmla="*/ 1525541 h 3528853"/>
              <a:gd name="connsiteX4" fmla="*/ 1669597 w 1732679"/>
              <a:gd name="connsiteY4" fmla="*/ 0 h 3528853"/>
              <a:gd name="connsiteX0" fmla="*/ 0 w 1732679"/>
              <a:gd name="connsiteY0" fmla="*/ 3528853 h 3528853"/>
              <a:gd name="connsiteX1" fmla="*/ 703415 w 1732679"/>
              <a:gd name="connsiteY1" fmla="*/ 2070128 h 3528853"/>
              <a:gd name="connsiteX2" fmla="*/ 1394187 w 1732679"/>
              <a:gd name="connsiteY2" fmla="*/ 2064629 h 3528853"/>
              <a:gd name="connsiteX3" fmla="*/ 1732613 w 1732679"/>
              <a:gd name="connsiteY3" fmla="*/ 1525541 h 3528853"/>
              <a:gd name="connsiteX4" fmla="*/ 1669597 w 1732679"/>
              <a:gd name="connsiteY4" fmla="*/ 0 h 3528853"/>
              <a:gd name="connsiteX0" fmla="*/ 0 w 1732679"/>
              <a:gd name="connsiteY0" fmla="*/ 3528853 h 3528853"/>
              <a:gd name="connsiteX1" fmla="*/ 703415 w 1732679"/>
              <a:gd name="connsiteY1" fmla="*/ 2070128 h 3528853"/>
              <a:gd name="connsiteX2" fmla="*/ 1394187 w 1732679"/>
              <a:gd name="connsiteY2" fmla="*/ 2064629 h 3528853"/>
              <a:gd name="connsiteX3" fmla="*/ 1732613 w 1732679"/>
              <a:gd name="connsiteY3" fmla="*/ 1525541 h 3528853"/>
              <a:gd name="connsiteX4" fmla="*/ 1669597 w 1732679"/>
              <a:gd name="connsiteY4" fmla="*/ 0 h 3528853"/>
              <a:gd name="connsiteX0" fmla="*/ 0 w 1732679"/>
              <a:gd name="connsiteY0" fmla="*/ 3528853 h 3528853"/>
              <a:gd name="connsiteX1" fmla="*/ 703415 w 1732679"/>
              <a:gd name="connsiteY1" fmla="*/ 2070128 h 3528853"/>
              <a:gd name="connsiteX2" fmla="*/ 1394187 w 1732679"/>
              <a:gd name="connsiteY2" fmla="*/ 2064629 h 3528853"/>
              <a:gd name="connsiteX3" fmla="*/ 1732613 w 1732679"/>
              <a:gd name="connsiteY3" fmla="*/ 1525541 h 3528853"/>
              <a:gd name="connsiteX4" fmla="*/ 1669597 w 1732679"/>
              <a:gd name="connsiteY4" fmla="*/ 0 h 3528853"/>
              <a:gd name="connsiteX0" fmla="*/ 19366 w 1029264"/>
              <a:gd name="connsiteY0" fmla="*/ 2961861 h 2961861"/>
              <a:gd name="connsiteX1" fmla="*/ 0 w 1029264"/>
              <a:gd name="connsiteY1" fmla="*/ 2070128 h 2961861"/>
              <a:gd name="connsiteX2" fmla="*/ 690772 w 1029264"/>
              <a:gd name="connsiteY2" fmla="*/ 2064629 h 2961861"/>
              <a:gd name="connsiteX3" fmla="*/ 1029198 w 1029264"/>
              <a:gd name="connsiteY3" fmla="*/ 1525541 h 2961861"/>
              <a:gd name="connsiteX4" fmla="*/ 966182 w 1029264"/>
              <a:gd name="connsiteY4" fmla="*/ 0 h 2961861"/>
              <a:gd name="connsiteX0" fmla="*/ 19366 w 1029276"/>
              <a:gd name="connsiteY0" fmla="*/ 2611201 h 2611201"/>
              <a:gd name="connsiteX1" fmla="*/ 0 w 1029276"/>
              <a:gd name="connsiteY1" fmla="*/ 1719468 h 2611201"/>
              <a:gd name="connsiteX2" fmla="*/ 690772 w 1029276"/>
              <a:gd name="connsiteY2" fmla="*/ 1713969 h 2611201"/>
              <a:gd name="connsiteX3" fmla="*/ 1029198 w 1029276"/>
              <a:gd name="connsiteY3" fmla="*/ 1174881 h 2611201"/>
              <a:gd name="connsiteX4" fmla="*/ 976765 w 1029276"/>
              <a:gd name="connsiteY4" fmla="*/ 0 h 2611201"/>
              <a:gd name="connsiteX0" fmla="*/ 19366 w 1029459"/>
              <a:gd name="connsiteY0" fmla="*/ 2611201 h 2611201"/>
              <a:gd name="connsiteX1" fmla="*/ 0 w 1029459"/>
              <a:gd name="connsiteY1" fmla="*/ 1719468 h 2611201"/>
              <a:gd name="connsiteX2" fmla="*/ 690772 w 1029459"/>
              <a:gd name="connsiteY2" fmla="*/ 1713969 h 2611201"/>
              <a:gd name="connsiteX3" fmla="*/ 1029198 w 1029459"/>
              <a:gd name="connsiteY3" fmla="*/ 1174881 h 2611201"/>
              <a:gd name="connsiteX4" fmla="*/ 976765 w 1029459"/>
              <a:gd name="connsiteY4" fmla="*/ 0 h 26112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459" h="2611201">
                <a:moveTo>
                  <a:pt x="19366" y="2611201"/>
                </a:moveTo>
                <a:lnTo>
                  <a:pt x="0" y="1719468"/>
                </a:lnTo>
                <a:lnTo>
                  <a:pt x="690772" y="1713969"/>
                </a:lnTo>
                <a:cubicBezTo>
                  <a:pt x="953779" y="1301650"/>
                  <a:pt x="837892" y="1502072"/>
                  <a:pt x="1029198" y="1174881"/>
                </a:cubicBezTo>
                <a:cubicBezTo>
                  <a:pt x="1031684" y="714767"/>
                  <a:pt x="1016613" y="902614"/>
                  <a:pt x="976765" y="0"/>
                </a:cubicBezTo>
              </a:path>
            </a:pathLst>
          </a:custGeom>
          <a:ln w="12700">
            <a:solidFill>
              <a:schemeClr val="tx1"/>
            </a:solidFill>
            <a:headEnd type="triangle"/>
            <a:tailEnd type="none"/>
          </a:ln>
        </p:spPr>
        <p:txBody>
          <a:bodyPr vert="horz" wrap="non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a:ln>
                <a:noFill/>
              </a:ln>
              <a:solidFill>
                <a:schemeClr val="tx1"/>
              </a:solidFill>
              <a:effectLst/>
              <a:latin typeface="Arial" charset="0"/>
            </a:endParaRPr>
          </a:p>
        </p:txBody>
      </p:sp>
      <p:cxnSp>
        <p:nvCxnSpPr>
          <p:cNvPr id="239" name="Straight Arrow Connector 238"/>
          <p:cNvCxnSpPr/>
          <p:nvPr/>
        </p:nvCxnSpPr>
        <p:spPr bwMode="auto">
          <a:xfrm>
            <a:off x="2334047" y="4796373"/>
            <a:ext cx="165857" cy="444033"/>
          </a:xfrm>
          <a:prstGeom prst="straightConnector1">
            <a:avLst/>
          </a:prstGeom>
          <a:solidFill>
            <a:schemeClr val="accent1"/>
          </a:solidFill>
          <a:ln w="9525" cap="flat" cmpd="sng" algn="ctr">
            <a:solidFill>
              <a:schemeClr val="tx1"/>
            </a:solidFill>
            <a:prstDash val="solid"/>
            <a:round/>
            <a:headEnd type="none"/>
            <a:tailEnd type="triangle"/>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243" name="Straight Arrow Connector 242"/>
          <p:cNvCxnSpPr/>
          <p:nvPr/>
        </p:nvCxnSpPr>
        <p:spPr bwMode="auto">
          <a:xfrm flipH="1">
            <a:off x="1630957" y="4825035"/>
            <a:ext cx="697629" cy="762950"/>
          </a:xfrm>
          <a:prstGeom prst="straightConnector1">
            <a:avLst/>
          </a:prstGeom>
          <a:solidFill>
            <a:schemeClr val="accent1"/>
          </a:solidFill>
          <a:ln w="9525" cap="flat" cmpd="sng" algn="ctr">
            <a:solidFill>
              <a:schemeClr val="tx1"/>
            </a:solidFill>
            <a:prstDash val="solid"/>
            <a:round/>
            <a:headEnd type="none"/>
            <a:tailEnd type="triangle"/>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grpSp>
        <p:nvGrpSpPr>
          <p:cNvPr id="246" name="Group 245"/>
          <p:cNvGrpSpPr/>
          <p:nvPr/>
        </p:nvGrpSpPr>
        <p:grpSpPr>
          <a:xfrm rot="21446362">
            <a:off x="2189794" y="4667337"/>
            <a:ext cx="313044" cy="369332"/>
            <a:chOff x="418816" y="1964112"/>
            <a:chExt cx="313044" cy="369332"/>
          </a:xfrm>
        </p:grpSpPr>
        <p:sp>
          <p:nvSpPr>
            <p:cNvPr id="247" name="Oval 246"/>
            <p:cNvSpPr/>
            <p:nvPr/>
          </p:nvSpPr>
          <p:spPr>
            <a:xfrm>
              <a:off x="448041" y="2026177"/>
              <a:ext cx="251755" cy="263122"/>
            </a:xfrm>
            <a:prstGeom prst="ellipse">
              <a:avLst/>
            </a:prstGeom>
            <a:solidFill>
              <a:schemeClr val="bg1"/>
            </a:solidFill>
            <a:ln w="12700">
              <a:solidFill>
                <a:schemeClr val="tx1"/>
              </a:solidFill>
            </a:ln>
          </p:spPr>
          <p:txBody>
            <a:bodyPr vert="horz" wrap="non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a:ln>
                  <a:noFill/>
                </a:ln>
                <a:solidFill>
                  <a:schemeClr val="tx1"/>
                </a:solidFill>
                <a:effectLst/>
                <a:latin typeface="Arial"/>
                <a:cs typeface="Arial"/>
              </a:endParaRPr>
            </a:p>
          </p:txBody>
        </p:sp>
        <p:sp>
          <p:nvSpPr>
            <p:cNvPr id="248" name="TextBox 247"/>
            <p:cNvSpPr txBox="1"/>
            <p:nvPr/>
          </p:nvSpPr>
          <p:spPr>
            <a:xfrm>
              <a:off x="418816" y="1964112"/>
              <a:ext cx="313044" cy="369332"/>
            </a:xfrm>
            <a:prstGeom prst="rect">
              <a:avLst/>
            </a:prstGeom>
            <a:noFill/>
          </p:spPr>
          <p:txBody>
            <a:bodyPr wrap="none" rtlCol="0">
              <a:spAutoFit/>
            </a:bodyPr>
            <a:lstStyle/>
            <a:p>
              <a:r>
                <a:rPr lang="en-US" dirty="0">
                  <a:latin typeface="Arial"/>
                  <a:cs typeface="Arial"/>
                </a:rPr>
                <a:t>6</a:t>
              </a:r>
            </a:p>
          </p:txBody>
        </p:sp>
      </p:grpSp>
      <p:grpSp>
        <p:nvGrpSpPr>
          <p:cNvPr id="249" name="Group 248"/>
          <p:cNvGrpSpPr/>
          <p:nvPr/>
        </p:nvGrpSpPr>
        <p:grpSpPr>
          <a:xfrm>
            <a:off x="3130061" y="1900424"/>
            <a:ext cx="313044" cy="369332"/>
            <a:chOff x="418816" y="1964112"/>
            <a:chExt cx="313044" cy="369332"/>
          </a:xfrm>
        </p:grpSpPr>
        <p:sp>
          <p:nvSpPr>
            <p:cNvPr id="250" name="Oval 249"/>
            <p:cNvSpPr/>
            <p:nvPr/>
          </p:nvSpPr>
          <p:spPr>
            <a:xfrm>
              <a:off x="448041" y="2026177"/>
              <a:ext cx="251755" cy="263122"/>
            </a:xfrm>
            <a:prstGeom prst="ellipse">
              <a:avLst/>
            </a:prstGeom>
            <a:solidFill>
              <a:schemeClr val="bg1"/>
            </a:solidFill>
            <a:ln w="12700">
              <a:solidFill>
                <a:schemeClr val="tx1"/>
              </a:solidFill>
            </a:ln>
          </p:spPr>
          <p:txBody>
            <a:bodyPr vert="horz" wrap="non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a:ln>
                  <a:noFill/>
                </a:ln>
                <a:solidFill>
                  <a:schemeClr val="tx1"/>
                </a:solidFill>
                <a:effectLst/>
                <a:latin typeface="Arial"/>
                <a:cs typeface="Arial"/>
              </a:endParaRPr>
            </a:p>
          </p:txBody>
        </p:sp>
        <p:sp>
          <p:nvSpPr>
            <p:cNvPr id="251" name="TextBox 250"/>
            <p:cNvSpPr txBox="1"/>
            <p:nvPr/>
          </p:nvSpPr>
          <p:spPr>
            <a:xfrm>
              <a:off x="418816" y="1964112"/>
              <a:ext cx="313044" cy="369332"/>
            </a:xfrm>
            <a:prstGeom prst="rect">
              <a:avLst/>
            </a:prstGeom>
            <a:noFill/>
          </p:spPr>
          <p:txBody>
            <a:bodyPr wrap="none" rtlCol="0">
              <a:spAutoFit/>
            </a:bodyPr>
            <a:lstStyle/>
            <a:p>
              <a:r>
                <a:rPr lang="en-US" dirty="0">
                  <a:latin typeface="Arial"/>
                  <a:cs typeface="Arial"/>
                </a:rPr>
                <a:t>5</a:t>
              </a:r>
            </a:p>
          </p:txBody>
        </p:sp>
      </p:grpSp>
      <p:sp>
        <p:nvSpPr>
          <p:cNvPr id="253" name="Oval 252"/>
          <p:cNvSpPr/>
          <p:nvPr/>
        </p:nvSpPr>
        <p:spPr>
          <a:xfrm rot="5400000">
            <a:off x="1970416" y="419579"/>
            <a:ext cx="631007" cy="2235263"/>
          </a:xfrm>
          <a:prstGeom prst="ellipse">
            <a:avLst/>
          </a:prstGeom>
          <a:solidFill>
            <a:schemeClr val="accent1">
              <a:lumMod val="60000"/>
              <a:lumOff val="40000"/>
            </a:schemeClr>
          </a:solidFill>
          <a:ln w="12700">
            <a:noFill/>
            <a:tailEnd type="arrow"/>
          </a:ln>
          <a:effectLst>
            <a:outerShdw blurRad="50800" dist="38100" dir="2700000" algn="tl" rotWithShape="0">
              <a:schemeClr val="accent1">
                <a:lumMod val="75000"/>
                <a:alpha val="43000"/>
              </a:schemeClr>
            </a:outerShdw>
          </a:effectLst>
        </p:spPr>
        <p:txBody>
          <a:bodyPr vert="horz" wrap="non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a:ln>
                <a:noFill/>
              </a:ln>
              <a:solidFill>
                <a:schemeClr val="tx1"/>
              </a:solidFill>
              <a:effectLst/>
              <a:latin typeface="Arial" charset="0"/>
            </a:endParaRPr>
          </a:p>
        </p:txBody>
      </p:sp>
      <p:sp>
        <p:nvSpPr>
          <p:cNvPr id="153" name="TextBox 152"/>
          <p:cNvSpPr txBox="1"/>
          <p:nvPr/>
        </p:nvSpPr>
        <p:spPr>
          <a:xfrm>
            <a:off x="1336780" y="1336100"/>
            <a:ext cx="1891162" cy="509541"/>
          </a:xfrm>
          <a:prstGeom prst="rect">
            <a:avLst/>
          </a:prstGeom>
          <a:noFill/>
        </p:spPr>
        <p:txBody>
          <a:bodyPr wrap="none" rtlCol="0">
            <a:spAutoFit/>
          </a:bodyPr>
          <a:lstStyle/>
          <a:p>
            <a:pPr algn="ctr">
              <a:lnSpc>
                <a:spcPts val="1600"/>
              </a:lnSpc>
            </a:pPr>
            <a:r>
              <a:rPr lang="en-US" sz="1600" dirty="0">
                <a:latin typeface="Arial"/>
                <a:cs typeface="Arial"/>
              </a:rPr>
              <a:t>Dijkstra’s link-state </a:t>
            </a:r>
          </a:p>
          <a:p>
            <a:pPr algn="ctr">
              <a:lnSpc>
                <a:spcPts val="1600"/>
              </a:lnSpc>
            </a:pPr>
            <a:r>
              <a:rPr lang="en-US" sz="1600" dirty="0">
                <a:latin typeface="Arial"/>
                <a:cs typeface="Arial"/>
              </a:rPr>
              <a:t>Routing</a:t>
            </a:r>
          </a:p>
        </p:txBody>
      </p:sp>
      <p:grpSp>
        <p:nvGrpSpPr>
          <p:cNvPr id="319" name="Group 318"/>
          <p:cNvGrpSpPr/>
          <p:nvPr/>
        </p:nvGrpSpPr>
        <p:grpSpPr>
          <a:xfrm>
            <a:off x="921872" y="5536490"/>
            <a:ext cx="687402" cy="470408"/>
            <a:chOff x="1736090" y="2893762"/>
            <a:chExt cx="565150" cy="340093"/>
          </a:xfrm>
        </p:grpSpPr>
        <p:grpSp>
          <p:nvGrpSpPr>
            <p:cNvPr id="320" name="Group 327"/>
            <p:cNvGrpSpPr>
              <a:grpSpLocks/>
            </p:cNvGrpSpPr>
            <p:nvPr/>
          </p:nvGrpSpPr>
          <p:grpSpPr bwMode="auto">
            <a:xfrm>
              <a:off x="1736090" y="2893762"/>
              <a:ext cx="565150" cy="292100"/>
              <a:chOff x="1871277" y="1576300"/>
              <a:chExt cx="1128371" cy="437861"/>
            </a:xfrm>
          </p:grpSpPr>
          <p:sp>
            <p:nvSpPr>
              <p:cNvPr id="324" name="Oval 323"/>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25" name="Rectangle 324"/>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26" name="Oval 325"/>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27" name="Freeform 326"/>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28" name="Freeform 327"/>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29" name="Freeform 328"/>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30" name="Freeform 329"/>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31" name="Straight Connector 330"/>
              <p:cNvCxnSpPr>
                <a:endCxn id="326"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32" name="Straight Connector 331"/>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321" name="Group 320"/>
            <p:cNvGrpSpPr/>
            <p:nvPr/>
          </p:nvGrpSpPr>
          <p:grpSpPr>
            <a:xfrm>
              <a:off x="1828502" y="2944584"/>
              <a:ext cx="374530" cy="289271"/>
              <a:chOff x="725185" y="1779875"/>
              <a:chExt cx="374530" cy="289271"/>
            </a:xfrm>
          </p:grpSpPr>
          <p:sp>
            <p:nvSpPr>
              <p:cNvPr id="322" name="Oval 321"/>
              <p:cNvSpPr/>
              <p:nvPr/>
            </p:nvSpPr>
            <p:spPr bwMode="auto">
              <a:xfrm>
                <a:off x="741398" y="1850752"/>
                <a:ext cx="356365" cy="168450"/>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323" name="TextBox 322"/>
              <p:cNvSpPr txBox="1"/>
              <p:nvPr/>
            </p:nvSpPr>
            <p:spPr>
              <a:xfrm>
                <a:off x="725185" y="1779875"/>
                <a:ext cx="374530" cy="289271"/>
              </a:xfrm>
              <a:prstGeom prst="rect">
                <a:avLst/>
              </a:prstGeom>
              <a:noFill/>
            </p:spPr>
            <p:txBody>
              <a:bodyPr wrap="none" rtlCol="0">
                <a:spAutoFit/>
              </a:bodyPr>
              <a:lstStyle/>
              <a:p>
                <a:r>
                  <a:rPr lang="en-US" sz="2000" dirty="0"/>
                  <a:t>s1</a:t>
                </a:r>
              </a:p>
            </p:txBody>
          </p:sp>
        </p:grpSp>
      </p:grpSp>
      <p:grpSp>
        <p:nvGrpSpPr>
          <p:cNvPr id="333" name="Group 332"/>
          <p:cNvGrpSpPr/>
          <p:nvPr/>
        </p:nvGrpSpPr>
        <p:grpSpPr>
          <a:xfrm>
            <a:off x="2206593" y="5245170"/>
            <a:ext cx="687402" cy="470406"/>
            <a:chOff x="1736090" y="2893762"/>
            <a:chExt cx="565150" cy="340091"/>
          </a:xfrm>
        </p:grpSpPr>
        <p:grpSp>
          <p:nvGrpSpPr>
            <p:cNvPr id="334" name="Group 327"/>
            <p:cNvGrpSpPr>
              <a:grpSpLocks/>
            </p:cNvGrpSpPr>
            <p:nvPr/>
          </p:nvGrpSpPr>
          <p:grpSpPr bwMode="auto">
            <a:xfrm>
              <a:off x="1736090" y="2893762"/>
              <a:ext cx="565150" cy="292100"/>
              <a:chOff x="1871277" y="1576300"/>
              <a:chExt cx="1128371" cy="437861"/>
            </a:xfrm>
          </p:grpSpPr>
          <p:sp>
            <p:nvSpPr>
              <p:cNvPr id="338" name="Oval 337"/>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39" name="Rectangle 338"/>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40" name="Oval 339"/>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41" name="Freeform 340"/>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42" name="Freeform 341"/>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43" name="Freeform 342"/>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44" name="Freeform 343"/>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45" name="Straight Connector 344"/>
              <p:cNvCxnSpPr>
                <a:endCxn id="340"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46" name="Straight Connector 345"/>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335" name="Group 334"/>
            <p:cNvGrpSpPr/>
            <p:nvPr/>
          </p:nvGrpSpPr>
          <p:grpSpPr>
            <a:xfrm>
              <a:off x="1828502" y="2944584"/>
              <a:ext cx="374531" cy="289269"/>
              <a:chOff x="725185" y="1779875"/>
              <a:chExt cx="374531" cy="289269"/>
            </a:xfrm>
          </p:grpSpPr>
          <p:sp>
            <p:nvSpPr>
              <p:cNvPr id="336" name="Oval 335"/>
              <p:cNvSpPr/>
              <p:nvPr/>
            </p:nvSpPr>
            <p:spPr bwMode="auto">
              <a:xfrm>
                <a:off x="741398" y="1850752"/>
                <a:ext cx="356365" cy="168450"/>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337" name="TextBox 336"/>
              <p:cNvSpPr txBox="1"/>
              <p:nvPr/>
            </p:nvSpPr>
            <p:spPr>
              <a:xfrm>
                <a:off x="725185" y="1779875"/>
                <a:ext cx="374531" cy="289269"/>
              </a:xfrm>
              <a:prstGeom prst="rect">
                <a:avLst/>
              </a:prstGeom>
              <a:noFill/>
            </p:spPr>
            <p:txBody>
              <a:bodyPr wrap="none" rtlCol="0">
                <a:spAutoFit/>
              </a:bodyPr>
              <a:lstStyle/>
              <a:p>
                <a:r>
                  <a:rPr lang="en-US" sz="2000" dirty="0"/>
                  <a:t>s2</a:t>
                </a:r>
              </a:p>
            </p:txBody>
          </p:sp>
        </p:grpSp>
      </p:grpSp>
      <p:grpSp>
        <p:nvGrpSpPr>
          <p:cNvPr id="347" name="Group 346"/>
          <p:cNvGrpSpPr/>
          <p:nvPr/>
        </p:nvGrpSpPr>
        <p:grpSpPr>
          <a:xfrm>
            <a:off x="1910145" y="5999406"/>
            <a:ext cx="687402" cy="470406"/>
            <a:chOff x="1736090" y="2893762"/>
            <a:chExt cx="565150" cy="340091"/>
          </a:xfrm>
        </p:grpSpPr>
        <p:grpSp>
          <p:nvGrpSpPr>
            <p:cNvPr id="348" name="Group 327"/>
            <p:cNvGrpSpPr>
              <a:grpSpLocks/>
            </p:cNvGrpSpPr>
            <p:nvPr/>
          </p:nvGrpSpPr>
          <p:grpSpPr bwMode="auto">
            <a:xfrm>
              <a:off x="1736090" y="2893762"/>
              <a:ext cx="565150" cy="292100"/>
              <a:chOff x="1871277" y="1576300"/>
              <a:chExt cx="1128371" cy="437861"/>
            </a:xfrm>
          </p:grpSpPr>
          <p:sp>
            <p:nvSpPr>
              <p:cNvPr id="352" name="Oval 351"/>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53" name="Rectangle 352"/>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54" name="Oval 353"/>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55" name="Freeform 354"/>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56" name="Freeform 355"/>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57" name="Freeform 356"/>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58" name="Freeform 357"/>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59" name="Straight Connector 358"/>
              <p:cNvCxnSpPr>
                <a:endCxn id="354"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60" name="Straight Connector 359"/>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349" name="Group 348"/>
            <p:cNvGrpSpPr/>
            <p:nvPr/>
          </p:nvGrpSpPr>
          <p:grpSpPr>
            <a:xfrm>
              <a:off x="1828502" y="2944584"/>
              <a:ext cx="374531" cy="289269"/>
              <a:chOff x="725185" y="1779875"/>
              <a:chExt cx="374531" cy="289269"/>
            </a:xfrm>
          </p:grpSpPr>
          <p:sp>
            <p:nvSpPr>
              <p:cNvPr id="350" name="Oval 349"/>
              <p:cNvSpPr/>
              <p:nvPr/>
            </p:nvSpPr>
            <p:spPr bwMode="auto">
              <a:xfrm>
                <a:off x="741398" y="1850752"/>
                <a:ext cx="356365" cy="168450"/>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351" name="TextBox 350"/>
              <p:cNvSpPr txBox="1"/>
              <p:nvPr/>
            </p:nvSpPr>
            <p:spPr>
              <a:xfrm>
                <a:off x="725185" y="1779875"/>
                <a:ext cx="374531" cy="289269"/>
              </a:xfrm>
              <a:prstGeom prst="rect">
                <a:avLst/>
              </a:prstGeom>
              <a:noFill/>
            </p:spPr>
            <p:txBody>
              <a:bodyPr wrap="none" rtlCol="0">
                <a:spAutoFit/>
              </a:bodyPr>
              <a:lstStyle/>
              <a:p>
                <a:r>
                  <a:rPr lang="en-US" sz="2000" dirty="0"/>
                  <a:t>s3</a:t>
                </a:r>
              </a:p>
            </p:txBody>
          </p:sp>
        </p:grpSp>
      </p:grpSp>
      <p:grpSp>
        <p:nvGrpSpPr>
          <p:cNvPr id="361" name="Group 360"/>
          <p:cNvGrpSpPr/>
          <p:nvPr/>
        </p:nvGrpSpPr>
        <p:grpSpPr>
          <a:xfrm>
            <a:off x="3077553" y="5718280"/>
            <a:ext cx="687402" cy="470406"/>
            <a:chOff x="1736090" y="2893762"/>
            <a:chExt cx="565150" cy="340091"/>
          </a:xfrm>
        </p:grpSpPr>
        <p:grpSp>
          <p:nvGrpSpPr>
            <p:cNvPr id="362" name="Group 327"/>
            <p:cNvGrpSpPr>
              <a:grpSpLocks/>
            </p:cNvGrpSpPr>
            <p:nvPr/>
          </p:nvGrpSpPr>
          <p:grpSpPr bwMode="auto">
            <a:xfrm>
              <a:off x="1736090" y="2893762"/>
              <a:ext cx="565150" cy="292100"/>
              <a:chOff x="1871277" y="1576300"/>
              <a:chExt cx="1128371" cy="437861"/>
            </a:xfrm>
          </p:grpSpPr>
          <p:sp>
            <p:nvSpPr>
              <p:cNvPr id="366" name="Oval 365"/>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67" name="Rectangle 366"/>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68" name="Oval 367"/>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69" name="Freeform 368"/>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70" name="Freeform 369"/>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71" name="Freeform 370"/>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72" name="Freeform 371"/>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73" name="Straight Connector 372"/>
              <p:cNvCxnSpPr>
                <a:endCxn id="368"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74" name="Straight Connector 373"/>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363" name="Group 362"/>
            <p:cNvGrpSpPr/>
            <p:nvPr/>
          </p:nvGrpSpPr>
          <p:grpSpPr>
            <a:xfrm>
              <a:off x="1828502" y="2944584"/>
              <a:ext cx="374531" cy="289269"/>
              <a:chOff x="725185" y="1779875"/>
              <a:chExt cx="374531" cy="289269"/>
            </a:xfrm>
          </p:grpSpPr>
          <p:sp>
            <p:nvSpPr>
              <p:cNvPr id="364" name="Oval 363"/>
              <p:cNvSpPr/>
              <p:nvPr/>
            </p:nvSpPr>
            <p:spPr bwMode="auto">
              <a:xfrm>
                <a:off x="741398" y="1850752"/>
                <a:ext cx="356365" cy="168450"/>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365" name="TextBox 364"/>
              <p:cNvSpPr txBox="1"/>
              <p:nvPr/>
            </p:nvSpPr>
            <p:spPr>
              <a:xfrm>
                <a:off x="725185" y="1779875"/>
                <a:ext cx="374531" cy="289269"/>
              </a:xfrm>
              <a:prstGeom prst="rect">
                <a:avLst/>
              </a:prstGeom>
              <a:noFill/>
            </p:spPr>
            <p:txBody>
              <a:bodyPr wrap="none" rtlCol="0">
                <a:spAutoFit/>
              </a:bodyPr>
              <a:lstStyle/>
              <a:p>
                <a:r>
                  <a:rPr lang="en-US" sz="2000" dirty="0"/>
                  <a:t>s4</a:t>
                </a:r>
              </a:p>
            </p:txBody>
          </p:sp>
        </p:grpSp>
      </p:grpSp>
      <p:cxnSp>
        <p:nvCxnSpPr>
          <p:cNvPr id="240" name="Straight Arrow Connector 239"/>
          <p:cNvCxnSpPr/>
          <p:nvPr/>
        </p:nvCxnSpPr>
        <p:spPr bwMode="auto">
          <a:xfrm>
            <a:off x="2475946" y="4898482"/>
            <a:ext cx="906274" cy="769733"/>
          </a:xfrm>
          <a:prstGeom prst="straightConnector1">
            <a:avLst/>
          </a:prstGeom>
          <a:solidFill>
            <a:schemeClr val="accent1"/>
          </a:solidFill>
          <a:ln w="9525" cap="flat" cmpd="sng" algn="ctr">
            <a:solidFill>
              <a:schemeClr val="tx1"/>
            </a:solidFill>
            <a:prstDash val="solid"/>
            <a:round/>
            <a:headEnd type="none"/>
            <a:tailEnd type="triangle"/>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pic>
        <p:nvPicPr>
          <p:cNvPr id="376" name="Picture 12"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20274" y="702064"/>
            <a:ext cx="8154854" cy="19362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77" name="Title 1"/>
          <p:cNvSpPr txBox="1">
            <a:spLocks/>
          </p:cNvSpPr>
          <p:nvPr/>
        </p:nvSpPr>
        <p:spPr>
          <a:xfrm>
            <a:off x="354145" y="177332"/>
            <a:ext cx="8642801" cy="1143000"/>
          </a:xfrm>
          <a:prstGeom prst="rect">
            <a:avLst/>
          </a:prstGeom>
        </p:spPr>
        <p:txBody>
          <a:bodyPr/>
          <a:lstStyle>
            <a:lvl1pPr algn="l" rtl="0" eaLnBrk="0" fontAlgn="base" hangingPunct="0">
              <a:spcBef>
                <a:spcPct val="0"/>
              </a:spcBef>
              <a:spcAft>
                <a:spcPct val="0"/>
              </a:spcAft>
              <a:defRPr sz="4400">
                <a:solidFill>
                  <a:srgbClr val="000099"/>
                </a:solidFill>
                <a:latin typeface="+mj-lt"/>
                <a:ea typeface="ＭＳ Ｐゴシック" charset="0"/>
                <a:cs typeface="ＭＳ Ｐゴシック" charset="0"/>
              </a:defRPr>
            </a:lvl1pPr>
            <a:lvl2pPr algn="l" rtl="0" eaLnBrk="0" fontAlgn="base" hangingPunct="0">
              <a:spcBef>
                <a:spcPct val="0"/>
              </a:spcBef>
              <a:spcAft>
                <a:spcPct val="0"/>
              </a:spcAft>
              <a:defRPr sz="4400">
                <a:solidFill>
                  <a:srgbClr val="000099"/>
                </a:solidFill>
                <a:latin typeface="Gill Sans MT" pitchFamily="34" charset="0"/>
                <a:ea typeface="ＭＳ Ｐゴシック" charset="0"/>
                <a:cs typeface="ＭＳ Ｐゴシック" charset="0"/>
              </a:defRPr>
            </a:lvl2pPr>
            <a:lvl3pPr algn="l" rtl="0" eaLnBrk="0" fontAlgn="base" hangingPunct="0">
              <a:spcBef>
                <a:spcPct val="0"/>
              </a:spcBef>
              <a:spcAft>
                <a:spcPct val="0"/>
              </a:spcAft>
              <a:defRPr sz="4400">
                <a:solidFill>
                  <a:srgbClr val="000099"/>
                </a:solidFill>
                <a:latin typeface="Gill Sans MT" pitchFamily="34" charset="0"/>
                <a:ea typeface="ＭＳ Ｐゴシック" charset="0"/>
                <a:cs typeface="ＭＳ Ｐゴシック" charset="0"/>
              </a:defRPr>
            </a:lvl3pPr>
            <a:lvl4pPr algn="l" rtl="0" eaLnBrk="0" fontAlgn="base" hangingPunct="0">
              <a:spcBef>
                <a:spcPct val="0"/>
              </a:spcBef>
              <a:spcAft>
                <a:spcPct val="0"/>
              </a:spcAft>
              <a:defRPr sz="4400">
                <a:solidFill>
                  <a:srgbClr val="000099"/>
                </a:solidFill>
                <a:latin typeface="Gill Sans MT" pitchFamily="34" charset="0"/>
                <a:ea typeface="ＭＳ Ｐゴシック" charset="0"/>
                <a:cs typeface="ＭＳ Ｐゴシック" charset="0"/>
              </a:defRPr>
            </a:lvl4pPr>
            <a:lvl5pPr algn="l" rtl="0" eaLnBrk="0" fontAlgn="base" hangingPunct="0">
              <a:spcBef>
                <a:spcPct val="0"/>
              </a:spcBef>
              <a:spcAft>
                <a:spcPct val="0"/>
              </a:spcAft>
              <a:defRPr sz="4400">
                <a:solidFill>
                  <a:srgbClr val="000099"/>
                </a:solidFill>
                <a:latin typeface="Gill Sans MT" pitchFamily="34" charset="0"/>
                <a:ea typeface="ＭＳ Ｐゴシック" charset="0"/>
                <a:cs typeface="ＭＳ Ｐゴシック" charset="0"/>
              </a:defRPr>
            </a:lvl5pPr>
            <a:lvl6pPr marL="457200" algn="l" rtl="0" eaLnBrk="0" fontAlgn="base" hangingPunct="0">
              <a:spcBef>
                <a:spcPct val="0"/>
              </a:spcBef>
              <a:spcAft>
                <a:spcPct val="0"/>
              </a:spcAft>
              <a:defRPr sz="4400">
                <a:solidFill>
                  <a:srgbClr val="000099"/>
                </a:solidFill>
                <a:latin typeface="Gill Sans MT" pitchFamily="34" charset="0"/>
              </a:defRPr>
            </a:lvl6pPr>
            <a:lvl7pPr marL="914400" algn="l" rtl="0" eaLnBrk="0" fontAlgn="base" hangingPunct="0">
              <a:spcBef>
                <a:spcPct val="0"/>
              </a:spcBef>
              <a:spcAft>
                <a:spcPct val="0"/>
              </a:spcAft>
              <a:defRPr sz="4400">
                <a:solidFill>
                  <a:srgbClr val="000099"/>
                </a:solidFill>
                <a:latin typeface="Gill Sans MT" pitchFamily="34" charset="0"/>
              </a:defRPr>
            </a:lvl7pPr>
            <a:lvl8pPr marL="1371600" algn="l" rtl="0" eaLnBrk="0" fontAlgn="base" hangingPunct="0">
              <a:spcBef>
                <a:spcPct val="0"/>
              </a:spcBef>
              <a:spcAft>
                <a:spcPct val="0"/>
              </a:spcAft>
              <a:defRPr sz="4400">
                <a:solidFill>
                  <a:srgbClr val="000099"/>
                </a:solidFill>
                <a:latin typeface="Gill Sans MT" pitchFamily="34" charset="0"/>
              </a:defRPr>
            </a:lvl8pPr>
            <a:lvl9pPr marL="1828800" algn="l" rtl="0" eaLnBrk="0" fontAlgn="base" hangingPunct="0">
              <a:spcBef>
                <a:spcPct val="0"/>
              </a:spcBef>
              <a:spcAft>
                <a:spcPct val="0"/>
              </a:spcAft>
              <a:defRPr sz="4400">
                <a:solidFill>
                  <a:srgbClr val="000099"/>
                </a:solidFill>
                <a:latin typeface="Gill Sans MT" pitchFamily="34" charset="0"/>
              </a:defRPr>
            </a:lvl9pPr>
          </a:lstStyle>
          <a:p>
            <a:r>
              <a:rPr lang="en-US" sz="3600" dirty="0"/>
              <a:t>SDN: control/data plane interaction example</a:t>
            </a:r>
          </a:p>
        </p:txBody>
      </p:sp>
      <p:grpSp>
        <p:nvGrpSpPr>
          <p:cNvPr id="22" name="Group 21"/>
          <p:cNvGrpSpPr/>
          <p:nvPr/>
        </p:nvGrpSpPr>
        <p:grpSpPr>
          <a:xfrm>
            <a:off x="5313965" y="1234279"/>
            <a:ext cx="3388878" cy="858751"/>
            <a:chOff x="5313965" y="1301119"/>
            <a:chExt cx="3388878" cy="858751"/>
          </a:xfrm>
        </p:grpSpPr>
        <p:sp>
          <p:nvSpPr>
            <p:cNvPr id="9" name="TextBox 8"/>
            <p:cNvSpPr txBox="1"/>
            <p:nvPr/>
          </p:nvSpPr>
          <p:spPr>
            <a:xfrm>
              <a:off x="5654651" y="1315023"/>
              <a:ext cx="3048192" cy="844847"/>
            </a:xfrm>
            <a:prstGeom prst="rect">
              <a:avLst/>
            </a:prstGeom>
            <a:noFill/>
          </p:spPr>
          <p:txBody>
            <a:bodyPr wrap="square" rtlCol="0">
              <a:spAutoFit/>
            </a:bodyPr>
            <a:lstStyle/>
            <a:p>
              <a:pPr>
                <a:lnSpc>
                  <a:spcPct val="90000"/>
                </a:lnSpc>
              </a:pPr>
              <a:r>
                <a:rPr lang="en-US" dirty="0">
                  <a:solidFill>
                    <a:srgbClr val="000000"/>
                  </a:solidFill>
                  <a:latin typeface="+mn-lt"/>
                </a:rPr>
                <a:t>S1, experiencing link failure using OpenFlow port status message to notify controller</a:t>
              </a:r>
            </a:p>
          </p:txBody>
        </p:sp>
        <p:grpSp>
          <p:nvGrpSpPr>
            <p:cNvPr id="378" name="Group 377"/>
            <p:cNvGrpSpPr/>
            <p:nvPr/>
          </p:nvGrpSpPr>
          <p:grpSpPr>
            <a:xfrm>
              <a:off x="5313965" y="1301119"/>
              <a:ext cx="338263" cy="369332"/>
              <a:chOff x="418816" y="1964112"/>
              <a:chExt cx="313044" cy="369332"/>
            </a:xfrm>
          </p:grpSpPr>
          <p:sp>
            <p:nvSpPr>
              <p:cNvPr id="379" name="Oval 378"/>
              <p:cNvSpPr/>
              <p:nvPr/>
            </p:nvSpPr>
            <p:spPr>
              <a:xfrm>
                <a:off x="448041" y="2026177"/>
                <a:ext cx="251755" cy="263122"/>
              </a:xfrm>
              <a:prstGeom prst="ellipse">
                <a:avLst/>
              </a:prstGeom>
              <a:solidFill>
                <a:schemeClr val="bg1"/>
              </a:solidFill>
              <a:ln w="12700">
                <a:solidFill>
                  <a:schemeClr val="tx1"/>
                </a:solidFill>
              </a:ln>
            </p:spPr>
            <p:txBody>
              <a:bodyPr vert="horz" wrap="non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a:ln>
                    <a:noFill/>
                  </a:ln>
                  <a:solidFill>
                    <a:schemeClr val="tx1"/>
                  </a:solidFill>
                  <a:effectLst/>
                  <a:latin typeface="Arial"/>
                  <a:cs typeface="Arial"/>
                </a:endParaRPr>
              </a:p>
            </p:txBody>
          </p:sp>
          <p:sp>
            <p:nvSpPr>
              <p:cNvPr id="381" name="TextBox 380"/>
              <p:cNvSpPr txBox="1"/>
              <p:nvPr/>
            </p:nvSpPr>
            <p:spPr>
              <a:xfrm>
                <a:off x="418816" y="1964112"/>
                <a:ext cx="313044" cy="369332"/>
              </a:xfrm>
              <a:prstGeom prst="rect">
                <a:avLst/>
              </a:prstGeom>
              <a:noFill/>
            </p:spPr>
            <p:txBody>
              <a:bodyPr wrap="none" rtlCol="0">
                <a:spAutoFit/>
              </a:bodyPr>
              <a:lstStyle/>
              <a:p>
                <a:r>
                  <a:rPr lang="en-US" dirty="0">
                    <a:latin typeface="Arial"/>
                    <a:cs typeface="Arial"/>
                  </a:rPr>
                  <a:t>1</a:t>
                </a:r>
              </a:p>
            </p:txBody>
          </p:sp>
        </p:grpSp>
      </p:grpSp>
      <p:grpSp>
        <p:nvGrpSpPr>
          <p:cNvPr id="382" name="Group 381"/>
          <p:cNvGrpSpPr/>
          <p:nvPr/>
        </p:nvGrpSpPr>
        <p:grpSpPr>
          <a:xfrm>
            <a:off x="5359418" y="2228890"/>
            <a:ext cx="3388878" cy="858751"/>
            <a:chOff x="5313965" y="1301119"/>
            <a:chExt cx="3388878" cy="858751"/>
          </a:xfrm>
        </p:grpSpPr>
        <p:sp>
          <p:nvSpPr>
            <p:cNvPr id="383" name="TextBox 382"/>
            <p:cNvSpPr txBox="1"/>
            <p:nvPr/>
          </p:nvSpPr>
          <p:spPr>
            <a:xfrm>
              <a:off x="5654651" y="1315023"/>
              <a:ext cx="3048192" cy="844847"/>
            </a:xfrm>
            <a:prstGeom prst="rect">
              <a:avLst/>
            </a:prstGeom>
            <a:noFill/>
          </p:spPr>
          <p:txBody>
            <a:bodyPr wrap="square" rtlCol="0">
              <a:spAutoFit/>
            </a:bodyPr>
            <a:lstStyle/>
            <a:p>
              <a:pPr>
                <a:lnSpc>
                  <a:spcPct val="90000"/>
                </a:lnSpc>
              </a:pPr>
              <a:r>
                <a:rPr lang="en-US" dirty="0">
                  <a:solidFill>
                    <a:srgbClr val="000000"/>
                  </a:solidFill>
                  <a:latin typeface="+mn-lt"/>
                </a:rPr>
                <a:t>SDN controller receives OpenFlow message, updates link status info</a:t>
              </a:r>
            </a:p>
          </p:txBody>
        </p:sp>
        <p:grpSp>
          <p:nvGrpSpPr>
            <p:cNvPr id="384" name="Group 383"/>
            <p:cNvGrpSpPr/>
            <p:nvPr/>
          </p:nvGrpSpPr>
          <p:grpSpPr>
            <a:xfrm>
              <a:off x="5313965" y="1301119"/>
              <a:ext cx="313044" cy="369332"/>
              <a:chOff x="418816" y="1964112"/>
              <a:chExt cx="289705" cy="369332"/>
            </a:xfrm>
          </p:grpSpPr>
          <p:sp>
            <p:nvSpPr>
              <p:cNvPr id="385" name="Oval 384"/>
              <p:cNvSpPr/>
              <p:nvPr/>
            </p:nvSpPr>
            <p:spPr>
              <a:xfrm>
                <a:off x="448041" y="2026177"/>
                <a:ext cx="251755" cy="263122"/>
              </a:xfrm>
              <a:prstGeom prst="ellipse">
                <a:avLst/>
              </a:prstGeom>
              <a:solidFill>
                <a:schemeClr val="bg1"/>
              </a:solidFill>
              <a:ln w="12700">
                <a:solidFill>
                  <a:schemeClr val="tx1"/>
                </a:solidFill>
              </a:ln>
            </p:spPr>
            <p:txBody>
              <a:bodyPr vert="horz" wrap="non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a:ln>
                    <a:noFill/>
                  </a:ln>
                  <a:solidFill>
                    <a:schemeClr val="tx1"/>
                  </a:solidFill>
                  <a:effectLst/>
                  <a:latin typeface="Arial"/>
                  <a:cs typeface="Arial"/>
                </a:endParaRPr>
              </a:p>
            </p:txBody>
          </p:sp>
          <p:sp>
            <p:nvSpPr>
              <p:cNvPr id="387" name="TextBox 386"/>
              <p:cNvSpPr txBox="1"/>
              <p:nvPr/>
            </p:nvSpPr>
            <p:spPr>
              <a:xfrm>
                <a:off x="418816" y="1964112"/>
                <a:ext cx="289705" cy="369332"/>
              </a:xfrm>
              <a:prstGeom prst="rect">
                <a:avLst/>
              </a:prstGeom>
              <a:noFill/>
            </p:spPr>
            <p:txBody>
              <a:bodyPr wrap="none" rtlCol="0">
                <a:spAutoFit/>
              </a:bodyPr>
              <a:lstStyle/>
              <a:p>
                <a:r>
                  <a:rPr lang="en-US" dirty="0">
                    <a:latin typeface="Arial"/>
                    <a:cs typeface="Arial"/>
                  </a:rPr>
                  <a:t>2</a:t>
                </a:r>
              </a:p>
            </p:txBody>
          </p:sp>
        </p:grpSp>
      </p:grpSp>
      <p:grpSp>
        <p:nvGrpSpPr>
          <p:cNvPr id="388" name="Group 387"/>
          <p:cNvGrpSpPr/>
          <p:nvPr/>
        </p:nvGrpSpPr>
        <p:grpSpPr>
          <a:xfrm>
            <a:off x="5364768" y="3156658"/>
            <a:ext cx="3388878" cy="1357349"/>
            <a:chOff x="5313965" y="1301119"/>
            <a:chExt cx="3388878" cy="1357349"/>
          </a:xfrm>
        </p:grpSpPr>
        <p:sp>
          <p:nvSpPr>
            <p:cNvPr id="389" name="TextBox 388"/>
            <p:cNvSpPr txBox="1"/>
            <p:nvPr/>
          </p:nvSpPr>
          <p:spPr>
            <a:xfrm>
              <a:off x="5654651" y="1315023"/>
              <a:ext cx="3048192" cy="1343445"/>
            </a:xfrm>
            <a:prstGeom prst="rect">
              <a:avLst/>
            </a:prstGeom>
            <a:noFill/>
          </p:spPr>
          <p:txBody>
            <a:bodyPr wrap="square" rtlCol="0">
              <a:spAutoFit/>
            </a:bodyPr>
            <a:lstStyle/>
            <a:p>
              <a:pPr>
                <a:lnSpc>
                  <a:spcPct val="90000"/>
                </a:lnSpc>
              </a:pPr>
              <a:r>
                <a:rPr lang="en-US" dirty="0">
                  <a:solidFill>
                    <a:srgbClr val="000000"/>
                  </a:solidFill>
                  <a:latin typeface="+mn-lt"/>
                </a:rPr>
                <a:t>Dijkstra’s routing algorithm application has previously registered to be called when ever link status changes.  It is called.</a:t>
              </a:r>
            </a:p>
          </p:txBody>
        </p:sp>
        <p:grpSp>
          <p:nvGrpSpPr>
            <p:cNvPr id="390" name="Group 389"/>
            <p:cNvGrpSpPr/>
            <p:nvPr/>
          </p:nvGrpSpPr>
          <p:grpSpPr>
            <a:xfrm>
              <a:off x="5313965" y="1301119"/>
              <a:ext cx="313044" cy="369332"/>
              <a:chOff x="418816" y="1964112"/>
              <a:chExt cx="289705" cy="369332"/>
            </a:xfrm>
          </p:grpSpPr>
          <p:sp>
            <p:nvSpPr>
              <p:cNvPr id="391" name="Oval 390"/>
              <p:cNvSpPr/>
              <p:nvPr/>
            </p:nvSpPr>
            <p:spPr>
              <a:xfrm>
                <a:off x="448041" y="2026177"/>
                <a:ext cx="251755" cy="263122"/>
              </a:xfrm>
              <a:prstGeom prst="ellipse">
                <a:avLst/>
              </a:prstGeom>
              <a:solidFill>
                <a:schemeClr val="bg1"/>
              </a:solidFill>
              <a:ln w="12700">
                <a:solidFill>
                  <a:schemeClr val="tx1"/>
                </a:solidFill>
              </a:ln>
            </p:spPr>
            <p:txBody>
              <a:bodyPr vert="horz" wrap="non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a:ln>
                    <a:noFill/>
                  </a:ln>
                  <a:solidFill>
                    <a:schemeClr val="tx1"/>
                  </a:solidFill>
                  <a:effectLst/>
                  <a:latin typeface="Arial"/>
                  <a:cs typeface="Arial"/>
                </a:endParaRPr>
              </a:p>
            </p:txBody>
          </p:sp>
          <p:sp>
            <p:nvSpPr>
              <p:cNvPr id="392" name="TextBox 391"/>
              <p:cNvSpPr txBox="1"/>
              <p:nvPr/>
            </p:nvSpPr>
            <p:spPr>
              <a:xfrm>
                <a:off x="418816" y="1964112"/>
                <a:ext cx="289705" cy="369332"/>
              </a:xfrm>
              <a:prstGeom prst="rect">
                <a:avLst/>
              </a:prstGeom>
              <a:noFill/>
            </p:spPr>
            <p:txBody>
              <a:bodyPr wrap="none" rtlCol="0">
                <a:spAutoFit/>
              </a:bodyPr>
              <a:lstStyle/>
              <a:p>
                <a:r>
                  <a:rPr lang="en-US" dirty="0">
                    <a:latin typeface="Arial"/>
                    <a:cs typeface="Arial"/>
                  </a:rPr>
                  <a:t>3</a:t>
                </a:r>
              </a:p>
            </p:txBody>
          </p:sp>
        </p:grpSp>
      </p:grpSp>
      <p:grpSp>
        <p:nvGrpSpPr>
          <p:cNvPr id="393" name="Group 392"/>
          <p:cNvGrpSpPr/>
          <p:nvPr/>
        </p:nvGrpSpPr>
        <p:grpSpPr>
          <a:xfrm>
            <a:off x="5356749" y="4538949"/>
            <a:ext cx="3388878" cy="1108050"/>
            <a:chOff x="5313965" y="1301119"/>
            <a:chExt cx="3388878" cy="1108050"/>
          </a:xfrm>
        </p:grpSpPr>
        <p:sp>
          <p:nvSpPr>
            <p:cNvPr id="394" name="TextBox 393"/>
            <p:cNvSpPr txBox="1"/>
            <p:nvPr/>
          </p:nvSpPr>
          <p:spPr>
            <a:xfrm>
              <a:off x="5654651" y="1315023"/>
              <a:ext cx="3048192" cy="1094146"/>
            </a:xfrm>
            <a:prstGeom prst="rect">
              <a:avLst/>
            </a:prstGeom>
            <a:noFill/>
          </p:spPr>
          <p:txBody>
            <a:bodyPr wrap="square" rtlCol="0">
              <a:spAutoFit/>
            </a:bodyPr>
            <a:lstStyle/>
            <a:p>
              <a:pPr>
                <a:lnSpc>
                  <a:spcPct val="90000"/>
                </a:lnSpc>
              </a:pPr>
              <a:r>
                <a:rPr lang="en-US" dirty="0">
                  <a:solidFill>
                    <a:srgbClr val="000000"/>
                  </a:solidFill>
                  <a:latin typeface="+mn-lt"/>
                </a:rPr>
                <a:t>Dijkstra’s routing algorithm access network graph info, link state info in controller,  computes new routes</a:t>
              </a:r>
            </a:p>
          </p:txBody>
        </p:sp>
        <p:grpSp>
          <p:nvGrpSpPr>
            <p:cNvPr id="395" name="Group 394"/>
            <p:cNvGrpSpPr/>
            <p:nvPr/>
          </p:nvGrpSpPr>
          <p:grpSpPr>
            <a:xfrm>
              <a:off x="5313965" y="1301119"/>
              <a:ext cx="313044" cy="369332"/>
              <a:chOff x="418816" y="1964112"/>
              <a:chExt cx="289705" cy="369332"/>
            </a:xfrm>
          </p:grpSpPr>
          <p:sp>
            <p:nvSpPr>
              <p:cNvPr id="396" name="Oval 395"/>
              <p:cNvSpPr/>
              <p:nvPr/>
            </p:nvSpPr>
            <p:spPr>
              <a:xfrm>
                <a:off x="448041" y="2026177"/>
                <a:ext cx="251755" cy="263122"/>
              </a:xfrm>
              <a:prstGeom prst="ellipse">
                <a:avLst/>
              </a:prstGeom>
              <a:solidFill>
                <a:schemeClr val="bg1"/>
              </a:solidFill>
              <a:ln w="12700">
                <a:solidFill>
                  <a:schemeClr val="tx1"/>
                </a:solidFill>
              </a:ln>
            </p:spPr>
            <p:txBody>
              <a:bodyPr vert="horz" wrap="non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a:ln>
                    <a:noFill/>
                  </a:ln>
                  <a:solidFill>
                    <a:schemeClr val="tx1"/>
                  </a:solidFill>
                  <a:effectLst/>
                  <a:latin typeface="Arial"/>
                  <a:cs typeface="Arial"/>
                </a:endParaRPr>
              </a:p>
            </p:txBody>
          </p:sp>
          <p:sp>
            <p:nvSpPr>
              <p:cNvPr id="397" name="TextBox 396"/>
              <p:cNvSpPr txBox="1"/>
              <p:nvPr/>
            </p:nvSpPr>
            <p:spPr>
              <a:xfrm>
                <a:off x="418816" y="1964112"/>
                <a:ext cx="289705" cy="369332"/>
              </a:xfrm>
              <a:prstGeom prst="rect">
                <a:avLst/>
              </a:prstGeom>
              <a:noFill/>
            </p:spPr>
            <p:txBody>
              <a:bodyPr wrap="none" rtlCol="0">
                <a:spAutoFit/>
              </a:bodyPr>
              <a:lstStyle/>
              <a:p>
                <a:r>
                  <a:rPr lang="en-US" dirty="0">
                    <a:latin typeface="Arial"/>
                    <a:cs typeface="Arial"/>
                  </a:rPr>
                  <a:t>4</a:t>
                </a:r>
              </a:p>
            </p:txBody>
          </p:sp>
        </p:grpSp>
      </p:grpSp>
      <p:sp>
        <p:nvSpPr>
          <p:cNvPr id="398" name="Slide Number Placeholder 5"/>
          <p:cNvSpPr>
            <a:spLocks noGrp="1"/>
          </p:cNvSpPr>
          <p:nvPr>
            <p:ph type="sldNum" sz="quarter" idx="12"/>
          </p:nvPr>
        </p:nvSpPr>
        <p:spPr>
          <a:xfrm>
            <a:off x="8456154" y="6475895"/>
            <a:ext cx="548655" cy="272319"/>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200" dirty="0">
                <a:latin typeface="Tahoma" charset="0"/>
              </a:rPr>
              <a:t>5-</a:t>
            </a:r>
            <a:fld id="{8E8C6E93-DF5B-BC4B-80F9-500DED1EEDCC}" type="slidenum">
              <a:rPr lang="en-US" sz="1200">
                <a:latin typeface="Tahoma" charset="0"/>
              </a:rPr>
              <a:pPr/>
              <a:t>110</a:t>
            </a:fld>
            <a:endParaRPr lang="en-US" sz="1200" dirty="0">
              <a:latin typeface="Tahoma" charset="0"/>
            </a:endParaRPr>
          </a:p>
        </p:txBody>
      </p:sp>
      <p:sp>
        <p:nvSpPr>
          <p:cNvPr id="399" name="Footer Placeholder 2"/>
          <p:cNvSpPr>
            <a:spLocks noGrp="1"/>
          </p:cNvSpPr>
          <p:nvPr>
            <p:ph type="ftr" sz="quarter" idx="11"/>
          </p:nvPr>
        </p:nvSpPr>
        <p:spPr>
          <a:xfrm>
            <a:off x="6375496" y="6475081"/>
            <a:ext cx="2177473" cy="241541"/>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200" dirty="0">
                <a:solidFill>
                  <a:srgbClr val="000000"/>
                </a:solidFill>
                <a:latin typeface="Tahoma" charset="0"/>
                <a:cs typeface="Arial" charset="0"/>
              </a:rPr>
              <a:t>Network Layer: Control Plane</a:t>
            </a:r>
          </a:p>
        </p:txBody>
      </p:sp>
    </p:spTree>
    <p:extLst>
      <p:ext uri="{BB962C8B-B14F-4D97-AF65-F5344CB8AC3E}">
        <p14:creationId xmlns:p14="http://schemas.microsoft.com/office/powerpoint/2010/main" val="8700783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2"/>
                                        </p:tgtEl>
                                        <p:attrNameLst>
                                          <p:attrName>style.visibility</p:attrName>
                                        </p:attrNameLst>
                                      </p:cBhvr>
                                      <p:to>
                                        <p:strVal val="visible"/>
                                      </p:to>
                                    </p:set>
                                    <p:animEffect transition="in" filter="dissolve">
                                      <p:cBhvr>
                                        <p:cTn id="7" dur="500"/>
                                        <p:tgtEl>
                                          <p:spTgt spid="2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382"/>
                                        </p:tgtEl>
                                        <p:attrNameLst>
                                          <p:attrName>style.visibility</p:attrName>
                                        </p:attrNameLst>
                                      </p:cBhvr>
                                      <p:to>
                                        <p:strVal val="visible"/>
                                      </p:to>
                                    </p:set>
                                    <p:animEffect transition="in" filter="dissolve">
                                      <p:cBhvr>
                                        <p:cTn id="12" dur="500"/>
                                        <p:tgtEl>
                                          <p:spTgt spid="382"/>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388"/>
                                        </p:tgtEl>
                                        <p:attrNameLst>
                                          <p:attrName>style.visibility</p:attrName>
                                        </p:attrNameLst>
                                      </p:cBhvr>
                                      <p:to>
                                        <p:strVal val="visible"/>
                                      </p:to>
                                    </p:set>
                                    <p:animEffect transition="in" filter="dissolve">
                                      <p:cBhvr>
                                        <p:cTn id="17" dur="500"/>
                                        <p:tgtEl>
                                          <p:spTgt spid="388"/>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393"/>
                                        </p:tgtEl>
                                        <p:attrNameLst>
                                          <p:attrName>style.visibility</p:attrName>
                                        </p:attrNameLst>
                                      </p:cBhvr>
                                      <p:to>
                                        <p:strVal val="visible"/>
                                      </p:to>
                                    </p:set>
                                    <p:animEffect transition="in" filter="dissolve">
                                      <p:cBhvr>
                                        <p:cTn id="22" dur="500"/>
                                        <p:tgtEl>
                                          <p:spTgt spid="39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5" name="Rounded Rectangle 374"/>
          <p:cNvSpPr/>
          <p:nvPr/>
        </p:nvSpPr>
        <p:spPr>
          <a:xfrm>
            <a:off x="441168" y="2793983"/>
            <a:ext cx="4211052" cy="1062452"/>
          </a:xfrm>
          <a:prstGeom prst="roundRect">
            <a:avLst/>
          </a:prstGeom>
          <a:solidFill>
            <a:schemeClr val="accent5">
              <a:lumMod val="75000"/>
            </a:schemeClr>
          </a:solidFill>
          <a:ln w="12700">
            <a:noFill/>
            <a:tailEnd type="arrow"/>
          </a:ln>
        </p:spPr>
        <p:txBody>
          <a:bodyPr vert="horz" wrap="non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a:ln>
                <a:noFill/>
              </a:ln>
              <a:solidFill>
                <a:schemeClr val="tx1"/>
              </a:solidFill>
              <a:effectLst/>
              <a:latin typeface="Arial" charset="0"/>
            </a:endParaRPr>
          </a:p>
        </p:txBody>
      </p:sp>
      <p:sp>
        <p:nvSpPr>
          <p:cNvPr id="380" name="Rounded Rectangle 379"/>
          <p:cNvSpPr/>
          <p:nvPr/>
        </p:nvSpPr>
        <p:spPr>
          <a:xfrm>
            <a:off x="467904" y="3990524"/>
            <a:ext cx="4184316" cy="545543"/>
          </a:xfrm>
          <a:prstGeom prst="roundRect">
            <a:avLst/>
          </a:prstGeom>
          <a:solidFill>
            <a:schemeClr val="accent5">
              <a:lumMod val="75000"/>
            </a:schemeClr>
          </a:solidFill>
          <a:ln w="12700">
            <a:noFill/>
            <a:tailEnd type="arrow"/>
          </a:ln>
        </p:spPr>
        <p:txBody>
          <a:bodyPr vert="horz" wrap="non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a:ln>
                <a:noFill/>
              </a:ln>
              <a:solidFill>
                <a:schemeClr val="tx1"/>
              </a:solidFill>
              <a:effectLst/>
              <a:latin typeface="Arial" charset="0"/>
            </a:endParaRPr>
          </a:p>
        </p:txBody>
      </p:sp>
      <p:cxnSp>
        <p:nvCxnSpPr>
          <p:cNvPr id="386" name="Straight Connector 385"/>
          <p:cNvCxnSpPr/>
          <p:nvPr/>
        </p:nvCxnSpPr>
        <p:spPr bwMode="auto">
          <a:xfrm>
            <a:off x="508006" y="4638847"/>
            <a:ext cx="4104106" cy="0"/>
          </a:xfrm>
          <a:prstGeom prst="line">
            <a:avLst/>
          </a:prstGeom>
          <a:solidFill>
            <a:schemeClr val="accent1"/>
          </a:solidFill>
          <a:ln w="19050" cap="flat" cmpd="sng" algn="ctr">
            <a:solidFill>
              <a:schemeClr val="tx1"/>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grpSp>
        <p:nvGrpSpPr>
          <p:cNvPr id="401" name="Group 400"/>
          <p:cNvGrpSpPr/>
          <p:nvPr/>
        </p:nvGrpSpPr>
        <p:grpSpPr>
          <a:xfrm>
            <a:off x="590136" y="3368823"/>
            <a:ext cx="1244650" cy="411995"/>
            <a:chOff x="3128876" y="457817"/>
            <a:chExt cx="1432326" cy="459826"/>
          </a:xfrm>
        </p:grpSpPr>
        <p:sp>
          <p:nvSpPr>
            <p:cNvPr id="402" name="Rounded Rectangle 401"/>
            <p:cNvSpPr/>
            <p:nvPr/>
          </p:nvSpPr>
          <p:spPr>
            <a:xfrm>
              <a:off x="3128876" y="457817"/>
              <a:ext cx="1432326" cy="459826"/>
            </a:xfrm>
            <a:prstGeom prst="roundRect">
              <a:avLst/>
            </a:prstGeom>
            <a:solidFill>
              <a:schemeClr val="accent1">
                <a:lumMod val="60000"/>
                <a:lumOff val="40000"/>
              </a:schemeClr>
            </a:solidFill>
            <a:ln w="12700">
              <a:solidFill>
                <a:schemeClr val="accent1">
                  <a:lumMod val="20000"/>
                  <a:lumOff val="80000"/>
                </a:schemeClr>
              </a:solidFill>
            </a:ln>
            <a:effectLst>
              <a:outerShdw blurRad="50800" dist="38100" dir="2700000" algn="tl" rotWithShape="0">
                <a:schemeClr val="accent1">
                  <a:lumMod val="75000"/>
                  <a:alpha val="99000"/>
                </a:schemeClr>
              </a:outerShdw>
            </a:effectLst>
          </p:spPr>
          <p:txBody>
            <a:bodyPr vert="horz" wrap="non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a:ln>
                  <a:noFill/>
                </a:ln>
                <a:solidFill>
                  <a:schemeClr val="tx1"/>
                </a:solidFill>
                <a:effectLst/>
                <a:latin typeface="Arial" charset="0"/>
              </a:endParaRPr>
            </a:p>
          </p:txBody>
        </p:sp>
        <p:sp>
          <p:nvSpPr>
            <p:cNvPr id="403" name="TextBox 402"/>
            <p:cNvSpPr txBox="1"/>
            <p:nvPr/>
          </p:nvSpPr>
          <p:spPr>
            <a:xfrm>
              <a:off x="3178769" y="541671"/>
              <a:ext cx="1302385" cy="299227"/>
            </a:xfrm>
            <a:prstGeom prst="rect">
              <a:avLst/>
            </a:prstGeom>
            <a:noFill/>
          </p:spPr>
          <p:txBody>
            <a:bodyPr wrap="none" rtlCol="0">
              <a:spAutoFit/>
            </a:bodyPr>
            <a:lstStyle/>
            <a:p>
              <a:pPr algn="ctr">
                <a:lnSpc>
                  <a:spcPts val="1600"/>
                </a:lnSpc>
              </a:pPr>
              <a:r>
                <a:rPr lang="en-US" sz="1400" dirty="0">
                  <a:latin typeface="Arial"/>
                  <a:cs typeface="Arial"/>
                </a:rPr>
                <a:t>Link-state info</a:t>
              </a:r>
            </a:p>
          </p:txBody>
        </p:sp>
      </p:grpSp>
      <p:grpSp>
        <p:nvGrpSpPr>
          <p:cNvPr id="404" name="Group 403"/>
          <p:cNvGrpSpPr/>
          <p:nvPr/>
        </p:nvGrpSpPr>
        <p:grpSpPr>
          <a:xfrm>
            <a:off x="3459852" y="3382192"/>
            <a:ext cx="1165638" cy="398626"/>
            <a:chOff x="3034354" y="534843"/>
            <a:chExt cx="1525489" cy="382800"/>
          </a:xfrm>
        </p:grpSpPr>
        <p:sp>
          <p:nvSpPr>
            <p:cNvPr id="405" name="Rounded Rectangle 404"/>
            <p:cNvSpPr/>
            <p:nvPr/>
          </p:nvSpPr>
          <p:spPr>
            <a:xfrm>
              <a:off x="3128876" y="534843"/>
              <a:ext cx="1325987" cy="382800"/>
            </a:xfrm>
            <a:prstGeom prst="roundRect">
              <a:avLst/>
            </a:prstGeom>
            <a:solidFill>
              <a:schemeClr val="accent1">
                <a:lumMod val="60000"/>
                <a:lumOff val="40000"/>
              </a:schemeClr>
            </a:solidFill>
            <a:ln w="12700">
              <a:solidFill>
                <a:schemeClr val="accent1">
                  <a:lumMod val="20000"/>
                  <a:lumOff val="80000"/>
                </a:schemeClr>
              </a:solidFill>
            </a:ln>
            <a:effectLst>
              <a:outerShdw blurRad="50800" dist="38100" dir="2700000" algn="tl" rotWithShape="0">
                <a:schemeClr val="accent1">
                  <a:lumMod val="75000"/>
                  <a:alpha val="99000"/>
                </a:schemeClr>
              </a:outerShdw>
            </a:effectLst>
          </p:spPr>
          <p:txBody>
            <a:bodyPr vert="horz" wrap="non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a:ln>
                  <a:noFill/>
                </a:ln>
                <a:solidFill>
                  <a:schemeClr val="tx1"/>
                </a:solidFill>
                <a:effectLst/>
                <a:latin typeface="Arial" charset="0"/>
              </a:endParaRPr>
            </a:p>
          </p:txBody>
        </p:sp>
        <p:sp>
          <p:nvSpPr>
            <p:cNvPr id="406" name="TextBox 405"/>
            <p:cNvSpPr txBox="1"/>
            <p:nvPr/>
          </p:nvSpPr>
          <p:spPr>
            <a:xfrm>
              <a:off x="3034354" y="593020"/>
              <a:ext cx="1525489" cy="299227"/>
            </a:xfrm>
            <a:prstGeom prst="rect">
              <a:avLst/>
            </a:prstGeom>
            <a:noFill/>
          </p:spPr>
          <p:txBody>
            <a:bodyPr wrap="none" rtlCol="0">
              <a:spAutoFit/>
            </a:bodyPr>
            <a:lstStyle/>
            <a:p>
              <a:pPr algn="ctr">
                <a:lnSpc>
                  <a:spcPts val="1600"/>
                </a:lnSpc>
              </a:pPr>
              <a:r>
                <a:rPr lang="en-US" sz="1400" dirty="0">
                  <a:latin typeface="Arial"/>
                  <a:cs typeface="Arial"/>
                </a:rPr>
                <a:t>switch info</a:t>
              </a:r>
            </a:p>
          </p:txBody>
        </p:sp>
      </p:grpSp>
      <p:grpSp>
        <p:nvGrpSpPr>
          <p:cNvPr id="407" name="Group 406"/>
          <p:cNvGrpSpPr/>
          <p:nvPr/>
        </p:nvGrpSpPr>
        <p:grpSpPr>
          <a:xfrm>
            <a:off x="1982268" y="3368823"/>
            <a:ext cx="960359" cy="411995"/>
            <a:chOff x="3128876" y="457817"/>
            <a:chExt cx="1432326" cy="459826"/>
          </a:xfrm>
        </p:grpSpPr>
        <p:sp>
          <p:nvSpPr>
            <p:cNvPr id="408" name="Rounded Rectangle 407"/>
            <p:cNvSpPr/>
            <p:nvPr/>
          </p:nvSpPr>
          <p:spPr>
            <a:xfrm>
              <a:off x="3128876" y="457817"/>
              <a:ext cx="1432326" cy="459826"/>
            </a:xfrm>
            <a:prstGeom prst="roundRect">
              <a:avLst/>
            </a:prstGeom>
            <a:solidFill>
              <a:schemeClr val="accent1">
                <a:lumMod val="60000"/>
                <a:lumOff val="40000"/>
              </a:schemeClr>
            </a:solidFill>
            <a:ln w="12700">
              <a:solidFill>
                <a:schemeClr val="accent1">
                  <a:lumMod val="20000"/>
                  <a:lumOff val="80000"/>
                </a:schemeClr>
              </a:solidFill>
            </a:ln>
            <a:effectLst>
              <a:outerShdw blurRad="50800" dist="38100" dir="2700000" algn="tl" rotWithShape="0">
                <a:schemeClr val="accent1">
                  <a:lumMod val="75000"/>
                  <a:alpha val="99000"/>
                </a:schemeClr>
              </a:outerShdw>
            </a:effectLst>
          </p:spPr>
          <p:txBody>
            <a:bodyPr vert="horz" wrap="non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a:ln>
                  <a:noFill/>
                </a:ln>
                <a:solidFill>
                  <a:schemeClr val="tx1"/>
                </a:solidFill>
                <a:effectLst/>
                <a:latin typeface="Arial" charset="0"/>
              </a:endParaRPr>
            </a:p>
          </p:txBody>
        </p:sp>
        <p:sp>
          <p:nvSpPr>
            <p:cNvPr id="409" name="TextBox 408"/>
            <p:cNvSpPr txBox="1"/>
            <p:nvPr/>
          </p:nvSpPr>
          <p:spPr>
            <a:xfrm>
              <a:off x="3205754" y="541671"/>
              <a:ext cx="1287660" cy="299227"/>
            </a:xfrm>
            <a:prstGeom prst="rect">
              <a:avLst/>
            </a:prstGeom>
            <a:noFill/>
          </p:spPr>
          <p:txBody>
            <a:bodyPr wrap="none" rtlCol="0">
              <a:spAutoFit/>
            </a:bodyPr>
            <a:lstStyle/>
            <a:p>
              <a:pPr algn="ctr">
                <a:lnSpc>
                  <a:spcPts val="1600"/>
                </a:lnSpc>
              </a:pPr>
              <a:r>
                <a:rPr lang="en-US" sz="1400" dirty="0">
                  <a:latin typeface="Arial"/>
                  <a:cs typeface="Arial"/>
                </a:rPr>
                <a:t>host info</a:t>
              </a:r>
            </a:p>
          </p:txBody>
        </p:sp>
      </p:grpSp>
      <p:grpSp>
        <p:nvGrpSpPr>
          <p:cNvPr id="410" name="Group 409"/>
          <p:cNvGrpSpPr/>
          <p:nvPr/>
        </p:nvGrpSpPr>
        <p:grpSpPr>
          <a:xfrm>
            <a:off x="521932" y="2874191"/>
            <a:ext cx="889706" cy="382826"/>
            <a:chOff x="3128876" y="457817"/>
            <a:chExt cx="1432326" cy="459826"/>
          </a:xfrm>
        </p:grpSpPr>
        <p:sp>
          <p:nvSpPr>
            <p:cNvPr id="411" name="Rounded Rectangle 410"/>
            <p:cNvSpPr/>
            <p:nvPr/>
          </p:nvSpPr>
          <p:spPr>
            <a:xfrm>
              <a:off x="3128876" y="457817"/>
              <a:ext cx="1432326" cy="459826"/>
            </a:xfrm>
            <a:prstGeom prst="roundRect">
              <a:avLst/>
            </a:prstGeom>
            <a:solidFill>
              <a:schemeClr val="accent1">
                <a:lumMod val="60000"/>
                <a:lumOff val="40000"/>
              </a:schemeClr>
            </a:solidFill>
            <a:ln w="12700">
              <a:solidFill>
                <a:schemeClr val="accent1">
                  <a:lumMod val="20000"/>
                  <a:lumOff val="80000"/>
                </a:schemeClr>
              </a:solidFill>
            </a:ln>
            <a:effectLst>
              <a:outerShdw blurRad="50800" dist="38100" dir="2700000" algn="tl" rotWithShape="0">
                <a:schemeClr val="accent1">
                  <a:lumMod val="75000"/>
                  <a:alpha val="99000"/>
                </a:schemeClr>
              </a:outerShdw>
            </a:effectLst>
          </p:spPr>
          <p:txBody>
            <a:bodyPr vert="horz" wrap="non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a:ln>
                  <a:noFill/>
                </a:ln>
                <a:solidFill>
                  <a:schemeClr val="tx1"/>
                </a:solidFill>
                <a:effectLst/>
                <a:latin typeface="Arial" charset="0"/>
              </a:endParaRPr>
            </a:p>
          </p:txBody>
        </p:sp>
        <p:sp>
          <p:nvSpPr>
            <p:cNvPr id="412" name="TextBox 411"/>
            <p:cNvSpPr txBox="1"/>
            <p:nvPr/>
          </p:nvSpPr>
          <p:spPr>
            <a:xfrm>
              <a:off x="3198565" y="509557"/>
              <a:ext cx="1302043" cy="299227"/>
            </a:xfrm>
            <a:prstGeom prst="rect">
              <a:avLst/>
            </a:prstGeom>
            <a:noFill/>
          </p:spPr>
          <p:txBody>
            <a:bodyPr wrap="none" rtlCol="0">
              <a:spAutoFit/>
            </a:bodyPr>
            <a:lstStyle/>
            <a:p>
              <a:pPr algn="ctr">
                <a:lnSpc>
                  <a:spcPts val="1600"/>
                </a:lnSpc>
              </a:pPr>
              <a:r>
                <a:rPr lang="en-US" sz="1400" dirty="0">
                  <a:latin typeface="Arial"/>
                  <a:cs typeface="Arial"/>
                </a:rPr>
                <a:t>statistics</a:t>
              </a:r>
            </a:p>
          </p:txBody>
        </p:sp>
      </p:grpSp>
      <p:grpSp>
        <p:nvGrpSpPr>
          <p:cNvPr id="413" name="Group 412"/>
          <p:cNvGrpSpPr/>
          <p:nvPr/>
        </p:nvGrpSpPr>
        <p:grpSpPr>
          <a:xfrm>
            <a:off x="3249716" y="2860821"/>
            <a:ext cx="1032905" cy="404965"/>
            <a:chOff x="3099264" y="457817"/>
            <a:chExt cx="1540525" cy="459826"/>
          </a:xfrm>
        </p:grpSpPr>
        <p:sp>
          <p:nvSpPr>
            <p:cNvPr id="414" name="Rounded Rectangle 413"/>
            <p:cNvSpPr/>
            <p:nvPr/>
          </p:nvSpPr>
          <p:spPr>
            <a:xfrm>
              <a:off x="3128876" y="457817"/>
              <a:ext cx="1432326" cy="459826"/>
            </a:xfrm>
            <a:prstGeom prst="roundRect">
              <a:avLst/>
            </a:prstGeom>
            <a:solidFill>
              <a:schemeClr val="accent1">
                <a:lumMod val="60000"/>
                <a:lumOff val="40000"/>
              </a:schemeClr>
            </a:solidFill>
            <a:ln w="12700">
              <a:solidFill>
                <a:schemeClr val="accent1">
                  <a:lumMod val="20000"/>
                  <a:lumOff val="80000"/>
                </a:schemeClr>
              </a:solidFill>
            </a:ln>
            <a:effectLst>
              <a:outerShdw blurRad="50800" dist="38100" dir="2700000" algn="tl" rotWithShape="0">
                <a:schemeClr val="accent1">
                  <a:lumMod val="75000"/>
                  <a:alpha val="99000"/>
                </a:schemeClr>
              </a:outerShdw>
            </a:effectLst>
          </p:spPr>
          <p:txBody>
            <a:bodyPr vert="horz" wrap="non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a:ln>
                  <a:noFill/>
                </a:ln>
                <a:solidFill>
                  <a:schemeClr val="tx1"/>
                </a:solidFill>
                <a:effectLst/>
                <a:latin typeface="Arial" charset="0"/>
              </a:endParaRPr>
            </a:p>
          </p:txBody>
        </p:sp>
        <p:sp>
          <p:nvSpPr>
            <p:cNvPr id="415" name="TextBox 414"/>
            <p:cNvSpPr txBox="1"/>
            <p:nvPr/>
          </p:nvSpPr>
          <p:spPr>
            <a:xfrm>
              <a:off x="3099264" y="526493"/>
              <a:ext cx="1540525" cy="299227"/>
            </a:xfrm>
            <a:prstGeom prst="rect">
              <a:avLst/>
            </a:prstGeom>
            <a:noFill/>
          </p:spPr>
          <p:txBody>
            <a:bodyPr wrap="none" rtlCol="0">
              <a:spAutoFit/>
            </a:bodyPr>
            <a:lstStyle/>
            <a:p>
              <a:pPr algn="ctr">
                <a:lnSpc>
                  <a:spcPts val="1600"/>
                </a:lnSpc>
              </a:pPr>
              <a:r>
                <a:rPr lang="en-US" sz="1400" dirty="0">
                  <a:latin typeface="Arial"/>
                  <a:cs typeface="Arial"/>
                </a:rPr>
                <a:t>flow tables</a:t>
              </a:r>
            </a:p>
          </p:txBody>
        </p:sp>
      </p:grpSp>
      <p:sp>
        <p:nvSpPr>
          <p:cNvPr id="416" name="TextBox 415"/>
          <p:cNvSpPr txBox="1"/>
          <p:nvPr/>
        </p:nvSpPr>
        <p:spPr>
          <a:xfrm>
            <a:off x="2458723" y="2496236"/>
            <a:ext cx="570238" cy="1077218"/>
          </a:xfrm>
          <a:prstGeom prst="rect">
            <a:avLst/>
          </a:prstGeom>
          <a:noFill/>
        </p:spPr>
        <p:txBody>
          <a:bodyPr wrap="square" rtlCol="0">
            <a:spAutoFit/>
          </a:bodyPr>
          <a:lstStyle/>
          <a:p>
            <a:r>
              <a:rPr lang="en-US" sz="3200" dirty="0">
                <a:solidFill>
                  <a:schemeClr val="accent1">
                    <a:lumMod val="60000"/>
                    <a:lumOff val="40000"/>
                  </a:schemeClr>
                </a:solidFill>
              </a:rPr>
              <a:t>…  </a:t>
            </a:r>
          </a:p>
        </p:txBody>
      </p:sp>
      <p:sp>
        <p:nvSpPr>
          <p:cNvPr id="417" name="TextBox 416"/>
          <p:cNvSpPr txBox="1"/>
          <p:nvPr/>
        </p:nvSpPr>
        <p:spPr>
          <a:xfrm>
            <a:off x="3005244" y="3133033"/>
            <a:ext cx="595035" cy="584776"/>
          </a:xfrm>
          <a:prstGeom prst="rect">
            <a:avLst/>
          </a:prstGeom>
          <a:noFill/>
        </p:spPr>
        <p:txBody>
          <a:bodyPr wrap="none" rtlCol="0">
            <a:spAutoFit/>
          </a:bodyPr>
          <a:lstStyle/>
          <a:p>
            <a:r>
              <a:rPr lang="en-US" sz="3200" dirty="0">
                <a:solidFill>
                  <a:schemeClr val="accent1">
                    <a:lumMod val="60000"/>
                    <a:lumOff val="40000"/>
                  </a:schemeClr>
                </a:solidFill>
              </a:rPr>
              <a:t>…  </a:t>
            </a:r>
          </a:p>
        </p:txBody>
      </p:sp>
      <p:grpSp>
        <p:nvGrpSpPr>
          <p:cNvPr id="418" name="Group 417"/>
          <p:cNvGrpSpPr/>
          <p:nvPr/>
        </p:nvGrpSpPr>
        <p:grpSpPr>
          <a:xfrm>
            <a:off x="1076595" y="4121691"/>
            <a:ext cx="1257452" cy="286824"/>
            <a:chOff x="3128876" y="457775"/>
            <a:chExt cx="1432326" cy="459868"/>
          </a:xfrm>
        </p:grpSpPr>
        <p:sp>
          <p:nvSpPr>
            <p:cNvPr id="419" name="Rounded Rectangle 418"/>
            <p:cNvSpPr/>
            <p:nvPr/>
          </p:nvSpPr>
          <p:spPr>
            <a:xfrm>
              <a:off x="3128876" y="457817"/>
              <a:ext cx="1432326" cy="459826"/>
            </a:xfrm>
            <a:prstGeom prst="roundRect">
              <a:avLst/>
            </a:prstGeom>
            <a:solidFill>
              <a:schemeClr val="accent1">
                <a:lumMod val="60000"/>
                <a:lumOff val="40000"/>
              </a:schemeClr>
            </a:solidFill>
            <a:ln w="12700">
              <a:solidFill>
                <a:schemeClr val="accent1">
                  <a:lumMod val="20000"/>
                  <a:lumOff val="80000"/>
                </a:schemeClr>
              </a:solidFill>
            </a:ln>
            <a:effectLst>
              <a:outerShdw blurRad="50800" dist="38100" dir="2700000" algn="tl" rotWithShape="0">
                <a:schemeClr val="accent1">
                  <a:lumMod val="75000"/>
                  <a:alpha val="99000"/>
                </a:schemeClr>
              </a:outerShdw>
            </a:effectLst>
          </p:spPr>
          <p:txBody>
            <a:bodyPr vert="horz" wrap="non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a:ln>
                  <a:noFill/>
                </a:ln>
                <a:solidFill>
                  <a:schemeClr val="tx1"/>
                </a:solidFill>
                <a:effectLst/>
                <a:latin typeface="Arial" charset="0"/>
              </a:endParaRPr>
            </a:p>
          </p:txBody>
        </p:sp>
        <p:sp>
          <p:nvSpPr>
            <p:cNvPr id="420" name="TextBox 419"/>
            <p:cNvSpPr txBox="1"/>
            <p:nvPr/>
          </p:nvSpPr>
          <p:spPr>
            <a:xfrm>
              <a:off x="3278378" y="457775"/>
              <a:ext cx="1142401" cy="299227"/>
            </a:xfrm>
            <a:prstGeom prst="rect">
              <a:avLst/>
            </a:prstGeom>
            <a:noFill/>
          </p:spPr>
          <p:txBody>
            <a:bodyPr wrap="none" rtlCol="0">
              <a:spAutoFit/>
            </a:bodyPr>
            <a:lstStyle/>
            <a:p>
              <a:pPr algn="ctr">
                <a:lnSpc>
                  <a:spcPts val="1600"/>
                </a:lnSpc>
              </a:pPr>
              <a:r>
                <a:rPr lang="en-US" sz="1400" dirty="0">
                  <a:latin typeface="Arial"/>
                  <a:cs typeface="Arial"/>
                </a:rPr>
                <a:t>OpenFlow</a:t>
              </a:r>
            </a:p>
          </p:txBody>
        </p:sp>
      </p:grpSp>
      <p:grpSp>
        <p:nvGrpSpPr>
          <p:cNvPr id="421" name="Group 420"/>
          <p:cNvGrpSpPr/>
          <p:nvPr/>
        </p:nvGrpSpPr>
        <p:grpSpPr>
          <a:xfrm>
            <a:off x="2945827" y="4126474"/>
            <a:ext cx="1244650" cy="307410"/>
            <a:chOff x="3128876" y="457817"/>
            <a:chExt cx="1432326" cy="459826"/>
          </a:xfrm>
        </p:grpSpPr>
        <p:sp>
          <p:nvSpPr>
            <p:cNvPr id="422" name="Rounded Rectangle 421"/>
            <p:cNvSpPr/>
            <p:nvPr/>
          </p:nvSpPr>
          <p:spPr>
            <a:xfrm>
              <a:off x="3128876" y="457817"/>
              <a:ext cx="1432326" cy="459826"/>
            </a:xfrm>
            <a:prstGeom prst="roundRect">
              <a:avLst/>
            </a:prstGeom>
            <a:solidFill>
              <a:schemeClr val="accent1">
                <a:lumMod val="60000"/>
                <a:lumOff val="40000"/>
              </a:schemeClr>
            </a:solidFill>
            <a:ln w="12700">
              <a:solidFill>
                <a:schemeClr val="accent1">
                  <a:lumMod val="20000"/>
                  <a:lumOff val="80000"/>
                </a:schemeClr>
              </a:solidFill>
            </a:ln>
            <a:effectLst>
              <a:outerShdw blurRad="50800" dist="38100" dir="2700000" algn="tl" rotWithShape="0">
                <a:schemeClr val="accent1">
                  <a:lumMod val="75000"/>
                  <a:alpha val="99000"/>
                </a:schemeClr>
              </a:outerShdw>
            </a:effectLst>
          </p:spPr>
          <p:txBody>
            <a:bodyPr vert="horz" wrap="non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a:ln>
                  <a:noFill/>
                </a:ln>
                <a:solidFill>
                  <a:schemeClr val="tx1"/>
                </a:solidFill>
                <a:effectLst/>
                <a:latin typeface="Arial" charset="0"/>
              </a:endParaRPr>
            </a:p>
          </p:txBody>
        </p:sp>
        <p:sp>
          <p:nvSpPr>
            <p:cNvPr id="423" name="TextBox 422"/>
            <p:cNvSpPr txBox="1"/>
            <p:nvPr/>
          </p:nvSpPr>
          <p:spPr>
            <a:xfrm>
              <a:off x="3446730" y="484746"/>
              <a:ext cx="805702" cy="299227"/>
            </a:xfrm>
            <a:prstGeom prst="rect">
              <a:avLst/>
            </a:prstGeom>
            <a:noFill/>
          </p:spPr>
          <p:txBody>
            <a:bodyPr wrap="none" rtlCol="0">
              <a:spAutoFit/>
            </a:bodyPr>
            <a:lstStyle/>
            <a:p>
              <a:pPr algn="ctr">
                <a:lnSpc>
                  <a:spcPts val="1600"/>
                </a:lnSpc>
              </a:pPr>
              <a:r>
                <a:rPr lang="en-US" sz="1400" dirty="0">
                  <a:latin typeface="Arial"/>
                  <a:cs typeface="Arial"/>
                </a:rPr>
                <a:t>SNMP</a:t>
              </a:r>
            </a:p>
          </p:txBody>
        </p:sp>
      </p:grpSp>
      <p:sp>
        <p:nvSpPr>
          <p:cNvPr id="424" name="TextBox 423"/>
          <p:cNvSpPr txBox="1"/>
          <p:nvPr/>
        </p:nvSpPr>
        <p:spPr>
          <a:xfrm>
            <a:off x="2328584" y="3796493"/>
            <a:ext cx="595035" cy="584776"/>
          </a:xfrm>
          <a:prstGeom prst="rect">
            <a:avLst/>
          </a:prstGeom>
          <a:noFill/>
        </p:spPr>
        <p:txBody>
          <a:bodyPr wrap="none" rtlCol="0">
            <a:spAutoFit/>
          </a:bodyPr>
          <a:lstStyle/>
          <a:p>
            <a:r>
              <a:rPr lang="en-US" sz="3200" dirty="0">
                <a:solidFill>
                  <a:schemeClr val="accent1">
                    <a:lumMod val="60000"/>
                    <a:lumOff val="40000"/>
                  </a:schemeClr>
                </a:solidFill>
              </a:rPr>
              <a:t>…  </a:t>
            </a:r>
          </a:p>
        </p:txBody>
      </p:sp>
      <p:sp>
        <p:nvSpPr>
          <p:cNvPr id="146" name="Rounded Rectangle 145"/>
          <p:cNvSpPr/>
          <p:nvPr/>
        </p:nvSpPr>
        <p:spPr>
          <a:xfrm>
            <a:off x="441167" y="2098823"/>
            <a:ext cx="4211053" cy="574748"/>
          </a:xfrm>
          <a:prstGeom prst="roundRect">
            <a:avLst/>
          </a:prstGeom>
          <a:solidFill>
            <a:schemeClr val="accent5">
              <a:lumMod val="75000"/>
            </a:schemeClr>
          </a:solidFill>
          <a:ln w="12700">
            <a:noFill/>
            <a:tailEnd type="arrow"/>
          </a:ln>
        </p:spPr>
        <p:txBody>
          <a:bodyPr vert="horz" wrap="non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a:ln>
                <a:noFill/>
              </a:ln>
              <a:solidFill>
                <a:schemeClr val="tx1"/>
              </a:solidFill>
              <a:effectLst/>
              <a:latin typeface="Arial" charset="0"/>
            </a:endParaRPr>
          </a:p>
        </p:txBody>
      </p:sp>
      <p:grpSp>
        <p:nvGrpSpPr>
          <p:cNvPr id="425" name="Group 424"/>
          <p:cNvGrpSpPr/>
          <p:nvPr/>
        </p:nvGrpSpPr>
        <p:grpSpPr>
          <a:xfrm>
            <a:off x="535393" y="2131433"/>
            <a:ext cx="1033900" cy="504412"/>
            <a:chOff x="3103238" y="432317"/>
            <a:chExt cx="1461287" cy="504412"/>
          </a:xfrm>
        </p:grpSpPr>
        <p:sp>
          <p:nvSpPr>
            <p:cNvPr id="426" name="Rounded Rectangle 425"/>
            <p:cNvSpPr/>
            <p:nvPr/>
          </p:nvSpPr>
          <p:spPr>
            <a:xfrm>
              <a:off x="3128876" y="457817"/>
              <a:ext cx="1432326" cy="459826"/>
            </a:xfrm>
            <a:prstGeom prst="roundRect">
              <a:avLst/>
            </a:prstGeom>
            <a:solidFill>
              <a:schemeClr val="accent1">
                <a:lumMod val="60000"/>
                <a:lumOff val="40000"/>
              </a:schemeClr>
            </a:solidFill>
            <a:ln w="12700">
              <a:solidFill>
                <a:schemeClr val="accent1">
                  <a:lumMod val="20000"/>
                  <a:lumOff val="80000"/>
                </a:schemeClr>
              </a:solidFill>
            </a:ln>
            <a:effectLst>
              <a:outerShdw blurRad="50800" dist="38100" dir="2700000" algn="tl" rotWithShape="0">
                <a:schemeClr val="accent1">
                  <a:lumMod val="75000"/>
                  <a:alpha val="99000"/>
                </a:schemeClr>
              </a:outerShdw>
            </a:effectLst>
          </p:spPr>
          <p:txBody>
            <a:bodyPr vert="horz" wrap="non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a:ln>
                  <a:noFill/>
                </a:ln>
                <a:solidFill>
                  <a:schemeClr val="tx1"/>
                </a:solidFill>
                <a:effectLst/>
                <a:latin typeface="Arial" charset="0"/>
              </a:endParaRPr>
            </a:p>
          </p:txBody>
        </p:sp>
        <p:sp>
          <p:nvSpPr>
            <p:cNvPr id="427" name="TextBox 426"/>
            <p:cNvSpPr txBox="1"/>
            <p:nvPr/>
          </p:nvSpPr>
          <p:spPr>
            <a:xfrm>
              <a:off x="3103238" y="432317"/>
              <a:ext cx="1461287" cy="504412"/>
            </a:xfrm>
            <a:prstGeom prst="rect">
              <a:avLst/>
            </a:prstGeom>
            <a:noFill/>
          </p:spPr>
          <p:txBody>
            <a:bodyPr wrap="square" rtlCol="0">
              <a:spAutoFit/>
            </a:bodyPr>
            <a:lstStyle/>
            <a:p>
              <a:pPr algn="ctr">
                <a:lnSpc>
                  <a:spcPts val="1600"/>
                </a:lnSpc>
              </a:pPr>
              <a:r>
                <a:rPr lang="en-US" sz="1400" dirty="0">
                  <a:latin typeface="Arial"/>
                  <a:cs typeface="Arial"/>
                </a:rPr>
                <a:t>network graph</a:t>
              </a:r>
            </a:p>
          </p:txBody>
        </p:sp>
      </p:grpSp>
      <p:grpSp>
        <p:nvGrpSpPr>
          <p:cNvPr id="428" name="Group 427"/>
          <p:cNvGrpSpPr/>
          <p:nvPr/>
        </p:nvGrpSpPr>
        <p:grpSpPr>
          <a:xfrm>
            <a:off x="3508898" y="2156720"/>
            <a:ext cx="1033900" cy="459826"/>
            <a:chOff x="3103238" y="457817"/>
            <a:chExt cx="1461287" cy="459826"/>
          </a:xfrm>
        </p:grpSpPr>
        <p:sp>
          <p:nvSpPr>
            <p:cNvPr id="429" name="Rounded Rectangle 428"/>
            <p:cNvSpPr/>
            <p:nvPr/>
          </p:nvSpPr>
          <p:spPr>
            <a:xfrm>
              <a:off x="3128876" y="457817"/>
              <a:ext cx="1432326" cy="459826"/>
            </a:xfrm>
            <a:prstGeom prst="roundRect">
              <a:avLst/>
            </a:prstGeom>
            <a:solidFill>
              <a:schemeClr val="accent1">
                <a:lumMod val="60000"/>
                <a:lumOff val="40000"/>
              </a:schemeClr>
            </a:solidFill>
            <a:ln w="12700">
              <a:solidFill>
                <a:schemeClr val="accent1">
                  <a:lumMod val="20000"/>
                  <a:lumOff val="80000"/>
                </a:schemeClr>
              </a:solidFill>
            </a:ln>
            <a:effectLst>
              <a:outerShdw blurRad="50800" dist="38100" dir="2700000" algn="tl" rotWithShape="0">
                <a:schemeClr val="accent1">
                  <a:lumMod val="75000"/>
                  <a:alpha val="99000"/>
                </a:schemeClr>
              </a:outerShdw>
            </a:effectLst>
          </p:spPr>
          <p:txBody>
            <a:bodyPr vert="horz" wrap="non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a:ln>
                  <a:noFill/>
                </a:ln>
                <a:solidFill>
                  <a:schemeClr val="tx1"/>
                </a:solidFill>
                <a:effectLst/>
                <a:latin typeface="Arial" charset="0"/>
              </a:endParaRPr>
            </a:p>
          </p:txBody>
        </p:sp>
        <p:sp>
          <p:nvSpPr>
            <p:cNvPr id="430" name="TextBox 429"/>
            <p:cNvSpPr txBox="1"/>
            <p:nvPr/>
          </p:nvSpPr>
          <p:spPr>
            <a:xfrm>
              <a:off x="3103238" y="553253"/>
              <a:ext cx="1461287" cy="299227"/>
            </a:xfrm>
            <a:prstGeom prst="rect">
              <a:avLst/>
            </a:prstGeom>
            <a:noFill/>
          </p:spPr>
          <p:txBody>
            <a:bodyPr wrap="square" rtlCol="0">
              <a:spAutoFit/>
            </a:bodyPr>
            <a:lstStyle/>
            <a:p>
              <a:pPr algn="ctr">
                <a:lnSpc>
                  <a:spcPts val="1600"/>
                </a:lnSpc>
              </a:pPr>
              <a:r>
                <a:rPr lang="en-US" sz="1400" dirty="0">
                  <a:latin typeface="Arial"/>
                  <a:cs typeface="Arial"/>
                </a:rPr>
                <a:t>intent</a:t>
              </a:r>
            </a:p>
          </p:txBody>
        </p:sp>
      </p:grpSp>
      <p:grpSp>
        <p:nvGrpSpPr>
          <p:cNvPr id="431" name="Group 430"/>
          <p:cNvGrpSpPr/>
          <p:nvPr/>
        </p:nvGrpSpPr>
        <p:grpSpPr>
          <a:xfrm>
            <a:off x="1952059" y="2129889"/>
            <a:ext cx="1033900" cy="504412"/>
            <a:chOff x="3103238" y="432317"/>
            <a:chExt cx="1461287" cy="504412"/>
          </a:xfrm>
        </p:grpSpPr>
        <p:sp>
          <p:nvSpPr>
            <p:cNvPr id="432" name="Rounded Rectangle 431"/>
            <p:cNvSpPr/>
            <p:nvPr/>
          </p:nvSpPr>
          <p:spPr>
            <a:xfrm>
              <a:off x="3128876" y="457817"/>
              <a:ext cx="1432326" cy="459826"/>
            </a:xfrm>
            <a:prstGeom prst="roundRect">
              <a:avLst/>
            </a:prstGeom>
            <a:solidFill>
              <a:schemeClr val="accent1">
                <a:lumMod val="60000"/>
                <a:lumOff val="40000"/>
              </a:schemeClr>
            </a:solidFill>
            <a:ln w="12700">
              <a:solidFill>
                <a:schemeClr val="accent1">
                  <a:lumMod val="20000"/>
                  <a:lumOff val="80000"/>
                </a:schemeClr>
              </a:solidFill>
            </a:ln>
            <a:effectLst>
              <a:outerShdw blurRad="50800" dist="38100" dir="2700000" algn="tl" rotWithShape="0">
                <a:schemeClr val="accent1">
                  <a:lumMod val="75000"/>
                  <a:alpha val="99000"/>
                </a:schemeClr>
              </a:outerShdw>
            </a:effectLst>
          </p:spPr>
          <p:txBody>
            <a:bodyPr vert="horz" wrap="non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a:ln>
                  <a:noFill/>
                </a:ln>
                <a:solidFill>
                  <a:schemeClr val="tx1"/>
                </a:solidFill>
                <a:effectLst/>
                <a:latin typeface="Arial" charset="0"/>
              </a:endParaRPr>
            </a:p>
          </p:txBody>
        </p:sp>
        <p:sp>
          <p:nvSpPr>
            <p:cNvPr id="433" name="TextBox 432"/>
            <p:cNvSpPr txBox="1"/>
            <p:nvPr/>
          </p:nvSpPr>
          <p:spPr>
            <a:xfrm>
              <a:off x="3103238" y="432317"/>
              <a:ext cx="1461287" cy="504412"/>
            </a:xfrm>
            <a:prstGeom prst="rect">
              <a:avLst/>
            </a:prstGeom>
            <a:noFill/>
          </p:spPr>
          <p:txBody>
            <a:bodyPr wrap="square" rtlCol="0">
              <a:spAutoFit/>
            </a:bodyPr>
            <a:lstStyle/>
            <a:p>
              <a:pPr algn="ctr">
                <a:lnSpc>
                  <a:spcPts val="1600"/>
                </a:lnSpc>
              </a:pPr>
              <a:r>
                <a:rPr lang="en-US" sz="1400" dirty="0" err="1">
                  <a:latin typeface="Arial"/>
                  <a:cs typeface="Arial"/>
                </a:rPr>
                <a:t>RESTful</a:t>
              </a:r>
              <a:endParaRPr lang="en-US" sz="1400" dirty="0">
                <a:latin typeface="Arial"/>
                <a:cs typeface="Arial"/>
              </a:endParaRPr>
            </a:p>
            <a:p>
              <a:pPr algn="ctr">
                <a:lnSpc>
                  <a:spcPts val="1600"/>
                </a:lnSpc>
              </a:pPr>
              <a:r>
                <a:rPr lang="en-US" sz="1400" dirty="0">
                  <a:latin typeface="Arial"/>
                  <a:cs typeface="Arial"/>
                </a:rPr>
                <a:t>API</a:t>
              </a:r>
            </a:p>
          </p:txBody>
        </p:sp>
      </p:grpSp>
      <p:sp>
        <p:nvSpPr>
          <p:cNvPr id="434" name="TextBox 433"/>
          <p:cNvSpPr txBox="1"/>
          <p:nvPr/>
        </p:nvSpPr>
        <p:spPr>
          <a:xfrm>
            <a:off x="3007181" y="1957959"/>
            <a:ext cx="627904" cy="584776"/>
          </a:xfrm>
          <a:prstGeom prst="rect">
            <a:avLst/>
          </a:prstGeom>
          <a:noFill/>
        </p:spPr>
        <p:txBody>
          <a:bodyPr wrap="none" rtlCol="0">
            <a:spAutoFit/>
          </a:bodyPr>
          <a:lstStyle/>
          <a:p>
            <a:r>
              <a:rPr lang="en-US" sz="3200" dirty="0">
                <a:solidFill>
                  <a:schemeClr val="accent1">
                    <a:lumMod val="60000"/>
                    <a:lumOff val="40000"/>
                  </a:schemeClr>
                </a:solidFill>
              </a:rPr>
              <a:t>…  </a:t>
            </a:r>
          </a:p>
        </p:txBody>
      </p:sp>
      <p:cxnSp>
        <p:nvCxnSpPr>
          <p:cNvPr id="154" name="Straight Connector 153"/>
          <p:cNvCxnSpPr/>
          <p:nvPr/>
        </p:nvCxnSpPr>
        <p:spPr bwMode="auto">
          <a:xfrm flipV="1">
            <a:off x="521378" y="1925056"/>
            <a:ext cx="4117474" cy="1"/>
          </a:xfrm>
          <a:prstGeom prst="line">
            <a:avLst/>
          </a:prstGeom>
          <a:solidFill>
            <a:schemeClr val="accent1"/>
          </a:solidFill>
          <a:ln w="19050" cap="flat" cmpd="sng" algn="ctr">
            <a:solidFill>
              <a:schemeClr val="tx1"/>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sp>
        <p:nvSpPr>
          <p:cNvPr id="157" name="Freeform 2"/>
          <p:cNvSpPr>
            <a:spLocks/>
          </p:cNvSpPr>
          <p:nvPr/>
        </p:nvSpPr>
        <p:spPr bwMode="auto">
          <a:xfrm>
            <a:off x="509074" y="5069969"/>
            <a:ext cx="4057421" cy="1393030"/>
          </a:xfrm>
          <a:custGeom>
            <a:avLst/>
            <a:gdLst>
              <a:gd name="T0" fmla="*/ 6 w 1794"/>
              <a:gd name="T1" fmla="*/ 483 h 933"/>
              <a:gd name="T2" fmla="*/ 108 w 1794"/>
              <a:gd name="T3" fmla="*/ 125 h 933"/>
              <a:gd name="T4" fmla="*/ 559 w 1794"/>
              <a:gd name="T5" fmla="*/ 100 h 933"/>
              <a:gd name="T6" fmla="*/ 1128 w 1794"/>
              <a:gd name="T7" fmla="*/ 29 h 933"/>
              <a:gd name="T8" fmla="*/ 1716 w 1794"/>
              <a:gd name="T9" fmla="*/ 275 h 933"/>
              <a:gd name="T10" fmla="*/ 1596 w 1794"/>
              <a:gd name="T11" fmla="*/ 827 h 933"/>
              <a:gd name="T12" fmla="*/ 1380 w 1794"/>
              <a:gd name="T13" fmla="*/ 911 h 933"/>
              <a:gd name="T14" fmla="*/ 840 w 1794"/>
              <a:gd name="T15" fmla="*/ 929 h 933"/>
              <a:gd name="T16" fmla="*/ 414 w 1794"/>
              <a:gd name="T17" fmla="*/ 911 h 933"/>
              <a:gd name="T18" fmla="*/ 143 w 1794"/>
              <a:gd name="T19" fmla="*/ 832 h 933"/>
              <a:gd name="T20" fmla="*/ 6 w 1794"/>
              <a:gd name="T21" fmla="*/ 483 h 93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94"/>
              <a:gd name="T34" fmla="*/ 0 h 933"/>
              <a:gd name="T35" fmla="*/ 1794 w 1794"/>
              <a:gd name="T36" fmla="*/ 933 h 93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94" h="933">
                <a:moveTo>
                  <a:pt x="6" y="483"/>
                </a:moveTo>
                <a:cubicBezTo>
                  <a:pt x="0" y="365"/>
                  <a:pt x="16" y="189"/>
                  <a:pt x="108" y="125"/>
                </a:cubicBezTo>
                <a:cubicBezTo>
                  <a:pt x="200" y="61"/>
                  <a:pt x="389" y="116"/>
                  <a:pt x="559" y="100"/>
                </a:cubicBezTo>
                <a:cubicBezTo>
                  <a:pt x="729" y="84"/>
                  <a:pt x="935" y="0"/>
                  <a:pt x="1128" y="29"/>
                </a:cubicBezTo>
                <a:cubicBezTo>
                  <a:pt x="1321" y="58"/>
                  <a:pt x="1638" y="142"/>
                  <a:pt x="1716" y="275"/>
                </a:cubicBezTo>
                <a:cubicBezTo>
                  <a:pt x="1794" y="408"/>
                  <a:pt x="1652" y="721"/>
                  <a:pt x="1596" y="827"/>
                </a:cubicBezTo>
                <a:cubicBezTo>
                  <a:pt x="1540" y="933"/>
                  <a:pt x="1506" y="894"/>
                  <a:pt x="1380" y="911"/>
                </a:cubicBezTo>
                <a:cubicBezTo>
                  <a:pt x="1254" y="928"/>
                  <a:pt x="1001" y="929"/>
                  <a:pt x="840" y="929"/>
                </a:cubicBezTo>
                <a:cubicBezTo>
                  <a:pt x="679" y="929"/>
                  <a:pt x="530" y="927"/>
                  <a:pt x="414" y="911"/>
                </a:cubicBezTo>
                <a:cubicBezTo>
                  <a:pt x="298" y="895"/>
                  <a:pt x="211" y="903"/>
                  <a:pt x="143" y="832"/>
                </a:cubicBezTo>
                <a:cubicBezTo>
                  <a:pt x="75" y="761"/>
                  <a:pt x="4" y="624"/>
                  <a:pt x="6" y="483"/>
                </a:cubicBezTo>
                <a:close/>
              </a:path>
            </a:pathLst>
          </a:custGeom>
          <a:solidFill>
            <a:srgbClr val="66CCFF"/>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defTabSz="914400" eaLnBrk="0" fontAlgn="base" hangingPunct="0">
              <a:spcBef>
                <a:spcPct val="0"/>
              </a:spcBef>
              <a:spcAft>
                <a:spcPct val="0"/>
              </a:spcAft>
            </a:pPr>
            <a:endParaRPr lang="en-US">
              <a:solidFill>
                <a:srgbClr val="000000"/>
              </a:solidFill>
              <a:latin typeface="Arial" charset="0"/>
              <a:ea typeface="ＭＳ Ｐゴシック" charset="0"/>
              <a:cs typeface="ＭＳ Ｐゴシック" charset="0"/>
            </a:endParaRPr>
          </a:p>
        </p:txBody>
      </p:sp>
      <p:cxnSp>
        <p:nvCxnSpPr>
          <p:cNvPr id="166" name="Straight Connector 165"/>
          <p:cNvCxnSpPr/>
          <p:nvPr/>
        </p:nvCxnSpPr>
        <p:spPr bwMode="auto">
          <a:xfrm flipV="1">
            <a:off x="1592143" y="5453530"/>
            <a:ext cx="615520" cy="282224"/>
          </a:xfrm>
          <a:prstGeom prst="line">
            <a:avLst/>
          </a:prstGeom>
          <a:solidFill>
            <a:schemeClr val="accent1"/>
          </a:solidFill>
          <a:ln w="34925" cap="flat" cmpd="sng" algn="ctr">
            <a:solidFill>
              <a:srgbClr val="FF0000"/>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167" name="Straight Connector 166"/>
          <p:cNvCxnSpPr/>
          <p:nvPr/>
        </p:nvCxnSpPr>
        <p:spPr bwMode="auto">
          <a:xfrm>
            <a:off x="1581927" y="5759398"/>
            <a:ext cx="1651340" cy="138604"/>
          </a:xfrm>
          <a:prstGeom prst="line">
            <a:avLst/>
          </a:prstGeom>
          <a:solidFill>
            <a:schemeClr val="accent1"/>
          </a:solidFill>
          <a:ln w="9525" cap="flat" cmpd="sng" algn="ctr">
            <a:solidFill>
              <a:schemeClr val="bg1">
                <a:lumMod val="50000"/>
              </a:schemeClr>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168" name="Straight Connector 167"/>
          <p:cNvCxnSpPr>
            <a:endCxn id="353" idx="1"/>
          </p:cNvCxnSpPr>
          <p:nvPr/>
        </p:nvCxnSpPr>
        <p:spPr bwMode="auto">
          <a:xfrm>
            <a:off x="1592143" y="5816064"/>
            <a:ext cx="318002" cy="387552"/>
          </a:xfrm>
          <a:prstGeom prst="line">
            <a:avLst/>
          </a:prstGeom>
          <a:solidFill>
            <a:schemeClr val="accent1"/>
          </a:solidFill>
          <a:ln w="9525" cap="flat" cmpd="sng" algn="ctr">
            <a:solidFill>
              <a:schemeClr val="bg1">
                <a:lumMod val="50000"/>
              </a:schemeClr>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169" name="Straight Connector 168"/>
          <p:cNvCxnSpPr>
            <a:stCxn id="339" idx="3"/>
          </p:cNvCxnSpPr>
          <p:nvPr/>
        </p:nvCxnSpPr>
        <p:spPr bwMode="auto">
          <a:xfrm>
            <a:off x="2893995" y="5449380"/>
            <a:ext cx="333142" cy="421301"/>
          </a:xfrm>
          <a:prstGeom prst="line">
            <a:avLst/>
          </a:prstGeom>
          <a:solidFill>
            <a:schemeClr val="accent1"/>
          </a:solidFill>
          <a:ln w="9525" cap="flat" cmpd="sng" algn="ctr">
            <a:solidFill>
              <a:schemeClr val="bg1">
                <a:lumMod val="50000"/>
              </a:schemeClr>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170" name="Straight Connector 169"/>
          <p:cNvCxnSpPr/>
          <p:nvPr/>
        </p:nvCxnSpPr>
        <p:spPr bwMode="auto">
          <a:xfrm flipV="1">
            <a:off x="2371572" y="5956693"/>
            <a:ext cx="861695" cy="275422"/>
          </a:xfrm>
          <a:prstGeom prst="line">
            <a:avLst/>
          </a:prstGeom>
          <a:solidFill>
            <a:schemeClr val="accent1"/>
          </a:solidFill>
          <a:ln w="9525" cap="flat" cmpd="sng" algn="ctr">
            <a:solidFill>
              <a:schemeClr val="bg1">
                <a:lumMod val="50000"/>
              </a:schemeClr>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sp>
        <p:nvSpPr>
          <p:cNvPr id="224" name="Freeform 223"/>
          <p:cNvSpPr/>
          <p:nvPr/>
        </p:nvSpPr>
        <p:spPr>
          <a:xfrm>
            <a:off x="1449442" y="1774754"/>
            <a:ext cx="710887" cy="3730652"/>
          </a:xfrm>
          <a:custGeom>
            <a:avLst/>
            <a:gdLst>
              <a:gd name="connsiteX0" fmla="*/ 3902322 w 3902322"/>
              <a:gd name="connsiteY0" fmla="*/ 0 h 449814"/>
              <a:gd name="connsiteX1" fmla="*/ 3452563 w 3902322"/>
              <a:gd name="connsiteY1" fmla="*/ 449814 h 449814"/>
              <a:gd name="connsiteX2" fmla="*/ 343934 w 3902322"/>
              <a:gd name="connsiteY2" fmla="*/ 423354 h 449814"/>
              <a:gd name="connsiteX3" fmla="*/ 0 w 3902322"/>
              <a:gd name="connsiteY3" fmla="*/ 39690 h 449814"/>
              <a:gd name="connsiteX0" fmla="*/ 3902322 w 3902322"/>
              <a:gd name="connsiteY0" fmla="*/ 0 h 423354"/>
              <a:gd name="connsiteX1" fmla="*/ 3565324 w 3902322"/>
              <a:gd name="connsiteY1" fmla="*/ 402338 h 423354"/>
              <a:gd name="connsiteX2" fmla="*/ 343934 w 3902322"/>
              <a:gd name="connsiteY2" fmla="*/ 423354 h 423354"/>
              <a:gd name="connsiteX3" fmla="*/ 0 w 3902322"/>
              <a:gd name="connsiteY3" fmla="*/ 39690 h 423354"/>
              <a:gd name="connsiteX0" fmla="*/ 3902322 w 3902322"/>
              <a:gd name="connsiteY0" fmla="*/ 0 h 423354"/>
              <a:gd name="connsiteX1" fmla="*/ 3600933 w 3902322"/>
              <a:gd name="connsiteY1" fmla="*/ 384535 h 423354"/>
              <a:gd name="connsiteX2" fmla="*/ 343934 w 3902322"/>
              <a:gd name="connsiteY2" fmla="*/ 423354 h 423354"/>
              <a:gd name="connsiteX3" fmla="*/ 0 w 3902322"/>
              <a:gd name="connsiteY3" fmla="*/ 39690 h 423354"/>
              <a:gd name="connsiteX0" fmla="*/ 3943865 w 3943865"/>
              <a:gd name="connsiteY0" fmla="*/ 1851 h 383664"/>
              <a:gd name="connsiteX1" fmla="*/ 3600933 w 3943865"/>
              <a:gd name="connsiteY1" fmla="*/ 344845 h 383664"/>
              <a:gd name="connsiteX2" fmla="*/ 343934 w 3943865"/>
              <a:gd name="connsiteY2" fmla="*/ 383664 h 383664"/>
              <a:gd name="connsiteX3" fmla="*/ 0 w 3943865"/>
              <a:gd name="connsiteY3" fmla="*/ 0 h 383664"/>
              <a:gd name="connsiteX0" fmla="*/ 4015082 w 4015082"/>
              <a:gd name="connsiteY0" fmla="*/ 29941 h 383664"/>
              <a:gd name="connsiteX1" fmla="*/ 3600933 w 4015082"/>
              <a:gd name="connsiteY1" fmla="*/ 344845 h 383664"/>
              <a:gd name="connsiteX2" fmla="*/ 343934 w 4015082"/>
              <a:gd name="connsiteY2" fmla="*/ 383664 h 383664"/>
              <a:gd name="connsiteX3" fmla="*/ 0 w 4015082"/>
              <a:gd name="connsiteY3" fmla="*/ 0 h 383664"/>
              <a:gd name="connsiteX0" fmla="*/ 4187190 w 4187190"/>
              <a:gd name="connsiteY0" fmla="*/ 15896 h 369619"/>
              <a:gd name="connsiteX1" fmla="*/ 3773041 w 4187190"/>
              <a:gd name="connsiteY1" fmla="*/ 330800 h 369619"/>
              <a:gd name="connsiteX2" fmla="*/ 516042 w 4187190"/>
              <a:gd name="connsiteY2" fmla="*/ 369619 h 369619"/>
              <a:gd name="connsiteX3" fmla="*/ 0 w 4187190"/>
              <a:gd name="connsiteY3" fmla="*/ 0 h 369619"/>
              <a:gd name="connsiteX0" fmla="*/ 4187190 w 4187190"/>
              <a:gd name="connsiteY0" fmla="*/ 15896 h 369619"/>
              <a:gd name="connsiteX1" fmla="*/ 3749302 w 4187190"/>
              <a:gd name="connsiteY1" fmla="*/ 349527 h 369619"/>
              <a:gd name="connsiteX2" fmla="*/ 516042 w 4187190"/>
              <a:gd name="connsiteY2" fmla="*/ 369619 h 369619"/>
              <a:gd name="connsiteX3" fmla="*/ 0 w 4187190"/>
              <a:gd name="connsiteY3" fmla="*/ 0 h 369619"/>
              <a:gd name="connsiteX0" fmla="*/ 0 w 6265284"/>
              <a:gd name="connsiteY0" fmla="*/ 0 h 1092877"/>
              <a:gd name="connsiteX1" fmla="*/ 6265284 w 6265284"/>
              <a:gd name="connsiteY1" fmla="*/ 1072785 h 1092877"/>
              <a:gd name="connsiteX2" fmla="*/ 3032024 w 6265284"/>
              <a:gd name="connsiteY2" fmla="*/ 1092877 h 1092877"/>
              <a:gd name="connsiteX3" fmla="*/ 2515982 w 6265284"/>
              <a:gd name="connsiteY3" fmla="*/ 723258 h 1092877"/>
              <a:gd name="connsiteX0" fmla="*/ 0 w 3032024"/>
              <a:gd name="connsiteY0" fmla="*/ 1193950 h 2286827"/>
              <a:gd name="connsiteX1" fmla="*/ 1581391 w 3032024"/>
              <a:gd name="connsiteY1" fmla="*/ 0 h 2286827"/>
              <a:gd name="connsiteX2" fmla="*/ 3032024 w 3032024"/>
              <a:gd name="connsiteY2" fmla="*/ 2286827 h 2286827"/>
              <a:gd name="connsiteX3" fmla="*/ 2515982 w 3032024"/>
              <a:gd name="connsiteY3" fmla="*/ 1917208 h 2286827"/>
              <a:gd name="connsiteX0" fmla="*/ 0 w 2515982"/>
              <a:gd name="connsiteY0" fmla="*/ 1896586 h 2619844"/>
              <a:gd name="connsiteX1" fmla="*/ 1581391 w 2515982"/>
              <a:gd name="connsiteY1" fmla="*/ 702636 h 2619844"/>
              <a:gd name="connsiteX2" fmla="*/ 1241736 w 2515982"/>
              <a:gd name="connsiteY2" fmla="*/ 0 h 2619844"/>
              <a:gd name="connsiteX3" fmla="*/ 2515982 w 2515982"/>
              <a:gd name="connsiteY3" fmla="*/ 2619844 h 2619844"/>
              <a:gd name="connsiteX0" fmla="*/ 0 w 1581391"/>
              <a:gd name="connsiteY0" fmla="*/ 2890379 h 2890379"/>
              <a:gd name="connsiteX1" fmla="*/ 1581391 w 1581391"/>
              <a:gd name="connsiteY1" fmla="*/ 1696429 h 2890379"/>
              <a:gd name="connsiteX2" fmla="*/ 1241736 w 1581391"/>
              <a:gd name="connsiteY2" fmla="*/ 993793 h 2890379"/>
              <a:gd name="connsiteX3" fmla="*/ 1579203 w 1581391"/>
              <a:gd name="connsiteY3" fmla="*/ 0 h 2890379"/>
              <a:gd name="connsiteX0" fmla="*/ 0 w 1581391"/>
              <a:gd name="connsiteY0" fmla="*/ 2973211 h 2973211"/>
              <a:gd name="connsiteX1" fmla="*/ 1581391 w 1581391"/>
              <a:gd name="connsiteY1" fmla="*/ 1779261 h 2973211"/>
              <a:gd name="connsiteX2" fmla="*/ 1241736 w 1581391"/>
              <a:gd name="connsiteY2" fmla="*/ 1076625 h 2973211"/>
              <a:gd name="connsiteX3" fmla="*/ 1229193 w 1581391"/>
              <a:gd name="connsiteY3" fmla="*/ 0 h 2973211"/>
              <a:gd name="connsiteX0" fmla="*/ 0 w 1581391"/>
              <a:gd name="connsiteY0" fmla="*/ 3276927 h 3276927"/>
              <a:gd name="connsiteX1" fmla="*/ 1581391 w 1581391"/>
              <a:gd name="connsiteY1" fmla="*/ 2082977 h 3276927"/>
              <a:gd name="connsiteX2" fmla="*/ 1241736 w 1581391"/>
              <a:gd name="connsiteY2" fmla="*/ 1380341 h 3276927"/>
              <a:gd name="connsiteX3" fmla="*/ 1249193 w 1581391"/>
              <a:gd name="connsiteY3" fmla="*/ 0 h 3276927"/>
              <a:gd name="connsiteX0" fmla="*/ 0 w 1581391"/>
              <a:gd name="connsiteY0" fmla="*/ 2973211 h 2973211"/>
              <a:gd name="connsiteX1" fmla="*/ 1581391 w 1581391"/>
              <a:gd name="connsiteY1" fmla="*/ 1779261 h 2973211"/>
              <a:gd name="connsiteX2" fmla="*/ 1241736 w 1581391"/>
              <a:gd name="connsiteY2" fmla="*/ 1076625 h 2973211"/>
              <a:gd name="connsiteX3" fmla="*/ 1234193 w 1581391"/>
              <a:gd name="connsiteY3" fmla="*/ 0 h 2973211"/>
              <a:gd name="connsiteX0" fmla="*/ 0 w 1581391"/>
              <a:gd name="connsiteY0" fmla="*/ 3008710 h 3008710"/>
              <a:gd name="connsiteX1" fmla="*/ 1581391 w 1581391"/>
              <a:gd name="connsiteY1" fmla="*/ 1814760 h 3008710"/>
              <a:gd name="connsiteX2" fmla="*/ 1241736 w 1581391"/>
              <a:gd name="connsiteY2" fmla="*/ 1112124 h 3008710"/>
              <a:gd name="connsiteX3" fmla="*/ 1239193 w 1581391"/>
              <a:gd name="connsiteY3" fmla="*/ 0 h 3008710"/>
              <a:gd name="connsiteX0" fmla="*/ 0 w 1581391"/>
              <a:gd name="connsiteY0" fmla="*/ 3008710 h 3008710"/>
              <a:gd name="connsiteX1" fmla="*/ 1581391 w 1581391"/>
              <a:gd name="connsiteY1" fmla="*/ 1814760 h 3008710"/>
              <a:gd name="connsiteX2" fmla="*/ 1320792 w 1581391"/>
              <a:gd name="connsiteY2" fmla="*/ 1270181 h 3008710"/>
              <a:gd name="connsiteX3" fmla="*/ 1241736 w 1581391"/>
              <a:gd name="connsiteY3" fmla="*/ 1112124 h 3008710"/>
              <a:gd name="connsiteX4" fmla="*/ 1239193 w 1581391"/>
              <a:gd name="connsiteY4" fmla="*/ 0 h 3008710"/>
              <a:gd name="connsiteX0" fmla="*/ 0 w 1581391"/>
              <a:gd name="connsiteY0" fmla="*/ 3008710 h 3008710"/>
              <a:gd name="connsiteX1" fmla="*/ 1581391 w 1581391"/>
              <a:gd name="connsiteY1" fmla="*/ 1814760 h 3008710"/>
              <a:gd name="connsiteX2" fmla="*/ 1565798 w 1581391"/>
              <a:gd name="connsiteY2" fmla="*/ 1270181 h 3008710"/>
              <a:gd name="connsiteX3" fmla="*/ 1241736 w 1581391"/>
              <a:gd name="connsiteY3" fmla="*/ 1112124 h 3008710"/>
              <a:gd name="connsiteX4" fmla="*/ 1239193 w 1581391"/>
              <a:gd name="connsiteY4" fmla="*/ 0 h 3008710"/>
              <a:gd name="connsiteX0" fmla="*/ 0 w 1581391"/>
              <a:gd name="connsiteY0" fmla="*/ 3008710 h 3008710"/>
              <a:gd name="connsiteX1" fmla="*/ 1581391 w 1581391"/>
              <a:gd name="connsiteY1" fmla="*/ 1747705 h 3008710"/>
              <a:gd name="connsiteX2" fmla="*/ 1565798 w 1581391"/>
              <a:gd name="connsiteY2" fmla="*/ 1270181 h 3008710"/>
              <a:gd name="connsiteX3" fmla="*/ 1241736 w 1581391"/>
              <a:gd name="connsiteY3" fmla="*/ 1112124 h 3008710"/>
              <a:gd name="connsiteX4" fmla="*/ 1239193 w 1581391"/>
              <a:gd name="connsiteY4" fmla="*/ 0 h 3008710"/>
              <a:gd name="connsiteX0" fmla="*/ 0 w 1566390"/>
              <a:gd name="connsiteY0" fmla="*/ 3008710 h 3008710"/>
              <a:gd name="connsiteX1" fmla="*/ 1566390 w 1566390"/>
              <a:gd name="connsiteY1" fmla="*/ 1747705 h 3008710"/>
              <a:gd name="connsiteX2" fmla="*/ 1565798 w 1566390"/>
              <a:gd name="connsiteY2" fmla="*/ 1270181 h 3008710"/>
              <a:gd name="connsiteX3" fmla="*/ 1241736 w 1566390"/>
              <a:gd name="connsiteY3" fmla="*/ 1112124 h 3008710"/>
              <a:gd name="connsiteX4" fmla="*/ 1239193 w 1566390"/>
              <a:gd name="connsiteY4" fmla="*/ 0 h 3008710"/>
              <a:gd name="connsiteX0" fmla="*/ 0 w 1766395"/>
              <a:gd name="connsiteY0" fmla="*/ 2988988 h 2988988"/>
              <a:gd name="connsiteX1" fmla="*/ 1766395 w 1766395"/>
              <a:gd name="connsiteY1" fmla="*/ 1747705 h 2988988"/>
              <a:gd name="connsiteX2" fmla="*/ 1765803 w 1766395"/>
              <a:gd name="connsiteY2" fmla="*/ 1270181 h 2988988"/>
              <a:gd name="connsiteX3" fmla="*/ 1441741 w 1766395"/>
              <a:gd name="connsiteY3" fmla="*/ 1112124 h 2988988"/>
              <a:gd name="connsiteX4" fmla="*/ 1439198 w 1766395"/>
              <a:gd name="connsiteY4" fmla="*/ 0 h 2988988"/>
              <a:gd name="connsiteX0" fmla="*/ 0 w 725529"/>
              <a:gd name="connsiteY0" fmla="*/ 2874009 h 2874009"/>
              <a:gd name="connsiteX1" fmla="*/ 725529 w 725529"/>
              <a:gd name="connsiteY1" fmla="*/ 1747705 h 2874009"/>
              <a:gd name="connsiteX2" fmla="*/ 724937 w 725529"/>
              <a:gd name="connsiteY2" fmla="*/ 1270181 h 2874009"/>
              <a:gd name="connsiteX3" fmla="*/ 400875 w 725529"/>
              <a:gd name="connsiteY3" fmla="*/ 1112124 h 2874009"/>
              <a:gd name="connsiteX4" fmla="*/ 398332 w 725529"/>
              <a:gd name="connsiteY4" fmla="*/ 0 h 2874009"/>
              <a:gd name="connsiteX0" fmla="*/ 0 w 725529"/>
              <a:gd name="connsiteY0" fmla="*/ 2854234 h 2854234"/>
              <a:gd name="connsiteX1" fmla="*/ 725529 w 725529"/>
              <a:gd name="connsiteY1" fmla="*/ 1727930 h 2854234"/>
              <a:gd name="connsiteX2" fmla="*/ 724937 w 725529"/>
              <a:gd name="connsiteY2" fmla="*/ 1250406 h 2854234"/>
              <a:gd name="connsiteX3" fmla="*/ 400875 w 725529"/>
              <a:gd name="connsiteY3" fmla="*/ 1092349 h 2854234"/>
              <a:gd name="connsiteX4" fmla="*/ 181090 w 725529"/>
              <a:gd name="connsiteY4" fmla="*/ 0 h 2854234"/>
              <a:gd name="connsiteX0" fmla="*/ 0 w 725529"/>
              <a:gd name="connsiteY0" fmla="*/ 2854234 h 2854234"/>
              <a:gd name="connsiteX1" fmla="*/ 725529 w 725529"/>
              <a:gd name="connsiteY1" fmla="*/ 1727930 h 2854234"/>
              <a:gd name="connsiteX2" fmla="*/ 724937 w 725529"/>
              <a:gd name="connsiteY2" fmla="*/ 1250406 h 2854234"/>
              <a:gd name="connsiteX3" fmla="*/ 242121 w 725529"/>
              <a:gd name="connsiteY3" fmla="*/ 1079165 h 2854234"/>
              <a:gd name="connsiteX4" fmla="*/ 181090 w 725529"/>
              <a:gd name="connsiteY4" fmla="*/ 0 h 2854234"/>
              <a:gd name="connsiteX0" fmla="*/ 0 w 725529"/>
              <a:gd name="connsiteY0" fmla="*/ 2854234 h 2854234"/>
              <a:gd name="connsiteX1" fmla="*/ 725529 w 725529"/>
              <a:gd name="connsiteY1" fmla="*/ 1727930 h 2854234"/>
              <a:gd name="connsiteX2" fmla="*/ 724937 w 725529"/>
              <a:gd name="connsiteY2" fmla="*/ 1250406 h 2854234"/>
              <a:gd name="connsiteX3" fmla="*/ 208699 w 725529"/>
              <a:gd name="connsiteY3" fmla="*/ 1105532 h 2854234"/>
              <a:gd name="connsiteX4" fmla="*/ 181090 w 725529"/>
              <a:gd name="connsiteY4" fmla="*/ 0 h 2854234"/>
              <a:gd name="connsiteX0" fmla="*/ 0 w 725529"/>
              <a:gd name="connsiteY0" fmla="*/ 2854234 h 2854234"/>
              <a:gd name="connsiteX1" fmla="*/ 725529 w 725529"/>
              <a:gd name="connsiteY1" fmla="*/ 1727930 h 2854234"/>
              <a:gd name="connsiteX2" fmla="*/ 724937 w 725529"/>
              <a:gd name="connsiteY2" fmla="*/ 1250406 h 2854234"/>
              <a:gd name="connsiteX3" fmla="*/ 208699 w 725529"/>
              <a:gd name="connsiteY3" fmla="*/ 1105532 h 2854234"/>
              <a:gd name="connsiteX4" fmla="*/ 181090 w 725529"/>
              <a:gd name="connsiteY4" fmla="*/ 0 h 2854234"/>
              <a:gd name="connsiteX0" fmla="*/ 0 w 725529"/>
              <a:gd name="connsiteY0" fmla="*/ 2854234 h 2854234"/>
              <a:gd name="connsiteX1" fmla="*/ 725529 w 725529"/>
              <a:gd name="connsiteY1" fmla="*/ 1727930 h 2854234"/>
              <a:gd name="connsiteX2" fmla="*/ 724937 w 725529"/>
              <a:gd name="connsiteY2" fmla="*/ 1250406 h 2854234"/>
              <a:gd name="connsiteX3" fmla="*/ 233766 w 725529"/>
              <a:gd name="connsiteY3" fmla="*/ 1105532 h 2854234"/>
              <a:gd name="connsiteX4" fmla="*/ 181090 w 725529"/>
              <a:gd name="connsiteY4" fmla="*/ 0 h 2854234"/>
              <a:gd name="connsiteX0" fmla="*/ 0 w 725529"/>
              <a:gd name="connsiteY0" fmla="*/ 2854234 h 2854234"/>
              <a:gd name="connsiteX1" fmla="*/ 725529 w 725529"/>
              <a:gd name="connsiteY1" fmla="*/ 1727930 h 2854234"/>
              <a:gd name="connsiteX2" fmla="*/ 724937 w 725529"/>
              <a:gd name="connsiteY2" fmla="*/ 1250406 h 2854234"/>
              <a:gd name="connsiteX3" fmla="*/ 200344 w 725529"/>
              <a:gd name="connsiteY3" fmla="*/ 1118716 h 2854234"/>
              <a:gd name="connsiteX4" fmla="*/ 181090 w 725529"/>
              <a:gd name="connsiteY4" fmla="*/ 0 h 2854234"/>
              <a:gd name="connsiteX0" fmla="*/ 0 w 725529"/>
              <a:gd name="connsiteY0" fmla="*/ 2854234 h 2854234"/>
              <a:gd name="connsiteX1" fmla="*/ 725529 w 725529"/>
              <a:gd name="connsiteY1" fmla="*/ 1727930 h 2854234"/>
              <a:gd name="connsiteX2" fmla="*/ 724937 w 725529"/>
              <a:gd name="connsiteY2" fmla="*/ 1250406 h 2854234"/>
              <a:gd name="connsiteX3" fmla="*/ 175278 w 725529"/>
              <a:gd name="connsiteY3" fmla="*/ 1105533 h 2854234"/>
              <a:gd name="connsiteX4" fmla="*/ 181090 w 725529"/>
              <a:gd name="connsiteY4" fmla="*/ 0 h 2854234"/>
              <a:gd name="connsiteX0" fmla="*/ 0 w 725529"/>
              <a:gd name="connsiteY0" fmla="*/ 2854234 h 2854234"/>
              <a:gd name="connsiteX1" fmla="*/ 725529 w 725529"/>
              <a:gd name="connsiteY1" fmla="*/ 1727930 h 2854234"/>
              <a:gd name="connsiteX2" fmla="*/ 724937 w 725529"/>
              <a:gd name="connsiteY2" fmla="*/ 1250406 h 2854234"/>
              <a:gd name="connsiteX3" fmla="*/ 275543 w 725529"/>
              <a:gd name="connsiteY3" fmla="*/ 1112125 h 2854234"/>
              <a:gd name="connsiteX4" fmla="*/ 181090 w 725529"/>
              <a:gd name="connsiteY4" fmla="*/ 0 h 2854234"/>
              <a:gd name="connsiteX0" fmla="*/ 0 w 725529"/>
              <a:gd name="connsiteY0" fmla="*/ 2854234 h 2854234"/>
              <a:gd name="connsiteX1" fmla="*/ 725529 w 725529"/>
              <a:gd name="connsiteY1" fmla="*/ 1727930 h 2854234"/>
              <a:gd name="connsiteX2" fmla="*/ 724937 w 725529"/>
              <a:gd name="connsiteY2" fmla="*/ 1250406 h 2854234"/>
              <a:gd name="connsiteX3" fmla="*/ 275543 w 725529"/>
              <a:gd name="connsiteY3" fmla="*/ 1112125 h 2854234"/>
              <a:gd name="connsiteX4" fmla="*/ 264644 w 725529"/>
              <a:gd name="connsiteY4" fmla="*/ 0 h 2854234"/>
              <a:gd name="connsiteX0" fmla="*/ 0 w 725529"/>
              <a:gd name="connsiteY0" fmla="*/ 2854234 h 2854234"/>
              <a:gd name="connsiteX1" fmla="*/ 725529 w 725529"/>
              <a:gd name="connsiteY1" fmla="*/ 1727930 h 2854234"/>
              <a:gd name="connsiteX2" fmla="*/ 724937 w 725529"/>
              <a:gd name="connsiteY2" fmla="*/ 1250406 h 2854234"/>
              <a:gd name="connsiteX3" fmla="*/ 292254 w 725529"/>
              <a:gd name="connsiteY3" fmla="*/ 1125309 h 2854234"/>
              <a:gd name="connsiteX4" fmla="*/ 264644 w 725529"/>
              <a:gd name="connsiteY4" fmla="*/ 0 h 2854234"/>
              <a:gd name="connsiteX0" fmla="*/ 0 w 725529"/>
              <a:gd name="connsiteY0" fmla="*/ 2854234 h 2854234"/>
              <a:gd name="connsiteX1" fmla="*/ 725529 w 725529"/>
              <a:gd name="connsiteY1" fmla="*/ 1727930 h 2854234"/>
              <a:gd name="connsiteX2" fmla="*/ 724937 w 725529"/>
              <a:gd name="connsiteY2" fmla="*/ 1250406 h 2854234"/>
              <a:gd name="connsiteX3" fmla="*/ 22889 w 725529"/>
              <a:gd name="connsiteY3" fmla="*/ 1125309 h 2854234"/>
              <a:gd name="connsiteX4" fmla="*/ 264644 w 725529"/>
              <a:gd name="connsiteY4" fmla="*/ 0 h 2854234"/>
              <a:gd name="connsiteX0" fmla="*/ 43202 w 768731"/>
              <a:gd name="connsiteY0" fmla="*/ 2975683 h 2975683"/>
              <a:gd name="connsiteX1" fmla="*/ 768731 w 768731"/>
              <a:gd name="connsiteY1" fmla="*/ 1849379 h 2975683"/>
              <a:gd name="connsiteX2" fmla="*/ 768139 w 768731"/>
              <a:gd name="connsiteY2" fmla="*/ 1371855 h 2975683"/>
              <a:gd name="connsiteX3" fmla="*/ 66091 w 768731"/>
              <a:gd name="connsiteY3" fmla="*/ 1246758 h 2975683"/>
              <a:gd name="connsiteX4" fmla="*/ 0 w 768731"/>
              <a:gd name="connsiteY4" fmla="*/ 0 h 2975683"/>
              <a:gd name="connsiteX0" fmla="*/ 54072 w 779601"/>
              <a:gd name="connsiteY0" fmla="*/ 2975683 h 2975683"/>
              <a:gd name="connsiteX1" fmla="*/ 779601 w 779601"/>
              <a:gd name="connsiteY1" fmla="*/ 1849379 h 2975683"/>
              <a:gd name="connsiteX2" fmla="*/ 779009 w 779601"/>
              <a:gd name="connsiteY2" fmla="*/ 1371855 h 2975683"/>
              <a:gd name="connsiteX3" fmla="*/ 0 w 779601"/>
              <a:gd name="connsiteY3" fmla="*/ 1277120 h 2975683"/>
              <a:gd name="connsiteX4" fmla="*/ 10870 w 779601"/>
              <a:gd name="connsiteY4" fmla="*/ 0 h 2975683"/>
              <a:gd name="connsiteX0" fmla="*/ 62442 w 787971"/>
              <a:gd name="connsiteY0" fmla="*/ 2763147 h 2763147"/>
              <a:gd name="connsiteX1" fmla="*/ 787971 w 787971"/>
              <a:gd name="connsiteY1" fmla="*/ 1636843 h 2763147"/>
              <a:gd name="connsiteX2" fmla="*/ 787379 w 787971"/>
              <a:gd name="connsiteY2" fmla="*/ 1159319 h 2763147"/>
              <a:gd name="connsiteX3" fmla="*/ 8370 w 787971"/>
              <a:gd name="connsiteY3" fmla="*/ 1064584 h 2763147"/>
              <a:gd name="connsiteX4" fmla="*/ 0 w 787971"/>
              <a:gd name="connsiteY4" fmla="*/ 0 h 2763147"/>
              <a:gd name="connsiteX0" fmla="*/ 54072 w 779601"/>
              <a:gd name="connsiteY0" fmla="*/ 2808691 h 2808691"/>
              <a:gd name="connsiteX1" fmla="*/ 779601 w 779601"/>
              <a:gd name="connsiteY1" fmla="*/ 1682387 h 2808691"/>
              <a:gd name="connsiteX2" fmla="*/ 779009 w 779601"/>
              <a:gd name="connsiteY2" fmla="*/ 1204863 h 2808691"/>
              <a:gd name="connsiteX3" fmla="*/ 0 w 779601"/>
              <a:gd name="connsiteY3" fmla="*/ 1110128 h 2808691"/>
              <a:gd name="connsiteX4" fmla="*/ 30111 w 779601"/>
              <a:gd name="connsiteY4" fmla="*/ 0 h 2808691"/>
              <a:gd name="connsiteX0" fmla="*/ 62830 w 788359"/>
              <a:gd name="connsiteY0" fmla="*/ 2896348 h 2896348"/>
              <a:gd name="connsiteX1" fmla="*/ 788359 w 788359"/>
              <a:gd name="connsiteY1" fmla="*/ 1770044 h 2896348"/>
              <a:gd name="connsiteX2" fmla="*/ 787767 w 788359"/>
              <a:gd name="connsiteY2" fmla="*/ 1292520 h 2896348"/>
              <a:gd name="connsiteX3" fmla="*/ 8758 w 788359"/>
              <a:gd name="connsiteY3" fmla="*/ 1197785 h 2896348"/>
              <a:gd name="connsiteX4" fmla="*/ 38869 w 788359"/>
              <a:gd name="connsiteY4" fmla="*/ 87657 h 2896348"/>
              <a:gd name="connsiteX5" fmla="*/ 0 w 788359"/>
              <a:gd name="connsiteY5" fmla="*/ 69436 h 2896348"/>
              <a:gd name="connsiteX0" fmla="*/ 54072 w 818640"/>
              <a:gd name="connsiteY0" fmla="*/ 3100173 h 3100173"/>
              <a:gd name="connsiteX1" fmla="*/ 779601 w 818640"/>
              <a:gd name="connsiteY1" fmla="*/ 1973869 h 3100173"/>
              <a:gd name="connsiteX2" fmla="*/ 779009 w 818640"/>
              <a:gd name="connsiteY2" fmla="*/ 1496345 h 3100173"/>
              <a:gd name="connsiteX3" fmla="*/ 0 w 818640"/>
              <a:gd name="connsiteY3" fmla="*/ 1401610 h 3100173"/>
              <a:gd name="connsiteX4" fmla="*/ 30111 w 818640"/>
              <a:gd name="connsiteY4" fmla="*/ 291482 h 3100173"/>
              <a:gd name="connsiteX5" fmla="*/ 818579 w 818640"/>
              <a:gd name="connsiteY5" fmla="*/ 0 h 3100173"/>
              <a:gd name="connsiteX0" fmla="*/ 54072 w 818579"/>
              <a:gd name="connsiteY0" fmla="*/ 3100173 h 3100173"/>
              <a:gd name="connsiteX1" fmla="*/ 779601 w 818579"/>
              <a:gd name="connsiteY1" fmla="*/ 1973869 h 3100173"/>
              <a:gd name="connsiteX2" fmla="*/ 779009 w 818579"/>
              <a:gd name="connsiteY2" fmla="*/ 1496345 h 3100173"/>
              <a:gd name="connsiteX3" fmla="*/ 0 w 818579"/>
              <a:gd name="connsiteY3" fmla="*/ 1401610 h 3100173"/>
              <a:gd name="connsiteX4" fmla="*/ 30111 w 818579"/>
              <a:gd name="connsiteY4" fmla="*/ 291482 h 3100173"/>
              <a:gd name="connsiteX5" fmla="*/ 510732 w 818579"/>
              <a:gd name="connsiteY5" fmla="*/ 60725 h 3100173"/>
              <a:gd name="connsiteX6" fmla="*/ 818579 w 818579"/>
              <a:gd name="connsiteY6" fmla="*/ 0 h 3100173"/>
              <a:gd name="connsiteX0" fmla="*/ 54072 w 779601"/>
              <a:gd name="connsiteY0" fmla="*/ 3510065 h 3510065"/>
              <a:gd name="connsiteX1" fmla="*/ 779601 w 779601"/>
              <a:gd name="connsiteY1" fmla="*/ 2383761 h 3510065"/>
              <a:gd name="connsiteX2" fmla="*/ 779009 w 779601"/>
              <a:gd name="connsiteY2" fmla="*/ 1906237 h 3510065"/>
              <a:gd name="connsiteX3" fmla="*/ 0 w 779601"/>
              <a:gd name="connsiteY3" fmla="*/ 1811502 h 3510065"/>
              <a:gd name="connsiteX4" fmla="*/ 30111 w 779601"/>
              <a:gd name="connsiteY4" fmla="*/ 701374 h 3510065"/>
              <a:gd name="connsiteX5" fmla="*/ 510732 w 779601"/>
              <a:gd name="connsiteY5" fmla="*/ 470617 h 3510065"/>
              <a:gd name="connsiteX6" fmla="*/ 760858 w 779601"/>
              <a:gd name="connsiteY6" fmla="*/ 0 h 3510065"/>
              <a:gd name="connsiteX0" fmla="*/ 54072 w 809403"/>
              <a:gd name="connsiteY0" fmla="*/ 3510065 h 3510065"/>
              <a:gd name="connsiteX1" fmla="*/ 779601 w 809403"/>
              <a:gd name="connsiteY1" fmla="*/ 2383761 h 3510065"/>
              <a:gd name="connsiteX2" fmla="*/ 779009 w 809403"/>
              <a:gd name="connsiteY2" fmla="*/ 1906237 h 3510065"/>
              <a:gd name="connsiteX3" fmla="*/ 0 w 809403"/>
              <a:gd name="connsiteY3" fmla="*/ 1811502 h 3510065"/>
              <a:gd name="connsiteX4" fmla="*/ 30111 w 809403"/>
              <a:gd name="connsiteY4" fmla="*/ 701374 h 3510065"/>
              <a:gd name="connsiteX5" fmla="*/ 760857 w 809403"/>
              <a:gd name="connsiteY5" fmla="*/ 440254 h 3510065"/>
              <a:gd name="connsiteX6" fmla="*/ 760858 w 809403"/>
              <a:gd name="connsiteY6" fmla="*/ 0 h 3510065"/>
              <a:gd name="connsiteX0" fmla="*/ 54072 w 809403"/>
              <a:gd name="connsiteY0" fmla="*/ 3510065 h 3510065"/>
              <a:gd name="connsiteX1" fmla="*/ 779601 w 809403"/>
              <a:gd name="connsiteY1" fmla="*/ 2383761 h 3510065"/>
              <a:gd name="connsiteX2" fmla="*/ 779009 w 809403"/>
              <a:gd name="connsiteY2" fmla="*/ 1906237 h 3510065"/>
              <a:gd name="connsiteX3" fmla="*/ 0 w 809403"/>
              <a:gd name="connsiteY3" fmla="*/ 1811502 h 3510065"/>
              <a:gd name="connsiteX4" fmla="*/ 30111 w 809403"/>
              <a:gd name="connsiteY4" fmla="*/ 701374 h 3510065"/>
              <a:gd name="connsiteX5" fmla="*/ 760857 w 809403"/>
              <a:gd name="connsiteY5" fmla="*/ 440254 h 3510065"/>
              <a:gd name="connsiteX6" fmla="*/ 760858 w 809403"/>
              <a:gd name="connsiteY6" fmla="*/ 0 h 3510065"/>
              <a:gd name="connsiteX0" fmla="*/ 54072 w 779601"/>
              <a:gd name="connsiteY0" fmla="*/ 3510065 h 3510065"/>
              <a:gd name="connsiteX1" fmla="*/ 779601 w 779601"/>
              <a:gd name="connsiteY1" fmla="*/ 2383761 h 3510065"/>
              <a:gd name="connsiteX2" fmla="*/ 779009 w 779601"/>
              <a:gd name="connsiteY2" fmla="*/ 1906237 h 3510065"/>
              <a:gd name="connsiteX3" fmla="*/ 0 w 779601"/>
              <a:gd name="connsiteY3" fmla="*/ 1811502 h 3510065"/>
              <a:gd name="connsiteX4" fmla="*/ 30111 w 779601"/>
              <a:gd name="connsiteY4" fmla="*/ 701374 h 3510065"/>
              <a:gd name="connsiteX5" fmla="*/ 760857 w 779601"/>
              <a:gd name="connsiteY5" fmla="*/ 440254 h 3510065"/>
              <a:gd name="connsiteX6" fmla="*/ 760858 w 779601"/>
              <a:gd name="connsiteY6" fmla="*/ 0 h 3510065"/>
              <a:gd name="connsiteX0" fmla="*/ 54072 w 779601"/>
              <a:gd name="connsiteY0" fmla="*/ 3579994 h 3579994"/>
              <a:gd name="connsiteX1" fmla="*/ 779601 w 779601"/>
              <a:gd name="connsiteY1" fmla="*/ 2453690 h 3579994"/>
              <a:gd name="connsiteX2" fmla="*/ 779009 w 779601"/>
              <a:gd name="connsiteY2" fmla="*/ 1976166 h 3579994"/>
              <a:gd name="connsiteX3" fmla="*/ 0 w 779601"/>
              <a:gd name="connsiteY3" fmla="*/ 1881431 h 3579994"/>
              <a:gd name="connsiteX4" fmla="*/ 30111 w 779601"/>
              <a:gd name="connsiteY4" fmla="*/ 771303 h 3579994"/>
              <a:gd name="connsiteX5" fmla="*/ 760857 w 779601"/>
              <a:gd name="connsiteY5" fmla="*/ 510183 h 3579994"/>
              <a:gd name="connsiteX6" fmla="*/ 760858 w 779601"/>
              <a:gd name="connsiteY6" fmla="*/ 69929 h 3579994"/>
              <a:gd name="connsiteX0" fmla="*/ 54072 w 779601"/>
              <a:gd name="connsiteY0" fmla="*/ 3707204 h 3707204"/>
              <a:gd name="connsiteX1" fmla="*/ 779601 w 779601"/>
              <a:gd name="connsiteY1" fmla="*/ 2580900 h 3707204"/>
              <a:gd name="connsiteX2" fmla="*/ 779009 w 779601"/>
              <a:gd name="connsiteY2" fmla="*/ 2103376 h 3707204"/>
              <a:gd name="connsiteX3" fmla="*/ 0 w 779601"/>
              <a:gd name="connsiteY3" fmla="*/ 2008641 h 3707204"/>
              <a:gd name="connsiteX4" fmla="*/ 30111 w 779601"/>
              <a:gd name="connsiteY4" fmla="*/ 898513 h 3707204"/>
              <a:gd name="connsiteX5" fmla="*/ 760857 w 779601"/>
              <a:gd name="connsiteY5" fmla="*/ 637393 h 3707204"/>
              <a:gd name="connsiteX6" fmla="*/ 739550 w 779601"/>
              <a:gd name="connsiteY6" fmla="*/ 59300 h 3707204"/>
              <a:gd name="connsiteX0" fmla="*/ 54072 w 779601"/>
              <a:gd name="connsiteY0" fmla="*/ 3647904 h 3647904"/>
              <a:gd name="connsiteX1" fmla="*/ 779601 w 779601"/>
              <a:gd name="connsiteY1" fmla="*/ 2521600 h 3647904"/>
              <a:gd name="connsiteX2" fmla="*/ 779009 w 779601"/>
              <a:gd name="connsiteY2" fmla="*/ 2044076 h 3647904"/>
              <a:gd name="connsiteX3" fmla="*/ 0 w 779601"/>
              <a:gd name="connsiteY3" fmla="*/ 1949341 h 3647904"/>
              <a:gd name="connsiteX4" fmla="*/ 30111 w 779601"/>
              <a:gd name="connsiteY4" fmla="*/ 839213 h 3647904"/>
              <a:gd name="connsiteX5" fmla="*/ 760857 w 779601"/>
              <a:gd name="connsiteY5" fmla="*/ 578093 h 3647904"/>
              <a:gd name="connsiteX6" fmla="*/ 739550 w 779601"/>
              <a:gd name="connsiteY6" fmla="*/ 0 h 3647904"/>
              <a:gd name="connsiteX0" fmla="*/ 54072 w 779601"/>
              <a:gd name="connsiteY0" fmla="*/ 3557132 h 3557132"/>
              <a:gd name="connsiteX1" fmla="*/ 779601 w 779601"/>
              <a:gd name="connsiteY1" fmla="*/ 2430828 h 3557132"/>
              <a:gd name="connsiteX2" fmla="*/ 779009 w 779601"/>
              <a:gd name="connsiteY2" fmla="*/ 1953304 h 3557132"/>
              <a:gd name="connsiteX3" fmla="*/ 0 w 779601"/>
              <a:gd name="connsiteY3" fmla="*/ 1858569 h 3557132"/>
              <a:gd name="connsiteX4" fmla="*/ 30111 w 779601"/>
              <a:gd name="connsiteY4" fmla="*/ 748441 h 3557132"/>
              <a:gd name="connsiteX5" fmla="*/ 760857 w 779601"/>
              <a:gd name="connsiteY5" fmla="*/ 487321 h 3557132"/>
              <a:gd name="connsiteX6" fmla="*/ 739550 w 779601"/>
              <a:gd name="connsiteY6" fmla="*/ 0 h 3557132"/>
              <a:gd name="connsiteX0" fmla="*/ 54072 w 779601"/>
              <a:gd name="connsiteY0" fmla="*/ 3557132 h 3557132"/>
              <a:gd name="connsiteX1" fmla="*/ 779601 w 779601"/>
              <a:gd name="connsiteY1" fmla="*/ 2430828 h 3557132"/>
              <a:gd name="connsiteX2" fmla="*/ 779009 w 779601"/>
              <a:gd name="connsiteY2" fmla="*/ 1953304 h 3557132"/>
              <a:gd name="connsiteX3" fmla="*/ 0 w 779601"/>
              <a:gd name="connsiteY3" fmla="*/ 1858569 h 3557132"/>
              <a:gd name="connsiteX4" fmla="*/ 30111 w 779601"/>
              <a:gd name="connsiteY4" fmla="*/ 748441 h 3557132"/>
              <a:gd name="connsiteX5" fmla="*/ 760857 w 779601"/>
              <a:gd name="connsiteY5" fmla="*/ 487321 h 3557132"/>
              <a:gd name="connsiteX6" fmla="*/ 739550 w 779601"/>
              <a:gd name="connsiteY6" fmla="*/ 0 h 3557132"/>
              <a:gd name="connsiteX0" fmla="*/ 54072 w 779601"/>
              <a:gd name="connsiteY0" fmla="*/ 3580665 h 3580665"/>
              <a:gd name="connsiteX1" fmla="*/ 779601 w 779601"/>
              <a:gd name="connsiteY1" fmla="*/ 2454361 h 3580665"/>
              <a:gd name="connsiteX2" fmla="*/ 779009 w 779601"/>
              <a:gd name="connsiteY2" fmla="*/ 1976837 h 3580665"/>
              <a:gd name="connsiteX3" fmla="*/ 0 w 779601"/>
              <a:gd name="connsiteY3" fmla="*/ 1882102 h 3580665"/>
              <a:gd name="connsiteX4" fmla="*/ 30111 w 779601"/>
              <a:gd name="connsiteY4" fmla="*/ 771974 h 3580665"/>
              <a:gd name="connsiteX5" fmla="*/ 760857 w 779601"/>
              <a:gd name="connsiteY5" fmla="*/ 510854 h 3580665"/>
              <a:gd name="connsiteX6" fmla="*/ 735288 w 779601"/>
              <a:gd name="connsiteY6" fmla="*/ 0 h 3580665"/>
              <a:gd name="connsiteX0" fmla="*/ 54072 w 779601"/>
              <a:gd name="connsiteY0" fmla="*/ 3580665 h 3580665"/>
              <a:gd name="connsiteX1" fmla="*/ 779601 w 779601"/>
              <a:gd name="connsiteY1" fmla="*/ 2454361 h 3580665"/>
              <a:gd name="connsiteX2" fmla="*/ 779009 w 779601"/>
              <a:gd name="connsiteY2" fmla="*/ 1976837 h 3580665"/>
              <a:gd name="connsiteX3" fmla="*/ 0 w 779601"/>
              <a:gd name="connsiteY3" fmla="*/ 1882102 h 3580665"/>
              <a:gd name="connsiteX4" fmla="*/ 30111 w 779601"/>
              <a:gd name="connsiteY4" fmla="*/ 771974 h 3580665"/>
              <a:gd name="connsiteX5" fmla="*/ 760857 w 779601"/>
              <a:gd name="connsiteY5" fmla="*/ 510854 h 3580665"/>
              <a:gd name="connsiteX6" fmla="*/ 735288 w 779601"/>
              <a:gd name="connsiteY6" fmla="*/ 0 h 3580665"/>
              <a:gd name="connsiteX0" fmla="*/ 23961 w 749490"/>
              <a:gd name="connsiteY0" fmla="*/ 3580665 h 3580665"/>
              <a:gd name="connsiteX1" fmla="*/ 749490 w 749490"/>
              <a:gd name="connsiteY1" fmla="*/ 2454361 h 3580665"/>
              <a:gd name="connsiteX2" fmla="*/ 748898 w 749490"/>
              <a:gd name="connsiteY2" fmla="*/ 1976837 h 3580665"/>
              <a:gd name="connsiteX3" fmla="*/ 46599 w 749490"/>
              <a:gd name="connsiteY3" fmla="*/ 1835036 h 3580665"/>
              <a:gd name="connsiteX4" fmla="*/ 0 w 749490"/>
              <a:gd name="connsiteY4" fmla="*/ 771974 h 3580665"/>
              <a:gd name="connsiteX5" fmla="*/ 730746 w 749490"/>
              <a:gd name="connsiteY5" fmla="*/ 510854 h 3580665"/>
              <a:gd name="connsiteX6" fmla="*/ 705177 w 749490"/>
              <a:gd name="connsiteY6" fmla="*/ 0 h 3580665"/>
              <a:gd name="connsiteX0" fmla="*/ 23961 w 749490"/>
              <a:gd name="connsiteY0" fmla="*/ 3580665 h 3580665"/>
              <a:gd name="connsiteX1" fmla="*/ 749490 w 749490"/>
              <a:gd name="connsiteY1" fmla="*/ 2454361 h 3580665"/>
              <a:gd name="connsiteX2" fmla="*/ 748898 w 749490"/>
              <a:gd name="connsiteY2" fmla="*/ 1976837 h 3580665"/>
              <a:gd name="connsiteX3" fmla="*/ 46599 w 749490"/>
              <a:gd name="connsiteY3" fmla="*/ 1835036 h 3580665"/>
              <a:gd name="connsiteX4" fmla="*/ 0 w 749490"/>
              <a:gd name="connsiteY4" fmla="*/ 771974 h 3580665"/>
              <a:gd name="connsiteX5" fmla="*/ 730746 w 749490"/>
              <a:gd name="connsiteY5" fmla="*/ 510854 h 3580665"/>
              <a:gd name="connsiteX6" fmla="*/ 705177 w 749490"/>
              <a:gd name="connsiteY6" fmla="*/ 0 h 3580665"/>
              <a:gd name="connsiteX0" fmla="*/ 23961 w 749490"/>
              <a:gd name="connsiteY0" fmla="*/ 3580665 h 3580665"/>
              <a:gd name="connsiteX1" fmla="*/ 749490 w 749490"/>
              <a:gd name="connsiteY1" fmla="*/ 2454361 h 3580665"/>
              <a:gd name="connsiteX2" fmla="*/ 748898 w 749490"/>
              <a:gd name="connsiteY2" fmla="*/ 1976837 h 3580665"/>
              <a:gd name="connsiteX3" fmla="*/ 46599 w 749490"/>
              <a:gd name="connsiteY3" fmla="*/ 1835036 h 3580665"/>
              <a:gd name="connsiteX4" fmla="*/ 0 w 749490"/>
              <a:gd name="connsiteY4" fmla="*/ 771974 h 3580665"/>
              <a:gd name="connsiteX5" fmla="*/ 730746 w 749490"/>
              <a:gd name="connsiteY5" fmla="*/ 510854 h 3580665"/>
              <a:gd name="connsiteX6" fmla="*/ 705177 w 749490"/>
              <a:gd name="connsiteY6" fmla="*/ 0 h 3580665"/>
              <a:gd name="connsiteX0" fmla="*/ 23961 w 749490"/>
              <a:gd name="connsiteY0" fmla="*/ 3580665 h 3580665"/>
              <a:gd name="connsiteX1" fmla="*/ 749490 w 749490"/>
              <a:gd name="connsiteY1" fmla="*/ 2454361 h 3580665"/>
              <a:gd name="connsiteX2" fmla="*/ 748898 w 749490"/>
              <a:gd name="connsiteY2" fmla="*/ 1976837 h 3580665"/>
              <a:gd name="connsiteX3" fmla="*/ 67907 w 749490"/>
              <a:gd name="connsiteY3" fmla="*/ 1835036 h 3580665"/>
              <a:gd name="connsiteX4" fmla="*/ 0 w 749490"/>
              <a:gd name="connsiteY4" fmla="*/ 771974 h 3580665"/>
              <a:gd name="connsiteX5" fmla="*/ 730746 w 749490"/>
              <a:gd name="connsiteY5" fmla="*/ 510854 h 3580665"/>
              <a:gd name="connsiteX6" fmla="*/ 705177 w 749490"/>
              <a:gd name="connsiteY6" fmla="*/ 0 h 3580665"/>
              <a:gd name="connsiteX0" fmla="*/ 23961 w 749490"/>
              <a:gd name="connsiteY0" fmla="*/ 3580665 h 3580665"/>
              <a:gd name="connsiteX1" fmla="*/ 749490 w 749490"/>
              <a:gd name="connsiteY1" fmla="*/ 2454361 h 3580665"/>
              <a:gd name="connsiteX2" fmla="*/ 748898 w 749490"/>
              <a:gd name="connsiteY2" fmla="*/ 1976837 h 3580665"/>
              <a:gd name="connsiteX3" fmla="*/ 12505 w 749490"/>
              <a:gd name="connsiteY3" fmla="*/ 1835036 h 3580665"/>
              <a:gd name="connsiteX4" fmla="*/ 0 w 749490"/>
              <a:gd name="connsiteY4" fmla="*/ 771974 h 3580665"/>
              <a:gd name="connsiteX5" fmla="*/ 730746 w 749490"/>
              <a:gd name="connsiteY5" fmla="*/ 510854 h 3580665"/>
              <a:gd name="connsiteX6" fmla="*/ 705177 w 749490"/>
              <a:gd name="connsiteY6" fmla="*/ 0 h 3580665"/>
              <a:gd name="connsiteX0" fmla="*/ 23961 w 749490"/>
              <a:gd name="connsiteY0" fmla="*/ 3580665 h 3580665"/>
              <a:gd name="connsiteX1" fmla="*/ 749490 w 749490"/>
              <a:gd name="connsiteY1" fmla="*/ 2454361 h 3580665"/>
              <a:gd name="connsiteX2" fmla="*/ 748898 w 749490"/>
              <a:gd name="connsiteY2" fmla="*/ 1976837 h 3580665"/>
              <a:gd name="connsiteX3" fmla="*/ 12505 w 749490"/>
              <a:gd name="connsiteY3" fmla="*/ 1835036 h 3580665"/>
              <a:gd name="connsiteX4" fmla="*/ 0 w 749490"/>
              <a:gd name="connsiteY4" fmla="*/ 771974 h 3580665"/>
              <a:gd name="connsiteX5" fmla="*/ 730746 w 749490"/>
              <a:gd name="connsiteY5" fmla="*/ 510854 h 3580665"/>
              <a:gd name="connsiteX6" fmla="*/ 705177 w 749490"/>
              <a:gd name="connsiteY6" fmla="*/ 0 h 3580665"/>
              <a:gd name="connsiteX0" fmla="*/ 23961 w 749490"/>
              <a:gd name="connsiteY0" fmla="*/ 3580665 h 3580665"/>
              <a:gd name="connsiteX1" fmla="*/ 749490 w 749490"/>
              <a:gd name="connsiteY1" fmla="*/ 2454361 h 3580665"/>
              <a:gd name="connsiteX2" fmla="*/ 748898 w 749490"/>
              <a:gd name="connsiteY2" fmla="*/ 1976837 h 3580665"/>
              <a:gd name="connsiteX3" fmla="*/ 42337 w 749490"/>
              <a:gd name="connsiteY3" fmla="*/ 1835036 h 3580665"/>
              <a:gd name="connsiteX4" fmla="*/ 0 w 749490"/>
              <a:gd name="connsiteY4" fmla="*/ 771974 h 3580665"/>
              <a:gd name="connsiteX5" fmla="*/ 730746 w 749490"/>
              <a:gd name="connsiteY5" fmla="*/ 510854 h 3580665"/>
              <a:gd name="connsiteX6" fmla="*/ 705177 w 749490"/>
              <a:gd name="connsiteY6" fmla="*/ 0 h 3580665"/>
              <a:gd name="connsiteX0" fmla="*/ 49532 w 775061"/>
              <a:gd name="connsiteY0" fmla="*/ 3580665 h 3580665"/>
              <a:gd name="connsiteX1" fmla="*/ 775061 w 775061"/>
              <a:gd name="connsiteY1" fmla="*/ 2454361 h 3580665"/>
              <a:gd name="connsiteX2" fmla="*/ 774469 w 775061"/>
              <a:gd name="connsiteY2" fmla="*/ 1976837 h 3580665"/>
              <a:gd name="connsiteX3" fmla="*/ 67908 w 775061"/>
              <a:gd name="connsiteY3" fmla="*/ 1835036 h 3580665"/>
              <a:gd name="connsiteX4" fmla="*/ 0 w 775061"/>
              <a:gd name="connsiteY4" fmla="*/ 775336 h 3580665"/>
              <a:gd name="connsiteX5" fmla="*/ 756317 w 775061"/>
              <a:gd name="connsiteY5" fmla="*/ 510854 h 3580665"/>
              <a:gd name="connsiteX6" fmla="*/ 730748 w 775061"/>
              <a:gd name="connsiteY6" fmla="*/ 0 h 3580665"/>
              <a:gd name="connsiteX0" fmla="*/ 49532 w 775061"/>
              <a:gd name="connsiteY0" fmla="*/ 3580665 h 3580665"/>
              <a:gd name="connsiteX1" fmla="*/ 775061 w 775061"/>
              <a:gd name="connsiteY1" fmla="*/ 2454361 h 3580665"/>
              <a:gd name="connsiteX2" fmla="*/ 774469 w 775061"/>
              <a:gd name="connsiteY2" fmla="*/ 1976837 h 3580665"/>
              <a:gd name="connsiteX3" fmla="*/ 67908 w 775061"/>
              <a:gd name="connsiteY3" fmla="*/ 1835036 h 3580665"/>
              <a:gd name="connsiteX4" fmla="*/ 0 w 775061"/>
              <a:gd name="connsiteY4" fmla="*/ 775336 h 3580665"/>
              <a:gd name="connsiteX5" fmla="*/ 756317 w 775061"/>
              <a:gd name="connsiteY5" fmla="*/ 510854 h 3580665"/>
              <a:gd name="connsiteX6" fmla="*/ 730748 w 775061"/>
              <a:gd name="connsiteY6" fmla="*/ 0 h 3580665"/>
              <a:gd name="connsiteX0" fmla="*/ 49532 w 775061"/>
              <a:gd name="connsiteY0" fmla="*/ 3580665 h 3580665"/>
              <a:gd name="connsiteX1" fmla="*/ 775061 w 775061"/>
              <a:gd name="connsiteY1" fmla="*/ 2454361 h 3580665"/>
              <a:gd name="connsiteX2" fmla="*/ 774469 w 775061"/>
              <a:gd name="connsiteY2" fmla="*/ 1976837 h 3580665"/>
              <a:gd name="connsiteX3" fmla="*/ 67908 w 775061"/>
              <a:gd name="connsiteY3" fmla="*/ 1835036 h 3580665"/>
              <a:gd name="connsiteX4" fmla="*/ 0 w 775061"/>
              <a:gd name="connsiteY4" fmla="*/ 775336 h 3580665"/>
              <a:gd name="connsiteX5" fmla="*/ 756317 w 775061"/>
              <a:gd name="connsiteY5" fmla="*/ 510854 h 3580665"/>
              <a:gd name="connsiteX6" fmla="*/ 730748 w 775061"/>
              <a:gd name="connsiteY6" fmla="*/ 0 h 3580665"/>
              <a:gd name="connsiteX0" fmla="*/ 49532 w 775061"/>
              <a:gd name="connsiteY0" fmla="*/ 3580665 h 3580665"/>
              <a:gd name="connsiteX1" fmla="*/ 775061 w 775061"/>
              <a:gd name="connsiteY1" fmla="*/ 2454361 h 3580665"/>
              <a:gd name="connsiteX2" fmla="*/ 774469 w 775061"/>
              <a:gd name="connsiteY2" fmla="*/ 1976837 h 3580665"/>
              <a:gd name="connsiteX3" fmla="*/ 38076 w 775061"/>
              <a:gd name="connsiteY3" fmla="*/ 1835036 h 3580665"/>
              <a:gd name="connsiteX4" fmla="*/ 0 w 775061"/>
              <a:gd name="connsiteY4" fmla="*/ 775336 h 3580665"/>
              <a:gd name="connsiteX5" fmla="*/ 756317 w 775061"/>
              <a:gd name="connsiteY5" fmla="*/ 510854 h 3580665"/>
              <a:gd name="connsiteX6" fmla="*/ 730748 w 775061"/>
              <a:gd name="connsiteY6" fmla="*/ 0 h 3580665"/>
              <a:gd name="connsiteX0" fmla="*/ 49532 w 775061"/>
              <a:gd name="connsiteY0" fmla="*/ 3580665 h 3580665"/>
              <a:gd name="connsiteX1" fmla="*/ 775061 w 775061"/>
              <a:gd name="connsiteY1" fmla="*/ 2454361 h 3580665"/>
              <a:gd name="connsiteX2" fmla="*/ 774469 w 775061"/>
              <a:gd name="connsiteY2" fmla="*/ 1976837 h 3580665"/>
              <a:gd name="connsiteX3" fmla="*/ 38076 w 775061"/>
              <a:gd name="connsiteY3" fmla="*/ 1835036 h 3580665"/>
              <a:gd name="connsiteX4" fmla="*/ 0 w 775061"/>
              <a:gd name="connsiteY4" fmla="*/ 775336 h 3580665"/>
              <a:gd name="connsiteX5" fmla="*/ 756317 w 775061"/>
              <a:gd name="connsiteY5" fmla="*/ 510854 h 3580665"/>
              <a:gd name="connsiteX6" fmla="*/ 730748 w 775061"/>
              <a:gd name="connsiteY6" fmla="*/ 0 h 3580665"/>
              <a:gd name="connsiteX0" fmla="*/ 49532 w 872488"/>
              <a:gd name="connsiteY0" fmla="*/ 3580665 h 3580665"/>
              <a:gd name="connsiteX1" fmla="*/ 775061 w 872488"/>
              <a:gd name="connsiteY1" fmla="*/ 2454361 h 3580665"/>
              <a:gd name="connsiteX2" fmla="*/ 872488 w 872488"/>
              <a:gd name="connsiteY2" fmla="*/ 2054161 h 3580665"/>
              <a:gd name="connsiteX3" fmla="*/ 38076 w 872488"/>
              <a:gd name="connsiteY3" fmla="*/ 1835036 h 3580665"/>
              <a:gd name="connsiteX4" fmla="*/ 0 w 872488"/>
              <a:gd name="connsiteY4" fmla="*/ 775336 h 3580665"/>
              <a:gd name="connsiteX5" fmla="*/ 756317 w 872488"/>
              <a:gd name="connsiteY5" fmla="*/ 510854 h 3580665"/>
              <a:gd name="connsiteX6" fmla="*/ 730748 w 872488"/>
              <a:gd name="connsiteY6" fmla="*/ 0 h 3580665"/>
              <a:gd name="connsiteX0" fmla="*/ 49532 w 873080"/>
              <a:gd name="connsiteY0" fmla="*/ 3580665 h 3580665"/>
              <a:gd name="connsiteX1" fmla="*/ 873080 w 873080"/>
              <a:gd name="connsiteY1" fmla="*/ 2414018 h 3580665"/>
              <a:gd name="connsiteX2" fmla="*/ 872488 w 873080"/>
              <a:gd name="connsiteY2" fmla="*/ 2054161 h 3580665"/>
              <a:gd name="connsiteX3" fmla="*/ 38076 w 873080"/>
              <a:gd name="connsiteY3" fmla="*/ 1835036 h 3580665"/>
              <a:gd name="connsiteX4" fmla="*/ 0 w 873080"/>
              <a:gd name="connsiteY4" fmla="*/ 775336 h 3580665"/>
              <a:gd name="connsiteX5" fmla="*/ 756317 w 873080"/>
              <a:gd name="connsiteY5" fmla="*/ 510854 h 3580665"/>
              <a:gd name="connsiteX6" fmla="*/ 730748 w 873080"/>
              <a:gd name="connsiteY6" fmla="*/ 0 h 3580665"/>
              <a:gd name="connsiteX0" fmla="*/ 49532 w 873080"/>
              <a:gd name="connsiteY0" fmla="*/ 3580665 h 3580665"/>
              <a:gd name="connsiteX1" fmla="*/ 873080 w 873080"/>
              <a:gd name="connsiteY1" fmla="*/ 2414018 h 3580665"/>
              <a:gd name="connsiteX2" fmla="*/ 872488 w 873080"/>
              <a:gd name="connsiteY2" fmla="*/ 2054161 h 3580665"/>
              <a:gd name="connsiteX3" fmla="*/ 38076 w 873080"/>
              <a:gd name="connsiteY3" fmla="*/ 1835036 h 3580665"/>
              <a:gd name="connsiteX4" fmla="*/ 0 w 873080"/>
              <a:gd name="connsiteY4" fmla="*/ 775336 h 3580665"/>
              <a:gd name="connsiteX5" fmla="*/ 730748 w 873080"/>
              <a:gd name="connsiteY5" fmla="*/ 0 h 3580665"/>
              <a:gd name="connsiteX0" fmla="*/ 12167 w 835715"/>
              <a:gd name="connsiteY0" fmla="*/ 3580665 h 3580665"/>
              <a:gd name="connsiteX1" fmla="*/ 835715 w 835715"/>
              <a:gd name="connsiteY1" fmla="*/ 2414018 h 3580665"/>
              <a:gd name="connsiteX2" fmla="*/ 835123 w 835715"/>
              <a:gd name="connsiteY2" fmla="*/ 2054161 h 3580665"/>
              <a:gd name="connsiteX3" fmla="*/ 711 w 835715"/>
              <a:gd name="connsiteY3" fmla="*/ 1835036 h 3580665"/>
              <a:gd name="connsiteX4" fmla="*/ 693383 w 835715"/>
              <a:gd name="connsiteY4" fmla="*/ 0 h 3580665"/>
              <a:gd name="connsiteX0" fmla="*/ 0 w 823548"/>
              <a:gd name="connsiteY0" fmla="*/ 3580665 h 3580665"/>
              <a:gd name="connsiteX1" fmla="*/ 823548 w 823548"/>
              <a:gd name="connsiteY1" fmla="*/ 2414018 h 3580665"/>
              <a:gd name="connsiteX2" fmla="*/ 822956 w 823548"/>
              <a:gd name="connsiteY2" fmla="*/ 2054161 h 3580665"/>
              <a:gd name="connsiteX3" fmla="*/ 287809 w 823548"/>
              <a:gd name="connsiteY3" fmla="*/ 1835036 h 3580665"/>
              <a:gd name="connsiteX4" fmla="*/ 681216 w 823548"/>
              <a:gd name="connsiteY4" fmla="*/ 0 h 3580665"/>
              <a:gd name="connsiteX0" fmla="*/ 0 w 823548"/>
              <a:gd name="connsiteY0" fmla="*/ 3569150 h 3569150"/>
              <a:gd name="connsiteX1" fmla="*/ 823548 w 823548"/>
              <a:gd name="connsiteY1" fmla="*/ 2402503 h 3569150"/>
              <a:gd name="connsiteX2" fmla="*/ 822956 w 823548"/>
              <a:gd name="connsiteY2" fmla="*/ 2042646 h 3569150"/>
              <a:gd name="connsiteX3" fmla="*/ 287809 w 823548"/>
              <a:gd name="connsiteY3" fmla="*/ 1823521 h 3569150"/>
              <a:gd name="connsiteX4" fmla="*/ 206772 w 823548"/>
              <a:gd name="connsiteY4" fmla="*/ 0 h 3569150"/>
              <a:gd name="connsiteX0" fmla="*/ 0 w 823548"/>
              <a:gd name="connsiteY0" fmla="*/ 3569150 h 3569150"/>
              <a:gd name="connsiteX1" fmla="*/ 823548 w 823548"/>
              <a:gd name="connsiteY1" fmla="*/ 2402503 h 3569150"/>
              <a:gd name="connsiteX2" fmla="*/ 822956 w 823548"/>
              <a:gd name="connsiteY2" fmla="*/ 2042646 h 3569150"/>
              <a:gd name="connsiteX3" fmla="*/ 287809 w 823548"/>
              <a:gd name="connsiteY3" fmla="*/ 1823521 h 3569150"/>
              <a:gd name="connsiteX4" fmla="*/ 206772 w 823548"/>
              <a:gd name="connsiteY4" fmla="*/ 0 h 3569150"/>
              <a:gd name="connsiteX0" fmla="*/ 0 w 823548"/>
              <a:gd name="connsiteY0" fmla="*/ 3569150 h 3569150"/>
              <a:gd name="connsiteX1" fmla="*/ 823548 w 823548"/>
              <a:gd name="connsiteY1" fmla="*/ 2402503 h 3569150"/>
              <a:gd name="connsiteX2" fmla="*/ 822956 w 823548"/>
              <a:gd name="connsiteY2" fmla="*/ 2042646 h 3569150"/>
              <a:gd name="connsiteX3" fmla="*/ 287809 w 823548"/>
              <a:gd name="connsiteY3" fmla="*/ 1823521 h 3569150"/>
              <a:gd name="connsiteX4" fmla="*/ 126482 w 823548"/>
              <a:gd name="connsiteY4" fmla="*/ 0 h 3569150"/>
              <a:gd name="connsiteX0" fmla="*/ 0 w 823548"/>
              <a:gd name="connsiteY0" fmla="*/ 3569150 h 3569150"/>
              <a:gd name="connsiteX1" fmla="*/ 823548 w 823548"/>
              <a:gd name="connsiteY1" fmla="*/ 2402503 h 3569150"/>
              <a:gd name="connsiteX2" fmla="*/ 822956 w 823548"/>
              <a:gd name="connsiteY2" fmla="*/ 2042646 h 3569150"/>
              <a:gd name="connsiteX3" fmla="*/ 229416 w 823548"/>
              <a:gd name="connsiteY3" fmla="*/ 1817763 h 3569150"/>
              <a:gd name="connsiteX4" fmla="*/ 126482 w 823548"/>
              <a:gd name="connsiteY4" fmla="*/ 0 h 3569150"/>
              <a:gd name="connsiteX0" fmla="*/ 0 w 823548"/>
              <a:gd name="connsiteY0" fmla="*/ 3569150 h 3569150"/>
              <a:gd name="connsiteX1" fmla="*/ 823548 w 823548"/>
              <a:gd name="connsiteY1" fmla="*/ 2402503 h 3569150"/>
              <a:gd name="connsiteX2" fmla="*/ 822956 w 823548"/>
              <a:gd name="connsiteY2" fmla="*/ 2042646 h 3569150"/>
              <a:gd name="connsiteX3" fmla="*/ 178322 w 823548"/>
              <a:gd name="connsiteY3" fmla="*/ 1806247 h 3569150"/>
              <a:gd name="connsiteX4" fmla="*/ 126482 w 823548"/>
              <a:gd name="connsiteY4" fmla="*/ 0 h 3569150"/>
              <a:gd name="connsiteX0" fmla="*/ 0 w 823548"/>
              <a:gd name="connsiteY0" fmla="*/ 3569150 h 3569150"/>
              <a:gd name="connsiteX1" fmla="*/ 823548 w 823548"/>
              <a:gd name="connsiteY1" fmla="*/ 2402503 h 3569150"/>
              <a:gd name="connsiteX2" fmla="*/ 822956 w 823548"/>
              <a:gd name="connsiteY2" fmla="*/ 2042646 h 3569150"/>
              <a:gd name="connsiteX3" fmla="*/ 149125 w 823548"/>
              <a:gd name="connsiteY3" fmla="*/ 1806247 h 3569150"/>
              <a:gd name="connsiteX4" fmla="*/ 126482 w 823548"/>
              <a:gd name="connsiteY4" fmla="*/ 0 h 3569150"/>
              <a:gd name="connsiteX0" fmla="*/ 0 w 823548"/>
              <a:gd name="connsiteY0" fmla="*/ 3569150 h 3569150"/>
              <a:gd name="connsiteX1" fmla="*/ 823548 w 823548"/>
              <a:gd name="connsiteY1" fmla="*/ 2402503 h 3569150"/>
              <a:gd name="connsiteX2" fmla="*/ 822956 w 823548"/>
              <a:gd name="connsiteY2" fmla="*/ 2042646 h 3569150"/>
              <a:gd name="connsiteX3" fmla="*/ 149125 w 823548"/>
              <a:gd name="connsiteY3" fmla="*/ 1829278 h 3569150"/>
              <a:gd name="connsiteX4" fmla="*/ 126482 w 823548"/>
              <a:gd name="connsiteY4" fmla="*/ 0 h 3569150"/>
              <a:gd name="connsiteX0" fmla="*/ 0 w 823548"/>
              <a:gd name="connsiteY0" fmla="*/ 3569150 h 3569150"/>
              <a:gd name="connsiteX1" fmla="*/ 823548 w 823548"/>
              <a:gd name="connsiteY1" fmla="*/ 2402503 h 3569150"/>
              <a:gd name="connsiteX2" fmla="*/ 822956 w 823548"/>
              <a:gd name="connsiteY2" fmla="*/ 2042646 h 3569150"/>
              <a:gd name="connsiteX3" fmla="*/ 149125 w 823548"/>
              <a:gd name="connsiteY3" fmla="*/ 1829278 h 3569150"/>
              <a:gd name="connsiteX4" fmla="*/ 126482 w 823548"/>
              <a:gd name="connsiteY4" fmla="*/ 0 h 3569150"/>
              <a:gd name="connsiteX0" fmla="*/ 0 w 823548"/>
              <a:gd name="connsiteY0" fmla="*/ 3574908 h 3574908"/>
              <a:gd name="connsiteX1" fmla="*/ 823548 w 823548"/>
              <a:gd name="connsiteY1" fmla="*/ 2408261 h 3574908"/>
              <a:gd name="connsiteX2" fmla="*/ 822956 w 823548"/>
              <a:gd name="connsiteY2" fmla="*/ 2048404 h 3574908"/>
              <a:gd name="connsiteX3" fmla="*/ 149125 w 823548"/>
              <a:gd name="connsiteY3" fmla="*/ 1835036 h 3574908"/>
              <a:gd name="connsiteX4" fmla="*/ 68088 w 823548"/>
              <a:gd name="connsiteY4" fmla="*/ 0 h 3574908"/>
              <a:gd name="connsiteX0" fmla="*/ 0 w 823548"/>
              <a:gd name="connsiteY0" fmla="*/ 3574908 h 3574908"/>
              <a:gd name="connsiteX1" fmla="*/ 823548 w 823548"/>
              <a:gd name="connsiteY1" fmla="*/ 2408261 h 3574908"/>
              <a:gd name="connsiteX2" fmla="*/ 822956 w 823548"/>
              <a:gd name="connsiteY2" fmla="*/ 2048404 h 3574908"/>
              <a:gd name="connsiteX3" fmla="*/ 134526 w 823548"/>
              <a:gd name="connsiteY3" fmla="*/ 1858067 h 3574908"/>
              <a:gd name="connsiteX4" fmla="*/ 68088 w 823548"/>
              <a:gd name="connsiteY4" fmla="*/ 0 h 3574908"/>
              <a:gd name="connsiteX0" fmla="*/ 0 w 823548"/>
              <a:gd name="connsiteY0" fmla="*/ 3580665 h 3580665"/>
              <a:gd name="connsiteX1" fmla="*/ 823548 w 823548"/>
              <a:gd name="connsiteY1" fmla="*/ 2414018 h 3580665"/>
              <a:gd name="connsiteX2" fmla="*/ 822956 w 823548"/>
              <a:gd name="connsiteY2" fmla="*/ 2054161 h 3580665"/>
              <a:gd name="connsiteX3" fmla="*/ 134526 w 823548"/>
              <a:gd name="connsiteY3" fmla="*/ 1863824 h 3580665"/>
              <a:gd name="connsiteX4" fmla="*/ 104584 w 823548"/>
              <a:gd name="connsiteY4" fmla="*/ 0 h 3580665"/>
              <a:gd name="connsiteX0" fmla="*/ 29101 w 718964"/>
              <a:gd name="connsiteY0" fmla="*/ 3359195 h 3359195"/>
              <a:gd name="connsiteX1" fmla="*/ 718964 w 718964"/>
              <a:gd name="connsiteY1" fmla="*/ 2414018 h 3359195"/>
              <a:gd name="connsiteX2" fmla="*/ 718372 w 718964"/>
              <a:gd name="connsiteY2" fmla="*/ 2054161 h 3359195"/>
              <a:gd name="connsiteX3" fmla="*/ 29942 w 718964"/>
              <a:gd name="connsiteY3" fmla="*/ 1863824 h 3359195"/>
              <a:gd name="connsiteX4" fmla="*/ 0 w 718964"/>
              <a:gd name="connsiteY4" fmla="*/ 0 h 3359195"/>
              <a:gd name="connsiteX0" fmla="*/ 15733 w 705596"/>
              <a:gd name="connsiteY0" fmla="*/ 2968987 h 2968987"/>
              <a:gd name="connsiteX1" fmla="*/ 705596 w 705596"/>
              <a:gd name="connsiteY1" fmla="*/ 2023810 h 2968987"/>
              <a:gd name="connsiteX2" fmla="*/ 705004 w 705596"/>
              <a:gd name="connsiteY2" fmla="*/ 1663953 h 2968987"/>
              <a:gd name="connsiteX3" fmla="*/ 16574 w 705596"/>
              <a:gd name="connsiteY3" fmla="*/ 1473616 h 2968987"/>
              <a:gd name="connsiteX4" fmla="*/ 0 w 705596"/>
              <a:gd name="connsiteY4" fmla="*/ 0 h 2968987"/>
              <a:gd name="connsiteX0" fmla="*/ 21024 w 710887"/>
              <a:gd name="connsiteY0" fmla="*/ 3027431 h 3027431"/>
              <a:gd name="connsiteX1" fmla="*/ 710887 w 710887"/>
              <a:gd name="connsiteY1" fmla="*/ 2082254 h 3027431"/>
              <a:gd name="connsiteX2" fmla="*/ 710295 w 710887"/>
              <a:gd name="connsiteY2" fmla="*/ 1722397 h 3027431"/>
              <a:gd name="connsiteX3" fmla="*/ 21865 w 710887"/>
              <a:gd name="connsiteY3" fmla="*/ 1532060 h 3027431"/>
              <a:gd name="connsiteX4" fmla="*/ 0 w 710887"/>
              <a:gd name="connsiteY4" fmla="*/ 0 h 3027431"/>
              <a:gd name="connsiteX0" fmla="*/ 34392 w 710887"/>
              <a:gd name="connsiteY0" fmla="*/ 2943061 h 2943061"/>
              <a:gd name="connsiteX1" fmla="*/ 710887 w 710887"/>
              <a:gd name="connsiteY1" fmla="*/ 2082254 h 2943061"/>
              <a:gd name="connsiteX2" fmla="*/ 710295 w 710887"/>
              <a:gd name="connsiteY2" fmla="*/ 1722397 h 2943061"/>
              <a:gd name="connsiteX3" fmla="*/ 21865 w 710887"/>
              <a:gd name="connsiteY3" fmla="*/ 1532060 h 2943061"/>
              <a:gd name="connsiteX4" fmla="*/ 0 w 710887"/>
              <a:gd name="connsiteY4" fmla="*/ 0 h 2943061"/>
              <a:gd name="connsiteX0" fmla="*/ 34392 w 710887"/>
              <a:gd name="connsiteY0" fmla="*/ 2943061 h 2943061"/>
              <a:gd name="connsiteX1" fmla="*/ 710887 w 710887"/>
              <a:gd name="connsiteY1" fmla="*/ 2082254 h 2943061"/>
              <a:gd name="connsiteX2" fmla="*/ 710295 w 710887"/>
              <a:gd name="connsiteY2" fmla="*/ 1722397 h 2943061"/>
              <a:gd name="connsiteX3" fmla="*/ 21865 w 710887"/>
              <a:gd name="connsiteY3" fmla="*/ 1532060 h 2943061"/>
              <a:gd name="connsiteX4" fmla="*/ 0 w 710887"/>
              <a:gd name="connsiteY4" fmla="*/ 0 h 29430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0887" h="2943061">
                <a:moveTo>
                  <a:pt x="34392" y="2943061"/>
                </a:moveTo>
                <a:cubicBezTo>
                  <a:pt x="643118" y="2216702"/>
                  <a:pt x="436371" y="2471136"/>
                  <a:pt x="710887" y="2082254"/>
                </a:cubicBezTo>
                <a:cubicBezTo>
                  <a:pt x="710690" y="1923079"/>
                  <a:pt x="710492" y="1881572"/>
                  <a:pt x="710295" y="1722397"/>
                </a:cubicBezTo>
                <a:cubicBezTo>
                  <a:pt x="566067" y="1680698"/>
                  <a:pt x="166093" y="1573759"/>
                  <a:pt x="21865" y="1532060"/>
                </a:cubicBezTo>
                <a:cubicBezTo>
                  <a:pt x="5542" y="849989"/>
                  <a:pt x="1676" y="727768"/>
                  <a:pt x="0" y="0"/>
                </a:cubicBezTo>
              </a:path>
            </a:pathLst>
          </a:custGeom>
          <a:ln w="12700">
            <a:solidFill>
              <a:schemeClr val="tx1"/>
            </a:solidFill>
            <a:tailEnd type="triangle"/>
          </a:ln>
        </p:spPr>
        <p:txBody>
          <a:bodyPr vert="horz" wrap="non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a:ln>
                <a:noFill/>
              </a:ln>
              <a:solidFill>
                <a:schemeClr val="tx1"/>
              </a:solidFill>
              <a:effectLst/>
              <a:latin typeface="Arial" charset="0"/>
            </a:endParaRPr>
          </a:p>
        </p:txBody>
      </p:sp>
      <p:grpSp>
        <p:nvGrpSpPr>
          <p:cNvPr id="225" name="Group 224"/>
          <p:cNvGrpSpPr/>
          <p:nvPr/>
        </p:nvGrpSpPr>
        <p:grpSpPr>
          <a:xfrm>
            <a:off x="1672399" y="4825035"/>
            <a:ext cx="313044" cy="369332"/>
            <a:chOff x="418816" y="1964112"/>
            <a:chExt cx="313044" cy="369332"/>
          </a:xfrm>
        </p:grpSpPr>
        <p:sp>
          <p:nvSpPr>
            <p:cNvPr id="226" name="Oval 225"/>
            <p:cNvSpPr/>
            <p:nvPr/>
          </p:nvSpPr>
          <p:spPr>
            <a:xfrm>
              <a:off x="448041" y="2026177"/>
              <a:ext cx="251755" cy="263122"/>
            </a:xfrm>
            <a:prstGeom prst="ellipse">
              <a:avLst/>
            </a:prstGeom>
            <a:solidFill>
              <a:schemeClr val="bg1"/>
            </a:solidFill>
            <a:ln w="12700">
              <a:solidFill>
                <a:schemeClr val="tx1"/>
              </a:solidFill>
            </a:ln>
          </p:spPr>
          <p:txBody>
            <a:bodyPr vert="horz" wrap="non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a:ln>
                  <a:noFill/>
                </a:ln>
                <a:solidFill>
                  <a:schemeClr val="tx1"/>
                </a:solidFill>
                <a:effectLst/>
                <a:latin typeface="Arial"/>
                <a:cs typeface="Arial"/>
              </a:endParaRPr>
            </a:p>
          </p:txBody>
        </p:sp>
        <p:sp>
          <p:nvSpPr>
            <p:cNvPr id="227" name="TextBox 226"/>
            <p:cNvSpPr txBox="1"/>
            <p:nvPr/>
          </p:nvSpPr>
          <p:spPr>
            <a:xfrm>
              <a:off x="418816" y="1964112"/>
              <a:ext cx="313044" cy="369332"/>
            </a:xfrm>
            <a:prstGeom prst="rect">
              <a:avLst/>
            </a:prstGeom>
            <a:noFill/>
          </p:spPr>
          <p:txBody>
            <a:bodyPr wrap="none" rtlCol="0">
              <a:spAutoFit/>
            </a:bodyPr>
            <a:lstStyle/>
            <a:p>
              <a:r>
                <a:rPr lang="en-US" dirty="0">
                  <a:latin typeface="Arial"/>
                  <a:cs typeface="Arial"/>
                </a:rPr>
                <a:t>1</a:t>
              </a:r>
            </a:p>
          </p:txBody>
        </p:sp>
      </p:grpSp>
      <p:grpSp>
        <p:nvGrpSpPr>
          <p:cNvPr id="228" name="Group 227"/>
          <p:cNvGrpSpPr/>
          <p:nvPr/>
        </p:nvGrpSpPr>
        <p:grpSpPr>
          <a:xfrm>
            <a:off x="1765227" y="3717809"/>
            <a:ext cx="313044" cy="369332"/>
            <a:chOff x="418816" y="1964112"/>
            <a:chExt cx="313044" cy="369332"/>
          </a:xfrm>
        </p:grpSpPr>
        <p:sp>
          <p:nvSpPr>
            <p:cNvPr id="229" name="Oval 228"/>
            <p:cNvSpPr/>
            <p:nvPr/>
          </p:nvSpPr>
          <p:spPr>
            <a:xfrm>
              <a:off x="448041" y="2026177"/>
              <a:ext cx="251755" cy="263122"/>
            </a:xfrm>
            <a:prstGeom prst="ellipse">
              <a:avLst/>
            </a:prstGeom>
            <a:solidFill>
              <a:schemeClr val="bg1"/>
            </a:solidFill>
            <a:ln w="12700">
              <a:solidFill>
                <a:schemeClr val="tx1"/>
              </a:solidFill>
            </a:ln>
          </p:spPr>
          <p:txBody>
            <a:bodyPr vert="horz" wrap="non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a:ln>
                  <a:noFill/>
                </a:ln>
                <a:solidFill>
                  <a:schemeClr val="tx1"/>
                </a:solidFill>
                <a:effectLst/>
                <a:latin typeface="Arial"/>
                <a:cs typeface="Arial"/>
              </a:endParaRPr>
            </a:p>
          </p:txBody>
        </p:sp>
        <p:sp>
          <p:nvSpPr>
            <p:cNvPr id="230" name="TextBox 229"/>
            <p:cNvSpPr txBox="1"/>
            <p:nvPr/>
          </p:nvSpPr>
          <p:spPr>
            <a:xfrm>
              <a:off x="418816" y="1964112"/>
              <a:ext cx="313044" cy="369332"/>
            </a:xfrm>
            <a:prstGeom prst="rect">
              <a:avLst/>
            </a:prstGeom>
            <a:noFill/>
          </p:spPr>
          <p:txBody>
            <a:bodyPr wrap="none" rtlCol="0">
              <a:spAutoFit/>
            </a:bodyPr>
            <a:lstStyle/>
            <a:p>
              <a:r>
                <a:rPr lang="en-US" dirty="0">
                  <a:latin typeface="Arial"/>
                  <a:cs typeface="Arial"/>
                </a:rPr>
                <a:t>2</a:t>
              </a:r>
            </a:p>
          </p:txBody>
        </p:sp>
      </p:grpSp>
      <p:grpSp>
        <p:nvGrpSpPr>
          <p:cNvPr id="231" name="Group 230"/>
          <p:cNvGrpSpPr/>
          <p:nvPr/>
        </p:nvGrpSpPr>
        <p:grpSpPr>
          <a:xfrm>
            <a:off x="1285507" y="2532088"/>
            <a:ext cx="313044" cy="369332"/>
            <a:chOff x="418816" y="1964112"/>
            <a:chExt cx="313044" cy="369332"/>
          </a:xfrm>
        </p:grpSpPr>
        <p:sp>
          <p:nvSpPr>
            <p:cNvPr id="232" name="Oval 231"/>
            <p:cNvSpPr/>
            <p:nvPr/>
          </p:nvSpPr>
          <p:spPr>
            <a:xfrm>
              <a:off x="448041" y="2026177"/>
              <a:ext cx="251755" cy="263122"/>
            </a:xfrm>
            <a:prstGeom prst="ellipse">
              <a:avLst/>
            </a:prstGeom>
            <a:solidFill>
              <a:schemeClr val="bg1"/>
            </a:solidFill>
            <a:ln w="12700">
              <a:solidFill>
                <a:schemeClr val="tx1"/>
              </a:solidFill>
            </a:ln>
          </p:spPr>
          <p:txBody>
            <a:bodyPr vert="horz" wrap="non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a:ln>
                  <a:noFill/>
                </a:ln>
                <a:solidFill>
                  <a:schemeClr val="tx1"/>
                </a:solidFill>
                <a:effectLst/>
                <a:latin typeface="Arial"/>
                <a:cs typeface="Arial"/>
              </a:endParaRPr>
            </a:p>
          </p:txBody>
        </p:sp>
        <p:sp>
          <p:nvSpPr>
            <p:cNvPr id="233" name="TextBox 232"/>
            <p:cNvSpPr txBox="1"/>
            <p:nvPr/>
          </p:nvSpPr>
          <p:spPr>
            <a:xfrm>
              <a:off x="418816" y="1964112"/>
              <a:ext cx="313044" cy="369332"/>
            </a:xfrm>
            <a:prstGeom prst="rect">
              <a:avLst/>
            </a:prstGeom>
            <a:noFill/>
          </p:spPr>
          <p:txBody>
            <a:bodyPr wrap="none" rtlCol="0">
              <a:spAutoFit/>
            </a:bodyPr>
            <a:lstStyle/>
            <a:p>
              <a:r>
                <a:rPr lang="en-US" dirty="0">
                  <a:latin typeface="Arial"/>
                  <a:cs typeface="Arial"/>
                </a:rPr>
                <a:t>3</a:t>
              </a:r>
            </a:p>
          </p:txBody>
        </p:sp>
      </p:grpSp>
      <p:cxnSp>
        <p:nvCxnSpPr>
          <p:cNvPr id="4" name="Straight Arrow Connector 3"/>
          <p:cNvCxnSpPr/>
          <p:nvPr/>
        </p:nvCxnSpPr>
        <p:spPr bwMode="auto">
          <a:xfrm>
            <a:off x="1635543" y="1382172"/>
            <a:ext cx="36856" cy="1995939"/>
          </a:xfrm>
          <a:prstGeom prst="straightConnector1">
            <a:avLst/>
          </a:prstGeom>
          <a:solidFill>
            <a:schemeClr val="accent1"/>
          </a:solidFill>
          <a:ln w="12700" cap="flat" cmpd="sng" algn="ctr">
            <a:solidFill>
              <a:schemeClr val="tx1"/>
            </a:solidFill>
            <a:prstDash val="solid"/>
            <a:round/>
            <a:headEnd type="triangle"/>
            <a:tailEnd type="triangle"/>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grpSp>
        <p:nvGrpSpPr>
          <p:cNvPr id="235" name="Group 234"/>
          <p:cNvGrpSpPr/>
          <p:nvPr/>
        </p:nvGrpSpPr>
        <p:grpSpPr>
          <a:xfrm>
            <a:off x="1506590" y="1883932"/>
            <a:ext cx="313044" cy="369332"/>
            <a:chOff x="418816" y="1964112"/>
            <a:chExt cx="313044" cy="369332"/>
          </a:xfrm>
        </p:grpSpPr>
        <p:sp>
          <p:nvSpPr>
            <p:cNvPr id="236" name="Oval 235"/>
            <p:cNvSpPr/>
            <p:nvPr/>
          </p:nvSpPr>
          <p:spPr>
            <a:xfrm>
              <a:off x="448041" y="2026177"/>
              <a:ext cx="251755" cy="263122"/>
            </a:xfrm>
            <a:prstGeom prst="ellipse">
              <a:avLst/>
            </a:prstGeom>
            <a:solidFill>
              <a:schemeClr val="bg1"/>
            </a:solidFill>
            <a:ln w="12700">
              <a:solidFill>
                <a:schemeClr val="tx1"/>
              </a:solidFill>
            </a:ln>
          </p:spPr>
          <p:txBody>
            <a:bodyPr vert="horz" wrap="non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a:ln>
                  <a:noFill/>
                </a:ln>
                <a:solidFill>
                  <a:schemeClr val="tx1"/>
                </a:solidFill>
                <a:effectLst/>
                <a:latin typeface="Arial"/>
                <a:cs typeface="Arial"/>
              </a:endParaRPr>
            </a:p>
          </p:txBody>
        </p:sp>
        <p:sp>
          <p:nvSpPr>
            <p:cNvPr id="237" name="TextBox 236"/>
            <p:cNvSpPr txBox="1"/>
            <p:nvPr/>
          </p:nvSpPr>
          <p:spPr>
            <a:xfrm>
              <a:off x="418816" y="1964112"/>
              <a:ext cx="313044" cy="369332"/>
            </a:xfrm>
            <a:prstGeom prst="rect">
              <a:avLst/>
            </a:prstGeom>
            <a:noFill/>
          </p:spPr>
          <p:txBody>
            <a:bodyPr wrap="none" rtlCol="0">
              <a:spAutoFit/>
            </a:bodyPr>
            <a:lstStyle/>
            <a:p>
              <a:r>
                <a:rPr lang="en-US" dirty="0">
                  <a:latin typeface="Arial"/>
                  <a:cs typeface="Arial"/>
                </a:rPr>
                <a:t>4</a:t>
              </a:r>
            </a:p>
          </p:txBody>
        </p:sp>
      </p:grpSp>
      <p:sp>
        <p:nvSpPr>
          <p:cNvPr id="238" name="Freeform 237"/>
          <p:cNvSpPr/>
          <p:nvPr/>
        </p:nvSpPr>
        <p:spPr>
          <a:xfrm>
            <a:off x="2295799" y="1680415"/>
            <a:ext cx="1029459" cy="3309980"/>
          </a:xfrm>
          <a:custGeom>
            <a:avLst/>
            <a:gdLst>
              <a:gd name="connsiteX0" fmla="*/ 3902322 w 3902322"/>
              <a:gd name="connsiteY0" fmla="*/ 0 h 449814"/>
              <a:gd name="connsiteX1" fmla="*/ 3452563 w 3902322"/>
              <a:gd name="connsiteY1" fmla="*/ 449814 h 449814"/>
              <a:gd name="connsiteX2" fmla="*/ 343934 w 3902322"/>
              <a:gd name="connsiteY2" fmla="*/ 423354 h 449814"/>
              <a:gd name="connsiteX3" fmla="*/ 0 w 3902322"/>
              <a:gd name="connsiteY3" fmla="*/ 39690 h 449814"/>
              <a:gd name="connsiteX0" fmla="*/ 3902322 w 3902322"/>
              <a:gd name="connsiteY0" fmla="*/ 0 h 423354"/>
              <a:gd name="connsiteX1" fmla="*/ 3565324 w 3902322"/>
              <a:gd name="connsiteY1" fmla="*/ 402338 h 423354"/>
              <a:gd name="connsiteX2" fmla="*/ 343934 w 3902322"/>
              <a:gd name="connsiteY2" fmla="*/ 423354 h 423354"/>
              <a:gd name="connsiteX3" fmla="*/ 0 w 3902322"/>
              <a:gd name="connsiteY3" fmla="*/ 39690 h 423354"/>
              <a:gd name="connsiteX0" fmla="*/ 3902322 w 3902322"/>
              <a:gd name="connsiteY0" fmla="*/ 0 h 423354"/>
              <a:gd name="connsiteX1" fmla="*/ 3600933 w 3902322"/>
              <a:gd name="connsiteY1" fmla="*/ 384535 h 423354"/>
              <a:gd name="connsiteX2" fmla="*/ 343934 w 3902322"/>
              <a:gd name="connsiteY2" fmla="*/ 423354 h 423354"/>
              <a:gd name="connsiteX3" fmla="*/ 0 w 3902322"/>
              <a:gd name="connsiteY3" fmla="*/ 39690 h 423354"/>
              <a:gd name="connsiteX0" fmla="*/ 3943865 w 3943865"/>
              <a:gd name="connsiteY0" fmla="*/ 1851 h 383664"/>
              <a:gd name="connsiteX1" fmla="*/ 3600933 w 3943865"/>
              <a:gd name="connsiteY1" fmla="*/ 344845 h 383664"/>
              <a:gd name="connsiteX2" fmla="*/ 343934 w 3943865"/>
              <a:gd name="connsiteY2" fmla="*/ 383664 h 383664"/>
              <a:gd name="connsiteX3" fmla="*/ 0 w 3943865"/>
              <a:gd name="connsiteY3" fmla="*/ 0 h 383664"/>
              <a:gd name="connsiteX0" fmla="*/ 4015082 w 4015082"/>
              <a:gd name="connsiteY0" fmla="*/ 29941 h 383664"/>
              <a:gd name="connsiteX1" fmla="*/ 3600933 w 4015082"/>
              <a:gd name="connsiteY1" fmla="*/ 344845 h 383664"/>
              <a:gd name="connsiteX2" fmla="*/ 343934 w 4015082"/>
              <a:gd name="connsiteY2" fmla="*/ 383664 h 383664"/>
              <a:gd name="connsiteX3" fmla="*/ 0 w 4015082"/>
              <a:gd name="connsiteY3" fmla="*/ 0 h 383664"/>
              <a:gd name="connsiteX0" fmla="*/ 4187190 w 4187190"/>
              <a:gd name="connsiteY0" fmla="*/ 15896 h 369619"/>
              <a:gd name="connsiteX1" fmla="*/ 3773041 w 4187190"/>
              <a:gd name="connsiteY1" fmla="*/ 330800 h 369619"/>
              <a:gd name="connsiteX2" fmla="*/ 516042 w 4187190"/>
              <a:gd name="connsiteY2" fmla="*/ 369619 h 369619"/>
              <a:gd name="connsiteX3" fmla="*/ 0 w 4187190"/>
              <a:gd name="connsiteY3" fmla="*/ 0 h 369619"/>
              <a:gd name="connsiteX0" fmla="*/ 4187190 w 4187190"/>
              <a:gd name="connsiteY0" fmla="*/ 15896 h 369619"/>
              <a:gd name="connsiteX1" fmla="*/ 3749302 w 4187190"/>
              <a:gd name="connsiteY1" fmla="*/ 349527 h 369619"/>
              <a:gd name="connsiteX2" fmla="*/ 516042 w 4187190"/>
              <a:gd name="connsiteY2" fmla="*/ 369619 h 369619"/>
              <a:gd name="connsiteX3" fmla="*/ 0 w 4187190"/>
              <a:gd name="connsiteY3" fmla="*/ 0 h 369619"/>
              <a:gd name="connsiteX0" fmla="*/ 0 w 6265284"/>
              <a:gd name="connsiteY0" fmla="*/ 0 h 1092877"/>
              <a:gd name="connsiteX1" fmla="*/ 6265284 w 6265284"/>
              <a:gd name="connsiteY1" fmla="*/ 1072785 h 1092877"/>
              <a:gd name="connsiteX2" fmla="*/ 3032024 w 6265284"/>
              <a:gd name="connsiteY2" fmla="*/ 1092877 h 1092877"/>
              <a:gd name="connsiteX3" fmla="*/ 2515982 w 6265284"/>
              <a:gd name="connsiteY3" fmla="*/ 723258 h 1092877"/>
              <a:gd name="connsiteX0" fmla="*/ 0 w 3032024"/>
              <a:gd name="connsiteY0" fmla="*/ 1193950 h 2286827"/>
              <a:gd name="connsiteX1" fmla="*/ 1581391 w 3032024"/>
              <a:gd name="connsiteY1" fmla="*/ 0 h 2286827"/>
              <a:gd name="connsiteX2" fmla="*/ 3032024 w 3032024"/>
              <a:gd name="connsiteY2" fmla="*/ 2286827 h 2286827"/>
              <a:gd name="connsiteX3" fmla="*/ 2515982 w 3032024"/>
              <a:gd name="connsiteY3" fmla="*/ 1917208 h 2286827"/>
              <a:gd name="connsiteX0" fmla="*/ 0 w 2515982"/>
              <a:gd name="connsiteY0" fmla="*/ 1896586 h 2619844"/>
              <a:gd name="connsiteX1" fmla="*/ 1581391 w 2515982"/>
              <a:gd name="connsiteY1" fmla="*/ 702636 h 2619844"/>
              <a:gd name="connsiteX2" fmla="*/ 1241736 w 2515982"/>
              <a:gd name="connsiteY2" fmla="*/ 0 h 2619844"/>
              <a:gd name="connsiteX3" fmla="*/ 2515982 w 2515982"/>
              <a:gd name="connsiteY3" fmla="*/ 2619844 h 2619844"/>
              <a:gd name="connsiteX0" fmla="*/ 0 w 1581391"/>
              <a:gd name="connsiteY0" fmla="*/ 2890379 h 2890379"/>
              <a:gd name="connsiteX1" fmla="*/ 1581391 w 1581391"/>
              <a:gd name="connsiteY1" fmla="*/ 1696429 h 2890379"/>
              <a:gd name="connsiteX2" fmla="*/ 1241736 w 1581391"/>
              <a:gd name="connsiteY2" fmla="*/ 993793 h 2890379"/>
              <a:gd name="connsiteX3" fmla="*/ 1579203 w 1581391"/>
              <a:gd name="connsiteY3" fmla="*/ 0 h 2890379"/>
              <a:gd name="connsiteX0" fmla="*/ 0 w 1581391"/>
              <a:gd name="connsiteY0" fmla="*/ 2973211 h 2973211"/>
              <a:gd name="connsiteX1" fmla="*/ 1581391 w 1581391"/>
              <a:gd name="connsiteY1" fmla="*/ 1779261 h 2973211"/>
              <a:gd name="connsiteX2" fmla="*/ 1241736 w 1581391"/>
              <a:gd name="connsiteY2" fmla="*/ 1076625 h 2973211"/>
              <a:gd name="connsiteX3" fmla="*/ 1229193 w 1581391"/>
              <a:gd name="connsiteY3" fmla="*/ 0 h 2973211"/>
              <a:gd name="connsiteX0" fmla="*/ 0 w 1581391"/>
              <a:gd name="connsiteY0" fmla="*/ 3276927 h 3276927"/>
              <a:gd name="connsiteX1" fmla="*/ 1581391 w 1581391"/>
              <a:gd name="connsiteY1" fmla="*/ 2082977 h 3276927"/>
              <a:gd name="connsiteX2" fmla="*/ 1241736 w 1581391"/>
              <a:gd name="connsiteY2" fmla="*/ 1380341 h 3276927"/>
              <a:gd name="connsiteX3" fmla="*/ 1249193 w 1581391"/>
              <a:gd name="connsiteY3" fmla="*/ 0 h 3276927"/>
              <a:gd name="connsiteX0" fmla="*/ 0 w 1581391"/>
              <a:gd name="connsiteY0" fmla="*/ 2973211 h 2973211"/>
              <a:gd name="connsiteX1" fmla="*/ 1581391 w 1581391"/>
              <a:gd name="connsiteY1" fmla="*/ 1779261 h 2973211"/>
              <a:gd name="connsiteX2" fmla="*/ 1241736 w 1581391"/>
              <a:gd name="connsiteY2" fmla="*/ 1076625 h 2973211"/>
              <a:gd name="connsiteX3" fmla="*/ 1234193 w 1581391"/>
              <a:gd name="connsiteY3" fmla="*/ 0 h 2973211"/>
              <a:gd name="connsiteX0" fmla="*/ 0 w 1581391"/>
              <a:gd name="connsiteY0" fmla="*/ 3008710 h 3008710"/>
              <a:gd name="connsiteX1" fmla="*/ 1581391 w 1581391"/>
              <a:gd name="connsiteY1" fmla="*/ 1814760 h 3008710"/>
              <a:gd name="connsiteX2" fmla="*/ 1241736 w 1581391"/>
              <a:gd name="connsiteY2" fmla="*/ 1112124 h 3008710"/>
              <a:gd name="connsiteX3" fmla="*/ 1239193 w 1581391"/>
              <a:gd name="connsiteY3" fmla="*/ 0 h 3008710"/>
              <a:gd name="connsiteX0" fmla="*/ 0 w 1581391"/>
              <a:gd name="connsiteY0" fmla="*/ 3008710 h 3008710"/>
              <a:gd name="connsiteX1" fmla="*/ 1581391 w 1581391"/>
              <a:gd name="connsiteY1" fmla="*/ 1814760 h 3008710"/>
              <a:gd name="connsiteX2" fmla="*/ 1320792 w 1581391"/>
              <a:gd name="connsiteY2" fmla="*/ 1270181 h 3008710"/>
              <a:gd name="connsiteX3" fmla="*/ 1241736 w 1581391"/>
              <a:gd name="connsiteY3" fmla="*/ 1112124 h 3008710"/>
              <a:gd name="connsiteX4" fmla="*/ 1239193 w 1581391"/>
              <a:gd name="connsiteY4" fmla="*/ 0 h 3008710"/>
              <a:gd name="connsiteX0" fmla="*/ 0 w 1581391"/>
              <a:gd name="connsiteY0" fmla="*/ 3008710 h 3008710"/>
              <a:gd name="connsiteX1" fmla="*/ 1581391 w 1581391"/>
              <a:gd name="connsiteY1" fmla="*/ 1814760 h 3008710"/>
              <a:gd name="connsiteX2" fmla="*/ 1565798 w 1581391"/>
              <a:gd name="connsiteY2" fmla="*/ 1270181 h 3008710"/>
              <a:gd name="connsiteX3" fmla="*/ 1241736 w 1581391"/>
              <a:gd name="connsiteY3" fmla="*/ 1112124 h 3008710"/>
              <a:gd name="connsiteX4" fmla="*/ 1239193 w 1581391"/>
              <a:gd name="connsiteY4" fmla="*/ 0 h 3008710"/>
              <a:gd name="connsiteX0" fmla="*/ 0 w 1581391"/>
              <a:gd name="connsiteY0" fmla="*/ 3008710 h 3008710"/>
              <a:gd name="connsiteX1" fmla="*/ 1581391 w 1581391"/>
              <a:gd name="connsiteY1" fmla="*/ 1747705 h 3008710"/>
              <a:gd name="connsiteX2" fmla="*/ 1565798 w 1581391"/>
              <a:gd name="connsiteY2" fmla="*/ 1270181 h 3008710"/>
              <a:gd name="connsiteX3" fmla="*/ 1241736 w 1581391"/>
              <a:gd name="connsiteY3" fmla="*/ 1112124 h 3008710"/>
              <a:gd name="connsiteX4" fmla="*/ 1239193 w 1581391"/>
              <a:gd name="connsiteY4" fmla="*/ 0 h 3008710"/>
              <a:gd name="connsiteX0" fmla="*/ 0 w 1566390"/>
              <a:gd name="connsiteY0" fmla="*/ 3008710 h 3008710"/>
              <a:gd name="connsiteX1" fmla="*/ 1566390 w 1566390"/>
              <a:gd name="connsiteY1" fmla="*/ 1747705 h 3008710"/>
              <a:gd name="connsiteX2" fmla="*/ 1565798 w 1566390"/>
              <a:gd name="connsiteY2" fmla="*/ 1270181 h 3008710"/>
              <a:gd name="connsiteX3" fmla="*/ 1241736 w 1566390"/>
              <a:gd name="connsiteY3" fmla="*/ 1112124 h 3008710"/>
              <a:gd name="connsiteX4" fmla="*/ 1239193 w 1566390"/>
              <a:gd name="connsiteY4" fmla="*/ 0 h 3008710"/>
              <a:gd name="connsiteX0" fmla="*/ 0 w 1766395"/>
              <a:gd name="connsiteY0" fmla="*/ 2988988 h 2988988"/>
              <a:gd name="connsiteX1" fmla="*/ 1766395 w 1766395"/>
              <a:gd name="connsiteY1" fmla="*/ 1747705 h 2988988"/>
              <a:gd name="connsiteX2" fmla="*/ 1765803 w 1766395"/>
              <a:gd name="connsiteY2" fmla="*/ 1270181 h 2988988"/>
              <a:gd name="connsiteX3" fmla="*/ 1441741 w 1766395"/>
              <a:gd name="connsiteY3" fmla="*/ 1112124 h 2988988"/>
              <a:gd name="connsiteX4" fmla="*/ 1439198 w 1766395"/>
              <a:gd name="connsiteY4" fmla="*/ 0 h 2988988"/>
              <a:gd name="connsiteX0" fmla="*/ 0 w 1766395"/>
              <a:gd name="connsiteY0" fmla="*/ 2988988 h 2988988"/>
              <a:gd name="connsiteX1" fmla="*/ 1766395 w 1766395"/>
              <a:gd name="connsiteY1" fmla="*/ 1747705 h 2988988"/>
              <a:gd name="connsiteX2" fmla="*/ 579217 w 1766395"/>
              <a:gd name="connsiteY2" fmla="*/ 1319458 h 2988988"/>
              <a:gd name="connsiteX3" fmla="*/ 1441741 w 1766395"/>
              <a:gd name="connsiteY3" fmla="*/ 1112124 h 2988988"/>
              <a:gd name="connsiteX4" fmla="*/ 1439198 w 1766395"/>
              <a:gd name="connsiteY4" fmla="*/ 0 h 2988988"/>
              <a:gd name="connsiteX0" fmla="*/ 0 w 1442252"/>
              <a:gd name="connsiteY0" fmla="*/ 2988988 h 2988988"/>
              <a:gd name="connsiteX1" fmla="*/ 621443 w 1442252"/>
              <a:gd name="connsiteY1" fmla="*/ 1829833 h 2988988"/>
              <a:gd name="connsiteX2" fmla="*/ 579217 w 1442252"/>
              <a:gd name="connsiteY2" fmla="*/ 1319458 h 2988988"/>
              <a:gd name="connsiteX3" fmla="*/ 1441741 w 1442252"/>
              <a:gd name="connsiteY3" fmla="*/ 1112124 h 2988988"/>
              <a:gd name="connsiteX4" fmla="*/ 1439198 w 1442252"/>
              <a:gd name="connsiteY4" fmla="*/ 0 h 2988988"/>
              <a:gd name="connsiteX0" fmla="*/ 0 w 1442252"/>
              <a:gd name="connsiteY0" fmla="*/ 2988988 h 2988988"/>
              <a:gd name="connsiteX1" fmla="*/ 621443 w 1442252"/>
              <a:gd name="connsiteY1" fmla="*/ 1829833 h 2988988"/>
              <a:gd name="connsiteX2" fmla="*/ 579217 w 1442252"/>
              <a:gd name="connsiteY2" fmla="*/ 1319458 h 2988988"/>
              <a:gd name="connsiteX3" fmla="*/ 1441741 w 1442252"/>
              <a:gd name="connsiteY3" fmla="*/ 1112124 h 2988988"/>
              <a:gd name="connsiteX4" fmla="*/ 1439198 w 1442252"/>
              <a:gd name="connsiteY4" fmla="*/ 0 h 2988988"/>
              <a:gd name="connsiteX0" fmla="*/ 0 w 1442252"/>
              <a:gd name="connsiteY0" fmla="*/ 2988988 h 2988988"/>
              <a:gd name="connsiteX1" fmla="*/ 608074 w 1442252"/>
              <a:gd name="connsiteY1" fmla="*/ 1780618 h 2988988"/>
              <a:gd name="connsiteX2" fmla="*/ 579217 w 1442252"/>
              <a:gd name="connsiteY2" fmla="*/ 1319458 h 2988988"/>
              <a:gd name="connsiteX3" fmla="*/ 1441741 w 1442252"/>
              <a:gd name="connsiteY3" fmla="*/ 1112124 h 2988988"/>
              <a:gd name="connsiteX4" fmla="*/ 1439198 w 1442252"/>
              <a:gd name="connsiteY4" fmla="*/ 0 h 2988988"/>
              <a:gd name="connsiteX0" fmla="*/ 0 w 1442252"/>
              <a:gd name="connsiteY0" fmla="*/ 2988988 h 2988988"/>
              <a:gd name="connsiteX1" fmla="*/ 608074 w 1442252"/>
              <a:gd name="connsiteY1" fmla="*/ 1780618 h 2988988"/>
              <a:gd name="connsiteX2" fmla="*/ 579217 w 1442252"/>
              <a:gd name="connsiteY2" fmla="*/ 1319458 h 2988988"/>
              <a:gd name="connsiteX3" fmla="*/ 1441741 w 1442252"/>
              <a:gd name="connsiteY3" fmla="*/ 1112124 h 2988988"/>
              <a:gd name="connsiteX4" fmla="*/ 1439198 w 1442252"/>
              <a:gd name="connsiteY4" fmla="*/ 0 h 2988988"/>
              <a:gd name="connsiteX0" fmla="*/ 0 w 1442252"/>
              <a:gd name="connsiteY0" fmla="*/ 2988988 h 2988988"/>
              <a:gd name="connsiteX1" fmla="*/ 585794 w 1442252"/>
              <a:gd name="connsiteY1" fmla="*/ 1780618 h 2988988"/>
              <a:gd name="connsiteX2" fmla="*/ 579217 w 1442252"/>
              <a:gd name="connsiteY2" fmla="*/ 1319458 h 2988988"/>
              <a:gd name="connsiteX3" fmla="*/ 1441741 w 1442252"/>
              <a:gd name="connsiteY3" fmla="*/ 1112124 h 2988988"/>
              <a:gd name="connsiteX4" fmla="*/ 1439198 w 1442252"/>
              <a:gd name="connsiteY4" fmla="*/ 0 h 2988988"/>
              <a:gd name="connsiteX0" fmla="*/ 0 w 1442252"/>
              <a:gd name="connsiteY0" fmla="*/ 2988988 h 2988988"/>
              <a:gd name="connsiteX1" fmla="*/ 585794 w 1442252"/>
              <a:gd name="connsiteY1" fmla="*/ 1714700 h 2988988"/>
              <a:gd name="connsiteX2" fmla="*/ 579217 w 1442252"/>
              <a:gd name="connsiteY2" fmla="*/ 1319458 h 2988988"/>
              <a:gd name="connsiteX3" fmla="*/ 1441741 w 1442252"/>
              <a:gd name="connsiteY3" fmla="*/ 1112124 h 2988988"/>
              <a:gd name="connsiteX4" fmla="*/ 1439198 w 1442252"/>
              <a:gd name="connsiteY4" fmla="*/ 0 h 2988988"/>
              <a:gd name="connsiteX0" fmla="*/ 0 w 2035489"/>
              <a:gd name="connsiteY0" fmla="*/ 2876928 h 2876928"/>
              <a:gd name="connsiteX1" fmla="*/ 1179031 w 2035489"/>
              <a:gd name="connsiteY1" fmla="*/ 1714700 h 2876928"/>
              <a:gd name="connsiteX2" fmla="*/ 1172454 w 2035489"/>
              <a:gd name="connsiteY2" fmla="*/ 1319458 h 2876928"/>
              <a:gd name="connsiteX3" fmla="*/ 2034978 w 2035489"/>
              <a:gd name="connsiteY3" fmla="*/ 1112124 h 2876928"/>
              <a:gd name="connsiteX4" fmla="*/ 2032435 w 2035489"/>
              <a:gd name="connsiteY4" fmla="*/ 0 h 2876928"/>
              <a:gd name="connsiteX0" fmla="*/ 0 w 2095517"/>
              <a:gd name="connsiteY0" fmla="*/ 2876928 h 2876928"/>
              <a:gd name="connsiteX1" fmla="*/ 1179031 w 2095517"/>
              <a:gd name="connsiteY1" fmla="*/ 1714700 h 2876928"/>
              <a:gd name="connsiteX2" fmla="*/ 1172454 w 2095517"/>
              <a:gd name="connsiteY2" fmla="*/ 1319458 h 2876928"/>
              <a:gd name="connsiteX3" fmla="*/ 2095451 w 2095517"/>
              <a:gd name="connsiteY3" fmla="*/ 1525541 h 2876928"/>
              <a:gd name="connsiteX4" fmla="*/ 2032435 w 2095517"/>
              <a:gd name="connsiteY4" fmla="*/ 0 h 2876928"/>
              <a:gd name="connsiteX0" fmla="*/ 0 w 2095517"/>
              <a:gd name="connsiteY0" fmla="*/ 2876928 h 2876928"/>
              <a:gd name="connsiteX1" fmla="*/ 1179031 w 2095517"/>
              <a:gd name="connsiteY1" fmla="*/ 1714700 h 2876928"/>
              <a:gd name="connsiteX2" fmla="*/ 1757025 w 2095517"/>
              <a:gd name="connsiteY2" fmla="*/ 2019085 h 2876928"/>
              <a:gd name="connsiteX3" fmla="*/ 2095451 w 2095517"/>
              <a:gd name="connsiteY3" fmla="*/ 1525541 h 2876928"/>
              <a:gd name="connsiteX4" fmla="*/ 2032435 w 2095517"/>
              <a:gd name="connsiteY4" fmla="*/ 0 h 2876928"/>
              <a:gd name="connsiteX0" fmla="*/ 0 w 2095517"/>
              <a:gd name="connsiteY0" fmla="*/ 2876928 h 2876928"/>
              <a:gd name="connsiteX1" fmla="*/ 1058086 w 2095517"/>
              <a:gd name="connsiteY1" fmla="*/ 2128116 h 2876928"/>
              <a:gd name="connsiteX2" fmla="*/ 1757025 w 2095517"/>
              <a:gd name="connsiteY2" fmla="*/ 2019085 h 2876928"/>
              <a:gd name="connsiteX3" fmla="*/ 2095451 w 2095517"/>
              <a:gd name="connsiteY3" fmla="*/ 1525541 h 2876928"/>
              <a:gd name="connsiteX4" fmla="*/ 2032435 w 2095517"/>
              <a:gd name="connsiteY4" fmla="*/ 0 h 2876928"/>
              <a:gd name="connsiteX0" fmla="*/ 0 w 1732679"/>
              <a:gd name="connsiteY0" fmla="*/ 3528853 h 3528853"/>
              <a:gd name="connsiteX1" fmla="*/ 695248 w 1732679"/>
              <a:gd name="connsiteY1" fmla="*/ 2128116 h 3528853"/>
              <a:gd name="connsiteX2" fmla="*/ 1394187 w 1732679"/>
              <a:gd name="connsiteY2" fmla="*/ 2019085 h 3528853"/>
              <a:gd name="connsiteX3" fmla="*/ 1732613 w 1732679"/>
              <a:gd name="connsiteY3" fmla="*/ 1525541 h 3528853"/>
              <a:gd name="connsiteX4" fmla="*/ 1669597 w 1732679"/>
              <a:gd name="connsiteY4" fmla="*/ 0 h 3528853"/>
              <a:gd name="connsiteX0" fmla="*/ 0 w 1732679"/>
              <a:gd name="connsiteY0" fmla="*/ 3528853 h 3528853"/>
              <a:gd name="connsiteX1" fmla="*/ 695248 w 1732679"/>
              <a:gd name="connsiteY1" fmla="*/ 2128116 h 3528853"/>
              <a:gd name="connsiteX2" fmla="*/ 1394187 w 1732679"/>
              <a:gd name="connsiteY2" fmla="*/ 2019085 h 3528853"/>
              <a:gd name="connsiteX3" fmla="*/ 1732613 w 1732679"/>
              <a:gd name="connsiteY3" fmla="*/ 1525541 h 3528853"/>
              <a:gd name="connsiteX4" fmla="*/ 1669597 w 1732679"/>
              <a:gd name="connsiteY4" fmla="*/ 0 h 3528853"/>
              <a:gd name="connsiteX0" fmla="*/ 0 w 1732679"/>
              <a:gd name="connsiteY0" fmla="*/ 3528853 h 3528853"/>
              <a:gd name="connsiteX1" fmla="*/ 695248 w 1732679"/>
              <a:gd name="connsiteY1" fmla="*/ 2128116 h 3528853"/>
              <a:gd name="connsiteX2" fmla="*/ 1394187 w 1732679"/>
              <a:gd name="connsiteY2" fmla="*/ 2019085 h 3528853"/>
              <a:gd name="connsiteX3" fmla="*/ 1732613 w 1732679"/>
              <a:gd name="connsiteY3" fmla="*/ 1525541 h 3528853"/>
              <a:gd name="connsiteX4" fmla="*/ 1669597 w 1732679"/>
              <a:gd name="connsiteY4" fmla="*/ 0 h 3528853"/>
              <a:gd name="connsiteX0" fmla="*/ 0 w 1732679"/>
              <a:gd name="connsiteY0" fmla="*/ 3528853 h 3528853"/>
              <a:gd name="connsiteX1" fmla="*/ 695248 w 1732679"/>
              <a:gd name="connsiteY1" fmla="*/ 2128116 h 3528853"/>
              <a:gd name="connsiteX2" fmla="*/ 1394187 w 1732679"/>
              <a:gd name="connsiteY2" fmla="*/ 2064629 h 3528853"/>
              <a:gd name="connsiteX3" fmla="*/ 1732613 w 1732679"/>
              <a:gd name="connsiteY3" fmla="*/ 1525541 h 3528853"/>
              <a:gd name="connsiteX4" fmla="*/ 1669597 w 1732679"/>
              <a:gd name="connsiteY4" fmla="*/ 0 h 3528853"/>
              <a:gd name="connsiteX0" fmla="*/ 0 w 1732679"/>
              <a:gd name="connsiteY0" fmla="*/ 3528853 h 3528853"/>
              <a:gd name="connsiteX1" fmla="*/ 695248 w 1732679"/>
              <a:gd name="connsiteY1" fmla="*/ 2128116 h 3528853"/>
              <a:gd name="connsiteX2" fmla="*/ 1394187 w 1732679"/>
              <a:gd name="connsiteY2" fmla="*/ 2064629 h 3528853"/>
              <a:gd name="connsiteX3" fmla="*/ 1732613 w 1732679"/>
              <a:gd name="connsiteY3" fmla="*/ 1525541 h 3528853"/>
              <a:gd name="connsiteX4" fmla="*/ 1669597 w 1732679"/>
              <a:gd name="connsiteY4" fmla="*/ 0 h 3528853"/>
              <a:gd name="connsiteX0" fmla="*/ 0 w 1732679"/>
              <a:gd name="connsiteY0" fmla="*/ 3528853 h 3528853"/>
              <a:gd name="connsiteX1" fmla="*/ 703415 w 1732679"/>
              <a:gd name="connsiteY1" fmla="*/ 2070128 h 3528853"/>
              <a:gd name="connsiteX2" fmla="*/ 1394187 w 1732679"/>
              <a:gd name="connsiteY2" fmla="*/ 2064629 h 3528853"/>
              <a:gd name="connsiteX3" fmla="*/ 1732613 w 1732679"/>
              <a:gd name="connsiteY3" fmla="*/ 1525541 h 3528853"/>
              <a:gd name="connsiteX4" fmla="*/ 1669597 w 1732679"/>
              <a:gd name="connsiteY4" fmla="*/ 0 h 3528853"/>
              <a:gd name="connsiteX0" fmla="*/ 0 w 1732679"/>
              <a:gd name="connsiteY0" fmla="*/ 3528853 h 3528853"/>
              <a:gd name="connsiteX1" fmla="*/ 703415 w 1732679"/>
              <a:gd name="connsiteY1" fmla="*/ 2070128 h 3528853"/>
              <a:gd name="connsiteX2" fmla="*/ 1394187 w 1732679"/>
              <a:gd name="connsiteY2" fmla="*/ 2064629 h 3528853"/>
              <a:gd name="connsiteX3" fmla="*/ 1732613 w 1732679"/>
              <a:gd name="connsiteY3" fmla="*/ 1525541 h 3528853"/>
              <a:gd name="connsiteX4" fmla="*/ 1669597 w 1732679"/>
              <a:gd name="connsiteY4" fmla="*/ 0 h 3528853"/>
              <a:gd name="connsiteX0" fmla="*/ 0 w 1732679"/>
              <a:gd name="connsiteY0" fmla="*/ 3528853 h 3528853"/>
              <a:gd name="connsiteX1" fmla="*/ 703415 w 1732679"/>
              <a:gd name="connsiteY1" fmla="*/ 2070128 h 3528853"/>
              <a:gd name="connsiteX2" fmla="*/ 1394187 w 1732679"/>
              <a:gd name="connsiteY2" fmla="*/ 2064629 h 3528853"/>
              <a:gd name="connsiteX3" fmla="*/ 1732613 w 1732679"/>
              <a:gd name="connsiteY3" fmla="*/ 1525541 h 3528853"/>
              <a:gd name="connsiteX4" fmla="*/ 1669597 w 1732679"/>
              <a:gd name="connsiteY4" fmla="*/ 0 h 3528853"/>
              <a:gd name="connsiteX0" fmla="*/ 19366 w 1029264"/>
              <a:gd name="connsiteY0" fmla="*/ 2961861 h 2961861"/>
              <a:gd name="connsiteX1" fmla="*/ 0 w 1029264"/>
              <a:gd name="connsiteY1" fmla="*/ 2070128 h 2961861"/>
              <a:gd name="connsiteX2" fmla="*/ 690772 w 1029264"/>
              <a:gd name="connsiteY2" fmla="*/ 2064629 h 2961861"/>
              <a:gd name="connsiteX3" fmla="*/ 1029198 w 1029264"/>
              <a:gd name="connsiteY3" fmla="*/ 1525541 h 2961861"/>
              <a:gd name="connsiteX4" fmla="*/ 966182 w 1029264"/>
              <a:gd name="connsiteY4" fmla="*/ 0 h 2961861"/>
              <a:gd name="connsiteX0" fmla="*/ 19366 w 1029276"/>
              <a:gd name="connsiteY0" fmla="*/ 2611201 h 2611201"/>
              <a:gd name="connsiteX1" fmla="*/ 0 w 1029276"/>
              <a:gd name="connsiteY1" fmla="*/ 1719468 h 2611201"/>
              <a:gd name="connsiteX2" fmla="*/ 690772 w 1029276"/>
              <a:gd name="connsiteY2" fmla="*/ 1713969 h 2611201"/>
              <a:gd name="connsiteX3" fmla="*/ 1029198 w 1029276"/>
              <a:gd name="connsiteY3" fmla="*/ 1174881 h 2611201"/>
              <a:gd name="connsiteX4" fmla="*/ 976765 w 1029276"/>
              <a:gd name="connsiteY4" fmla="*/ 0 h 2611201"/>
              <a:gd name="connsiteX0" fmla="*/ 19366 w 1029459"/>
              <a:gd name="connsiteY0" fmla="*/ 2611201 h 2611201"/>
              <a:gd name="connsiteX1" fmla="*/ 0 w 1029459"/>
              <a:gd name="connsiteY1" fmla="*/ 1719468 h 2611201"/>
              <a:gd name="connsiteX2" fmla="*/ 690772 w 1029459"/>
              <a:gd name="connsiteY2" fmla="*/ 1713969 h 2611201"/>
              <a:gd name="connsiteX3" fmla="*/ 1029198 w 1029459"/>
              <a:gd name="connsiteY3" fmla="*/ 1174881 h 2611201"/>
              <a:gd name="connsiteX4" fmla="*/ 976765 w 1029459"/>
              <a:gd name="connsiteY4" fmla="*/ 0 h 26112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459" h="2611201">
                <a:moveTo>
                  <a:pt x="19366" y="2611201"/>
                </a:moveTo>
                <a:lnTo>
                  <a:pt x="0" y="1719468"/>
                </a:lnTo>
                <a:lnTo>
                  <a:pt x="690772" y="1713969"/>
                </a:lnTo>
                <a:cubicBezTo>
                  <a:pt x="953779" y="1301650"/>
                  <a:pt x="837892" y="1502072"/>
                  <a:pt x="1029198" y="1174881"/>
                </a:cubicBezTo>
                <a:cubicBezTo>
                  <a:pt x="1031684" y="714767"/>
                  <a:pt x="1016613" y="902614"/>
                  <a:pt x="976765" y="0"/>
                </a:cubicBezTo>
              </a:path>
            </a:pathLst>
          </a:custGeom>
          <a:ln w="12700">
            <a:solidFill>
              <a:schemeClr val="tx1"/>
            </a:solidFill>
            <a:headEnd type="triangle"/>
            <a:tailEnd type="none"/>
          </a:ln>
        </p:spPr>
        <p:txBody>
          <a:bodyPr vert="horz" wrap="non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a:ln>
                <a:noFill/>
              </a:ln>
              <a:solidFill>
                <a:schemeClr val="tx1"/>
              </a:solidFill>
              <a:effectLst/>
              <a:latin typeface="Arial" charset="0"/>
            </a:endParaRPr>
          </a:p>
        </p:txBody>
      </p:sp>
      <p:cxnSp>
        <p:nvCxnSpPr>
          <p:cNvPr id="239" name="Straight Arrow Connector 238"/>
          <p:cNvCxnSpPr/>
          <p:nvPr/>
        </p:nvCxnSpPr>
        <p:spPr bwMode="auto">
          <a:xfrm>
            <a:off x="2334047" y="4796373"/>
            <a:ext cx="165857" cy="444033"/>
          </a:xfrm>
          <a:prstGeom prst="straightConnector1">
            <a:avLst/>
          </a:prstGeom>
          <a:solidFill>
            <a:schemeClr val="accent1"/>
          </a:solidFill>
          <a:ln w="9525" cap="flat" cmpd="sng" algn="ctr">
            <a:solidFill>
              <a:schemeClr val="tx1"/>
            </a:solidFill>
            <a:prstDash val="solid"/>
            <a:round/>
            <a:headEnd type="none"/>
            <a:tailEnd type="triangle"/>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243" name="Straight Arrow Connector 242"/>
          <p:cNvCxnSpPr/>
          <p:nvPr/>
        </p:nvCxnSpPr>
        <p:spPr bwMode="auto">
          <a:xfrm flipH="1">
            <a:off x="1630957" y="4825035"/>
            <a:ext cx="697629" cy="762950"/>
          </a:xfrm>
          <a:prstGeom prst="straightConnector1">
            <a:avLst/>
          </a:prstGeom>
          <a:solidFill>
            <a:schemeClr val="accent1"/>
          </a:solidFill>
          <a:ln w="9525" cap="flat" cmpd="sng" algn="ctr">
            <a:solidFill>
              <a:schemeClr val="tx1"/>
            </a:solidFill>
            <a:prstDash val="solid"/>
            <a:round/>
            <a:headEnd type="none"/>
            <a:tailEnd type="triangle"/>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grpSp>
        <p:nvGrpSpPr>
          <p:cNvPr id="246" name="Group 245"/>
          <p:cNvGrpSpPr/>
          <p:nvPr/>
        </p:nvGrpSpPr>
        <p:grpSpPr>
          <a:xfrm rot="21446362">
            <a:off x="2189794" y="4667337"/>
            <a:ext cx="313044" cy="369332"/>
            <a:chOff x="418816" y="1964112"/>
            <a:chExt cx="313044" cy="369332"/>
          </a:xfrm>
        </p:grpSpPr>
        <p:sp>
          <p:nvSpPr>
            <p:cNvPr id="247" name="Oval 246"/>
            <p:cNvSpPr/>
            <p:nvPr/>
          </p:nvSpPr>
          <p:spPr>
            <a:xfrm>
              <a:off x="448041" y="2026177"/>
              <a:ext cx="251755" cy="263122"/>
            </a:xfrm>
            <a:prstGeom prst="ellipse">
              <a:avLst/>
            </a:prstGeom>
            <a:solidFill>
              <a:schemeClr val="bg1"/>
            </a:solidFill>
            <a:ln w="12700">
              <a:solidFill>
                <a:schemeClr val="tx1"/>
              </a:solidFill>
            </a:ln>
          </p:spPr>
          <p:txBody>
            <a:bodyPr vert="horz" wrap="non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a:ln>
                  <a:noFill/>
                </a:ln>
                <a:solidFill>
                  <a:schemeClr val="tx1"/>
                </a:solidFill>
                <a:effectLst/>
                <a:latin typeface="Arial"/>
                <a:cs typeface="Arial"/>
              </a:endParaRPr>
            </a:p>
          </p:txBody>
        </p:sp>
        <p:sp>
          <p:nvSpPr>
            <p:cNvPr id="248" name="TextBox 247"/>
            <p:cNvSpPr txBox="1"/>
            <p:nvPr/>
          </p:nvSpPr>
          <p:spPr>
            <a:xfrm>
              <a:off x="418816" y="1964112"/>
              <a:ext cx="313044" cy="369332"/>
            </a:xfrm>
            <a:prstGeom prst="rect">
              <a:avLst/>
            </a:prstGeom>
            <a:noFill/>
          </p:spPr>
          <p:txBody>
            <a:bodyPr wrap="none" rtlCol="0">
              <a:spAutoFit/>
            </a:bodyPr>
            <a:lstStyle/>
            <a:p>
              <a:r>
                <a:rPr lang="en-US" dirty="0">
                  <a:latin typeface="Arial"/>
                  <a:cs typeface="Arial"/>
                </a:rPr>
                <a:t>6</a:t>
              </a:r>
            </a:p>
          </p:txBody>
        </p:sp>
      </p:grpSp>
      <p:grpSp>
        <p:nvGrpSpPr>
          <p:cNvPr id="249" name="Group 248"/>
          <p:cNvGrpSpPr/>
          <p:nvPr/>
        </p:nvGrpSpPr>
        <p:grpSpPr>
          <a:xfrm>
            <a:off x="3130061" y="1900424"/>
            <a:ext cx="313044" cy="369332"/>
            <a:chOff x="418816" y="1964112"/>
            <a:chExt cx="313044" cy="369332"/>
          </a:xfrm>
        </p:grpSpPr>
        <p:sp>
          <p:nvSpPr>
            <p:cNvPr id="250" name="Oval 249"/>
            <p:cNvSpPr/>
            <p:nvPr/>
          </p:nvSpPr>
          <p:spPr>
            <a:xfrm>
              <a:off x="448041" y="2026177"/>
              <a:ext cx="251755" cy="263122"/>
            </a:xfrm>
            <a:prstGeom prst="ellipse">
              <a:avLst/>
            </a:prstGeom>
            <a:solidFill>
              <a:schemeClr val="bg1"/>
            </a:solidFill>
            <a:ln w="12700">
              <a:solidFill>
                <a:schemeClr val="tx1"/>
              </a:solidFill>
            </a:ln>
          </p:spPr>
          <p:txBody>
            <a:bodyPr vert="horz" wrap="non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a:ln>
                  <a:noFill/>
                </a:ln>
                <a:solidFill>
                  <a:schemeClr val="tx1"/>
                </a:solidFill>
                <a:effectLst/>
                <a:latin typeface="Arial"/>
                <a:cs typeface="Arial"/>
              </a:endParaRPr>
            </a:p>
          </p:txBody>
        </p:sp>
        <p:sp>
          <p:nvSpPr>
            <p:cNvPr id="251" name="TextBox 250"/>
            <p:cNvSpPr txBox="1"/>
            <p:nvPr/>
          </p:nvSpPr>
          <p:spPr>
            <a:xfrm>
              <a:off x="418816" y="1964112"/>
              <a:ext cx="313044" cy="369332"/>
            </a:xfrm>
            <a:prstGeom prst="rect">
              <a:avLst/>
            </a:prstGeom>
            <a:noFill/>
          </p:spPr>
          <p:txBody>
            <a:bodyPr wrap="none" rtlCol="0">
              <a:spAutoFit/>
            </a:bodyPr>
            <a:lstStyle/>
            <a:p>
              <a:r>
                <a:rPr lang="en-US" dirty="0">
                  <a:latin typeface="Arial"/>
                  <a:cs typeface="Arial"/>
                </a:rPr>
                <a:t>5</a:t>
              </a:r>
            </a:p>
          </p:txBody>
        </p:sp>
      </p:grpSp>
      <p:sp>
        <p:nvSpPr>
          <p:cNvPr id="253" name="Oval 252"/>
          <p:cNvSpPr/>
          <p:nvPr/>
        </p:nvSpPr>
        <p:spPr>
          <a:xfrm rot="5400000">
            <a:off x="1970416" y="419579"/>
            <a:ext cx="631007" cy="2235263"/>
          </a:xfrm>
          <a:prstGeom prst="ellipse">
            <a:avLst/>
          </a:prstGeom>
          <a:solidFill>
            <a:schemeClr val="accent1">
              <a:lumMod val="60000"/>
              <a:lumOff val="40000"/>
            </a:schemeClr>
          </a:solidFill>
          <a:ln w="12700">
            <a:noFill/>
            <a:tailEnd type="arrow"/>
          </a:ln>
          <a:effectLst>
            <a:outerShdw blurRad="50800" dist="38100" dir="2700000" algn="tl" rotWithShape="0">
              <a:schemeClr val="accent1">
                <a:lumMod val="75000"/>
                <a:alpha val="43000"/>
              </a:schemeClr>
            </a:outerShdw>
          </a:effectLst>
        </p:spPr>
        <p:txBody>
          <a:bodyPr vert="horz" wrap="non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a:ln>
                <a:noFill/>
              </a:ln>
              <a:solidFill>
                <a:schemeClr val="tx1"/>
              </a:solidFill>
              <a:effectLst/>
              <a:latin typeface="Arial" charset="0"/>
            </a:endParaRPr>
          </a:p>
        </p:txBody>
      </p:sp>
      <p:sp>
        <p:nvSpPr>
          <p:cNvPr id="153" name="TextBox 152"/>
          <p:cNvSpPr txBox="1"/>
          <p:nvPr/>
        </p:nvSpPr>
        <p:spPr>
          <a:xfrm>
            <a:off x="1336780" y="1336100"/>
            <a:ext cx="1891162" cy="509541"/>
          </a:xfrm>
          <a:prstGeom prst="rect">
            <a:avLst/>
          </a:prstGeom>
          <a:noFill/>
        </p:spPr>
        <p:txBody>
          <a:bodyPr wrap="none" rtlCol="0">
            <a:spAutoFit/>
          </a:bodyPr>
          <a:lstStyle/>
          <a:p>
            <a:pPr algn="ctr">
              <a:lnSpc>
                <a:spcPts val="1600"/>
              </a:lnSpc>
            </a:pPr>
            <a:r>
              <a:rPr lang="en-US" sz="1600" dirty="0">
                <a:latin typeface="Arial"/>
                <a:cs typeface="Arial"/>
              </a:rPr>
              <a:t>Dijkstra’s link-state </a:t>
            </a:r>
          </a:p>
          <a:p>
            <a:pPr algn="ctr">
              <a:lnSpc>
                <a:spcPts val="1600"/>
              </a:lnSpc>
            </a:pPr>
            <a:r>
              <a:rPr lang="en-US" sz="1600" dirty="0">
                <a:latin typeface="Arial"/>
                <a:cs typeface="Arial"/>
              </a:rPr>
              <a:t>Routing</a:t>
            </a:r>
          </a:p>
        </p:txBody>
      </p:sp>
      <p:grpSp>
        <p:nvGrpSpPr>
          <p:cNvPr id="319" name="Group 318"/>
          <p:cNvGrpSpPr/>
          <p:nvPr/>
        </p:nvGrpSpPr>
        <p:grpSpPr>
          <a:xfrm>
            <a:off x="921872" y="5536490"/>
            <a:ext cx="687402" cy="470408"/>
            <a:chOff x="1736090" y="2893762"/>
            <a:chExt cx="565150" cy="340093"/>
          </a:xfrm>
        </p:grpSpPr>
        <p:grpSp>
          <p:nvGrpSpPr>
            <p:cNvPr id="320" name="Group 327"/>
            <p:cNvGrpSpPr>
              <a:grpSpLocks/>
            </p:cNvGrpSpPr>
            <p:nvPr/>
          </p:nvGrpSpPr>
          <p:grpSpPr bwMode="auto">
            <a:xfrm>
              <a:off x="1736090" y="2893762"/>
              <a:ext cx="565150" cy="292100"/>
              <a:chOff x="1871277" y="1576300"/>
              <a:chExt cx="1128371" cy="437861"/>
            </a:xfrm>
          </p:grpSpPr>
          <p:sp>
            <p:nvSpPr>
              <p:cNvPr id="324" name="Oval 323"/>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25" name="Rectangle 324"/>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26" name="Oval 325"/>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27" name="Freeform 326"/>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28" name="Freeform 327"/>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29" name="Freeform 328"/>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30" name="Freeform 329"/>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31" name="Straight Connector 330"/>
              <p:cNvCxnSpPr>
                <a:endCxn id="326"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32" name="Straight Connector 331"/>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321" name="Group 320"/>
            <p:cNvGrpSpPr/>
            <p:nvPr/>
          </p:nvGrpSpPr>
          <p:grpSpPr>
            <a:xfrm>
              <a:off x="1828502" y="2944584"/>
              <a:ext cx="374530" cy="289271"/>
              <a:chOff x="725185" y="1779875"/>
              <a:chExt cx="374530" cy="289271"/>
            </a:xfrm>
          </p:grpSpPr>
          <p:sp>
            <p:nvSpPr>
              <p:cNvPr id="322" name="Oval 321"/>
              <p:cNvSpPr/>
              <p:nvPr/>
            </p:nvSpPr>
            <p:spPr bwMode="auto">
              <a:xfrm>
                <a:off x="741398" y="1850752"/>
                <a:ext cx="356365" cy="168450"/>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323" name="TextBox 322"/>
              <p:cNvSpPr txBox="1"/>
              <p:nvPr/>
            </p:nvSpPr>
            <p:spPr>
              <a:xfrm>
                <a:off x="725185" y="1779875"/>
                <a:ext cx="374530" cy="289271"/>
              </a:xfrm>
              <a:prstGeom prst="rect">
                <a:avLst/>
              </a:prstGeom>
              <a:noFill/>
            </p:spPr>
            <p:txBody>
              <a:bodyPr wrap="none" rtlCol="0">
                <a:spAutoFit/>
              </a:bodyPr>
              <a:lstStyle/>
              <a:p>
                <a:r>
                  <a:rPr lang="en-US" sz="2000" dirty="0"/>
                  <a:t>s1</a:t>
                </a:r>
              </a:p>
            </p:txBody>
          </p:sp>
        </p:grpSp>
      </p:grpSp>
      <p:grpSp>
        <p:nvGrpSpPr>
          <p:cNvPr id="333" name="Group 332"/>
          <p:cNvGrpSpPr/>
          <p:nvPr/>
        </p:nvGrpSpPr>
        <p:grpSpPr>
          <a:xfrm>
            <a:off x="2206593" y="5245170"/>
            <a:ext cx="687402" cy="470406"/>
            <a:chOff x="1736090" y="2893762"/>
            <a:chExt cx="565150" cy="340091"/>
          </a:xfrm>
        </p:grpSpPr>
        <p:grpSp>
          <p:nvGrpSpPr>
            <p:cNvPr id="334" name="Group 327"/>
            <p:cNvGrpSpPr>
              <a:grpSpLocks/>
            </p:cNvGrpSpPr>
            <p:nvPr/>
          </p:nvGrpSpPr>
          <p:grpSpPr bwMode="auto">
            <a:xfrm>
              <a:off x="1736090" y="2893762"/>
              <a:ext cx="565150" cy="292100"/>
              <a:chOff x="1871277" y="1576300"/>
              <a:chExt cx="1128371" cy="437861"/>
            </a:xfrm>
          </p:grpSpPr>
          <p:sp>
            <p:nvSpPr>
              <p:cNvPr id="338" name="Oval 337"/>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39" name="Rectangle 338"/>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40" name="Oval 339"/>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41" name="Freeform 340"/>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42" name="Freeform 341"/>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43" name="Freeform 342"/>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44" name="Freeform 343"/>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45" name="Straight Connector 344"/>
              <p:cNvCxnSpPr>
                <a:endCxn id="340"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46" name="Straight Connector 345"/>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335" name="Group 334"/>
            <p:cNvGrpSpPr/>
            <p:nvPr/>
          </p:nvGrpSpPr>
          <p:grpSpPr>
            <a:xfrm>
              <a:off x="1828502" y="2944584"/>
              <a:ext cx="374531" cy="289269"/>
              <a:chOff x="725185" y="1779875"/>
              <a:chExt cx="374531" cy="289269"/>
            </a:xfrm>
          </p:grpSpPr>
          <p:sp>
            <p:nvSpPr>
              <p:cNvPr id="336" name="Oval 335"/>
              <p:cNvSpPr/>
              <p:nvPr/>
            </p:nvSpPr>
            <p:spPr bwMode="auto">
              <a:xfrm>
                <a:off x="741398" y="1850752"/>
                <a:ext cx="356365" cy="168450"/>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337" name="TextBox 336"/>
              <p:cNvSpPr txBox="1"/>
              <p:nvPr/>
            </p:nvSpPr>
            <p:spPr>
              <a:xfrm>
                <a:off x="725185" y="1779875"/>
                <a:ext cx="374531" cy="289269"/>
              </a:xfrm>
              <a:prstGeom prst="rect">
                <a:avLst/>
              </a:prstGeom>
              <a:noFill/>
            </p:spPr>
            <p:txBody>
              <a:bodyPr wrap="none" rtlCol="0">
                <a:spAutoFit/>
              </a:bodyPr>
              <a:lstStyle/>
              <a:p>
                <a:r>
                  <a:rPr lang="en-US" sz="2000" dirty="0"/>
                  <a:t>s2</a:t>
                </a:r>
              </a:p>
            </p:txBody>
          </p:sp>
        </p:grpSp>
      </p:grpSp>
      <p:grpSp>
        <p:nvGrpSpPr>
          <p:cNvPr id="347" name="Group 346"/>
          <p:cNvGrpSpPr/>
          <p:nvPr/>
        </p:nvGrpSpPr>
        <p:grpSpPr>
          <a:xfrm>
            <a:off x="1910145" y="5999406"/>
            <a:ext cx="687402" cy="470406"/>
            <a:chOff x="1736090" y="2893762"/>
            <a:chExt cx="565150" cy="340091"/>
          </a:xfrm>
        </p:grpSpPr>
        <p:grpSp>
          <p:nvGrpSpPr>
            <p:cNvPr id="348" name="Group 327"/>
            <p:cNvGrpSpPr>
              <a:grpSpLocks/>
            </p:cNvGrpSpPr>
            <p:nvPr/>
          </p:nvGrpSpPr>
          <p:grpSpPr bwMode="auto">
            <a:xfrm>
              <a:off x="1736090" y="2893762"/>
              <a:ext cx="565150" cy="292100"/>
              <a:chOff x="1871277" y="1576300"/>
              <a:chExt cx="1128371" cy="437861"/>
            </a:xfrm>
          </p:grpSpPr>
          <p:sp>
            <p:nvSpPr>
              <p:cNvPr id="352" name="Oval 351"/>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53" name="Rectangle 352"/>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54" name="Oval 353"/>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55" name="Freeform 354"/>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56" name="Freeform 355"/>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57" name="Freeform 356"/>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58" name="Freeform 357"/>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59" name="Straight Connector 358"/>
              <p:cNvCxnSpPr>
                <a:endCxn id="354"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60" name="Straight Connector 359"/>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349" name="Group 348"/>
            <p:cNvGrpSpPr/>
            <p:nvPr/>
          </p:nvGrpSpPr>
          <p:grpSpPr>
            <a:xfrm>
              <a:off x="1828502" y="2944584"/>
              <a:ext cx="374531" cy="289269"/>
              <a:chOff x="725185" y="1779875"/>
              <a:chExt cx="374531" cy="289269"/>
            </a:xfrm>
          </p:grpSpPr>
          <p:sp>
            <p:nvSpPr>
              <p:cNvPr id="350" name="Oval 349"/>
              <p:cNvSpPr/>
              <p:nvPr/>
            </p:nvSpPr>
            <p:spPr bwMode="auto">
              <a:xfrm>
                <a:off x="741398" y="1850752"/>
                <a:ext cx="356365" cy="168450"/>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351" name="TextBox 350"/>
              <p:cNvSpPr txBox="1"/>
              <p:nvPr/>
            </p:nvSpPr>
            <p:spPr>
              <a:xfrm>
                <a:off x="725185" y="1779875"/>
                <a:ext cx="374531" cy="289269"/>
              </a:xfrm>
              <a:prstGeom prst="rect">
                <a:avLst/>
              </a:prstGeom>
              <a:noFill/>
            </p:spPr>
            <p:txBody>
              <a:bodyPr wrap="none" rtlCol="0">
                <a:spAutoFit/>
              </a:bodyPr>
              <a:lstStyle/>
              <a:p>
                <a:r>
                  <a:rPr lang="en-US" sz="2000" dirty="0"/>
                  <a:t>s3</a:t>
                </a:r>
              </a:p>
            </p:txBody>
          </p:sp>
        </p:grpSp>
      </p:grpSp>
      <p:grpSp>
        <p:nvGrpSpPr>
          <p:cNvPr id="361" name="Group 360"/>
          <p:cNvGrpSpPr/>
          <p:nvPr/>
        </p:nvGrpSpPr>
        <p:grpSpPr>
          <a:xfrm>
            <a:off x="3077553" y="5718280"/>
            <a:ext cx="687402" cy="470406"/>
            <a:chOff x="1736090" y="2893762"/>
            <a:chExt cx="565150" cy="340091"/>
          </a:xfrm>
        </p:grpSpPr>
        <p:grpSp>
          <p:nvGrpSpPr>
            <p:cNvPr id="362" name="Group 327"/>
            <p:cNvGrpSpPr>
              <a:grpSpLocks/>
            </p:cNvGrpSpPr>
            <p:nvPr/>
          </p:nvGrpSpPr>
          <p:grpSpPr bwMode="auto">
            <a:xfrm>
              <a:off x="1736090" y="2893762"/>
              <a:ext cx="565150" cy="292100"/>
              <a:chOff x="1871277" y="1576300"/>
              <a:chExt cx="1128371" cy="437861"/>
            </a:xfrm>
          </p:grpSpPr>
          <p:sp>
            <p:nvSpPr>
              <p:cNvPr id="366" name="Oval 365"/>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67" name="Rectangle 366"/>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68" name="Oval 367"/>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69" name="Freeform 368"/>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70" name="Freeform 369"/>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71" name="Freeform 370"/>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72" name="Freeform 371"/>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73" name="Straight Connector 372"/>
              <p:cNvCxnSpPr>
                <a:endCxn id="368"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74" name="Straight Connector 373"/>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363" name="Group 362"/>
            <p:cNvGrpSpPr/>
            <p:nvPr/>
          </p:nvGrpSpPr>
          <p:grpSpPr>
            <a:xfrm>
              <a:off x="1828502" y="2944584"/>
              <a:ext cx="374531" cy="289269"/>
              <a:chOff x="725185" y="1779875"/>
              <a:chExt cx="374531" cy="289269"/>
            </a:xfrm>
          </p:grpSpPr>
          <p:sp>
            <p:nvSpPr>
              <p:cNvPr id="364" name="Oval 363"/>
              <p:cNvSpPr/>
              <p:nvPr/>
            </p:nvSpPr>
            <p:spPr bwMode="auto">
              <a:xfrm>
                <a:off x="741398" y="1850752"/>
                <a:ext cx="356365" cy="168450"/>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365" name="TextBox 364"/>
              <p:cNvSpPr txBox="1"/>
              <p:nvPr/>
            </p:nvSpPr>
            <p:spPr>
              <a:xfrm>
                <a:off x="725185" y="1779875"/>
                <a:ext cx="374531" cy="289269"/>
              </a:xfrm>
              <a:prstGeom prst="rect">
                <a:avLst/>
              </a:prstGeom>
              <a:noFill/>
            </p:spPr>
            <p:txBody>
              <a:bodyPr wrap="none" rtlCol="0">
                <a:spAutoFit/>
              </a:bodyPr>
              <a:lstStyle/>
              <a:p>
                <a:r>
                  <a:rPr lang="en-US" sz="2000" dirty="0"/>
                  <a:t>s4</a:t>
                </a:r>
              </a:p>
            </p:txBody>
          </p:sp>
        </p:grpSp>
      </p:grpSp>
      <p:cxnSp>
        <p:nvCxnSpPr>
          <p:cNvPr id="240" name="Straight Arrow Connector 239"/>
          <p:cNvCxnSpPr/>
          <p:nvPr/>
        </p:nvCxnSpPr>
        <p:spPr bwMode="auto">
          <a:xfrm>
            <a:off x="2475946" y="4898482"/>
            <a:ext cx="906274" cy="769733"/>
          </a:xfrm>
          <a:prstGeom prst="straightConnector1">
            <a:avLst/>
          </a:prstGeom>
          <a:solidFill>
            <a:schemeClr val="accent1"/>
          </a:solidFill>
          <a:ln w="9525" cap="flat" cmpd="sng" algn="ctr">
            <a:solidFill>
              <a:schemeClr val="tx1"/>
            </a:solidFill>
            <a:prstDash val="solid"/>
            <a:round/>
            <a:headEnd type="none"/>
            <a:tailEnd type="triangle"/>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pic>
        <p:nvPicPr>
          <p:cNvPr id="376" name="Picture 12"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20274" y="702064"/>
            <a:ext cx="8154854" cy="19362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77" name="Title 1"/>
          <p:cNvSpPr txBox="1">
            <a:spLocks/>
          </p:cNvSpPr>
          <p:nvPr/>
        </p:nvSpPr>
        <p:spPr>
          <a:xfrm>
            <a:off x="354145" y="177332"/>
            <a:ext cx="8642801" cy="1143000"/>
          </a:xfrm>
          <a:prstGeom prst="rect">
            <a:avLst/>
          </a:prstGeom>
        </p:spPr>
        <p:txBody>
          <a:bodyPr/>
          <a:lstStyle>
            <a:lvl1pPr algn="l" rtl="0" eaLnBrk="0" fontAlgn="base" hangingPunct="0">
              <a:spcBef>
                <a:spcPct val="0"/>
              </a:spcBef>
              <a:spcAft>
                <a:spcPct val="0"/>
              </a:spcAft>
              <a:defRPr sz="4400">
                <a:solidFill>
                  <a:srgbClr val="000099"/>
                </a:solidFill>
                <a:latin typeface="+mj-lt"/>
                <a:ea typeface="ＭＳ Ｐゴシック" charset="0"/>
                <a:cs typeface="ＭＳ Ｐゴシック" charset="0"/>
              </a:defRPr>
            </a:lvl1pPr>
            <a:lvl2pPr algn="l" rtl="0" eaLnBrk="0" fontAlgn="base" hangingPunct="0">
              <a:spcBef>
                <a:spcPct val="0"/>
              </a:spcBef>
              <a:spcAft>
                <a:spcPct val="0"/>
              </a:spcAft>
              <a:defRPr sz="4400">
                <a:solidFill>
                  <a:srgbClr val="000099"/>
                </a:solidFill>
                <a:latin typeface="Gill Sans MT" pitchFamily="34" charset="0"/>
                <a:ea typeface="ＭＳ Ｐゴシック" charset="0"/>
                <a:cs typeface="ＭＳ Ｐゴシック" charset="0"/>
              </a:defRPr>
            </a:lvl2pPr>
            <a:lvl3pPr algn="l" rtl="0" eaLnBrk="0" fontAlgn="base" hangingPunct="0">
              <a:spcBef>
                <a:spcPct val="0"/>
              </a:spcBef>
              <a:spcAft>
                <a:spcPct val="0"/>
              </a:spcAft>
              <a:defRPr sz="4400">
                <a:solidFill>
                  <a:srgbClr val="000099"/>
                </a:solidFill>
                <a:latin typeface="Gill Sans MT" pitchFamily="34" charset="0"/>
                <a:ea typeface="ＭＳ Ｐゴシック" charset="0"/>
                <a:cs typeface="ＭＳ Ｐゴシック" charset="0"/>
              </a:defRPr>
            </a:lvl3pPr>
            <a:lvl4pPr algn="l" rtl="0" eaLnBrk="0" fontAlgn="base" hangingPunct="0">
              <a:spcBef>
                <a:spcPct val="0"/>
              </a:spcBef>
              <a:spcAft>
                <a:spcPct val="0"/>
              </a:spcAft>
              <a:defRPr sz="4400">
                <a:solidFill>
                  <a:srgbClr val="000099"/>
                </a:solidFill>
                <a:latin typeface="Gill Sans MT" pitchFamily="34" charset="0"/>
                <a:ea typeface="ＭＳ Ｐゴシック" charset="0"/>
                <a:cs typeface="ＭＳ Ｐゴシック" charset="0"/>
              </a:defRPr>
            </a:lvl4pPr>
            <a:lvl5pPr algn="l" rtl="0" eaLnBrk="0" fontAlgn="base" hangingPunct="0">
              <a:spcBef>
                <a:spcPct val="0"/>
              </a:spcBef>
              <a:spcAft>
                <a:spcPct val="0"/>
              </a:spcAft>
              <a:defRPr sz="4400">
                <a:solidFill>
                  <a:srgbClr val="000099"/>
                </a:solidFill>
                <a:latin typeface="Gill Sans MT" pitchFamily="34" charset="0"/>
                <a:ea typeface="ＭＳ Ｐゴシック" charset="0"/>
                <a:cs typeface="ＭＳ Ｐゴシック" charset="0"/>
              </a:defRPr>
            </a:lvl5pPr>
            <a:lvl6pPr marL="457200" algn="l" rtl="0" eaLnBrk="0" fontAlgn="base" hangingPunct="0">
              <a:spcBef>
                <a:spcPct val="0"/>
              </a:spcBef>
              <a:spcAft>
                <a:spcPct val="0"/>
              </a:spcAft>
              <a:defRPr sz="4400">
                <a:solidFill>
                  <a:srgbClr val="000099"/>
                </a:solidFill>
                <a:latin typeface="Gill Sans MT" pitchFamily="34" charset="0"/>
              </a:defRPr>
            </a:lvl6pPr>
            <a:lvl7pPr marL="914400" algn="l" rtl="0" eaLnBrk="0" fontAlgn="base" hangingPunct="0">
              <a:spcBef>
                <a:spcPct val="0"/>
              </a:spcBef>
              <a:spcAft>
                <a:spcPct val="0"/>
              </a:spcAft>
              <a:defRPr sz="4400">
                <a:solidFill>
                  <a:srgbClr val="000099"/>
                </a:solidFill>
                <a:latin typeface="Gill Sans MT" pitchFamily="34" charset="0"/>
              </a:defRPr>
            </a:lvl7pPr>
            <a:lvl8pPr marL="1371600" algn="l" rtl="0" eaLnBrk="0" fontAlgn="base" hangingPunct="0">
              <a:spcBef>
                <a:spcPct val="0"/>
              </a:spcBef>
              <a:spcAft>
                <a:spcPct val="0"/>
              </a:spcAft>
              <a:defRPr sz="4400">
                <a:solidFill>
                  <a:srgbClr val="000099"/>
                </a:solidFill>
                <a:latin typeface="Gill Sans MT" pitchFamily="34" charset="0"/>
              </a:defRPr>
            </a:lvl8pPr>
            <a:lvl9pPr marL="1828800" algn="l" rtl="0" eaLnBrk="0" fontAlgn="base" hangingPunct="0">
              <a:spcBef>
                <a:spcPct val="0"/>
              </a:spcBef>
              <a:spcAft>
                <a:spcPct val="0"/>
              </a:spcAft>
              <a:defRPr sz="4400">
                <a:solidFill>
                  <a:srgbClr val="000099"/>
                </a:solidFill>
                <a:latin typeface="Gill Sans MT" pitchFamily="34" charset="0"/>
              </a:defRPr>
            </a:lvl9pPr>
          </a:lstStyle>
          <a:p>
            <a:r>
              <a:rPr lang="en-US" sz="3600" dirty="0"/>
              <a:t>SDN: control/data plane interaction example</a:t>
            </a:r>
          </a:p>
        </p:txBody>
      </p:sp>
      <p:grpSp>
        <p:nvGrpSpPr>
          <p:cNvPr id="382" name="Group 381"/>
          <p:cNvGrpSpPr/>
          <p:nvPr/>
        </p:nvGrpSpPr>
        <p:grpSpPr>
          <a:xfrm>
            <a:off x="5359418" y="2228890"/>
            <a:ext cx="3388878" cy="1357349"/>
            <a:chOff x="5313965" y="1301119"/>
            <a:chExt cx="3388878" cy="1357349"/>
          </a:xfrm>
        </p:grpSpPr>
        <p:sp>
          <p:nvSpPr>
            <p:cNvPr id="383" name="TextBox 382"/>
            <p:cNvSpPr txBox="1"/>
            <p:nvPr/>
          </p:nvSpPr>
          <p:spPr>
            <a:xfrm>
              <a:off x="5654651" y="1315023"/>
              <a:ext cx="3048192" cy="1343445"/>
            </a:xfrm>
            <a:prstGeom prst="rect">
              <a:avLst/>
            </a:prstGeom>
            <a:noFill/>
          </p:spPr>
          <p:txBody>
            <a:bodyPr wrap="square" rtlCol="0">
              <a:spAutoFit/>
            </a:bodyPr>
            <a:lstStyle/>
            <a:p>
              <a:pPr>
                <a:lnSpc>
                  <a:spcPct val="90000"/>
                </a:lnSpc>
              </a:pPr>
              <a:r>
                <a:rPr lang="en-US" dirty="0">
                  <a:solidFill>
                    <a:srgbClr val="000000"/>
                  </a:solidFill>
                  <a:latin typeface="+mn-lt"/>
                </a:rPr>
                <a:t>link state routing app interacts with flow-table-computation component in SDN controller, which computes new flow tables needed</a:t>
              </a:r>
            </a:p>
          </p:txBody>
        </p:sp>
        <p:grpSp>
          <p:nvGrpSpPr>
            <p:cNvPr id="384" name="Group 383"/>
            <p:cNvGrpSpPr/>
            <p:nvPr/>
          </p:nvGrpSpPr>
          <p:grpSpPr>
            <a:xfrm>
              <a:off x="5313965" y="1301119"/>
              <a:ext cx="313044" cy="369332"/>
              <a:chOff x="418816" y="1964112"/>
              <a:chExt cx="289705" cy="369332"/>
            </a:xfrm>
          </p:grpSpPr>
          <p:sp>
            <p:nvSpPr>
              <p:cNvPr id="385" name="Oval 384"/>
              <p:cNvSpPr/>
              <p:nvPr/>
            </p:nvSpPr>
            <p:spPr>
              <a:xfrm>
                <a:off x="448041" y="2026177"/>
                <a:ext cx="251755" cy="263122"/>
              </a:xfrm>
              <a:prstGeom prst="ellipse">
                <a:avLst/>
              </a:prstGeom>
              <a:solidFill>
                <a:schemeClr val="bg1"/>
              </a:solidFill>
              <a:ln w="12700">
                <a:solidFill>
                  <a:schemeClr val="tx1"/>
                </a:solidFill>
              </a:ln>
            </p:spPr>
            <p:txBody>
              <a:bodyPr vert="horz" wrap="non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a:ln>
                    <a:noFill/>
                  </a:ln>
                  <a:solidFill>
                    <a:schemeClr val="tx1"/>
                  </a:solidFill>
                  <a:effectLst/>
                  <a:latin typeface="Arial"/>
                  <a:cs typeface="Arial"/>
                </a:endParaRPr>
              </a:p>
            </p:txBody>
          </p:sp>
          <p:sp>
            <p:nvSpPr>
              <p:cNvPr id="387" name="TextBox 386"/>
              <p:cNvSpPr txBox="1"/>
              <p:nvPr/>
            </p:nvSpPr>
            <p:spPr>
              <a:xfrm>
                <a:off x="418816" y="1964112"/>
                <a:ext cx="289705" cy="369332"/>
              </a:xfrm>
              <a:prstGeom prst="rect">
                <a:avLst/>
              </a:prstGeom>
              <a:noFill/>
            </p:spPr>
            <p:txBody>
              <a:bodyPr wrap="none" rtlCol="0">
                <a:spAutoFit/>
              </a:bodyPr>
              <a:lstStyle/>
              <a:p>
                <a:r>
                  <a:rPr lang="en-US" dirty="0">
                    <a:latin typeface="Arial"/>
                    <a:cs typeface="Arial"/>
                  </a:rPr>
                  <a:t>5</a:t>
                </a:r>
              </a:p>
            </p:txBody>
          </p:sp>
        </p:grpSp>
      </p:grpSp>
      <p:grpSp>
        <p:nvGrpSpPr>
          <p:cNvPr id="393" name="Group 392"/>
          <p:cNvGrpSpPr/>
          <p:nvPr/>
        </p:nvGrpSpPr>
        <p:grpSpPr>
          <a:xfrm>
            <a:off x="5450329" y="3736844"/>
            <a:ext cx="3388878" cy="858751"/>
            <a:chOff x="5313965" y="1301119"/>
            <a:chExt cx="3388878" cy="858751"/>
          </a:xfrm>
        </p:grpSpPr>
        <p:sp>
          <p:nvSpPr>
            <p:cNvPr id="394" name="TextBox 393"/>
            <p:cNvSpPr txBox="1"/>
            <p:nvPr/>
          </p:nvSpPr>
          <p:spPr>
            <a:xfrm>
              <a:off x="5654651" y="1315023"/>
              <a:ext cx="3048192" cy="844847"/>
            </a:xfrm>
            <a:prstGeom prst="rect">
              <a:avLst/>
            </a:prstGeom>
            <a:noFill/>
          </p:spPr>
          <p:txBody>
            <a:bodyPr wrap="square" rtlCol="0">
              <a:spAutoFit/>
            </a:bodyPr>
            <a:lstStyle/>
            <a:p>
              <a:pPr>
                <a:lnSpc>
                  <a:spcPct val="90000"/>
                </a:lnSpc>
              </a:pPr>
              <a:r>
                <a:rPr lang="en-US" dirty="0">
                  <a:solidFill>
                    <a:srgbClr val="000000"/>
                  </a:solidFill>
                  <a:latin typeface="+mn-lt"/>
                </a:rPr>
                <a:t>Controller uses OpenFlow to install new tables in switches that need updating</a:t>
              </a:r>
            </a:p>
          </p:txBody>
        </p:sp>
        <p:grpSp>
          <p:nvGrpSpPr>
            <p:cNvPr id="395" name="Group 394"/>
            <p:cNvGrpSpPr/>
            <p:nvPr/>
          </p:nvGrpSpPr>
          <p:grpSpPr>
            <a:xfrm>
              <a:off x="5313965" y="1301119"/>
              <a:ext cx="313044" cy="369332"/>
              <a:chOff x="418816" y="1964112"/>
              <a:chExt cx="289705" cy="369332"/>
            </a:xfrm>
          </p:grpSpPr>
          <p:sp>
            <p:nvSpPr>
              <p:cNvPr id="396" name="Oval 395"/>
              <p:cNvSpPr/>
              <p:nvPr/>
            </p:nvSpPr>
            <p:spPr>
              <a:xfrm>
                <a:off x="448041" y="2026177"/>
                <a:ext cx="251755" cy="263122"/>
              </a:xfrm>
              <a:prstGeom prst="ellipse">
                <a:avLst/>
              </a:prstGeom>
              <a:solidFill>
                <a:schemeClr val="bg1"/>
              </a:solidFill>
              <a:ln w="12700">
                <a:solidFill>
                  <a:schemeClr val="tx1"/>
                </a:solidFill>
              </a:ln>
            </p:spPr>
            <p:txBody>
              <a:bodyPr vert="horz" wrap="non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a:ln>
                    <a:noFill/>
                  </a:ln>
                  <a:solidFill>
                    <a:schemeClr val="tx1"/>
                  </a:solidFill>
                  <a:effectLst/>
                  <a:latin typeface="Arial"/>
                  <a:cs typeface="Arial"/>
                </a:endParaRPr>
              </a:p>
            </p:txBody>
          </p:sp>
          <p:sp>
            <p:nvSpPr>
              <p:cNvPr id="397" name="TextBox 396"/>
              <p:cNvSpPr txBox="1"/>
              <p:nvPr/>
            </p:nvSpPr>
            <p:spPr>
              <a:xfrm>
                <a:off x="418816" y="1964112"/>
                <a:ext cx="289705" cy="369332"/>
              </a:xfrm>
              <a:prstGeom prst="rect">
                <a:avLst/>
              </a:prstGeom>
              <a:noFill/>
            </p:spPr>
            <p:txBody>
              <a:bodyPr wrap="none" rtlCol="0">
                <a:spAutoFit/>
              </a:bodyPr>
              <a:lstStyle/>
              <a:p>
                <a:r>
                  <a:rPr lang="en-US" dirty="0">
                    <a:latin typeface="Arial"/>
                    <a:cs typeface="Arial"/>
                  </a:rPr>
                  <a:t>6</a:t>
                </a:r>
              </a:p>
            </p:txBody>
          </p:sp>
        </p:grpSp>
      </p:grpSp>
      <p:sp>
        <p:nvSpPr>
          <p:cNvPr id="151" name="Slide Number Placeholder 5"/>
          <p:cNvSpPr>
            <a:spLocks noGrp="1"/>
          </p:cNvSpPr>
          <p:nvPr>
            <p:ph type="sldNum" sz="quarter" idx="12"/>
          </p:nvPr>
        </p:nvSpPr>
        <p:spPr>
          <a:xfrm>
            <a:off x="8456154" y="6475895"/>
            <a:ext cx="548655" cy="272319"/>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200" dirty="0">
                <a:latin typeface="Tahoma" charset="0"/>
              </a:rPr>
              <a:t>5-</a:t>
            </a:r>
            <a:fld id="{8E8C6E93-DF5B-BC4B-80F9-500DED1EEDCC}" type="slidenum">
              <a:rPr lang="en-US" sz="1200">
                <a:latin typeface="Tahoma" charset="0"/>
              </a:rPr>
              <a:pPr/>
              <a:t>111</a:t>
            </a:fld>
            <a:endParaRPr lang="en-US" sz="1200" dirty="0">
              <a:latin typeface="Tahoma" charset="0"/>
            </a:endParaRPr>
          </a:p>
        </p:txBody>
      </p:sp>
      <p:sp>
        <p:nvSpPr>
          <p:cNvPr id="152" name="Footer Placeholder 2"/>
          <p:cNvSpPr>
            <a:spLocks noGrp="1"/>
          </p:cNvSpPr>
          <p:nvPr>
            <p:ph type="ftr" sz="quarter" idx="11"/>
          </p:nvPr>
        </p:nvSpPr>
        <p:spPr>
          <a:xfrm>
            <a:off x="6375496" y="6475081"/>
            <a:ext cx="2177473" cy="241541"/>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200" dirty="0">
                <a:solidFill>
                  <a:srgbClr val="000000"/>
                </a:solidFill>
                <a:latin typeface="Tahoma" charset="0"/>
                <a:cs typeface="Arial" charset="0"/>
              </a:rPr>
              <a:t>Network Layer: Control Plane</a:t>
            </a:r>
          </a:p>
        </p:txBody>
      </p:sp>
    </p:spTree>
    <p:extLst>
      <p:ext uri="{BB962C8B-B14F-4D97-AF65-F5344CB8AC3E}">
        <p14:creationId xmlns:p14="http://schemas.microsoft.com/office/powerpoint/2010/main" val="8372059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82"/>
                                        </p:tgtEl>
                                        <p:attrNameLst>
                                          <p:attrName>style.visibility</p:attrName>
                                        </p:attrNameLst>
                                      </p:cBhvr>
                                      <p:to>
                                        <p:strVal val="visible"/>
                                      </p:to>
                                    </p:set>
                                    <p:animEffect transition="in" filter="dissolve">
                                      <p:cBhvr>
                                        <p:cTn id="7" dur="500"/>
                                        <p:tgtEl>
                                          <p:spTgt spid="38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393"/>
                                        </p:tgtEl>
                                        <p:attrNameLst>
                                          <p:attrName>style.visibility</p:attrName>
                                        </p:attrNameLst>
                                      </p:cBhvr>
                                      <p:to>
                                        <p:strVal val="visible"/>
                                      </p:to>
                                    </p:set>
                                    <p:animEffect transition="in" filter="dissolve">
                                      <p:cBhvr>
                                        <p:cTn id="12" dur="500"/>
                                        <p:tgtEl>
                                          <p:spTgt spid="39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 name="Rounded Rectangle 102"/>
          <p:cNvSpPr/>
          <p:nvPr/>
        </p:nvSpPr>
        <p:spPr>
          <a:xfrm>
            <a:off x="441164" y="2526628"/>
            <a:ext cx="5253789" cy="2392948"/>
          </a:xfrm>
          <a:prstGeom prst="roundRect">
            <a:avLst/>
          </a:prstGeom>
          <a:solidFill>
            <a:schemeClr val="accent5">
              <a:lumMod val="75000"/>
            </a:schemeClr>
          </a:solidFill>
          <a:ln w="12700">
            <a:noFill/>
            <a:tailEnd type="arrow"/>
          </a:ln>
        </p:spPr>
        <p:txBody>
          <a:bodyPr vert="horz" wrap="non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a:ln>
                <a:noFill/>
              </a:ln>
              <a:solidFill>
                <a:schemeClr val="tx1"/>
              </a:solidFill>
              <a:effectLst/>
              <a:latin typeface="Arial" charset="0"/>
            </a:endParaRPr>
          </a:p>
        </p:txBody>
      </p:sp>
      <p:sp>
        <p:nvSpPr>
          <p:cNvPr id="14" name="Rounded Rectangle 13"/>
          <p:cNvSpPr/>
          <p:nvPr/>
        </p:nvSpPr>
        <p:spPr>
          <a:xfrm>
            <a:off x="2099837" y="2566732"/>
            <a:ext cx="3421328" cy="1774553"/>
          </a:xfrm>
          <a:prstGeom prst="roundRect">
            <a:avLst/>
          </a:prstGeom>
          <a:solidFill>
            <a:srgbClr val="008000"/>
          </a:solidFill>
          <a:ln w="12700">
            <a:solidFill>
              <a:schemeClr val="accent5">
                <a:lumMod val="75000"/>
              </a:schemeClr>
            </a:solidFill>
            <a:prstDash val="solid"/>
          </a:ln>
          <a:effectLst>
            <a:outerShdw blurRad="50800" dist="38100" dir="2700000" algn="tl" rotWithShape="0">
              <a:srgbClr val="CCFFCC">
                <a:alpha val="43000"/>
              </a:srgbClr>
            </a:outerShdw>
          </a:effectLst>
        </p:spPr>
        <p:txBody>
          <a:bodyPr vert="horz" wrap="non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en-US" sz="1600" b="0" i="0" u="none" strike="noStrike" cap="none" normalizeH="0" baseline="0">
              <a:ln>
                <a:noFill/>
              </a:ln>
              <a:solidFill>
                <a:schemeClr val="tx1"/>
              </a:solidFill>
              <a:effectLst/>
              <a:latin typeface="Arial"/>
              <a:cs typeface="Arial"/>
            </a:endParaRPr>
          </a:p>
        </p:txBody>
      </p:sp>
      <p:grpSp>
        <p:nvGrpSpPr>
          <p:cNvPr id="9" name="Group 8"/>
          <p:cNvGrpSpPr/>
          <p:nvPr/>
        </p:nvGrpSpPr>
        <p:grpSpPr>
          <a:xfrm>
            <a:off x="2163980" y="3041095"/>
            <a:ext cx="991851" cy="563864"/>
            <a:chOff x="-2789389" y="3644860"/>
            <a:chExt cx="991851" cy="563864"/>
          </a:xfrm>
        </p:grpSpPr>
        <p:sp>
          <p:nvSpPr>
            <p:cNvPr id="4" name="Rounded Rectangle 3"/>
            <p:cNvSpPr/>
            <p:nvPr/>
          </p:nvSpPr>
          <p:spPr>
            <a:xfrm>
              <a:off x="-2789389" y="3656869"/>
              <a:ext cx="975975" cy="551855"/>
            </a:xfrm>
            <a:prstGeom prst="roundRect">
              <a:avLst/>
            </a:prstGeom>
            <a:solidFill>
              <a:srgbClr val="CCFFCC"/>
            </a:solidFill>
            <a:ln w="12700">
              <a:solidFill>
                <a:schemeClr val="tx1"/>
              </a:solidFill>
            </a:ln>
          </p:spPr>
          <p:txBody>
            <a:bodyPr vert="horz" wrap="non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a:ln>
                  <a:noFill/>
                </a:ln>
                <a:solidFill>
                  <a:schemeClr val="tx1"/>
                </a:solidFill>
                <a:effectLst/>
                <a:latin typeface="Arial" charset="0"/>
              </a:endParaRPr>
            </a:p>
          </p:txBody>
        </p:sp>
        <p:sp>
          <p:nvSpPr>
            <p:cNvPr id="196" name="TextBox 195"/>
            <p:cNvSpPr txBox="1"/>
            <p:nvPr/>
          </p:nvSpPr>
          <p:spPr>
            <a:xfrm>
              <a:off x="-2789389" y="3644860"/>
              <a:ext cx="991851" cy="516830"/>
            </a:xfrm>
            <a:prstGeom prst="rect">
              <a:avLst/>
            </a:prstGeom>
            <a:noFill/>
          </p:spPr>
          <p:txBody>
            <a:bodyPr wrap="none" rtlCol="0">
              <a:spAutoFit/>
            </a:bodyPr>
            <a:lstStyle/>
            <a:p>
              <a:pPr algn="ctr">
                <a:lnSpc>
                  <a:spcPts val="1800"/>
                </a:lnSpc>
              </a:pPr>
              <a:r>
                <a:rPr lang="en-US" sz="1400" dirty="0">
                  <a:latin typeface="Arial"/>
                  <a:cs typeface="Arial"/>
                </a:rPr>
                <a:t>topology</a:t>
              </a:r>
            </a:p>
            <a:p>
              <a:pPr algn="ctr">
                <a:lnSpc>
                  <a:spcPts val="1800"/>
                </a:lnSpc>
              </a:pPr>
              <a:r>
                <a:rPr lang="en-US" sz="1400" dirty="0">
                  <a:solidFill>
                    <a:srgbClr val="000000"/>
                  </a:solidFill>
                  <a:latin typeface="Arial"/>
                  <a:cs typeface="Arial"/>
                </a:rPr>
                <a:t>manager</a:t>
              </a:r>
            </a:p>
          </p:txBody>
        </p:sp>
      </p:grpSp>
      <p:sp>
        <p:nvSpPr>
          <p:cNvPr id="218" name="TextBox 217"/>
          <p:cNvSpPr txBox="1"/>
          <p:nvPr/>
        </p:nvSpPr>
        <p:spPr>
          <a:xfrm>
            <a:off x="2501202" y="2675114"/>
            <a:ext cx="2846484" cy="277854"/>
          </a:xfrm>
          <a:prstGeom prst="rect">
            <a:avLst/>
          </a:prstGeom>
          <a:noFill/>
        </p:spPr>
        <p:txBody>
          <a:bodyPr wrap="square" rtlCol="0">
            <a:spAutoFit/>
          </a:bodyPr>
          <a:lstStyle/>
          <a:p>
            <a:pPr>
              <a:lnSpc>
                <a:spcPts val="1400"/>
              </a:lnSpc>
            </a:pPr>
            <a:r>
              <a:rPr lang="en-US" sz="1400" dirty="0">
                <a:solidFill>
                  <a:schemeClr val="bg1"/>
                </a:solidFill>
                <a:latin typeface="Arial"/>
                <a:cs typeface="Arial"/>
              </a:rPr>
              <a:t>Basic Network Service Functions</a:t>
            </a:r>
          </a:p>
        </p:txBody>
      </p:sp>
      <p:grpSp>
        <p:nvGrpSpPr>
          <p:cNvPr id="5" name="Group 4"/>
          <p:cNvGrpSpPr/>
          <p:nvPr/>
        </p:nvGrpSpPr>
        <p:grpSpPr>
          <a:xfrm>
            <a:off x="441163" y="1938421"/>
            <a:ext cx="5160211" cy="515156"/>
            <a:chOff x="1045007" y="1459973"/>
            <a:chExt cx="6401028" cy="554537"/>
          </a:xfrm>
        </p:grpSpPr>
        <p:sp>
          <p:nvSpPr>
            <p:cNvPr id="99" name="Rounded Rectangle 98"/>
            <p:cNvSpPr/>
            <p:nvPr/>
          </p:nvSpPr>
          <p:spPr>
            <a:xfrm>
              <a:off x="1045007" y="1459973"/>
              <a:ext cx="6401028" cy="554537"/>
            </a:xfrm>
            <a:prstGeom prst="roundRect">
              <a:avLst/>
            </a:prstGeom>
            <a:solidFill>
              <a:schemeClr val="accent5">
                <a:lumMod val="75000"/>
              </a:schemeClr>
            </a:solidFill>
            <a:ln w="12700">
              <a:noFill/>
              <a:tailEnd type="arrow"/>
            </a:ln>
          </p:spPr>
          <p:txBody>
            <a:bodyPr vert="horz" wrap="non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a:ln>
                  <a:noFill/>
                </a:ln>
                <a:solidFill>
                  <a:schemeClr val="tx1"/>
                </a:solidFill>
                <a:effectLst/>
                <a:latin typeface="Arial" charset="0"/>
              </a:endParaRPr>
            </a:p>
          </p:txBody>
        </p:sp>
        <p:grpSp>
          <p:nvGrpSpPr>
            <p:cNvPr id="224" name="Group 223"/>
            <p:cNvGrpSpPr/>
            <p:nvPr/>
          </p:nvGrpSpPr>
          <p:grpSpPr>
            <a:xfrm>
              <a:off x="2827550" y="1535145"/>
              <a:ext cx="2597382" cy="375164"/>
              <a:chOff x="2793561" y="3559145"/>
              <a:chExt cx="2597382" cy="375164"/>
            </a:xfrm>
          </p:grpSpPr>
          <p:sp>
            <p:nvSpPr>
              <p:cNvPr id="225" name="Rounded Rectangle 224"/>
              <p:cNvSpPr/>
              <p:nvPr/>
            </p:nvSpPr>
            <p:spPr>
              <a:xfrm>
                <a:off x="2793561" y="3559145"/>
                <a:ext cx="2597382" cy="375164"/>
              </a:xfrm>
              <a:prstGeom prst="roundRect">
                <a:avLst/>
              </a:prstGeom>
              <a:solidFill>
                <a:srgbClr val="008000"/>
              </a:solidFill>
              <a:ln w="12700">
                <a:solidFill>
                  <a:schemeClr val="accent5">
                    <a:lumMod val="75000"/>
                  </a:schemeClr>
                </a:solidFill>
              </a:ln>
              <a:effectLst>
                <a:outerShdw blurRad="50800" dist="38100" dir="2700000" algn="tl" rotWithShape="0">
                  <a:srgbClr val="000000">
                    <a:alpha val="43000"/>
                  </a:srgbClr>
                </a:outerShdw>
              </a:effectLst>
            </p:spPr>
            <p:txBody>
              <a:bodyPr vert="horz" wrap="non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en-US" sz="1600" b="0" i="0" u="none" strike="noStrike" cap="none" normalizeH="0" baseline="0">
                  <a:ln>
                    <a:noFill/>
                  </a:ln>
                  <a:solidFill>
                    <a:schemeClr val="tx1"/>
                  </a:solidFill>
                  <a:effectLst/>
                  <a:latin typeface="Arial"/>
                  <a:cs typeface="Arial"/>
                </a:endParaRPr>
              </a:p>
            </p:txBody>
          </p:sp>
          <p:sp>
            <p:nvSpPr>
              <p:cNvPr id="226" name="TextBox 225"/>
              <p:cNvSpPr txBox="1"/>
              <p:nvPr/>
            </p:nvSpPr>
            <p:spPr>
              <a:xfrm>
                <a:off x="3410430" y="3583293"/>
                <a:ext cx="1560720" cy="330860"/>
              </a:xfrm>
              <a:prstGeom prst="rect">
                <a:avLst/>
              </a:prstGeom>
              <a:noFill/>
            </p:spPr>
            <p:txBody>
              <a:bodyPr wrap="square" rtlCol="0">
                <a:spAutoFit/>
              </a:bodyPr>
              <a:lstStyle/>
              <a:p>
                <a:pPr>
                  <a:lnSpc>
                    <a:spcPts val="1800"/>
                  </a:lnSpc>
                </a:pPr>
                <a:r>
                  <a:rPr lang="en-US" sz="1600" dirty="0">
                    <a:solidFill>
                      <a:schemeClr val="bg1"/>
                    </a:solidFill>
                    <a:latin typeface="Arial"/>
                    <a:cs typeface="Arial"/>
                  </a:rPr>
                  <a:t>REST    API</a:t>
                </a:r>
              </a:p>
            </p:txBody>
          </p:sp>
        </p:grpSp>
      </p:grpSp>
      <p:sp>
        <p:nvSpPr>
          <p:cNvPr id="100" name="Rounded Rectangle 99"/>
          <p:cNvSpPr/>
          <p:nvPr/>
        </p:nvSpPr>
        <p:spPr>
          <a:xfrm>
            <a:off x="427796" y="4998554"/>
            <a:ext cx="5293895" cy="627346"/>
          </a:xfrm>
          <a:prstGeom prst="roundRect">
            <a:avLst/>
          </a:prstGeom>
          <a:solidFill>
            <a:schemeClr val="accent5">
              <a:lumMod val="75000"/>
            </a:schemeClr>
          </a:solidFill>
          <a:ln w="12700">
            <a:noFill/>
            <a:tailEnd type="arrow"/>
          </a:ln>
        </p:spPr>
        <p:txBody>
          <a:bodyPr vert="horz" wrap="non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a:ln>
                <a:noFill/>
              </a:ln>
              <a:solidFill>
                <a:schemeClr val="tx1"/>
              </a:solidFill>
              <a:effectLst/>
              <a:latin typeface="Arial" charset="0"/>
            </a:endParaRPr>
          </a:p>
        </p:txBody>
      </p:sp>
      <p:grpSp>
        <p:nvGrpSpPr>
          <p:cNvPr id="10" name="Group 9"/>
          <p:cNvGrpSpPr/>
          <p:nvPr/>
        </p:nvGrpSpPr>
        <p:grpSpPr>
          <a:xfrm>
            <a:off x="1297733" y="5114776"/>
            <a:ext cx="1410942" cy="456940"/>
            <a:chOff x="2740484" y="4054371"/>
            <a:chExt cx="1574963" cy="373904"/>
          </a:xfrm>
        </p:grpSpPr>
        <p:sp>
          <p:nvSpPr>
            <p:cNvPr id="6" name="Rectangle 5"/>
            <p:cNvSpPr/>
            <p:nvPr/>
          </p:nvSpPr>
          <p:spPr>
            <a:xfrm>
              <a:off x="2785250" y="4054371"/>
              <a:ext cx="1530197" cy="373904"/>
            </a:xfrm>
            <a:prstGeom prst="rect">
              <a:avLst/>
            </a:prstGeom>
            <a:solidFill>
              <a:srgbClr val="008000"/>
            </a:solidFill>
            <a:ln w="12700">
              <a:solidFill>
                <a:schemeClr val="accent1">
                  <a:lumMod val="60000"/>
                  <a:lumOff val="40000"/>
                </a:schemeClr>
              </a:solidFill>
            </a:ln>
            <a:effectLst>
              <a:outerShdw blurRad="50800" dist="38100" dir="2700000" algn="tl" rotWithShape="0">
                <a:schemeClr val="bg1">
                  <a:alpha val="43000"/>
                </a:schemeClr>
              </a:outerShdw>
            </a:effectLst>
          </p:spPr>
          <p:txBody>
            <a:bodyPr vert="horz" wrap="non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en-US" sz="1600" b="0" i="0" u="none" strike="noStrike" cap="none" normalizeH="0" baseline="0">
                <a:ln>
                  <a:noFill/>
                </a:ln>
                <a:solidFill>
                  <a:schemeClr val="tx1"/>
                </a:solidFill>
                <a:effectLst/>
                <a:latin typeface="Arial"/>
                <a:cs typeface="Arial"/>
              </a:endParaRPr>
            </a:p>
          </p:txBody>
        </p:sp>
        <p:sp>
          <p:nvSpPr>
            <p:cNvPr id="8" name="TextBox 7"/>
            <p:cNvSpPr txBox="1"/>
            <p:nvPr/>
          </p:nvSpPr>
          <p:spPr>
            <a:xfrm>
              <a:off x="2740484" y="4076248"/>
              <a:ext cx="1462059" cy="338554"/>
            </a:xfrm>
            <a:prstGeom prst="rect">
              <a:avLst/>
            </a:prstGeom>
            <a:noFill/>
          </p:spPr>
          <p:txBody>
            <a:bodyPr wrap="none" rtlCol="0">
              <a:spAutoFit/>
            </a:bodyPr>
            <a:lstStyle/>
            <a:p>
              <a:r>
                <a:rPr lang="en-US" sz="1600" dirty="0">
                  <a:solidFill>
                    <a:schemeClr val="bg1"/>
                  </a:solidFill>
                  <a:latin typeface="Arial"/>
                  <a:cs typeface="Arial"/>
                </a:rPr>
                <a:t>OpenFlow 1.0</a:t>
              </a:r>
            </a:p>
          </p:txBody>
        </p:sp>
      </p:grpSp>
      <p:sp>
        <p:nvSpPr>
          <p:cNvPr id="11" name="TextBox 10"/>
          <p:cNvSpPr txBox="1"/>
          <p:nvPr/>
        </p:nvSpPr>
        <p:spPr>
          <a:xfrm>
            <a:off x="2783284" y="4825720"/>
            <a:ext cx="533066" cy="714642"/>
          </a:xfrm>
          <a:prstGeom prst="rect">
            <a:avLst/>
          </a:prstGeom>
          <a:noFill/>
        </p:spPr>
        <p:txBody>
          <a:bodyPr wrap="none" rtlCol="0">
            <a:spAutoFit/>
          </a:bodyPr>
          <a:lstStyle/>
          <a:p>
            <a:r>
              <a:rPr lang="en-US" sz="3200" dirty="0">
                <a:solidFill>
                  <a:srgbClr val="008000"/>
                </a:solidFill>
                <a:latin typeface="Arial"/>
                <a:cs typeface="Arial"/>
              </a:rPr>
              <a:t>…</a:t>
            </a:r>
          </a:p>
        </p:txBody>
      </p:sp>
      <p:grpSp>
        <p:nvGrpSpPr>
          <p:cNvPr id="162" name="Group 161"/>
          <p:cNvGrpSpPr/>
          <p:nvPr/>
        </p:nvGrpSpPr>
        <p:grpSpPr>
          <a:xfrm>
            <a:off x="3430771" y="5114776"/>
            <a:ext cx="811437" cy="433015"/>
            <a:chOff x="5082411" y="4394035"/>
            <a:chExt cx="905766" cy="354327"/>
          </a:xfrm>
        </p:grpSpPr>
        <p:sp>
          <p:nvSpPr>
            <p:cNvPr id="256" name="Rectangle 255"/>
            <p:cNvSpPr/>
            <p:nvPr/>
          </p:nvSpPr>
          <p:spPr>
            <a:xfrm>
              <a:off x="5082411" y="4394035"/>
              <a:ext cx="905766" cy="354327"/>
            </a:xfrm>
            <a:prstGeom prst="rect">
              <a:avLst/>
            </a:prstGeom>
            <a:solidFill>
              <a:srgbClr val="008000"/>
            </a:solidFill>
            <a:ln w="12700">
              <a:solidFill>
                <a:schemeClr val="accent1">
                  <a:lumMod val="60000"/>
                  <a:lumOff val="40000"/>
                </a:schemeClr>
              </a:solidFill>
            </a:ln>
            <a:effectLst>
              <a:outerShdw blurRad="50800" dist="38100" dir="2700000" algn="tl" rotWithShape="0">
                <a:schemeClr val="bg1">
                  <a:alpha val="43000"/>
                </a:schemeClr>
              </a:outerShdw>
            </a:effectLst>
          </p:spPr>
          <p:txBody>
            <a:bodyPr vert="horz" wrap="non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en-US" sz="1600" b="0" i="0" u="none" strike="noStrike" cap="none" normalizeH="0" baseline="0">
                <a:ln>
                  <a:noFill/>
                </a:ln>
                <a:solidFill>
                  <a:schemeClr val="tx1"/>
                </a:solidFill>
                <a:effectLst/>
                <a:latin typeface="Arial"/>
                <a:cs typeface="Arial"/>
              </a:endParaRPr>
            </a:p>
          </p:txBody>
        </p:sp>
        <p:sp>
          <p:nvSpPr>
            <p:cNvPr id="257" name="TextBox 256"/>
            <p:cNvSpPr txBox="1"/>
            <p:nvPr/>
          </p:nvSpPr>
          <p:spPr>
            <a:xfrm>
              <a:off x="5121486" y="4394035"/>
              <a:ext cx="774571" cy="354327"/>
            </a:xfrm>
            <a:prstGeom prst="rect">
              <a:avLst/>
            </a:prstGeom>
            <a:noFill/>
          </p:spPr>
          <p:txBody>
            <a:bodyPr wrap="none" rtlCol="0">
              <a:spAutoFit/>
            </a:bodyPr>
            <a:lstStyle/>
            <a:p>
              <a:r>
                <a:rPr lang="en-US" sz="1600" dirty="0">
                  <a:solidFill>
                    <a:schemeClr val="bg1"/>
                  </a:solidFill>
                  <a:latin typeface="Arial"/>
                  <a:cs typeface="Arial"/>
                </a:rPr>
                <a:t>SNMP</a:t>
              </a:r>
            </a:p>
          </p:txBody>
        </p:sp>
      </p:grpSp>
      <p:grpSp>
        <p:nvGrpSpPr>
          <p:cNvPr id="263" name="Group 262"/>
          <p:cNvGrpSpPr/>
          <p:nvPr/>
        </p:nvGrpSpPr>
        <p:grpSpPr>
          <a:xfrm>
            <a:off x="4289994" y="5109661"/>
            <a:ext cx="864376" cy="467213"/>
            <a:chOff x="5023318" y="4394035"/>
            <a:chExt cx="964859" cy="382310"/>
          </a:xfrm>
        </p:grpSpPr>
        <p:sp>
          <p:nvSpPr>
            <p:cNvPr id="264" name="Rectangle 263"/>
            <p:cNvSpPr/>
            <p:nvPr/>
          </p:nvSpPr>
          <p:spPr>
            <a:xfrm>
              <a:off x="5082411" y="4394035"/>
              <a:ext cx="905766" cy="354327"/>
            </a:xfrm>
            <a:prstGeom prst="rect">
              <a:avLst/>
            </a:prstGeom>
            <a:solidFill>
              <a:srgbClr val="008000"/>
            </a:solidFill>
            <a:ln w="12700">
              <a:solidFill>
                <a:schemeClr val="accent1">
                  <a:lumMod val="60000"/>
                  <a:lumOff val="40000"/>
                </a:schemeClr>
              </a:solidFill>
            </a:ln>
            <a:effectLst>
              <a:outerShdw blurRad="50800" dist="38100" dir="2700000" algn="tl" rotWithShape="0">
                <a:schemeClr val="bg1">
                  <a:alpha val="43000"/>
                </a:schemeClr>
              </a:outerShdw>
            </a:effectLst>
          </p:spPr>
          <p:txBody>
            <a:bodyPr vert="horz" wrap="non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en-US" sz="1600" b="0" i="0" u="none" strike="noStrike" cap="none" normalizeH="0" baseline="0">
                <a:ln>
                  <a:noFill/>
                </a:ln>
                <a:solidFill>
                  <a:schemeClr val="tx1"/>
                </a:solidFill>
                <a:effectLst/>
                <a:latin typeface="Arial"/>
                <a:cs typeface="Arial"/>
              </a:endParaRPr>
            </a:p>
          </p:txBody>
        </p:sp>
        <p:sp>
          <p:nvSpPr>
            <p:cNvPr id="265" name="TextBox 264"/>
            <p:cNvSpPr txBox="1"/>
            <p:nvPr/>
          </p:nvSpPr>
          <p:spPr>
            <a:xfrm>
              <a:off x="5023318" y="4437791"/>
              <a:ext cx="903012" cy="338554"/>
            </a:xfrm>
            <a:prstGeom prst="rect">
              <a:avLst/>
            </a:prstGeom>
            <a:noFill/>
          </p:spPr>
          <p:txBody>
            <a:bodyPr wrap="none" rtlCol="0">
              <a:spAutoFit/>
            </a:bodyPr>
            <a:lstStyle/>
            <a:p>
              <a:r>
                <a:rPr lang="en-US" sz="1600" dirty="0">
                  <a:solidFill>
                    <a:schemeClr val="bg1"/>
                  </a:solidFill>
                  <a:latin typeface="Arial"/>
                  <a:cs typeface="Arial"/>
                </a:rPr>
                <a:t>OVSDB</a:t>
              </a:r>
            </a:p>
          </p:txBody>
        </p:sp>
      </p:grpSp>
      <p:grpSp>
        <p:nvGrpSpPr>
          <p:cNvPr id="114" name="Group 113"/>
          <p:cNvGrpSpPr/>
          <p:nvPr/>
        </p:nvGrpSpPr>
        <p:grpSpPr>
          <a:xfrm>
            <a:off x="2704254" y="3663505"/>
            <a:ext cx="1022911" cy="563864"/>
            <a:chOff x="-2804918" y="3644860"/>
            <a:chExt cx="1022911" cy="563864"/>
          </a:xfrm>
        </p:grpSpPr>
        <p:sp>
          <p:nvSpPr>
            <p:cNvPr id="115" name="Rounded Rectangle 114"/>
            <p:cNvSpPr/>
            <p:nvPr/>
          </p:nvSpPr>
          <p:spPr>
            <a:xfrm>
              <a:off x="-2789389" y="3656869"/>
              <a:ext cx="975975" cy="551855"/>
            </a:xfrm>
            <a:prstGeom prst="roundRect">
              <a:avLst/>
            </a:prstGeom>
            <a:solidFill>
              <a:srgbClr val="CCFFCC"/>
            </a:solidFill>
            <a:ln w="12700">
              <a:solidFill>
                <a:schemeClr val="tx1"/>
              </a:solidFill>
            </a:ln>
          </p:spPr>
          <p:txBody>
            <a:bodyPr vert="horz" wrap="non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a:ln>
                  <a:noFill/>
                </a:ln>
                <a:solidFill>
                  <a:schemeClr val="tx1"/>
                </a:solidFill>
                <a:effectLst/>
                <a:latin typeface="Arial" charset="0"/>
              </a:endParaRPr>
            </a:p>
          </p:txBody>
        </p:sp>
        <p:sp>
          <p:nvSpPr>
            <p:cNvPr id="116" name="TextBox 115"/>
            <p:cNvSpPr txBox="1"/>
            <p:nvPr/>
          </p:nvSpPr>
          <p:spPr>
            <a:xfrm>
              <a:off x="-2804918" y="3644860"/>
              <a:ext cx="1022911" cy="551433"/>
            </a:xfrm>
            <a:prstGeom prst="rect">
              <a:avLst/>
            </a:prstGeom>
            <a:noFill/>
          </p:spPr>
          <p:txBody>
            <a:bodyPr wrap="none" rtlCol="0">
              <a:spAutoFit/>
            </a:bodyPr>
            <a:lstStyle/>
            <a:p>
              <a:pPr algn="ctr">
                <a:lnSpc>
                  <a:spcPts val="1800"/>
                </a:lnSpc>
              </a:pPr>
              <a:r>
                <a:rPr lang="en-US" sz="1400" dirty="0">
                  <a:latin typeface="Arial"/>
                  <a:cs typeface="Arial"/>
                </a:rPr>
                <a:t>forwarding</a:t>
              </a:r>
            </a:p>
            <a:p>
              <a:pPr algn="ctr">
                <a:lnSpc>
                  <a:spcPts val="1800"/>
                </a:lnSpc>
              </a:pPr>
              <a:r>
                <a:rPr lang="en-US" sz="1400" dirty="0">
                  <a:solidFill>
                    <a:srgbClr val="000000"/>
                  </a:solidFill>
                  <a:latin typeface="Arial"/>
                  <a:cs typeface="Arial"/>
                </a:rPr>
                <a:t>manager</a:t>
              </a:r>
            </a:p>
          </p:txBody>
        </p:sp>
      </p:grpSp>
      <p:grpSp>
        <p:nvGrpSpPr>
          <p:cNvPr id="117" name="Group 116"/>
          <p:cNvGrpSpPr/>
          <p:nvPr/>
        </p:nvGrpSpPr>
        <p:grpSpPr>
          <a:xfrm>
            <a:off x="3312541" y="3029086"/>
            <a:ext cx="975975" cy="563864"/>
            <a:chOff x="-2789389" y="3644860"/>
            <a:chExt cx="975975" cy="563864"/>
          </a:xfrm>
        </p:grpSpPr>
        <p:sp>
          <p:nvSpPr>
            <p:cNvPr id="118" name="Rounded Rectangle 117"/>
            <p:cNvSpPr/>
            <p:nvPr/>
          </p:nvSpPr>
          <p:spPr>
            <a:xfrm>
              <a:off x="-2789389" y="3656869"/>
              <a:ext cx="975975" cy="551855"/>
            </a:xfrm>
            <a:prstGeom prst="roundRect">
              <a:avLst/>
            </a:prstGeom>
            <a:solidFill>
              <a:srgbClr val="CCFFCC"/>
            </a:solidFill>
            <a:ln w="12700">
              <a:solidFill>
                <a:schemeClr val="tx1"/>
              </a:solidFill>
            </a:ln>
          </p:spPr>
          <p:txBody>
            <a:bodyPr vert="horz" wrap="non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a:ln>
                  <a:noFill/>
                </a:ln>
                <a:solidFill>
                  <a:schemeClr val="tx1"/>
                </a:solidFill>
                <a:effectLst/>
                <a:latin typeface="Arial" charset="0"/>
              </a:endParaRPr>
            </a:p>
          </p:txBody>
        </p:sp>
        <p:sp>
          <p:nvSpPr>
            <p:cNvPr id="119" name="TextBox 118"/>
            <p:cNvSpPr txBox="1"/>
            <p:nvPr/>
          </p:nvSpPr>
          <p:spPr>
            <a:xfrm>
              <a:off x="-2744868" y="3644860"/>
              <a:ext cx="902811" cy="551433"/>
            </a:xfrm>
            <a:prstGeom prst="rect">
              <a:avLst/>
            </a:prstGeom>
            <a:noFill/>
          </p:spPr>
          <p:txBody>
            <a:bodyPr wrap="none" rtlCol="0">
              <a:spAutoFit/>
            </a:bodyPr>
            <a:lstStyle/>
            <a:p>
              <a:pPr algn="ctr">
                <a:lnSpc>
                  <a:spcPts val="1800"/>
                </a:lnSpc>
              </a:pPr>
              <a:r>
                <a:rPr lang="en-US" sz="1400" dirty="0">
                  <a:latin typeface="Arial"/>
                  <a:cs typeface="Arial"/>
                </a:rPr>
                <a:t>switch</a:t>
              </a:r>
            </a:p>
            <a:p>
              <a:pPr algn="ctr">
                <a:lnSpc>
                  <a:spcPts val="1800"/>
                </a:lnSpc>
              </a:pPr>
              <a:r>
                <a:rPr lang="en-US" sz="1400" dirty="0">
                  <a:solidFill>
                    <a:srgbClr val="000000"/>
                  </a:solidFill>
                  <a:latin typeface="Arial"/>
                  <a:cs typeface="Arial"/>
                </a:rPr>
                <a:t>manager</a:t>
              </a:r>
            </a:p>
          </p:txBody>
        </p:sp>
      </p:grpSp>
      <p:grpSp>
        <p:nvGrpSpPr>
          <p:cNvPr id="120" name="Group 119"/>
          <p:cNvGrpSpPr/>
          <p:nvPr/>
        </p:nvGrpSpPr>
        <p:grpSpPr>
          <a:xfrm>
            <a:off x="3913381" y="3651496"/>
            <a:ext cx="975975" cy="563864"/>
            <a:chOff x="-2789389" y="3644860"/>
            <a:chExt cx="975975" cy="563864"/>
          </a:xfrm>
        </p:grpSpPr>
        <p:sp>
          <p:nvSpPr>
            <p:cNvPr id="121" name="Rounded Rectangle 120"/>
            <p:cNvSpPr/>
            <p:nvPr/>
          </p:nvSpPr>
          <p:spPr>
            <a:xfrm>
              <a:off x="-2789389" y="3656869"/>
              <a:ext cx="975975" cy="551855"/>
            </a:xfrm>
            <a:prstGeom prst="roundRect">
              <a:avLst/>
            </a:prstGeom>
            <a:solidFill>
              <a:srgbClr val="CCFFCC"/>
            </a:solidFill>
            <a:ln w="12700">
              <a:solidFill>
                <a:schemeClr val="tx1"/>
              </a:solidFill>
            </a:ln>
          </p:spPr>
          <p:txBody>
            <a:bodyPr vert="horz" wrap="non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a:ln>
                  <a:noFill/>
                </a:ln>
                <a:solidFill>
                  <a:schemeClr val="tx1"/>
                </a:solidFill>
                <a:effectLst/>
                <a:latin typeface="Arial" charset="0"/>
              </a:endParaRPr>
            </a:p>
          </p:txBody>
        </p:sp>
        <p:sp>
          <p:nvSpPr>
            <p:cNvPr id="122" name="TextBox 121"/>
            <p:cNvSpPr txBox="1"/>
            <p:nvPr/>
          </p:nvSpPr>
          <p:spPr>
            <a:xfrm>
              <a:off x="-2744868" y="3644860"/>
              <a:ext cx="902811" cy="551433"/>
            </a:xfrm>
            <a:prstGeom prst="rect">
              <a:avLst/>
            </a:prstGeom>
            <a:noFill/>
          </p:spPr>
          <p:txBody>
            <a:bodyPr wrap="none" rtlCol="0">
              <a:spAutoFit/>
            </a:bodyPr>
            <a:lstStyle/>
            <a:p>
              <a:pPr algn="ctr">
                <a:lnSpc>
                  <a:spcPts val="1800"/>
                </a:lnSpc>
              </a:pPr>
              <a:r>
                <a:rPr lang="en-US" sz="1400" dirty="0">
                  <a:latin typeface="Arial"/>
                  <a:cs typeface="Arial"/>
                </a:rPr>
                <a:t>host</a:t>
              </a:r>
            </a:p>
            <a:p>
              <a:pPr algn="ctr">
                <a:lnSpc>
                  <a:spcPts val="1800"/>
                </a:lnSpc>
              </a:pPr>
              <a:r>
                <a:rPr lang="en-US" sz="1400" dirty="0">
                  <a:solidFill>
                    <a:srgbClr val="000000"/>
                  </a:solidFill>
                  <a:latin typeface="Arial"/>
                  <a:cs typeface="Arial"/>
                </a:rPr>
                <a:t>manager</a:t>
              </a:r>
            </a:p>
          </p:txBody>
        </p:sp>
      </p:grpSp>
      <p:grpSp>
        <p:nvGrpSpPr>
          <p:cNvPr id="123" name="Group 122"/>
          <p:cNvGrpSpPr/>
          <p:nvPr/>
        </p:nvGrpSpPr>
        <p:grpSpPr>
          <a:xfrm>
            <a:off x="4466158" y="3017077"/>
            <a:ext cx="975975" cy="563864"/>
            <a:chOff x="-2789389" y="3644860"/>
            <a:chExt cx="975975" cy="563864"/>
          </a:xfrm>
        </p:grpSpPr>
        <p:sp>
          <p:nvSpPr>
            <p:cNvPr id="124" name="Rounded Rectangle 123"/>
            <p:cNvSpPr/>
            <p:nvPr/>
          </p:nvSpPr>
          <p:spPr>
            <a:xfrm>
              <a:off x="-2789389" y="3656869"/>
              <a:ext cx="975975" cy="551855"/>
            </a:xfrm>
            <a:prstGeom prst="roundRect">
              <a:avLst/>
            </a:prstGeom>
            <a:solidFill>
              <a:srgbClr val="CCFFCC"/>
            </a:solidFill>
            <a:ln w="12700">
              <a:solidFill>
                <a:schemeClr val="tx1"/>
              </a:solidFill>
            </a:ln>
          </p:spPr>
          <p:txBody>
            <a:bodyPr vert="horz" wrap="non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a:ln>
                  <a:noFill/>
                </a:ln>
                <a:solidFill>
                  <a:schemeClr val="tx1"/>
                </a:solidFill>
                <a:effectLst/>
                <a:latin typeface="Arial" charset="0"/>
              </a:endParaRPr>
            </a:p>
          </p:txBody>
        </p:sp>
        <p:sp>
          <p:nvSpPr>
            <p:cNvPr id="125" name="TextBox 124"/>
            <p:cNvSpPr txBox="1"/>
            <p:nvPr/>
          </p:nvSpPr>
          <p:spPr>
            <a:xfrm>
              <a:off x="-2744868" y="3644860"/>
              <a:ext cx="902811" cy="551433"/>
            </a:xfrm>
            <a:prstGeom prst="rect">
              <a:avLst/>
            </a:prstGeom>
            <a:noFill/>
          </p:spPr>
          <p:txBody>
            <a:bodyPr wrap="none" rtlCol="0">
              <a:spAutoFit/>
            </a:bodyPr>
            <a:lstStyle/>
            <a:p>
              <a:pPr algn="ctr">
                <a:lnSpc>
                  <a:spcPts val="1800"/>
                </a:lnSpc>
              </a:pPr>
              <a:r>
                <a:rPr lang="en-US" sz="1400" dirty="0">
                  <a:latin typeface="Arial"/>
                  <a:cs typeface="Arial"/>
                </a:rPr>
                <a:t>stats</a:t>
              </a:r>
            </a:p>
            <a:p>
              <a:pPr algn="ctr">
                <a:lnSpc>
                  <a:spcPts val="1800"/>
                </a:lnSpc>
              </a:pPr>
              <a:r>
                <a:rPr lang="en-US" sz="1400" dirty="0">
                  <a:solidFill>
                    <a:srgbClr val="000000"/>
                  </a:solidFill>
                  <a:latin typeface="Arial"/>
                  <a:cs typeface="Arial"/>
                </a:rPr>
                <a:t>manager</a:t>
              </a:r>
            </a:p>
          </p:txBody>
        </p:sp>
      </p:grpSp>
      <p:sp>
        <p:nvSpPr>
          <p:cNvPr id="142" name="Rounded Rectangle 141"/>
          <p:cNvSpPr/>
          <p:nvPr/>
        </p:nvSpPr>
        <p:spPr>
          <a:xfrm>
            <a:off x="561484" y="2566733"/>
            <a:ext cx="1470518" cy="1766072"/>
          </a:xfrm>
          <a:prstGeom prst="roundRect">
            <a:avLst/>
          </a:prstGeom>
          <a:solidFill>
            <a:srgbClr val="008000"/>
          </a:solidFill>
          <a:ln w="12700">
            <a:solidFill>
              <a:schemeClr val="accent5">
                <a:lumMod val="75000"/>
              </a:schemeClr>
            </a:solidFill>
            <a:prstDash val="solid"/>
          </a:ln>
          <a:effectLst>
            <a:outerShdw blurRad="50800" dist="38100" dir="2700000" algn="tl" rotWithShape="0">
              <a:srgbClr val="CCFFCC">
                <a:alpha val="43000"/>
              </a:srgbClr>
            </a:outerShdw>
          </a:effectLst>
        </p:spPr>
        <p:txBody>
          <a:bodyPr vert="horz" wrap="non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en-US" sz="1600" b="0" i="0" u="none" strike="noStrike" cap="none" normalizeH="0" baseline="0">
              <a:ln>
                <a:noFill/>
              </a:ln>
              <a:solidFill>
                <a:schemeClr val="tx1"/>
              </a:solidFill>
              <a:effectLst/>
              <a:latin typeface="Arial"/>
              <a:cs typeface="Arial"/>
            </a:endParaRPr>
          </a:p>
        </p:txBody>
      </p:sp>
      <p:sp>
        <p:nvSpPr>
          <p:cNvPr id="143" name="TextBox 142"/>
          <p:cNvSpPr txBox="1"/>
          <p:nvPr/>
        </p:nvSpPr>
        <p:spPr>
          <a:xfrm>
            <a:off x="604415" y="2578421"/>
            <a:ext cx="1375017" cy="523220"/>
          </a:xfrm>
          <a:prstGeom prst="rect">
            <a:avLst/>
          </a:prstGeom>
          <a:noFill/>
        </p:spPr>
        <p:txBody>
          <a:bodyPr wrap="square" rtlCol="0">
            <a:spAutoFit/>
          </a:bodyPr>
          <a:lstStyle/>
          <a:p>
            <a:pPr algn="ctr"/>
            <a:r>
              <a:rPr lang="en-US" sz="1400" dirty="0">
                <a:solidFill>
                  <a:schemeClr val="bg1"/>
                </a:solidFill>
                <a:latin typeface="Arial"/>
                <a:cs typeface="Arial"/>
              </a:rPr>
              <a:t>Network service apps </a:t>
            </a:r>
          </a:p>
        </p:txBody>
      </p:sp>
      <p:grpSp>
        <p:nvGrpSpPr>
          <p:cNvPr id="28" name="Group 27"/>
          <p:cNvGrpSpPr/>
          <p:nvPr/>
        </p:nvGrpSpPr>
        <p:grpSpPr>
          <a:xfrm>
            <a:off x="561479" y="4412544"/>
            <a:ext cx="5013159" cy="404700"/>
            <a:chOff x="1092699" y="3559145"/>
            <a:chExt cx="6178678" cy="404700"/>
          </a:xfrm>
        </p:grpSpPr>
        <p:sp>
          <p:nvSpPr>
            <p:cNvPr id="20" name="Rounded Rectangle 19"/>
            <p:cNvSpPr/>
            <p:nvPr/>
          </p:nvSpPr>
          <p:spPr>
            <a:xfrm>
              <a:off x="1092699" y="3559145"/>
              <a:ext cx="6178678" cy="404700"/>
            </a:xfrm>
            <a:prstGeom prst="roundRect">
              <a:avLst/>
            </a:prstGeom>
            <a:solidFill>
              <a:srgbClr val="008000"/>
            </a:solidFill>
            <a:ln w="12700">
              <a:solidFill>
                <a:schemeClr val="accent5">
                  <a:lumMod val="75000"/>
                </a:schemeClr>
              </a:solidFill>
            </a:ln>
            <a:effectLst>
              <a:outerShdw blurRad="50800" dist="38100" dir="2700000" algn="tl" rotWithShape="0">
                <a:srgbClr val="000000">
                  <a:alpha val="43000"/>
                </a:srgbClr>
              </a:outerShdw>
            </a:effectLst>
          </p:spPr>
          <p:txBody>
            <a:bodyPr vert="horz" wrap="non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en-US" sz="1600" b="0" i="0" u="none" strike="noStrike" cap="none" normalizeH="0" baseline="0">
                <a:ln>
                  <a:noFill/>
                </a:ln>
                <a:solidFill>
                  <a:schemeClr val="tx1"/>
                </a:solidFill>
                <a:effectLst/>
                <a:latin typeface="Arial"/>
                <a:cs typeface="Arial"/>
              </a:endParaRPr>
            </a:p>
          </p:txBody>
        </p:sp>
        <p:sp>
          <p:nvSpPr>
            <p:cNvPr id="193" name="TextBox 192"/>
            <p:cNvSpPr txBox="1"/>
            <p:nvPr/>
          </p:nvSpPr>
          <p:spPr>
            <a:xfrm>
              <a:off x="2426534" y="3588680"/>
              <a:ext cx="3800001" cy="325730"/>
            </a:xfrm>
            <a:prstGeom prst="rect">
              <a:avLst/>
            </a:prstGeom>
            <a:noFill/>
          </p:spPr>
          <p:txBody>
            <a:bodyPr wrap="square" rtlCol="0">
              <a:spAutoFit/>
            </a:bodyPr>
            <a:lstStyle/>
            <a:p>
              <a:pPr>
                <a:lnSpc>
                  <a:spcPts val="1800"/>
                </a:lnSpc>
              </a:pPr>
              <a:r>
                <a:rPr lang="en-US" sz="1600" dirty="0">
                  <a:solidFill>
                    <a:schemeClr val="bg1"/>
                  </a:solidFill>
                  <a:latin typeface="Arial"/>
                  <a:cs typeface="Arial"/>
                </a:rPr>
                <a:t>Service Abstraction Layer (SAL)</a:t>
              </a:r>
            </a:p>
          </p:txBody>
        </p:sp>
      </p:grpSp>
      <p:cxnSp>
        <p:nvCxnSpPr>
          <p:cNvPr id="16" name="Straight Connector 15"/>
          <p:cNvCxnSpPr/>
          <p:nvPr/>
        </p:nvCxnSpPr>
        <p:spPr bwMode="auto">
          <a:xfrm>
            <a:off x="1016318" y="3561284"/>
            <a:ext cx="0" cy="919152"/>
          </a:xfrm>
          <a:prstGeom prst="line">
            <a:avLst/>
          </a:prstGeom>
          <a:solidFill>
            <a:schemeClr val="accent1"/>
          </a:solidFill>
          <a:ln w="19050" cap="flat" cmpd="sng" algn="ctr">
            <a:solidFill>
              <a:schemeClr val="accent1">
                <a:lumMod val="50000"/>
              </a:schemeClr>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144" name="Straight Connector 143"/>
          <p:cNvCxnSpPr/>
          <p:nvPr/>
        </p:nvCxnSpPr>
        <p:spPr bwMode="auto">
          <a:xfrm>
            <a:off x="1632306" y="4032908"/>
            <a:ext cx="0" cy="388921"/>
          </a:xfrm>
          <a:prstGeom prst="line">
            <a:avLst/>
          </a:prstGeom>
          <a:solidFill>
            <a:schemeClr val="accent1"/>
          </a:solidFill>
          <a:ln w="19050" cap="flat" cmpd="sng" algn="ctr">
            <a:solidFill>
              <a:schemeClr val="accent1">
                <a:lumMod val="50000"/>
              </a:schemeClr>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130" name="Straight Connector 129"/>
          <p:cNvCxnSpPr/>
          <p:nvPr/>
        </p:nvCxnSpPr>
        <p:spPr bwMode="auto">
          <a:xfrm>
            <a:off x="2658231" y="3604959"/>
            <a:ext cx="0" cy="837120"/>
          </a:xfrm>
          <a:prstGeom prst="line">
            <a:avLst/>
          </a:prstGeom>
          <a:solidFill>
            <a:schemeClr val="accent1"/>
          </a:solidFill>
          <a:ln w="19050" cap="flat" cmpd="sng" algn="ctr">
            <a:solidFill>
              <a:srgbClr val="CCFFCC"/>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131" name="Straight Connector 130"/>
          <p:cNvCxnSpPr/>
          <p:nvPr/>
        </p:nvCxnSpPr>
        <p:spPr bwMode="auto">
          <a:xfrm>
            <a:off x="4988035" y="3580519"/>
            <a:ext cx="0" cy="908139"/>
          </a:xfrm>
          <a:prstGeom prst="line">
            <a:avLst/>
          </a:prstGeom>
          <a:solidFill>
            <a:schemeClr val="accent1"/>
          </a:solidFill>
          <a:ln w="19050" cap="flat" cmpd="sng" algn="ctr">
            <a:solidFill>
              <a:srgbClr val="CCFFCC"/>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132" name="Straight Connector 131"/>
          <p:cNvCxnSpPr/>
          <p:nvPr/>
        </p:nvCxnSpPr>
        <p:spPr bwMode="auto">
          <a:xfrm>
            <a:off x="3792442" y="3590225"/>
            <a:ext cx="0" cy="851854"/>
          </a:xfrm>
          <a:prstGeom prst="line">
            <a:avLst/>
          </a:prstGeom>
          <a:solidFill>
            <a:schemeClr val="accent1"/>
          </a:solidFill>
          <a:ln w="19050" cap="flat" cmpd="sng" algn="ctr">
            <a:solidFill>
              <a:srgbClr val="CCFFCC"/>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133" name="Straight Connector 132"/>
          <p:cNvCxnSpPr/>
          <p:nvPr/>
        </p:nvCxnSpPr>
        <p:spPr bwMode="auto">
          <a:xfrm>
            <a:off x="4400399" y="4209886"/>
            <a:ext cx="0" cy="278772"/>
          </a:xfrm>
          <a:prstGeom prst="line">
            <a:avLst/>
          </a:prstGeom>
          <a:solidFill>
            <a:schemeClr val="accent1"/>
          </a:solidFill>
          <a:ln w="19050" cap="flat" cmpd="sng" algn="ctr">
            <a:solidFill>
              <a:srgbClr val="CCFFCC"/>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137" name="Straight Connector 136"/>
          <p:cNvCxnSpPr/>
          <p:nvPr/>
        </p:nvCxnSpPr>
        <p:spPr bwMode="auto">
          <a:xfrm>
            <a:off x="3218224" y="4215360"/>
            <a:ext cx="0" cy="226719"/>
          </a:xfrm>
          <a:prstGeom prst="line">
            <a:avLst/>
          </a:prstGeom>
          <a:solidFill>
            <a:schemeClr val="accent1"/>
          </a:solidFill>
          <a:ln w="19050" cap="flat" cmpd="sng" algn="ctr">
            <a:solidFill>
              <a:srgbClr val="CCFFCC"/>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104" name="Straight Connector 103"/>
          <p:cNvCxnSpPr/>
          <p:nvPr/>
        </p:nvCxnSpPr>
        <p:spPr bwMode="auto">
          <a:xfrm>
            <a:off x="467901" y="5681579"/>
            <a:ext cx="5186947" cy="0"/>
          </a:xfrm>
          <a:prstGeom prst="line">
            <a:avLst/>
          </a:prstGeom>
          <a:solidFill>
            <a:schemeClr val="accent1"/>
          </a:solidFill>
          <a:ln w="19050" cap="flat" cmpd="sng" algn="ctr">
            <a:solidFill>
              <a:schemeClr val="tx1"/>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213" name="Straight Connector 212"/>
          <p:cNvCxnSpPr/>
          <p:nvPr/>
        </p:nvCxnSpPr>
        <p:spPr bwMode="auto">
          <a:xfrm>
            <a:off x="454533" y="1871579"/>
            <a:ext cx="5026526" cy="0"/>
          </a:xfrm>
          <a:prstGeom prst="line">
            <a:avLst/>
          </a:prstGeom>
          <a:solidFill>
            <a:schemeClr val="accent1"/>
          </a:solidFill>
          <a:ln w="19050" cap="flat" cmpd="sng" algn="ctr">
            <a:solidFill>
              <a:schemeClr val="tx1"/>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grpSp>
        <p:nvGrpSpPr>
          <p:cNvPr id="13" name="Group 12"/>
          <p:cNvGrpSpPr/>
          <p:nvPr/>
        </p:nvGrpSpPr>
        <p:grpSpPr>
          <a:xfrm>
            <a:off x="629185" y="3141575"/>
            <a:ext cx="1108720" cy="553739"/>
            <a:chOff x="-1602715" y="2206422"/>
            <a:chExt cx="1179425" cy="631007"/>
          </a:xfrm>
        </p:grpSpPr>
        <p:sp>
          <p:nvSpPr>
            <p:cNvPr id="214" name="Oval 213"/>
            <p:cNvSpPr/>
            <p:nvPr/>
          </p:nvSpPr>
          <p:spPr>
            <a:xfrm rot="5400000">
              <a:off x="-1328506" y="1932213"/>
              <a:ext cx="631007" cy="1179425"/>
            </a:xfrm>
            <a:prstGeom prst="ellipse">
              <a:avLst/>
            </a:prstGeom>
            <a:solidFill>
              <a:schemeClr val="accent1">
                <a:lumMod val="60000"/>
                <a:lumOff val="40000"/>
              </a:schemeClr>
            </a:solidFill>
            <a:ln w="12700">
              <a:noFill/>
              <a:tailEnd type="arrow"/>
            </a:ln>
            <a:effectLst>
              <a:outerShdw blurRad="50800" dist="38100" dir="2700000" algn="tl" rotWithShape="0">
                <a:schemeClr val="accent1">
                  <a:lumMod val="75000"/>
                  <a:alpha val="43000"/>
                </a:schemeClr>
              </a:outerShdw>
            </a:effectLst>
          </p:spPr>
          <p:txBody>
            <a:bodyPr vert="horz" wrap="non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a:ln>
                  <a:noFill/>
                </a:ln>
                <a:solidFill>
                  <a:schemeClr val="tx1"/>
                </a:solidFill>
                <a:effectLst/>
                <a:latin typeface="Arial" charset="0"/>
              </a:endParaRPr>
            </a:p>
          </p:txBody>
        </p:sp>
        <p:sp>
          <p:nvSpPr>
            <p:cNvPr id="254" name="TextBox 253"/>
            <p:cNvSpPr txBox="1"/>
            <p:nvPr/>
          </p:nvSpPr>
          <p:spPr>
            <a:xfrm>
              <a:off x="-1381328" y="2261840"/>
              <a:ext cx="763425" cy="483722"/>
            </a:xfrm>
            <a:prstGeom prst="rect">
              <a:avLst/>
            </a:prstGeom>
            <a:noFill/>
          </p:spPr>
          <p:txBody>
            <a:bodyPr wrap="none" rtlCol="0">
              <a:spAutoFit/>
            </a:bodyPr>
            <a:lstStyle/>
            <a:p>
              <a:pPr algn="ctr">
                <a:lnSpc>
                  <a:spcPct val="90000"/>
                </a:lnSpc>
              </a:pPr>
              <a:r>
                <a:rPr lang="en-US" sz="1400" dirty="0">
                  <a:latin typeface="Arial"/>
                  <a:cs typeface="Arial"/>
                </a:rPr>
                <a:t>Access</a:t>
              </a:r>
            </a:p>
            <a:p>
              <a:pPr algn="ctr">
                <a:lnSpc>
                  <a:spcPct val="90000"/>
                </a:lnSpc>
              </a:pPr>
              <a:r>
                <a:rPr lang="en-US" sz="1400" dirty="0">
                  <a:latin typeface="Arial"/>
                  <a:cs typeface="Arial"/>
                </a:rPr>
                <a:t>Control</a:t>
              </a:r>
            </a:p>
          </p:txBody>
        </p:sp>
      </p:grpSp>
      <p:sp>
        <p:nvSpPr>
          <p:cNvPr id="215" name="Oval 214"/>
          <p:cNvSpPr/>
          <p:nvPr/>
        </p:nvSpPr>
        <p:spPr>
          <a:xfrm rot="5400000">
            <a:off x="1237809" y="3522133"/>
            <a:ext cx="534744" cy="905600"/>
          </a:xfrm>
          <a:prstGeom prst="ellipse">
            <a:avLst/>
          </a:prstGeom>
          <a:solidFill>
            <a:schemeClr val="accent1">
              <a:lumMod val="60000"/>
              <a:lumOff val="40000"/>
            </a:schemeClr>
          </a:solidFill>
          <a:ln w="12700">
            <a:noFill/>
            <a:tailEnd type="arrow"/>
          </a:ln>
          <a:effectLst>
            <a:outerShdw blurRad="50800" dist="38100" dir="2700000" algn="tl" rotWithShape="0">
              <a:schemeClr val="accent1">
                <a:lumMod val="75000"/>
                <a:alpha val="43000"/>
              </a:schemeClr>
            </a:outerShdw>
          </a:effectLst>
        </p:spPr>
        <p:txBody>
          <a:bodyPr vert="horz" wrap="non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a:ln>
                <a:noFill/>
              </a:ln>
              <a:solidFill>
                <a:schemeClr val="tx1"/>
              </a:solidFill>
              <a:effectLst/>
              <a:latin typeface="Arial" charset="0"/>
            </a:endParaRPr>
          </a:p>
        </p:txBody>
      </p:sp>
      <p:grpSp>
        <p:nvGrpSpPr>
          <p:cNvPr id="21" name="Group 20"/>
          <p:cNvGrpSpPr/>
          <p:nvPr/>
        </p:nvGrpSpPr>
        <p:grpSpPr>
          <a:xfrm>
            <a:off x="1181540" y="1016000"/>
            <a:ext cx="3296896" cy="785006"/>
            <a:chOff x="2625315" y="928382"/>
            <a:chExt cx="3262119" cy="779044"/>
          </a:xfrm>
        </p:grpSpPr>
        <p:grpSp>
          <p:nvGrpSpPr>
            <p:cNvPr id="17" name="Group 16"/>
            <p:cNvGrpSpPr/>
            <p:nvPr/>
          </p:nvGrpSpPr>
          <p:grpSpPr>
            <a:xfrm>
              <a:off x="2625315" y="1073061"/>
              <a:ext cx="1442229" cy="631007"/>
              <a:chOff x="9766434" y="1112781"/>
              <a:chExt cx="1442229" cy="631007"/>
            </a:xfrm>
          </p:grpSpPr>
          <p:sp>
            <p:nvSpPr>
              <p:cNvPr id="217" name="Oval 216"/>
              <p:cNvSpPr/>
              <p:nvPr/>
            </p:nvSpPr>
            <p:spPr>
              <a:xfrm rot="5400000">
                <a:off x="10172045" y="707170"/>
                <a:ext cx="631007" cy="1442229"/>
              </a:xfrm>
              <a:prstGeom prst="ellipse">
                <a:avLst/>
              </a:prstGeom>
              <a:solidFill>
                <a:schemeClr val="accent1">
                  <a:lumMod val="60000"/>
                  <a:lumOff val="40000"/>
                </a:schemeClr>
              </a:solidFill>
              <a:ln w="12700">
                <a:noFill/>
                <a:tailEnd type="arrow"/>
              </a:ln>
              <a:effectLst>
                <a:outerShdw blurRad="50800" dist="38100" dir="2700000" algn="tl" rotWithShape="0">
                  <a:schemeClr val="accent1">
                    <a:lumMod val="75000"/>
                    <a:alpha val="43000"/>
                  </a:schemeClr>
                </a:outerShdw>
              </a:effectLst>
            </p:spPr>
            <p:txBody>
              <a:bodyPr vert="horz" wrap="non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a:ln>
                    <a:noFill/>
                  </a:ln>
                  <a:solidFill>
                    <a:schemeClr val="tx1"/>
                  </a:solidFill>
                  <a:effectLst/>
                  <a:latin typeface="Arial" charset="0"/>
                </a:endParaRPr>
              </a:p>
            </p:txBody>
          </p:sp>
          <p:sp>
            <p:nvSpPr>
              <p:cNvPr id="253" name="TextBox 252"/>
              <p:cNvSpPr txBox="1"/>
              <p:nvPr/>
            </p:nvSpPr>
            <p:spPr>
              <a:xfrm>
                <a:off x="9865113" y="1189921"/>
                <a:ext cx="1279817" cy="509541"/>
              </a:xfrm>
              <a:prstGeom prst="rect">
                <a:avLst/>
              </a:prstGeom>
              <a:noFill/>
            </p:spPr>
            <p:txBody>
              <a:bodyPr wrap="none" rtlCol="0">
                <a:spAutoFit/>
              </a:bodyPr>
              <a:lstStyle/>
              <a:p>
                <a:pPr algn="ctr">
                  <a:lnSpc>
                    <a:spcPts val="1600"/>
                  </a:lnSpc>
                </a:pPr>
                <a:r>
                  <a:rPr lang="en-US" sz="1600" dirty="0">
                    <a:latin typeface="Arial"/>
                    <a:cs typeface="Arial"/>
                  </a:rPr>
                  <a:t>Traffic</a:t>
                </a:r>
              </a:p>
              <a:p>
                <a:pPr algn="ctr">
                  <a:lnSpc>
                    <a:spcPts val="1600"/>
                  </a:lnSpc>
                </a:pPr>
                <a:r>
                  <a:rPr lang="en-US" sz="1600" dirty="0">
                    <a:latin typeface="Arial"/>
                    <a:cs typeface="Arial"/>
                  </a:rPr>
                  <a:t>Engineering</a:t>
                </a:r>
              </a:p>
            </p:txBody>
          </p:sp>
        </p:grpSp>
        <p:sp>
          <p:nvSpPr>
            <p:cNvPr id="160" name="TextBox 159"/>
            <p:cNvSpPr txBox="1"/>
            <p:nvPr/>
          </p:nvSpPr>
          <p:spPr>
            <a:xfrm>
              <a:off x="4112974" y="928382"/>
              <a:ext cx="595035" cy="584776"/>
            </a:xfrm>
            <a:prstGeom prst="rect">
              <a:avLst/>
            </a:prstGeom>
            <a:noFill/>
          </p:spPr>
          <p:txBody>
            <a:bodyPr wrap="none" rtlCol="0">
              <a:spAutoFit/>
            </a:bodyPr>
            <a:lstStyle/>
            <a:p>
              <a:r>
                <a:rPr lang="en-US" sz="3200" dirty="0">
                  <a:solidFill>
                    <a:schemeClr val="accent1">
                      <a:lumMod val="75000"/>
                    </a:schemeClr>
                  </a:solidFill>
                </a:rPr>
                <a:t>…  </a:t>
              </a:r>
            </a:p>
          </p:txBody>
        </p:sp>
        <p:sp>
          <p:nvSpPr>
            <p:cNvPr id="216" name="Oval 215"/>
            <p:cNvSpPr/>
            <p:nvPr/>
          </p:nvSpPr>
          <p:spPr>
            <a:xfrm rot="5400000">
              <a:off x="4982218" y="802210"/>
              <a:ext cx="631007" cy="1179425"/>
            </a:xfrm>
            <a:prstGeom prst="ellipse">
              <a:avLst/>
            </a:prstGeom>
            <a:solidFill>
              <a:schemeClr val="accent1">
                <a:lumMod val="60000"/>
                <a:lumOff val="40000"/>
              </a:schemeClr>
            </a:solidFill>
            <a:ln w="12700">
              <a:noFill/>
              <a:tailEnd type="arrow"/>
            </a:ln>
            <a:effectLst>
              <a:outerShdw blurRad="50800" dist="38100" dir="2700000" algn="tl" rotWithShape="0">
                <a:schemeClr val="accent1">
                  <a:lumMod val="75000"/>
                  <a:alpha val="43000"/>
                </a:schemeClr>
              </a:outerShdw>
            </a:effectLst>
          </p:spPr>
          <p:txBody>
            <a:bodyPr vert="horz" wrap="non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a:ln>
                  <a:noFill/>
                </a:ln>
                <a:solidFill>
                  <a:schemeClr val="tx1"/>
                </a:solidFill>
                <a:effectLst/>
                <a:latin typeface="Arial" charset="0"/>
              </a:endParaRPr>
            </a:p>
          </p:txBody>
        </p:sp>
      </p:grpSp>
      <p:grpSp>
        <p:nvGrpSpPr>
          <p:cNvPr id="15" name="Group 14"/>
          <p:cNvGrpSpPr/>
          <p:nvPr/>
        </p:nvGrpSpPr>
        <p:grpSpPr>
          <a:xfrm>
            <a:off x="1470534" y="5735053"/>
            <a:ext cx="3248526" cy="1029368"/>
            <a:chOff x="-1550737" y="5173579"/>
            <a:chExt cx="3248526" cy="1029368"/>
          </a:xfrm>
        </p:grpSpPr>
        <p:grpSp>
          <p:nvGrpSpPr>
            <p:cNvPr id="221" name="Group 220"/>
            <p:cNvGrpSpPr/>
            <p:nvPr/>
          </p:nvGrpSpPr>
          <p:grpSpPr>
            <a:xfrm>
              <a:off x="-1425965" y="5182847"/>
              <a:ext cx="2979208" cy="973667"/>
              <a:chOff x="2592388" y="5601756"/>
              <a:chExt cx="4027487" cy="939800"/>
            </a:xfrm>
          </p:grpSpPr>
          <p:sp>
            <p:nvSpPr>
              <p:cNvPr id="222" name="Freeform 2"/>
              <p:cNvSpPr>
                <a:spLocks/>
              </p:cNvSpPr>
              <p:nvPr/>
            </p:nvSpPr>
            <p:spPr bwMode="auto">
              <a:xfrm>
                <a:off x="2592388" y="5601756"/>
                <a:ext cx="4027487" cy="939800"/>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0001" h="10125">
                    <a:moveTo>
                      <a:pt x="4" y="4039"/>
                    </a:moveTo>
                    <a:cubicBezTo>
                      <a:pt x="-29" y="2271"/>
                      <a:pt x="194" y="2100"/>
                      <a:pt x="715" y="1595"/>
                    </a:cubicBezTo>
                    <a:cubicBezTo>
                      <a:pt x="1236" y="1089"/>
                      <a:pt x="2417" y="1272"/>
                      <a:pt x="3130" y="1006"/>
                    </a:cubicBezTo>
                    <a:cubicBezTo>
                      <a:pt x="3843" y="740"/>
                      <a:pt x="4397" y="0"/>
                      <a:pt x="4995" y="0"/>
                    </a:cubicBezTo>
                    <a:cubicBezTo>
                      <a:pt x="5593" y="1"/>
                      <a:pt x="6206" y="926"/>
                      <a:pt x="6720" y="1009"/>
                    </a:cubicBezTo>
                    <a:cubicBezTo>
                      <a:pt x="7234" y="1092"/>
                      <a:pt x="7536" y="241"/>
                      <a:pt x="8082" y="497"/>
                    </a:cubicBezTo>
                    <a:cubicBezTo>
                      <a:pt x="8628" y="756"/>
                      <a:pt x="9854" y="442"/>
                      <a:pt x="9989" y="2989"/>
                    </a:cubicBezTo>
                    <a:cubicBezTo>
                      <a:pt x="10124" y="5536"/>
                      <a:pt x="9098" y="5742"/>
                      <a:pt x="8599" y="6797"/>
                    </a:cubicBezTo>
                    <a:cubicBezTo>
                      <a:pt x="8100" y="7852"/>
                      <a:pt x="7544" y="8981"/>
                      <a:pt x="6995" y="9322"/>
                    </a:cubicBezTo>
                    <a:cubicBezTo>
                      <a:pt x="6446" y="9663"/>
                      <a:pt x="5793" y="8957"/>
                      <a:pt x="5307" y="8843"/>
                    </a:cubicBezTo>
                    <a:cubicBezTo>
                      <a:pt x="4819" y="8726"/>
                      <a:pt x="4628" y="10048"/>
                      <a:pt x="4371" y="9912"/>
                    </a:cubicBezTo>
                    <a:cubicBezTo>
                      <a:pt x="4114" y="9775"/>
                      <a:pt x="3505" y="10355"/>
                      <a:pt x="3140" y="10019"/>
                    </a:cubicBezTo>
                    <a:cubicBezTo>
                      <a:pt x="2774" y="9683"/>
                      <a:pt x="2820" y="8138"/>
                      <a:pt x="2179" y="7895"/>
                    </a:cubicBezTo>
                    <a:cubicBezTo>
                      <a:pt x="1586" y="6800"/>
                      <a:pt x="1549" y="8137"/>
                      <a:pt x="1187" y="7495"/>
                    </a:cubicBezTo>
                    <a:cubicBezTo>
                      <a:pt x="825" y="6852"/>
                      <a:pt x="-7" y="6157"/>
                      <a:pt x="4" y="4039"/>
                    </a:cubicBezTo>
                    <a:close/>
                  </a:path>
                </a:pathLst>
              </a:custGeom>
              <a:solidFill>
                <a:srgbClr val="66CCFF"/>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cxnSp>
            <p:nvCxnSpPr>
              <p:cNvPr id="223" name="Straight Connector 222"/>
              <p:cNvCxnSpPr/>
              <p:nvPr/>
            </p:nvCxnSpPr>
            <p:spPr>
              <a:xfrm flipV="1">
                <a:off x="3262941" y="5752569"/>
                <a:ext cx="1316038" cy="13176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27" name="Straight Connector 226"/>
              <p:cNvCxnSpPr/>
              <p:nvPr/>
            </p:nvCxnSpPr>
            <p:spPr>
              <a:xfrm>
                <a:off x="3151816" y="5939894"/>
                <a:ext cx="2259013" cy="29845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28" name="Straight Connector 227"/>
              <p:cNvCxnSpPr/>
              <p:nvPr/>
            </p:nvCxnSpPr>
            <p:spPr>
              <a:xfrm>
                <a:off x="3164516" y="6044669"/>
                <a:ext cx="714375" cy="27622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29" name="Straight Connector 228"/>
              <p:cNvCxnSpPr/>
              <p:nvPr/>
            </p:nvCxnSpPr>
            <p:spPr>
              <a:xfrm flipV="1">
                <a:off x="4182104" y="6238344"/>
                <a:ext cx="1247775" cy="8255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30" name="Straight Connector 229"/>
              <p:cNvCxnSpPr/>
              <p:nvPr/>
            </p:nvCxnSpPr>
            <p:spPr>
              <a:xfrm>
                <a:off x="4842504" y="5785906"/>
                <a:ext cx="1057275" cy="12382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31" name="Straight Connector 230"/>
              <p:cNvCxnSpPr/>
              <p:nvPr/>
            </p:nvCxnSpPr>
            <p:spPr>
              <a:xfrm flipV="1">
                <a:off x="4126541" y="5939894"/>
                <a:ext cx="1790700" cy="29845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32" name="Straight Connector 231"/>
              <p:cNvCxnSpPr/>
              <p:nvPr/>
            </p:nvCxnSpPr>
            <p:spPr>
              <a:xfrm flipV="1">
                <a:off x="5453691" y="5968469"/>
                <a:ext cx="588963" cy="26987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33" name="Straight Connector 232"/>
              <p:cNvCxnSpPr/>
              <p:nvPr/>
            </p:nvCxnSpPr>
            <p:spPr>
              <a:xfrm>
                <a:off x="4596441" y="5752569"/>
                <a:ext cx="814388" cy="40163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234" name="Group 347"/>
              <p:cNvGrpSpPr>
                <a:grpSpLocks/>
              </p:cNvGrpSpPr>
              <p:nvPr/>
            </p:nvGrpSpPr>
            <p:grpSpPr bwMode="auto">
              <a:xfrm>
                <a:off x="5856401" y="5796097"/>
                <a:ext cx="588970" cy="242608"/>
                <a:chOff x="1871277" y="1576300"/>
                <a:chExt cx="1128371" cy="437861"/>
              </a:xfrm>
            </p:grpSpPr>
            <p:sp>
              <p:nvSpPr>
                <p:cNvPr id="282" name="Oval 281"/>
                <p:cNvSpPr/>
                <p:nvPr/>
              </p:nvSpPr>
              <p:spPr bwMode="auto">
                <a:xfrm flipV="1">
                  <a:off x="1874446" y="1694641"/>
                  <a:ext cx="1125202"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83" name="Rectangle 282"/>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84" name="Oval 283"/>
                <p:cNvSpPr/>
                <p:nvPr/>
              </p:nvSpPr>
              <p:spPr bwMode="auto">
                <a:xfrm flipV="1">
                  <a:off x="1871277" y="1576300"/>
                  <a:ext cx="1125200"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85" name="Freeform 284"/>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86" name="Freeform 285"/>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87" name="Freeform 286"/>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88" name="Freeform 287"/>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89" name="Straight Connector 288"/>
                <p:cNvCxnSpPr>
                  <a:endCxn id="284" idx="2"/>
                </p:cNvCxnSpPr>
                <p:nvPr/>
              </p:nvCxnSpPr>
              <p:spPr bwMode="auto">
                <a:xfrm flipH="1" flipV="1">
                  <a:off x="1871277" y="1737243"/>
                  <a:ext cx="3169"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90" name="Straight Connector 289"/>
                <p:cNvCxnSpPr/>
                <p:nvPr/>
              </p:nvCxnSpPr>
              <p:spPr bwMode="auto">
                <a:xfrm flipH="1" flipV="1">
                  <a:off x="2996477" y="1734877"/>
                  <a:ext cx="3171"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35" name="Group 347"/>
              <p:cNvGrpSpPr>
                <a:grpSpLocks/>
              </p:cNvGrpSpPr>
              <p:nvPr/>
            </p:nvGrpSpPr>
            <p:grpSpPr bwMode="auto">
              <a:xfrm>
                <a:off x="4375328" y="5654000"/>
                <a:ext cx="588970" cy="242608"/>
                <a:chOff x="1871277" y="1576300"/>
                <a:chExt cx="1128371" cy="437861"/>
              </a:xfrm>
            </p:grpSpPr>
            <p:sp>
              <p:nvSpPr>
                <p:cNvPr id="273" name="Oval 272"/>
                <p:cNvSpPr/>
                <p:nvPr/>
              </p:nvSpPr>
              <p:spPr bwMode="auto">
                <a:xfrm flipV="1">
                  <a:off x="1874446" y="1694641"/>
                  <a:ext cx="1125202"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74" name="Rectangle 273"/>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75" name="Oval 274"/>
                <p:cNvSpPr/>
                <p:nvPr/>
              </p:nvSpPr>
              <p:spPr bwMode="auto">
                <a:xfrm flipV="1">
                  <a:off x="1871277" y="1576300"/>
                  <a:ext cx="1125200"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76" name="Freeform 275"/>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77" name="Freeform 276"/>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78" name="Freeform 277"/>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79" name="Freeform 278"/>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80" name="Straight Connector 279"/>
                <p:cNvCxnSpPr>
                  <a:endCxn id="275" idx="2"/>
                </p:cNvCxnSpPr>
                <p:nvPr/>
              </p:nvCxnSpPr>
              <p:spPr bwMode="auto">
                <a:xfrm flipH="1" flipV="1">
                  <a:off x="1871277" y="1737243"/>
                  <a:ext cx="3169"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81" name="Straight Connector 280"/>
                <p:cNvCxnSpPr/>
                <p:nvPr/>
              </p:nvCxnSpPr>
              <p:spPr bwMode="auto">
                <a:xfrm flipH="1" flipV="1">
                  <a:off x="2996477" y="1734877"/>
                  <a:ext cx="3171"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36" name="Group 347"/>
              <p:cNvGrpSpPr>
                <a:grpSpLocks/>
              </p:cNvGrpSpPr>
              <p:nvPr/>
            </p:nvGrpSpPr>
            <p:grpSpPr bwMode="auto">
              <a:xfrm>
                <a:off x="2848241" y="5847813"/>
                <a:ext cx="588970" cy="242608"/>
                <a:chOff x="1871277" y="1576300"/>
                <a:chExt cx="1128371" cy="437861"/>
              </a:xfrm>
            </p:grpSpPr>
            <p:sp>
              <p:nvSpPr>
                <p:cNvPr id="261" name="Oval 260"/>
                <p:cNvSpPr/>
                <p:nvPr/>
              </p:nvSpPr>
              <p:spPr bwMode="auto">
                <a:xfrm flipV="1">
                  <a:off x="1874446" y="1694641"/>
                  <a:ext cx="1125202"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62" name="Rectangle 261"/>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66" name="Oval 265"/>
                <p:cNvSpPr/>
                <p:nvPr/>
              </p:nvSpPr>
              <p:spPr bwMode="auto">
                <a:xfrm flipV="1">
                  <a:off x="1871277" y="1576300"/>
                  <a:ext cx="1125200"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67" name="Freeform 266"/>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68" name="Freeform 267"/>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69" name="Freeform 268"/>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70" name="Freeform 269"/>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71" name="Straight Connector 270"/>
                <p:cNvCxnSpPr>
                  <a:endCxn id="266" idx="2"/>
                </p:cNvCxnSpPr>
                <p:nvPr/>
              </p:nvCxnSpPr>
              <p:spPr bwMode="auto">
                <a:xfrm flipH="1" flipV="1">
                  <a:off x="1871277" y="1737243"/>
                  <a:ext cx="3169"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72" name="Straight Connector 271"/>
                <p:cNvCxnSpPr/>
                <p:nvPr/>
              </p:nvCxnSpPr>
              <p:spPr bwMode="auto">
                <a:xfrm flipH="1" flipV="1">
                  <a:off x="2996477" y="1734877"/>
                  <a:ext cx="3171"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37" name="Group 347"/>
              <p:cNvGrpSpPr>
                <a:grpSpLocks/>
              </p:cNvGrpSpPr>
              <p:nvPr/>
            </p:nvGrpSpPr>
            <p:grpSpPr bwMode="auto">
              <a:xfrm>
                <a:off x="5166757" y="6114152"/>
                <a:ext cx="588970" cy="242608"/>
                <a:chOff x="1871277" y="1576300"/>
                <a:chExt cx="1128371" cy="437861"/>
              </a:xfrm>
            </p:grpSpPr>
            <p:sp>
              <p:nvSpPr>
                <p:cNvPr id="248" name="Oval 247"/>
                <p:cNvSpPr/>
                <p:nvPr/>
              </p:nvSpPr>
              <p:spPr bwMode="auto">
                <a:xfrm flipV="1">
                  <a:off x="1874446" y="1694641"/>
                  <a:ext cx="1125202"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49" name="Rectangle 248"/>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50" name="Oval 249"/>
                <p:cNvSpPr/>
                <p:nvPr/>
              </p:nvSpPr>
              <p:spPr bwMode="auto">
                <a:xfrm flipV="1">
                  <a:off x="1871277" y="1576300"/>
                  <a:ext cx="1125200"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51" name="Freeform 250"/>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52" name="Freeform 251"/>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55" name="Freeform 254"/>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58" name="Freeform 257"/>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59" name="Straight Connector 258"/>
                <p:cNvCxnSpPr>
                  <a:endCxn id="250" idx="2"/>
                </p:cNvCxnSpPr>
                <p:nvPr/>
              </p:nvCxnSpPr>
              <p:spPr bwMode="auto">
                <a:xfrm flipH="1" flipV="1">
                  <a:off x="1871277" y="1737243"/>
                  <a:ext cx="3169"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60" name="Straight Connector 259"/>
                <p:cNvCxnSpPr/>
                <p:nvPr/>
              </p:nvCxnSpPr>
              <p:spPr bwMode="auto">
                <a:xfrm flipH="1" flipV="1">
                  <a:off x="2996477" y="1734877"/>
                  <a:ext cx="3171"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38" name="Group 347"/>
              <p:cNvGrpSpPr>
                <a:grpSpLocks/>
              </p:cNvGrpSpPr>
              <p:nvPr/>
            </p:nvGrpSpPr>
            <p:grpSpPr bwMode="auto">
              <a:xfrm>
                <a:off x="3704088" y="6206732"/>
                <a:ext cx="588970" cy="242608"/>
                <a:chOff x="1871277" y="1576300"/>
                <a:chExt cx="1128371" cy="437861"/>
              </a:xfrm>
            </p:grpSpPr>
            <p:sp>
              <p:nvSpPr>
                <p:cNvPr id="239" name="Oval 238"/>
                <p:cNvSpPr/>
                <p:nvPr/>
              </p:nvSpPr>
              <p:spPr bwMode="auto">
                <a:xfrm flipV="1">
                  <a:off x="1874446" y="1694641"/>
                  <a:ext cx="1125202"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40" name="Rectangle 239"/>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41" name="Oval 240"/>
                <p:cNvSpPr/>
                <p:nvPr/>
              </p:nvSpPr>
              <p:spPr bwMode="auto">
                <a:xfrm flipV="1">
                  <a:off x="1871277" y="1576300"/>
                  <a:ext cx="1125200"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42" name="Freeform 241"/>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43" name="Freeform 242"/>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44" name="Freeform 243"/>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45" name="Freeform 244"/>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46" name="Straight Connector 245"/>
                <p:cNvCxnSpPr>
                  <a:endCxn id="241" idx="2"/>
                </p:cNvCxnSpPr>
                <p:nvPr/>
              </p:nvCxnSpPr>
              <p:spPr bwMode="auto">
                <a:xfrm flipH="1" flipV="1">
                  <a:off x="1871277" y="1737243"/>
                  <a:ext cx="3169"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47" name="Straight Connector 246"/>
                <p:cNvCxnSpPr/>
                <p:nvPr/>
              </p:nvCxnSpPr>
              <p:spPr bwMode="auto">
                <a:xfrm flipH="1" flipV="1">
                  <a:off x="2996477" y="1734877"/>
                  <a:ext cx="3171"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sp>
          <p:nvSpPr>
            <p:cNvPr id="295" name="Rectangle 294"/>
            <p:cNvSpPr/>
            <p:nvPr/>
          </p:nvSpPr>
          <p:spPr bwMode="auto">
            <a:xfrm>
              <a:off x="-1550737" y="5173579"/>
              <a:ext cx="3248526" cy="1029368"/>
            </a:xfrm>
            <a:prstGeom prst="rect">
              <a:avLst/>
            </a:prstGeom>
            <a:solidFill>
              <a:schemeClr val="bg1">
                <a:alpha val="77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grpSp>
      <p:pic>
        <p:nvPicPr>
          <p:cNvPr id="296" name="Picture 12"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27218" y="707374"/>
            <a:ext cx="7253205" cy="18831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97" name="Title 1"/>
          <p:cNvSpPr txBox="1">
            <a:spLocks/>
          </p:cNvSpPr>
          <p:nvPr/>
        </p:nvSpPr>
        <p:spPr>
          <a:xfrm>
            <a:off x="399720" y="120318"/>
            <a:ext cx="7772400" cy="972758"/>
          </a:xfrm>
          <a:prstGeom prst="rect">
            <a:avLst/>
          </a:prstGeom>
        </p:spPr>
        <p:txBody>
          <a:bodyPr/>
          <a:lstStyle>
            <a:lvl1pPr algn="l" rtl="0" eaLnBrk="0" fontAlgn="base" hangingPunct="0">
              <a:spcBef>
                <a:spcPct val="0"/>
              </a:spcBef>
              <a:spcAft>
                <a:spcPct val="0"/>
              </a:spcAft>
              <a:defRPr sz="4400">
                <a:solidFill>
                  <a:srgbClr val="000099"/>
                </a:solidFill>
                <a:latin typeface="+mj-lt"/>
                <a:ea typeface="ＭＳ Ｐゴシック" charset="0"/>
                <a:cs typeface="ＭＳ Ｐゴシック" charset="0"/>
              </a:defRPr>
            </a:lvl1pPr>
            <a:lvl2pPr algn="l" rtl="0" eaLnBrk="0" fontAlgn="base" hangingPunct="0">
              <a:spcBef>
                <a:spcPct val="0"/>
              </a:spcBef>
              <a:spcAft>
                <a:spcPct val="0"/>
              </a:spcAft>
              <a:defRPr sz="4400">
                <a:solidFill>
                  <a:srgbClr val="000099"/>
                </a:solidFill>
                <a:latin typeface="Gill Sans MT" pitchFamily="34" charset="0"/>
                <a:ea typeface="ＭＳ Ｐゴシック" charset="0"/>
                <a:cs typeface="ＭＳ Ｐゴシック" charset="0"/>
              </a:defRPr>
            </a:lvl2pPr>
            <a:lvl3pPr algn="l" rtl="0" eaLnBrk="0" fontAlgn="base" hangingPunct="0">
              <a:spcBef>
                <a:spcPct val="0"/>
              </a:spcBef>
              <a:spcAft>
                <a:spcPct val="0"/>
              </a:spcAft>
              <a:defRPr sz="4400">
                <a:solidFill>
                  <a:srgbClr val="000099"/>
                </a:solidFill>
                <a:latin typeface="Gill Sans MT" pitchFamily="34" charset="0"/>
                <a:ea typeface="ＭＳ Ｐゴシック" charset="0"/>
                <a:cs typeface="ＭＳ Ｐゴシック" charset="0"/>
              </a:defRPr>
            </a:lvl3pPr>
            <a:lvl4pPr algn="l" rtl="0" eaLnBrk="0" fontAlgn="base" hangingPunct="0">
              <a:spcBef>
                <a:spcPct val="0"/>
              </a:spcBef>
              <a:spcAft>
                <a:spcPct val="0"/>
              </a:spcAft>
              <a:defRPr sz="4400">
                <a:solidFill>
                  <a:srgbClr val="000099"/>
                </a:solidFill>
                <a:latin typeface="Gill Sans MT" pitchFamily="34" charset="0"/>
                <a:ea typeface="ＭＳ Ｐゴシック" charset="0"/>
                <a:cs typeface="ＭＳ Ｐゴシック" charset="0"/>
              </a:defRPr>
            </a:lvl4pPr>
            <a:lvl5pPr algn="l" rtl="0" eaLnBrk="0" fontAlgn="base" hangingPunct="0">
              <a:spcBef>
                <a:spcPct val="0"/>
              </a:spcBef>
              <a:spcAft>
                <a:spcPct val="0"/>
              </a:spcAft>
              <a:defRPr sz="4400">
                <a:solidFill>
                  <a:srgbClr val="000099"/>
                </a:solidFill>
                <a:latin typeface="Gill Sans MT" pitchFamily="34" charset="0"/>
                <a:ea typeface="ＭＳ Ｐゴシック" charset="0"/>
                <a:cs typeface="ＭＳ Ｐゴシック" charset="0"/>
              </a:defRPr>
            </a:lvl5pPr>
            <a:lvl6pPr marL="457200" algn="l" rtl="0" eaLnBrk="0" fontAlgn="base" hangingPunct="0">
              <a:spcBef>
                <a:spcPct val="0"/>
              </a:spcBef>
              <a:spcAft>
                <a:spcPct val="0"/>
              </a:spcAft>
              <a:defRPr sz="4400">
                <a:solidFill>
                  <a:srgbClr val="000099"/>
                </a:solidFill>
                <a:latin typeface="Gill Sans MT" pitchFamily="34" charset="0"/>
              </a:defRPr>
            </a:lvl6pPr>
            <a:lvl7pPr marL="914400" algn="l" rtl="0" eaLnBrk="0" fontAlgn="base" hangingPunct="0">
              <a:spcBef>
                <a:spcPct val="0"/>
              </a:spcBef>
              <a:spcAft>
                <a:spcPct val="0"/>
              </a:spcAft>
              <a:defRPr sz="4400">
                <a:solidFill>
                  <a:srgbClr val="000099"/>
                </a:solidFill>
                <a:latin typeface="Gill Sans MT" pitchFamily="34" charset="0"/>
              </a:defRPr>
            </a:lvl7pPr>
            <a:lvl8pPr marL="1371600" algn="l" rtl="0" eaLnBrk="0" fontAlgn="base" hangingPunct="0">
              <a:spcBef>
                <a:spcPct val="0"/>
              </a:spcBef>
              <a:spcAft>
                <a:spcPct val="0"/>
              </a:spcAft>
              <a:defRPr sz="4400">
                <a:solidFill>
                  <a:srgbClr val="000099"/>
                </a:solidFill>
                <a:latin typeface="Gill Sans MT" pitchFamily="34" charset="0"/>
              </a:defRPr>
            </a:lvl8pPr>
            <a:lvl9pPr marL="1828800" algn="l" rtl="0" eaLnBrk="0" fontAlgn="base" hangingPunct="0">
              <a:spcBef>
                <a:spcPct val="0"/>
              </a:spcBef>
              <a:spcAft>
                <a:spcPct val="0"/>
              </a:spcAft>
              <a:defRPr sz="4400">
                <a:solidFill>
                  <a:srgbClr val="000099"/>
                </a:solidFill>
                <a:latin typeface="Gill Sans MT" pitchFamily="34" charset="0"/>
              </a:defRPr>
            </a:lvl9pPr>
          </a:lstStyle>
          <a:p>
            <a:r>
              <a:rPr lang="en-US" sz="4000" dirty="0"/>
              <a:t>OpenDaylight (ODL) controller</a:t>
            </a:r>
          </a:p>
        </p:txBody>
      </p:sp>
      <p:sp>
        <p:nvSpPr>
          <p:cNvPr id="298" name="Content Placeholder 3"/>
          <p:cNvSpPr txBox="1">
            <a:spLocks/>
          </p:cNvSpPr>
          <p:nvPr/>
        </p:nvSpPr>
        <p:spPr>
          <a:xfrm>
            <a:off x="5915061" y="1433585"/>
            <a:ext cx="3135360" cy="4648200"/>
          </a:xfrm>
          <a:prstGeom prst="rect">
            <a:avLst/>
          </a:prstGeom>
        </p:spPr>
        <p:txBody>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r>
              <a:rPr lang="en-US" sz="2400" dirty="0">
                <a:solidFill>
                  <a:srgbClr val="000000"/>
                </a:solidFill>
              </a:rPr>
              <a:t>ODL Lithium controller</a:t>
            </a:r>
          </a:p>
          <a:p>
            <a:r>
              <a:rPr lang="en-US" sz="2400" dirty="0">
                <a:solidFill>
                  <a:srgbClr val="000000"/>
                </a:solidFill>
              </a:rPr>
              <a:t>network apps may be contained within, or be external to SDN controller</a:t>
            </a:r>
          </a:p>
          <a:p>
            <a:r>
              <a:rPr lang="en-US" sz="2400" dirty="0">
                <a:solidFill>
                  <a:srgbClr val="000000"/>
                </a:solidFill>
              </a:rPr>
              <a:t>Service Abstraction Layer: interconnects internal, external applications and services</a:t>
            </a:r>
          </a:p>
        </p:txBody>
      </p:sp>
      <p:sp>
        <p:nvSpPr>
          <p:cNvPr id="299" name="Slide Number Placeholder 5"/>
          <p:cNvSpPr>
            <a:spLocks noGrp="1"/>
          </p:cNvSpPr>
          <p:nvPr>
            <p:ph type="sldNum" sz="quarter" idx="12"/>
          </p:nvPr>
        </p:nvSpPr>
        <p:spPr>
          <a:xfrm>
            <a:off x="8456154" y="6475895"/>
            <a:ext cx="548655" cy="272319"/>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200" dirty="0">
                <a:latin typeface="Tahoma" charset="0"/>
              </a:rPr>
              <a:t>5-</a:t>
            </a:r>
            <a:fld id="{8E8C6E93-DF5B-BC4B-80F9-500DED1EEDCC}" type="slidenum">
              <a:rPr lang="en-US" sz="1200">
                <a:latin typeface="Tahoma" charset="0"/>
              </a:rPr>
              <a:pPr/>
              <a:t>112</a:t>
            </a:fld>
            <a:endParaRPr lang="en-US" sz="1200" dirty="0">
              <a:latin typeface="Tahoma" charset="0"/>
            </a:endParaRPr>
          </a:p>
        </p:txBody>
      </p:sp>
      <p:sp>
        <p:nvSpPr>
          <p:cNvPr id="300" name="Footer Placeholder 2"/>
          <p:cNvSpPr>
            <a:spLocks noGrp="1"/>
          </p:cNvSpPr>
          <p:nvPr>
            <p:ph type="ftr" sz="quarter" idx="11"/>
          </p:nvPr>
        </p:nvSpPr>
        <p:spPr>
          <a:xfrm>
            <a:off x="6375496" y="6475081"/>
            <a:ext cx="2177473" cy="241541"/>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200" dirty="0">
                <a:solidFill>
                  <a:srgbClr val="000000"/>
                </a:solidFill>
                <a:latin typeface="Tahoma" charset="0"/>
                <a:cs typeface="Arial" charset="0"/>
              </a:rPr>
              <a:t>Network Layer: Control Plane</a:t>
            </a:r>
          </a:p>
        </p:txBody>
      </p:sp>
    </p:spTree>
    <p:extLst>
      <p:ext uri="{BB962C8B-B14F-4D97-AF65-F5344CB8AC3E}">
        <p14:creationId xmlns:p14="http://schemas.microsoft.com/office/powerpoint/2010/main" val="1095944108"/>
      </p:ext>
    </p:extLst>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 name="Rounded Rectangle 102"/>
          <p:cNvSpPr/>
          <p:nvPr/>
        </p:nvSpPr>
        <p:spPr>
          <a:xfrm>
            <a:off x="404938" y="2840593"/>
            <a:ext cx="4898361" cy="1408726"/>
          </a:xfrm>
          <a:prstGeom prst="roundRect">
            <a:avLst/>
          </a:prstGeom>
          <a:solidFill>
            <a:schemeClr val="accent5">
              <a:lumMod val="75000"/>
            </a:schemeClr>
          </a:solidFill>
          <a:ln w="12700">
            <a:noFill/>
            <a:tailEnd type="arrow"/>
          </a:ln>
        </p:spPr>
        <p:txBody>
          <a:bodyPr vert="horz" wrap="non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a:ln>
                <a:noFill/>
              </a:ln>
              <a:solidFill>
                <a:schemeClr val="tx1"/>
              </a:solidFill>
              <a:effectLst/>
              <a:latin typeface="Arial" charset="0"/>
            </a:endParaRPr>
          </a:p>
        </p:txBody>
      </p:sp>
      <p:sp>
        <p:nvSpPr>
          <p:cNvPr id="31" name="TextBox 30"/>
          <p:cNvSpPr txBox="1"/>
          <p:nvPr/>
        </p:nvSpPr>
        <p:spPr>
          <a:xfrm>
            <a:off x="386925" y="1301692"/>
            <a:ext cx="1302460" cy="584776"/>
          </a:xfrm>
          <a:prstGeom prst="rect">
            <a:avLst/>
          </a:prstGeom>
          <a:noFill/>
        </p:spPr>
        <p:txBody>
          <a:bodyPr wrap="none" rtlCol="0">
            <a:spAutoFit/>
          </a:bodyPr>
          <a:lstStyle/>
          <a:p>
            <a:r>
              <a:rPr lang="en-US" sz="1600" dirty="0">
                <a:latin typeface="Arial"/>
                <a:cs typeface="Arial"/>
              </a:rPr>
              <a:t>Network </a:t>
            </a:r>
          </a:p>
          <a:p>
            <a:r>
              <a:rPr lang="en-US" sz="1600" dirty="0">
                <a:latin typeface="Arial"/>
                <a:cs typeface="Arial"/>
              </a:rPr>
              <a:t>control apps </a:t>
            </a:r>
          </a:p>
        </p:txBody>
      </p:sp>
      <p:sp>
        <p:nvSpPr>
          <p:cNvPr id="217" name="Oval 216"/>
          <p:cNvSpPr/>
          <p:nvPr/>
        </p:nvSpPr>
        <p:spPr>
          <a:xfrm rot="5400000">
            <a:off x="2177010" y="841271"/>
            <a:ext cx="631007" cy="1442229"/>
          </a:xfrm>
          <a:prstGeom prst="ellipse">
            <a:avLst/>
          </a:prstGeom>
          <a:solidFill>
            <a:schemeClr val="accent1">
              <a:lumMod val="60000"/>
              <a:lumOff val="40000"/>
            </a:schemeClr>
          </a:solidFill>
          <a:ln w="12700">
            <a:noFill/>
            <a:tailEnd type="arrow"/>
          </a:ln>
          <a:effectLst>
            <a:outerShdw blurRad="50800" dist="38100" dir="2700000" algn="tl" rotWithShape="0">
              <a:schemeClr val="accent1">
                <a:lumMod val="75000"/>
                <a:alpha val="43000"/>
              </a:schemeClr>
            </a:outerShdw>
          </a:effectLst>
        </p:spPr>
        <p:txBody>
          <a:bodyPr vert="horz" wrap="non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a:ln>
                <a:noFill/>
              </a:ln>
              <a:solidFill>
                <a:schemeClr val="tx1"/>
              </a:solidFill>
              <a:effectLst/>
              <a:latin typeface="Arial" charset="0"/>
            </a:endParaRPr>
          </a:p>
        </p:txBody>
      </p:sp>
      <p:sp>
        <p:nvSpPr>
          <p:cNvPr id="160" name="TextBox 159"/>
          <p:cNvSpPr txBox="1"/>
          <p:nvPr/>
        </p:nvSpPr>
        <p:spPr>
          <a:xfrm>
            <a:off x="3259058" y="1102203"/>
            <a:ext cx="595035" cy="584776"/>
          </a:xfrm>
          <a:prstGeom prst="rect">
            <a:avLst/>
          </a:prstGeom>
          <a:noFill/>
        </p:spPr>
        <p:txBody>
          <a:bodyPr wrap="none" rtlCol="0">
            <a:spAutoFit/>
          </a:bodyPr>
          <a:lstStyle/>
          <a:p>
            <a:r>
              <a:rPr lang="en-US" sz="3200" dirty="0">
                <a:solidFill>
                  <a:schemeClr val="accent1">
                    <a:lumMod val="75000"/>
                  </a:schemeClr>
                </a:solidFill>
              </a:rPr>
              <a:t>…  </a:t>
            </a:r>
          </a:p>
        </p:txBody>
      </p:sp>
      <p:sp>
        <p:nvSpPr>
          <p:cNvPr id="99" name="Rounded Rectangle 98"/>
          <p:cNvSpPr/>
          <p:nvPr/>
        </p:nvSpPr>
        <p:spPr>
          <a:xfrm>
            <a:off x="404938" y="2058742"/>
            <a:ext cx="4811594" cy="665305"/>
          </a:xfrm>
          <a:prstGeom prst="roundRect">
            <a:avLst/>
          </a:prstGeom>
          <a:solidFill>
            <a:schemeClr val="accent5">
              <a:lumMod val="75000"/>
            </a:schemeClr>
          </a:solidFill>
          <a:ln w="12700">
            <a:noFill/>
            <a:tailEnd type="arrow"/>
          </a:ln>
        </p:spPr>
        <p:txBody>
          <a:bodyPr vert="horz" wrap="non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a:ln>
                <a:noFill/>
              </a:ln>
              <a:solidFill>
                <a:schemeClr val="tx1"/>
              </a:solidFill>
              <a:effectLst/>
              <a:latin typeface="Arial" charset="0"/>
            </a:endParaRPr>
          </a:p>
        </p:txBody>
      </p:sp>
      <p:grpSp>
        <p:nvGrpSpPr>
          <p:cNvPr id="224" name="Group 223"/>
          <p:cNvGrpSpPr/>
          <p:nvPr/>
        </p:nvGrpSpPr>
        <p:grpSpPr>
          <a:xfrm>
            <a:off x="666771" y="2244682"/>
            <a:ext cx="1503376" cy="375164"/>
            <a:chOff x="2793562" y="3559145"/>
            <a:chExt cx="1607438" cy="375164"/>
          </a:xfrm>
        </p:grpSpPr>
        <p:sp>
          <p:nvSpPr>
            <p:cNvPr id="225" name="Rounded Rectangle 224"/>
            <p:cNvSpPr/>
            <p:nvPr/>
          </p:nvSpPr>
          <p:spPr>
            <a:xfrm>
              <a:off x="2793562" y="3559145"/>
              <a:ext cx="1457313" cy="375164"/>
            </a:xfrm>
            <a:prstGeom prst="roundRect">
              <a:avLst/>
            </a:prstGeom>
            <a:solidFill>
              <a:srgbClr val="008000"/>
            </a:solidFill>
            <a:ln w="12700">
              <a:solidFill>
                <a:schemeClr val="accent5">
                  <a:lumMod val="75000"/>
                </a:schemeClr>
              </a:solidFill>
            </a:ln>
            <a:effectLst>
              <a:outerShdw blurRad="50800" dist="38100" dir="2700000" algn="tl" rotWithShape="0">
                <a:srgbClr val="000000">
                  <a:alpha val="43000"/>
                </a:srgbClr>
              </a:outerShdw>
            </a:effectLst>
          </p:spPr>
          <p:txBody>
            <a:bodyPr vert="horz" wrap="non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en-US" sz="1600" b="0" i="0" u="none" strike="noStrike" cap="none" normalizeH="0" baseline="0">
                <a:ln>
                  <a:noFill/>
                </a:ln>
                <a:solidFill>
                  <a:schemeClr val="tx1"/>
                </a:solidFill>
                <a:effectLst/>
                <a:latin typeface="Arial"/>
                <a:cs typeface="Arial"/>
              </a:endParaRPr>
            </a:p>
          </p:txBody>
        </p:sp>
        <p:sp>
          <p:nvSpPr>
            <p:cNvPr id="226" name="TextBox 225"/>
            <p:cNvSpPr txBox="1"/>
            <p:nvPr/>
          </p:nvSpPr>
          <p:spPr>
            <a:xfrm>
              <a:off x="2840280" y="3583293"/>
              <a:ext cx="1560720" cy="330860"/>
            </a:xfrm>
            <a:prstGeom prst="rect">
              <a:avLst/>
            </a:prstGeom>
            <a:noFill/>
          </p:spPr>
          <p:txBody>
            <a:bodyPr wrap="square" rtlCol="0">
              <a:spAutoFit/>
            </a:bodyPr>
            <a:lstStyle/>
            <a:p>
              <a:pPr>
                <a:lnSpc>
                  <a:spcPts val="1800"/>
                </a:lnSpc>
              </a:pPr>
              <a:r>
                <a:rPr lang="en-US" sz="1600" dirty="0">
                  <a:solidFill>
                    <a:schemeClr val="bg1"/>
                  </a:solidFill>
                  <a:latin typeface="Arial"/>
                  <a:cs typeface="Arial"/>
                </a:rPr>
                <a:t>REST    API</a:t>
              </a:r>
            </a:p>
          </p:txBody>
        </p:sp>
      </p:grpSp>
      <p:sp>
        <p:nvSpPr>
          <p:cNvPr id="100" name="Rounded Rectangle 99"/>
          <p:cNvSpPr/>
          <p:nvPr/>
        </p:nvSpPr>
        <p:spPr>
          <a:xfrm>
            <a:off x="383727" y="4578311"/>
            <a:ext cx="5005602" cy="880097"/>
          </a:xfrm>
          <a:prstGeom prst="roundRect">
            <a:avLst/>
          </a:prstGeom>
          <a:solidFill>
            <a:schemeClr val="accent5">
              <a:lumMod val="75000"/>
            </a:schemeClr>
          </a:solidFill>
          <a:ln w="12700">
            <a:noFill/>
            <a:tailEnd type="arrow"/>
          </a:ln>
        </p:spPr>
        <p:txBody>
          <a:bodyPr vert="horz" wrap="non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a:ln>
                <a:noFill/>
              </a:ln>
              <a:solidFill>
                <a:schemeClr val="tx1"/>
              </a:solidFill>
              <a:effectLst/>
              <a:latin typeface="Arial" charset="0"/>
            </a:endParaRPr>
          </a:p>
        </p:txBody>
      </p:sp>
      <p:cxnSp>
        <p:nvCxnSpPr>
          <p:cNvPr id="104" name="Straight Connector 103"/>
          <p:cNvCxnSpPr/>
          <p:nvPr/>
        </p:nvCxnSpPr>
        <p:spPr bwMode="auto">
          <a:xfrm>
            <a:off x="505728" y="4402051"/>
            <a:ext cx="4811594" cy="0"/>
          </a:xfrm>
          <a:prstGeom prst="line">
            <a:avLst/>
          </a:prstGeom>
          <a:solidFill>
            <a:schemeClr val="accent1"/>
          </a:solidFill>
          <a:ln w="19050" cap="flat" cmpd="sng" algn="ctr">
            <a:solidFill>
              <a:schemeClr val="tx1"/>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213" name="Straight Connector 212"/>
          <p:cNvCxnSpPr/>
          <p:nvPr/>
        </p:nvCxnSpPr>
        <p:spPr bwMode="auto">
          <a:xfrm>
            <a:off x="404938" y="2002183"/>
            <a:ext cx="4811594" cy="0"/>
          </a:xfrm>
          <a:prstGeom prst="line">
            <a:avLst/>
          </a:prstGeom>
          <a:solidFill>
            <a:schemeClr val="accent1"/>
          </a:solidFill>
          <a:ln w="19050" cap="flat" cmpd="sng" algn="ctr">
            <a:solidFill>
              <a:schemeClr val="tx1"/>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sp>
        <p:nvSpPr>
          <p:cNvPr id="216" name="Oval 215"/>
          <p:cNvSpPr/>
          <p:nvPr/>
        </p:nvSpPr>
        <p:spPr>
          <a:xfrm rot="5400000">
            <a:off x="4128302" y="976031"/>
            <a:ext cx="631007" cy="1179425"/>
          </a:xfrm>
          <a:prstGeom prst="ellipse">
            <a:avLst/>
          </a:prstGeom>
          <a:solidFill>
            <a:schemeClr val="accent1">
              <a:lumMod val="60000"/>
              <a:lumOff val="40000"/>
            </a:schemeClr>
          </a:solidFill>
          <a:ln w="12700">
            <a:noFill/>
            <a:tailEnd type="arrow"/>
          </a:ln>
          <a:effectLst>
            <a:outerShdw blurRad="50800" dist="38100" dir="2700000" algn="tl" rotWithShape="0">
              <a:schemeClr val="accent1">
                <a:lumMod val="75000"/>
                <a:alpha val="43000"/>
              </a:schemeClr>
            </a:outerShdw>
          </a:effectLst>
        </p:spPr>
        <p:txBody>
          <a:bodyPr vert="horz" wrap="non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a:ln>
                <a:noFill/>
              </a:ln>
              <a:solidFill>
                <a:schemeClr val="tx1"/>
              </a:solidFill>
              <a:effectLst/>
              <a:latin typeface="Arial" charset="0"/>
            </a:endParaRPr>
          </a:p>
        </p:txBody>
      </p:sp>
      <p:sp>
        <p:nvSpPr>
          <p:cNvPr id="219" name="TextBox 218"/>
          <p:cNvSpPr txBox="1"/>
          <p:nvPr/>
        </p:nvSpPr>
        <p:spPr>
          <a:xfrm>
            <a:off x="4076818" y="3493314"/>
            <a:ext cx="1356273" cy="761234"/>
          </a:xfrm>
          <a:prstGeom prst="rect">
            <a:avLst/>
          </a:prstGeom>
          <a:noFill/>
        </p:spPr>
        <p:txBody>
          <a:bodyPr wrap="square" rtlCol="0">
            <a:spAutoFit/>
          </a:bodyPr>
          <a:lstStyle/>
          <a:p>
            <a:pPr>
              <a:lnSpc>
                <a:spcPct val="90000"/>
              </a:lnSpc>
            </a:pPr>
            <a:r>
              <a:rPr lang="en-US" sz="1600" dirty="0">
                <a:latin typeface="Arial"/>
                <a:cs typeface="Arial"/>
              </a:rPr>
              <a:t>ONOS</a:t>
            </a:r>
          </a:p>
          <a:p>
            <a:pPr>
              <a:lnSpc>
                <a:spcPct val="90000"/>
              </a:lnSpc>
            </a:pPr>
            <a:r>
              <a:rPr lang="en-US" sz="1600" dirty="0">
                <a:latin typeface="Arial"/>
                <a:cs typeface="Arial"/>
              </a:rPr>
              <a:t>distributed core</a:t>
            </a:r>
          </a:p>
        </p:txBody>
      </p:sp>
      <p:sp>
        <p:nvSpPr>
          <p:cNvPr id="181" name="TextBox 180"/>
          <p:cNvSpPr txBox="1"/>
          <p:nvPr/>
        </p:nvSpPr>
        <p:spPr>
          <a:xfrm>
            <a:off x="4012781" y="4621982"/>
            <a:ext cx="1610917" cy="761234"/>
          </a:xfrm>
          <a:prstGeom prst="rect">
            <a:avLst/>
          </a:prstGeom>
          <a:noFill/>
        </p:spPr>
        <p:txBody>
          <a:bodyPr wrap="square" rtlCol="0">
            <a:spAutoFit/>
          </a:bodyPr>
          <a:lstStyle/>
          <a:p>
            <a:pPr>
              <a:lnSpc>
                <a:spcPct val="90000"/>
              </a:lnSpc>
            </a:pPr>
            <a:r>
              <a:rPr lang="en-US" sz="1600" dirty="0">
                <a:latin typeface="Arial"/>
                <a:cs typeface="Arial"/>
              </a:rPr>
              <a:t>southbound abstractions,</a:t>
            </a:r>
          </a:p>
          <a:p>
            <a:pPr>
              <a:lnSpc>
                <a:spcPct val="90000"/>
              </a:lnSpc>
            </a:pPr>
            <a:r>
              <a:rPr lang="en-US" sz="1600" dirty="0">
                <a:latin typeface="Arial"/>
                <a:cs typeface="Arial"/>
              </a:rPr>
              <a:t>protocols</a:t>
            </a:r>
          </a:p>
        </p:txBody>
      </p:sp>
      <p:grpSp>
        <p:nvGrpSpPr>
          <p:cNvPr id="2" name="Group 1"/>
          <p:cNvGrpSpPr/>
          <p:nvPr/>
        </p:nvGrpSpPr>
        <p:grpSpPr>
          <a:xfrm>
            <a:off x="514814" y="5040198"/>
            <a:ext cx="1119818" cy="338554"/>
            <a:chOff x="1929852" y="4542126"/>
            <a:chExt cx="1119818" cy="338554"/>
          </a:xfrm>
        </p:grpSpPr>
        <p:sp>
          <p:nvSpPr>
            <p:cNvPr id="220" name="Rounded Rectangle 219"/>
            <p:cNvSpPr/>
            <p:nvPr/>
          </p:nvSpPr>
          <p:spPr>
            <a:xfrm>
              <a:off x="1951130" y="4566892"/>
              <a:ext cx="1062275" cy="298242"/>
            </a:xfrm>
            <a:prstGeom prst="roundRect">
              <a:avLst/>
            </a:prstGeom>
            <a:solidFill>
              <a:srgbClr val="008000"/>
            </a:solidFill>
            <a:ln w="12700">
              <a:solidFill>
                <a:schemeClr val="accent5">
                  <a:lumMod val="75000"/>
                </a:schemeClr>
              </a:solidFill>
              <a:prstDash val="solid"/>
            </a:ln>
            <a:effectLst>
              <a:outerShdw blurRad="50800" dist="38100" dir="2700000" algn="tl" rotWithShape="0">
                <a:srgbClr val="CCFFCC">
                  <a:alpha val="43000"/>
                </a:srgbClr>
              </a:outerShdw>
            </a:effectLst>
          </p:spPr>
          <p:txBody>
            <a:bodyPr vert="horz" wrap="non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en-US" sz="1600" b="0" i="0" u="none" strike="noStrike" cap="none" normalizeH="0" baseline="0">
                <a:ln>
                  <a:noFill/>
                </a:ln>
                <a:solidFill>
                  <a:schemeClr val="tx1"/>
                </a:solidFill>
                <a:effectLst/>
                <a:latin typeface="Arial"/>
                <a:cs typeface="Arial"/>
              </a:endParaRPr>
            </a:p>
          </p:txBody>
        </p:sp>
        <p:sp>
          <p:nvSpPr>
            <p:cNvPr id="8" name="TextBox 7"/>
            <p:cNvSpPr txBox="1"/>
            <p:nvPr/>
          </p:nvSpPr>
          <p:spPr>
            <a:xfrm>
              <a:off x="1929852" y="4542126"/>
              <a:ext cx="1119818" cy="338554"/>
            </a:xfrm>
            <a:prstGeom prst="rect">
              <a:avLst/>
            </a:prstGeom>
            <a:noFill/>
          </p:spPr>
          <p:txBody>
            <a:bodyPr wrap="none" rtlCol="0">
              <a:spAutoFit/>
            </a:bodyPr>
            <a:lstStyle/>
            <a:p>
              <a:r>
                <a:rPr lang="en-US" sz="1600" dirty="0">
                  <a:solidFill>
                    <a:schemeClr val="bg1"/>
                  </a:solidFill>
                  <a:latin typeface="Arial"/>
                  <a:cs typeface="Arial"/>
                </a:rPr>
                <a:t>OpenFlow</a:t>
              </a:r>
            </a:p>
          </p:txBody>
        </p:sp>
      </p:grpSp>
      <p:grpSp>
        <p:nvGrpSpPr>
          <p:cNvPr id="7" name="Group 6"/>
          <p:cNvGrpSpPr/>
          <p:nvPr/>
        </p:nvGrpSpPr>
        <p:grpSpPr>
          <a:xfrm>
            <a:off x="1726606" y="5041658"/>
            <a:ext cx="1062275" cy="338554"/>
            <a:chOff x="2774641" y="4248836"/>
            <a:chExt cx="1062275" cy="338554"/>
          </a:xfrm>
        </p:grpSpPr>
        <p:sp>
          <p:nvSpPr>
            <p:cNvPr id="223" name="Rounded Rectangle 222"/>
            <p:cNvSpPr/>
            <p:nvPr/>
          </p:nvSpPr>
          <p:spPr>
            <a:xfrm>
              <a:off x="2774641" y="4279216"/>
              <a:ext cx="1062275" cy="298242"/>
            </a:xfrm>
            <a:prstGeom prst="roundRect">
              <a:avLst/>
            </a:prstGeom>
            <a:solidFill>
              <a:srgbClr val="008000"/>
            </a:solidFill>
            <a:ln w="12700">
              <a:solidFill>
                <a:schemeClr val="accent5">
                  <a:lumMod val="75000"/>
                </a:schemeClr>
              </a:solidFill>
              <a:prstDash val="solid"/>
            </a:ln>
            <a:effectLst>
              <a:outerShdw blurRad="50800" dist="38100" dir="2700000" algn="tl" rotWithShape="0">
                <a:srgbClr val="CCFFCC">
                  <a:alpha val="43000"/>
                </a:srgbClr>
              </a:outerShdw>
            </a:effectLst>
          </p:spPr>
          <p:txBody>
            <a:bodyPr vert="horz" wrap="non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en-US" sz="1600" b="0" i="0" u="none" strike="noStrike" cap="none" normalizeH="0" baseline="0">
                <a:ln>
                  <a:noFill/>
                </a:ln>
                <a:solidFill>
                  <a:schemeClr val="tx1"/>
                </a:solidFill>
                <a:effectLst/>
                <a:latin typeface="Arial"/>
                <a:cs typeface="Arial"/>
              </a:endParaRPr>
            </a:p>
          </p:txBody>
        </p:sp>
        <p:sp>
          <p:nvSpPr>
            <p:cNvPr id="221" name="TextBox 220"/>
            <p:cNvSpPr txBox="1"/>
            <p:nvPr/>
          </p:nvSpPr>
          <p:spPr>
            <a:xfrm>
              <a:off x="2873106" y="4248836"/>
              <a:ext cx="902811" cy="338554"/>
            </a:xfrm>
            <a:prstGeom prst="rect">
              <a:avLst/>
            </a:prstGeom>
            <a:noFill/>
          </p:spPr>
          <p:txBody>
            <a:bodyPr wrap="none" rtlCol="0">
              <a:spAutoFit/>
            </a:bodyPr>
            <a:lstStyle/>
            <a:p>
              <a:r>
                <a:rPr lang="en-US" sz="1600" dirty="0">
                  <a:solidFill>
                    <a:schemeClr val="bg1"/>
                  </a:solidFill>
                  <a:latin typeface="Arial"/>
                  <a:cs typeface="Arial"/>
                </a:rPr>
                <a:t>Netconf</a:t>
              </a:r>
            </a:p>
          </p:txBody>
        </p:sp>
      </p:grpSp>
      <p:grpSp>
        <p:nvGrpSpPr>
          <p:cNvPr id="12" name="Group 11"/>
          <p:cNvGrpSpPr/>
          <p:nvPr/>
        </p:nvGrpSpPr>
        <p:grpSpPr>
          <a:xfrm>
            <a:off x="2979322" y="5053826"/>
            <a:ext cx="858974" cy="413739"/>
            <a:chOff x="4304185" y="4617263"/>
            <a:chExt cx="858974" cy="413739"/>
          </a:xfrm>
        </p:grpSpPr>
        <p:sp>
          <p:nvSpPr>
            <p:cNvPr id="222" name="Rounded Rectangle 221"/>
            <p:cNvSpPr/>
            <p:nvPr/>
          </p:nvSpPr>
          <p:spPr>
            <a:xfrm>
              <a:off x="4304185" y="4647691"/>
              <a:ext cx="858974" cy="298242"/>
            </a:xfrm>
            <a:prstGeom prst="roundRect">
              <a:avLst/>
            </a:prstGeom>
            <a:solidFill>
              <a:srgbClr val="008000"/>
            </a:solidFill>
            <a:ln w="12700">
              <a:solidFill>
                <a:schemeClr val="accent5">
                  <a:lumMod val="75000"/>
                </a:schemeClr>
              </a:solidFill>
              <a:prstDash val="solid"/>
            </a:ln>
            <a:effectLst>
              <a:outerShdw blurRad="50800" dist="38100" dir="2700000" algn="tl" rotWithShape="0">
                <a:srgbClr val="CCFFCC">
                  <a:alpha val="43000"/>
                </a:srgbClr>
              </a:outerShdw>
            </a:effectLst>
          </p:spPr>
          <p:txBody>
            <a:bodyPr vert="horz" wrap="non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en-US" sz="1600" b="0" i="0" u="none" strike="noStrike" cap="none" normalizeH="0" baseline="0">
                <a:ln>
                  <a:noFill/>
                </a:ln>
                <a:solidFill>
                  <a:schemeClr val="tx1"/>
                </a:solidFill>
                <a:effectLst/>
                <a:latin typeface="Arial"/>
                <a:cs typeface="Arial"/>
              </a:endParaRPr>
            </a:p>
          </p:txBody>
        </p:sp>
        <p:sp>
          <p:nvSpPr>
            <p:cNvPr id="265" name="TextBox 264"/>
            <p:cNvSpPr txBox="1"/>
            <p:nvPr/>
          </p:nvSpPr>
          <p:spPr>
            <a:xfrm>
              <a:off x="4307335" y="4617263"/>
              <a:ext cx="842600" cy="413739"/>
            </a:xfrm>
            <a:prstGeom prst="rect">
              <a:avLst/>
            </a:prstGeom>
            <a:noFill/>
          </p:spPr>
          <p:txBody>
            <a:bodyPr wrap="none" rtlCol="0">
              <a:spAutoFit/>
            </a:bodyPr>
            <a:lstStyle/>
            <a:p>
              <a:r>
                <a:rPr lang="en-US" sz="1600" dirty="0">
                  <a:solidFill>
                    <a:schemeClr val="bg1"/>
                  </a:solidFill>
                  <a:latin typeface="Arial"/>
                  <a:cs typeface="Arial"/>
                </a:rPr>
                <a:t>OVSDB</a:t>
              </a:r>
            </a:p>
          </p:txBody>
        </p:sp>
      </p:grpSp>
      <p:grpSp>
        <p:nvGrpSpPr>
          <p:cNvPr id="227" name="Group 226"/>
          <p:cNvGrpSpPr/>
          <p:nvPr/>
        </p:nvGrpSpPr>
        <p:grpSpPr>
          <a:xfrm>
            <a:off x="524833" y="4631710"/>
            <a:ext cx="777777" cy="338554"/>
            <a:chOff x="1929852" y="4542126"/>
            <a:chExt cx="1083553" cy="338554"/>
          </a:xfrm>
        </p:grpSpPr>
        <p:sp>
          <p:nvSpPr>
            <p:cNvPr id="228" name="Rounded Rectangle 227"/>
            <p:cNvSpPr/>
            <p:nvPr/>
          </p:nvSpPr>
          <p:spPr>
            <a:xfrm>
              <a:off x="1951130" y="4566892"/>
              <a:ext cx="1062275" cy="298242"/>
            </a:xfrm>
            <a:prstGeom prst="roundRect">
              <a:avLst/>
            </a:prstGeom>
            <a:solidFill>
              <a:srgbClr val="008000"/>
            </a:solidFill>
            <a:ln w="12700">
              <a:solidFill>
                <a:schemeClr val="accent5">
                  <a:lumMod val="75000"/>
                </a:schemeClr>
              </a:solidFill>
              <a:prstDash val="solid"/>
            </a:ln>
            <a:effectLst>
              <a:outerShdw blurRad="50800" dist="38100" dir="2700000" algn="tl" rotWithShape="0">
                <a:srgbClr val="CCFFCC">
                  <a:alpha val="43000"/>
                </a:srgbClr>
              </a:outerShdw>
            </a:effectLst>
          </p:spPr>
          <p:txBody>
            <a:bodyPr vert="horz" wrap="non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en-US" sz="1600" b="0" i="0" u="none" strike="noStrike" cap="none" normalizeH="0" baseline="0">
                <a:ln>
                  <a:noFill/>
                </a:ln>
                <a:solidFill>
                  <a:schemeClr val="tx1"/>
                </a:solidFill>
                <a:effectLst/>
                <a:latin typeface="Arial"/>
                <a:cs typeface="Arial"/>
              </a:endParaRPr>
            </a:p>
          </p:txBody>
        </p:sp>
        <p:sp>
          <p:nvSpPr>
            <p:cNvPr id="229" name="TextBox 228"/>
            <p:cNvSpPr txBox="1"/>
            <p:nvPr/>
          </p:nvSpPr>
          <p:spPr>
            <a:xfrm>
              <a:off x="1929852" y="4542126"/>
              <a:ext cx="777777" cy="338554"/>
            </a:xfrm>
            <a:prstGeom prst="rect">
              <a:avLst/>
            </a:prstGeom>
            <a:noFill/>
          </p:spPr>
          <p:txBody>
            <a:bodyPr wrap="none" rtlCol="0">
              <a:spAutoFit/>
            </a:bodyPr>
            <a:lstStyle/>
            <a:p>
              <a:r>
                <a:rPr lang="en-US" sz="1600" dirty="0">
                  <a:solidFill>
                    <a:schemeClr val="bg1"/>
                  </a:solidFill>
                  <a:latin typeface="Arial"/>
                  <a:cs typeface="Arial"/>
                </a:rPr>
                <a:t>device</a:t>
              </a:r>
            </a:p>
          </p:txBody>
        </p:sp>
      </p:grpSp>
      <p:grpSp>
        <p:nvGrpSpPr>
          <p:cNvPr id="230" name="Group 229"/>
          <p:cNvGrpSpPr/>
          <p:nvPr/>
        </p:nvGrpSpPr>
        <p:grpSpPr>
          <a:xfrm>
            <a:off x="1356003" y="4629752"/>
            <a:ext cx="573691" cy="338554"/>
            <a:chOff x="1951130" y="4538598"/>
            <a:chExt cx="1062275" cy="338554"/>
          </a:xfrm>
        </p:grpSpPr>
        <p:sp>
          <p:nvSpPr>
            <p:cNvPr id="231" name="Rounded Rectangle 230"/>
            <p:cNvSpPr/>
            <p:nvPr/>
          </p:nvSpPr>
          <p:spPr>
            <a:xfrm>
              <a:off x="1951130" y="4566892"/>
              <a:ext cx="1062275" cy="298242"/>
            </a:xfrm>
            <a:prstGeom prst="roundRect">
              <a:avLst/>
            </a:prstGeom>
            <a:solidFill>
              <a:srgbClr val="008000"/>
            </a:solidFill>
            <a:ln w="12700">
              <a:solidFill>
                <a:schemeClr val="accent5">
                  <a:lumMod val="75000"/>
                </a:schemeClr>
              </a:solidFill>
              <a:prstDash val="solid"/>
            </a:ln>
            <a:effectLst>
              <a:outerShdw blurRad="50800" dist="38100" dir="2700000" algn="tl" rotWithShape="0">
                <a:srgbClr val="CCFFCC">
                  <a:alpha val="43000"/>
                </a:srgbClr>
              </a:outerShdw>
            </a:effectLst>
          </p:spPr>
          <p:txBody>
            <a:bodyPr vert="horz" wrap="non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en-US" sz="1600" b="0" i="0" u="none" strike="noStrike" cap="none" normalizeH="0" baseline="0">
                <a:ln>
                  <a:noFill/>
                </a:ln>
                <a:solidFill>
                  <a:schemeClr val="tx1"/>
                </a:solidFill>
                <a:effectLst/>
                <a:latin typeface="Arial"/>
                <a:cs typeface="Arial"/>
              </a:endParaRPr>
            </a:p>
          </p:txBody>
        </p:sp>
        <p:sp>
          <p:nvSpPr>
            <p:cNvPr id="232" name="TextBox 231"/>
            <p:cNvSpPr txBox="1"/>
            <p:nvPr/>
          </p:nvSpPr>
          <p:spPr>
            <a:xfrm>
              <a:off x="2014708" y="4538598"/>
              <a:ext cx="703908" cy="338554"/>
            </a:xfrm>
            <a:prstGeom prst="rect">
              <a:avLst/>
            </a:prstGeom>
            <a:noFill/>
          </p:spPr>
          <p:txBody>
            <a:bodyPr wrap="none" rtlCol="0">
              <a:spAutoFit/>
            </a:bodyPr>
            <a:lstStyle/>
            <a:p>
              <a:r>
                <a:rPr lang="en-US" sz="1600" dirty="0">
                  <a:solidFill>
                    <a:schemeClr val="bg1"/>
                  </a:solidFill>
                  <a:latin typeface="Arial"/>
                  <a:cs typeface="Arial"/>
                </a:rPr>
                <a:t>link</a:t>
              </a:r>
            </a:p>
          </p:txBody>
        </p:sp>
      </p:grpSp>
      <p:grpSp>
        <p:nvGrpSpPr>
          <p:cNvPr id="233" name="Group 232"/>
          <p:cNvGrpSpPr/>
          <p:nvPr/>
        </p:nvGrpSpPr>
        <p:grpSpPr>
          <a:xfrm>
            <a:off x="1964566" y="4630736"/>
            <a:ext cx="561323" cy="338554"/>
            <a:chOff x="1921370" y="4542126"/>
            <a:chExt cx="1092035" cy="338554"/>
          </a:xfrm>
        </p:grpSpPr>
        <p:sp>
          <p:nvSpPr>
            <p:cNvPr id="234" name="Rounded Rectangle 233"/>
            <p:cNvSpPr/>
            <p:nvPr/>
          </p:nvSpPr>
          <p:spPr>
            <a:xfrm>
              <a:off x="1951130" y="4566892"/>
              <a:ext cx="1062275" cy="298242"/>
            </a:xfrm>
            <a:prstGeom prst="roundRect">
              <a:avLst/>
            </a:prstGeom>
            <a:solidFill>
              <a:srgbClr val="008000"/>
            </a:solidFill>
            <a:ln w="12700">
              <a:solidFill>
                <a:schemeClr val="accent5">
                  <a:lumMod val="75000"/>
                </a:schemeClr>
              </a:solidFill>
              <a:prstDash val="solid"/>
            </a:ln>
            <a:effectLst>
              <a:outerShdw blurRad="50800" dist="38100" dir="2700000" algn="tl" rotWithShape="0">
                <a:srgbClr val="CCFFCC">
                  <a:alpha val="43000"/>
                </a:srgbClr>
              </a:outerShdw>
            </a:effectLst>
          </p:spPr>
          <p:txBody>
            <a:bodyPr vert="horz" wrap="non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en-US" sz="1600" b="0" i="0" u="none" strike="noStrike" cap="none" normalizeH="0" baseline="0">
                <a:ln>
                  <a:noFill/>
                </a:ln>
                <a:solidFill>
                  <a:schemeClr val="tx1"/>
                </a:solidFill>
                <a:effectLst/>
                <a:latin typeface="Arial"/>
                <a:cs typeface="Arial"/>
              </a:endParaRPr>
            </a:p>
          </p:txBody>
        </p:sp>
        <p:sp>
          <p:nvSpPr>
            <p:cNvPr id="235" name="TextBox 234"/>
            <p:cNvSpPr txBox="1"/>
            <p:nvPr/>
          </p:nvSpPr>
          <p:spPr>
            <a:xfrm>
              <a:off x="1921370" y="4542126"/>
              <a:ext cx="797563" cy="338554"/>
            </a:xfrm>
            <a:prstGeom prst="rect">
              <a:avLst/>
            </a:prstGeom>
            <a:noFill/>
          </p:spPr>
          <p:txBody>
            <a:bodyPr wrap="none" rtlCol="0">
              <a:spAutoFit/>
            </a:bodyPr>
            <a:lstStyle/>
            <a:p>
              <a:r>
                <a:rPr lang="en-US" sz="1600" dirty="0">
                  <a:solidFill>
                    <a:schemeClr val="bg1"/>
                  </a:solidFill>
                  <a:latin typeface="Arial"/>
                  <a:cs typeface="Arial"/>
                </a:rPr>
                <a:t>host</a:t>
              </a:r>
            </a:p>
          </p:txBody>
        </p:sp>
      </p:grpSp>
      <p:grpSp>
        <p:nvGrpSpPr>
          <p:cNvPr id="236" name="Group 235"/>
          <p:cNvGrpSpPr/>
          <p:nvPr/>
        </p:nvGrpSpPr>
        <p:grpSpPr>
          <a:xfrm>
            <a:off x="2571425" y="4630736"/>
            <a:ext cx="533020" cy="338554"/>
            <a:chOff x="1933590" y="4542126"/>
            <a:chExt cx="1079815" cy="338554"/>
          </a:xfrm>
        </p:grpSpPr>
        <p:sp>
          <p:nvSpPr>
            <p:cNvPr id="237" name="Rounded Rectangle 236"/>
            <p:cNvSpPr/>
            <p:nvPr/>
          </p:nvSpPr>
          <p:spPr>
            <a:xfrm>
              <a:off x="1951130" y="4566892"/>
              <a:ext cx="1062275" cy="298242"/>
            </a:xfrm>
            <a:prstGeom prst="roundRect">
              <a:avLst/>
            </a:prstGeom>
            <a:solidFill>
              <a:srgbClr val="008000"/>
            </a:solidFill>
            <a:ln w="12700">
              <a:solidFill>
                <a:schemeClr val="accent5">
                  <a:lumMod val="75000"/>
                </a:schemeClr>
              </a:solidFill>
              <a:prstDash val="solid"/>
            </a:ln>
            <a:effectLst>
              <a:outerShdw blurRad="50800" dist="38100" dir="2700000" algn="tl" rotWithShape="0">
                <a:srgbClr val="CCFFCC">
                  <a:alpha val="43000"/>
                </a:srgbClr>
              </a:outerShdw>
            </a:effectLst>
          </p:spPr>
          <p:txBody>
            <a:bodyPr vert="horz" wrap="non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en-US" sz="1600" b="0" i="0" u="none" strike="noStrike" cap="none" normalizeH="0" baseline="0">
                <a:ln>
                  <a:noFill/>
                </a:ln>
                <a:solidFill>
                  <a:schemeClr val="tx1"/>
                </a:solidFill>
                <a:effectLst/>
                <a:latin typeface="Arial"/>
                <a:cs typeface="Arial"/>
              </a:endParaRPr>
            </a:p>
          </p:txBody>
        </p:sp>
        <p:sp>
          <p:nvSpPr>
            <p:cNvPr id="238" name="TextBox 237"/>
            <p:cNvSpPr txBox="1"/>
            <p:nvPr/>
          </p:nvSpPr>
          <p:spPr>
            <a:xfrm>
              <a:off x="1933590" y="4542126"/>
              <a:ext cx="765598" cy="338554"/>
            </a:xfrm>
            <a:prstGeom prst="rect">
              <a:avLst/>
            </a:prstGeom>
            <a:noFill/>
          </p:spPr>
          <p:txBody>
            <a:bodyPr wrap="none" rtlCol="0">
              <a:spAutoFit/>
            </a:bodyPr>
            <a:lstStyle/>
            <a:p>
              <a:r>
                <a:rPr lang="en-US" sz="1600" dirty="0">
                  <a:solidFill>
                    <a:schemeClr val="bg1"/>
                  </a:solidFill>
                  <a:latin typeface="Arial"/>
                  <a:cs typeface="Arial"/>
                </a:rPr>
                <a:t>flow</a:t>
              </a:r>
            </a:p>
          </p:txBody>
        </p:sp>
      </p:grpSp>
      <p:grpSp>
        <p:nvGrpSpPr>
          <p:cNvPr id="239" name="Group 238"/>
          <p:cNvGrpSpPr/>
          <p:nvPr/>
        </p:nvGrpSpPr>
        <p:grpSpPr>
          <a:xfrm>
            <a:off x="3122581" y="4615304"/>
            <a:ext cx="768563" cy="341965"/>
            <a:chOff x="1907908" y="4523169"/>
            <a:chExt cx="1105497" cy="341965"/>
          </a:xfrm>
        </p:grpSpPr>
        <p:sp>
          <p:nvSpPr>
            <p:cNvPr id="240" name="Rounded Rectangle 239"/>
            <p:cNvSpPr/>
            <p:nvPr/>
          </p:nvSpPr>
          <p:spPr>
            <a:xfrm>
              <a:off x="1951130" y="4566892"/>
              <a:ext cx="1062275" cy="298242"/>
            </a:xfrm>
            <a:prstGeom prst="roundRect">
              <a:avLst/>
            </a:prstGeom>
            <a:solidFill>
              <a:srgbClr val="008000"/>
            </a:solidFill>
            <a:ln w="12700">
              <a:solidFill>
                <a:schemeClr val="accent5">
                  <a:lumMod val="75000"/>
                </a:schemeClr>
              </a:solidFill>
              <a:prstDash val="solid"/>
            </a:ln>
            <a:effectLst>
              <a:outerShdw blurRad="50800" dist="38100" dir="2700000" algn="tl" rotWithShape="0">
                <a:srgbClr val="CCFFCC">
                  <a:alpha val="43000"/>
                </a:srgbClr>
              </a:outerShdw>
            </a:effectLst>
          </p:spPr>
          <p:txBody>
            <a:bodyPr vert="horz" wrap="non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en-US" sz="1600" b="0" i="0" u="none" strike="noStrike" cap="none" normalizeH="0" baseline="0">
                <a:ln>
                  <a:noFill/>
                </a:ln>
                <a:solidFill>
                  <a:schemeClr val="tx1"/>
                </a:solidFill>
                <a:effectLst/>
                <a:latin typeface="Arial"/>
                <a:cs typeface="Arial"/>
              </a:endParaRPr>
            </a:p>
          </p:txBody>
        </p:sp>
        <p:sp>
          <p:nvSpPr>
            <p:cNvPr id="241" name="TextBox 240"/>
            <p:cNvSpPr txBox="1"/>
            <p:nvPr/>
          </p:nvSpPr>
          <p:spPr>
            <a:xfrm>
              <a:off x="1907908" y="4523169"/>
              <a:ext cx="1099465" cy="338554"/>
            </a:xfrm>
            <a:prstGeom prst="rect">
              <a:avLst/>
            </a:prstGeom>
            <a:noFill/>
          </p:spPr>
          <p:txBody>
            <a:bodyPr wrap="none" rtlCol="0">
              <a:spAutoFit/>
            </a:bodyPr>
            <a:lstStyle/>
            <a:p>
              <a:r>
                <a:rPr lang="en-US" sz="1600" dirty="0">
                  <a:solidFill>
                    <a:schemeClr val="bg1"/>
                  </a:solidFill>
                  <a:latin typeface="Arial"/>
                  <a:cs typeface="Arial"/>
                </a:rPr>
                <a:t>packet</a:t>
              </a:r>
            </a:p>
          </p:txBody>
        </p:sp>
      </p:grpSp>
      <p:sp>
        <p:nvSpPr>
          <p:cNvPr id="243" name="TextBox 242"/>
          <p:cNvSpPr txBox="1"/>
          <p:nvPr/>
        </p:nvSpPr>
        <p:spPr>
          <a:xfrm>
            <a:off x="3905769" y="2005996"/>
            <a:ext cx="1610917" cy="761234"/>
          </a:xfrm>
          <a:prstGeom prst="rect">
            <a:avLst/>
          </a:prstGeom>
          <a:noFill/>
        </p:spPr>
        <p:txBody>
          <a:bodyPr wrap="square" rtlCol="0">
            <a:spAutoFit/>
          </a:bodyPr>
          <a:lstStyle/>
          <a:p>
            <a:pPr>
              <a:lnSpc>
                <a:spcPct val="90000"/>
              </a:lnSpc>
            </a:pPr>
            <a:r>
              <a:rPr lang="en-US" sz="1600" dirty="0">
                <a:latin typeface="Arial"/>
                <a:cs typeface="Arial"/>
              </a:rPr>
              <a:t>northbound abstractions,</a:t>
            </a:r>
          </a:p>
          <a:p>
            <a:pPr>
              <a:lnSpc>
                <a:spcPct val="90000"/>
              </a:lnSpc>
            </a:pPr>
            <a:r>
              <a:rPr lang="en-US" sz="1600" dirty="0">
                <a:latin typeface="Arial"/>
                <a:cs typeface="Arial"/>
              </a:rPr>
              <a:t>protocols</a:t>
            </a:r>
          </a:p>
        </p:txBody>
      </p:sp>
      <p:grpSp>
        <p:nvGrpSpPr>
          <p:cNvPr id="245" name="Group 244"/>
          <p:cNvGrpSpPr/>
          <p:nvPr/>
        </p:nvGrpSpPr>
        <p:grpSpPr>
          <a:xfrm>
            <a:off x="2270558" y="2244682"/>
            <a:ext cx="1362970" cy="375164"/>
            <a:chOff x="2793562" y="3559145"/>
            <a:chExt cx="1457313" cy="375164"/>
          </a:xfrm>
        </p:grpSpPr>
        <p:sp>
          <p:nvSpPr>
            <p:cNvPr id="246" name="Rounded Rectangle 245"/>
            <p:cNvSpPr/>
            <p:nvPr/>
          </p:nvSpPr>
          <p:spPr>
            <a:xfrm>
              <a:off x="2793562" y="3559145"/>
              <a:ext cx="1457313" cy="375164"/>
            </a:xfrm>
            <a:prstGeom prst="roundRect">
              <a:avLst/>
            </a:prstGeom>
            <a:solidFill>
              <a:srgbClr val="008000"/>
            </a:solidFill>
            <a:ln w="12700">
              <a:solidFill>
                <a:schemeClr val="accent5">
                  <a:lumMod val="75000"/>
                </a:schemeClr>
              </a:solidFill>
            </a:ln>
            <a:effectLst>
              <a:outerShdw blurRad="50800" dist="38100" dir="2700000" algn="tl" rotWithShape="0">
                <a:srgbClr val="000000">
                  <a:alpha val="43000"/>
                </a:srgbClr>
              </a:outerShdw>
            </a:effectLst>
          </p:spPr>
          <p:txBody>
            <a:bodyPr vert="horz" wrap="non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en-US" sz="1600" b="0" i="0" u="none" strike="noStrike" cap="none" normalizeH="0" baseline="0">
                <a:ln>
                  <a:noFill/>
                </a:ln>
                <a:solidFill>
                  <a:schemeClr val="tx1"/>
                </a:solidFill>
                <a:effectLst/>
                <a:latin typeface="Arial"/>
                <a:cs typeface="Arial"/>
              </a:endParaRPr>
            </a:p>
          </p:txBody>
        </p:sp>
        <p:sp>
          <p:nvSpPr>
            <p:cNvPr id="247" name="TextBox 246"/>
            <p:cNvSpPr txBox="1"/>
            <p:nvPr/>
          </p:nvSpPr>
          <p:spPr>
            <a:xfrm>
              <a:off x="3085361" y="3583293"/>
              <a:ext cx="895069" cy="330860"/>
            </a:xfrm>
            <a:prstGeom prst="rect">
              <a:avLst/>
            </a:prstGeom>
            <a:noFill/>
          </p:spPr>
          <p:txBody>
            <a:bodyPr wrap="square" rtlCol="0">
              <a:spAutoFit/>
            </a:bodyPr>
            <a:lstStyle/>
            <a:p>
              <a:pPr>
                <a:lnSpc>
                  <a:spcPts val="1800"/>
                </a:lnSpc>
              </a:pPr>
              <a:r>
                <a:rPr lang="en-US" sz="1600" dirty="0">
                  <a:solidFill>
                    <a:schemeClr val="bg1"/>
                  </a:solidFill>
                  <a:latin typeface="Arial"/>
                  <a:cs typeface="Arial"/>
                </a:rPr>
                <a:t>Intent</a:t>
              </a:r>
            </a:p>
          </p:txBody>
        </p:sp>
      </p:grpSp>
      <p:grpSp>
        <p:nvGrpSpPr>
          <p:cNvPr id="248" name="Group 247"/>
          <p:cNvGrpSpPr/>
          <p:nvPr/>
        </p:nvGrpSpPr>
        <p:grpSpPr>
          <a:xfrm>
            <a:off x="2879342" y="3577951"/>
            <a:ext cx="971340" cy="459826"/>
            <a:chOff x="3067713" y="457817"/>
            <a:chExt cx="1563748" cy="459826"/>
          </a:xfrm>
        </p:grpSpPr>
        <p:sp>
          <p:nvSpPr>
            <p:cNvPr id="249" name="Rounded Rectangle 248"/>
            <p:cNvSpPr/>
            <p:nvPr/>
          </p:nvSpPr>
          <p:spPr>
            <a:xfrm>
              <a:off x="3128876" y="457817"/>
              <a:ext cx="1432326" cy="459826"/>
            </a:xfrm>
            <a:prstGeom prst="roundRect">
              <a:avLst/>
            </a:prstGeom>
            <a:solidFill>
              <a:schemeClr val="accent1">
                <a:lumMod val="60000"/>
                <a:lumOff val="40000"/>
              </a:schemeClr>
            </a:solidFill>
            <a:ln w="12700">
              <a:solidFill>
                <a:schemeClr val="accent1">
                  <a:lumMod val="20000"/>
                  <a:lumOff val="80000"/>
                </a:schemeClr>
              </a:solidFill>
            </a:ln>
            <a:effectLst>
              <a:outerShdw blurRad="50800" dist="38100" dir="2700000" algn="tl" rotWithShape="0">
                <a:schemeClr val="accent1">
                  <a:lumMod val="75000"/>
                  <a:alpha val="99000"/>
                </a:schemeClr>
              </a:outerShdw>
            </a:effectLst>
          </p:spPr>
          <p:txBody>
            <a:bodyPr vert="horz" wrap="non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a:ln>
                  <a:noFill/>
                </a:ln>
                <a:solidFill>
                  <a:schemeClr val="tx1"/>
                </a:solidFill>
                <a:effectLst/>
                <a:latin typeface="Arial" charset="0"/>
              </a:endParaRPr>
            </a:p>
          </p:txBody>
        </p:sp>
        <p:sp>
          <p:nvSpPr>
            <p:cNvPr id="250" name="TextBox 249"/>
            <p:cNvSpPr txBox="1"/>
            <p:nvPr/>
          </p:nvSpPr>
          <p:spPr>
            <a:xfrm>
              <a:off x="3067713" y="541671"/>
              <a:ext cx="1563748" cy="304357"/>
            </a:xfrm>
            <a:prstGeom prst="rect">
              <a:avLst/>
            </a:prstGeom>
            <a:noFill/>
          </p:spPr>
          <p:txBody>
            <a:bodyPr wrap="none" rtlCol="0">
              <a:spAutoFit/>
            </a:bodyPr>
            <a:lstStyle/>
            <a:p>
              <a:pPr algn="ctr">
                <a:lnSpc>
                  <a:spcPts val="1600"/>
                </a:lnSpc>
              </a:pPr>
              <a:r>
                <a:rPr lang="en-US" sz="1600" dirty="0">
                  <a:latin typeface="Arial"/>
                  <a:cs typeface="Arial"/>
                </a:rPr>
                <a:t>statistics</a:t>
              </a:r>
              <a:endParaRPr lang="en-US" sz="1400" dirty="0">
                <a:latin typeface="Arial"/>
                <a:cs typeface="Arial"/>
              </a:endParaRPr>
            </a:p>
          </p:txBody>
        </p:sp>
      </p:grpSp>
      <p:grpSp>
        <p:nvGrpSpPr>
          <p:cNvPr id="251" name="Group 250"/>
          <p:cNvGrpSpPr/>
          <p:nvPr/>
        </p:nvGrpSpPr>
        <p:grpSpPr>
          <a:xfrm>
            <a:off x="637141" y="3564396"/>
            <a:ext cx="889706" cy="459826"/>
            <a:chOff x="3128876" y="457817"/>
            <a:chExt cx="1432326" cy="459826"/>
          </a:xfrm>
        </p:grpSpPr>
        <p:sp>
          <p:nvSpPr>
            <p:cNvPr id="252" name="Rounded Rectangle 251"/>
            <p:cNvSpPr/>
            <p:nvPr/>
          </p:nvSpPr>
          <p:spPr>
            <a:xfrm>
              <a:off x="3128876" y="457817"/>
              <a:ext cx="1432326" cy="459826"/>
            </a:xfrm>
            <a:prstGeom prst="roundRect">
              <a:avLst/>
            </a:prstGeom>
            <a:solidFill>
              <a:schemeClr val="accent1">
                <a:lumMod val="60000"/>
                <a:lumOff val="40000"/>
              </a:schemeClr>
            </a:solidFill>
            <a:ln w="12700">
              <a:solidFill>
                <a:schemeClr val="accent1">
                  <a:lumMod val="20000"/>
                  <a:lumOff val="80000"/>
                </a:schemeClr>
              </a:solidFill>
            </a:ln>
            <a:effectLst>
              <a:outerShdw blurRad="50800" dist="38100" dir="2700000" algn="tl" rotWithShape="0">
                <a:schemeClr val="accent1">
                  <a:lumMod val="75000"/>
                  <a:alpha val="99000"/>
                </a:schemeClr>
              </a:outerShdw>
            </a:effectLst>
          </p:spPr>
          <p:txBody>
            <a:bodyPr vert="horz" wrap="non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a:ln>
                  <a:noFill/>
                </a:ln>
                <a:solidFill>
                  <a:schemeClr val="tx1"/>
                </a:solidFill>
                <a:effectLst/>
                <a:latin typeface="Arial" charset="0"/>
              </a:endParaRPr>
            </a:p>
          </p:txBody>
        </p:sp>
        <p:sp>
          <p:nvSpPr>
            <p:cNvPr id="255" name="TextBox 254"/>
            <p:cNvSpPr txBox="1"/>
            <p:nvPr/>
          </p:nvSpPr>
          <p:spPr>
            <a:xfrm>
              <a:off x="3140940" y="541671"/>
              <a:ext cx="1417294" cy="304357"/>
            </a:xfrm>
            <a:prstGeom prst="rect">
              <a:avLst/>
            </a:prstGeom>
            <a:noFill/>
          </p:spPr>
          <p:txBody>
            <a:bodyPr wrap="none" rtlCol="0">
              <a:spAutoFit/>
            </a:bodyPr>
            <a:lstStyle/>
            <a:p>
              <a:pPr algn="ctr">
                <a:lnSpc>
                  <a:spcPts val="1600"/>
                </a:lnSpc>
              </a:pPr>
              <a:r>
                <a:rPr lang="en-US" sz="1600" dirty="0">
                  <a:latin typeface="Arial"/>
                  <a:cs typeface="Arial"/>
                </a:rPr>
                <a:t>devices</a:t>
              </a:r>
              <a:endParaRPr lang="en-US" sz="1400" dirty="0">
                <a:latin typeface="Arial"/>
                <a:cs typeface="Arial"/>
              </a:endParaRPr>
            </a:p>
          </p:txBody>
        </p:sp>
      </p:grpSp>
      <p:grpSp>
        <p:nvGrpSpPr>
          <p:cNvPr id="259" name="Group 258"/>
          <p:cNvGrpSpPr/>
          <p:nvPr/>
        </p:nvGrpSpPr>
        <p:grpSpPr>
          <a:xfrm>
            <a:off x="648682" y="3004281"/>
            <a:ext cx="889706" cy="459826"/>
            <a:chOff x="3128876" y="457817"/>
            <a:chExt cx="1432326" cy="459826"/>
          </a:xfrm>
        </p:grpSpPr>
        <p:sp>
          <p:nvSpPr>
            <p:cNvPr id="260" name="Rounded Rectangle 259"/>
            <p:cNvSpPr/>
            <p:nvPr/>
          </p:nvSpPr>
          <p:spPr>
            <a:xfrm>
              <a:off x="3128876" y="457817"/>
              <a:ext cx="1432326" cy="459826"/>
            </a:xfrm>
            <a:prstGeom prst="roundRect">
              <a:avLst/>
            </a:prstGeom>
            <a:solidFill>
              <a:schemeClr val="accent1">
                <a:lumMod val="60000"/>
                <a:lumOff val="40000"/>
              </a:schemeClr>
            </a:solidFill>
            <a:ln w="12700">
              <a:solidFill>
                <a:schemeClr val="accent1">
                  <a:lumMod val="20000"/>
                  <a:lumOff val="80000"/>
                </a:schemeClr>
              </a:solidFill>
            </a:ln>
            <a:effectLst>
              <a:outerShdw blurRad="50800" dist="38100" dir="2700000" algn="tl" rotWithShape="0">
                <a:schemeClr val="accent1">
                  <a:lumMod val="75000"/>
                  <a:alpha val="99000"/>
                </a:schemeClr>
              </a:outerShdw>
            </a:effectLst>
          </p:spPr>
          <p:txBody>
            <a:bodyPr vert="horz" wrap="non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a:ln>
                  <a:noFill/>
                </a:ln>
                <a:solidFill>
                  <a:schemeClr val="tx1"/>
                </a:solidFill>
                <a:effectLst/>
                <a:latin typeface="Arial" charset="0"/>
              </a:endParaRPr>
            </a:p>
          </p:txBody>
        </p:sp>
        <p:sp>
          <p:nvSpPr>
            <p:cNvPr id="261" name="TextBox 260"/>
            <p:cNvSpPr txBox="1"/>
            <p:nvPr/>
          </p:nvSpPr>
          <p:spPr>
            <a:xfrm>
              <a:off x="3306184" y="541671"/>
              <a:ext cx="1086810" cy="304357"/>
            </a:xfrm>
            <a:prstGeom prst="rect">
              <a:avLst/>
            </a:prstGeom>
            <a:noFill/>
          </p:spPr>
          <p:txBody>
            <a:bodyPr wrap="none" rtlCol="0">
              <a:spAutoFit/>
            </a:bodyPr>
            <a:lstStyle/>
            <a:p>
              <a:pPr algn="ctr">
                <a:lnSpc>
                  <a:spcPts val="1600"/>
                </a:lnSpc>
              </a:pPr>
              <a:r>
                <a:rPr lang="en-US" sz="1600" dirty="0">
                  <a:latin typeface="Arial"/>
                  <a:cs typeface="Arial"/>
                </a:rPr>
                <a:t>hosts</a:t>
              </a:r>
              <a:endParaRPr lang="en-US" sz="1400" dirty="0">
                <a:latin typeface="Arial"/>
                <a:cs typeface="Arial"/>
              </a:endParaRPr>
            </a:p>
          </p:txBody>
        </p:sp>
      </p:grpSp>
      <p:grpSp>
        <p:nvGrpSpPr>
          <p:cNvPr id="266" name="Group 265"/>
          <p:cNvGrpSpPr/>
          <p:nvPr/>
        </p:nvGrpSpPr>
        <p:grpSpPr>
          <a:xfrm>
            <a:off x="1778595" y="3564396"/>
            <a:ext cx="889706" cy="459826"/>
            <a:chOff x="3128876" y="457817"/>
            <a:chExt cx="1432326" cy="459826"/>
          </a:xfrm>
        </p:grpSpPr>
        <p:sp>
          <p:nvSpPr>
            <p:cNvPr id="267" name="Rounded Rectangle 266"/>
            <p:cNvSpPr/>
            <p:nvPr/>
          </p:nvSpPr>
          <p:spPr>
            <a:xfrm>
              <a:off x="3128876" y="457817"/>
              <a:ext cx="1432326" cy="459826"/>
            </a:xfrm>
            <a:prstGeom prst="roundRect">
              <a:avLst/>
            </a:prstGeom>
            <a:solidFill>
              <a:schemeClr val="accent1">
                <a:lumMod val="60000"/>
                <a:lumOff val="40000"/>
              </a:schemeClr>
            </a:solidFill>
            <a:ln w="12700">
              <a:solidFill>
                <a:schemeClr val="accent1">
                  <a:lumMod val="20000"/>
                  <a:lumOff val="80000"/>
                </a:schemeClr>
              </a:solidFill>
            </a:ln>
            <a:effectLst>
              <a:outerShdw blurRad="50800" dist="38100" dir="2700000" algn="tl" rotWithShape="0">
                <a:schemeClr val="accent1">
                  <a:lumMod val="75000"/>
                  <a:alpha val="99000"/>
                </a:schemeClr>
              </a:outerShdw>
            </a:effectLst>
          </p:spPr>
          <p:txBody>
            <a:bodyPr vert="horz" wrap="non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a:ln>
                  <a:noFill/>
                </a:ln>
                <a:solidFill>
                  <a:schemeClr val="tx1"/>
                </a:solidFill>
                <a:effectLst/>
                <a:latin typeface="Arial" charset="0"/>
              </a:endParaRPr>
            </a:p>
          </p:txBody>
        </p:sp>
        <p:sp>
          <p:nvSpPr>
            <p:cNvPr id="268" name="TextBox 267"/>
            <p:cNvSpPr txBox="1"/>
            <p:nvPr/>
          </p:nvSpPr>
          <p:spPr>
            <a:xfrm>
              <a:off x="3370539" y="541671"/>
              <a:ext cx="958100" cy="304357"/>
            </a:xfrm>
            <a:prstGeom prst="rect">
              <a:avLst/>
            </a:prstGeom>
            <a:noFill/>
          </p:spPr>
          <p:txBody>
            <a:bodyPr wrap="none" rtlCol="0">
              <a:spAutoFit/>
            </a:bodyPr>
            <a:lstStyle/>
            <a:p>
              <a:pPr algn="ctr">
                <a:lnSpc>
                  <a:spcPts val="1600"/>
                </a:lnSpc>
              </a:pPr>
              <a:r>
                <a:rPr lang="en-US" sz="1600" dirty="0">
                  <a:latin typeface="Arial"/>
                  <a:cs typeface="Arial"/>
                </a:rPr>
                <a:t>links</a:t>
              </a:r>
              <a:endParaRPr lang="en-US" sz="1400" dirty="0">
                <a:latin typeface="Arial"/>
                <a:cs typeface="Arial"/>
              </a:endParaRPr>
            </a:p>
          </p:txBody>
        </p:sp>
      </p:grpSp>
      <p:grpSp>
        <p:nvGrpSpPr>
          <p:cNvPr id="269" name="Group 268"/>
          <p:cNvGrpSpPr/>
          <p:nvPr/>
        </p:nvGrpSpPr>
        <p:grpSpPr>
          <a:xfrm>
            <a:off x="1778595" y="3004281"/>
            <a:ext cx="889706" cy="459826"/>
            <a:chOff x="3128876" y="457817"/>
            <a:chExt cx="1432326" cy="459826"/>
          </a:xfrm>
        </p:grpSpPr>
        <p:sp>
          <p:nvSpPr>
            <p:cNvPr id="270" name="Rounded Rectangle 269"/>
            <p:cNvSpPr/>
            <p:nvPr/>
          </p:nvSpPr>
          <p:spPr>
            <a:xfrm>
              <a:off x="3128876" y="457817"/>
              <a:ext cx="1432326" cy="459826"/>
            </a:xfrm>
            <a:prstGeom prst="roundRect">
              <a:avLst/>
            </a:prstGeom>
            <a:solidFill>
              <a:schemeClr val="accent1">
                <a:lumMod val="60000"/>
                <a:lumOff val="40000"/>
              </a:schemeClr>
            </a:solidFill>
            <a:ln w="12700">
              <a:solidFill>
                <a:schemeClr val="accent1">
                  <a:lumMod val="20000"/>
                  <a:lumOff val="80000"/>
                </a:schemeClr>
              </a:solidFill>
            </a:ln>
            <a:effectLst>
              <a:outerShdw blurRad="50800" dist="38100" dir="2700000" algn="tl" rotWithShape="0">
                <a:schemeClr val="accent1">
                  <a:lumMod val="75000"/>
                  <a:alpha val="99000"/>
                </a:schemeClr>
              </a:outerShdw>
            </a:effectLst>
          </p:spPr>
          <p:txBody>
            <a:bodyPr vert="horz" wrap="non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a:ln>
                  <a:noFill/>
                </a:ln>
                <a:solidFill>
                  <a:schemeClr val="tx1"/>
                </a:solidFill>
                <a:effectLst/>
                <a:latin typeface="Arial" charset="0"/>
              </a:endParaRPr>
            </a:p>
          </p:txBody>
        </p:sp>
        <p:sp>
          <p:nvSpPr>
            <p:cNvPr id="271" name="TextBox 270"/>
            <p:cNvSpPr txBox="1"/>
            <p:nvPr/>
          </p:nvSpPr>
          <p:spPr>
            <a:xfrm>
              <a:off x="3296911" y="541671"/>
              <a:ext cx="1105358" cy="304357"/>
            </a:xfrm>
            <a:prstGeom prst="rect">
              <a:avLst/>
            </a:prstGeom>
            <a:noFill/>
          </p:spPr>
          <p:txBody>
            <a:bodyPr wrap="none" rtlCol="0">
              <a:spAutoFit/>
            </a:bodyPr>
            <a:lstStyle/>
            <a:p>
              <a:pPr algn="ctr">
                <a:lnSpc>
                  <a:spcPts val="1600"/>
                </a:lnSpc>
              </a:pPr>
              <a:r>
                <a:rPr lang="en-US" sz="1600" dirty="0">
                  <a:latin typeface="Arial"/>
                  <a:cs typeface="Arial"/>
                </a:rPr>
                <a:t>paths</a:t>
              </a:r>
              <a:endParaRPr lang="en-US" sz="1400" dirty="0">
                <a:latin typeface="Arial"/>
                <a:cs typeface="Arial"/>
              </a:endParaRPr>
            </a:p>
          </p:txBody>
        </p:sp>
      </p:grpSp>
      <p:grpSp>
        <p:nvGrpSpPr>
          <p:cNvPr id="272" name="Group 271"/>
          <p:cNvGrpSpPr/>
          <p:nvPr/>
        </p:nvGrpSpPr>
        <p:grpSpPr>
          <a:xfrm>
            <a:off x="2809351" y="3004281"/>
            <a:ext cx="1166221" cy="459826"/>
            <a:chOff x="3003364" y="457817"/>
            <a:chExt cx="1692457" cy="459826"/>
          </a:xfrm>
        </p:grpSpPr>
        <p:sp>
          <p:nvSpPr>
            <p:cNvPr id="273" name="Rounded Rectangle 272"/>
            <p:cNvSpPr/>
            <p:nvPr/>
          </p:nvSpPr>
          <p:spPr>
            <a:xfrm>
              <a:off x="3128876" y="457817"/>
              <a:ext cx="1432326" cy="459826"/>
            </a:xfrm>
            <a:prstGeom prst="roundRect">
              <a:avLst/>
            </a:prstGeom>
            <a:solidFill>
              <a:schemeClr val="accent1">
                <a:lumMod val="60000"/>
                <a:lumOff val="40000"/>
              </a:schemeClr>
            </a:solidFill>
            <a:ln w="12700">
              <a:solidFill>
                <a:schemeClr val="accent1">
                  <a:lumMod val="20000"/>
                  <a:lumOff val="80000"/>
                </a:schemeClr>
              </a:solidFill>
            </a:ln>
            <a:effectLst>
              <a:outerShdw blurRad="50800" dist="38100" dir="2700000" algn="tl" rotWithShape="0">
                <a:schemeClr val="accent1">
                  <a:lumMod val="75000"/>
                  <a:alpha val="99000"/>
                </a:schemeClr>
              </a:outerShdw>
            </a:effectLst>
          </p:spPr>
          <p:txBody>
            <a:bodyPr vert="horz" wrap="non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a:ln>
                  <a:noFill/>
                </a:ln>
                <a:solidFill>
                  <a:schemeClr val="tx1"/>
                </a:solidFill>
                <a:effectLst/>
                <a:latin typeface="Arial" charset="0"/>
              </a:endParaRPr>
            </a:p>
          </p:txBody>
        </p:sp>
        <p:sp>
          <p:nvSpPr>
            <p:cNvPr id="274" name="TextBox 273"/>
            <p:cNvSpPr txBox="1"/>
            <p:nvPr/>
          </p:nvSpPr>
          <p:spPr>
            <a:xfrm>
              <a:off x="3003364" y="541671"/>
              <a:ext cx="1692457" cy="304357"/>
            </a:xfrm>
            <a:prstGeom prst="rect">
              <a:avLst/>
            </a:prstGeom>
            <a:noFill/>
          </p:spPr>
          <p:txBody>
            <a:bodyPr wrap="none" rtlCol="0">
              <a:spAutoFit/>
            </a:bodyPr>
            <a:lstStyle/>
            <a:p>
              <a:pPr algn="ctr">
                <a:lnSpc>
                  <a:spcPts val="1600"/>
                </a:lnSpc>
              </a:pPr>
              <a:r>
                <a:rPr lang="en-US" sz="1600" dirty="0">
                  <a:latin typeface="Arial"/>
                  <a:cs typeface="Arial"/>
                </a:rPr>
                <a:t>flow rules</a:t>
              </a:r>
              <a:endParaRPr lang="en-US" sz="1400" dirty="0">
                <a:latin typeface="Arial"/>
                <a:cs typeface="Arial"/>
              </a:endParaRPr>
            </a:p>
          </p:txBody>
        </p:sp>
      </p:grpSp>
      <p:grpSp>
        <p:nvGrpSpPr>
          <p:cNvPr id="275" name="Group 274"/>
          <p:cNvGrpSpPr/>
          <p:nvPr/>
        </p:nvGrpSpPr>
        <p:grpSpPr>
          <a:xfrm>
            <a:off x="4110124" y="3008876"/>
            <a:ext cx="986973" cy="459826"/>
            <a:chOff x="3128876" y="457817"/>
            <a:chExt cx="1432326" cy="459826"/>
          </a:xfrm>
        </p:grpSpPr>
        <p:sp>
          <p:nvSpPr>
            <p:cNvPr id="276" name="Rounded Rectangle 275"/>
            <p:cNvSpPr/>
            <p:nvPr/>
          </p:nvSpPr>
          <p:spPr>
            <a:xfrm>
              <a:off x="3128876" y="457817"/>
              <a:ext cx="1432326" cy="459826"/>
            </a:xfrm>
            <a:prstGeom prst="roundRect">
              <a:avLst/>
            </a:prstGeom>
            <a:solidFill>
              <a:schemeClr val="accent1">
                <a:lumMod val="60000"/>
                <a:lumOff val="40000"/>
              </a:schemeClr>
            </a:solidFill>
            <a:ln w="12700">
              <a:solidFill>
                <a:schemeClr val="accent1">
                  <a:lumMod val="20000"/>
                  <a:lumOff val="80000"/>
                </a:schemeClr>
              </a:solidFill>
            </a:ln>
            <a:effectLst>
              <a:outerShdw blurRad="50800" dist="38100" dir="2700000" algn="tl" rotWithShape="0">
                <a:schemeClr val="accent1">
                  <a:lumMod val="75000"/>
                  <a:alpha val="99000"/>
                </a:schemeClr>
              </a:outerShdw>
            </a:effectLst>
          </p:spPr>
          <p:txBody>
            <a:bodyPr vert="horz" wrap="non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a:ln>
                  <a:noFill/>
                </a:ln>
                <a:solidFill>
                  <a:schemeClr val="tx1"/>
                </a:solidFill>
                <a:effectLst/>
                <a:latin typeface="Arial" charset="0"/>
              </a:endParaRPr>
            </a:p>
          </p:txBody>
        </p:sp>
        <p:sp>
          <p:nvSpPr>
            <p:cNvPr id="277" name="TextBox 276"/>
            <p:cNvSpPr txBox="1"/>
            <p:nvPr/>
          </p:nvSpPr>
          <p:spPr>
            <a:xfrm>
              <a:off x="3152699" y="541671"/>
              <a:ext cx="1393790" cy="304357"/>
            </a:xfrm>
            <a:prstGeom prst="rect">
              <a:avLst/>
            </a:prstGeom>
            <a:noFill/>
          </p:spPr>
          <p:txBody>
            <a:bodyPr wrap="none" rtlCol="0">
              <a:spAutoFit/>
            </a:bodyPr>
            <a:lstStyle/>
            <a:p>
              <a:pPr algn="ctr">
                <a:lnSpc>
                  <a:spcPts val="1600"/>
                </a:lnSpc>
              </a:pPr>
              <a:r>
                <a:rPr lang="en-US" sz="1600" dirty="0">
                  <a:latin typeface="Arial"/>
                  <a:cs typeface="Arial"/>
                </a:rPr>
                <a:t>topology</a:t>
              </a:r>
              <a:endParaRPr lang="en-US" sz="1400" dirty="0">
                <a:latin typeface="Arial"/>
                <a:cs typeface="Arial"/>
              </a:endParaRPr>
            </a:p>
          </p:txBody>
        </p:sp>
      </p:grpSp>
      <p:grpSp>
        <p:nvGrpSpPr>
          <p:cNvPr id="193" name="Group 192"/>
          <p:cNvGrpSpPr/>
          <p:nvPr/>
        </p:nvGrpSpPr>
        <p:grpSpPr>
          <a:xfrm>
            <a:off x="1470534" y="5574637"/>
            <a:ext cx="3248526" cy="1029368"/>
            <a:chOff x="-1550737" y="5173579"/>
            <a:chExt cx="3248526" cy="1029368"/>
          </a:xfrm>
        </p:grpSpPr>
        <p:grpSp>
          <p:nvGrpSpPr>
            <p:cNvPr id="196" name="Group 195"/>
            <p:cNvGrpSpPr/>
            <p:nvPr/>
          </p:nvGrpSpPr>
          <p:grpSpPr>
            <a:xfrm>
              <a:off x="-1425965" y="5182847"/>
              <a:ext cx="2979208" cy="973667"/>
              <a:chOff x="2592388" y="5601756"/>
              <a:chExt cx="4027487" cy="939800"/>
            </a:xfrm>
          </p:grpSpPr>
          <p:sp>
            <p:nvSpPr>
              <p:cNvPr id="215" name="Freeform 2"/>
              <p:cNvSpPr>
                <a:spLocks/>
              </p:cNvSpPr>
              <p:nvPr/>
            </p:nvSpPr>
            <p:spPr bwMode="auto">
              <a:xfrm>
                <a:off x="2592388" y="5601756"/>
                <a:ext cx="4027487" cy="939800"/>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0001" h="10125">
                    <a:moveTo>
                      <a:pt x="4" y="4039"/>
                    </a:moveTo>
                    <a:cubicBezTo>
                      <a:pt x="-29" y="2271"/>
                      <a:pt x="194" y="2100"/>
                      <a:pt x="715" y="1595"/>
                    </a:cubicBezTo>
                    <a:cubicBezTo>
                      <a:pt x="1236" y="1089"/>
                      <a:pt x="2417" y="1272"/>
                      <a:pt x="3130" y="1006"/>
                    </a:cubicBezTo>
                    <a:cubicBezTo>
                      <a:pt x="3843" y="740"/>
                      <a:pt x="4397" y="0"/>
                      <a:pt x="4995" y="0"/>
                    </a:cubicBezTo>
                    <a:cubicBezTo>
                      <a:pt x="5593" y="1"/>
                      <a:pt x="6206" y="926"/>
                      <a:pt x="6720" y="1009"/>
                    </a:cubicBezTo>
                    <a:cubicBezTo>
                      <a:pt x="7234" y="1092"/>
                      <a:pt x="7536" y="241"/>
                      <a:pt x="8082" y="497"/>
                    </a:cubicBezTo>
                    <a:cubicBezTo>
                      <a:pt x="8628" y="756"/>
                      <a:pt x="9854" y="442"/>
                      <a:pt x="9989" y="2989"/>
                    </a:cubicBezTo>
                    <a:cubicBezTo>
                      <a:pt x="10124" y="5536"/>
                      <a:pt x="9098" y="5742"/>
                      <a:pt x="8599" y="6797"/>
                    </a:cubicBezTo>
                    <a:cubicBezTo>
                      <a:pt x="8100" y="7852"/>
                      <a:pt x="7544" y="8981"/>
                      <a:pt x="6995" y="9322"/>
                    </a:cubicBezTo>
                    <a:cubicBezTo>
                      <a:pt x="6446" y="9663"/>
                      <a:pt x="5793" y="8957"/>
                      <a:pt x="5307" y="8843"/>
                    </a:cubicBezTo>
                    <a:cubicBezTo>
                      <a:pt x="4819" y="8726"/>
                      <a:pt x="4628" y="10048"/>
                      <a:pt x="4371" y="9912"/>
                    </a:cubicBezTo>
                    <a:cubicBezTo>
                      <a:pt x="4114" y="9775"/>
                      <a:pt x="3505" y="10355"/>
                      <a:pt x="3140" y="10019"/>
                    </a:cubicBezTo>
                    <a:cubicBezTo>
                      <a:pt x="2774" y="9683"/>
                      <a:pt x="2820" y="8138"/>
                      <a:pt x="2179" y="7895"/>
                    </a:cubicBezTo>
                    <a:cubicBezTo>
                      <a:pt x="1586" y="6800"/>
                      <a:pt x="1549" y="8137"/>
                      <a:pt x="1187" y="7495"/>
                    </a:cubicBezTo>
                    <a:cubicBezTo>
                      <a:pt x="825" y="6852"/>
                      <a:pt x="-7" y="6157"/>
                      <a:pt x="4" y="4039"/>
                    </a:cubicBezTo>
                    <a:close/>
                  </a:path>
                </a:pathLst>
              </a:custGeom>
              <a:solidFill>
                <a:srgbClr val="66CCFF"/>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cxnSp>
            <p:nvCxnSpPr>
              <p:cNvPr id="218" name="Straight Connector 217"/>
              <p:cNvCxnSpPr/>
              <p:nvPr/>
            </p:nvCxnSpPr>
            <p:spPr>
              <a:xfrm flipV="1">
                <a:off x="3262941" y="5752569"/>
                <a:ext cx="1316038" cy="13176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42" name="Straight Connector 241"/>
              <p:cNvCxnSpPr/>
              <p:nvPr/>
            </p:nvCxnSpPr>
            <p:spPr>
              <a:xfrm>
                <a:off x="3151816" y="5939894"/>
                <a:ext cx="2259013" cy="29845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44" name="Straight Connector 243"/>
              <p:cNvCxnSpPr/>
              <p:nvPr/>
            </p:nvCxnSpPr>
            <p:spPr>
              <a:xfrm>
                <a:off x="3164516" y="6044669"/>
                <a:ext cx="714375" cy="27622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53" name="Straight Connector 252"/>
              <p:cNvCxnSpPr/>
              <p:nvPr/>
            </p:nvCxnSpPr>
            <p:spPr>
              <a:xfrm flipV="1">
                <a:off x="4182104" y="6238344"/>
                <a:ext cx="1247775" cy="8255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54" name="Straight Connector 253"/>
              <p:cNvCxnSpPr/>
              <p:nvPr/>
            </p:nvCxnSpPr>
            <p:spPr>
              <a:xfrm>
                <a:off x="4842504" y="5785906"/>
                <a:ext cx="1057275" cy="12382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56" name="Straight Connector 255"/>
              <p:cNvCxnSpPr/>
              <p:nvPr/>
            </p:nvCxnSpPr>
            <p:spPr>
              <a:xfrm flipV="1">
                <a:off x="4126541" y="5939894"/>
                <a:ext cx="1790700" cy="29845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57" name="Straight Connector 256"/>
              <p:cNvCxnSpPr/>
              <p:nvPr/>
            </p:nvCxnSpPr>
            <p:spPr>
              <a:xfrm flipV="1">
                <a:off x="5453691" y="5968469"/>
                <a:ext cx="588963" cy="26987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58" name="Straight Connector 257"/>
              <p:cNvCxnSpPr/>
              <p:nvPr/>
            </p:nvCxnSpPr>
            <p:spPr>
              <a:xfrm>
                <a:off x="4596441" y="5752569"/>
                <a:ext cx="814388" cy="40163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262" name="Group 347"/>
              <p:cNvGrpSpPr>
                <a:grpSpLocks/>
              </p:cNvGrpSpPr>
              <p:nvPr/>
            </p:nvGrpSpPr>
            <p:grpSpPr bwMode="auto">
              <a:xfrm>
                <a:off x="5856401" y="5796097"/>
                <a:ext cx="588970" cy="242608"/>
                <a:chOff x="1871277" y="1576300"/>
                <a:chExt cx="1128371" cy="437861"/>
              </a:xfrm>
            </p:grpSpPr>
            <p:sp>
              <p:nvSpPr>
                <p:cNvPr id="316" name="Oval 315"/>
                <p:cNvSpPr/>
                <p:nvPr/>
              </p:nvSpPr>
              <p:spPr bwMode="auto">
                <a:xfrm flipV="1">
                  <a:off x="1874446" y="1694641"/>
                  <a:ext cx="1125202"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17" name="Rectangle 316"/>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18" name="Oval 317"/>
                <p:cNvSpPr/>
                <p:nvPr/>
              </p:nvSpPr>
              <p:spPr bwMode="auto">
                <a:xfrm flipV="1">
                  <a:off x="1871277" y="1576300"/>
                  <a:ext cx="1125200"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19" name="Freeform 318"/>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20" name="Freeform 319"/>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21" name="Freeform 320"/>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22" name="Freeform 321"/>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23" name="Straight Connector 322"/>
                <p:cNvCxnSpPr>
                  <a:endCxn id="318" idx="2"/>
                </p:cNvCxnSpPr>
                <p:nvPr/>
              </p:nvCxnSpPr>
              <p:spPr bwMode="auto">
                <a:xfrm flipH="1" flipV="1">
                  <a:off x="1871277" y="1737243"/>
                  <a:ext cx="3169"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24" name="Straight Connector 323"/>
                <p:cNvCxnSpPr/>
                <p:nvPr/>
              </p:nvCxnSpPr>
              <p:spPr bwMode="auto">
                <a:xfrm flipH="1" flipV="1">
                  <a:off x="2996477" y="1734877"/>
                  <a:ext cx="3171"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63" name="Group 347"/>
              <p:cNvGrpSpPr>
                <a:grpSpLocks/>
              </p:cNvGrpSpPr>
              <p:nvPr/>
            </p:nvGrpSpPr>
            <p:grpSpPr bwMode="auto">
              <a:xfrm>
                <a:off x="4375328" y="5654000"/>
                <a:ext cx="588970" cy="242608"/>
                <a:chOff x="1871277" y="1576300"/>
                <a:chExt cx="1128371" cy="437861"/>
              </a:xfrm>
            </p:grpSpPr>
            <p:sp>
              <p:nvSpPr>
                <p:cNvPr id="307" name="Oval 306"/>
                <p:cNvSpPr/>
                <p:nvPr/>
              </p:nvSpPr>
              <p:spPr bwMode="auto">
                <a:xfrm flipV="1">
                  <a:off x="1874446" y="1694641"/>
                  <a:ext cx="1125202"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08" name="Rectangle 307"/>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09" name="Oval 308"/>
                <p:cNvSpPr/>
                <p:nvPr/>
              </p:nvSpPr>
              <p:spPr bwMode="auto">
                <a:xfrm flipV="1">
                  <a:off x="1871277" y="1576300"/>
                  <a:ext cx="1125200"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10" name="Freeform 309"/>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11" name="Freeform 310"/>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12" name="Freeform 311"/>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13" name="Freeform 312"/>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14" name="Straight Connector 313"/>
                <p:cNvCxnSpPr>
                  <a:endCxn id="309" idx="2"/>
                </p:cNvCxnSpPr>
                <p:nvPr/>
              </p:nvCxnSpPr>
              <p:spPr bwMode="auto">
                <a:xfrm flipH="1" flipV="1">
                  <a:off x="1871277" y="1737243"/>
                  <a:ext cx="3169"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15" name="Straight Connector 314"/>
                <p:cNvCxnSpPr/>
                <p:nvPr/>
              </p:nvCxnSpPr>
              <p:spPr bwMode="auto">
                <a:xfrm flipH="1" flipV="1">
                  <a:off x="2996477" y="1734877"/>
                  <a:ext cx="3171"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64" name="Group 347"/>
              <p:cNvGrpSpPr>
                <a:grpSpLocks/>
              </p:cNvGrpSpPr>
              <p:nvPr/>
            </p:nvGrpSpPr>
            <p:grpSpPr bwMode="auto">
              <a:xfrm>
                <a:off x="2848241" y="5847813"/>
                <a:ext cx="588970" cy="242608"/>
                <a:chOff x="1871277" y="1576300"/>
                <a:chExt cx="1128371" cy="437861"/>
              </a:xfrm>
            </p:grpSpPr>
            <p:sp>
              <p:nvSpPr>
                <p:cNvPr id="298" name="Oval 297"/>
                <p:cNvSpPr/>
                <p:nvPr/>
              </p:nvSpPr>
              <p:spPr bwMode="auto">
                <a:xfrm flipV="1">
                  <a:off x="1874446" y="1694641"/>
                  <a:ext cx="1125202"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99" name="Rectangle 298"/>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00" name="Oval 299"/>
                <p:cNvSpPr/>
                <p:nvPr/>
              </p:nvSpPr>
              <p:spPr bwMode="auto">
                <a:xfrm flipV="1">
                  <a:off x="1871277" y="1576300"/>
                  <a:ext cx="1125200"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01" name="Freeform 300"/>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02" name="Freeform 301"/>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03" name="Freeform 302"/>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04" name="Freeform 303"/>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05" name="Straight Connector 304"/>
                <p:cNvCxnSpPr>
                  <a:endCxn id="300" idx="2"/>
                </p:cNvCxnSpPr>
                <p:nvPr/>
              </p:nvCxnSpPr>
              <p:spPr bwMode="auto">
                <a:xfrm flipH="1" flipV="1">
                  <a:off x="1871277" y="1737243"/>
                  <a:ext cx="3169"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06" name="Straight Connector 305"/>
                <p:cNvCxnSpPr/>
                <p:nvPr/>
              </p:nvCxnSpPr>
              <p:spPr bwMode="auto">
                <a:xfrm flipH="1" flipV="1">
                  <a:off x="2996477" y="1734877"/>
                  <a:ext cx="3171"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78" name="Group 347"/>
              <p:cNvGrpSpPr>
                <a:grpSpLocks/>
              </p:cNvGrpSpPr>
              <p:nvPr/>
            </p:nvGrpSpPr>
            <p:grpSpPr bwMode="auto">
              <a:xfrm>
                <a:off x="5166757" y="6114152"/>
                <a:ext cx="588970" cy="242608"/>
                <a:chOff x="1871277" y="1576300"/>
                <a:chExt cx="1128371" cy="437861"/>
              </a:xfrm>
            </p:grpSpPr>
            <p:sp>
              <p:nvSpPr>
                <p:cNvPr id="289" name="Oval 288"/>
                <p:cNvSpPr/>
                <p:nvPr/>
              </p:nvSpPr>
              <p:spPr bwMode="auto">
                <a:xfrm flipV="1">
                  <a:off x="1874446" y="1694641"/>
                  <a:ext cx="1125202"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90" name="Rectangle 289"/>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91" name="Oval 290"/>
                <p:cNvSpPr/>
                <p:nvPr/>
              </p:nvSpPr>
              <p:spPr bwMode="auto">
                <a:xfrm flipV="1">
                  <a:off x="1871277" y="1576300"/>
                  <a:ext cx="1125200"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92" name="Freeform 291"/>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93" name="Freeform 292"/>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94" name="Freeform 293"/>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95" name="Freeform 294"/>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96" name="Straight Connector 295"/>
                <p:cNvCxnSpPr>
                  <a:endCxn id="291" idx="2"/>
                </p:cNvCxnSpPr>
                <p:nvPr/>
              </p:nvCxnSpPr>
              <p:spPr bwMode="auto">
                <a:xfrm flipH="1" flipV="1">
                  <a:off x="1871277" y="1737243"/>
                  <a:ext cx="3169"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97" name="Straight Connector 296"/>
                <p:cNvCxnSpPr/>
                <p:nvPr/>
              </p:nvCxnSpPr>
              <p:spPr bwMode="auto">
                <a:xfrm flipH="1" flipV="1">
                  <a:off x="2996477" y="1734877"/>
                  <a:ext cx="3171"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79" name="Group 347"/>
              <p:cNvGrpSpPr>
                <a:grpSpLocks/>
              </p:cNvGrpSpPr>
              <p:nvPr/>
            </p:nvGrpSpPr>
            <p:grpSpPr bwMode="auto">
              <a:xfrm>
                <a:off x="3704088" y="6206732"/>
                <a:ext cx="588970" cy="242608"/>
                <a:chOff x="1871277" y="1576300"/>
                <a:chExt cx="1128371" cy="437861"/>
              </a:xfrm>
            </p:grpSpPr>
            <p:sp>
              <p:nvSpPr>
                <p:cNvPr id="280" name="Oval 279"/>
                <p:cNvSpPr/>
                <p:nvPr/>
              </p:nvSpPr>
              <p:spPr bwMode="auto">
                <a:xfrm flipV="1">
                  <a:off x="1874446" y="1694641"/>
                  <a:ext cx="1125202"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81" name="Rectangle 280"/>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82" name="Oval 281"/>
                <p:cNvSpPr/>
                <p:nvPr/>
              </p:nvSpPr>
              <p:spPr bwMode="auto">
                <a:xfrm flipV="1">
                  <a:off x="1871277" y="1576300"/>
                  <a:ext cx="1125200"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83" name="Freeform 282"/>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84" name="Freeform 283"/>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85" name="Freeform 284"/>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86" name="Freeform 285"/>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87" name="Straight Connector 286"/>
                <p:cNvCxnSpPr>
                  <a:endCxn id="282" idx="2"/>
                </p:cNvCxnSpPr>
                <p:nvPr/>
              </p:nvCxnSpPr>
              <p:spPr bwMode="auto">
                <a:xfrm flipH="1" flipV="1">
                  <a:off x="1871277" y="1737243"/>
                  <a:ext cx="3169"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88" name="Straight Connector 287"/>
                <p:cNvCxnSpPr/>
                <p:nvPr/>
              </p:nvCxnSpPr>
              <p:spPr bwMode="auto">
                <a:xfrm flipH="1" flipV="1">
                  <a:off x="2996477" y="1734877"/>
                  <a:ext cx="3171"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sp>
          <p:nvSpPr>
            <p:cNvPr id="214" name="Rectangle 213"/>
            <p:cNvSpPr/>
            <p:nvPr/>
          </p:nvSpPr>
          <p:spPr bwMode="auto">
            <a:xfrm>
              <a:off x="-1550737" y="5173579"/>
              <a:ext cx="3248526" cy="1029368"/>
            </a:xfrm>
            <a:prstGeom prst="rect">
              <a:avLst/>
            </a:prstGeom>
            <a:solidFill>
              <a:schemeClr val="bg1">
                <a:alpha val="77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grpSp>
      <p:pic>
        <p:nvPicPr>
          <p:cNvPr id="325" name="Picture 12"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87114" y="720742"/>
            <a:ext cx="4579519" cy="1883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26" name="Title 1"/>
          <p:cNvSpPr txBox="1">
            <a:spLocks/>
          </p:cNvSpPr>
          <p:nvPr/>
        </p:nvSpPr>
        <p:spPr>
          <a:xfrm>
            <a:off x="399720" y="120318"/>
            <a:ext cx="7772400" cy="972758"/>
          </a:xfrm>
          <a:prstGeom prst="rect">
            <a:avLst/>
          </a:prstGeom>
        </p:spPr>
        <p:txBody>
          <a:bodyPr/>
          <a:lstStyle>
            <a:lvl1pPr algn="l" rtl="0" eaLnBrk="0" fontAlgn="base" hangingPunct="0">
              <a:spcBef>
                <a:spcPct val="0"/>
              </a:spcBef>
              <a:spcAft>
                <a:spcPct val="0"/>
              </a:spcAft>
              <a:defRPr sz="4400">
                <a:solidFill>
                  <a:srgbClr val="000099"/>
                </a:solidFill>
                <a:latin typeface="+mj-lt"/>
                <a:ea typeface="ＭＳ Ｐゴシック" charset="0"/>
                <a:cs typeface="ＭＳ Ｐゴシック" charset="0"/>
              </a:defRPr>
            </a:lvl1pPr>
            <a:lvl2pPr algn="l" rtl="0" eaLnBrk="0" fontAlgn="base" hangingPunct="0">
              <a:spcBef>
                <a:spcPct val="0"/>
              </a:spcBef>
              <a:spcAft>
                <a:spcPct val="0"/>
              </a:spcAft>
              <a:defRPr sz="4400">
                <a:solidFill>
                  <a:srgbClr val="000099"/>
                </a:solidFill>
                <a:latin typeface="Gill Sans MT" pitchFamily="34" charset="0"/>
                <a:ea typeface="ＭＳ Ｐゴシック" charset="0"/>
                <a:cs typeface="ＭＳ Ｐゴシック" charset="0"/>
              </a:defRPr>
            </a:lvl2pPr>
            <a:lvl3pPr algn="l" rtl="0" eaLnBrk="0" fontAlgn="base" hangingPunct="0">
              <a:spcBef>
                <a:spcPct val="0"/>
              </a:spcBef>
              <a:spcAft>
                <a:spcPct val="0"/>
              </a:spcAft>
              <a:defRPr sz="4400">
                <a:solidFill>
                  <a:srgbClr val="000099"/>
                </a:solidFill>
                <a:latin typeface="Gill Sans MT" pitchFamily="34" charset="0"/>
                <a:ea typeface="ＭＳ Ｐゴシック" charset="0"/>
                <a:cs typeface="ＭＳ Ｐゴシック" charset="0"/>
              </a:defRPr>
            </a:lvl3pPr>
            <a:lvl4pPr algn="l" rtl="0" eaLnBrk="0" fontAlgn="base" hangingPunct="0">
              <a:spcBef>
                <a:spcPct val="0"/>
              </a:spcBef>
              <a:spcAft>
                <a:spcPct val="0"/>
              </a:spcAft>
              <a:defRPr sz="4400">
                <a:solidFill>
                  <a:srgbClr val="000099"/>
                </a:solidFill>
                <a:latin typeface="Gill Sans MT" pitchFamily="34" charset="0"/>
                <a:ea typeface="ＭＳ Ｐゴシック" charset="0"/>
                <a:cs typeface="ＭＳ Ｐゴシック" charset="0"/>
              </a:defRPr>
            </a:lvl4pPr>
            <a:lvl5pPr algn="l" rtl="0" eaLnBrk="0" fontAlgn="base" hangingPunct="0">
              <a:spcBef>
                <a:spcPct val="0"/>
              </a:spcBef>
              <a:spcAft>
                <a:spcPct val="0"/>
              </a:spcAft>
              <a:defRPr sz="4400">
                <a:solidFill>
                  <a:srgbClr val="000099"/>
                </a:solidFill>
                <a:latin typeface="Gill Sans MT" pitchFamily="34" charset="0"/>
                <a:ea typeface="ＭＳ Ｐゴシック" charset="0"/>
                <a:cs typeface="ＭＳ Ｐゴシック" charset="0"/>
              </a:defRPr>
            </a:lvl5pPr>
            <a:lvl6pPr marL="457200" algn="l" rtl="0" eaLnBrk="0" fontAlgn="base" hangingPunct="0">
              <a:spcBef>
                <a:spcPct val="0"/>
              </a:spcBef>
              <a:spcAft>
                <a:spcPct val="0"/>
              </a:spcAft>
              <a:defRPr sz="4400">
                <a:solidFill>
                  <a:srgbClr val="000099"/>
                </a:solidFill>
                <a:latin typeface="Gill Sans MT" pitchFamily="34" charset="0"/>
              </a:defRPr>
            </a:lvl6pPr>
            <a:lvl7pPr marL="914400" algn="l" rtl="0" eaLnBrk="0" fontAlgn="base" hangingPunct="0">
              <a:spcBef>
                <a:spcPct val="0"/>
              </a:spcBef>
              <a:spcAft>
                <a:spcPct val="0"/>
              </a:spcAft>
              <a:defRPr sz="4400">
                <a:solidFill>
                  <a:srgbClr val="000099"/>
                </a:solidFill>
                <a:latin typeface="Gill Sans MT" pitchFamily="34" charset="0"/>
              </a:defRPr>
            </a:lvl7pPr>
            <a:lvl8pPr marL="1371600" algn="l" rtl="0" eaLnBrk="0" fontAlgn="base" hangingPunct="0">
              <a:spcBef>
                <a:spcPct val="0"/>
              </a:spcBef>
              <a:spcAft>
                <a:spcPct val="0"/>
              </a:spcAft>
              <a:defRPr sz="4400">
                <a:solidFill>
                  <a:srgbClr val="000099"/>
                </a:solidFill>
                <a:latin typeface="Gill Sans MT" pitchFamily="34" charset="0"/>
              </a:defRPr>
            </a:lvl8pPr>
            <a:lvl9pPr marL="1828800" algn="l" rtl="0" eaLnBrk="0" fontAlgn="base" hangingPunct="0">
              <a:spcBef>
                <a:spcPct val="0"/>
              </a:spcBef>
              <a:spcAft>
                <a:spcPct val="0"/>
              </a:spcAft>
              <a:defRPr sz="4400">
                <a:solidFill>
                  <a:srgbClr val="000099"/>
                </a:solidFill>
                <a:latin typeface="Gill Sans MT" pitchFamily="34" charset="0"/>
              </a:defRPr>
            </a:lvl9pPr>
          </a:lstStyle>
          <a:p>
            <a:r>
              <a:rPr lang="en-US" sz="4000" dirty="0"/>
              <a:t>ONOS controller</a:t>
            </a:r>
          </a:p>
        </p:txBody>
      </p:sp>
      <p:sp>
        <p:nvSpPr>
          <p:cNvPr id="327" name="Content Placeholder 3"/>
          <p:cNvSpPr txBox="1">
            <a:spLocks/>
          </p:cNvSpPr>
          <p:nvPr/>
        </p:nvSpPr>
        <p:spPr>
          <a:xfrm>
            <a:off x="5768007" y="1647479"/>
            <a:ext cx="3135360" cy="4648200"/>
          </a:xfrm>
          <a:prstGeom prst="rect">
            <a:avLst/>
          </a:prstGeom>
        </p:spPr>
        <p:txBody>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r>
              <a:rPr lang="en-US" sz="2400" dirty="0">
                <a:solidFill>
                  <a:srgbClr val="000000"/>
                </a:solidFill>
              </a:rPr>
              <a:t>control apps separate from controller</a:t>
            </a:r>
          </a:p>
          <a:p>
            <a:r>
              <a:rPr lang="en-US" sz="2400" dirty="0">
                <a:solidFill>
                  <a:srgbClr val="000000"/>
                </a:solidFill>
              </a:rPr>
              <a:t>intent framework: high-level specification of service: what rather than how</a:t>
            </a:r>
          </a:p>
          <a:p>
            <a:r>
              <a:rPr lang="en-US" sz="2400" dirty="0">
                <a:solidFill>
                  <a:srgbClr val="000000"/>
                </a:solidFill>
              </a:rPr>
              <a:t>considerable emphasis on distributed core: service reliability, replication performance scaling</a:t>
            </a:r>
          </a:p>
        </p:txBody>
      </p:sp>
      <p:sp>
        <p:nvSpPr>
          <p:cNvPr id="328" name="Slide Number Placeholder 5"/>
          <p:cNvSpPr>
            <a:spLocks noGrp="1"/>
          </p:cNvSpPr>
          <p:nvPr>
            <p:ph type="sldNum" sz="quarter" idx="12"/>
          </p:nvPr>
        </p:nvSpPr>
        <p:spPr>
          <a:xfrm>
            <a:off x="8456154" y="6475895"/>
            <a:ext cx="548655" cy="272319"/>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200" dirty="0">
                <a:latin typeface="Tahoma" charset="0"/>
              </a:rPr>
              <a:t>5-</a:t>
            </a:r>
            <a:fld id="{8E8C6E93-DF5B-BC4B-80F9-500DED1EEDCC}" type="slidenum">
              <a:rPr lang="en-US" sz="1200">
                <a:latin typeface="Tahoma" charset="0"/>
              </a:rPr>
              <a:pPr/>
              <a:t>113</a:t>
            </a:fld>
            <a:endParaRPr lang="en-US" sz="1200" dirty="0">
              <a:latin typeface="Tahoma" charset="0"/>
            </a:endParaRPr>
          </a:p>
        </p:txBody>
      </p:sp>
      <p:sp>
        <p:nvSpPr>
          <p:cNvPr id="329" name="Footer Placeholder 2"/>
          <p:cNvSpPr>
            <a:spLocks noGrp="1"/>
          </p:cNvSpPr>
          <p:nvPr>
            <p:ph type="ftr" sz="quarter" idx="11"/>
          </p:nvPr>
        </p:nvSpPr>
        <p:spPr>
          <a:xfrm>
            <a:off x="6375496" y="6475081"/>
            <a:ext cx="2177473" cy="241541"/>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200" dirty="0">
                <a:solidFill>
                  <a:srgbClr val="000000"/>
                </a:solidFill>
                <a:latin typeface="Tahoma" charset="0"/>
                <a:cs typeface="Arial" charset="0"/>
              </a:rPr>
              <a:t>Network Layer: Control Plane</a:t>
            </a:r>
          </a:p>
        </p:txBody>
      </p:sp>
    </p:spTree>
    <p:extLst>
      <p:ext uri="{BB962C8B-B14F-4D97-AF65-F5344CB8AC3E}">
        <p14:creationId xmlns:p14="http://schemas.microsoft.com/office/powerpoint/2010/main" val="3392955509"/>
      </p:ext>
    </p:extLst>
  </p:cSld>
  <p:clrMapOvr>
    <a:masterClrMapping/>
  </p:clrMapOvr>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 name="Title 1"/>
          <p:cNvSpPr txBox="1">
            <a:spLocks/>
          </p:cNvSpPr>
          <p:nvPr/>
        </p:nvSpPr>
        <p:spPr>
          <a:xfrm>
            <a:off x="371475" y="179919"/>
            <a:ext cx="8229600" cy="1143000"/>
          </a:xfrm>
          <a:prstGeom prst="rect">
            <a:avLst/>
          </a:prstGeom>
        </p:spPr>
        <p:txBody>
          <a:bodyPr/>
          <a:lstStyle>
            <a:lvl1pPr algn="l" rtl="0" eaLnBrk="0" fontAlgn="base" hangingPunct="0">
              <a:spcBef>
                <a:spcPct val="0"/>
              </a:spcBef>
              <a:spcAft>
                <a:spcPct val="0"/>
              </a:spcAft>
              <a:defRPr sz="4400">
                <a:solidFill>
                  <a:srgbClr val="000099"/>
                </a:solidFill>
                <a:latin typeface="+mj-lt"/>
                <a:ea typeface="ＭＳ Ｐゴシック" charset="0"/>
                <a:cs typeface="+mj-cs"/>
              </a:defRPr>
            </a:lvl1pPr>
            <a:lvl2pPr algn="l" rtl="0" eaLnBrk="0" fontAlgn="base" hangingPunct="0">
              <a:spcBef>
                <a:spcPct val="0"/>
              </a:spcBef>
              <a:spcAft>
                <a:spcPct val="0"/>
              </a:spcAft>
              <a:defRPr sz="4400">
                <a:solidFill>
                  <a:srgbClr val="000099"/>
                </a:solidFill>
                <a:latin typeface="Gill Sans MT" pitchFamily="34" charset="0"/>
                <a:ea typeface="ＭＳ Ｐゴシック" charset="0"/>
                <a:cs typeface="Arial" charset="0"/>
              </a:defRPr>
            </a:lvl2pPr>
            <a:lvl3pPr algn="l" rtl="0" eaLnBrk="0" fontAlgn="base" hangingPunct="0">
              <a:spcBef>
                <a:spcPct val="0"/>
              </a:spcBef>
              <a:spcAft>
                <a:spcPct val="0"/>
              </a:spcAft>
              <a:defRPr sz="4400">
                <a:solidFill>
                  <a:srgbClr val="000099"/>
                </a:solidFill>
                <a:latin typeface="Gill Sans MT" pitchFamily="34" charset="0"/>
                <a:ea typeface="ＭＳ Ｐゴシック" charset="0"/>
                <a:cs typeface="Arial" charset="0"/>
              </a:defRPr>
            </a:lvl3pPr>
            <a:lvl4pPr algn="l" rtl="0" eaLnBrk="0" fontAlgn="base" hangingPunct="0">
              <a:spcBef>
                <a:spcPct val="0"/>
              </a:spcBef>
              <a:spcAft>
                <a:spcPct val="0"/>
              </a:spcAft>
              <a:defRPr sz="4400">
                <a:solidFill>
                  <a:srgbClr val="000099"/>
                </a:solidFill>
                <a:latin typeface="Gill Sans MT" pitchFamily="34" charset="0"/>
                <a:ea typeface="ＭＳ Ｐゴシック" charset="0"/>
                <a:cs typeface="Arial" charset="0"/>
              </a:defRPr>
            </a:lvl4pPr>
            <a:lvl5pPr algn="l" rtl="0" eaLnBrk="0" fontAlgn="base" hangingPunct="0">
              <a:spcBef>
                <a:spcPct val="0"/>
              </a:spcBef>
              <a:spcAft>
                <a:spcPct val="0"/>
              </a:spcAft>
              <a:defRPr sz="4400">
                <a:solidFill>
                  <a:srgbClr val="000099"/>
                </a:solidFill>
                <a:latin typeface="Gill Sans MT" pitchFamily="34" charset="0"/>
                <a:ea typeface="ＭＳ Ｐゴシック" charset="0"/>
                <a:cs typeface="Arial" charset="0"/>
              </a:defRPr>
            </a:lvl5pPr>
            <a:lvl6pPr marL="457200" algn="l" rtl="0" fontAlgn="base">
              <a:spcBef>
                <a:spcPct val="0"/>
              </a:spcBef>
              <a:spcAft>
                <a:spcPct val="0"/>
              </a:spcAft>
              <a:defRPr sz="4400">
                <a:solidFill>
                  <a:srgbClr val="000099"/>
                </a:solidFill>
                <a:latin typeface="Gill Sans MT" pitchFamily="34" charset="0"/>
                <a:cs typeface="Arial" charset="0"/>
              </a:defRPr>
            </a:lvl6pPr>
            <a:lvl7pPr marL="914400" algn="l" rtl="0" fontAlgn="base">
              <a:spcBef>
                <a:spcPct val="0"/>
              </a:spcBef>
              <a:spcAft>
                <a:spcPct val="0"/>
              </a:spcAft>
              <a:defRPr sz="4400">
                <a:solidFill>
                  <a:srgbClr val="000099"/>
                </a:solidFill>
                <a:latin typeface="Gill Sans MT" pitchFamily="34" charset="0"/>
                <a:cs typeface="Arial" charset="0"/>
              </a:defRPr>
            </a:lvl7pPr>
            <a:lvl8pPr marL="1371600" algn="l" rtl="0" fontAlgn="base">
              <a:spcBef>
                <a:spcPct val="0"/>
              </a:spcBef>
              <a:spcAft>
                <a:spcPct val="0"/>
              </a:spcAft>
              <a:defRPr sz="4400">
                <a:solidFill>
                  <a:srgbClr val="000099"/>
                </a:solidFill>
                <a:latin typeface="Gill Sans MT" pitchFamily="34" charset="0"/>
                <a:cs typeface="Arial" charset="0"/>
              </a:defRPr>
            </a:lvl8pPr>
            <a:lvl9pPr marL="1828800" algn="l" rtl="0" fontAlgn="base">
              <a:spcBef>
                <a:spcPct val="0"/>
              </a:spcBef>
              <a:spcAft>
                <a:spcPct val="0"/>
              </a:spcAft>
              <a:defRPr sz="4400">
                <a:solidFill>
                  <a:srgbClr val="000099"/>
                </a:solidFill>
                <a:latin typeface="Gill Sans MT" pitchFamily="34" charset="0"/>
                <a:cs typeface="Arial" charset="0"/>
              </a:defRPr>
            </a:lvl9pPr>
          </a:lstStyle>
          <a:p>
            <a:r>
              <a:rPr lang="en-US" dirty="0">
                <a:latin typeface="Gill Sans MT" charset="0"/>
              </a:rPr>
              <a:t>SDN:  selected challenges</a:t>
            </a:r>
          </a:p>
        </p:txBody>
      </p:sp>
      <p:pic>
        <p:nvPicPr>
          <p:cNvPr id="42" name="Picture 12"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26740" y="836758"/>
            <a:ext cx="5845283" cy="18692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 name="Content Placeholder 2"/>
          <p:cNvSpPr>
            <a:spLocks noGrp="1"/>
          </p:cNvSpPr>
          <p:nvPr>
            <p:ph idx="1"/>
          </p:nvPr>
        </p:nvSpPr>
        <p:spPr>
          <a:xfrm>
            <a:off x="533400" y="1287364"/>
            <a:ext cx="7772400" cy="4648200"/>
          </a:xfrm>
        </p:spPr>
        <p:txBody>
          <a:bodyPr/>
          <a:lstStyle/>
          <a:p>
            <a:pPr>
              <a:lnSpc>
                <a:spcPct val="100000"/>
              </a:lnSpc>
            </a:pPr>
            <a:r>
              <a:rPr lang="en-US" dirty="0"/>
              <a:t>hardening the control plane: dependable, reliable, performance-scalable, secure distributed system</a:t>
            </a:r>
          </a:p>
          <a:p>
            <a:pPr lvl="1">
              <a:lnSpc>
                <a:spcPct val="100000"/>
              </a:lnSpc>
            </a:pPr>
            <a:r>
              <a:rPr lang="en-US" dirty="0"/>
              <a:t>robustness to failures: leverage strong theory of reliable distributed system for control plane</a:t>
            </a:r>
          </a:p>
          <a:p>
            <a:pPr lvl="1">
              <a:lnSpc>
                <a:spcPct val="100000"/>
              </a:lnSpc>
            </a:pPr>
            <a:r>
              <a:rPr lang="en-US" dirty="0"/>
              <a:t>dependability, security: “baked in” from day one? </a:t>
            </a:r>
          </a:p>
          <a:p>
            <a:pPr>
              <a:lnSpc>
                <a:spcPct val="100000"/>
              </a:lnSpc>
            </a:pPr>
            <a:r>
              <a:rPr lang="en-US" dirty="0"/>
              <a:t>networks, protocols meeting mission-specific requirements</a:t>
            </a:r>
          </a:p>
          <a:p>
            <a:pPr lvl="1">
              <a:lnSpc>
                <a:spcPct val="100000"/>
              </a:lnSpc>
            </a:pPr>
            <a:r>
              <a:rPr lang="en-US" dirty="0"/>
              <a:t>e.g., real-time, ultra-reliable, ultra-secure</a:t>
            </a:r>
          </a:p>
          <a:p>
            <a:pPr>
              <a:lnSpc>
                <a:spcPct val="100000"/>
              </a:lnSpc>
            </a:pPr>
            <a:r>
              <a:rPr lang="en-US" dirty="0"/>
              <a:t>Internet-scaling </a:t>
            </a:r>
          </a:p>
          <a:p>
            <a:pPr>
              <a:lnSpc>
                <a:spcPct val="100000"/>
              </a:lnSpc>
            </a:pPr>
            <a:endParaRPr lang="en-US" dirty="0"/>
          </a:p>
          <a:p>
            <a:pPr lvl="1">
              <a:lnSpc>
                <a:spcPct val="100000"/>
              </a:lnSpc>
            </a:pPr>
            <a:endParaRPr lang="en-US" dirty="0"/>
          </a:p>
          <a:p>
            <a:endParaRPr lang="en-US" dirty="0"/>
          </a:p>
        </p:txBody>
      </p:sp>
      <p:sp>
        <p:nvSpPr>
          <p:cNvPr id="6" name="Slide Number Placeholder 5"/>
          <p:cNvSpPr>
            <a:spLocks noGrp="1"/>
          </p:cNvSpPr>
          <p:nvPr>
            <p:ph type="sldNum" sz="quarter" idx="12"/>
          </p:nvPr>
        </p:nvSpPr>
        <p:spPr>
          <a:xfrm>
            <a:off x="8456154" y="6475895"/>
            <a:ext cx="548655" cy="272319"/>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200" dirty="0">
                <a:latin typeface="Tahoma" charset="0"/>
              </a:rPr>
              <a:t>5-</a:t>
            </a:r>
            <a:fld id="{8E8C6E93-DF5B-BC4B-80F9-500DED1EEDCC}" type="slidenum">
              <a:rPr lang="en-US" sz="1200">
                <a:latin typeface="Tahoma" charset="0"/>
              </a:rPr>
              <a:pPr/>
              <a:t>114</a:t>
            </a:fld>
            <a:endParaRPr lang="en-US" sz="1200" dirty="0">
              <a:latin typeface="Tahoma" charset="0"/>
            </a:endParaRPr>
          </a:p>
        </p:txBody>
      </p:sp>
      <p:sp>
        <p:nvSpPr>
          <p:cNvPr id="7" name="Footer Placeholder 2"/>
          <p:cNvSpPr>
            <a:spLocks noGrp="1"/>
          </p:cNvSpPr>
          <p:nvPr>
            <p:ph type="ftr" sz="quarter" idx="11"/>
          </p:nvPr>
        </p:nvSpPr>
        <p:spPr>
          <a:xfrm>
            <a:off x="6375496" y="6475081"/>
            <a:ext cx="2177473" cy="241541"/>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200" dirty="0">
                <a:solidFill>
                  <a:srgbClr val="000000"/>
                </a:solidFill>
                <a:latin typeface="Tahoma" charset="0"/>
                <a:cs typeface="Arial" charset="0"/>
              </a:rPr>
              <a:t>Network Layer: Control Plane</a:t>
            </a:r>
          </a:p>
        </p:txBody>
      </p:sp>
    </p:spTree>
    <p:extLst>
      <p:ext uri="{BB962C8B-B14F-4D97-AF65-F5344CB8AC3E}">
        <p14:creationId xmlns:p14="http://schemas.microsoft.com/office/powerpoint/2010/main" val="638454831"/>
      </p:ext>
    </p:extLst>
  </p:cSld>
  <p:clrMapOvr>
    <a:masterClrMapping/>
  </p:clrMapOvr>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3011" name="Picture 2"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01663" y="1025525"/>
            <a:ext cx="4113212" cy="1730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3012" name="Rectangle 3"/>
          <p:cNvSpPr>
            <a:spLocks noGrp="1" noChangeArrowheads="1"/>
          </p:cNvSpPr>
          <p:nvPr>
            <p:ph type="body" sz="half" idx="1"/>
          </p:nvPr>
        </p:nvSpPr>
        <p:spPr/>
        <p:txBody>
          <a:bodyPr/>
          <a:lstStyle/>
          <a:p>
            <a:pPr>
              <a:lnSpc>
                <a:spcPct val="100000"/>
              </a:lnSpc>
              <a:buFont typeface="Wingdings" charset="0"/>
              <a:buNone/>
            </a:pPr>
            <a:r>
              <a:rPr lang="en-US" sz="2400" dirty="0">
                <a:latin typeface="Gill Sans MT" charset="0"/>
              </a:rPr>
              <a:t>5.1 introduction</a:t>
            </a:r>
          </a:p>
          <a:p>
            <a:pPr>
              <a:lnSpc>
                <a:spcPct val="100000"/>
              </a:lnSpc>
              <a:buFont typeface="Wingdings" charset="0"/>
              <a:buNone/>
            </a:pPr>
            <a:r>
              <a:rPr lang="en-US" sz="2400" dirty="0">
                <a:latin typeface="Gill Sans MT" charset="0"/>
              </a:rPr>
              <a:t>5.2 routing protocols</a:t>
            </a:r>
          </a:p>
          <a:p>
            <a:pPr>
              <a:lnSpc>
                <a:spcPct val="100000"/>
              </a:lnSpc>
            </a:pPr>
            <a:r>
              <a:rPr lang="en-US" sz="2400" dirty="0">
                <a:latin typeface="Gill Sans MT" charset="0"/>
              </a:rPr>
              <a:t>link state</a:t>
            </a:r>
          </a:p>
          <a:p>
            <a:pPr>
              <a:lnSpc>
                <a:spcPct val="100000"/>
              </a:lnSpc>
            </a:pPr>
            <a:r>
              <a:rPr lang="en-US" sz="2400" dirty="0">
                <a:latin typeface="Gill Sans MT" charset="0"/>
              </a:rPr>
              <a:t>distance vector</a:t>
            </a:r>
          </a:p>
          <a:p>
            <a:pPr marL="461963" indent="-461963">
              <a:lnSpc>
                <a:spcPct val="100000"/>
              </a:lnSpc>
              <a:buNone/>
            </a:pPr>
            <a:r>
              <a:rPr lang="en-US" sz="2400" dirty="0"/>
              <a:t>5.3 intra-AS routing in the Internet: OSPF</a:t>
            </a:r>
          </a:p>
          <a:p>
            <a:pPr marL="461963" indent="-461963">
              <a:lnSpc>
                <a:spcPct val="100000"/>
              </a:lnSpc>
              <a:buNone/>
            </a:pPr>
            <a:r>
              <a:rPr lang="en-US" sz="2400" dirty="0"/>
              <a:t>5.4 routing among the ISPs: BGP</a:t>
            </a:r>
            <a:endParaRPr lang="en-US" sz="2400" dirty="0">
              <a:latin typeface="Gill Sans MT" charset="0"/>
            </a:endParaRPr>
          </a:p>
        </p:txBody>
      </p:sp>
      <p:sp>
        <p:nvSpPr>
          <p:cNvPr id="43013" name="Rectangle 4"/>
          <p:cNvSpPr>
            <a:spLocks noGrp="1" noChangeArrowheads="1"/>
          </p:cNvSpPr>
          <p:nvPr>
            <p:ph type="body" sz="half" idx="2"/>
          </p:nvPr>
        </p:nvSpPr>
        <p:spPr/>
        <p:txBody>
          <a:bodyPr/>
          <a:lstStyle/>
          <a:p>
            <a:pPr marL="461963" indent="-461963">
              <a:lnSpc>
                <a:spcPct val="100000"/>
              </a:lnSpc>
              <a:buFont typeface="Wingdings" charset="0"/>
              <a:buNone/>
            </a:pPr>
            <a:r>
              <a:rPr lang="en-US" sz="2400" dirty="0">
                <a:latin typeface="Gill Sans MT" charset="0"/>
              </a:rPr>
              <a:t>5.5 The SDN control plane</a:t>
            </a:r>
          </a:p>
          <a:p>
            <a:pPr marL="461963" indent="-461963">
              <a:lnSpc>
                <a:spcPct val="100000"/>
              </a:lnSpc>
              <a:buNone/>
            </a:pPr>
            <a:r>
              <a:rPr lang="en-US" sz="2400" dirty="0">
                <a:solidFill>
                  <a:srgbClr val="CC0000"/>
                </a:solidFill>
              </a:rPr>
              <a:t>5.6 ICMP: The Internet Control Message Protocol </a:t>
            </a:r>
          </a:p>
          <a:p>
            <a:pPr marL="461963" indent="-461963">
              <a:lnSpc>
                <a:spcPct val="100000"/>
              </a:lnSpc>
              <a:buNone/>
            </a:pPr>
            <a:r>
              <a:rPr lang="en-US" sz="2400" dirty="0"/>
              <a:t>5.7 Network management and SNMP</a:t>
            </a:r>
            <a:endParaRPr lang="en-US" sz="2400" dirty="0">
              <a:latin typeface="Gill Sans MT" charset="0"/>
            </a:endParaRPr>
          </a:p>
        </p:txBody>
      </p:sp>
      <p:sp>
        <p:nvSpPr>
          <p:cNvPr id="43014" name="Rectangle 2"/>
          <p:cNvSpPr>
            <a:spLocks noChangeArrowheads="1"/>
          </p:cNvSpPr>
          <p:nvPr/>
        </p:nvSpPr>
        <p:spPr bwMode="auto">
          <a:xfrm>
            <a:off x="533400" y="228600"/>
            <a:ext cx="7772400" cy="1143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nchor="ctr"/>
          <a:lstStyle/>
          <a:p>
            <a:r>
              <a:rPr lang="en-US" sz="4400" dirty="0">
                <a:solidFill>
                  <a:srgbClr val="000099"/>
                </a:solidFill>
                <a:latin typeface="Gill Sans MT" charset="0"/>
              </a:rPr>
              <a:t>Chapter 5: outline</a:t>
            </a:r>
          </a:p>
        </p:txBody>
      </p:sp>
      <p:sp>
        <p:nvSpPr>
          <p:cNvPr id="6" name="Slide Number Placeholder 5"/>
          <p:cNvSpPr>
            <a:spLocks noGrp="1"/>
          </p:cNvSpPr>
          <p:nvPr>
            <p:ph type="sldNum" sz="quarter" idx="12"/>
          </p:nvPr>
        </p:nvSpPr>
        <p:spPr>
          <a:xfrm>
            <a:off x="8456154" y="6475895"/>
            <a:ext cx="548655" cy="272319"/>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200" dirty="0">
                <a:latin typeface="Tahoma" charset="0"/>
              </a:rPr>
              <a:t>5-</a:t>
            </a:r>
            <a:fld id="{8E8C6E93-DF5B-BC4B-80F9-500DED1EEDCC}" type="slidenum">
              <a:rPr lang="en-US" sz="1200">
                <a:latin typeface="Tahoma" charset="0"/>
              </a:rPr>
              <a:pPr/>
              <a:t>115</a:t>
            </a:fld>
            <a:endParaRPr lang="en-US" sz="1200" dirty="0">
              <a:latin typeface="Tahoma" charset="0"/>
            </a:endParaRPr>
          </a:p>
        </p:txBody>
      </p:sp>
      <p:sp>
        <p:nvSpPr>
          <p:cNvPr id="7" name="Footer Placeholder 2"/>
          <p:cNvSpPr>
            <a:spLocks noGrp="1"/>
          </p:cNvSpPr>
          <p:nvPr>
            <p:ph type="ftr" sz="quarter" idx="11"/>
          </p:nvPr>
        </p:nvSpPr>
        <p:spPr>
          <a:xfrm>
            <a:off x="6375496" y="6475081"/>
            <a:ext cx="2177473" cy="241541"/>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200" dirty="0">
                <a:solidFill>
                  <a:srgbClr val="000000"/>
                </a:solidFill>
                <a:latin typeface="Tahoma" charset="0"/>
                <a:cs typeface="Arial" charset="0"/>
              </a:rPr>
              <a:t>Network Layer: Control Plane</a:t>
            </a:r>
          </a:p>
        </p:txBody>
      </p:sp>
    </p:spTree>
    <p:extLst>
      <p:ext uri="{BB962C8B-B14F-4D97-AF65-F5344CB8AC3E}">
        <p14:creationId xmlns:p14="http://schemas.microsoft.com/office/powerpoint/2010/main" val="2528725378"/>
      </p:ext>
    </p:extLst>
  </p:cSld>
  <p:clrMapOvr>
    <a:masterClrMapping/>
  </p:clrMapOvr>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normAutofit/>
          </a:bodyPr>
          <a:lstStyle/>
          <a:p>
            <a:pPr lvl="1" algn="l" rtl="0">
              <a:lnSpc>
                <a:spcPct val="120000"/>
              </a:lnSpc>
              <a:spcBef>
                <a:spcPct val="0"/>
              </a:spcBef>
            </a:pPr>
            <a:r>
              <a:rPr lang="en-US" altLang="zh-CN" sz="3000" dirty="0">
                <a:latin typeface="微软雅黑" pitchFamily="34" charset="-122"/>
                <a:ea typeface="微软雅黑" pitchFamily="34" charset="-122"/>
              </a:rPr>
              <a:t>ICMP</a:t>
            </a:r>
            <a:r>
              <a:rPr lang="zh-CN" altLang="en-US" sz="3000" dirty="0">
                <a:latin typeface="微软雅黑" pitchFamily="34" charset="-122"/>
                <a:ea typeface="微软雅黑" pitchFamily="34" charset="-122"/>
              </a:rPr>
              <a:t>协议</a:t>
            </a:r>
            <a:endParaRPr lang="en-US" altLang="zh-CN" sz="3000" dirty="0">
              <a:latin typeface="微软雅黑" pitchFamily="34" charset="-122"/>
              <a:ea typeface="微软雅黑" pitchFamily="34" charset="-122"/>
            </a:endParaRPr>
          </a:p>
        </p:txBody>
      </p:sp>
      <p:sp>
        <p:nvSpPr>
          <p:cNvPr id="3" name="内容占位符 2"/>
          <p:cNvSpPr>
            <a:spLocks noGrp="1"/>
          </p:cNvSpPr>
          <p:nvPr>
            <p:ph idx="1"/>
          </p:nvPr>
        </p:nvSpPr>
        <p:spPr>
          <a:xfrm>
            <a:off x="628648" y="1990318"/>
            <a:ext cx="7886702" cy="3440021"/>
          </a:xfrm>
        </p:spPr>
        <p:txBody>
          <a:bodyPr>
            <a:normAutofit/>
          </a:bodyPr>
          <a:lstStyle/>
          <a:p>
            <a:pPr marL="171450" lvl="1">
              <a:lnSpc>
                <a:spcPct val="120000"/>
              </a:lnSpc>
              <a:buFont typeface="Wingdings" panose="05000000000000000000" pitchFamily="2" charset="2"/>
              <a:buChar char="Ø"/>
            </a:pPr>
            <a:r>
              <a:rPr lang="en-US" altLang="zh-CN" sz="1950" dirty="0">
                <a:cs typeface="Times New Roman" panose="02020603050405020304" pitchFamily="18" charset="0"/>
              </a:rPr>
              <a:t>ICMP: </a:t>
            </a:r>
            <a:r>
              <a:rPr lang="zh-CN" altLang="en-US" sz="1950" dirty="0">
                <a:cs typeface="Times New Roman" panose="02020603050405020304" pitchFamily="18" charset="0"/>
              </a:rPr>
              <a:t>互联网控制报文协议</a:t>
            </a:r>
            <a:endParaRPr lang="en-US" altLang="zh-CN" sz="1950" dirty="0">
              <a:cs typeface="Times New Roman" panose="02020603050405020304" pitchFamily="18" charset="0"/>
            </a:endParaRPr>
          </a:p>
          <a:p>
            <a:pPr lvl="1">
              <a:lnSpc>
                <a:spcPct val="120000"/>
              </a:lnSpc>
            </a:pPr>
            <a:r>
              <a:rPr lang="en-US" altLang="zh-CN" sz="1650" dirty="0"/>
              <a:t>ICMP </a:t>
            </a:r>
            <a:r>
              <a:rPr lang="zh-CN" altLang="en-US" sz="1650" dirty="0"/>
              <a:t>允许主机或路由器报告差错情况和提供有关异常情况的报告</a:t>
            </a:r>
            <a:endParaRPr lang="en-US" altLang="zh-CN" sz="1650" dirty="0"/>
          </a:p>
          <a:p>
            <a:pPr lvl="1">
              <a:lnSpc>
                <a:spcPct val="120000"/>
              </a:lnSpc>
            </a:pPr>
            <a:r>
              <a:rPr lang="zh-CN" altLang="en-US" sz="1650" dirty="0"/>
              <a:t>由主机和路由器用于网络层信息的通信</a:t>
            </a:r>
          </a:p>
          <a:p>
            <a:pPr lvl="1">
              <a:lnSpc>
                <a:spcPct val="120000"/>
              </a:lnSpc>
            </a:pPr>
            <a:r>
              <a:rPr lang="en-US" altLang="zh-CN" sz="1650" dirty="0"/>
              <a:t>ICMP </a:t>
            </a:r>
            <a:r>
              <a:rPr lang="zh-CN" altLang="en-US" sz="1650" dirty="0"/>
              <a:t>报文携带在</a:t>
            </a:r>
            <a:r>
              <a:rPr lang="en-US" altLang="zh-CN" sz="1650" dirty="0"/>
              <a:t>IP </a:t>
            </a:r>
            <a:r>
              <a:rPr lang="zh-CN" altLang="en-US" sz="1650" dirty="0"/>
              <a:t>数据报中：</a:t>
            </a:r>
            <a:r>
              <a:rPr lang="en-US" altLang="zh-CN" sz="1650" dirty="0"/>
              <a:t> IP</a:t>
            </a:r>
            <a:r>
              <a:rPr lang="zh-CN" altLang="en-US" sz="1650" dirty="0"/>
              <a:t>上层协议号为</a:t>
            </a:r>
            <a:r>
              <a:rPr lang="en-US" altLang="zh-CN" sz="1650" dirty="0"/>
              <a:t>1</a:t>
            </a:r>
            <a:endParaRPr lang="zh-CN" altLang="en-US" sz="1650" dirty="0"/>
          </a:p>
          <a:p>
            <a:pPr marL="171450" lvl="1">
              <a:lnSpc>
                <a:spcPct val="120000"/>
              </a:lnSpc>
              <a:buFont typeface="Wingdings" panose="05000000000000000000" pitchFamily="2" charset="2"/>
              <a:buChar char="Ø"/>
            </a:pPr>
            <a:r>
              <a:rPr lang="en-US" altLang="zh-CN" sz="1950" dirty="0">
                <a:cs typeface="Times New Roman" panose="02020603050405020304" pitchFamily="18" charset="0"/>
              </a:rPr>
              <a:t>ICMP</a:t>
            </a:r>
            <a:r>
              <a:rPr lang="zh-CN" altLang="en-US" sz="1950" dirty="0">
                <a:cs typeface="Times New Roman" panose="02020603050405020304" pitchFamily="18" charset="0"/>
              </a:rPr>
              <a:t>报文类型</a:t>
            </a:r>
            <a:endParaRPr lang="en-US" altLang="zh-CN" sz="1950" dirty="0">
              <a:cs typeface="Times New Roman" panose="02020603050405020304" pitchFamily="18" charset="0"/>
            </a:endParaRPr>
          </a:p>
          <a:p>
            <a:pPr lvl="1">
              <a:lnSpc>
                <a:spcPct val="120000"/>
              </a:lnSpc>
            </a:pPr>
            <a:r>
              <a:rPr lang="en-US" altLang="zh-CN" sz="1650" dirty="0">
                <a:solidFill>
                  <a:srgbClr val="C00000"/>
                </a:solidFill>
              </a:rPr>
              <a:t>ICMP </a:t>
            </a:r>
            <a:r>
              <a:rPr lang="zh-CN" altLang="en-US" sz="1650" dirty="0">
                <a:solidFill>
                  <a:srgbClr val="C00000"/>
                </a:solidFill>
              </a:rPr>
              <a:t>差错报告报文</a:t>
            </a:r>
            <a:endParaRPr lang="en-US" altLang="zh-CN" sz="1650" dirty="0">
              <a:solidFill>
                <a:srgbClr val="C00000"/>
              </a:solidFill>
            </a:endParaRPr>
          </a:p>
          <a:p>
            <a:pPr lvl="2">
              <a:lnSpc>
                <a:spcPct val="120000"/>
              </a:lnSpc>
            </a:pPr>
            <a:r>
              <a:rPr lang="zh-CN" altLang="en-US" dirty="0"/>
              <a:t>终点不可达：不可达主机、不可达网络，无效端口、协议</a:t>
            </a:r>
            <a:endParaRPr lang="en-US" altLang="zh-CN" dirty="0"/>
          </a:p>
          <a:p>
            <a:pPr lvl="1">
              <a:lnSpc>
                <a:spcPct val="120000"/>
              </a:lnSpc>
            </a:pPr>
            <a:r>
              <a:rPr lang="en-US" altLang="zh-CN" sz="1650" dirty="0">
                <a:solidFill>
                  <a:srgbClr val="C00000"/>
                </a:solidFill>
              </a:rPr>
              <a:t>ICMP </a:t>
            </a:r>
            <a:r>
              <a:rPr lang="zh-CN" altLang="en-US" sz="1650" dirty="0">
                <a:solidFill>
                  <a:srgbClr val="C00000"/>
                </a:solidFill>
              </a:rPr>
              <a:t>询问报文</a:t>
            </a:r>
            <a:endParaRPr lang="en-US" altLang="zh-CN" sz="1650" dirty="0">
              <a:solidFill>
                <a:srgbClr val="C00000"/>
              </a:solidFill>
            </a:endParaRPr>
          </a:p>
          <a:p>
            <a:pPr lvl="2">
              <a:lnSpc>
                <a:spcPct val="120000"/>
              </a:lnSpc>
            </a:pPr>
            <a:r>
              <a:rPr lang="zh-CN" altLang="en-US" dirty="0"/>
              <a:t>回送请求</a:t>
            </a:r>
            <a:r>
              <a:rPr lang="en-US" altLang="zh-CN" dirty="0"/>
              <a:t>/</a:t>
            </a:r>
            <a:r>
              <a:rPr lang="zh-CN" altLang="en-US" dirty="0"/>
              <a:t>回答</a:t>
            </a:r>
            <a:r>
              <a:rPr lang="en-US" altLang="zh-CN" dirty="0"/>
              <a:t> (ping</a:t>
            </a:r>
            <a:r>
              <a:rPr lang="zh-CN" altLang="en-US" dirty="0"/>
              <a:t>使用</a:t>
            </a:r>
            <a:r>
              <a:rPr lang="en-US" altLang="zh-CN" dirty="0"/>
              <a:t>)</a:t>
            </a:r>
          </a:p>
          <a:p>
            <a:pPr marL="685800" lvl="2" indent="0" eaLnBrk="0" hangingPunct="0">
              <a:lnSpc>
                <a:spcPct val="130000"/>
              </a:lnSpc>
              <a:buClr>
                <a:srgbClr val="0070C0"/>
              </a:buClr>
              <a:buNone/>
            </a:pPr>
            <a:endParaRPr lang="en-US" altLang="zh-CN" sz="1650" dirty="0">
              <a:solidFill>
                <a:srgbClr val="C00000"/>
              </a:solidFill>
              <a:latin typeface="微软雅黑" pitchFamily="34" charset="-122"/>
              <a:ea typeface="微软雅黑" pitchFamily="34" charset="-122"/>
            </a:endParaRPr>
          </a:p>
          <a:p>
            <a:pPr lvl="2" eaLnBrk="0" hangingPunct="0">
              <a:lnSpc>
                <a:spcPct val="130000"/>
              </a:lnSpc>
              <a:buClr>
                <a:srgbClr val="0070C0"/>
              </a:buClr>
            </a:pPr>
            <a:endParaRPr lang="en-US" altLang="zh-CN" sz="1650" dirty="0">
              <a:solidFill>
                <a:srgbClr val="C00000"/>
              </a:solidFill>
              <a:latin typeface="微软雅黑" pitchFamily="34" charset="-122"/>
              <a:ea typeface="微软雅黑" pitchFamily="34" charset="-122"/>
            </a:endParaRPr>
          </a:p>
          <a:p>
            <a:pPr marL="685800" lvl="2" indent="0" eaLnBrk="0" hangingPunct="0">
              <a:lnSpc>
                <a:spcPct val="130000"/>
              </a:lnSpc>
              <a:buClr>
                <a:srgbClr val="0070C0"/>
              </a:buClr>
              <a:buNone/>
            </a:pPr>
            <a:endParaRPr lang="en-US" altLang="zh-CN" dirty="0">
              <a:latin typeface="微软雅黑" pitchFamily="34" charset="-122"/>
              <a:ea typeface="微软雅黑" pitchFamily="34" charset="-122"/>
            </a:endParaRPr>
          </a:p>
          <a:p>
            <a:pPr lvl="1" eaLnBrk="0" hangingPunct="0">
              <a:lnSpc>
                <a:spcPct val="130000"/>
              </a:lnSpc>
              <a:buClr>
                <a:srgbClr val="0070C0"/>
              </a:buClr>
              <a:buFont typeface="Wingdings" pitchFamily="2" charset="2"/>
              <a:buChar char="Ø"/>
            </a:pPr>
            <a:endParaRPr lang="en-US" altLang="zh-CN" sz="2100" dirty="0">
              <a:latin typeface="微软雅黑" pitchFamily="34" charset="-122"/>
              <a:ea typeface="微软雅黑" pitchFamily="34" charset="-122"/>
            </a:endParaRPr>
          </a:p>
          <a:p>
            <a:pPr lvl="1" eaLnBrk="0" hangingPunct="0">
              <a:lnSpc>
                <a:spcPct val="130000"/>
              </a:lnSpc>
              <a:buClr>
                <a:srgbClr val="0070C0"/>
              </a:buClr>
              <a:buFont typeface="Wingdings" pitchFamily="2" charset="2"/>
              <a:buChar char="Ø"/>
            </a:pPr>
            <a:endParaRPr lang="zh-CN" altLang="en-US" sz="2100" dirty="0">
              <a:latin typeface="微软雅黑" pitchFamily="34" charset="-122"/>
              <a:ea typeface="微软雅黑" pitchFamily="34" charset="-122"/>
            </a:endParaRPr>
          </a:p>
          <a:p>
            <a:pPr marL="0" indent="0">
              <a:buNone/>
            </a:pPr>
            <a:endParaRPr lang="zh-CN" altLang="en-US" dirty="0"/>
          </a:p>
        </p:txBody>
      </p:sp>
      <p:sp>
        <p:nvSpPr>
          <p:cNvPr id="4" name="灯片编号占位符 3"/>
          <p:cNvSpPr>
            <a:spLocks noGrp="1"/>
          </p:cNvSpPr>
          <p:nvPr>
            <p:ph type="sldNum" sz="quarter" idx="12"/>
          </p:nvPr>
        </p:nvSpPr>
        <p:spPr/>
        <p:txBody>
          <a:bodyPr/>
          <a:lstStyle/>
          <a:p>
            <a:pPr defTabSz="685800" eaLnBrk="1" fontAlgn="auto" hangingPunct="1">
              <a:spcBef>
                <a:spcPts val="0"/>
              </a:spcBef>
              <a:spcAft>
                <a:spcPts val="0"/>
              </a:spcAft>
            </a:pPr>
            <a:fld id="{8D4D1E41-7A09-AB4A-A4E1-09765ADA2698}" type="slidenum">
              <a:rPr kumimoji="1" lang="zh-CN" altLang="en-US">
                <a:solidFill>
                  <a:prstClr val="white">
                    <a:lumMod val="65000"/>
                  </a:prstClr>
                </a:solidFill>
                <a:cs typeface="+mn-cs"/>
              </a:rPr>
              <a:pPr defTabSz="685800" eaLnBrk="1" fontAlgn="auto" hangingPunct="1">
                <a:spcBef>
                  <a:spcPts val="0"/>
                </a:spcBef>
                <a:spcAft>
                  <a:spcPts val="0"/>
                </a:spcAft>
              </a:pPr>
              <a:t>116</a:t>
            </a:fld>
            <a:endParaRPr kumimoji="1" lang="zh-CN" altLang="en-US" dirty="0">
              <a:solidFill>
                <a:prstClr val="white">
                  <a:lumMod val="65000"/>
                </a:prstClr>
              </a:solidFill>
              <a:cs typeface="+mn-cs"/>
            </a:endParaRPr>
          </a:p>
        </p:txBody>
      </p:sp>
    </p:spTree>
    <p:extLst>
      <p:ext uri="{BB962C8B-B14F-4D97-AF65-F5344CB8AC3E}">
        <p14:creationId xmlns:p14="http://schemas.microsoft.com/office/powerpoint/2010/main" val="36623568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1" end="1"/>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3">
                                            <p:txEl>
                                              <p:pRg st="5" end="5"/>
                                            </p:txEl>
                                          </p:spTgt>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3">
                                            <p:txEl>
                                              <p:pRg st="6" end="6"/>
                                            </p:txEl>
                                          </p:spTgt>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3">
                                            <p:txEl>
                                              <p:pRg st="7" end="7"/>
                                            </p:txEl>
                                          </p:spTgt>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灯片编号占位符 3"/>
          <p:cNvSpPr>
            <a:spLocks noGrp="1"/>
          </p:cNvSpPr>
          <p:nvPr>
            <p:ph type="sldNum" sz="quarter" idx="12"/>
          </p:nvPr>
        </p:nvSpPr>
        <p:spPr/>
        <p:txBody>
          <a:bodyPr/>
          <a:lstStyle/>
          <a:p>
            <a:pPr defTabSz="685800" eaLnBrk="1" fontAlgn="auto" hangingPunct="1">
              <a:spcBef>
                <a:spcPts val="0"/>
              </a:spcBef>
              <a:spcAft>
                <a:spcPts val="0"/>
              </a:spcAft>
            </a:pPr>
            <a:fld id="{8D4D1E41-7A09-AB4A-A4E1-09765ADA2698}" type="slidenum">
              <a:rPr kumimoji="1" lang="zh-CN" altLang="en-US">
                <a:solidFill>
                  <a:prstClr val="white">
                    <a:lumMod val="65000"/>
                  </a:prstClr>
                </a:solidFill>
                <a:cs typeface="+mn-cs"/>
              </a:rPr>
              <a:pPr defTabSz="685800" eaLnBrk="1" fontAlgn="auto" hangingPunct="1">
                <a:spcBef>
                  <a:spcPts val="0"/>
                </a:spcBef>
                <a:spcAft>
                  <a:spcPts val="0"/>
                </a:spcAft>
              </a:pPr>
              <a:t>117</a:t>
            </a:fld>
            <a:endParaRPr kumimoji="1" lang="zh-CN" altLang="en-US" dirty="0">
              <a:solidFill>
                <a:prstClr val="white">
                  <a:lumMod val="65000"/>
                </a:prstClr>
              </a:solidFill>
              <a:cs typeface="+mn-cs"/>
            </a:endParaRPr>
          </a:p>
        </p:txBody>
      </p:sp>
      <p:grpSp>
        <p:nvGrpSpPr>
          <p:cNvPr id="5" name="组合 4"/>
          <p:cNvGrpSpPr/>
          <p:nvPr/>
        </p:nvGrpSpPr>
        <p:grpSpPr>
          <a:xfrm>
            <a:off x="1622580" y="1836850"/>
            <a:ext cx="5951385" cy="3045166"/>
            <a:chOff x="3046627" y="1659155"/>
            <a:chExt cx="6977496" cy="4060221"/>
          </a:xfrm>
        </p:grpSpPr>
        <p:sp>
          <p:nvSpPr>
            <p:cNvPr id="9" name="AutoShape 31"/>
            <p:cNvSpPr>
              <a:spLocks noChangeArrowheads="1"/>
            </p:cNvSpPr>
            <p:nvPr/>
          </p:nvSpPr>
          <p:spPr bwMode="auto">
            <a:xfrm rot="5400000">
              <a:off x="3160823" y="4798117"/>
              <a:ext cx="302127" cy="530520"/>
            </a:xfrm>
            <a:prstGeom prst="downArrow">
              <a:avLst>
                <a:gd name="adj1" fmla="val 47222"/>
                <a:gd name="adj2" fmla="val 83745"/>
              </a:avLst>
            </a:prstGeom>
            <a:solidFill>
              <a:srgbClr val="00FFFF"/>
            </a:solidFill>
            <a:ln w="9525">
              <a:solidFill>
                <a:schemeClr val="tx1"/>
              </a:solidFill>
              <a:miter lim="800000"/>
              <a:headEnd/>
              <a:tailEnd/>
            </a:ln>
            <a:effectLst/>
          </p:spPr>
          <p:txBody>
            <a:bodyPr vert="eaVert" wrap="none" lIns="91438" tIns="45719" rIns="91438" bIns="45719" anchor="ctr"/>
            <a:lstStyle/>
            <a:p>
              <a:pPr algn="ctr" defTabSz="685800" eaLnBrk="1" fontAlgn="auto" hangingPunct="1">
                <a:spcBef>
                  <a:spcPts val="0"/>
                </a:spcBef>
                <a:spcAft>
                  <a:spcPts val="0"/>
                </a:spcAft>
              </a:pPr>
              <a:endParaRPr lang="zh-CN" altLang="en-US" sz="1425" b="1">
                <a:solidFill>
                  <a:prstClr val="black"/>
                </a:solidFill>
                <a:latin typeface="微软雅黑" pitchFamily="34" charset="-122"/>
                <a:ea typeface="微软雅黑" pitchFamily="34" charset="-122"/>
                <a:cs typeface="+mn-cs"/>
              </a:endParaRPr>
            </a:p>
          </p:txBody>
        </p:sp>
        <p:sp>
          <p:nvSpPr>
            <p:cNvPr id="10" name="Rectangle 2"/>
            <p:cNvSpPr>
              <a:spLocks noChangeArrowheads="1"/>
            </p:cNvSpPr>
            <p:nvPr/>
          </p:nvSpPr>
          <p:spPr bwMode="auto">
            <a:xfrm>
              <a:off x="3546574" y="4877454"/>
              <a:ext cx="4812447" cy="408369"/>
            </a:xfrm>
            <a:prstGeom prst="rect">
              <a:avLst/>
            </a:prstGeom>
            <a:solidFill>
              <a:srgbClr val="0000FF"/>
            </a:solidFill>
            <a:ln>
              <a:headEnd/>
              <a:tailEnd/>
            </a:ln>
          </p:spPr>
          <p:style>
            <a:lnRef idx="2">
              <a:schemeClr val="dk1"/>
            </a:lnRef>
            <a:fillRef idx="1">
              <a:schemeClr val="lt1"/>
            </a:fillRef>
            <a:effectRef idx="0">
              <a:schemeClr val="dk1"/>
            </a:effectRef>
            <a:fontRef idx="minor">
              <a:schemeClr val="dk1"/>
            </a:fontRef>
          </p:style>
          <p:txBody>
            <a:bodyPr wrap="none" lIns="91438" tIns="45719" rIns="91438" bIns="45719" anchor="ctr"/>
            <a:lstStyle/>
            <a:p>
              <a:pPr algn="ctr" defTabSz="685800" eaLnBrk="1" fontAlgn="auto" hangingPunct="1">
                <a:spcBef>
                  <a:spcPts val="0"/>
                </a:spcBef>
                <a:spcAft>
                  <a:spcPts val="0"/>
                </a:spcAft>
              </a:pPr>
              <a:endParaRPr lang="zh-CN" altLang="en-US" sz="1425" b="1">
                <a:solidFill>
                  <a:prstClr val="black"/>
                </a:solidFill>
                <a:latin typeface="微软雅黑" pitchFamily="34" charset="-122"/>
                <a:ea typeface="微软雅黑" pitchFamily="34" charset="-122"/>
              </a:endParaRPr>
            </a:p>
          </p:txBody>
        </p:sp>
        <p:sp>
          <p:nvSpPr>
            <p:cNvPr id="11" name="Rectangle 4"/>
            <p:cNvSpPr>
              <a:spLocks noChangeArrowheads="1"/>
            </p:cNvSpPr>
            <p:nvPr/>
          </p:nvSpPr>
          <p:spPr bwMode="auto">
            <a:xfrm>
              <a:off x="4859387" y="4902354"/>
              <a:ext cx="3478053" cy="383468"/>
            </a:xfrm>
            <a:prstGeom prst="rect">
              <a:avLst/>
            </a:prstGeom>
            <a:solidFill>
              <a:srgbClr val="99FFCC"/>
            </a:solidFill>
            <a:ln>
              <a:noFill/>
            </a:ln>
            <a:effectLst/>
          </p:spPr>
          <p:txBody>
            <a:bodyPr wrap="none" lIns="91438" tIns="45719" rIns="91438" bIns="45719" anchor="ctr"/>
            <a:lstStyle/>
            <a:p>
              <a:pPr algn="ctr" defTabSz="685800" eaLnBrk="1" fontAlgn="auto" hangingPunct="1">
                <a:spcBef>
                  <a:spcPts val="0"/>
                </a:spcBef>
                <a:spcAft>
                  <a:spcPts val="0"/>
                </a:spcAft>
              </a:pPr>
              <a:endParaRPr lang="zh-CN" altLang="en-US" sz="1425" b="1">
                <a:solidFill>
                  <a:prstClr val="black"/>
                </a:solidFill>
                <a:latin typeface="微软雅黑" pitchFamily="34" charset="-122"/>
                <a:ea typeface="微软雅黑" pitchFamily="34" charset="-122"/>
                <a:cs typeface="+mn-cs"/>
              </a:endParaRPr>
            </a:p>
          </p:txBody>
        </p:sp>
        <p:sp>
          <p:nvSpPr>
            <p:cNvPr id="12" name="Freeform 5"/>
            <p:cNvSpPr>
              <a:spLocks/>
            </p:cNvSpPr>
            <p:nvPr/>
          </p:nvSpPr>
          <p:spPr bwMode="auto">
            <a:xfrm>
              <a:off x="3573550" y="3600886"/>
              <a:ext cx="6359047" cy="489711"/>
            </a:xfrm>
            <a:custGeom>
              <a:avLst/>
              <a:gdLst>
                <a:gd name="T0" fmla="*/ 0 w 2790"/>
                <a:gd name="T1" fmla="*/ 6 h 279"/>
                <a:gd name="T2" fmla="*/ 561 w 2790"/>
                <a:gd name="T3" fmla="*/ 279 h 279"/>
                <a:gd name="T4" fmla="*/ 2100 w 2790"/>
                <a:gd name="T5" fmla="*/ 276 h 279"/>
                <a:gd name="T6" fmla="*/ 2790 w 2790"/>
                <a:gd name="T7" fmla="*/ 0 h 279"/>
                <a:gd name="T8" fmla="*/ 0 w 2790"/>
                <a:gd name="T9" fmla="*/ 6 h 279"/>
              </a:gdLst>
              <a:ahLst/>
              <a:cxnLst>
                <a:cxn ang="0">
                  <a:pos x="T0" y="T1"/>
                </a:cxn>
                <a:cxn ang="0">
                  <a:pos x="T2" y="T3"/>
                </a:cxn>
                <a:cxn ang="0">
                  <a:pos x="T4" y="T5"/>
                </a:cxn>
                <a:cxn ang="0">
                  <a:pos x="T6" y="T7"/>
                </a:cxn>
                <a:cxn ang="0">
                  <a:pos x="T8" y="T9"/>
                </a:cxn>
              </a:cxnLst>
              <a:rect l="0" t="0" r="r" b="b"/>
              <a:pathLst>
                <a:path w="2790" h="279">
                  <a:moveTo>
                    <a:pt x="0" y="6"/>
                  </a:moveTo>
                  <a:lnTo>
                    <a:pt x="561" y="279"/>
                  </a:lnTo>
                  <a:lnTo>
                    <a:pt x="2100" y="276"/>
                  </a:lnTo>
                  <a:lnTo>
                    <a:pt x="2790" y="0"/>
                  </a:lnTo>
                  <a:lnTo>
                    <a:pt x="0" y="6"/>
                  </a:lnTo>
                  <a:close/>
                </a:path>
              </a:pathLst>
            </a:custGeom>
            <a:gradFill flip="none" rotWithShape="1">
              <a:gsLst>
                <a:gs pos="0">
                  <a:srgbClr val="00B0F0"/>
                </a:gs>
                <a:gs pos="100000">
                  <a:srgbClr val="99FFCC"/>
                </a:gs>
              </a:gsLst>
              <a:lin ang="16200000" scaled="1"/>
              <a:tileRect/>
            </a:gradFill>
            <a:ln>
              <a:noFill/>
            </a:ln>
            <a:effectLst/>
          </p:spPr>
          <p:txBody>
            <a:bodyPr lIns="91438" tIns="45719" rIns="91438" bIns="45719"/>
            <a:lstStyle/>
            <a:p>
              <a:pPr algn="ctr" defTabSz="685800" eaLnBrk="1" fontAlgn="auto" hangingPunct="1">
                <a:spcBef>
                  <a:spcPts val="0"/>
                </a:spcBef>
                <a:spcAft>
                  <a:spcPts val="0"/>
                </a:spcAft>
              </a:pPr>
              <a:endParaRPr lang="zh-CN" altLang="en-US" sz="1425" b="1">
                <a:solidFill>
                  <a:prstClr val="black"/>
                </a:solidFill>
                <a:latin typeface="微软雅黑" pitchFamily="34" charset="-122"/>
                <a:ea typeface="微软雅黑" pitchFamily="34" charset="-122"/>
                <a:cs typeface="+mn-cs"/>
              </a:endParaRPr>
            </a:p>
          </p:txBody>
        </p:sp>
        <p:sp>
          <p:nvSpPr>
            <p:cNvPr id="13" name="Line 6"/>
            <p:cNvSpPr>
              <a:spLocks noChangeShapeType="1"/>
            </p:cNvSpPr>
            <p:nvPr/>
          </p:nvSpPr>
          <p:spPr bwMode="auto">
            <a:xfrm>
              <a:off x="3546574" y="5529848"/>
              <a:ext cx="4812447" cy="0"/>
            </a:xfrm>
            <a:prstGeom prst="line">
              <a:avLst/>
            </a:prstGeom>
            <a:noFill/>
            <a:ln w="28575">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1438" tIns="45719" rIns="91438" bIns="45719" anchor="ctr"/>
            <a:lstStyle/>
            <a:p>
              <a:pPr algn="ctr" defTabSz="685800" eaLnBrk="1" fontAlgn="auto" hangingPunct="1">
                <a:spcBef>
                  <a:spcPts val="0"/>
                </a:spcBef>
                <a:spcAft>
                  <a:spcPts val="0"/>
                </a:spcAft>
              </a:pPr>
              <a:endParaRPr lang="zh-CN" altLang="en-US" sz="1425" dirty="0">
                <a:solidFill>
                  <a:prstClr val="black"/>
                </a:solidFill>
                <a:latin typeface="微软雅黑" pitchFamily="34" charset="-122"/>
                <a:ea typeface="微软雅黑" pitchFamily="34" charset="-122"/>
                <a:cs typeface="+mn-cs"/>
              </a:endParaRPr>
            </a:p>
          </p:txBody>
        </p:sp>
        <p:sp>
          <p:nvSpPr>
            <p:cNvPr id="14" name="Text Box 7"/>
            <p:cNvSpPr txBox="1">
              <a:spLocks noChangeArrowheads="1"/>
            </p:cNvSpPr>
            <p:nvPr/>
          </p:nvSpPr>
          <p:spPr bwMode="auto">
            <a:xfrm>
              <a:off x="3839350" y="4874133"/>
              <a:ext cx="772800" cy="4154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1438" tIns="45719" rIns="91438" bIns="45719">
              <a:spAutoFit/>
            </a:bodyPr>
            <a:lstStyle/>
            <a:p>
              <a:pPr algn="ctr" defTabSz="685800" eaLnBrk="1" fontAlgn="auto" hangingPunct="1">
                <a:spcBef>
                  <a:spcPts val="0"/>
                </a:spcBef>
                <a:spcAft>
                  <a:spcPts val="0"/>
                </a:spcAft>
              </a:pPr>
              <a:r>
                <a:rPr kumimoji="1" lang="zh-CN" altLang="en-US" sz="1425" dirty="0">
                  <a:solidFill>
                    <a:prstClr val="white"/>
                  </a:solidFill>
                  <a:latin typeface="微软雅黑" pitchFamily="34" charset="-122"/>
                  <a:ea typeface="微软雅黑" pitchFamily="34" charset="-122"/>
                  <a:cs typeface="+mn-cs"/>
                </a:rPr>
                <a:t>首  部</a:t>
              </a:r>
            </a:p>
          </p:txBody>
        </p:sp>
        <p:sp>
          <p:nvSpPr>
            <p:cNvPr id="15" name="Rectangle 8"/>
            <p:cNvSpPr>
              <a:spLocks noChangeArrowheads="1"/>
            </p:cNvSpPr>
            <p:nvPr/>
          </p:nvSpPr>
          <p:spPr bwMode="auto">
            <a:xfrm>
              <a:off x="4859387" y="4065695"/>
              <a:ext cx="3499635" cy="410028"/>
            </a:xfrm>
            <a:prstGeom prst="rect">
              <a:avLst/>
            </a:prstGeom>
            <a:solidFill>
              <a:srgbClr val="99FFCC"/>
            </a:solidFill>
            <a:ln w="9525">
              <a:solidFill>
                <a:schemeClr val="tx1"/>
              </a:solidFill>
              <a:miter lim="800000"/>
              <a:headEnd/>
              <a:tailEnd/>
            </a:ln>
            <a:effectLst/>
          </p:spPr>
          <p:txBody>
            <a:bodyPr wrap="none" lIns="91438" tIns="45719" rIns="91438" bIns="45719" anchor="ctr"/>
            <a:lstStyle/>
            <a:p>
              <a:pPr algn="ctr" defTabSz="685800" eaLnBrk="1" fontAlgn="auto" hangingPunct="1">
                <a:spcBef>
                  <a:spcPts val="0"/>
                </a:spcBef>
                <a:spcAft>
                  <a:spcPts val="0"/>
                </a:spcAft>
              </a:pPr>
              <a:r>
                <a:rPr kumimoji="1" lang="en-US" altLang="zh-CN" sz="1425" dirty="0">
                  <a:solidFill>
                    <a:prstClr val="black"/>
                  </a:solidFill>
                  <a:latin typeface="微软雅黑" pitchFamily="34" charset="-122"/>
                  <a:ea typeface="微软雅黑" pitchFamily="34" charset="-122"/>
                  <a:cs typeface="+mn-cs"/>
                </a:rPr>
                <a:t>ICMP </a:t>
              </a:r>
              <a:r>
                <a:rPr kumimoji="1" lang="zh-CN" altLang="en-US" sz="1425" dirty="0">
                  <a:solidFill>
                    <a:prstClr val="black"/>
                  </a:solidFill>
                  <a:latin typeface="微软雅黑" pitchFamily="34" charset="-122"/>
                  <a:ea typeface="微软雅黑" pitchFamily="34" charset="-122"/>
                  <a:cs typeface="+mn-cs"/>
                </a:rPr>
                <a:t>报文</a:t>
              </a:r>
            </a:p>
          </p:txBody>
        </p:sp>
        <p:sp>
          <p:nvSpPr>
            <p:cNvPr id="16" name="Text Box 9"/>
            <p:cNvSpPr txBox="1">
              <a:spLocks noChangeArrowheads="1"/>
            </p:cNvSpPr>
            <p:nvPr/>
          </p:nvSpPr>
          <p:spPr bwMode="auto">
            <a:xfrm>
              <a:off x="3405576" y="1659155"/>
              <a:ext cx="327385" cy="369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1438" tIns="45719" rIns="91438" bIns="45719">
              <a:spAutoFit/>
            </a:bodyPr>
            <a:lstStyle/>
            <a:p>
              <a:pPr algn="ctr" defTabSz="685800" eaLnBrk="1" fontAlgn="auto" hangingPunct="1">
                <a:spcBef>
                  <a:spcPts val="0"/>
                </a:spcBef>
                <a:spcAft>
                  <a:spcPts val="0"/>
                </a:spcAft>
              </a:pPr>
              <a:r>
                <a:rPr kumimoji="1" lang="en-US" altLang="zh-CN" sz="1200" b="1" dirty="0">
                  <a:solidFill>
                    <a:srgbClr val="0000FF"/>
                  </a:solidFill>
                  <a:latin typeface="微软雅黑" pitchFamily="34" charset="-122"/>
                  <a:ea typeface="微软雅黑" pitchFamily="34" charset="-122"/>
                  <a:cs typeface="+mn-cs"/>
                </a:rPr>
                <a:t>0</a:t>
              </a:r>
            </a:p>
          </p:txBody>
        </p:sp>
        <p:sp>
          <p:nvSpPr>
            <p:cNvPr id="17" name="Line 10"/>
            <p:cNvSpPr>
              <a:spLocks noChangeShapeType="1"/>
            </p:cNvSpPr>
            <p:nvPr/>
          </p:nvSpPr>
          <p:spPr bwMode="auto">
            <a:xfrm>
              <a:off x="4859387" y="4877454"/>
              <a:ext cx="0" cy="40836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1438" tIns="45719" rIns="91438" bIns="45719" anchor="ctr"/>
            <a:lstStyle/>
            <a:p>
              <a:pPr algn="ctr" defTabSz="685800" eaLnBrk="1" fontAlgn="auto" hangingPunct="1">
                <a:spcBef>
                  <a:spcPts val="0"/>
                </a:spcBef>
                <a:spcAft>
                  <a:spcPts val="0"/>
                </a:spcAft>
              </a:pPr>
              <a:endParaRPr lang="zh-CN" altLang="en-US" sz="1425" b="1">
                <a:solidFill>
                  <a:prstClr val="black"/>
                </a:solidFill>
                <a:latin typeface="微软雅黑" pitchFamily="34" charset="-122"/>
                <a:ea typeface="微软雅黑" pitchFamily="34" charset="-122"/>
                <a:cs typeface="+mn-cs"/>
              </a:endParaRPr>
            </a:p>
          </p:txBody>
        </p:sp>
        <p:sp>
          <p:nvSpPr>
            <p:cNvPr id="18" name="Text Box 11"/>
            <p:cNvSpPr txBox="1">
              <a:spLocks noChangeArrowheads="1"/>
            </p:cNvSpPr>
            <p:nvPr/>
          </p:nvSpPr>
          <p:spPr bwMode="auto">
            <a:xfrm>
              <a:off x="5959729" y="4874133"/>
              <a:ext cx="1456895" cy="4154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1438" tIns="45719" rIns="91438" bIns="45719">
              <a:spAutoFit/>
            </a:bodyPr>
            <a:lstStyle/>
            <a:p>
              <a:pPr algn="ctr" defTabSz="685800" eaLnBrk="1" fontAlgn="auto" hangingPunct="1">
                <a:spcBef>
                  <a:spcPts val="0"/>
                </a:spcBef>
                <a:spcAft>
                  <a:spcPts val="0"/>
                </a:spcAft>
              </a:pPr>
              <a:r>
                <a:rPr kumimoji="1" lang="zh-CN" altLang="en-US" sz="1425" dirty="0">
                  <a:solidFill>
                    <a:prstClr val="black"/>
                  </a:solidFill>
                  <a:latin typeface="微软雅黑" pitchFamily="34" charset="-122"/>
                  <a:ea typeface="微软雅黑" pitchFamily="34" charset="-122"/>
                  <a:cs typeface="+mn-cs"/>
                </a:rPr>
                <a:t>数  据  部  分</a:t>
              </a:r>
            </a:p>
          </p:txBody>
        </p:sp>
        <p:sp>
          <p:nvSpPr>
            <p:cNvPr id="19" name="AutoShape 12"/>
            <p:cNvSpPr>
              <a:spLocks noChangeArrowheads="1"/>
            </p:cNvSpPr>
            <p:nvPr/>
          </p:nvSpPr>
          <p:spPr bwMode="auto">
            <a:xfrm>
              <a:off x="6389801" y="4475725"/>
              <a:ext cx="327304" cy="489711"/>
            </a:xfrm>
            <a:prstGeom prst="downArrow">
              <a:avLst>
                <a:gd name="adj1" fmla="val 47222"/>
                <a:gd name="adj2" fmla="val 83746"/>
              </a:avLst>
            </a:prstGeom>
            <a:solidFill>
              <a:srgbClr val="FF99FF"/>
            </a:solidFill>
            <a:ln w="9525">
              <a:solidFill>
                <a:schemeClr val="tx1"/>
              </a:solidFill>
              <a:miter lim="800000"/>
              <a:headEnd/>
              <a:tailEnd/>
            </a:ln>
            <a:effectLst/>
          </p:spPr>
          <p:txBody>
            <a:bodyPr vert="eaVert" wrap="none" lIns="91438" tIns="45719" rIns="91438" bIns="45719" anchor="ctr"/>
            <a:lstStyle/>
            <a:p>
              <a:pPr algn="ctr" defTabSz="685800" eaLnBrk="1" fontAlgn="auto" hangingPunct="1">
                <a:spcBef>
                  <a:spcPts val="0"/>
                </a:spcBef>
                <a:spcAft>
                  <a:spcPts val="0"/>
                </a:spcAft>
              </a:pPr>
              <a:endParaRPr lang="zh-CN" altLang="en-US" sz="1425" b="1">
                <a:solidFill>
                  <a:prstClr val="black"/>
                </a:solidFill>
                <a:latin typeface="微软雅黑" pitchFamily="34" charset="-122"/>
                <a:ea typeface="微软雅黑" pitchFamily="34" charset="-122"/>
                <a:cs typeface="+mn-cs"/>
              </a:endParaRPr>
            </a:p>
          </p:txBody>
        </p:sp>
        <p:sp>
          <p:nvSpPr>
            <p:cNvPr id="20" name="Rectangle 13"/>
            <p:cNvSpPr>
              <a:spLocks noChangeArrowheads="1"/>
            </p:cNvSpPr>
            <p:nvPr/>
          </p:nvSpPr>
          <p:spPr bwMode="auto">
            <a:xfrm>
              <a:off x="3546574" y="1997291"/>
              <a:ext cx="6344660" cy="1635136"/>
            </a:xfrm>
            <a:prstGeom prst="rect">
              <a:avLst/>
            </a:prstGeom>
            <a:solidFill>
              <a:srgbClr val="99FFCC"/>
            </a:solidFill>
            <a:ln w="9525">
              <a:solidFill>
                <a:schemeClr val="tx1"/>
              </a:solidFill>
              <a:miter lim="800000"/>
              <a:headEnd/>
              <a:tailEnd/>
            </a:ln>
            <a:effectLst/>
          </p:spPr>
          <p:txBody>
            <a:bodyPr wrap="none" lIns="91438" tIns="45719" rIns="91438" bIns="45719" anchor="ctr"/>
            <a:lstStyle/>
            <a:p>
              <a:pPr algn="ctr" defTabSz="685800" eaLnBrk="1" fontAlgn="auto" hangingPunct="1">
                <a:spcBef>
                  <a:spcPts val="0"/>
                </a:spcBef>
                <a:spcAft>
                  <a:spcPts val="0"/>
                </a:spcAft>
              </a:pPr>
              <a:endParaRPr lang="zh-CN" altLang="en-US" sz="1425" b="1">
                <a:solidFill>
                  <a:prstClr val="black"/>
                </a:solidFill>
                <a:latin typeface="微软雅黑" pitchFamily="34" charset="-122"/>
                <a:ea typeface="微软雅黑" pitchFamily="34" charset="-122"/>
                <a:cs typeface="+mn-cs"/>
              </a:endParaRPr>
            </a:p>
          </p:txBody>
        </p:sp>
        <p:sp>
          <p:nvSpPr>
            <p:cNvPr id="21" name="Line 14"/>
            <p:cNvSpPr>
              <a:spLocks noChangeShapeType="1"/>
            </p:cNvSpPr>
            <p:nvPr/>
          </p:nvSpPr>
          <p:spPr bwMode="auto">
            <a:xfrm rot="5400000" flipV="1">
              <a:off x="6718904" y="-798213"/>
              <a:ext cx="0" cy="63446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1438" tIns="45719" rIns="91438" bIns="45719" anchor="ctr"/>
            <a:lstStyle/>
            <a:p>
              <a:pPr algn="ctr" defTabSz="685800" eaLnBrk="1" fontAlgn="auto" hangingPunct="1">
                <a:spcBef>
                  <a:spcPts val="0"/>
                </a:spcBef>
                <a:spcAft>
                  <a:spcPts val="0"/>
                </a:spcAft>
              </a:pPr>
              <a:endParaRPr lang="zh-CN" altLang="en-US" sz="1425" b="1">
                <a:solidFill>
                  <a:prstClr val="black"/>
                </a:solidFill>
                <a:latin typeface="微软雅黑" pitchFamily="34" charset="-122"/>
                <a:ea typeface="微软雅黑" pitchFamily="34" charset="-122"/>
                <a:cs typeface="+mn-cs"/>
              </a:endParaRPr>
            </a:p>
          </p:txBody>
        </p:sp>
        <p:sp>
          <p:nvSpPr>
            <p:cNvPr id="22" name="Line 15"/>
            <p:cNvSpPr>
              <a:spLocks noChangeShapeType="1"/>
            </p:cNvSpPr>
            <p:nvPr/>
          </p:nvSpPr>
          <p:spPr bwMode="auto">
            <a:xfrm flipV="1">
              <a:off x="5130940" y="1965750"/>
              <a:ext cx="0" cy="40836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1438" tIns="45719" rIns="91438" bIns="45719" anchor="ctr"/>
            <a:lstStyle/>
            <a:p>
              <a:pPr algn="ctr" defTabSz="685800" eaLnBrk="1" fontAlgn="auto" hangingPunct="1">
                <a:spcBef>
                  <a:spcPts val="0"/>
                </a:spcBef>
                <a:spcAft>
                  <a:spcPts val="0"/>
                </a:spcAft>
              </a:pPr>
              <a:endParaRPr lang="zh-CN" altLang="en-US" sz="1425" b="1">
                <a:solidFill>
                  <a:prstClr val="black"/>
                </a:solidFill>
                <a:latin typeface="微软雅黑" pitchFamily="34" charset="-122"/>
                <a:ea typeface="微软雅黑" pitchFamily="34" charset="-122"/>
                <a:cs typeface="+mn-cs"/>
              </a:endParaRPr>
            </a:p>
          </p:txBody>
        </p:sp>
        <p:sp>
          <p:nvSpPr>
            <p:cNvPr id="23" name="Line 16"/>
            <p:cNvSpPr>
              <a:spLocks noChangeShapeType="1"/>
            </p:cNvSpPr>
            <p:nvPr/>
          </p:nvSpPr>
          <p:spPr bwMode="auto">
            <a:xfrm flipV="1">
              <a:off x="6717104" y="1965750"/>
              <a:ext cx="0" cy="40836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1438" tIns="45719" rIns="91438" bIns="45719" anchor="ctr"/>
            <a:lstStyle/>
            <a:p>
              <a:pPr algn="ctr" defTabSz="685800" eaLnBrk="1" fontAlgn="auto" hangingPunct="1">
                <a:spcBef>
                  <a:spcPts val="0"/>
                </a:spcBef>
                <a:spcAft>
                  <a:spcPts val="0"/>
                </a:spcAft>
              </a:pPr>
              <a:endParaRPr lang="zh-CN" altLang="en-US" sz="1425" b="1">
                <a:solidFill>
                  <a:prstClr val="black"/>
                </a:solidFill>
                <a:latin typeface="微软雅黑" pitchFamily="34" charset="-122"/>
                <a:ea typeface="微软雅黑" pitchFamily="34" charset="-122"/>
                <a:cs typeface="+mn-cs"/>
              </a:endParaRPr>
            </a:p>
          </p:txBody>
        </p:sp>
        <p:sp>
          <p:nvSpPr>
            <p:cNvPr id="24" name="Line 17"/>
            <p:cNvSpPr>
              <a:spLocks noChangeShapeType="1"/>
            </p:cNvSpPr>
            <p:nvPr/>
          </p:nvSpPr>
          <p:spPr bwMode="auto">
            <a:xfrm flipV="1">
              <a:off x="6717104" y="1965750"/>
              <a:ext cx="0" cy="40836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1438" tIns="45719" rIns="91438" bIns="45719" anchor="ctr"/>
            <a:lstStyle/>
            <a:p>
              <a:pPr algn="ctr" defTabSz="685800" eaLnBrk="1" fontAlgn="auto" hangingPunct="1">
                <a:spcBef>
                  <a:spcPts val="0"/>
                </a:spcBef>
                <a:spcAft>
                  <a:spcPts val="0"/>
                </a:spcAft>
              </a:pPr>
              <a:endParaRPr lang="zh-CN" altLang="en-US" sz="1425" b="1">
                <a:solidFill>
                  <a:prstClr val="black"/>
                </a:solidFill>
                <a:latin typeface="微软雅黑" pitchFamily="34" charset="-122"/>
                <a:ea typeface="微软雅黑" pitchFamily="34" charset="-122"/>
                <a:cs typeface="+mn-cs"/>
              </a:endParaRPr>
            </a:p>
          </p:txBody>
        </p:sp>
        <p:sp>
          <p:nvSpPr>
            <p:cNvPr id="25" name="Text Box 21"/>
            <p:cNvSpPr txBox="1">
              <a:spLocks noChangeArrowheads="1"/>
            </p:cNvSpPr>
            <p:nvPr/>
          </p:nvSpPr>
          <p:spPr bwMode="auto">
            <a:xfrm>
              <a:off x="4758682" y="2399430"/>
              <a:ext cx="4144417" cy="4154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1438" tIns="45719" rIns="91438" bIns="45719">
              <a:spAutoFit/>
            </a:bodyPr>
            <a:lstStyle/>
            <a:p>
              <a:pPr algn="ctr" defTabSz="685800" eaLnBrk="1" fontAlgn="auto" hangingPunct="1">
                <a:spcBef>
                  <a:spcPts val="0"/>
                </a:spcBef>
                <a:spcAft>
                  <a:spcPts val="0"/>
                </a:spcAft>
              </a:pPr>
              <a:r>
                <a:rPr kumimoji="1" lang="zh-CN" altLang="en-US" sz="1425" dirty="0">
                  <a:solidFill>
                    <a:prstClr val="black"/>
                  </a:solidFill>
                  <a:latin typeface="微软雅黑" pitchFamily="34" charset="-122"/>
                  <a:ea typeface="微软雅黑" pitchFamily="34" charset="-122"/>
                  <a:cs typeface="+mn-cs"/>
                </a:rPr>
                <a:t>（这 </a:t>
              </a:r>
              <a:r>
                <a:rPr kumimoji="1" lang="en-US" altLang="zh-CN" sz="1425" dirty="0">
                  <a:solidFill>
                    <a:prstClr val="black"/>
                  </a:solidFill>
                  <a:latin typeface="微软雅黑" pitchFamily="34" charset="-122"/>
                  <a:ea typeface="微软雅黑" pitchFamily="34" charset="-122"/>
                  <a:cs typeface="+mn-cs"/>
                </a:rPr>
                <a:t>4 </a:t>
              </a:r>
              <a:r>
                <a:rPr kumimoji="1" lang="zh-CN" altLang="en-US" sz="1425" dirty="0">
                  <a:solidFill>
                    <a:prstClr val="black"/>
                  </a:solidFill>
                  <a:latin typeface="微软雅黑" pitchFamily="34" charset="-122"/>
                  <a:ea typeface="微软雅黑" pitchFamily="34" charset="-122"/>
                  <a:cs typeface="+mn-cs"/>
                </a:rPr>
                <a:t>个字节取决于 </a:t>
              </a:r>
              <a:r>
                <a:rPr kumimoji="1" lang="en-US" altLang="zh-CN" sz="1425" dirty="0">
                  <a:solidFill>
                    <a:prstClr val="black"/>
                  </a:solidFill>
                  <a:latin typeface="微软雅黑" pitchFamily="34" charset="-122"/>
                  <a:ea typeface="微软雅黑" pitchFamily="34" charset="-122"/>
                  <a:cs typeface="+mn-cs"/>
                </a:rPr>
                <a:t>ICMP </a:t>
              </a:r>
              <a:r>
                <a:rPr kumimoji="1" lang="zh-CN" altLang="en-US" sz="1425" dirty="0">
                  <a:solidFill>
                    <a:prstClr val="black"/>
                  </a:solidFill>
                  <a:latin typeface="微软雅黑" pitchFamily="34" charset="-122"/>
                  <a:ea typeface="微软雅黑" pitchFamily="34" charset="-122"/>
                  <a:cs typeface="+mn-cs"/>
                </a:rPr>
                <a:t>报文的类型）</a:t>
              </a:r>
            </a:p>
          </p:txBody>
        </p:sp>
        <p:sp>
          <p:nvSpPr>
            <p:cNvPr id="26" name="Text Box 22"/>
            <p:cNvSpPr txBox="1">
              <a:spLocks noChangeArrowheads="1"/>
            </p:cNvSpPr>
            <p:nvPr/>
          </p:nvSpPr>
          <p:spPr bwMode="auto">
            <a:xfrm>
              <a:off x="4970162" y="1659155"/>
              <a:ext cx="327385" cy="369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1438" tIns="45719" rIns="91438" bIns="45719">
              <a:spAutoFit/>
            </a:bodyPr>
            <a:lstStyle/>
            <a:p>
              <a:pPr algn="ctr" defTabSz="685800" eaLnBrk="1" fontAlgn="auto" hangingPunct="1">
                <a:spcBef>
                  <a:spcPts val="0"/>
                </a:spcBef>
                <a:spcAft>
                  <a:spcPts val="0"/>
                </a:spcAft>
              </a:pPr>
              <a:r>
                <a:rPr kumimoji="1" lang="en-US" altLang="zh-CN" sz="1200" b="1">
                  <a:solidFill>
                    <a:srgbClr val="0000FF"/>
                  </a:solidFill>
                  <a:latin typeface="微软雅黑" pitchFamily="34" charset="-122"/>
                  <a:ea typeface="微软雅黑" pitchFamily="34" charset="-122"/>
                  <a:cs typeface="+mn-cs"/>
                </a:rPr>
                <a:t>8</a:t>
              </a:r>
            </a:p>
          </p:txBody>
        </p:sp>
        <p:sp>
          <p:nvSpPr>
            <p:cNvPr id="27" name="Text Box 23"/>
            <p:cNvSpPr txBox="1">
              <a:spLocks noChangeArrowheads="1"/>
            </p:cNvSpPr>
            <p:nvPr/>
          </p:nvSpPr>
          <p:spPr bwMode="auto">
            <a:xfrm>
              <a:off x="6525757" y="1659155"/>
              <a:ext cx="438268" cy="369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1438" tIns="45719" rIns="91438" bIns="45719">
              <a:spAutoFit/>
            </a:bodyPr>
            <a:lstStyle/>
            <a:p>
              <a:pPr algn="ctr" defTabSz="685800" eaLnBrk="1" fontAlgn="auto" hangingPunct="1">
                <a:spcBef>
                  <a:spcPts val="0"/>
                </a:spcBef>
                <a:spcAft>
                  <a:spcPts val="0"/>
                </a:spcAft>
              </a:pPr>
              <a:r>
                <a:rPr kumimoji="1" lang="en-US" altLang="zh-CN" sz="1200" b="1">
                  <a:solidFill>
                    <a:srgbClr val="0000FF"/>
                  </a:solidFill>
                  <a:latin typeface="微软雅黑" pitchFamily="34" charset="-122"/>
                  <a:ea typeface="微软雅黑" pitchFamily="34" charset="-122"/>
                  <a:cs typeface="+mn-cs"/>
                </a:rPr>
                <a:t>16</a:t>
              </a:r>
            </a:p>
          </p:txBody>
        </p:sp>
        <p:sp>
          <p:nvSpPr>
            <p:cNvPr id="28" name="Rectangle 24"/>
            <p:cNvSpPr>
              <a:spLocks noChangeArrowheads="1"/>
            </p:cNvSpPr>
            <p:nvPr/>
          </p:nvSpPr>
          <p:spPr bwMode="auto">
            <a:xfrm>
              <a:off x="5166909" y="5367165"/>
              <a:ext cx="1442295" cy="29880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1438" tIns="45719" rIns="91438" bIns="45719" anchor="ctr"/>
            <a:lstStyle/>
            <a:p>
              <a:pPr algn="ctr" defTabSz="685800" eaLnBrk="1" fontAlgn="auto" hangingPunct="1">
                <a:spcBef>
                  <a:spcPts val="0"/>
                </a:spcBef>
                <a:spcAft>
                  <a:spcPts val="0"/>
                </a:spcAft>
              </a:pPr>
              <a:endParaRPr lang="zh-CN" altLang="en-US" sz="1425" b="1">
                <a:solidFill>
                  <a:prstClr val="black"/>
                </a:solidFill>
                <a:latin typeface="微软雅黑" pitchFamily="34" charset="-122"/>
                <a:ea typeface="微软雅黑" pitchFamily="34" charset="-122"/>
                <a:cs typeface="+mn-cs"/>
              </a:endParaRPr>
            </a:p>
          </p:txBody>
        </p:sp>
        <p:sp>
          <p:nvSpPr>
            <p:cNvPr id="29" name="Text Box 25"/>
            <p:cNvSpPr txBox="1">
              <a:spLocks noChangeArrowheads="1"/>
            </p:cNvSpPr>
            <p:nvPr/>
          </p:nvSpPr>
          <p:spPr bwMode="auto">
            <a:xfrm>
              <a:off x="9585855" y="1659155"/>
              <a:ext cx="438268" cy="369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1438" tIns="45719" rIns="91438" bIns="45719">
              <a:spAutoFit/>
            </a:bodyPr>
            <a:lstStyle/>
            <a:p>
              <a:pPr algn="ctr" defTabSz="685800" eaLnBrk="1" fontAlgn="auto" hangingPunct="1">
                <a:spcBef>
                  <a:spcPts val="0"/>
                </a:spcBef>
                <a:spcAft>
                  <a:spcPts val="0"/>
                </a:spcAft>
              </a:pPr>
              <a:r>
                <a:rPr kumimoji="1" lang="en-US" altLang="zh-CN" sz="1200" b="1" dirty="0">
                  <a:solidFill>
                    <a:srgbClr val="0000FF"/>
                  </a:solidFill>
                  <a:latin typeface="微软雅黑" pitchFamily="34" charset="-122"/>
                  <a:ea typeface="微软雅黑" pitchFamily="34" charset="-122"/>
                  <a:cs typeface="+mn-cs"/>
                </a:rPr>
                <a:t>31</a:t>
              </a:r>
            </a:p>
          </p:txBody>
        </p:sp>
        <p:sp>
          <p:nvSpPr>
            <p:cNvPr id="30" name="Text Box 26"/>
            <p:cNvSpPr txBox="1">
              <a:spLocks noChangeArrowheads="1"/>
            </p:cNvSpPr>
            <p:nvPr/>
          </p:nvSpPr>
          <p:spPr bwMode="auto">
            <a:xfrm>
              <a:off x="5356792" y="5303880"/>
              <a:ext cx="1118605" cy="4154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1438" tIns="45719" rIns="91438" bIns="45719">
              <a:spAutoFit/>
            </a:bodyPr>
            <a:lstStyle/>
            <a:p>
              <a:pPr algn="ctr" defTabSz="685800" eaLnBrk="1" fontAlgn="auto" hangingPunct="1">
                <a:spcBef>
                  <a:spcPts val="0"/>
                </a:spcBef>
                <a:spcAft>
                  <a:spcPts val="0"/>
                </a:spcAft>
              </a:pPr>
              <a:r>
                <a:rPr kumimoji="1" lang="en-US" altLang="zh-CN" sz="1425" dirty="0">
                  <a:solidFill>
                    <a:srgbClr val="C00000"/>
                  </a:solidFill>
                  <a:latin typeface="微软雅黑" pitchFamily="34" charset="-122"/>
                  <a:ea typeface="微软雅黑" pitchFamily="34" charset="-122"/>
                  <a:cs typeface="+mn-cs"/>
                </a:rPr>
                <a:t>IP </a:t>
              </a:r>
              <a:r>
                <a:rPr kumimoji="1" lang="zh-CN" altLang="en-US" sz="1425" dirty="0">
                  <a:solidFill>
                    <a:srgbClr val="C00000"/>
                  </a:solidFill>
                  <a:latin typeface="微软雅黑" pitchFamily="34" charset="-122"/>
                  <a:ea typeface="微软雅黑" pitchFamily="34" charset="-122"/>
                  <a:cs typeface="+mn-cs"/>
                </a:rPr>
                <a:t>数据报</a:t>
              </a:r>
            </a:p>
          </p:txBody>
        </p:sp>
        <p:sp>
          <p:nvSpPr>
            <p:cNvPr id="31" name="Line 27"/>
            <p:cNvSpPr>
              <a:spLocks noChangeShapeType="1"/>
            </p:cNvSpPr>
            <p:nvPr/>
          </p:nvSpPr>
          <p:spPr bwMode="auto">
            <a:xfrm rot="16200000">
              <a:off x="6718904" y="-388182"/>
              <a:ext cx="0" cy="63446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1438" tIns="45719" rIns="91438" bIns="45719" anchor="ctr"/>
            <a:lstStyle/>
            <a:p>
              <a:pPr algn="ctr" defTabSz="685800" eaLnBrk="1" fontAlgn="auto" hangingPunct="1">
                <a:spcBef>
                  <a:spcPts val="0"/>
                </a:spcBef>
                <a:spcAft>
                  <a:spcPts val="0"/>
                </a:spcAft>
              </a:pPr>
              <a:endParaRPr lang="zh-CN" altLang="en-US" sz="1425" b="1">
                <a:solidFill>
                  <a:prstClr val="black"/>
                </a:solidFill>
                <a:latin typeface="微软雅黑" pitchFamily="34" charset="-122"/>
                <a:ea typeface="微软雅黑" pitchFamily="34" charset="-122"/>
                <a:cs typeface="+mn-cs"/>
              </a:endParaRPr>
            </a:p>
          </p:txBody>
        </p:sp>
        <p:sp>
          <p:nvSpPr>
            <p:cNvPr id="32" name="Text Box 29"/>
            <p:cNvSpPr txBox="1">
              <a:spLocks noChangeArrowheads="1"/>
            </p:cNvSpPr>
            <p:nvPr/>
          </p:nvSpPr>
          <p:spPr bwMode="auto">
            <a:xfrm>
              <a:off x="4998428" y="2991654"/>
              <a:ext cx="3826801" cy="4154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1438" tIns="45719" rIns="91438" bIns="45719">
              <a:spAutoFit/>
            </a:bodyPr>
            <a:lstStyle/>
            <a:p>
              <a:pPr algn="ctr" defTabSz="685800" eaLnBrk="1" fontAlgn="auto" hangingPunct="1">
                <a:spcBef>
                  <a:spcPts val="0"/>
                </a:spcBef>
                <a:spcAft>
                  <a:spcPts val="0"/>
                </a:spcAft>
              </a:pPr>
              <a:r>
                <a:rPr kumimoji="1" lang="en-US" altLang="zh-CN" sz="1425" dirty="0">
                  <a:solidFill>
                    <a:prstClr val="black"/>
                  </a:solidFill>
                  <a:latin typeface="微软雅黑" pitchFamily="34" charset="-122"/>
                  <a:ea typeface="微软雅黑" pitchFamily="34" charset="-122"/>
                  <a:cs typeface="+mn-cs"/>
                </a:rPr>
                <a:t>ICMP </a:t>
              </a:r>
              <a:r>
                <a:rPr kumimoji="1" lang="zh-CN" altLang="en-US" sz="1425" dirty="0">
                  <a:solidFill>
                    <a:prstClr val="black"/>
                  </a:solidFill>
                  <a:latin typeface="微软雅黑" pitchFamily="34" charset="-122"/>
                  <a:ea typeface="微软雅黑" pitchFamily="34" charset="-122"/>
                  <a:cs typeface="+mn-cs"/>
                </a:rPr>
                <a:t>的数据部分（长度取决于类型）</a:t>
              </a:r>
            </a:p>
          </p:txBody>
        </p:sp>
        <p:grpSp>
          <p:nvGrpSpPr>
            <p:cNvPr id="33" name="组合 32"/>
            <p:cNvGrpSpPr/>
            <p:nvPr/>
          </p:nvGrpSpPr>
          <p:grpSpPr>
            <a:xfrm>
              <a:off x="4016457" y="1984428"/>
              <a:ext cx="4751850" cy="415499"/>
              <a:chOff x="3012344" y="1488315"/>
              <a:chExt cx="3563888" cy="311623"/>
            </a:xfrm>
          </p:grpSpPr>
          <p:sp>
            <p:nvSpPr>
              <p:cNvPr id="34" name="Text Box 18"/>
              <p:cNvSpPr txBox="1">
                <a:spLocks noChangeArrowheads="1"/>
              </p:cNvSpPr>
              <p:nvPr/>
            </p:nvSpPr>
            <p:spPr bwMode="auto">
              <a:xfrm>
                <a:off x="5931790" y="1488315"/>
                <a:ext cx="644442" cy="31162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defTabSz="685800" eaLnBrk="1" fontAlgn="auto" hangingPunct="1">
                  <a:spcBef>
                    <a:spcPts val="0"/>
                  </a:spcBef>
                  <a:spcAft>
                    <a:spcPts val="0"/>
                  </a:spcAft>
                </a:pPr>
                <a:r>
                  <a:rPr kumimoji="1" lang="zh-CN" altLang="en-US" sz="1425" dirty="0">
                    <a:solidFill>
                      <a:prstClr val="black"/>
                    </a:solidFill>
                    <a:latin typeface="微软雅黑" pitchFamily="34" charset="-122"/>
                    <a:ea typeface="微软雅黑" pitchFamily="34" charset="-122"/>
                    <a:cs typeface="+mn-cs"/>
                  </a:rPr>
                  <a:t>检验和</a:t>
                </a:r>
              </a:p>
            </p:txBody>
          </p:sp>
          <p:sp>
            <p:nvSpPr>
              <p:cNvPr id="35" name="Text Box 19"/>
              <p:cNvSpPr txBox="1">
                <a:spLocks noChangeArrowheads="1"/>
              </p:cNvSpPr>
              <p:nvPr/>
            </p:nvSpPr>
            <p:spPr bwMode="auto">
              <a:xfrm>
                <a:off x="3012344" y="1488315"/>
                <a:ext cx="483754" cy="31162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defTabSz="685800" eaLnBrk="1" fontAlgn="auto" hangingPunct="1">
                  <a:spcBef>
                    <a:spcPts val="0"/>
                  </a:spcBef>
                  <a:spcAft>
                    <a:spcPts val="0"/>
                  </a:spcAft>
                </a:pPr>
                <a:r>
                  <a:rPr kumimoji="1" lang="zh-CN" altLang="en-US" sz="1425" dirty="0">
                    <a:solidFill>
                      <a:prstClr val="black"/>
                    </a:solidFill>
                    <a:latin typeface="微软雅黑" pitchFamily="34" charset="-122"/>
                    <a:ea typeface="微软雅黑" pitchFamily="34" charset="-122"/>
                    <a:cs typeface="+mn-cs"/>
                  </a:rPr>
                  <a:t>类型</a:t>
                </a:r>
              </a:p>
            </p:txBody>
          </p:sp>
          <p:sp>
            <p:nvSpPr>
              <p:cNvPr id="36" name="Text Box 20"/>
              <p:cNvSpPr txBox="1">
                <a:spLocks noChangeArrowheads="1"/>
              </p:cNvSpPr>
              <p:nvPr/>
            </p:nvSpPr>
            <p:spPr bwMode="auto">
              <a:xfrm>
                <a:off x="4269407" y="1488315"/>
                <a:ext cx="483754" cy="31162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defTabSz="685800" eaLnBrk="1" fontAlgn="auto" hangingPunct="1">
                  <a:spcBef>
                    <a:spcPts val="0"/>
                  </a:spcBef>
                  <a:spcAft>
                    <a:spcPts val="0"/>
                  </a:spcAft>
                </a:pPr>
                <a:r>
                  <a:rPr kumimoji="1" lang="zh-CN" altLang="en-US" sz="1425" dirty="0">
                    <a:solidFill>
                      <a:prstClr val="black"/>
                    </a:solidFill>
                    <a:latin typeface="微软雅黑" pitchFamily="34" charset="-122"/>
                    <a:ea typeface="微软雅黑" pitchFamily="34" charset="-122"/>
                    <a:cs typeface="+mn-cs"/>
                  </a:rPr>
                  <a:t>代码</a:t>
                </a:r>
              </a:p>
            </p:txBody>
          </p:sp>
        </p:grpSp>
      </p:grpSp>
      <p:sp>
        <p:nvSpPr>
          <p:cNvPr id="39" name="标题 1"/>
          <p:cNvSpPr txBox="1">
            <a:spLocks/>
          </p:cNvSpPr>
          <p:nvPr/>
        </p:nvSpPr>
        <p:spPr>
          <a:xfrm>
            <a:off x="970645" y="1118395"/>
            <a:ext cx="6165609" cy="659315"/>
          </a:xfrm>
          <a:prstGeom prst="rect">
            <a:avLst/>
          </a:prstGeom>
        </p:spPr>
        <p:txBody>
          <a:bodyPr vert="horz" lIns="68580" tIns="34290" rIns="68580" bIns="34290" rtlCol="0" anchor="ctr">
            <a:normAutofit/>
          </a:bodyPr>
          <a:lstStyle>
            <a:lvl1pPr algn="l" defTabSz="914400" rtl="0" eaLnBrk="1" latinLnBrk="0" hangingPunct="1">
              <a:lnSpc>
                <a:spcPct val="90000"/>
              </a:lnSpc>
              <a:spcBef>
                <a:spcPct val="0"/>
              </a:spcBef>
              <a:buNone/>
              <a:defRPr sz="4000" kern="1200">
                <a:solidFill>
                  <a:schemeClr val="tx1"/>
                </a:solidFill>
                <a:latin typeface="Microsoft YaHei" panose="020B0503020204020204" pitchFamily="34" charset="-122"/>
                <a:ea typeface="Microsoft YaHei" panose="020B0503020204020204" pitchFamily="34" charset="-122"/>
                <a:cs typeface="+mj-cs"/>
              </a:defRPr>
            </a:lvl1pPr>
          </a:lstStyle>
          <a:p>
            <a:pPr defTabSz="685800" fontAlgn="auto">
              <a:spcAft>
                <a:spcPts val="0"/>
              </a:spcAft>
            </a:pPr>
            <a:r>
              <a:rPr lang="en-US" altLang="zh-CN" sz="3000" dirty="0">
                <a:solidFill>
                  <a:prstClr val="black"/>
                </a:solidFill>
                <a:latin typeface="微软雅黑" pitchFamily="34" charset="-122"/>
                <a:ea typeface="微软雅黑" pitchFamily="34" charset="-122"/>
              </a:rPr>
              <a:t>ICMP </a:t>
            </a:r>
            <a:r>
              <a:rPr lang="zh-CN" altLang="en-US" sz="3000" dirty="0">
                <a:solidFill>
                  <a:prstClr val="black"/>
                </a:solidFill>
                <a:latin typeface="微软雅黑" pitchFamily="34" charset="-122"/>
                <a:ea typeface="微软雅黑" pitchFamily="34" charset="-122"/>
              </a:rPr>
              <a:t>报文格式 </a:t>
            </a:r>
            <a:r>
              <a:rPr lang="zh-CN" altLang="en-US" sz="3000" dirty="0">
                <a:solidFill>
                  <a:prstClr val="white"/>
                </a:solidFill>
                <a:latin typeface="微软雅黑" pitchFamily="34" charset="-122"/>
                <a:ea typeface="微软雅黑" pitchFamily="34" charset="-122"/>
              </a:rPr>
              <a:t>格式 </a:t>
            </a:r>
          </a:p>
        </p:txBody>
      </p:sp>
      <p:sp>
        <p:nvSpPr>
          <p:cNvPr id="40" name="内容占位符 2"/>
          <p:cNvSpPr>
            <a:spLocks noGrp="1"/>
          </p:cNvSpPr>
          <p:nvPr>
            <p:ph idx="1"/>
          </p:nvPr>
        </p:nvSpPr>
        <p:spPr>
          <a:xfrm>
            <a:off x="628651" y="4882014"/>
            <a:ext cx="7441461" cy="661536"/>
          </a:xfrm>
        </p:spPr>
        <p:txBody>
          <a:bodyPr>
            <a:normAutofit fontScale="85000" lnSpcReduction="10000"/>
          </a:bodyPr>
          <a:lstStyle/>
          <a:p>
            <a:pPr>
              <a:lnSpc>
                <a:spcPct val="120000"/>
              </a:lnSpc>
            </a:pPr>
            <a:r>
              <a:rPr lang="en-US" altLang="zh-CN" sz="1800" dirty="0">
                <a:latin typeface="微软雅黑" pitchFamily="34" charset="-122"/>
                <a:ea typeface="微软雅黑" pitchFamily="34" charset="-122"/>
              </a:rPr>
              <a:t>ICMP</a:t>
            </a:r>
            <a:r>
              <a:rPr lang="zh-CN" altLang="en-US" sz="1800" dirty="0">
                <a:latin typeface="微软雅黑" pitchFamily="34" charset="-122"/>
                <a:ea typeface="微软雅黑" pitchFamily="34" charset="-122"/>
              </a:rPr>
              <a:t>报文的前 </a:t>
            </a:r>
            <a:r>
              <a:rPr lang="en-US" altLang="zh-CN" sz="1800" dirty="0">
                <a:latin typeface="微软雅黑" pitchFamily="34" charset="-122"/>
                <a:ea typeface="微软雅黑" pitchFamily="34" charset="-122"/>
              </a:rPr>
              <a:t>4 </a:t>
            </a:r>
            <a:r>
              <a:rPr lang="zh-CN" altLang="en-US" sz="1800" dirty="0">
                <a:latin typeface="微软雅黑" pitchFamily="34" charset="-122"/>
                <a:ea typeface="微软雅黑" pitchFamily="34" charset="-122"/>
              </a:rPr>
              <a:t>个字节包含格式统一的三个字段：类型、代码、检验和</a:t>
            </a:r>
            <a:endParaRPr lang="en-US" altLang="zh-CN" sz="1800" dirty="0">
              <a:latin typeface="微软雅黑" pitchFamily="34" charset="-122"/>
              <a:ea typeface="微软雅黑" pitchFamily="34" charset="-122"/>
            </a:endParaRPr>
          </a:p>
          <a:p>
            <a:pPr>
              <a:lnSpc>
                <a:spcPct val="120000"/>
              </a:lnSpc>
            </a:pPr>
            <a:r>
              <a:rPr lang="zh-CN" altLang="en-US" sz="1800" dirty="0">
                <a:latin typeface="微软雅黑" pitchFamily="34" charset="-122"/>
                <a:ea typeface="微软雅黑" pitchFamily="34" charset="-122"/>
              </a:rPr>
              <a:t>相邻的后四个字节内容与</a:t>
            </a:r>
            <a:r>
              <a:rPr lang="en-US" altLang="zh-CN" sz="1800" dirty="0">
                <a:latin typeface="微软雅黑" pitchFamily="34" charset="-122"/>
                <a:ea typeface="微软雅黑" pitchFamily="34" charset="-122"/>
              </a:rPr>
              <a:t>ICMP</a:t>
            </a:r>
            <a:r>
              <a:rPr lang="zh-CN" altLang="en-US" sz="1800" dirty="0">
                <a:latin typeface="微软雅黑" pitchFamily="34" charset="-122"/>
                <a:ea typeface="微软雅黑" pitchFamily="34" charset="-122"/>
              </a:rPr>
              <a:t>的报文类型有关</a:t>
            </a:r>
            <a:endParaRPr lang="en-US" altLang="zh-CN" dirty="0">
              <a:latin typeface="微软雅黑" pitchFamily="34" charset="-122"/>
              <a:ea typeface="微软雅黑" pitchFamily="34" charset="-122"/>
            </a:endParaRPr>
          </a:p>
          <a:p>
            <a:endParaRPr lang="en-US" altLang="zh-CN" dirty="0">
              <a:latin typeface="微软雅黑" pitchFamily="34" charset="-122"/>
              <a:ea typeface="微软雅黑" pitchFamily="34" charset="-122"/>
            </a:endParaRPr>
          </a:p>
          <a:p>
            <a:endParaRPr lang="en-US" altLang="zh-CN" dirty="0">
              <a:latin typeface="微软雅黑" pitchFamily="34" charset="-122"/>
              <a:ea typeface="微软雅黑" pitchFamily="34" charset="-122"/>
            </a:endParaRPr>
          </a:p>
          <a:p>
            <a:endParaRPr lang="zh-CN" altLang="en-US" dirty="0"/>
          </a:p>
        </p:txBody>
      </p:sp>
    </p:spTree>
    <p:extLst>
      <p:ext uri="{BB962C8B-B14F-4D97-AF65-F5344CB8AC3E}">
        <p14:creationId xmlns:p14="http://schemas.microsoft.com/office/powerpoint/2010/main" val="27523796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40">
                                            <p:txEl>
                                              <p:pRg st="0" end="0"/>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40">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 grpId="0" build="p"/>
    </p:bldLst>
  </p:timing>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normAutofit/>
          </a:bodyPr>
          <a:lstStyle/>
          <a:p>
            <a:pPr lvl="1" algn="l" rtl="0">
              <a:lnSpc>
                <a:spcPct val="90000"/>
              </a:lnSpc>
              <a:spcBef>
                <a:spcPct val="0"/>
              </a:spcBef>
            </a:pPr>
            <a:r>
              <a:rPr lang="en-US" altLang="zh-CN" sz="3000" dirty="0">
                <a:latin typeface="微软雅黑" pitchFamily="34" charset="-122"/>
                <a:ea typeface="微软雅黑" pitchFamily="34" charset="-122"/>
              </a:rPr>
              <a:t>ICMP</a:t>
            </a:r>
            <a:r>
              <a:rPr lang="zh-CN" altLang="en-US" sz="3000" dirty="0">
                <a:latin typeface="微软雅黑" pitchFamily="34" charset="-122"/>
                <a:ea typeface="微软雅黑" pitchFamily="34" charset="-122"/>
              </a:rPr>
              <a:t>报文类型及功能</a:t>
            </a:r>
          </a:p>
        </p:txBody>
      </p:sp>
      <p:graphicFrame>
        <p:nvGraphicFramePr>
          <p:cNvPr id="6" name="内容占位符 5"/>
          <p:cNvGraphicFramePr>
            <a:graphicFrameLocks noGrp="1"/>
          </p:cNvGraphicFramePr>
          <p:nvPr>
            <p:ph idx="1"/>
          </p:nvPr>
        </p:nvGraphicFramePr>
        <p:xfrm>
          <a:off x="616246" y="2015756"/>
          <a:ext cx="5005719" cy="2458296"/>
        </p:xfrm>
        <a:graphic>
          <a:graphicData uri="http://schemas.openxmlformats.org/drawingml/2006/table">
            <a:tbl>
              <a:tblPr firstRow="1" bandRow="1">
                <a:tableStyleId>{5C22544A-7EE6-4342-B048-85BDC9FD1C3A}</a:tableStyleId>
              </a:tblPr>
              <a:tblGrid>
                <a:gridCol w="1036590">
                  <a:extLst>
                    <a:ext uri="{9D8B030D-6E8A-4147-A177-3AD203B41FA5}">
                      <a16:colId xmlns:a16="http://schemas.microsoft.com/office/drawing/2014/main" val="20000"/>
                    </a:ext>
                  </a:extLst>
                </a:gridCol>
                <a:gridCol w="1031231">
                  <a:extLst>
                    <a:ext uri="{9D8B030D-6E8A-4147-A177-3AD203B41FA5}">
                      <a16:colId xmlns:a16="http://schemas.microsoft.com/office/drawing/2014/main" val="20001"/>
                    </a:ext>
                  </a:extLst>
                </a:gridCol>
                <a:gridCol w="2937898">
                  <a:extLst>
                    <a:ext uri="{9D8B030D-6E8A-4147-A177-3AD203B41FA5}">
                      <a16:colId xmlns:a16="http://schemas.microsoft.com/office/drawing/2014/main" val="20002"/>
                    </a:ext>
                  </a:extLst>
                </a:gridCol>
              </a:tblGrid>
              <a:tr h="525780">
                <a:tc>
                  <a:txBody>
                    <a:bodyPr/>
                    <a:lstStyle/>
                    <a:p>
                      <a:pPr algn="ctr"/>
                      <a:r>
                        <a:rPr lang="en-US" altLang="zh-CN" sz="1500" dirty="0">
                          <a:latin typeface="微软雅黑" pitchFamily="34" charset="-122"/>
                          <a:ea typeface="微软雅黑" pitchFamily="34" charset="-122"/>
                        </a:rPr>
                        <a:t>ICMP</a:t>
                      </a:r>
                      <a:r>
                        <a:rPr lang="zh-CN" altLang="en-US" sz="1500" dirty="0">
                          <a:latin typeface="微软雅黑" pitchFamily="34" charset="-122"/>
                          <a:ea typeface="微软雅黑" pitchFamily="34" charset="-122"/>
                        </a:rPr>
                        <a:t>报文类型</a:t>
                      </a:r>
                    </a:p>
                  </a:txBody>
                  <a:tcPr marL="68580" marR="6858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zh-CN" altLang="en-US" sz="1500" dirty="0">
                          <a:latin typeface="微软雅黑" pitchFamily="34" charset="-122"/>
                          <a:ea typeface="微软雅黑" pitchFamily="34" charset="-122"/>
                        </a:rPr>
                        <a:t>类型值</a:t>
                      </a:r>
                    </a:p>
                  </a:txBody>
                  <a:tcPr marL="68580" marR="68580"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zh-CN" altLang="en-US" sz="1500" dirty="0">
                          <a:latin typeface="微软雅黑" pitchFamily="34" charset="-122"/>
                          <a:ea typeface="微软雅黑" pitchFamily="34" charset="-122"/>
                        </a:rPr>
                        <a:t>功能描述</a:t>
                      </a:r>
                    </a:p>
                  </a:txBody>
                  <a:tcPr marL="68580" marR="68580"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0"/>
                  </a:ext>
                </a:extLst>
              </a:tr>
              <a:tr h="322086">
                <a:tc rowSpan="4">
                  <a:txBody>
                    <a:bodyPr/>
                    <a:lstStyle/>
                    <a:p>
                      <a:pPr algn="ctr"/>
                      <a:r>
                        <a:rPr lang="zh-CN" altLang="en-US" sz="1000" b="0" dirty="0">
                          <a:latin typeface="微软雅黑" pitchFamily="34" charset="-122"/>
                          <a:ea typeface="微软雅黑" pitchFamily="34" charset="-122"/>
                        </a:rPr>
                        <a:t>差错报告报文</a:t>
                      </a:r>
                    </a:p>
                  </a:txBody>
                  <a:tcPr marL="68580" marR="68580"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sz="1000" dirty="0">
                          <a:latin typeface="微软雅黑" pitchFamily="34" charset="-122"/>
                          <a:ea typeface="微软雅黑" pitchFamily="34" charset="-122"/>
                        </a:rPr>
                        <a:t>3</a:t>
                      </a:r>
                      <a:endParaRPr lang="zh-CN" altLang="en-US" sz="1000" dirty="0">
                        <a:latin typeface="微软雅黑" pitchFamily="34" charset="-122"/>
                        <a:ea typeface="微软雅黑" pitchFamily="34" charset="-122"/>
                      </a:endParaRPr>
                    </a:p>
                  </a:txBody>
                  <a:tcPr marL="68580" marR="6858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zh-CN" altLang="en-US" sz="1000" dirty="0">
                          <a:latin typeface="微软雅黑" pitchFamily="34" charset="-122"/>
                          <a:ea typeface="微软雅黑" pitchFamily="34" charset="-122"/>
                        </a:rPr>
                        <a:t>终点不可达</a:t>
                      </a:r>
                    </a:p>
                  </a:txBody>
                  <a:tcPr marL="68580" marR="6858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322086">
                <a:tc vMerge="1">
                  <a:txBody>
                    <a:bodyPr/>
                    <a:lstStyle/>
                    <a:p>
                      <a:endParaRPr lang="zh-CN" altLang="en-US"/>
                    </a:p>
                  </a:txBody>
                  <a:tcPr/>
                </a:tc>
                <a:tc>
                  <a:txBody>
                    <a:bodyPr/>
                    <a:lstStyle/>
                    <a:p>
                      <a:pPr algn="ctr"/>
                      <a:r>
                        <a:rPr lang="en-US" altLang="zh-CN" sz="1000" dirty="0">
                          <a:latin typeface="微软雅黑" pitchFamily="34" charset="-122"/>
                          <a:ea typeface="微软雅黑" pitchFamily="34" charset="-122"/>
                        </a:rPr>
                        <a:t>5</a:t>
                      </a:r>
                      <a:endParaRPr lang="zh-CN" altLang="en-US" sz="1000" dirty="0">
                        <a:latin typeface="微软雅黑" pitchFamily="34" charset="-122"/>
                        <a:ea typeface="微软雅黑" pitchFamily="34" charset="-122"/>
                      </a:endParaRPr>
                    </a:p>
                  </a:txBody>
                  <a:tcPr marL="68580" marR="6858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zh-CN" altLang="en-US" sz="1000" dirty="0">
                          <a:latin typeface="微软雅黑" pitchFamily="34" charset="-122"/>
                          <a:ea typeface="微软雅黑" pitchFamily="34" charset="-122"/>
                        </a:rPr>
                        <a:t>改变路由</a:t>
                      </a:r>
                      <a:r>
                        <a:rPr lang="en-US" altLang="zh-CN" sz="1000" dirty="0">
                          <a:latin typeface="微软雅黑" pitchFamily="34" charset="-122"/>
                          <a:ea typeface="微软雅黑" pitchFamily="34" charset="-122"/>
                        </a:rPr>
                        <a:t>(Redirect)</a:t>
                      </a:r>
                      <a:endParaRPr lang="zh-CN" altLang="en-US" sz="1000" dirty="0">
                        <a:latin typeface="微软雅黑" pitchFamily="34" charset="-122"/>
                        <a:ea typeface="微软雅黑" pitchFamily="34" charset="-122"/>
                      </a:endParaRPr>
                    </a:p>
                  </a:txBody>
                  <a:tcPr marL="68580" marR="6858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322086">
                <a:tc vMerge="1">
                  <a:txBody>
                    <a:bodyPr/>
                    <a:lstStyle/>
                    <a:p>
                      <a:endParaRPr lang="zh-CN" altLang="en-US"/>
                    </a:p>
                  </a:txBody>
                  <a:tcPr/>
                </a:tc>
                <a:tc>
                  <a:txBody>
                    <a:bodyPr/>
                    <a:lstStyle/>
                    <a:p>
                      <a:pPr algn="ctr"/>
                      <a:r>
                        <a:rPr lang="en-US" altLang="zh-CN" sz="1000" dirty="0">
                          <a:latin typeface="微软雅黑" pitchFamily="34" charset="-122"/>
                          <a:ea typeface="微软雅黑" pitchFamily="34" charset="-122"/>
                        </a:rPr>
                        <a:t>11</a:t>
                      </a:r>
                      <a:endParaRPr lang="zh-CN" altLang="en-US" sz="1000" dirty="0">
                        <a:latin typeface="微软雅黑" pitchFamily="34" charset="-122"/>
                        <a:ea typeface="微软雅黑" pitchFamily="34" charset="-122"/>
                      </a:endParaRPr>
                    </a:p>
                  </a:txBody>
                  <a:tcPr marL="68580" marR="6858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zh-CN" altLang="en-US" sz="1000" dirty="0">
                          <a:latin typeface="微软雅黑" pitchFamily="34" charset="-122"/>
                          <a:ea typeface="微软雅黑" pitchFamily="34" charset="-122"/>
                        </a:rPr>
                        <a:t>时间超时</a:t>
                      </a:r>
                    </a:p>
                  </a:txBody>
                  <a:tcPr marL="68580" marR="6858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3"/>
                  </a:ext>
                </a:extLst>
              </a:tr>
              <a:tr h="322086">
                <a:tc vMerge="1">
                  <a:txBody>
                    <a:bodyPr/>
                    <a:lstStyle/>
                    <a:p>
                      <a:endParaRPr lang="zh-CN" altLang="en-US"/>
                    </a:p>
                  </a:txBody>
                  <a:tcPr/>
                </a:tc>
                <a:tc>
                  <a:txBody>
                    <a:bodyPr/>
                    <a:lstStyle/>
                    <a:p>
                      <a:pPr algn="ctr"/>
                      <a:r>
                        <a:rPr lang="en-US" altLang="zh-CN" sz="1000" dirty="0">
                          <a:latin typeface="微软雅黑" pitchFamily="34" charset="-122"/>
                          <a:ea typeface="微软雅黑" pitchFamily="34" charset="-122"/>
                        </a:rPr>
                        <a:t>12</a:t>
                      </a:r>
                      <a:endParaRPr lang="zh-CN" altLang="en-US" sz="1000" dirty="0">
                        <a:latin typeface="微软雅黑" pitchFamily="34" charset="-122"/>
                        <a:ea typeface="微软雅黑" pitchFamily="34" charset="-122"/>
                      </a:endParaRPr>
                    </a:p>
                  </a:txBody>
                  <a:tcPr marL="68580" marR="6858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zh-CN" altLang="en-US" sz="1000" dirty="0">
                          <a:latin typeface="微软雅黑" pitchFamily="34" charset="-122"/>
                          <a:ea typeface="微软雅黑" pitchFamily="34" charset="-122"/>
                        </a:rPr>
                        <a:t>参数问题</a:t>
                      </a:r>
                    </a:p>
                  </a:txBody>
                  <a:tcPr marL="68580" marR="6858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4"/>
                  </a:ext>
                </a:extLst>
              </a:tr>
              <a:tr h="322086">
                <a:tc rowSpan="2">
                  <a:txBody>
                    <a:bodyPr/>
                    <a:lstStyle/>
                    <a:p>
                      <a:pPr algn="ctr"/>
                      <a:r>
                        <a:rPr lang="zh-CN" altLang="en-US" sz="1000" b="0" dirty="0">
                          <a:latin typeface="微软雅黑" pitchFamily="34" charset="-122"/>
                          <a:ea typeface="微软雅黑" pitchFamily="34" charset="-122"/>
                        </a:rPr>
                        <a:t>询问报文</a:t>
                      </a:r>
                    </a:p>
                  </a:txBody>
                  <a:tcPr marL="68580" marR="68580"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sz="1000" dirty="0">
                          <a:latin typeface="微软雅黑" pitchFamily="34" charset="-122"/>
                          <a:ea typeface="微软雅黑" pitchFamily="34" charset="-122"/>
                        </a:rPr>
                        <a:t>8</a:t>
                      </a:r>
                      <a:r>
                        <a:rPr lang="zh-CN" altLang="en-US" sz="1000" dirty="0">
                          <a:latin typeface="微软雅黑" pitchFamily="34" charset="-122"/>
                          <a:ea typeface="微软雅黑" pitchFamily="34" charset="-122"/>
                        </a:rPr>
                        <a:t>或</a:t>
                      </a:r>
                      <a:r>
                        <a:rPr lang="en-US" altLang="zh-CN" sz="1000" dirty="0">
                          <a:latin typeface="微软雅黑" pitchFamily="34" charset="-122"/>
                          <a:ea typeface="微软雅黑" pitchFamily="34" charset="-122"/>
                        </a:rPr>
                        <a:t>0</a:t>
                      </a:r>
                      <a:endParaRPr lang="zh-CN" altLang="en-US" sz="1000" dirty="0">
                        <a:latin typeface="微软雅黑" pitchFamily="34" charset="-122"/>
                        <a:ea typeface="微软雅黑" pitchFamily="34" charset="-122"/>
                      </a:endParaRPr>
                    </a:p>
                  </a:txBody>
                  <a:tcPr marL="68580" marR="6858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zh-CN" altLang="en-US" sz="1000" dirty="0">
                          <a:latin typeface="微软雅黑" pitchFamily="34" charset="-122"/>
                          <a:ea typeface="微软雅黑" pitchFamily="34" charset="-122"/>
                        </a:rPr>
                        <a:t>回送</a:t>
                      </a:r>
                      <a:r>
                        <a:rPr lang="en-US" altLang="zh-CN" sz="1000" dirty="0">
                          <a:latin typeface="微软雅黑" pitchFamily="34" charset="-122"/>
                          <a:ea typeface="微软雅黑" pitchFamily="34" charset="-122"/>
                        </a:rPr>
                        <a:t>(Echo)</a:t>
                      </a:r>
                      <a:r>
                        <a:rPr lang="zh-CN" altLang="en-US" sz="1000" dirty="0">
                          <a:latin typeface="微软雅黑" pitchFamily="34" charset="-122"/>
                          <a:ea typeface="微软雅黑" pitchFamily="34" charset="-122"/>
                        </a:rPr>
                        <a:t>请求或应答</a:t>
                      </a:r>
                    </a:p>
                  </a:txBody>
                  <a:tcPr marL="68580" marR="6858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5"/>
                  </a:ext>
                </a:extLst>
              </a:tr>
              <a:tr h="322086">
                <a:tc vMerge="1">
                  <a:txBody>
                    <a:bodyPr/>
                    <a:lstStyle/>
                    <a:p>
                      <a:endParaRPr lang="zh-CN" altLang="en-US" dirty="0"/>
                    </a:p>
                  </a:txBody>
                  <a:tcPr/>
                </a:tc>
                <a:tc>
                  <a:txBody>
                    <a:bodyPr/>
                    <a:lstStyle/>
                    <a:p>
                      <a:pPr algn="ctr"/>
                      <a:r>
                        <a:rPr lang="en-US" altLang="zh-CN" sz="1000" dirty="0">
                          <a:latin typeface="微软雅黑" pitchFamily="34" charset="-122"/>
                          <a:ea typeface="微软雅黑" pitchFamily="34" charset="-122"/>
                        </a:rPr>
                        <a:t>13</a:t>
                      </a:r>
                      <a:r>
                        <a:rPr lang="zh-CN" altLang="en-US" sz="1000" dirty="0">
                          <a:latin typeface="微软雅黑" pitchFamily="34" charset="-122"/>
                          <a:ea typeface="微软雅黑" pitchFamily="34" charset="-122"/>
                        </a:rPr>
                        <a:t>或</a:t>
                      </a:r>
                      <a:r>
                        <a:rPr lang="en-US" altLang="zh-CN" sz="1000" dirty="0">
                          <a:latin typeface="微软雅黑" pitchFamily="34" charset="-122"/>
                          <a:ea typeface="微软雅黑" pitchFamily="34" charset="-122"/>
                        </a:rPr>
                        <a:t>14</a:t>
                      </a:r>
                      <a:endParaRPr lang="zh-CN" altLang="en-US" sz="1000" dirty="0">
                        <a:latin typeface="微软雅黑" pitchFamily="34" charset="-122"/>
                        <a:ea typeface="微软雅黑" pitchFamily="34" charset="-122"/>
                      </a:endParaRPr>
                    </a:p>
                  </a:txBody>
                  <a:tcPr marL="68580" marR="6858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zh-CN" altLang="en-US" sz="1000" dirty="0">
                          <a:latin typeface="微软雅黑" pitchFamily="34" charset="-122"/>
                          <a:ea typeface="微软雅黑" pitchFamily="34" charset="-122"/>
                        </a:rPr>
                        <a:t>时间戳</a:t>
                      </a:r>
                      <a:r>
                        <a:rPr lang="en-US" altLang="zh-CN" sz="1000" dirty="0">
                          <a:latin typeface="微软雅黑" pitchFamily="34" charset="-122"/>
                          <a:ea typeface="微软雅黑" pitchFamily="34" charset="-122"/>
                        </a:rPr>
                        <a:t>(Timestamp)</a:t>
                      </a:r>
                      <a:r>
                        <a:rPr lang="zh-CN" altLang="en-US" sz="1000" dirty="0">
                          <a:latin typeface="微软雅黑" pitchFamily="34" charset="-122"/>
                          <a:ea typeface="微软雅黑" pitchFamily="34" charset="-122"/>
                        </a:rPr>
                        <a:t>请求或回答</a:t>
                      </a:r>
                    </a:p>
                  </a:txBody>
                  <a:tcPr marL="68580" marR="6858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6"/>
                  </a:ext>
                </a:extLst>
              </a:tr>
            </a:tbl>
          </a:graphicData>
        </a:graphic>
      </p:graphicFrame>
      <p:sp>
        <p:nvSpPr>
          <p:cNvPr id="4" name="灯片编号占位符 3"/>
          <p:cNvSpPr>
            <a:spLocks noGrp="1"/>
          </p:cNvSpPr>
          <p:nvPr>
            <p:ph type="sldNum" sz="quarter" idx="12"/>
          </p:nvPr>
        </p:nvSpPr>
        <p:spPr/>
        <p:txBody>
          <a:bodyPr/>
          <a:lstStyle/>
          <a:p>
            <a:pPr defTabSz="685800" eaLnBrk="1" fontAlgn="auto" hangingPunct="1">
              <a:spcBef>
                <a:spcPts val="0"/>
              </a:spcBef>
              <a:spcAft>
                <a:spcPts val="0"/>
              </a:spcAft>
            </a:pPr>
            <a:fld id="{8D4D1E41-7A09-AB4A-A4E1-09765ADA2698}" type="slidenum">
              <a:rPr kumimoji="1" lang="zh-CN" altLang="en-US">
                <a:solidFill>
                  <a:prstClr val="white">
                    <a:lumMod val="65000"/>
                  </a:prstClr>
                </a:solidFill>
                <a:cs typeface="+mn-cs"/>
              </a:rPr>
              <a:pPr defTabSz="685800" eaLnBrk="1" fontAlgn="auto" hangingPunct="1">
                <a:spcBef>
                  <a:spcPts val="0"/>
                </a:spcBef>
                <a:spcAft>
                  <a:spcPts val="0"/>
                </a:spcAft>
              </a:pPr>
              <a:t>118</a:t>
            </a:fld>
            <a:endParaRPr kumimoji="1" lang="zh-CN" altLang="en-US" dirty="0">
              <a:solidFill>
                <a:prstClr val="white">
                  <a:lumMod val="65000"/>
                </a:prstClr>
              </a:solidFill>
              <a:cs typeface="+mn-cs"/>
            </a:endParaRPr>
          </a:p>
        </p:txBody>
      </p:sp>
      <p:sp>
        <p:nvSpPr>
          <p:cNvPr id="8" name="TextBox 7"/>
          <p:cNvSpPr txBox="1"/>
          <p:nvPr/>
        </p:nvSpPr>
        <p:spPr>
          <a:xfrm>
            <a:off x="725450" y="4710332"/>
            <a:ext cx="4553615" cy="507831"/>
          </a:xfrm>
          <a:prstGeom prst="rect">
            <a:avLst/>
          </a:prstGeom>
          <a:noFill/>
        </p:spPr>
        <p:txBody>
          <a:bodyPr wrap="square" rtlCol="0">
            <a:spAutoFit/>
          </a:bodyPr>
          <a:lstStyle/>
          <a:p>
            <a:pPr defTabSz="685800" eaLnBrk="1" fontAlgn="auto" hangingPunct="1">
              <a:spcBef>
                <a:spcPts val="0"/>
              </a:spcBef>
              <a:spcAft>
                <a:spcPts val="0"/>
              </a:spcAft>
            </a:pPr>
            <a:r>
              <a:rPr lang="zh-CN" altLang="en-US" sz="1350" dirty="0">
                <a:solidFill>
                  <a:prstClr val="black"/>
                </a:solidFill>
                <a:latin typeface="等线" panose="020F0502020204030204"/>
                <a:ea typeface="微软雅黑" pitchFamily="34" charset="-122"/>
                <a:cs typeface="+mn-cs"/>
              </a:rPr>
              <a:t>注：根据</a:t>
            </a:r>
            <a:r>
              <a:rPr lang="en-US" altLang="zh-CN" sz="1350" dirty="0">
                <a:solidFill>
                  <a:prstClr val="black"/>
                </a:solidFill>
                <a:latin typeface="等线" panose="020F0502020204030204"/>
                <a:ea typeface="微软雅黑" pitchFamily="34" charset="-122"/>
                <a:cs typeface="+mn-cs"/>
              </a:rPr>
              <a:t>RFC 6633</a:t>
            </a:r>
            <a:r>
              <a:rPr lang="zh-CN" altLang="en-US" sz="1350" dirty="0">
                <a:solidFill>
                  <a:prstClr val="black"/>
                </a:solidFill>
                <a:latin typeface="等线" panose="020F0502020204030204"/>
                <a:ea typeface="微软雅黑" pitchFamily="34" charset="-122"/>
                <a:cs typeface="+mn-cs"/>
              </a:rPr>
              <a:t>规定，已不再使用类型值为</a:t>
            </a:r>
            <a:r>
              <a:rPr lang="en-US" altLang="zh-CN" sz="1350" dirty="0">
                <a:solidFill>
                  <a:prstClr val="black"/>
                </a:solidFill>
                <a:latin typeface="等线" panose="020F0502020204030204"/>
                <a:ea typeface="微软雅黑" pitchFamily="34" charset="-122"/>
                <a:cs typeface="+mn-cs"/>
              </a:rPr>
              <a:t>4</a:t>
            </a:r>
            <a:r>
              <a:rPr lang="zh-CN" altLang="en-US" sz="1350" dirty="0">
                <a:solidFill>
                  <a:prstClr val="black"/>
                </a:solidFill>
                <a:latin typeface="等线" panose="020F0502020204030204"/>
                <a:ea typeface="微软雅黑" pitchFamily="34" charset="-122"/>
                <a:cs typeface="+mn-cs"/>
              </a:rPr>
              <a:t>、</a:t>
            </a:r>
            <a:r>
              <a:rPr lang="en-US" altLang="zh-CN" sz="1350" dirty="0">
                <a:solidFill>
                  <a:prstClr val="black"/>
                </a:solidFill>
                <a:latin typeface="等线" panose="020F0502020204030204"/>
                <a:ea typeface="微软雅黑" pitchFamily="34" charset="-122"/>
                <a:cs typeface="+mn-cs"/>
              </a:rPr>
              <a:t>10</a:t>
            </a:r>
            <a:r>
              <a:rPr lang="zh-CN" altLang="en-US" sz="1350" dirty="0">
                <a:solidFill>
                  <a:prstClr val="black"/>
                </a:solidFill>
                <a:latin typeface="等线" panose="020F0502020204030204"/>
                <a:ea typeface="微软雅黑" pitchFamily="34" charset="-122"/>
                <a:cs typeface="+mn-cs"/>
              </a:rPr>
              <a:t>或</a:t>
            </a:r>
            <a:r>
              <a:rPr lang="en-US" altLang="zh-CN" sz="1350" dirty="0">
                <a:solidFill>
                  <a:prstClr val="black"/>
                </a:solidFill>
                <a:latin typeface="等线" panose="020F0502020204030204"/>
                <a:ea typeface="微软雅黑" pitchFamily="34" charset="-122"/>
                <a:cs typeface="+mn-cs"/>
              </a:rPr>
              <a:t>9</a:t>
            </a:r>
            <a:r>
              <a:rPr lang="zh-CN" altLang="en-US" sz="1350" dirty="0">
                <a:solidFill>
                  <a:prstClr val="black"/>
                </a:solidFill>
                <a:latin typeface="等线" panose="020F0502020204030204"/>
                <a:ea typeface="微软雅黑" pitchFamily="34" charset="-122"/>
                <a:cs typeface="+mn-cs"/>
              </a:rPr>
              <a:t>、</a:t>
            </a:r>
            <a:r>
              <a:rPr lang="en-US" altLang="zh-CN" sz="1350" dirty="0">
                <a:solidFill>
                  <a:prstClr val="black"/>
                </a:solidFill>
                <a:latin typeface="等线" panose="020F0502020204030204"/>
                <a:ea typeface="微软雅黑" pitchFamily="34" charset="-122"/>
                <a:cs typeface="+mn-cs"/>
              </a:rPr>
              <a:t>15</a:t>
            </a:r>
            <a:r>
              <a:rPr lang="zh-CN" altLang="en-US" sz="1350" dirty="0">
                <a:solidFill>
                  <a:prstClr val="black"/>
                </a:solidFill>
                <a:latin typeface="等线" panose="020F0502020204030204"/>
                <a:ea typeface="微软雅黑" pitchFamily="34" charset="-122"/>
                <a:cs typeface="+mn-cs"/>
              </a:rPr>
              <a:t>或</a:t>
            </a:r>
            <a:r>
              <a:rPr lang="en-US" altLang="zh-CN" sz="1350" dirty="0">
                <a:solidFill>
                  <a:prstClr val="black"/>
                </a:solidFill>
                <a:latin typeface="等线" panose="020F0502020204030204"/>
                <a:ea typeface="微软雅黑" pitchFamily="34" charset="-122"/>
                <a:cs typeface="+mn-cs"/>
              </a:rPr>
              <a:t>16</a:t>
            </a:r>
            <a:r>
              <a:rPr lang="zh-CN" altLang="en-US" sz="1350" dirty="0">
                <a:solidFill>
                  <a:prstClr val="black"/>
                </a:solidFill>
                <a:latin typeface="等线" panose="020F0502020204030204"/>
                <a:ea typeface="微软雅黑" pitchFamily="34" charset="-122"/>
                <a:cs typeface="+mn-cs"/>
              </a:rPr>
              <a:t>、</a:t>
            </a:r>
            <a:r>
              <a:rPr lang="en-US" altLang="zh-CN" sz="1350" dirty="0">
                <a:solidFill>
                  <a:prstClr val="black"/>
                </a:solidFill>
                <a:latin typeface="等线" panose="020F0502020204030204"/>
                <a:ea typeface="微软雅黑" pitchFamily="34" charset="-122"/>
                <a:cs typeface="+mn-cs"/>
              </a:rPr>
              <a:t>17</a:t>
            </a:r>
            <a:r>
              <a:rPr lang="zh-CN" altLang="en-US" sz="1350" dirty="0">
                <a:solidFill>
                  <a:prstClr val="black"/>
                </a:solidFill>
                <a:latin typeface="等线" panose="020F0502020204030204"/>
                <a:ea typeface="微软雅黑" pitchFamily="34" charset="-122"/>
                <a:cs typeface="+mn-cs"/>
              </a:rPr>
              <a:t>或</a:t>
            </a:r>
            <a:r>
              <a:rPr lang="en-US" altLang="zh-CN" sz="1350" dirty="0">
                <a:solidFill>
                  <a:prstClr val="black"/>
                </a:solidFill>
                <a:latin typeface="等线" panose="020F0502020204030204"/>
                <a:ea typeface="微软雅黑" pitchFamily="34" charset="-122"/>
                <a:cs typeface="+mn-cs"/>
              </a:rPr>
              <a:t>18</a:t>
            </a:r>
            <a:r>
              <a:rPr lang="zh-CN" altLang="en-US" sz="1350" dirty="0">
                <a:solidFill>
                  <a:prstClr val="black"/>
                </a:solidFill>
                <a:latin typeface="等线" panose="020F0502020204030204"/>
                <a:ea typeface="微软雅黑" pitchFamily="34" charset="-122"/>
                <a:cs typeface="+mn-cs"/>
              </a:rPr>
              <a:t>的报文。</a:t>
            </a:r>
          </a:p>
        </p:txBody>
      </p:sp>
      <p:sp>
        <p:nvSpPr>
          <p:cNvPr id="7" name="Text Box 4"/>
          <p:cNvSpPr txBox="1">
            <a:spLocks noChangeArrowheads="1"/>
          </p:cNvSpPr>
          <p:nvPr/>
        </p:nvSpPr>
        <p:spPr bwMode="auto">
          <a:xfrm>
            <a:off x="5714604" y="1925638"/>
            <a:ext cx="2965847" cy="3364767"/>
          </a:xfrm>
          <a:prstGeom prst="rect">
            <a:avLst/>
          </a:prstGeom>
          <a:solidFill>
            <a:srgbClr val="FFC000"/>
          </a:solidFill>
          <a:ln>
            <a:noFill/>
          </a:ln>
        </p:spPr>
        <p:txBody>
          <a:bodyPr>
            <a:spAutoFit/>
          </a:bodyPr>
          <a:lstStyle>
            <a:lvl1pPr>
              <a:defRPr sz="2800">
                <a:solidFill>
                  <a:schemeClr val="tx1"/>
                </a:solidFill>
                <a:latin typeface="Comic Sans MS" pitchFamily="66" charset="0"/>
              </a:defRPr>
            </a:lvl1pPr>
            <a:lvl2pPr>
              <a:defRPr sz="2400">
                <a:solidFill>
                  <a:schemeClr val="tx1"/>
                </a:solidFill>
                <a:latin typeface="Comic Sans MS" pitchFamily="66" charset="0"/>
              </a:defRPr>
            </a:lvl2pPr>
            <a:lvl3pPr>
              <a:defRPr sz="2000">
                <a:solidFill>
                  <a:schemeClr val="tx1"/>
                </a:solidFill>
                <a:latin typeface="Comic Sans MS" pitchFamily="66" charset="0"/>
              </a:defRPr>
            </a:lvl3pPr>
            <a:lvl4pPr>
              <a:defRPr sz="2000">
                <a:solidFill>
                  <a:schemeClr val="tx1"/>
                </a:solidFill>
                <a:latin typeface="Times New Roman" pitchFamily="18" charset="0"/>
              </a:defRPr>
            </a:lvl4pPr>
            <a:lvl5pPr>
              <a:defRPr sz="2000">
                <a:solidFill>
                  <a:schemeClr val="tx1"/>
                </a:solidFill>
                <a:latin typeface="Times New Roman" pitchFamily="18" charset="0"/>
              </a:defRPr>
            </a:lvl5pPr>
            <a:lvl6pPr>
              <a:defRPr sz="2000">
                <a:solidFill>
                  <a:schemeClr val="tx1"/>
                </a:solidFill>
                <a:latin typeface="Times New Roman" pitchFamily="18" charset="0"/>
              </a:defRPr>
            </a:lvl6pPr>
            <a:lvl7pPr>
              <a:defRPr sz="2000">
                <a:solidFill>
                  <a:schemeClr val="tx1"/>
                </a:solidFill>
                <a:latin typeface="Times New Roman" pitchFamily="18" charset="0"/>
              </a:defRPr>
            </a:lvl7pPr>
            <a:lvl8pPr>
              <a:defRPr sz="2000">
                <a:solidFill>
                  <a:schemeClr val="tx1"/>
                </a:solidFill>
                <a:latin typeface="Times New Roman" pitchFamily="18" charset="0"/>
              </a:defRPr>
            </a:lvl8pPr>
            <a:lvl9pPr>
              <a:defRPr sz="2000">
                <a:solidFill>
                  <a:schemeClr val="tx1"/>
                </a:solidFill>
                <a:latin typeface="Times New Roman" pitchFamily="18" charset="0"/>
              </a:defRPr>
            </a:lvl9pPr>
          </a:lstStyle>
          <a:p>
            <a:pPr defTabSz="685800" eaLnBrk="1" fontAlgn="auto" hangingPunct="1">
              <a:lnSpc>
                <a:spcPct val="120000"/>
              </a:lnSpc>
              <a:spcBef>
                <a:spcPts val="0"/>
              </a:spcBef>
              <a:spcAft>
                <a:spcPts val="0"/>
              </a:spcAft>
            </a:pPr>
            <a:r>
              <a:rPr lang="zh-CN" altLang="en-US" sz="1500" dirty="0">
                <a:solidFill>
                  <a:prstClr val="black"/>
                </a:solidFill>
                <a:latin typeface="微软雅黑" pitchFamily="34" charset="-122"/>
                <a:ea typeface="微软雅黑" pitchFamily="34" charset="-122"/>
                <a:cs typeface="+mn-cs"/>
              </a:rPr>
              <a:t>类型  代码    功能描述</a:t>
            </a:r>
          </a:p>
          <a:p>
            <a:pPr defTabSz="685800" eaLnBrk="1" fontAlgn="auto" hangingPunct="1">
              <a:lnSpc>
                <a:spcPct val="120000"/>
              </a:lnSpc>
              <a:spcBef>
                <a:spcPts val="0"/>
              </a:spcBef>
              <a:spcAft>
                <a:spcPts val="0"/>
              </a:spcAft>
            </a:pPr>
            <a:r>
              <a:rPr lang="en-US" altLang="zh-CN" sz="1350" dirty="0">
                <a:solidFill>
                  <a:prstClr val="black"/>
                </a:solidFill>
                <a:latin typeface="微软雅黑" pitchFamily="34" charset="-122"/>
                <a:ea typeface="微软雅黑" pitchFamily="34" charset="-122"/>
                <a:cs typeface="+mn-cs"/>
              </a:rPr>
              <a:t>0        0         </a:t>
            </a:r>
            <a:r>
              <a:rPr lang="zh-CN" altLang="en-US" sz="1350" dirty="0">
                <a:solidFill>
                  <a:prstClr val="black"/>
                </a:solidFill>
                <a:latin typeface="微软雅黑" pitchFamily="34" charset="-122"/>
                <a:ea typeface="微软雅黑" pitchFamily="34" charset="-122"/>
                <a:cs typeface="+mn-cs"/>
              </a:rPr>
              <a:t>回送应答 </a:t>
            </a:r>
            <a:r>
              <a:rPr lang="en-US" altLang="zh-CN" sz="1350" dirty="0">
                <a:solidFill>
                  <a:prstClr val="black"/>
                </a:solidFill>
                <a:latin typeface="微软雅黑" pitchFamily="34" charset="-122"/>
                <a:ea typeface="微软雅黑" pitchFamily="34" charset="-122"/>
                <a:cs typeface="+mn-cs"/>
              </a:rPr>
              <a:t>(ping)</a:t>
            </a:r>
          </a:p>
          <a:p>
            <a:pPr defTabSz="685800" eaLnBrk="1" fontAlgn="auto" hangingPunct="1">
              <a:lnSpc>
                <a:spcPct val="120000"/>
              </a:lnSpc>
              <a:spcBef>
                <a:spcPts val="0"/>
              </a:spcBef>
              <a:spcAft>
                <a:spcPts val="0"/>
              </a:spcAft>
            </a:pPr>
            <a:r>
              <a:rPr lang="en-US" altLang="zh-CN" sz="1350" dirty="0">
                <a:solidFill>
                  <a:prstClr val="black"/>
                </a:solidFill>
                <a:latin typeface="微软雅黑" pitchFamily="34" charset="-122"/>
                <a:ea typeface="微软雅黑" pitchFamily="34" charset="-122"/>
                <a:cs typeface="+mn-cs"/>
              </a:rPr>
              <a:t>3        0         </a:t>
            </a:r>
            <a:r>
              <a:rPr lang="zh-CN" altLang="en-US" sz="1350" dirty="0">
                <a:solidFill>
                  <a:prstClr val="black"/>
                </a:solidFill>
                <a:latin typeface="微软雅黑" pitchFamily="34" charset="-122"/>
                <a:ea typeface="微软雅黑" pitchFamily="34" charset="-122"/>
                <a:cs typeface="+mn-cs"/>
              </a:rPr>
              <a:t>目的网络不可达</a:t>
            </a:r>
          </a:p>
          <a:p>
            <a:pPr defTabSz="685800" eaLnBrk="1" fontAlgn="auto" hangingPunct="1">
              <a:lnSpc>
                <a:spcPct val="120000"/>
              </a:lnSpc>
              <a:spcBef>
                <a:spcPts val="0"/>
              </a:spcBef>
              <a:spcAft>
                <a:spcPts val="0"/>
              </a:spcAft>
            </a:pPr>
            <a:r>
              <a:rPr lang="en-US" altLang="zh-CN" sz="1350" dirty="0">
                <a:solidFill>
                  <a:prstClr val="black"/>
                </a:solidFill>
                <a:latin typeface="微软雅黑" pitchFamily="34" charset="-122"/>
                <a:ea typeface="微软雅黑" pitchFamily="34" charset="-122"/>
                <a:cs typeface="+mn-cs"/>
              </a:rPr>
              <a:t>3        1         </a:t>
            </a:r>
            <a:r>
              <a:rPr lang="zh-CN" altLang="en-US" sz="1350" dirty="0">
                <a:solidFill>
                  <a:prstClr val="black"/>
                </a:solidFill>
                <a:latin typeface="微软雅黑" pitchFamily="34" charset="-122"/>
                <a:ea typeface="微软雅黑" pitchFamily="34" charset="-122"/>
                <a:cs typeface="+mn-cs"/>
              </a:rPr>
              <a:t>目的主机不可达</a:t>
            </a:r>
            <a:endParaRPr lang="en-US" altLang="zh-CN" sz="1350" dirty="0">
              <a:solidFill>
                <a:prstClr val="black"/>
              </a:solidFill>
              <a:latin typeface="微软雅黑" pitchFamily="34" charset="-122"/>
              <a:ea typeface="微软雅黑" pitchFamily="34" charset="-122"/>
              <a:cs typeface="+mn-cs"/>
            </a:endParaRPr>
          </a:p>
          <a:p>
            <a:pPr defTabSz="685800" eaLnBrk="1" fontAlgn="auto" hangingPunct="1">
              <a:lnSpc>
                <a:spcPct val="120000"/>
              </a:lnSpc>
              <a:spcBef>
                <a:spcPts val="0"/>
              </a:spcBef>
              <a:spcAft>
                <a:spcPts val="0"/>
              </a:spcAft>
            </a:pPr>
            <a:r>
              <a:rPr lang="en-US" altLang="zh-CN" sz="1350" dirty="0">
                <a:solidFill>
                  <a:prstClr val="black"/>
                </a:solidFill>
                <a:latin typeface="微软雅黑" pitchFamily="34" charset="-122"/>
                <a:ea typeface="微软雅黑" pitchFamily="34" charset="-122"/>
                <a:cs typeface="+mn-cs"/>
              </a:rPr>
              <a:t>3        2         </a:t>
            </a:r>
            <a:r>
              <a:rPr lang="zh-CN" altLang="en-US" sz="1350" dirty="0">
                <a:solidFill>
                  <a:prstClr val="black"/>
                </a:solidFill>
                <a:latin typeface="微软雅黑" pitchFamily="34" charset="-122"/>
                <a:ea typeface="微软雅黑" pitchFamily="34" charset="-122"/>
                <a:cs typeface="+mn-cs"/>
              </a:rPr>
              <a:t>目的协议不可达</a:t>
            </a:r>
            <a:endParaRPr lang="en-US" altLang="zh-CN" sz="1350" dirty="0">
              <a:solidFill>
                <a:prstClr val="black"/>
              </a:solidFill>
              <a:latin typeface="微软雅黑" pitchFamily="34" charset="-122"/>
              <a:ea typeface="微软雅黑" pitchFamily="34" charset="-122"/>
              <a:cs typeface="+mn-cs"/>
            </a:endParaRPr>
          </a:p>
          <a:p>
            <a:pPr defTabSz="685800" eaLnBrk="1" fontAlgn="auto" hangingPunct="1">
              <a:lnSpc>
                <a:spcPct val="120000"/>
              </a:lnSpc>
              <a:spcBef>
                <a:spcPts val="0"/>
              </a:spcBef>
              <a:spcAft>
                <a:spcPts val="0"/>
              </a:spcAft>
            </a:pPr>
            <a:r>
              <a:rPr lang="en-US" altLang="zh-CN" sz="1350" dirty="0">
                <a:solidFill>
                  <a:prstClr val="black"/>
                </a:solidFill>
                <a:latin typeface="微软雅黑" pitchFamily="34" charset="-122"/>
                <a:ea typeface="微软雅黑" pitchFamily="34" charset="-122"/>
                <a:cs typeface="+mn-cs"/>
              </a:rPr>
              <a:t>3        3         </a:t>
            </a:r>
            <a:r>
              <a:rPr lang="zh-CN" altLang="en-US" sz="1350" dirty="0">
                <a:solidFill>
                  <a:prstClr val="black"/>
                </a:solidFill>
                <a:latin typeface="微软雅黑" pitchFamily="34" charset="-122"/>
                <a:ea typeface="微软雅黑" pitchFamily="34" charset="-122"/>
                <a:cs typeface="+mn-cs"/>
              </a:rPr>
              <a:t>目的端口不可达</a:t>
            </a:r>
            <a:endParaRPr lang="en-US" altLang="zh-CN" sz="1350" dirty="0">
              <a:solidFill>
                <a:prstClr val="black"/>
              </a:solidFill>
              <a:latin typeface="微软雅黑" pitchFamily="34" charset="-122"/>
              <a:ea typeface="微软雅黑" pitchFamily="34" charset="-122"/>
              <a:cs typeface="+mn-cs"/>
            </a:endParaRPr>
          </a:p>
          <a:p>
            <a:pPr defTabSz="685800" eaLnBrk="1" fontAlgn="auto" hangingPunct="1">
              <a:lnSpc>
                <a:spcPct val="120000"/>
              </a:lnSpc>
              <a:spcBef>
                <a:spcPts val="0"/>
              </a:spcBef>
              <a:spcAft>
                <a:spcPts val="0"/>
              </a:spcAft>
            </a:pPr>
            <a:r>
              <a:rPr lang="en-US" altLang="zh-CN" sz="1350" dirty="0">
                <a:solidFill>
                  <a:prstClr val="black"/>
                </a:solidFill>
                <a:latin typeface="微软雅黑" pitchFamily="34" charset="-122"/>
                <a:ea typeface="微软雅黑" pitchFamily="34" charset="-122"/>
                <a:cs typeface="+mn-cs"/>
              </a:rPr>
              <a:t>3        6         </a:t>
            </a:r>
            <a:r>
              <a:rPr lang="zh-CN" altLang="en-US" sz="1350" dirty="0">
                <a:solidFill>
                  <a:prstClr val="black"/>
                </a:solidFill>
                <a:latin typeface="微软雅黑" pitchFamily="34" charset="-122"/>
                <a:ea typeface="微软雅黑" pitchFamily="34" charset="-122"/>
                <a:cs typeface="+mn-cs"/>
              </a:rPr>
              <a:t>目的网络未知</a:t>
            </a:r>
            <a:endParaRPr lang="en-US" altLang="zh-CN" sz="1350" dirty="0">
              <a:solidFill>
                <a:prstClr val="black"/>
              </a:solidFill>
              <a:latin typeface="微软雅黑" pitchFamily="34" charset="-122"/>
              <a:ea typeface="微软雅黑" pitchFamily="34" charset="-122"/>
              <a:cs typeface="+mn-cs"/>
            </a:endParaRPr>
          </a:p>
          <a:p>
            <a:pPr defTabSz="685800" eaLnBrk="1" fontAlgn="auto" hangingPunct="1">
              <a:lnSpc>
                <a:spcPct val="120000"/>
              </a:lnSpc>
              <a:spcBef>
                <a:spcPts val="0"/>
              </a:spcBef>
              <a:spcAft>
                <a:spcPts val="0"/>
              </a:spcAft>
            </a:pPr>
            <a:r>
              <a:rPr lang="en-US" altLang="zh-CN" sz="1350" dirty="0">
                <a:solidFill>
                  <a:prstClr val="black"/>
                </a:solidFill>
                <a:latin typeface="微软雅黑" pitchFamily="34" charset="-122"/>
                <a:ea typeface="微软雅黑" pitchFamily="34" charset="-122"/>
                <a:cs typeface="+mn-cs"/>
              </a:rPr>
              <a:t>3        7         </a:t>
            </a:r>
            <a:r>
              <a:rPr lang="zh-CN" altLang="en-US" sz="1350" dirty="0">
                <a:solidFill>
                  <a:prstClr val="black"/>
                </a:solidFill>
                <a:latin typeface="微软雅黑" pitchFamily="34" charset="-122"/>
                <a:ea typeface="微软雅黑" pitchFamily="34" charset="-122"/>
                <a:cs typeface="+mn-cs"/>
              </a:rPr>
              <a:t>目的主机未知</a:t>
            </a:r>
            <a:endParaRPr lang="en-US" altLang="zh-CN" sz="1350" dirty="0">
              <a:solidFill>
                <a:prstClr val="black"/>
              </a:solidFill>
              <a:latin typeface="微软雅黑" pitchFamily="34" charset="-122"/>
              <a:ea typeface="微软雅黑" pitchFamily="34" charset="-122"/>
              <a:cs typeface="+mn-cs"/>
            </a:endParaRPr>
          </a:p>
          <a:p>
            <a:pPr defTabSz="685800" eaLnBrk="1" fontAlgn="auto" hangingPunct="1">
              <a:lnSpc>
                <a:spcPct val="120000"/>
              </a:lnSpc>
              <a:spcBef>
                <a:spcPts val="0"/>
              </a:spcBef>
              <a:spcAft>
                <a:spcPts val="0"/>
              </a:spcAft>
            </a:pPr>
            <a:r>
              <a:rPr lang="en-US" altLang="zh-CN" sz="1350" dirty="0">
                <a:solidFill>
                  <a:prstClr val="black"/>
                </a:solidFill>
                <a:latin typeface="微软雅黑" pitchFamily="34" charset="-122"/>
                <a:ea typeface="微软雅黑" pitchFamily="34" charset="-122"/>
                <a:cs typeface="+mn-cs"/>
              </a:rPr>
              <a:t>8        0         </a:t>
            </a:r>
            <a:r>
              <a:rPr lang="zh-CN" altLang="en-US" sz="1350" dirty="0">
                <a:solidFill>
                  <a:prstClr val="black"/>
                </a:solidFill>
                <a:latin typeface="微软雅黑" pitchFamily="34" charset="-122"/>
                <a:ea typeface="微软雅黑" pitchFamily="34" charset="-122"/>
                <a:cs typeface="+mn-cs"/>
              </a:rPr>
              <a:t>回送请求</a:t>
            </a:r>
            <a:r>
              <a:rPr lang="en-US" altLang="zh-CN" sz="1350" dirty="0">
                <a:solidFill>
                  <a:prstClr val="black"/>
                </a:solidFill>
                <a:latin typeface="微软雅黑" pitchFamily="34" charset="-122"/>
                <a:ea typeface="微软雅黑" pitchFamily="34" charset="-122"/>
                <a:cs typeface="+mn-cs"/>
              </a:rPr>
              <a:t> (ping)</a:t>
            </a:r>
          </a:p>
          <a:p>
            <a:pPr defTabSz="685800" eaLnBrk="1" fontAlgn="auto" hangingPunct="1">
              <a:lnSpc>
                <a:spcPct val="120000"/>
              </a:lnSpc>
              <a:spcBef>
                <a:spcPts val="0"/>
              </a:spcBef>
              <a:spcAft>
                <a:spcPts val="0"/>
              </a:spcAft>
            </a:pPr>
            <a:r>
              <a:rPr lang="en-US" altLang="zh-CN" sz="1350" dirty="0">
                <a:solidFill>
                  <a:prstClr val="black"/>
                </a:solidFill>
                <a:latin typeface="微软雅黑" pitchFamily="34" charset="-122"/>
                <a:ea typeface="微软雅黑" pitchFamily="34" charset="-122"/>
                <a:cs typeface="+mn-cs"/>
              </a:rPr>
              <a:t>9        0         </a:t>
            </a:r>
            <a:r>
              <a:rPr lang="zh-CN" altLang="en-US" sz="1350" dirty="0">
                <a:solidFill>
                  <a:prstClr val="black"/>
                </a:solidFill>
                <a:latin typeface="微软雅黑" pitchFamily="34" charset="-122"/>
                <a:ea typeface="微软雅黑" pitchFamily="34" charset="-122"/>
                <a:cs typeface="Times New Roman" panose="02020603050405020304" pitchFamily="18" charset="0"/>
              </a:rPr>
              <a:t>路由通告</a:t>
            </a:r>
            <a:endParaRPr lang="en-US" altLang="zh-CN" sz="1350" dirty="0">
              <a:solidFill>
                <a:prstClr val="black"/>
              </a:solidFill>
              <a:latin typeface="微软雅黑" pitchFamily="34" charset="-122"/>
              <a:ea typeface="微软雅黑" pitchFamily="34" charset="-122"/>
              <a:cs typeface="+mn-cs"/>
            </a:endParaRPr>
          </a:p>
          <a:p>
            <a:pPr defTabSz="685800" eaLnBrk="1" fontAlgn="auto" hangingPunct="1">
              <a:lnSpc>
                <a:spcPct val="120000"/>
              </a:lnSpc>
              <a:spcBef>
                <a:spcPts val="0"/>
              </a:spcBef>
              <a:spcAft>
                <a:spcPts val="0"/>
              </a:spcAft>
            </a:pPr>
            <a:r>
              <a:rPr lang="en-US" altLang="zh-CN" sz="1350" dirty="0">
                <a:solidFill>
                  <a:prstClr val="black"/>
                </a:solidFill>
                <a:latin typeface="微软雅黑" pitchFamily="34" charset="-122"/>
                <a:ea typeface="微软雅黑" pitchFamily="34" charset="-122"/>
                <a:cs typeface="+mn-cs"/>
              </a:rPr>
              <a:t>10      0         </a:t>
            </a:r>
            <a:r>
              <a:rPr lang="zh-CN" altLang="en-US" sz="1350" dirty="0">
                <a:solidFill>
                  <a:prstClr val="black"/>
                </a:solidFill>
                <a:latin typeface="微软雅黑" pitchFamily="34" charset="-122"/>
                <a:ea typeface="微软雅黑" pitchFamily="34" charset="-122"/>
                <a:cs typeface="Times New Roman" panose="02020603050405020304" pitchFamily="18" charset="0"/>
              </a:rPr>
              <a:t>路由发现</a:t>
            </a:r>
            <a:endParaRPr lang="en-US" altLang="zh-CN" sz="1350" dirty="0">
              <a:solidFill>
                <a:prstClr val="black"/>
              </a:solidFill>
              <a:latin typeface="微软雅黑" pitchFamily="34" charset="-122"/>
              <a:ea typeface="微软雅黑" pitchFamily="34" charset="-122"/>
              <a:cs typeface="Times New Roman" panose="02020603050405020304" pitchFamily="18" charset="0"/>
            </a:endParaRPr>
          </a:p>
          <a:p>
            <a:pPr defTabSz="685800" eaLnBrk="1" fontAlgn="auto" hangingPunct="1">
              <a:lnSpc>
                <a:spcPct val="120000"/>
              </a:lnSpc>
              <a:spcBef>
                <a:spcPts val="0"/>
              </a:spcBef>
              <a:spcAft>
                <a:spcPts val="0"/>
              </a:spcAft>
            </a:pPr>
            <a:r>
              <a:rPr lang="en-US" altLang="zh-CN" sz="1350" dirty="0">
                <a:solidFill>
                  <a:prstClr val="black"/>
                </a:solidFill>
                <a:latin typeface="微软雅黑" pitchFamily="34" charset="-122"/>
                <a:ea typeface="微软雅黑" pitchFamily="34" charset="-122"/>
                <a:cs typeface="+mn-cs"/>
              </a:rPr>
              <a:t>11      0         TTL</a:t>
            </a:r>
            <a:r>
              <a:rPr lang="zh-CN" altLang="en-US" sz="1350" dirty="0">
                <a:solidFill>
                  <a:prstClr val="black"/>
                </a:solidFill>
                <a:latin typeface="微软雅黑" pitchFamily="34" charset="-122"/>
                <a:ea typeface="微软雅黑" pitchFamily="34" charset="-122"/>
                <a:cs typeface="+mn-cs"/>
              </a:rPr>
              <a:t>过期</a:t>
            </a:r>
          </a:p>
          <a:p>
            <a:pPr defTabSz="685800" eaLnBrk="1" fontAlgn="auto" hangingPunct="1">
              <a:lnSpc>
                <a:spcPct val="120000"/>
              </a:lnSpc>
              <a:spcBef>
                <a:spcPts val="0"/>
              </a:spcBef>
              <a:spcAft>
                <a:spcPts val="0"/>
              </a:spcAft>
            </a:pPr>
            <a:r>
              <a:rPr lang="en-US" altLang="zh-CN" sz="1500" dirty="0">
                <a:solidFill>
                  <a:prstClr val="black"/>
                </a:solidFill>
                <a:latin typeface="微软雅黑" pitchFamily="34" charset="-122"/>
                <a:ea typeface="微软雅黑" pitchFamily="34" charset="-122"/>
                <a:cs typeface="+mn-cs"/>
              </a:rPr>
              <a:t>12     0        </a:t>
            </a:r>
            <a:r>
              <a:rPr lang="zh-CN" altLang="en-US" sz="1500" dirty="0">
                <a:solidFill>
                  <a:prstClr val="black"/>
                </a:solidFill>
                <a:latin typeface="微软雅黑" pitchFamily="34" charset="-122"/>
                <a:ea typeface="微软雅黑" pitchFamily="34" charset="-122"/>
                <a:cs typeface="+mn-cs"/>
              </a:rPr>
              <a:t>坏的</a:t>
            </a:r>
            <a:r>
              <a:rPr lang="en-US" altLang="zh-CN" sz="1500" dirty="0">
                <a:solidFill>
                  <a:prstClr val="black"/>
                </a:solidFill>
                <a:latin typeface="微软雅黑" pitchFamily="34" charset="-122"/>
                <a:ea typeface="微软雅黑" pitchFamily="34" charset="-122"/>
                <a:cs typeface="+mn-cs"/>
              </a:rPr>
              <a:t>IP</a:t>
            </a:r>
            <a:r>
              <a:rPr lang="zh-CN" altLang="en-US" sz="1500" dirty="0">
                <a:solidFill>
                  <a:prstClr val="black"/>
                </a:solidFill>
                <a:latin typeface="微软雅黑" pitchFamily="34" charset="-122"/>
                <a:ea typeface="微软雅黑" pitchFamily="34" charset="-122"/>
                <a:cs typeface="+mn-cs"/>
              </a:rPr>
              <a:t>首部</a:t>
            </a:r>
            <a:endParaRPr lang="en-US" altLang="zh-CN" sz="1350" b="1" dirty="0">
              <a:solidFill>
                <a:prstClr val="black"/>
              </a:solidFill>
              <a:latin typeface="Arial" pitchFamily="34" charset="0"/>
              <a:ea typeface="宋体" pitchFamily="2" charset="-122"/>
              <a:cs typeface="+mn-cs"/>
            </a:endParaRPr>
          </a:p>
        </p:txBody>
      </p:sp>
    </p:spTree>
    <p:extLst>
      <p:ext uri="{BB962C8B-B14F-4D97-AF65-F5344CB8AC3E}">
        <p14:creationId xmlns:p14="http://schemas.microsoft.com/office/powerpoint/2010/main" val="20699983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7"/>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22" presetClass="entr" presetSubtype="4" fill="hold" grpId="0" nodeType="click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wipe(down)">
                                      <p:cBhvr>
                                        <p:cTn id="15"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7" grpId="0" animBg="1"/>
    </p:bld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normAutofit/>
          </a:bodyPr>
          <a:lstStyle/>
          <a:p>
            <a:r>
              <a:rPr lang="zh-CN" altLang="en-US" dirty="0">
                <a:latin typeface="微软雅黑" pitchFamily="34" charset="-122"/>
                <a:ea typeface="微软雅黑" pitchFamily="34" charset="-122"/>
              </a:rPr>
              <a:t>差错报告报文</a:t>
            </a:r>
            <a:endParaRPr lang="zh-CN" altLang="en-US" dirty="0"/>
          </a:p>
        </p:txBody>
      </p:sp>
      <p:sp>
        <p:nvSpPr>
          <p:cNvPr id="4" name="灯片编号占位符 3"/>
          <p:cNvSpPr>
            <a:spLocks noGrp="1"/>
          </p:cNvSpPr>
          <p:nvPr>
            <p:ph type="sldNum" sz="quarter" idx="12"/>
          </p:nvPr>
        </p:nvSpPr>
        <p:spPr/>
        <p:txBody>
          <a:bodyPr/>
          <a:lstStyle/>
          <a:p>
            <a:pPr defTabSz="685800" eaLnBrk="1" fontAlgn="auto" hangingPunct="1">
              <a:spcBef>
                <a:spcPts val="0"/>
              </a:spcBef>
              <a:spcAft>
                <a:spcPts val="0"/>
              </a:spcAft>
            </a:pPr>
            <a:fld id="{8D4D1E41-7A09-AB4A-A4E1-09765ADA2698}" type="slidenum">
              <a:rPr kumimoji="1" lang="zh-CN" altLang="en-US">
                <a:solidFill>
                  <a:prstClr val="white">
                    <a:lumMod val="65000"/>
                  </a:prstClr>
                </a:solidFill>
                <a:cs typeface="+mn-cs"/>
              </a:rPr>
              <a:pPr defTabSz="685800" eaLnBrk="1" fontAlgn="auto" hangingPunct="1">
                <a:spcBef>
                  <a:spcPts val="0"/>
                </a:spcBef>
                <a:spcAft>
                  <a:spcPts val="0"/>
                </a:spcAft>
              </a:pPr>
              <a:t>119</a:t>
            </a:fld>
            <a:endParaRPr kumimoji="1" lang="zh-CN" altLang="en-US" dirty="0">
              <a:solidFill>
                <a:prstClr val="white">
                  <a:lumMod val="65000"/>
                </a:prstClr>
              </a:solidFill>
              <a:cs typeface="+mn-cs"/>
            </a:endParaRPr>
          </a:p>
        </p:txBody>
      </p:sp>
      <p:grpSp>
        <p:nvGrpSpPr>
          <p:cNvPr id="5" name="组合 4"/>
          <p:cNvGrpSpPr/>
          <p:nvPr/>
        </p:nvGrpSpPr>
        <p:grpSpPr>
          <a:xfrm>
            <a:off x="1042384" y="1711429"/>
            <a:ext cx="7039786" cy="3521086"/>
            <a:chOff x="1389845" y="844965"/>
            <a:chExt cx="9386381" cy="4694782"/>
          </a:xfrm>
        </p:grpSpPr>
        <p:sp>
          <p:nvSpPr>
            <p:cNvPr id="7" name="Rectangle 6"/>
            <p:cNvSpPr>
              <a:spLocks noChangeArrowheads="1"/>
            </p:cNvSpPr>
            <p:nvPr/>
          </p:nvSpPr>
          <p:spPr bwMode="auto">
            <a:xfrm>
              <a:off x="3044382" y="844965"/>
              <a:ext cx="6128169" cy="5386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1438" tIns="45719" rIns="91438" bIns="45719">
              <a:spAutoFit/>
            </a:bodyPr>
            <a:lstStyle/>
            <a:p>
              <a:pPr algn="ctr" defTabSz="685800" eaLnBrk="1" fontAlgn="auto" hangingPunct="1">
                <a:spcBef>
                  <a:spcPts val="0"/>
                </a:spcBef>
                <a:spcAft>
                  <a:spcPts val="0"/>
                </a:spcAft>
              </a:pPr>
              <a:r>
                <a:rPr lang="en-US" altLang="zh-CN" sz="2025" b="1" dirty="0">
                  <a:solidFill>
                    <a:prstClr val="white"/>
                  </a:solidFill>
                  <a:latin typeface="微软雅黑" pitchFamily="34" charset="-122"/>
                  <a:ea typeface="微软雅黑" pitchFamily="34" charset="-122"/>
                  <a:cs typeface="+mn-cs"/>
                </a:rPr>
                <a:t>ICMP </a:t>
              </a:r>
              <a:r>
                <a:rPr lang="zh-CN" altLang="en-US" sz="2025" b="1" dirty="0">
                  <a:solidFill>
                    <a:prstClr val="white"/>
                  </a:solidFill>
                  <a:latin typeface="微软雅黑" pitchFamily="34" charset="-122"/>
                  <a:ea typeface="微软雅黑" pitchFamily="34" charset="-122"/>
                  <a:cs typeface="+mn-cs"/>
                </a:rPr>
                <a:t>差错报告报文的数据字段的内容</a:t>
              </a:r>
            </a:p>
          </p:txBody>
        </p:sp>
        <p:grpSp>
          <p:nvGrpSpPr>
            <p:cNvPr id="9" name="组合 8"/>
            <p:cNvGrpSpPr/>
            <p:nvPr/>
          </p:nvGrpSpPr>
          <p:grpSpPr>
            <a:xfrm>
              <a:off x="1389845" y="1631049"/>
              <a:ext cx="9386381" cy="3908698"/>
              <a:chOff x="585628" y="1556792"/>
              <a:chExt cx="8759860" cy="3647800"/>
            </a:xfrm>
          </p:grpSpPr>
          <p:sp>
            <p:nvSpPr>
              <p:cNvPr id="10" name="Rectangle 2"/>
              <p:cNvSpPr>
                <a:spLocks noChangeArrowheads="1"/>
              </p:cNvSpPr>
              <p:nvPr/>
            </p:nvSpPr>
            <p:spPr bwMode="auto">
              <a:xfrm>
                <a:off x="662260" y="4195216"/>
                <a:ext cx="4531651" cy="596900"/>
              </a:xfrm>
              <a:prstGeom prst="rect">
                <a:avLst/>
              </a:prstGeom>
              <a:solidFill>
                <a:srgbClr val="0000FF"/>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685800" eaLnBrk="1" fontAlgn="auto" hangingPunct="1">
                  <a:spcBef>
                    <a:spcPts val="0"/>
                  </a:spcBef>
                  <a:spcAft>
                    <a:spcPts val="0"/>
                  </a:spcAft>
                </a:pPr>
                <a:endParaRPr lang="zh-CN" altLang="en-US" sz="1425" b="1">
                  <a:solidFill>
                    <a:srgbClr val="0000CC"/>
                  </a:solidFill>
                  <a:latin typeface="微软雅黑" pitchFamily="34" charset="-122"/>
                  <a:ea typeface="微软雅黑" pitchFamily="34" charset="-122"/>
                  <a:cs typeface="+mn-cs"/>
                </a:endParaRPr>
              </a:p>
            </p:txBody>
          </p:sp>
          <p:sp>
            <p:nvSpPr>
              <p:cNvPr id="11" name="Rectangle 5"/>
              <p:cNvSpPr>
                <a:spLocks noChangeArrowheads="1"/>
              </p:cNvSpPr>
              <p:nvPr/>
            </p:nvSpPr>
            <p:spPr bwMode="auto">
              <a:xfrm>
                <a:off x="1412089" y="4195216"/>
                <a:ext cx="3781821" cy="596900"/>
              </a:xfrm>
              <a:prstGeom prst="rect">
                <a:avLst/>
              </a:prstGeom>
              <a:solidFill>
                <a:srgbClr val="00FF99"/>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685800" eaLnBrk="1" fontAlgn="auto" hangingPunct="1">
                  <a:spcBef>
                    <a:spcPts val="0"/>
                  </a:spcBef>
                  <a:spcAft>
                    <a:spcPts val="0"/>
                  </a:spcAft>
                </a:pPr>
                <a:endParaRPr lang="zh-CN" altLang="en-US" sz="1425" b="1">
                  <a:solidFill>
                    <a:srgbClr val="0000CC"/>
                  </a:solidFill>
                  <a:latin typeface="微软雅黑" pitchFamily="34" charset="-122"/>
                  <a:ea typeface="微软雅黑" pitchFamily="34" charset="-122"/>
                  <a:cs typeface="+mn-cs"/>
                </a:endParaRPr>
              </a:p>
            </p:txBody>
          </p:sp>
          <p:sp>
            <p:nvSpPr>
              <p:cNvPr id="12" name="Line 6"/>
              <p:cNvSpPr>
                <a:spLocks noChangeShapeType="1"/>
              </p:cNvSpPr>
              <p:nvPr/>
            </p:nvSpPr>
            <p:spPr bwMode="auto">
              <a:xfrm>
                <a:off x="662260" y="5001667"/>
                <a:ext cx="4531651" cy="20637"/>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685800" eaLnBrk="1" fontAlgn="auto" hangingPunct="1">
                  <a:spcBef>
                    <a:spcPts val="0"/>
                  </a:spcBef>
                  <a:spcAft>
                    <a:spcPts val="0"/>
                  </a:spcAft>
                </a:pPr>
                <a:endParaRPr lang="zh-CN" altLang="en-US" sz="1425" b="1">
                  <a:solidFill>
                    <a:srgbClr val="0000CC"/>
                  </a:solidFill>
                  <a:latin typeface="微软雅黑" pitchFamily="34" charset="-122"/>
                  <a:ea typeface="微软雅黑" pitchFamily="34" charset="-122"/>
                  <a:cs typeface="+mn-cs"/>
                </a:endParaRPr>
              </a:p>
            </p:txBody>
          </p:sp>
          <p:sp>
            <p:nvSpPr>
              <p:cNvPr id="13" name="Text Box 7"/>
              <p:cNvSpPr txBox="1">
                <a:spLocks noChangeArrowheads="1"/>
              </p:cNvSpPr>
              <p:nvPr/>
            </p:nvSpPr>
            <p:spPr bwMode="auto">
              <a:xfrm>
                <a:off x="585628" y="4323803"/>
                <a:ext cx="909971" cy="3331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defTabSz="685800" eaLnBrk="1" fontAlgn="auto" hangingPunct="1">
                  <a:lnSpc>
                    <a:spcPct val="80000"/>
                  </a:lnSpc>
                  <a:spcBef>
                    <a:spcPts val="0"/>
                  </a:spcBef>
                  <a:spcAft>
                    <a:spcPts val="0"/>
                  </a:spcAft>
                </a:pPr>
                <a:r>
                  <a:rPr kumimoji="1" lang="en-US" altLang="zh-CN" sz="1425" b="1" dirty="0">
                    <a:solidFill>
                      <a:prstClr val="white"/>
                    </a:solidFill>
                    <a:latin typeface="微软雅黑" pitchFamily="34" charset="-122"/>
                    <a:ea typeface="微软雅黑" pitchFamily="34" charset="-122"/>
                    <a:cs typeface="+mn-cs"/>
                  </a:rPr>
                  <a:t>IP</a:t>
                </a:r>
                <a:r>
                  <a:rPr kumimoji="1" lang="zh-CN" altLang="en-US" sz="1425" b="1" dirty="0">
                    <a:solidFill>
                      <a:prstClr val="white"/>
                    </a:solidFill>
                    <a:latin typeface="微软雅黑" pitchFamily="34" charset="-122"/>
                    <a:ea typeface="微软雅黑" pitchFamily="34" charset="-122"/>
                    <a:cs typeface="+mn-cs"/>
                  </a:rPr>
                  <a:t>首部</a:t>
                </a:r>
              </a:p>
            </p:txBody>
          </p:sp>
          <p:sp>
            <p:nvSpPr>
              <p:cNvPr id="14" name="Line 8"/>
              <p:cNvSpPr>
                <a:spLocks noChangeShapeType="1"/>
              </p:cNvSpPr>
              <p:nvPr/>
            </p:nvSpPr>
            <p:spPr bwMode="auto">
              <a:xfrm>
                <a:off x="1412089" y="4195216"/>
                <a:ext cx="0" cy="59690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685800" eaLnBrk="1" fontAlgn="auto" hangingPunct="1">
                  <a:spcBef>
                    <a:spcPts val="0"/>
                  </a:spcBef>
                  <a:spcAft>
                    <a:spcPts val="0"/>
                  </a:spcAft>
                </a:pPr>
                <a:endParaRPr lang="zh-CN" altLang="en-US" sz="1425" b="1">
                  <a:solidFill>
                    <a:srgbClr val="0000CC"/>
                  </a:solidFill>
                  <a:latin typeface="微软雅黑" pitchFamily="34" charset="-122"/>
                  <a:ea typeface="微软雅黑" pitchFamily="34" charset="-122"/>
                  <a:cs typeface="+mn-cs"/>
                </a:endParaRPr>
              </a:p>
            </p:txBody>
          </p:sp>
          <p:sp>
            <p:nvSpPr>
              <p:cNvPr id="15" name="Rectangle 9"/>
              <p:cNvSpPr>
                <a:spLocks noChangeArrowheads="1"/>
              </p:cNvSpPr>
              <p:nvPr/>
            </p:nvSpPr>
            <p:spPr bwMode="auto">
              <a:xfrm>
                <a:off x="2342496" y="4850853"/>
                <a:ext cx="1214173" cy="31115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685800" eaLnBrk="1" fontAlgn="auto" hangingPunct="1">
                  <a:spcBef>
                    <a:spcPts val="0"/>
                  </a:spcBef>
                  <a:spcAft>
                    <a:spcPts val="0"/>
                  </a:spcAft>
                </a:pPr>
                <a:endParaRPr lang="zh-CN" altLang="en-US" sz="1425" b="1">
                  <a:solidFill>
                    <a:srgbClr val="0000CC"/>
                  </a:solidFill>
                  <a:latin typeface="微软雅黑" pitchFamily="34" charset="-122"/>
                  <a:ea typeface="微软雅黑" pitchFamily="34" charset="-122"/>
                  <a:cs typeface="+mn-cs"/>
                </a:endParaRPr>
              </a:p>
            </p:txBody>
          </p:sp>
          <p:sp>
            <p:nvSpPr>
              <p:cNvPr id="16" name="Text Box 10"/>
              <p:cNvSpPr txBox="1">
                <a:spLocks noChangeArrowheads="1"/>
              </p:cNvSpPr>
              <p:nvPr/>
            </p:nvSpPr>
            <p:spPr bwMode="auto">
              <a:xfrm>
                <a:off x="2362323" y="4816827"/>
                <a:ext cx="1187230" cy="3877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defTabSz="685800" eaLnBrk="1" fontAlgn="auto" hangingPunct="1">
                  <a:spcBef>
                    <a:spcPts val="0"/>
                  </a:spcBef>
                  <a:spcAft>
                    <a:spcPts val="0"/>
                  </a:spcAft>
                </a:pPr>
                <a:r>
                  <a:rPr kumimoji="1" lang="en-US" altLang="zh-CN" sz="1425" dirty="0">
                    <a:solidFill>
                      <a:prstClr val="black"/>
                    </a:solidFill>
                    <a:latin typeface="微软雅黑" pitchFamily="34" charset="-122"/>
                    <a:ea typeface="微软雅黑" pitchFamily="34" charset="-122"/>
                    <a:cs typeface="+mn-cs"/>
                  </a:rPr>
                  <a:t>IP </a:t>
                </a:r>
                <a:r>
                  <a:rPr kumimoji="1" lang="zh-CN" altLang="en-US" sz="1425" dirty="0">
                    <a:solidFill>
                      <a:prstClr val="black"/>
                    </a:solidFill>
                    <a:latin typeface="微软雅黑" pitchFamily="34" charset="-122"/>
                    <a:ea typeface="微软雅黑" pitchFamily="34" charset="-122"/>
                    <a:cs typeface="+mn-cs"/>
                  </a:rPr>
                  <a:t>数据报</a:t>
                </a:r>
              </a:p>
            </p:txBody>
          </p:sp>
          <p:sp>
            <p:nvSpPr>
              <p:cNvPr id="17" name="Rectangle 11"/>
              <p:cNvSpPr>
                <a:spLocks noChangeArrowheads="1"/>
              </p:cNvSpPr>
              <p:nvPr/>
            </p:nvSpPr>
            <p:spPr bwMode="auto">
              <a:xfrm>
                <a:off x="1412089" y="3174454"/>
                <a:ext cx="3781821" cy="607000"/>
              </a:xfrm>
              <a:prstGeom prst="rect">
                <a:avLst/>
              </a:prstGeom>
              <a:solidFill>
                <a:srgbClr val="DDDDDD"/>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685800" eaLnBrk="1" fontAlgn="auto" hangingPunct="1">
                  <a:spcBef>
                    <a:spcPts val="0"/>
                  </a:spcBef>
                  <a:spcAft>
                    <a:spcPts val="0"/>
                  </a:spcAft>
                </a:pPr>
                <a:endParaRPr lang="zh-CN" altLang="en-US" sz="1425" b="1">
                  <a:solidFill>
                    <a:srgbClr val="0000CC"/>
                  </a:solidFill>
                  <a:latin typeface="微软雅黑" pitchFamily="34" charset="-122"/>
                  <a:ea typeface="微软雅黑" pitchFamily="34" charset="-122"/>
                  <a:cs typeface="+mn-cs"/>
                </a:endParaRPr>
              </a:p>
            </p:txBody>
          </p:sp>
          <p:sp>
            <p:nvSpPr>
              <p:cNvPr id="18" name="Rectangle 12"/>
              <p:cNvSpPr>
                <a:spLocks noChangeArrowheads="1"/>
              </p:cNvSpPr>
              <p:nvPr/>
            </p:nvSpPr>
            <p:spPr bwMode="auto">
              <a:xfrm>
                <a:off x="1412089" y="3174454"/>
                <a:ext cx="3781821" cy="595313"/>
              </a:xfrm>
              <a:prstGeom prst="rect">
                <a:avLst/>
              </a:prstGeom>
              <a:solidFill>
                <a:srgbClr val="00FF99"/>
              </a:solidFill>
              <a:ln w="1270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685800" eaLnBrk="1" fontAlgn="auto" hangingPunct="1">
                  <a:spcBef>
                    <a:spcPts val="0"/>
                  </a:spcBef>
                  <a:spcAft>
                    <a:spcPts val="0"/>
                  </a:spcAft>
                </a:pPr>
                <a:endParaRPr lang="zh-CN" altLang="en-US" sz="1425" b="1">
                  <a:solidFill>
                    <a:srgbClr val="0000CC"/>
                  </a:solidFill>
                  <a:latin typeface="微软雅黑" pitchFamily="34" charset="-122"/>
                  <a:ea typeface="微软雅黑" pitchFamily="34" charset="-122"/>
                  <a:cs typeface="+mn-cs"/>
                </a:endParaRPr>
              </a:p>
            </p:txBody>
          </p:sp>
          <p:sp>
            <p:nvSpPr>
              <p:cNvPr id="19" name="Text Box 13"/>
              <p:cNvSpPr txBox="1">
                <a:spLocks noChangeArrowheads="1"/>
              </p:cNvSpPr>
              <p:nvPr/>
            </p:nvSpPr>
            <p:spPr bwMode="auto">
              <a:xfrm>
                <a:off x="1546662" y="3218559"/>
                <a:ext cx="1139359" cy="5514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defTabSz="685800" eaLnBrk="1" fontAlgn="auto" hangingPunct="1">
                  <a:lnSpc>
                    <a:spcPct val="80000"/>
                  </a:lnSpc>
                  <a:spcBef>
                    <a:spcPts val="0"/>
                  </a:spcBef>
                  <a:spcAft>
                    <a:spcPts val="0"/>
                  </a:spcAft>
                </a:pPr>
                <a:r>
                  <a:rPr kumimoji="1" lang="en-US" altLang="zh-CN" sz="1425" dirty="0">
                    <a:solidFill>
                      <a:prstClr val="black"/>
                    </a:solidFill>
                    <a:latin typeface="微软雅黑" pitchFamily="34" charset="-122"/>
                    <a:ea typeface="微软雅黑" pitchFamily="34" charset="-122"/>
                    <a:cs typeface="+mn-cs"/>
                  </a:rPr>
                  <a:t>ICMP </a:t>
                </a:r>
                <a:r>
                  <a:rPr kumimoji="1" lang="zh-CN" altLang="en-US" sz="1425" dirty="0">
                    <a:solidFill>
                      <a:prstClr val="black"/>
                    </a:solidFill>
                    <a:latin typeface="微软雅黑" pitchFamily="34" charset="-122"/>
                    <a:ea typeface="微软雅黑" pitchFamily="34" charset="-122"/>
                    <a:cs typeface="+mn-cs"/>
                  </a:rPr>
                  <a:t>的</a:t>
                </a:r>
              </a:p>
              <a:p>
                <a:pPr algn="ctr" defTabSz="685800" eaLnBrk="1" fontAlgn="auto" hangingPunct="1">
                  <a:lnSpc>
                    <a:spcPct val="80000"/>
                  </a:lnSpc>
                  <a:spcBef>
                    <a:spcPts val="0"/>
                  </a:spcBef>
                  <a:spcAft>
                    <a:spcPts val="0"/>
                  </a:spcAft>
                </a:pPr>
                <a:r>
                  <a:rPr kumimoji="1" lang="zh-CN" altLang="en-US" sz="1425" dirty="0">
                    <a:solidFill>
                      <a:prstClr val="black"/>
                    </a:solidFill>
                    <a:latin typeface="微软雅黑" pitchFamily="34" charset="-122"/>
                    <a:ea typeface="微软雅黑" pitchFamily="34" charset="-122"/>
                    <a:cs typeface="+mn-cs"/>
                  </a:rPr>
                  <a:t>头部字段</a:t>
                </a:r>
              </a:p>
            </p:txBody>
          </p:sp>
          <p:sp>
            <p:nvSpPr>
              <p:cNvPr id="20" name="Line 14"/>
              <p:cNvSpPr>
                <a:spLocks noChangeShapeType="1"/>
              </p:cNvSpPr>
              <p:nvPr/>
            </p:nvSpPr>
            <p:spPr bwMode="auto">
              <a:xfrm>
                <a:off x="2794801" y="3174454"/>
                <a:ext cx="0" cy="59531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685800" eaLnBrk="1" fontAlgn="auto" hangingPunct="1">
                  <a:spcBef>
                    <a:spcPts val="0"/>
                  </a:spcBef>
                  <a:spcAft>
                    <a:spcPts val="0"/>
                  </a:spcAft>
                </a:pPr>
                <a:endParaRPr lang="zh-CN" altLang="en-US" sz="1425" b="1">
                  <a:solidFill>
                    <a:srgbClr val="0000CC"/>
                  </a:solidFill>
                  <a:latin typeface="微软雅黑" pitchFamily="34" charset="-122"/>
                  <a:ea typeface="微软雅黑" pitchFamily="34" charset="-122"/>
                  <a:cs typeface="+mn-cs"/>
                </a:endParaRPr>
              </a:p>
            </p:txBody>
          </p:sp>
          <p:sp>
            <p:nvSpPr>
              <p:cNvPr id="21" name="Text Box 15"/>
              <p:cNvSpPr txBox="1">
                <a:spLocks noChangeArrowheads="1"/>
              </p:cNvSpPr>
              <p:nvPr/>
            </p:nvSpPr>
            <p:spPr bwMode="auto">
              <a:xfrm>
                <a:off x="5775149" y="4296514"/>
                <a:ext cx="3255708" cy="4021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defTabSz="685800" eaLnBrk="1" fontAlgn="auto" hangingPunct="1">
                  <a:spcBef>
                    <a:spcPts val="0"/>
                  </a:spcBef>
                  <a:spcAft>
                    <a:spcPts val="0"/>
                  </a:spcAft>
                </a:pPr>
                <a:r>
                  <a:rPr kumimoji="1" lang="zh-CN" altLang="en-US" sz="1500" dirty="0">
                    <a:solidFill>
                      <a:srgbClr val="C00000"/>
                    </a:solidFill>
                    <a:latin typeface="微软雅黑" pitchFamily="34" charset="-122"/>
                    <a:ea typeface="微软雅黑" pitchFamily="34" charset="-122"/>
                    <a:cs typeface="+mn-cs"/>
                  </a:rPr>
                  <a:t>装入 </a:t>
                </a:r>
                <a:r>
                  <a:rPr kumimoji="1" lang="en-US" altLang="zh-CN" sz="1500" dirty="0">
                    <a:solidFill>
                      <a:srgbClr val="C00000"/>
                    </a:solidFill>
                    <a:latin typeface="微软雅黑" pitchFamily="34" charset="-122"/>
                    <a:ea typeface="微软雅黑" pitchFamily="34" charset="-122"/>
                    <a:cs typeface="+mn-cs"/>
                  </a:rPr>
                  <a:t>ICMP </a:t>
                </a:r>
                <a:r>
                  <a:rPr kumimoji="1" lang="zh-CN" altLang="en-US" sz="1500" dirty="0">
                    <a:solidFill>
                      <a:srgbClr val="C00000"/>
                    </a:solidFill>
                    <a:latin typeface="微软雅黑" pitchFamily="34" charset="-122"/>
                    <a:ea typeface="微软雅黑" pitchFamily="34" charset="-122"/>
                    <a:cs typeface="+mn-cs"/>
                  </a:rPr>
                  <a:t>报文的 </a:t>
                </a:r>
                <a:r>
                  <a:rPr kumimoji="1" lang="en-US" altLang="zh-CN" sz="1500" dirty="0">
                    <a:solidFill>
                      <a:srgbClr val="C00000"/>
                    </a:solidFill>
                    <a:latin typeface="微软雅黑" pitchFamily="34" charset="-122"/>
                    <a:ea typeface="微软雅黑" pitchFamily="34" charset="-122"/>
                    <a:cs typeface="+mn-cs"/>
                  </a:rPr>
                  <a:t>IP </a:t>
                </a:r>
                <a:r>
                  <a:rPr kumimoji="1" lang="zh-CN" altLang="en-US" sz="1500" dirty="0">
                    <a:solidFill>
                      <a:srgbClr val="C00000"/>
                    </a:solidFill>
                    <a:latin typeface="微软雅黑" pitchFamily="34" charset="-122"/>
                    <a:ea typeface="微软雅黑" pitchFamily="34" charset="-122"/>
                    <a:cs typeface="+mn-cs"/>
                  </a:rPr>
                  <a:t>数据报</a:t>
                </a:r>
              </a:p>
            </p:txBody>
          </p:sp>
          <p:sp>
            <p:nvSpPr>
              <p:cNvPr id="22" name="Rectangle 16"/>
              <p:cNvSpPr>
                <a:spLocks noChangeArrowheads="1"/>
              </p:cNvSpPr>
              <p:nvPr/>
            </p:nvSpPr>
            <p:spPr bwMode="auto">
              <a:xfrm>
                <a:off x="2794802" y="2152103"/>
                <a:ext cx="6550686" cy="596900"/>
              </a:xfrm>
              <a:prstGeom prst="rect">
                <a:avLst/>
              </a:prstGeom>
              <a:solidFill>
                <a:srgbClr val="00FFFF"/>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685800" eaLnBrk="1" fontAlgn="auto" hangingPunct="1">
                  <a:spcBef>
                    <a:spcPts val="0"/>
                  </a:spcBef>
                  <a:spcAft>
                    <a:spcPts val="0"/>
                  </a:spcAft>
                </a:pPr>
                <a:endParaRPr lang="zh-CN" altLang="en-US" sz="1425" b="1">
                  <a:solidFill>
                    <a:srgbClr val="0000CC"/>
                  </a:solidFill>
                  <a:latin typeface="微软雅黑" pitchFamily="34" charset="-122"/>
                  <a:ea typeface="微软雅黑" pitchFamily="34" charset="-122"/>
                  <a:cs typeface="+mn-cs"/>
                </a:endParaRPr>
              </a:p>
            </p:txBody>
          </p:sp>
          <p:sp>
            <p:nvSpPr>
              <p:cNvPr id="23" name="Text Box 17"/>
              <p:cNvSpPr txBox="1">
                <a:spLocks noChangeArrowheads="1"/>
              </p:cNvSpPr>
              <p:nvPr/>
            </p:nvSpPr>
            <p:spPr bwMode="auto">
              <a:xfrm>
                <a:off x="2838563" y="2296087"/>
                <a:ext cx="1648910" cy="3331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defTabSz="685800" eaLnBrk="1" fontAlgn="auto" hangingPunct="1">
                  <a:lnSpc>
                    <a:spcPct val="80000"/>
                  </a:lnSpc>
                  <a:spcBef>
                    <a:spcPts val="0"/>
                  </a:spcBef>
                  <a:spcAft>
                    <a:spcPts val="0"/>
                  </a:spcAft>
                </a:pPr>
                <a:r>
                  <a:rPr kumimoji="1" lang="en-US" altLang="zh-CN" sz="1425" dirty="0">
                    <a:solidFill>
                      <a:prstClr val="black"/>
                    </a:solidFill>
                    <a:latin typeface="微软雅黑" pitchFamily="34" charset="-122"/>
                    <a:ea typeface="微软雅黑" pitchFamily="34" charset="-122"/>
                    <a:cs typeface="+mn-cs"/>
                  </a:rPr>
                  <a:t>IP </a:t>
                </a:r>
                <a:r>
                  <a:rPr kumimoji="1" lang="zh-CN" altLang="en-US" sz="1425" dirty="0">
                    <a:solidFill>
                      <a:prstClr val="black"/>
                    </a:solidFill>
                    <a:latin typeface="微软雅黑" pitchFamily="34" charset="-122"/>
                    <a:ea typeface="微软雅黑" pitchFamily="34" charset="-122"/>
                    <a:cs typeface="+mn-cs"/>
                  </a:rPr>
                  <a:t>数据报首部</a:t>
                </a:r>
              </a:p>
            </p:txBody>
          </p:sp>
          <p:sp>
            <p:nvSpPr>
              <p:cNvPr id="24" name="Line 18"/>
              <p:cNvSpPr>
                <a:spLocks noChangeShapeType="1"/>
              </p:cNvSpPr>
              <p:nvPr/>
            </p:nvSpPr>
            <p:spPr bwMode="auto">
              <a:xfrm>
                <a:off x="4547269" y="2152103"/>
                <a:ext cx="0" cy="59690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685800" eaLnBrk="1" fontAlgn="auto" hangingPunct="1">
                  <a:spcBef>
                    <a:spcPts val="0"/>
                  </a:spcBef>
                  <a:spcAft>
                    <a:spcPts val="0"/>
                  </a:spcAft>
                </a:pPr>
                <a:endParaRPr lang="zh-CN" altLang="en-US" sz="1425" b="1">
                  <a:solidFill>
                    <a:srgbClr val="0000CC"/>
                  </a:solidFill>
                  <a:latin typeface="微软雅黑" pitchFamily="34" charset="-122"/>
                  <a:ea typeface="微软雅黑" pitchFamily="34" charset="-122"/>
                  <a:cs typeface="+mn-cs"/>
                </a:endParaRPr>
              </a:p>
            </p:txBody>
          </p:sp>
          <p:sp>
            <p:nvSpPr>
              <p:cNvPr id="25" name="Text Box 19"/>
              <p:cNvSpPr txBox="1">
                <a:spLocks noChangeArrowheads="1"/>
              </p:cNvSpPr>
              <p:nvPr/>
            </p:nvSpPr>
            <p:spPr bwMode="auto">
              <a:xfrm>
                <a:off x="5792002" y="3292589"/>
                <a:ext cx="2346137" cy="4021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defTabSz="685800" eaLnBrk="1" fontAlgn="auto" hangingPunct="1">
                  <a:spcBef>
                    <a:spcPts val="0"/>
                  </a:spcBef>
                  <a:spcAft>
                    <a:spcPts val="0"/>
                  </a:spcAft>
                </a:pPr>
                <a:r>
                  <a:rPr kumimoji="1" lang="en-US" altLang="zh-CN" sz="1500" dirty="0">
                    <a:solidFill>
                      <a:srgbClr val="C00000"/>
                    </a:solidFill>
                    <a:latin typeface="微软雅黑" pitchFamily="34" charset="-122"/>
                    <a:ea typeface="微软雅黑" pitchFamily="34" charset="-122"/>
                    <a:cs typeface="+mn-cs"/>
                  </a:rPr>
                  <a:t>ICMP </a:t>
                </a:r>
                <a:r>
                  <a:rPr kumimoji="1" lang="zh-CN" altLang="en-US" sz="1500" dirty="0">
                    <a:solidFill>
                      <a:srgbClr val="C00000"/>
                    </a:solidFill>
                    <a:latin typeface="微软雅黑" pitchFamily="34" charset="-122"/>
                    <a:ea typeface="微软雅黑" pitchFamily="34" charset="-122"/>
                    <a:cs typeface="+mn-cs"/>
                  </a:rPr>
                  <a:t>差错报告报文</a:t>
                </a:r>
              </a:p>
            </p:txBody>
          </p:sp>
          <p:sp>
            <p:nvSpPr>
              <p:cNvPr id="26" name="Text Box 20"/>
              <p:cNvSpPr txBox="1">
                <a:spLocks noChangeArrowheads="1"/>
              </p:cNvSpPr>
              <p:nvPr/>
            </p:nvSpPr>
            <p:spPr bwMode="auto">
              <a:xfrm>
                <a:off x="4547221" y="2156867"/>
                <a:ext cx="684573" cy="5514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defTabSz="685800" eaLnBrk="1" fontAlgn="auto" hangingPunct="1">
                  <a:lnSpc>
                    <a:spcPct val="80000"/>
                  </a:lnSpc>
                  <a:spcBef>
                    <a:spcPts val="0"/>
                  </a:spcBef>
                  <a:spcAft>
                    <a:spcPts val="0"/>
                  </a:spcAft>
                </a:pPr>
                <a:r>
                  <a:rPr kumimoji="1" lang="en-US" altLang="zh-CN" sz="1425" dirty="0">
                    <a:solidFill>
                      <a:prstClr val="black"/>
                    </a:solidFill>
                    <a:latin typeface="微软雅黑" pitchFamily="34" charset="-122"/>
                    <a:ea typeface="微软雅黑" pitchFamily="34" charset="-122"/>
                    <a:cs typeface="+mn-cs"/>
                  </a:rPr>
                  <a:t>8</a:t>
                </a:r>
              </a:p>
              <a:p>
                <a:pPr algn="ctr" defTabSz="685800" eaLnBrk="1" fontAlgn="auto" hangingPunct="1">
                  <a:lnSpc>
                    <a:spcPct val="80000"/>
                  </a:lnSpc>
                  <a:spcBef>
                    <a:spcPts val="0"/>
                  </a:spcBef>
                  <a:spcAft>
                    <a:spcPts val="0"/>
                  </a:spcAft>
                </a:pPr>
                <a:r>
                  <a:rPr kumimoji="1" lang="zh-CN" altLang="en-US" sz="1425" dirty="0">
                    <a:solidFill>
                      <a:prstClr val="black"/>
                    </a:solidFill>
                    <a:latin typeface="微软雅黑" pitchFamily="34" charset="-122"/>
                    <a:ea typeface="微软雅黑" pitchFamily="34" charset="-122"/>
                    <a:cs typeface="+mn-cs"/>
                  </a:rPr>
                  <a:t>字节</a:t>
                </a:r>
              </a:p>
            </p:txBody>
          </p:sp>
          <p:sp>
            <p:nvSpPr>
              <p:cNvPr id="27" name="Line 21"/>
              <p:cNvSpPr>
                <a:spLocks noChangeShapeType="1"/>
              </p:cNvSpPr>
              <p:nvPr/>
            </p:nvSpPr>
            <p:spPr bwMode="auto">
              <a:xfrm>
                <a:off x="5193910" y="2152103"/>
                <a:ext cx="0" cy="596900"/>
              </a:xfrm>
              <a:prstGeom prst="line">
                <a:avLst/>
              </a:prstGeom>
              <a:noFill/>
              <a:ln w="1270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685800" eaLnBrk="1" fontAlgn="auto" hangingPunct="1">
                  <a:spcBef>
                    <a:spcPts val="0"/>
                  </a:spcBef>
                  <a:spcAft>
                    <a:spcPts val="0"/>
                  </a:spcAft>
                </a:pPr>
                <a:endParaRPr lang="zh-CN" altLang="en-US" sz="1425" b="1">
                  <a:solidFill>
                    <a:srgbClr val="0000CC"/>
                  </a:solidFill>
                  <a:latin typeface="微软雅黑" pitchFamily="34" charset="-122"/>
                  <a:ea typeface="微软雅黑" pitchFamily="34" charset="-122"/>
                  <a:cs typeface="+mn-cs"/>
                </a:endParaRPr>
              </a:p>
            </p:txBody>
          </p:sp>
          <p:sp>
            <p:nvSpPr>
              <p:cNvPr id="28" name="Text Box 22"/>
              <p:cNvSpPr txBox="1">
                <a:spLocks noChangeArrowheads="1"/>
              </p:cNvSpPr>
              <p:nvPr/>
            </p:nvSpPr>
            <p:spPr bwMode="auto">
              <a:xfrm>
                <a:off x="1023357" y="2091783"/>
                <a:ext cx="1457413" cy="6893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defTabSz="685800" eaLnBrk="1" fontAlgn="auto" hangingPunct="1">
                  <a:spcBef>
                    <a:spcPts val="0"/>
                  </a:spcBef>
                  <a:spcAft>
                    <a:spcPts val="0"/>
                  </a:spcAft>
                </a:pPr>
                <a:r>
                  <a:rPr kumimoji="1" lang="zh-CN" altLang="en-US" sz="1500" dirty="0">
                    <a:solidFill>
                      <a:srgbClr val="C00000"/>
                    </a:solidFill>
                    <a:latin typeface="微软雅黑" pitchFamily="34" charset="-122"/>
                    <a:ea typeface="微软雅黑" pitchFamily="34" charset="-122"/>
                    <a:cs typeface="+mn-cs"/>
                  </a:rPr>
                  <a:t>收到的 </a:t>
                </a:r>
                <a:r>
                  <a:rPr kumimoji="1" lang="en-US" altLang="zh-CN" sz="1500" dirty="0">
                    <a:solidFill>
                      <a:srgbClr val="C00000"/>
                    </a:solidFill>
                    <a:latin typeface="微软雅黑" pitchFamily="34" charset="-122"/>
                    <a:ea typeface="微软雅黑" pitchFamily="34" charset="-122"/>
                    <a:cs typeface="+mn-cs"/>
                  </a:rPr>
                  <a:t>IP </a:t>
                </a:r>
                <a:r>
                  <a:rPr kumimoji="1" lang="zh-CN" altLang="en-US" sz="1500" dirty="0">
                    <a:solidFill>
                      <a:srgbClr val="C00000"/>
                    </a:solidFill>
                    <a:latin typeface="微软雅黑" pitchFamily="34" charset="-122"/>
                    <a:ea typeface="微软雅黑" pitchFamily="34" charset="-122"/>
                    <a:cs typeface="+mn-cs"/>
                  </a:rPr>
                  <a:t>原始数据报</a:t>
                </a:r>
              </a:p>
            </p:txBody>
          </p:sp>
          <p:sp>
            <p:nvSpPr>
              <p:cNvPr id="29" name="Line 23"/>
              <p:cNvSpPr>
                <a:spLocks noChangeShapeType="1"/>
              </p:cNvSpPr>
              <p:nvPr/>
            </p:nvSpPr>
            <p:spPr bwMode="auto">
              <a:xfrm>
                <a:off x="5193910" y="2749003"/>
                <a:ext cx="0" cy="425450"/>
              </a:xfrm>
              <a:prstGeom prst="line">
                <a:avLst/>
              </a:prstGeom>
              <a:noFill/>
              <a:ln w="1270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685800" eaLnBrk="1" fontAlgn="auto" hangingPunct="1">
                  <a:spcBef>
                    <a:spcPts val="0"/>
                  </a:spcBef>
                  <a:spcAft>
                    <a:spcPts val="0"/>
                  </a:spcAft>
                </a:pPr>
                <a:endParaRPr lang="zh-CN" altLang="en-US" sz="1425" b="1">
                  <a:solidFill>
                    <a:srgbClr val="0000CC"/>
                  </a:solidFill>
                  <a:latin typeface="微软雅黑" pitchFamily="34" charset="-122"/>
                  <a:ea typeface="微软雅黑" pitchFamily="34" charset="-122"/>
                  <a:cs typeface="+mn-cs"/>
                </a:endParaRPr>
              </a:p>
            </p:txBody>
          </p:sp>
          <p:sp>
            <p:nvSpPr>
              <p:cNvPr id="30" name="Line 24"/>
              <p:cNvSpPr>
                <a:spLocks noChangeShapeType="1"/>
              </p:cNvSpPr>
              <p:nvPr/>
            </p:nvSpPr>
            <p:spPr bwMode="auto">
              <a:xfrm>
                <a:off x="4547269" y="3174454"/>
                <a:ext cx="0" cy="595313"/>
              </a:xfrm>
              <a:prstGeom prst="line">
                <a:avLst/>
              </a:prstGeom>
              <a:noFill/>
              <a:ln w="1270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685800" eaLnBrk="1" fontAlgn="auto" hangingPunct="1">
                  <a:spcBef>
                    <a:spcPts val="0"/>
                  </a:spcBef>
                  <a:spcAft>
                    <a:spcPts val="0"/>
                  </a:spcAft>
                </a:pPr>
                <a:endParaRPr lang="zh-CN" altLang="en-US" sz="1425" b="1">
                  <a:solidFill>
                    <a:srgbClr val="0000CC"/>
                  </a:solidFill>
                  <a:latin typeface="微软雅黑" pitchFamily="34" charset="-122"/>
                  <a:ea typeface="微软雅黑" pitchFamily="34" charset="-122"/>
                  <a:cs typeface="+mn-cs"/>
                </a:endParaRPr>
              </a:p>
            </p:txBody>
          </p:sp>
          <p:sp>
            <p:nvSpPr>
              <p:cNvPr id="31" name="Text Box 25"/>
              <p:cNvSpPr txBox="1">
                <a:spLocks noChangeArrowheads="1"/>
              </p:cNvSpPr>
              <p:nvPr/>
            </p:nvSpPr>
            <p:spPr bwMode="auto">
              <a:xfrm>
                <a:off x="2862975" y="3317021"/>
                <a:ext cx="1642016" cy="3331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defTabSz="685800" eaLnBrk="1" fontAlgn="auto" hangingPunct="1">
                  <a:lnSpc>
                    <a:spcPct val="80000"/>
                  </a:lnSpc>
                  <a:spcBef>
                    <a:spcPts val="0"/>
                  </a:spcBef>
                  <a:spcAft>
                    <a:spcPts val="0"/>
                  </a:spcAft>
                </a:pPr>
                <a:r>
                  <a:rPr kumimoji="1" lang="en-US" altLang="zh-CN" sz="1425" dirty="0">
                    <a:solidFill>
                      <a:prstClr val="black"/>
                    </a:solidFill>
                    <a:latin typeface="微软雅黑" pitchFamily="34" charset="-122"/>
                    <a:ea typeface="微软雅黑" pitchFamily="34" charset="-122"/>
                    <a:cs typeface="+mn-cs"/>
                  </a:rPr>
                  <a:t>IP </a:t>
                </a:r>
                <a:r>
                  <a:rPr kumimoji="1" lang="zh-CN" altLang="en-US" sz="1425" dirty="0">
                    <a:solidFill>
                      <a:prstClr val="black"/>
                    </a:solidFill>
                    <a:latin typeface="微软雅黑" pitchFamily="34" charset="-122"/>
                    <a:ea typeface="微软雅黑" pitchFamily="34" charset="-122"/>
                    <a:cs typeface="+mn-cs"/>
                  </a:rPr>
                  <a:t>数据报首部</a:t>
                </a:r>
              </a:p>
            </p:txBody>
          </p:sp>
          <p:sp>
            <p:nvSpPr>
              <p:cNvPr id="32" name="Text Box 26"/>
              <p:cNvSpPr txBox="1">
                <a:spLocks noChangeArrowheads="1"/>
              </p:cNvSpPr>
              <p:nvPr/>
            </p:nvSpPr>
            <p:spPr bwMode="auto">
              <a:xfrm>
                <a:off x="4555819" y="3196679"/>
                <a:ext cx="684573" cy="5514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defTabSz="685800" eaLnBrk="1" fontAlgn="auto" hangingPunct="1">
                  <a:lnSpc>
                    <a:spcPct val="80000"/>
                  </a:lnSpc>
                  <a:spcBef>
                    <a:spcPts val="0"/>
                  </a:spcBef>
                  <a:spcAft>
                    <a:spcPts val="0"/>
                  </a:spcAft>
                </a:pPr>
                <a:r>
                  <a:rPr kumimoji="1" lang="en-US" altLang="zh-CN" sz="1425" dirty="0">
                    <a:solidFill>
                      <a:prstClr val="black"/>
                    </a:solidFill>
                    <a:latin typeface="微软雅黑" pitchFamily="34" charset="-122"/>
                    <a:ea typeface="微软雅黑" pitchFamily="34" charset="-122"/>
                    <a:cs typeface="+mn-cs"/>
                  </a:rPr>
                  <a:t>8</a:t>
                </a:r>
              </a:p>
              <a:p>
                <a:pPr algn="ctr" defTabSz="685800" eaLnBrk="1" fontAlgn="auto" hangingPunct="1">
                  <a:lnSpc>
                    <a:spcPct val="80000"/>
                  </a:lnSpc>
                  <a:spcBef>
                    <a:spcPts val="0"/>
                  </a:spcBef>
                  <a:spcAft>
                    <a:spcPts val="0"/>
                  </a:spcAft>
                </a:pPr>
                <a:r>
                  <a:rPr kumimoji="1" lang="zh-CN" altLang="en-US" sz="1425" dirty="0">
                    <a:solidFill>
                      <a:prstClr val="black"/>
                    </a:solidFill>
                    <a:latin typeface="微软雅黑" pitchFamily="34" charset="-122"/>
                    <a:ea typeface="微软雅黑" pitchFamily="34" charset="-122"/>
                    <a:cs typeface="+mn-cs"/>
                  </a:rPr>
                  <a:t>字节</a:t>
                </a:r>
              </a:p>
            </p:txBody>
          </p:sp>
          <p:sp>
            <p:nvSpPr>
              <p:cNvPr id="33" name="AutoShape 27"/>
              <p:cNvSpPr>
                <a:spLocks noChangeArrowheads="1"/>
              </p:cNvSpPr>
              <p:nvPr/>
            </p:nvSpPr>
            <p:spPr bwMode="auto">
              <a:xfrm>
                <a:off x="3441444" y="2720428"/>
                <a:ext cx="276886" cy="509588"/>
              </a:xfrm>
              <a:prstGeom prst="downArrow">
                <a:avLst>
                  <a:gd name="adj1" fmla="val 47222"/>
                  <a:gd name="adj2" fmla="val 103013"/>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pPr defTabSz="685800" eaLnBrk="1" fontAlgn="auto" hangingPunct="1">
                  <a:spcBef>
                    <a:spcPts val="0"/>
                  </a:spcBef>
                  <a:spcAft>
                    <a:spcPts val="0"/>
                  </a:spcAft>
                </a:pPr>
                <a:endParaRPr lang="zh-CN" altLang="en-US" sz="1425" b="1">
                  <a:solidFill>
                    <a:srgbClr val="0000CC"/>
                  </a:solidFill>
                  <a:latin typeface="微软雅黑" pitchFamily="34" charset="-122"/>
                  <a:ea typeface="微软雅黑" pitchFamily="34" charset="-122"/>
                  <a:cs typeface="+mn-cs"/>
                </a:endParaRPr>
              </a:p>
            </p:txBody>
          </p:sp>
          <p:sp>
            <p:nvSpPr>
              <p:cNvPr id="34" name="AutoShape 28"/>
              <p:cNvSpPr>
                <a:spLocks noChangeArrowheads="1"/>
              </p:cNvSpPr>
              <p:nvPr/>
            </p:nvSpPr>
            <p:spPr bwMode="auto">
              <a:xfrm>
                <a:off x="4763962" y="2720428"/>
                <a:ext cx="275167" cy="509588"/>
              </a:xfrm>
              <a:prstGeom prst="downArrow">
                <a:avLst>
                  <a:gd name="adj1" fmla="val 47222"/>
                  <a:gd name="adj2" fmla="val 103656"/>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pPr defTabSz="685800" eaLnBrk="1" fontAlgn="auto" hangingPunct="1">
                  <a:spcBef>
                    <a:spcPts val="0"/>
                  </a:spcBef>
                  <a:spcAft>
                    <a:spcPts val="0"/>
                  </a:spcAft>
                </a:pPr>
                <a:endParaRPr lang="zh-CN" altLang="en-US" sz="1425" b="1">
                  <a:solidFill>
                    <a:srgbClr val="0000CC"/>
                  </a:solidFill>
                  <a:latin typeface="微软雅黑" pitchFamily="34" charset="-122"/>
                  <a:ea typeface="微软雅黑" pitchFamily="34" charset="-122"/>
                  <a:cs typeface="+mn-cs"/>
                </a:endParaRPr>
              </a:p>
            </p:txBody>
          </p:sp>
          <p:sp>
            <p:nvSpPr>
              <p:cNvPr id="35" name="Text Box 29"/>
              <p:cNvSpPr txBox="1">
                <a:spLocks noChangeArrowheads="1"/>
              </p:cNvSpPr>
              <p:nvPr/>
            </p:nvSpPr>
            <p:spPr bwMode="auto">
              <a:xfrm>
                <a:off x="2181412" y="4334744"/>
                <a:ext cx="2242413" cy="3331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defTabSz="685800" eaLnBrk="1" fontAlgn="auto" hangingPunct="1">
                  <a:lnSpc>
                    <a:spcPct val="80000"/>
                  </a:lnSpc>
                  <a:spcBef>
                    <a:spcPts val="0"/>
                  </a:spcBef>
                  <a:spcAft>
                    <a:spcPts val="0"/>
                  </a:spcAft>
                </a:pPr>
                <a:r>
                  <a:rPr kumimoji="1" lang="en-US" altLang="zh-CN" sz="1425" dirty="0">
                    <a:solidFill>
                      <a:prstClr val="black"/>
                    </a:solidFill>
                    <a:latin typeface="微软雅黑" pitchFamily="34" charset="-122"/>
                    <a:ea typeface="微软雅黑" pitchFamily="34" charset="-122"/>
                    <a:cs typeface="+mn-cs"/>
                  </a:rPr>
                  <a:t>ICMP </a:t>
                </a:r>
                <a:r>
                  <a:rPr kumimoji="1" lang="zh-CN" altLang="en-US" sz="1425" dirty="0">
                    <a:solidFill>
                      <a:prstClr val="black"/>
                    </a:solidFill>
                    <a:latin typeface="微软雅黑" pitchFamily="34" charset="-122"/>
                    <a:ea typeface="微软雅黑" pitchFamily="34" charset="-122"/>
                    <a:cs typeface="+mn-cs"/>
                  </a:rPr>
                  <a:t>差错报告报文</a:t>
                </a:r>
              </a:p>
            </p:txBody>
          </p:sp>
          <p:sp>
            <p:nvSpPr>
              <p:cNvPr id="36" name="Text Box 30"/>
              <p:cNvSpPr txBox="1">
                <a:spLocks noChangeArrowheads="1"/>
              </p:cNvSpPr>
              <p:nvPr/>
            </p:nvSpPr>
            <p:spPr bwMode="auto">
              <a:xfrm>
                <a:off x="5721222" y="1556792"/>
                <a:ext cx="2910629" cy="4021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defTabSz="685800" eaLnBrk="1" fontAlgn="auto" hangingPunct="1">
                  <a:spcBef>
                    <a:spcPts val="0"/>
                  </a:spcBef>
                  <a:spcAft>
                    <a:spcPts val="0"/>
                  </a:spcAft>
                </a:pPr>
                <a:r>
                  <a:rPr kumimoji="1" lang="en-US" altLang="zh-CN" sz="1500" dirty="0">
                    <a:solidFill>
                      <a:srgbClr val="C00000"/>
                    </a:solidFill>
                    <a:latin typeface="微软雅黑" pitchFamily="34" charset="-122"/>
                    <a:ea typeface="微软雅黑" pitchFamily="34" charset="-122"/>
                    <a:cs typeface="+mn-cs"/>
                  </a:rPr>
                  <a:t>IP </a:t>
                </a:r>
                <a:r>
                  <a:rPr kumimoji="1" lang="zh-CN" altLang="en-US" sz="1500" dirty="0">
                    <a:solidFill>
                      <a:srgbClr val="C00000"/>
                    </a:solidFill>
                    <a:latin typeface="微软雅黑" pitchFamily="34" charset="-122"/>
                    <a:ea typeface="微软雅黑" pitchFamily="34" charset="-122"/>
                    <a:cs typeface="+mn-cs"/>
                  </a:rPr>
                  <a:t>原始数据报的数据字段</a:t>
                </a:r>
              </a:p>
            </p:txBody>
          </p:sp>
          <p:sp>
            <p:nvSpPr>
              <p:cNvPr id="37" name="AutoShape 31"/>
              <p:cNvSpPr>
                <a:spLocks/>
              </p:cNvSpPr>
              <p:nvPr/>
            </p:nvSpPr>
            <p:spPr bwMode="auto">
              <a:xfrm rot="5400000">
                <a:off x="6815013" y="-371228"/>
                <a:ext cx="169862" cy="4705350"/>
              </a:xfrm>
              <a:prstGeom prst="leftBrace">
                <a:avLst>
                  <a:gd name="adj1" fmla="val 213085"/>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685800" eaLnBrk="1" fontAlgn="auto" hangingPunct="1">
                  <a:spcBef>
                    <a:spcPts val="0"/>
                  </a:spcBef>
                  <a:spcAft>
                    <a:spcPts val="0"/>
                  </a:spcAft>
                </a:pPr>
                <a:endParaRPr lang="zh-CN" altLang="en-US" sz="1425" b="1">
                  <a:solidFill>
                    <a:srgbClr val="0000CC"/>
                  </a:solidFill>
                  <a:latin typeface="微软雅黑" pitchFamily="34" charset="-122"/>
                  <a:ea typeface="微软雅黑" pitchFamily="34" charset="-122"/>
                  <a:cs typeface="+mn-cs"/>
                </a:endParaRPr>
              </a:p>
            </p:txBody>
          </p:sp>
          <p:sp>
            <p:nvSpPr>
              <p:cNvPr id="38" name="Line 32"/>
              <p:cNvSpPr>
                <a:spLocks noChangeShapeType="1"/>
              </p:cNvSpPr>
              <p:nvPr/>
            </p:nvSpPr>
            <p:spPr bwMode="auto">
              <a:xfrm>
                <a:off x="2794801" y="2749003"/>
                <a:ext cx="0" cy="425450"/>
              </a:xfrm>
              <a:prstGeom prst="line">
                <a:avLst/>
              </a:prstGeom>
              <a:noFill/>
              <a:ln w="1270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685800" eaLnBrk="1" fontAlgn="auto" hangingPunct="1">
                  <a:spcBef>
                    <a:spcPts val="0"/>
                  </a:spcBef>
                  <a:spcAft>
                    <a:spcPts val="0"/>
                  </a:spcAft>
                </a:pPr>
                <a:endParaRPr lang="zh-CN" altLang="en-US" sz="1425" b="1">
                  <a:solidFill>
                    <a:srgbClr val="0000CC"/>
                  </a:solidFill>
                  <a:latin typeface="微软雅黑" pitchFamily="34" charset="-122"/>
                  <a:ea typeface="微软雅黑" pitchFamily="34" charset="-122"/>
                  <a:cs typeface="+mn-cs"/>
                </a:endParaRPr>
              </a:p>
            </p:txBody>
          </p:sp>
          <p:sp>
            <p:nvSpPr>
              <p:cNvPr id="39" name="Line 33"/>
              <p:cNvSpPr>
                <a:spLocks noChangeShapeType="1"/>
              </p:cNvSpPr>
              <p:nvPr/>
            </p:nvSpPr>
            <p:spPr bwMode="auto">
              <a:xfrm>
                <a:off x="1412089" y="3769766"/>
                <a:ext cx="0" cy="425450"/>
              </a:xfrm>
              <a:prstGeom prst="line">
                <a:avLst/>
              </a:prstGeom>
              <a:noFill/>
              <a:ln w="1270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685800" eaLnBrk="1" fontAlgn="auto" hangingPunct="1">
                  <a:spcBef>
                    <a:spcPts val="0"/>
                  </a:spcBef>
                  <a:spcAft>
                    <a:spcPts val="0"/>
                  </a:spcAft>
                </a:pPr>
                <a:endParaRPr lang="zh-CN" altLang="en-US" sz="1425" b="1">
                  <a:solidFill>
                    <a:srgbClr val="0000CC"/>
                  </a:solidFill>
                  <a:latin typeface="微软雅黑" pitchFamily="34" charset="-122"/>
                  <a:ea typeface="微软雅黑" pitchFamily="34" charset="-122"/>
                  <a:cs typeface="+mn-cs"/>
                </a:endParaRPr>
              </a:p>
            </p:txBody>
          </p:sp>
          <p:sp>
            <p:nvSpPr>
              <p:cNvPr id="40" name="Line 34"/>
              <p:cNvSpPr>
                <a:spLocks noChangeShapeType="1"/>
              </p:cNvSpPr>
              <p:nvPr/>
            </p:nvSpPr>
            <p:spPr bwMode="auto">
              <a:xfrm>
                <a:off x="5193910" y="3769766"/>
                <a:ext cx="0" cy="425450"/>
              </a:xfrm>
              <a:prstGeom prst="line">
                <a:avLst/>
              </a:prstGeom>
              <a:noFill/>
              <a:ln w="1270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685800" eaLnBrk="1" fontAlgn="auto" hangingPunct="1">
                  <a:spcBef>
                    <a:spcPts val="0"/>
                  </a:spcBef>
                  <a:spcAft>
                    <a:spcPts val="0"/>
                  </a:spcAft>
                </a:pPr>
                <a:endParaRPr lang="zh-CN" altLang="en-US" sz="1425" b="1">
                  <a:solidFill>
                    <a:srgbClr val="0000CC"/>
                  </a:solidFill>
                  <a:latin typeface="微软雅黑" pitchFamily="34" charset="-122"/>
                  <a:ea typeface="微软雅黑" pitchFamily="34" charset="-122"/>
                  <a:cs typeface="+mn-cs"/>
                </a:endParaRPr>
              </a:p>
            </p:txBody>
          </p:sp>
          <p:sp>
            <p:nvSpPr>
              <p:cNvPr id="41" name="AutoShape 35"/>
              <p:cNvSpPr>
                <a:spLocks noChangeArrowheads="1"/>
              </p:cNvSpPr>
              <p:nvPr/>
            </p:nvSpPr>
            <p:spPr bwMode="auto">
              <a:xfrm>
                <a:off x="3255706" y="3744367"/>
                <a:ext cx="278606" cy="511175"/>
              </a:xfrm>
              <a:prstGeom prst="downArrow">
                <a:avLst>
                  <a:gd name="adj1" fmla="val 47222"/>
                  <a:gd name="adj2" fmla="val 102695"/>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pPr defTabSz="685800" eaLnBrk="1" fontAlgn="auto" hangingPunct="1">
                  <a:spcBef>
                    <a:spcPts val="0"/>
                  </a:spcBef>
                  <a:spcAft>
                    <a:spcPts val="0"/>
                  </a:spcAft>
                </a:pPr>
                <a:endParaRPr lang="zh-CN" altLang="en-US" sz="1425" b="1">
                  <a:solidFill>
                    <a:srgbClr val="0000CC"/>
                  </a:solidFill>
                  <a:latin typeface="微软雅黑" pitchFamily="34" charset="-122"/>
                  <a:ea typeface="微软雅黑" pitchFamily="34" charset="-122"/>
                  <a:cs typeface="+mn-cs"/>
                </a:endParaRPr>
              </a:p>
            </p:txBody>
          </p:sp>
        </p:grpSp>
      </p:grpSp>
      <p:sp>
        <p:nvSpPr>
          <p:cNvPr id="3" name="左箭头 2"/>
          <p:cNvSpPr/>
          <p:nvPr/>
        </p:nvSpPr>
        <p:spPr>
          <a:xfrm>
            <a:off x="4921641" y="3772460"/>
            <a:ext cx="247919" cy="130929"/>
          </a:xfrm>
          <a:prstGeom prst="leftArrow">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eaLnBrk="1" fontAlgn="auto" hangingPunct="1">
              <a:spcBef>
                <a:spcPts val="0"/>
              </a:spcBef>
              <a:spcAft>
                <a:spcPts val="0"/>
              </a:spcAft>
            </a:pPr>
            <a:endParaRPr lang="zh-CN" altLang="en-US" sz="1350">
              <a:solidFill>
                <a:prstClr val="white"/>
              </a:solidFill>
              <a:latin typeface="等线" panose="020F0502020204030204"/>
              <a:ea typeface="等线" panose="02010600030101010101" pitchFamily="2" charset="-122"/>
            </a:endParaRPr>
          </a:p>
        </p:txBody>
      </p:sp>
      <p:sp>
        <p:nvSpPr>
          <p:cNvPr id="42" name="左箭头 41"/>
          <p:cNvSpPr/>
          <p:nvPr/>
        </p:nvSpPr>
        <p:spPr>
          <a:xfrm rot="10800000">
            <a:off x="2565399" y="2984846"/>
            <a:ext cx="193675" cy="126959"/>
          </a:xfrm>
          <a:prstGeom prst="leftArrow">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eaLnBrk="1" fontAlgn="auto" hangingPunct="1">
              <a:spcBef>
                <a:spcPts val="0"/>
              </a:spcBef>
              <a:spcAft>
                <a:spcPts val="0"/>
              </a:spcAft>
            </a:pPr>
            <a:endParaRPr lang="zh-CN" altLang="en-US" sz="1350">
              <a:solidFill>
                <a:prstClr val="white"/>
              </a:solidFill>
              <a:latin typeface="等线" panose="020F0502020204030204"/>
              <a:ea typeface="等线" panose="02010600030101010101" pitchFamily="2" charset="-122"/>
            </a:endParaRPr>
          </a:p>
        </p:txBody>
      </p:sp>
      <p:sp>
        <p:nvSpPr>
          <p:cNvPr id="43" name="左箭头 42"/>
          <p:cNvSpPr/>
          <p:nvPr/>
        </p:nvSpPr>
        <p:spPr>
          <a:xfrm>
            <a:off x="4928382" y="4595721"/>
            <a:ext cx="241178" cy="130929"/>
          </a:xfrm>
          <a:prstGeom prst="leftArrow">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eaLnBrk="1" fontAlgn="auto" hangingPunct="1">
              <a:spcBef>
                <a:spcPts val="0"/>
              </a:spcBef>
              <a:spcAft>
                <a:spcPts val="0"/>
              </a:spcAft>
            </a:pPr>
            <a:endParaRPr lang="zh-CN" altLang="en-US" sz="1350">
              <a:solidFill>
                <a:prstClr val="white"/>
              </a:solidFill>
              <a:latin typeface="等线" panose="020F0502020204030204"/>
              <a:ea typeface="等线" panose="02010600030101010101" pitchFamily="2" charset="-122"/>
            </a:endParaRPr>
          </a:p>
        </p:txBody>
      </p:sp>
    </p:spTree>
    <p:extLst>
      <p:ext uri="{BB962C8B-B14F-4D97-AF65-F5344CB8AC3E}">
        <p14:creationId xmlns:p14="http://schemas.microsoft.com/office/powerpoint/2010/main" val="905379217"/>
      </p:ext>
    </p:extLst>
  </p:cSld>
  <p:clrMapOvr>
    <a:masterClrMapping/>
  </p:clrMapOvr>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pPr>
              <a:defRPr/>
            </a:pPr>
            <a:r>
              <a:rPr lang="en-GB" altLang="zh-CN" kern="0" dirty="0">
                <a:latin typeface="微软雅黑" pitchFamily="34" charset="-122"/>
                <a:ea typeface="微软雅黑" pitchFamily="34" charset="-122"/>
              </a:rPr>
              <a:t>Ping</a:t>
            </a:r>
            <a:r>
              <a:rPr lang="zh-CN" altLang="en-US" kern="0" dirty="0">
                <a:latin typeface="微软雅黑" pitchFamily="34" charset="-122"/>
                <a:ea typeface="微软雅黑" pitchFamily="34" charset="-122"/>
              </a:rPr>
              <a:t>和</a:t>
            </a:r>
            <a:r>
              <a:rPr lang="en-GB" altLang="zh-CN" kern="0" dirty="0">
                <a:latin typeface="微软雅黑" pitchFamily="34" charset="-122"/>
                <a:ea typeface="微软雅黑" pitchFamily="34" charset="-122"/>
              </a:rPr>
              <a:t>ICMP</a:t>
            </a:r>
            <a:endParaRPr lang="en-US" altLang="zh-CN" sz="2400" kern="0" dirty="0">
              <a:latin typeface="微软雅黑" pitchFamily="34" charset="-122"/>
              <a:ea typeface="微软雅黑" pitchFamily="34" charset="-122"/>
            </a:endParaRPr>
          </a:p>
        </p:txBody>
      </p:sp>
      <p:sp>
        <p:nvSpPr>
          <p:cNvPr id="3" name="内容占位符 2"/>
          <p:cNvSpPr>
            <a:spLocks noGrp="1"/>
          </p:cNvSpPr>
          <p:nvPr>
            <p:ph idx="1"/>
          </p:nvPr>
        </p:nvSpPr>
        <p:spPr>
          <a:xfrm>
            <a:off x="628650" y="1990319"/>
            <a:ext cx="7886700" cy="3083332"/>
          </a:xfrm>
        </p:spPr>
        <p:txBody>
          <a:bodyPr/>
          <a:lstStyle/>
          <a:p>
            <a:pPr marL="171450" lvl="1">
              <a:lnSpc>
                <a:spcPct val="120000"/>
              </a:lnSpc>
              <a:buFont typeface="Wingdings" pitchFamily="2" charset="2"/>
              <a:buChar char="Ø"/>
            </a:pPr>
            <a:r>
              <a:rPr lang="en-US" altLang="zh-CN" dirty="0">
                <a:latin typeface="微软雅黑" pitchFamily="34" charset="-122"/>
                <a:ea typeface="微软雅黑" pitchFamily="34" charset="-122"/>
              </a:rPr>
              <a:t>PING (Packet </a:t>
            </a:r>
            <a:r>
              <a:rPr lang="en-US" altLang="zh-CN" dirty="0" err="1">
                <a:latin typeface="微软雅黑" pitchFamily="34" charset="-122"/>
                <a:ea typeface="微软雅黑" pitchFamily="34" charset="-122"/>
              </a:rPr>
              <a:t>InterNet</a:t>
            </a:r>
            <a:r>
              <a:rPr lang="en-US" altLang="zh-CN" dirty="0">
                <a:latin typeface="微软雅黑" pitchFamily="34" charset="-122"/>
                <a:ea typeface="微软雅黑" pitchFamily="34" charset="-122"/>
              </a:rPr>
              <a:t> Groper) </a:t>
            </a:r>
          </a:p>
          <a:p>
            <a:pPr lvl="1">
              <a:lnSpc>
                <a:spcPct val="120000"/>
              </a:lnSpc>
            </a:pPr>
            <a:r>
              <a:rPr lang="en-US" altLang="zh-CN" sz="1500" dirty="0">
                <a:solidFill>
                  <a:srgbClr val="C00000"/>
                </a:solidFill>
                <a:latin typeface="微软雅黑" pitchFamily="34" charset="-122"/>
                <a:ea typeface="微软雅黑" pitchFamily="34" charset="-122"/>
              </a:rPr>
              <a:t>PING </a:t>
            </a:r>
            <a:r>
              <a:rPr lang="zh-CN" altLang="en-US" sz="1500" dirty="0">
                <a:solidFill>
                  <a:srgbClr val="C00000"/>
                </a:solidFill>
                <a:latin typeface="微软雅黑" pitchFamily="34" charset="-122"/>
                <a:ea typeface="微软雅黑" pitchFamily="34" charset="-122"/>
              </a:rPr>
              <a:t>用来测试两个主机之间的连通性</a:t>
            </a:r>
          </a:p>
          <a:p>
            <a:pPr lvl="1">
              <a:lnSpc>
                <a:spcPct val="120000"/>
              </a:lnSpc>
            </a:pPr>
            <a:r>
              <a:rPr lang="en-US" altLang="zh-CN" sz="1500" dirty="0">
                <a:latin typeface="微软雅黑" pitchFamily="34" charset="-122"/>
                <a:ea typeface="微软雅黑" pitchFamily="34" charset="-122"/>
              </a:rPr>
              <a:t>PING </a:t>
            </a:r>
            <a:r>
              <a:rPr lang="zh-CN" altLang="en-US" sz="1500" dirty="0">
                <a:latin typeface="微软雅黑" pitchFamily="34" charset="-122"/>
                <a:ea typeface="微软雅黑" pitchFamily="34" charset="-122"/>
              </a:rPr>
              <a:t>使用了 </a:t>
            </a:r>
            <a:r>
              <a:rPr lang="en-US" altLang="zh-CN" sz="1500" dirty="0">
                <a:latin typeface="微软雅黑" pitchFamily="34" charset="-122"/>
                <a:ea typeface="微软雅黑" pitchFamily="34" charset="-122"/>
              </a:rPr>
              <a:t>ICMP </a:t>
            </a:r>
            <a:r>
              <a:rPr lang="zh-CN" altLang="en-US" sz="1500" dirty="0">
                <a:latin typeface="微软雅黑" pitchFamily="34" charset="-122"/>
                <a:ea typeface="微软雅黑" pitchFamily="34" charset="-122"/>
              </a:rPr>
              <a:t>回送请求与回送回答报文</a:t>
            </a:r>
            <a:endParaRPr lang="en-US" altLang="zh-CN" sz="1500" dirty="0">
              <a:latin typeface="微软雅黑" pitchFamily="34" charset="-122"/>
              <a:ea typeface="微软雅黑" pitchFamily="34" charset="-122"/>
            </a:endParaRPr>
          </a:p>
          <a:p>
            <a:pPr marL="342900" lvl="1" indent="0">
              <a:lnSpc>
                <a:spcPct val="120000"/>
              </a:lnSpc>
              <a:buClr>
                <a:srgbClr val="0070C0"/>
              </a:buClr>
              <a:buNone/>
            </a:pPr>
            <a:endParaRPr lang="zh-CN" altLang="en-US" dirty="0">
              <a:latin typeface="微软雅黑" pitchFamily="34" charset="-122"/>
              <a:ea typeface="微软雅黑" pitchFamily="34" charset="-122"/>
            </a:endParaRPr>
          </a:p>
          <a:p>
            <a:endParaRPr lang="zh-CN" altLang="en-US" dirty="0">
              <a:latin typeface="微软雅黑" pitchFamily="34" charset="-122"/>
              <a:ea typeface="微软雅黑" pitchFamily="34" charset="-122"/>
            </a:endParaRPr>
          </a:p>
          <a:p>
            <a:endParaRPr lang="zh-CN" altLang="en-US" dirty="0"/>
          </a:p>
        </p:txBody>
      </p:sp>
      <p:sp>
        <p:nvSpPr>
          <p:cNvPr id="4" name="灯片编号占位符 3"/>
          <p:cNvSpPr>
            <a:spLocks noGrp="1"/>
          </p:cNvSpPr>
          <p:nvPr>
            <p:ph type="sldNum" sz="quarter" idx="12"/>
          </p:nvPr>
        </p:nvSpPr>
        <p:spPr/>
        <p:txBody>
          <a:bodyPr/>
          <a:lstStyle/>
          <a:p>
            <a:pPr defTabSz="685800" eaLnBrk="1" fontAlgn="auto" hangingPunct="1">
              <a:spcBef>
                <a:spcPts val="0"/>
              </a:spcBef>
              <a:spcAft>
                <a:spcPts val="0"/>
              </a:spcAft>
            </a:pPr>
            <a:fld id="{8D4D1E41-7A09-AB4A-A4E1-09765ADA2698}" type="slidenum">
              <a:rPr kumimoji="1" lang="zh-CN" altLang="en-US">
                <a:solidFill>
                  <a:prstClr val="white">
                    <a:lumMod val="65000"/>
                  </a:prstClr>
                </a:solidFill>
                <a:cs typeface="+mn-cs"/>
              </a:rPr>
              <a:pPr defTabSz="685800" eaLnBrk="1" fontAlgn="auto" hangingPunct="1">
                <a:spcBef>
                  <a:spcPts val="0"/>
                </a:spcBef>
                <a:spcAft>
                  <a:spcPts val="0"/>
                </a:spcAft>
              </a:pPr>
              <a:t>120</a:t>
            </a:fld>
            <a:endParaRPr kumimoji="1" lang="zh-CN" altLang="en-US" dirty="0">
              <a:solidFill>
                <a:prstClr val="white">
                  <a:lumMod val="65000"/>
                </a:prstClr>
              </a:solidFill>
              <a:cs typeface="+mn-cs"/>
            </a:endParaRPr>
          </a:p>
        </p:txBody>
      </p:sp>
      <p:pic>
        <p:nvPicPr>
          <p:cNvPr id="1026"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06449" y="3067050"/>
            <a:ext cx="4504053" cy="18986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 name="TextBox 5"/>
          <p:cNvSpPr txBox="1"/>
          <p:nvPr/>
        </p:nvSpPr>
        <p:spPr>
          <a:xfrm>
            <a:off x="5765799" y="2412409"/>
            <a:ext cx="1968500" cy="2129365"/>
          </a:xfrm>
          <a:prstGeom prst="rect">
            <a:avLst/>
          </a:prstGeom>
          <a:noFill/>
          <a:ln w="12700">
            <a:solidFill>
              <a:schemeClr val="tx1"/>
            </a:solidFill>
          </a:ln>
        </p:spPr>
        <p:txBody>
          <a:bodyPr wrap="square" rtlCol="0">
            <a:spAutoFit/>
          </a:bodyPr>
          <a:lstStyle/>
          <a:p>
            <a:pPr defTabSz="685800" eaLnBrk="1" fontAlgn="auto" hangingPunct="1">
              <a:lnSpc>
                <a:spcPct val="120000"/>
              </a:lnSpc>
              <a:spcBef>
                <a:spcPts val="450"/>
              </a:spcBef>
              <a:spcAft>
                <a:spcPts val="0"/>
              </a:spcAft>
            </a:pPr>
            <a:r>
              <a:rPr lang="zh-CN" altLang="en-US" dirty="0">
                <a:solidFill>
                  <a:srgbClr val="C00000"/>
                </a:solidFill>
                <a:latin typeface="等线" panose="020F0502020204030204"/>
                <a:ea typeface="等线" panose="02010600030101010101" pitchFamily="2" charset="-122"/>
                <a:cs typeface="+mn-cs"/>
              </a:rPr>
              <a:t>思考：</a:t>
            </a:r>
            <a:endParaRPr lang="en-US" altLang="zh-CN" dirty="0">
              <a:solidFill>
                <a:srgbClr val="C00000"/>
              </a:solidFill>
              <a:latin typeface="等线" panose="020F0502020204030204"/>
              <a:ea typeface="等线" panose="02010600030101010101" pitchFamily="2" charset="-122"/>
              <a:cs typeface="+mn-cs"/>
            </a:endParaRPr>
          </a:p>
          <a:p>
            <a:pPr defTabSz="685800" eaLnBrk="1" fontAlgn="auto" hangingPunct="1">
              <a:lnSpc>
                <a:spcPct val="120000"/>
              </a:lnSpc>
              <a:spcBef>
                <a:spcPts val="450"/>
              </a:spcBef>
              <a:spcAft>
                <a:spcPts val="0"/>
              </a:spcAft>
            </a:pPr>
            <a:r>
              <a:rPr lang="zh-CN" altLang="en-US" dirty="0">
                <a:solidFill>
                  <a:srgbClr val="C00000"/>
                </a:solidFill>
                <a:latin typeface="等线" panose="020F0502020204030204"/>
                <a:ea typeface="等线" panose="02010600030101010101" pitchFamily="2" charset="-122"/>
                <a:cs typeface="+mn-cs"/>
              </a:rPr>
              <a:t>如何利用</a:t>
            </a:r>
            <a:r>
              <a:rPr lang="en-US" altLang="zh-CN" dirty="0">
                <a:solidFill>
                  <a:srgbClr val="C00000"/>
                </a:solidFill>
                <a:latin typeface="等线" panose="020F0502020204030204"/>
                <a:ea typeface="等线" panose="02010600030101010101" pitchFamily="2" charset="-122"/>
                <a:cs typeface="+mn-cs"/>
              </a:rPr>
              <a:t>Ping</a:t>
            </a:r>
            <a:r>
              <a:rPr lang="zh-CN" altLang="en-US" dirty="0">
                <a:solidFill>
                  <a:srgbClr val="C00000"/>
                </a:solidFill>
                <a:latin typeface="等线" panose="020F0502020204030204"/>
                <a:ea typeface="等线" panose="02010600030101010101" pitchFamily="2" charset="-122"/>
                <a:cs typeface="+mn-cs"/>
              </a:rPr>
              <a:t>命令返回的</a:t>
            </a:r>
            <a:r>
              <a:rPr lang="en-US" altLang="zh-CN" dirty="0">
                <a:solidFill>
                  <a:srgbClr val="C00000"/>
                </a:solidFill>
                <a:latin typeface="等线" panose="020F0502020204030204"/>
                <a:ea typeface="等线" panose="02010600030101010101" pitchFamily="2" charset="-122"/>
                <a:cs typeface="+mn-cs"/>
              </a:rPr>
              <a:t>TTL</a:t>
            </a:r>
            <a:r>
              <a:rPr lang="zh-CN" altLang="en-US" dirty="0">
                <a:solidFill>
                  <a:srgbClr val="C00000"/>
                </a:solidFill>
                <a:latin typeface="等线" panose="020F0502020204030204"/>
                <a:ea typeface="等线" panose="02010600030101010101" pitchFamily="2" charset="-122"/>
                <a:cs typeface="+mn-cs"/>
              </a:rPr>
              <a:t>值</a:t>
            </a:r>
            <a:r>
              <a:rPr lang="en-US" altLang="zh-CN" dirty="0">
                <a:solidFill>
                  <a:srgbClr val="C00000"/>
                </a:solidFill>
                <a:latin typeface="等线" panose="020F0502020204030204"/>
                <a:ea typeface="等线" panose="02010600030101010101" pitchFamily="2" charset="-122"/>
                <a:cs typeface="+mn-cs"/>
              </a:rPr>
              <a:t>(</a:t>
            </a:r>
            <a:r>
              <a:rPr lang="zh-CN" altLang="en-US" dirty="0">
                <a:solidFill>
                  <a:srgbClr val="C00000"/>
                </a:solidFill>
                <a:latin typeface="等线" panose="020F0502020204030204"/>
                <a:ea typeface="等线" panose="02010600030101010101" pitchFamily="2" charset="-122"/>
                <a:cs typeface="+mn-cs"/>
              </a:rPr>
              <a:t>报文剩余跳数</a:t>
            </a:r>
            <a:r>
              <a:rPr lang="en-US" altLang="zh-CN" dirty="0">
                <a:solidFill>
                  <a:srgbClr val="C00000"/>
                </a:solidFill>
                <a:latin typeface="等线" panose="020F0502020204030204"/>
                <a:ea typeface="等线" panose="02010600030101010101" pitchFamily="2" charset="-122"/>
                <a:cs typeface="+mn-cs"/>
              </a:rPr>
              <a:t>)</a:t>
            </a:r>
            <a:r>
              <a:rPr lang="zh-CN" altLang="en-US" dirty="0">
                <a:solidFill>
                  <a:srgbClr val="C00000"/>
                </a:solidFill>
                <a:latin typeface="等线" panose="020F0502020204030204"/>
                <a:ea typeface="等线" panose="02010600030101010101" pitchFamily="2" charset="-122"/>
                <a:cs typeface="+mn-cs"/>
              </a:rPr>
              <a:t>，来判断对方主机操作系统的类型？</a:t>
            </a:r>
          </a:p>
        </p:txBody>
      </p:sp>
      <p:sp>
        <p:nvSpPr>
          <p:cNvPr id="7" name="TextBox 6"/>
          <p:cNvSpPr txBox="1">
            <a:spLocks noChangeArrowheads="1"/>
          </p:cNvSpPr>
          <p:nvPr/>
        </p:nvSpPr>
        <p:spPr bwMode="auto">
          <a:xfrm>
            <a:off x="806449" y="5099862"/>
            <a:ext cx="856059" cy="323165"/>
          </a:xfrm>
          <a:prstGeom prst="rect">
            <a:avLst/>
          </a:prstGeom>
          <a:solidFill>
            <a:srgbClr val="C00000"/>
          </a:solidFill>
          <a:ln>
            <a:noFill/>
          </a:ln>
        </p:spPr>
        <p:txBody>
          <a:bodyPr anchor="b" anchorCtr="0">
            <a:spAutoFit/>
          </a:bodyPr>
          <a:lstStyle>
            <a:lvl1pPr>
              <a:defRPr sz="2800">
                <a:solidFill>
                  <a:schemeClr val="tx1"/>
                </a:solidFill>
                <a:latin typeface="Comic Sans MS" pitchFamily="66" charset="0"/>
              </a:defRPr>
            </a:lvl1pPr>
            <a:lvl2pPr>
              <a:defRPr sz="2400">
                <a:solidFill>
                  <a:schemeClr val="tx1"/>
                </a:solidFill>
                <a:latin typeface="Comic Sans MS" pitchFamily="66" charset="0"/>
              </a:defRPr>
            </a:lvl2pPr>
            <a:lvl3pPr>
              <a:defRPr sz="2000">
                <a:solidFill>
                  <a:schemeClr val="tx1"/>
                </a:solidFill>
                <a:latin typeface="Comic Sans MS" pitchFamily="66" charset="0"/>
              </a:defRPr>
            </a:lvl3pPr>
            <a:lvl4pPr>
              <a:defRPr sz="2000">
                <a:solidFill>
                  <a:schemeClr val="tx1"/>
                </a:solidFill>
                <a:latin typeface="Times New Roman" pitchFamily="18" charset="0"/>
              </a:defRPr>
            </a:lvl4pPr>
            <a:lvl5pPr>
              <a:defRPr sz="2000">
                <a:solidFill>
                  <a:schemeClr val="tx1"/>
                </a:solidFill>
                <a:latin typeface="Times New Roman" pitchFamily="18" charset="0"/>
              </a:defRPr>
            </a:lvl5pPr>
            <a:lvl6pPr>
              <a:defRPr sz="2000">
                <a:solidFill>
                  <a:schemeClr val="tx1"/>
                </a:solidFill>
                <a:latin typeface="Times New Roman" pitchFamily="18" charset="0"/>
              </a:defRPr>
            </a:lvl6pPr>
            <a:lvl7pPr>
              <a:defRPr sz="2000">
                <a:solidFill>
                  <a:schemeClr val="tx1"/>
                </a:solidFill>
                <a:latin typeface="Times New Roman" pitchFamily="18" charset="0"/>
              </a:defRPr>
            </a:lvl7pPr>
            <a:lvl8pPr>
              <a:defRPr sz="2000">
                <a:solidFill>
                  <a:schemeClr val="tx1"/>
                </a:solidFill>
                <a:latin typeface="Times New Roman" pitchFamily="18" charset="0"/>
              </a:defRPr>
            </a:lvl8pPr>
            <a:lvl9pPr>
              <a:defRPr sz="2000">
                <a:solidFill>
                  <a:schemeClr val="tx1"/>
                </a:solidFill>
                <a:latin typeface="Times New Roman" pitchFamily="18" charset="0"/>
              </a:defRPr>
            </a:lvl9pPr>
          </a:lstStyle>
          <a:p>
            <a:pPr algn="ctr" defTabSz="685800" eaLnBrk="1" fontAlgn="auto" hangingPunct="1">
              <a:spcBef>
                <a:spcPts val="0"/>
              </a:spcBef>
              <a:spcAft>
                <a:spcPts val="0"/>
              </a:spcAft>
            </a:pPr>
            <a:r>
              <a:rPr lang="zh-CN" altLang="en-US" sz="1500" dirty="0">
                <a:solidFill>
                  <a:prstClr val="white"/>
                </a:solidFill>
                <a:latin typeface="微软雅黑" pitchFamily="34" charset="-122"/>
                <a:ea typeface="微软雅黑" pitchFamily="34" charset="-122"/>
                <a:cs typeface="+mn-cs"/>
              </a:rPr>
              <a:t>连通性</a:t>
            </a:r>
          </a:p>
        </p:txBody>
      </p:sp>
      <p:sp>
        <p:nvSpPr>
          <p:cNvPr id="8" name="TextBox 7"/>
          <p:cNvSpPr txBox="1">
            <a:spLocks noChangeArrowheads="1"/>
          </p:cNvSpPr>
          <p:nvPr/>
        </p:nvSpPr>
        <p:spPr bwMode="auto">
          <a:xfrm>
            <a:off x="2030688" y="5099862"/>
            <a:ext cx="1115615" cy="323165"/>
          </a:xfrm>
          <a:prstGeom prst="rect">
            <a:avLst/>
          </a:prstGeom>
          <a:solidFill>
            <a:srgbClr val="C00000"/>
          </a:solidFill>
          <a:ln w="9525">
            <a:noFill/>
            <a:miter lim="800000"/>
            <a:headEnd/>
            <a:tailEnd/>
          </a:ln>
        </p:spPr>
        <p:txBody>
          <a:bodyPr anchor="b" anchorCtr="0">
            <a:spAutoFit/>
          </a:bodyPr>
          <a:lstStyle/>
          <a:p>
            <a:pPr algn="ctr" defTabSz="685800" eaLnBrk="1" fontAlgn="auto" hangingPunct="1">
              <a:spcBef>
                <a:spcPts val="0"/>
              </a:spcBef>
              <a:spcAft>
                <a:spcPts val="0"/>
              </a:spcAft>
              <a:defRPr/>
            </a:pPr>
            <a:r>
              <a:rPr lang="zh-CN" altLang="en-US" sz="1500" dirty="0">
                <a:solidFill>
                  <a:prstClr val="white"/>
                </a:solidFill>
                <a:latin typeface="微软雅黑" pitchFamily="34" charset="-122"/>
                <a:ea typeface="微软雅黑" pitchFamily="34" charset="-122"/>
                <a:cs typeface="+mn-cs"/>
              </a:rPr>
              <a:t>往返时延</a:t>
            </a:r>
          </a:p>
        </p:txBody>
      </p:sp>
      <p:sp>
        <p:nvSpPr>
          <p:cNvPr id="9" name="TextBox 8"/>
          <p:cNvSpPr txBox="1">
            <a:spLocks noChangeArrowheads="1"/>
          </p:cNvSpPr>
          <p:nvPr/>
        </p:nvSpPr>
        <p:spPr bwMode="auto">
          <a:xfrm>
            <a:off x="3482181" y="5099862"/>
            <a:ext cx="1603772" cy="323165"/>
          </a:xfrm>
          <a:prstGeom prst="rect">
            <a:avLst/>
          </a:prstGeom>
          <a:solidFill>
            <a:srgbClr val="C00000"/>
          </a:solidFill>
          <a:ln w="9525">
            <a:noFill/>
            <a:miter lim="800000"/>
            <a:headEnd/>
            <a:tailEnd/>
          </a:ln>
        </p:spPr>
        <p:txBody>
          <a:bodyPr anchor="b" anchorCtr="0">
            <a:spAutoFit/>
          </a:bodyPr>
          <a:lstStyle/>
          <a:p>
            <a:pPr algn="ctr" defTabSz="685800" eaLnBrk="1" fontAlgn="auto" hangingPunct="1">
              <a:spcBef>
                <a:spcPts val="0"/>
              </a:spcBef>
              <a:spcAft>
                <a:spcPts val="0"/>
              </a:spcAft>
              <a:defRPr/>
            </a:pPr>
            <a:r>
              <a:rPr lang="zh-CN" altLang="en-US" sz="1500" dirty="0">
                <a:solidFill>
                  <a:prstClr val="white"/>
                </a:solidFill>
                <a:latin typeface="微软雅黑" pitchFamily="34" charset="-122"/>
                <a:ea typeface="微软雅黑" pitchFamily="34" charset="-122"/>
                <a:cs typeface="+mn-cs"/>
              </a:rPr>
              <a:t>单向转发跳数</a:t>
            </a:r>
          </a:p>
        </p:txBody>
      </p:sp>
    </p:spTree>
    <p:extLst>
      <p:ext uri="{BB962C8B-B14F-4D97-AF65-F5344CB8AC3E}">
        <p14:creationId xmlns:p14="http://schemas.microsoft.com/office/powerpoint/2010/main" val="335988377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blinds(horizontal)">
                                      <p:cBhvr>
                                        <p:cTn id="7" dur="500"/>
                                        <p:tgtEl>
                                          <p:spTgt spid="7"/>
                                        </p:tgtEl>
                                      </p:cBhvr>
                                    </p:animEffect>
                                  </p:childTnLst>
                                </p:cTn>
                              </p:par>
                            </p:childTnLst>
                          </p:cTn>
                        </p:par>
                        <p:par>
                          <p:cTn id="8" fill="hold">
                            <p:stCondLst>
                              <p:cond delay="500"/>
                            </p:stCondLst>
                            <p:childTnLst>
                              <p:par>
                                <p:cTn id="9" presetID="3" presetClass="entr" presetSubtype="10" fill="hold" grpId="0" nodeType="afterEffect">
                                  <p:stCondLst>
                                    <p:cond delay="0"/>
                                  </p:stCondLst>
                                  <p:childTnLst>
                                    <p:set>
                                      <p:cBhvr>
                                        <p:cTn id="10" dur="1" fill="hold">
                                          <p:stCondLst>
                                            <p:cond delay="0"/>
                                          </p:stCondLst>
                                        </p:cTn>
                                        <p:tgtEl>
                                          <p:spTgt spid="8"/>
                                        </p:tgtEl>
                                        <p:attrNameLst>
                                          <p:attrName>style.visibility</p:attrName>
                                        </p:attrNameLst>
                                      </p:cBhvr>
                                      <p:to>
                                        <p:strVal val="visible"/>
                                      </p:to>
                                    </p:set>
                                    <p:animEffect transition="in" filter="blinds(horizontal)">
                                      <p:cBhvr>
                                        <p:cTn id="11" dur="500"/>
                                        <p:tgtEl>
                                          <p:spTgt spid="8"/>
                                        </p:tgtEl>
                                      </p:cBhvr>
                                    </p:animEffect>
                                  </p:childTnLst>
                                </p:cTn>
                              </p:par>
                            </p:childTnLst>
                          </p:cTn>
                        </p:par>
                        <p:par>
                          <p:cTn id="12" fill="hold">
                            <p:stCondLst>
                              <p:cond delay="1000"/>
                            </p:stCondLst>
                            <p:childTnLst>
                              <p:par>
                                <p:cTn id="13" presetID="3" presetClass="entr" presetSubtype="10" fill="hold" grpId="0" nodeType="afterEffect">
                                  <p:stCondLst>
                                    <p:cond delay="0"/>
                                  </p:stCondLst>
                                  <p:childTnLst>
                                    <p:set>
                                      <p:cBhvr>
                                        <p:cTn id="14" dur="1" fill="hold">
                                          <p:stCondLst>
                                            <p:cond delay="0"/>
                                          </p:stCondLst>
                                        </p:cTn>
                                        <p:tgtEl>
                                          <p:spTgt spid="9"/>
                                        </p:tgtEl>
                                        <p:attrNameLst>
                                          <p:attrName>style.visibility</p:attrName>
                                        </p:attrNameLst>
                                      </p:cBhvr>
                                      <p:to>
                                        <p:strVal val="visible"/>
                                      </p:to>
                                    </p:set>
                                    <p:animEffect transition="in" filter="blinds(horizontal)">
                                      <p:cBhvr>
                                        <p:cTn id="15" dur="500"/>
                                        <p:tgtEl>
                                          <p:spTgt spid="9"/>
                                        </p:tgtEl>
                                      </p:cBhvr>
                                    </p:animEffect>
                                  </p:childTnLst>
                                </p:cTn>
                              </p:par>
                            </p:childTnLst>
                          </p:cTn>
                        </p:par>
                      </p:childTnLst>
                    </p:cTn>
                  </p:par>
                  <p:par>
                    <p:cTn id="16" fill="hold">
                      <p:stCondLst>
                        <p:cond delay="indefinite"/>
                      </p:stCondLst>
                      <p:childTnLst>
                        <p:par>
                          <p:cTn id="17" fill="hold">
                            <p:stCondLst>
                              <p:cond delay="0"/>
                            </p:stCondLst>
                            <p:childTnLst>
                              <p:par>
                                <p:cTn id="18" presetID="1" presetClass="entr" presetSubtype="0" fill="hold" grpId="0" nodeType="clickEffect">
                                  <p:stCondLst>
                                    <p:cond delay="0"/>
                                  </p:stCondLst>
                                  <p:childTnLst>
                                    <p:set>
                                      <p:cBhvr>
                                        <p:cTn id="19"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P spid="9" grpId="0" animBg="1"/>
    </p:bld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en-US" altLang="zh-CN" dirty="0" err="1">
                <a:ea typeface="宋体" pitchFamily="2" charset="-122"/>
              </a:rPr>
              <a:t>Traceroute</a:t>
            </a:r>
            <a:r>
              <a:rPr lang="zh-CN" altLang="en-US" dirty="0">
                <a:ea typeface="宋体" pitchFamily="2" charset="-122"/>
              </a:rPr>
              <a:t>和</a:t>
            </a:r>
            <a:r>
              <a:rPr lang="en-US" altLang="zh-CN" dirty="0">
                <a:ea typeface="宋体" pitchFamily="2" charset="-122"/>
              </a:rPr>
              <a:t>ICMP</a:t>
            </a:r>
            <a:endParaRPr lang="zh-CN" altLang="en-US" dirty="0"/>
          </a:p>
        </p:txBody>
      </p:sp>
      <p:sp>
        <p:nvSpPr>
          <p:cNvPr id="5" name="灯片编号占位符 4"/>
          <p:cNvSpPr>
            <a:spLocks noGrp="1"/>
          </p:cNvSpPr>
          <p:nvPr>
            <p:ph type="sldNum" sz="quarter" idx="12"/>
          </p:nvPr>
        </p:nvSpPr>
        <p:spPr/>
        <p:txBody>
          <a:bodyPr/>
          <a:lstStyle/>
          <a:p>
            <a:pPr defTabSz="685800" eaLnBrk="1" fontAlgn="auto" hangingPunct="1">
              <a:spcBef>
                <a:spcPts val="0"/>
              </a:spcBef>
              <a:spcAft>
                <a:spcPts val="0"/>
              </a:spcAft>
            </a:pPr>
            <a:fld id="{8D4D1E41-7A09-AB4A-A4E1-09765ADA2698}" type="slidenum">
              <a:rPr kumimoji="1" lang="zh-CN" altLang="en-US">
                <a:solidFill>
                  <a:prstClr val="white">
                    <a:lumMod val="65000"/>
                  </a:prstClr>
                </a:solidFill>
                <a:cs typeface="+mn-cs"/>
              </a:rPr>
              <a:pPr defTabSz="685800" eaLnBrk="1" fontAlgn="auto" hangingPunct="1">
                <a:spcBef>
                  <a:spcPts val="0"/>
                </a:spcBef>
                <a:spcAft>
                  <a:spcPts val="0"/>
                </a:spcAft>
              </a:pPr>
              <a:t>121</a:t>
            </a:fld>
            <a:endParaRPr kumimoji="1" lang="zh-CN" altLang="en-US" dirty="0">
              <a:solidFill>
                <a:prstClr val="white">
                  <a:lumMod val="65000"/>
                </a:prstClr>
              </a:solidFill>
              <a:cs typeface="+mn-cs"/>
            </a:endParaRPr>
          </a:p>
        </p:txBody>
      </p:sp>
      <p:sp>
        <p:nvSpPr>
          <p:cNvPr id="6" name="内容占位符 2"/>
          <p:cNvSpPr txBox="1">
            <a:spLocks/>
          </p:cNvSpPr>
          <p:nvPr/>
        </p:nvSpPr>
        <p:spPr>
          <a:xfrm>
            <a:off x="628650" y="1990319"/>
            <a:ext cx="4545106" cy="392415"/>
          </a:xfrm>
          <a:prstGeom prst="rect">
            <a:avLst/>
          </a:prstGeom>
        </p:spPr>
        <p:txBody>
          <a:bodyPr vert="horz" lIns="68580" tIns="34290" rIns="68580" bIns="34290" rtlCol="0">
            <a:normAutofit/>
          </a:bodyPr>
          <a:lstStyle>
            <a:lvl1pPr marL="360363" indent="-360363" algn="l" defTabSz="914400" rtl="0" eaLnBrk="1" latinLnBrk="0" hangingPunct="1">
              <a:lnSpc>
                <a:spcPct val="100000"/>
              </a:lnSpc>
              <a:spcBef>
                <a:spcPts val="600"/>
              </a:spcBef>
              <a:buFont typeface="Wingdings" pitchFamily="2" charset="2"/>
              <a:buChar char="Ø"/>
              <a:tabLst/>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2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2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70272" indent="-270272" defTabSz="685800" fontAlgn="auto">
              <a:spcBef>
                <a:spcPts val="450"/>
              </a:spcBef>
              <a:spcAft>
                <a:spcPts val="0"/>
              </a:spcAft>
            </a:pPr>
            <a:r>
              <a:rPr lang="zh-CN" altLang="zh-CN" sz="2100" dirty="0">
                <a:solidFill>
                  <a:srgbClr val="C00000"/>
                </a:solidFill>
              </a:rPr>
              <a:t>如何知道整个路径上路由器的地址？</a:t>
            </a:r>
            <a:endParaRPr lang="zh-CN" altLang="en-US" sz="2100" dirty="0">
              <a:solidFill>
                <a:srgbClr val="C00000"/>
              </a:solidFill>
            </a:endParaRPr>
          </a:p>
        </p:txBody>
      </p:sp>
      <p:sp>
        <p:nvSpPr>
          <p:cNvPr id="7" name="TextBox 6"/>
          <p:cNvSpPr txBox="1"/>
          <p:nvPr/>
        </p:nvSpPr>
        <p:spPr>
          <a:xfrm>
            <a:off x="5325036" y="1990318"/>
            <a:ext cx="2561665" cy="415498"/>
          </a:xfrm>
          <a:prstGeom prst="rect">
            <a:avLst/>
          </a:prstGeom>
          <a:noFill/>
        </p:spPr>
        <p:txBody>
          <a:bodyPr wrap="square" rtlCol="0">
            <a:spAutoFit/>
          </a:bodyPr>
          <a:lstStyle/>
          <a:p>
            <a:pPr defTabSz="685800" eaLnBrk="1" fontAlgn="auto" hangingPunct="1">
              <a:spcBef>
                <a:spcPts val="0"/>
              </a:spcBef>
              <a:spcAft>
                <a:spcPts val="0"/>
              </a:spcAft>
            </a:pPr>
            <a:r>
              <a:rPr lang="zh-CN" altLang="en-US" sz="2100" dirty="0">
                <a:solidFill>
                  <a:srgbClr val="C00000"/>
                </a:solidFill>
                <a:latin typeface="微软雅黑" pitchFamily="34" charset="-122"/>
                <a:ea typeface="微软雅黑" pitchFamily="34" charset="-122"/>
                <a:cs typeface="+mn-cs"/>
              </a:rPr>
              <a:t>使用</a:t>
            </a:r>
            <a:r>
              <a:rPr lang="en-US" altLang="zh-CN" sz="2100" dirty="0" err="1">
                <a:solidFill>
                  <a:srgbClr val="C00000"/>
                </a:solidFill>
                <a:latin typeface="微软雅黑" pitchFamily="34" charset="-122"/>
                <a:ea typeface="微软雅黑" pitchFamily="34" charset="-122"/>
                <a:cs typeface="+mn-cs"/>
              </a:rPr>
              <a:t>TraceRT</a:t>
            </a:r>
            <a:r>
              <a:rPr lang="zh-CN" altLang="en-US" sz="2100" dirty="0">
                <a:solidFill>
                  <a:srgbClr val="C00000"/>
                </a:solidFill>
                <a:latin typeface="微软雅黑" pitchFamily="34" charset="-122"/>
                <a:ea typeface="微软雅黑" pitchFamily="34" charset="-122"/>
                <a:cs typeface="+mn-cs"/>
              </a:rPr>
              <a:t>命令</a:t>
            </a:r>
          </a:p>
        </p:txBody>
      </p:sp>
      <p:graphicFrame>
        <p:nvGraphicFramePr>
          <p:cNvPr id="96" name="Object 11"/>
          <p:cNvGraphicFramePr>
            <a:graphicFrameLocks noChangeAspect="1"/>
          </p:cNvGraphicFramePr>
          <p:nvPr/>
        </p:nvGraphicFramePr>
        <p:xfrm>
          <a:off x="1108351" y="2752356"/>
          <a:ext cx="415925" cy="239315"/>
        </p:xfrm>
        <a:graphic>
          <a:graphicData uri="http://schemas.openxmlformats.org/presentationml/2006/ole">
            <mc:AlternateContent xmlns:mc="http://schemas.openxmlformats.org/markup-compatibility/2006">
              <mc:Choice xmlns:v="urn:schemas-microsoft-com:vml" Requires="v">
                <p:oleObj name="Clip" r:id="rId3" imgW="1307263" imgH="1084139" progId="MS_ClipArt_Gallery.2">
                  <p:embed/>
                </p:oleObj>
              </mc:Choice>
              <mc:Fallback>
                <p:oleObj name="Clip" r:id="rId3" imgW="1307263" imgH="1084139" progId="MS_ClipArt_Gallery.2">
                  <p:embed/>
                  <p:pic>
                    <p:nvPicPr>
                      <p:cNvPr id="96" name="Object 1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108351" y="2752356"/>
                        <a:ext cx="415925" cy="239315"/>
                      </a:xfrm>
                      <a:prstGeom prst="rect">
                        <a:avLst/>
                      </a:prstGeom>
                      <a:noFill/>
                      <a:ln>
                        <a:noFill/>
                      </a:ln>
                      <a:effectLst/>
                    </p:spPr>
                  </p:pic>
                </p:oleObj>
              </mc:Fallback>
            </mc:AlternateContent>
          </a:graphicData>
        </a:graphic>
      </p:graphicFrame>
      <p:sp>
        <p:nvSpPr>
          <p:cNvPr id="97" name="Line 38"/>
          <p:cNvSpPr>
            <a:spLocks noChangeShapeType="1"/>
          </p:cNvSpPr>
          <p:nvPr/>
        </p:nvSpPr>
        <p:spPr bwMode="auto">
          <a:xfrm>
            <a:off x="1409976" y="2933330"/>
            <a:ext cx="288925" cy="19883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defTabSz="685800" eaLnBrk="1" fontAlgn="auto" hangingPunct="1">
              <a:spcBef>
                <a:spcPts val="0"/>
              </a:spcBef>
              <a:spcAft>
                <a:spcPts val="0"/>
              </a:spcAft>
            </a:pPr>
            <a:endParaRPr lang="zh-CN" altLang="en-US" sz="1350">
              <a:solidFill>
                <a:prstClr val="black"/>
              </a:solidFill>
              <a:latin typeface="等线" panose="020F0502020204030204"/>
              <a:ea typeface="等线" panose="02010600030101010101" pitchFamily="2" charset="-122"/>
              <a:cs typeface="+mn-cs"/>
            </a:endParaRPr>
          </a:p>
        </p:txBody>
      </p:sp>
      <p:sp>
        <p:nvSpPr>
          <p:cNvPr id="98" name="Line 105"/>
          <p:cNvSpPr>
            <a:spLocks noChangeShapeType="1"/>
          </p:cNvSpPr>
          <p:nvPr/>
        </p:nvSpPr>
        <p:spPr bwMode="auto">
          <a:xfrm flipV="1">
            <a:off x="2203725" y="2971429"/>
            <a:ext cx="458787" cy="15597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defTabSz="685800" eaLnBrk="1" fontAlgn="auto" hangingPunct="1">
              <a:spcBef>
                <a:spcPts val="0"/>
              </a:spcBef>
              <a:spcAft>
                <a:spcPts val="0"/>
              </a:spcAft>
            </a:pPr>
            <a:endParaRPr lang="zh-CN" altLang="en-US" sz="1350">
              <a:solidFill>
                <a:prstClr val="black"/>
              </a:solidFill>
              <a:latin typeface="等线" panose="020F0502020204030204"/>
              <a:ea typeface="等线" panose="02010600030101010101" pitchFamily="2" charset="-122"/>
              <a:cs typeface="+mn-cs"/>
            </a:endParaRPr>
          </a:p>
        </p:txBody>
      </p:sp>
      <p:sp>
        <p:nvSpPr>
          <p:cNvPr id="99" name="Line 106"/>
          <p:cNvSpPr>
            <a:spLocks noChangeShapeType="1"/>
          </p:cNvSpPr>
          <p:nvPr/>
        </p:nvSpPr>
        <p:spPr bwMode="auto">
          <a:xfrm>
            <a:off x="3138762" y="2959523"/>
            <a:ext cx="485775" cy="15597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defTabSz="685800" eaLnBrk="1" fontAlgn="auto" hangingPunct="1">
              <a:spcBef>
                <a:spcPts val="0"/>
              </a:spcBef>
              <a:spcAft>
                <a:spcPts val="0"/>
              </a:spcAft>
            </a:pPr>
            <a:endParaRPr lang="zh-CN" altLang="en-US" sz="1350">
              <a:solidFill>
                <a:prstClr val="black"/>
              </a:solidFill>
              <a:latin typeface="等线" panose="020F0502020204030204"/>
              <a:ea typeface="等线" panose="02010600030101010101" pitchFamily="2" charset="-122"/>
              <a:cs typeface="+mn-cs"/>
            </a:endParaRPr>
          </a:p>
        </p:txBody>
      </p:sp>
      <p:sp>
        <p:nvSpPr>
          <p:cNvPr id="100" name="Line 108"/>
          <p:cNvSpPr>
            <a:spLocks noChangeShapeType="1"/>
          </p:cNvSpPr>
          <p:nvPr/>
        </p:nvSpPr>
        <p:spPr bwMode="auto">
          <a:xfrm flipH="1">
            <a:off x="2900638" y="2758307"/>
            <a:ext cx="349250" cy="1143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defTabSz="685800" eaLnBrk="1" fontAlgn="auto" hangingPunct="1">
              <a:spcBef>
                <a:spcPts val="0"/>
              </a:spcBef>
              <a:spcAft>
                <a:spcPts val="0"/>
              </a:spcAft>
            </a:pPr>
            <a:endParaRPr lang="zh-CN" altLang="en-US" sz="1350">
              <a:solidFill>
                <a:prstClr val="black"/>
              </a:solidFill>
              <a:latin typeface="等线" panose="020F0502020204030204"/>
              <a:ea typeface="等线" panose="02010600030101010101" pitchFamily="2" charset="-122"/>
              <a:cs typeface="+mn-cs"/>
            </a:endParaRPr>
          </a:p>
        </p:txBody>
      </p:sp>
      <p:sp>
        <p:nvSpPr>
          <p:cNvPr id="101" name="Line 113"/>
          <p:cNvSpPr>
            <a:spLocks noChangeShapeType="1"/>
          </p:cNvSpPr>
          <p:nvPr/>
        </p:nvSpPr>
        <p:spPr bwMode="auto">
          <a:xfrm flipH="1">
            <a:off x="4115075" y="3004767"/>
            <a:ext cx="620712" cy="1083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defTabSz="685800" eaLnBrk="1" fontAlgn="auto" hangingPunct="1">
              <a:spcBef>
                <a:spcPts val="0"/>
              </a:spcBef>
              <a:spcAft>
                <a:spcPts val="0"/>
              </a:spcAft>
            </a:pPr>
            <a:endParaRPr lang="zh-CN" altLang="en-US" sz="1350">
              <a:solidFill>
                <a:prstClr val="black"/>
              </a:solidFill>
              <a:latin typeface="等线" panose="020F0502020204030204"/>
              <a:ea typeface="等线" panose="02010600030101010101" pitchFamily="2" charset="-122"/>
              <a:cs typeface="+mn-cs"/>
            </a:endParaRPr>
          </a:p>
        </p:txBody>
      </p:sp>
      <p:grpSp>
        <p:nvGrpSpPr>
          <p:cNvPr id="102" name="Group 144"/>
          <p:cNvGrpSpPr>
            <a:grpSpLocks/>
          </p:cNvGrpSpPr>
          <p:nvPr/>
        </p:nvGrpSpPr>
        <p:grpSpPr bwMode="auto">
          <a:xfrm>
            <a:off x="1684612" y="3044059"/>
            <a:ext cx="501650" cy="175022"/>
            <a:chOff x="3600" y="219"/>
            <a:chExt cx="360" cy="175"/>
          </a:xfrm>
        </p:grpSpPr>
        <p:sp>
          <p:nvSpPr>
            <p:cNvPr id="103" name="Oval 145"/>
            <p:cNvSpPr>
              <a:spLocks noChangeArrowheads="1"/>
            </p:cNvSpPr>
            <p:nvPr/>
          </p:nvSpPr>
          <p:spPr bwMode="auto">
            <a:xfrm>
              <a:off x="3603" y="297"/>
              <a:ext cx="357" cy="97"/>
            </a:xfrm>
            <a:prstGeom prst="ellipse">
              <a:avLst/>
            </a:prstGeom>
            <a:solidFill>
              <a:schemeClr val="hlink"/>
            </a:solidFill>
            <a:ln w="12700">
              <a:solidFill>
                <a:schemeClr val="tx1"/>
              </a:solidFill>
              <a:round/>
              <a:headEnd/>
              <a:tailEnd/>
            </a:ln>
          </p:spPr>
          <p:txBody>
            <a:bodyPr wrap="none" anchor="ctr"/>
            <a:lstStyle/>
            <a:p>
              <a:pPr defTabSz="685800" eaLnBrk="1" fontAlgn="auto" hangingPunct="1">
                <a:spcBef>
                  <a:spcPts val="0"/>
                </a:spcBef>
                <a:spcAft>
                  <a:spcPts val="0"/>
                </a:spcAft>
              </a:pPr>
              <a:endParaRPr lang="zh-CN" altLang="en-US" sz="1350">
                <a:solidFill>
                  <a:prstClr val="black"/>
                </a:solidFill>
                <a:latin typeface="等线" panose="020F0502020204030204"/>
                <a:ea typeface="宋体" pitchFamily="2" charset="-122"/>
                <a:cs typeface="+mn-cs"/>
              </a:endParaRPr>
            </a:p>
          </p:txBody>
        </p:sp>
        <p:sp>
          <p:nvSpPr>
            <p:cNvPr id="104" name="Line 146"/>
            <p:cNvSpPr>
              <a:spLocks noChangeShapeType="1"/>
            </p:cNvSpPr>
            <p:nvPr/>
          </p:nvSpPr>
          <p:spPr bwMode="auto">
            <a:xfrm>
              <a:off x="3603" y="289"/>
              <a:ext cx="0" cy="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defTabSz="685800" eaLnBrk="1" fontAlgn="auto" hangingPunct="1">
                <a:spcBef>
                  <a:spcPts val="0"/>
                </a:spcBef>
                <a:spcAft>
                  <a:spcPts val="0"/>
                </a:spcAft>
              </a:pPr>
              <a:endParaRPr lang="zh-CN" altLang="en-US" sz="1350">
                <a:solidFill>
                  <a:prstClr val="black"/>
                </a:solidFill>
                <a:latin typeface="等线" panose="020F0502020204030204"/>
                <a:ea typeface="等线" panose="02010600030101010101" pitchFamily="2" charset="-122"/>
                <a:cs typeface="+mn-cs"/>
              </a:endParaRPr>
            </a:p>
          </p:txBody>
        </p:sp>
        <p:sp>
          <p:nvSpPr>
            <p:cNvPr id="105" name="Line 147"/>
            <p:cNvSpPr>
              <a:spLocks noChangeShapeType="1"/>
            </p:cNvSpPr>
            <p:nvPr/>
          </p:nvSpPr>
          <p:spPr bwMode="auto">
            <a:xfrm>
              <a:off x="3960" y="289"/>
              <a:ext cx="0" cy="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defTabSz="685800" eaLnBrk="1" fontAlgn="auto" hangingPunct="1">
                <a:spcBef>
                  <a:spcPts val="0"/>
                </a:spcBef>
                <a:spcAft>
                  <a:spcPts val="0"/>
                </a:spcAft>
              </a:pPr>
              <a:endParaRPr lang="zh-CN" altLang="en-US" sz="1350">
                <a:solidFill>
                  <a:prstClr val="black"/>
                </a:solidFill>
                <a:latin typeface="等线" panose="020F0502020204030204"/>
                <a:ea typeface="等线" panose="02010600030101010101" pitchFamily="2" charset="-122"/>
                <a:cs typeface="+mn-cs"/>
              </a:endParaRPr>
            </a:p>
          </p:txBody>
        </p:sp>
        <p:sp>
          <p:nvSpPr>
            <p:cNvPr id="106" name="Rectangle 148"/>
            <p:cNvSpPr>
              <a:spLocks noChangeArrowheads="1"/>
            </p:cNvSpPr>
            <p:nvPr/>
          </p:nvSpPr>
          <p:spPr bwMode="auto">
            <a:xfrm>
              <a:off x="3603" y="289"/>
              <a:ext cx="354" cy="59"/>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p>
              <a:pPr algn="ctr" defTabSz="685800" eaLnBrk="1" fontAlgn="auto" hangingPunct="1">
                <a:spcBef>
                  <a:spcPts val="0"/>
                </a:spcBef>
                <a:spcAft>
                  <a:spcPts val="0"/>
                </a:spcAft>
              </a:pPr>
              <a:endParaRPr lang="zh-CN" altLang="en-US" sz="1350">
                <a:solidFill>
                  <a:prstClr val="black"/>
                </a:solidFill>
                <a:latin typeface="等线" panose="020F0502020204030204"/>
                <a:ea typeface="宋体" pitchFamily="2" charset="-122"/>
                <a:cs typeface="+mn-cs"/>
              </a:endParaRPr>
            </a:p>
          </p:txBody>
        </p:sp>
        <p:sp>
          <p:nvSpPr>
            <p:cNvPr id="107" name="Oval 149"/>
            <p:cNvSpPr>
              <a:spLocks noChangeArrowheads="1"/>
            </p:cNvSpPr>
            <p:nvPr/>
          </p:nvSpPr>
          <p:spPr bwMode="auto">
            <a:xfrm>
              <a:off x="3600" y="219"/>
              <a:ext cx="357" cy="113"/>
            </a:xfrm>
            <a:prstGeom prst="ellipse">
              <a:avLst/>
            </a:prstGeom>
            <a:solidFill>
              <a:schemeClr val="hlink"/>
            </a:solidFill>
            <a:ln w="12700">
              <a:solidFill>
                <a:schemeClr val="tx1"/>
              </a:solidFill>
              <a:round/>
              <a:headEnd/>
              <a:tailEnd/>
            </a:ln>
          </p:spPr>
          <p:txBody>
            <a:bodyPr wrap="none" anchor="ctr"/>
            <a:lstStyle/>
            <a:p>
              <a:pPr defTabSz="685800" eaLnBrk="1" fontAlgn="auto" hangingPunct="1">
                <a:spcBef>
                  <a:spcPts val="0"/>
                </a:spcBef>
                <a:spcAft>
                  <a:spcPts val="0"/>
                </a:spcAft>
              </a:pPr>
              <a:endParaRPr lang="zh-CN" altLang="en-US" sz="1350">
                <a:solidFill>
                  <a:prstClr val="black"/>
                </a:solidFill>
                <a:latin typeface="等线" panose="020F0502020204030204"/>
                <a:ea typeface="宋体" pitchFamily="2" charset="-122"/>
                <a:cs typeface="+mn-cs"/>
              </a:endParaRPr>
            </a:p>
          </p:txBody>
        </p:sp>
        <p:grpSp>
          <p:nvGrpSpPr>
            <p:cNvPr id="108" name="Group 150"/>
            <p:cNvGrpSpPr>
              <a:grpSpLocks/>
            </p:cNvGrpSpPr>
            <p:nvPr/>
          </p:nvGrpSpPr>
          <p:grpSpPr bwMode="auto">
            <a:xfrm>
              <a:off x="3686" y="244"/>
              <a:ext cx="177" cy="66"/>
              <a:chOff x="2848" y="848"/>
              <a:chExt cx="140" cy="98"/>
            </a:xfrm>
          </p:grpSpPr>
          <p:sp>
            <p:nvSpPr>
              <p:cNvPr id="113" name="Line 151"/>
              <p:cNvSpPr>
                <a:spLocks noChangeShapeType="1"/>
              </p:cNvSpPr>
              <p:nvPr/>
            </p:nvSpPr>
            <p:spPr bwMode="auto">
              <a:xfrm flipV="1">
                <a:off x="2848" y="848"/>
                <a:ext cx="50" cy="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defTabSz="685800" eaLnBrk="1" fontAlgn="auto" hangingPunct="1">
                  <a:spcBef>
                    <a:spcPts val="0"/>
                  </a:spcBef>
                  <a:spcAft>
                    <a:spcPts val="0"/>
                  </a:spcAft>
                </a:pPr>
                <a:endParaRPr lang="zh-CN" altLang="en-US" sz="1350">
                  <a:solidFill>
                    <a:prstClr val="black"/>
                  </a:solidFill>
                  <a:latin typeface="等线" panose="020F0502020204030204"/>
                  <a:ea typeface="等线" panose="02010600030101010101" pitchFamily="2" charset="-122"/>
                  <a:cs typeface="+mn-cs"/>
                </a:endParaRPr>
              </a:p>
            </p:txBody>
          </p:sp>
          <p:sp>
            <p:nvSpPr>
              <p:cNvPr id="114" name="Line 152"/>
              <p:cNvSpPr>
                <a:spLocks noChangeShapeType="1"/>
              </p:cNvSpPr>
              <p:nvPr/>
            </p:nvSpPr>
            <p:spPr bwMode="auto">
              <a:xfrm>
                <a:off x="2944" y="946"/>
                <a:ext cx="44"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defTabSz="685800" eaLnBrk="1" fontAlgn="auto" hangingPunct="1">
                  <a:spcBef>
                    <a:spcPts val="0"/>
                  </a:spcBef>
                  <a:spcAft>
                    <a:spcPts val="0"/>
                  </a:spcAft>
                </a:pPr>
                <a:endParaRPr lang="zh-CN" altLang="en-US" sz="1350">
                  <a:solidFill>
                    <a:prstClr val="black"/>
                  </a:solidFill>
                  <a:latin typeface="等线" panose="020F0502020204030204"/>
                  <a:ea typeface="等线" panose="02010600030101010101" pitchFamily="2" charset="-122"/>
                  <a:cs typeface="+mn-cs"/>
                </a:endParaRPr>
              </a:p>
            </p:txBody>
          </p:sp>
          <p:sp>
            <p:nvSpPr>
              <p:cNvPr id="115" name="Line 153"/>
              <p:cNvSpPr>
                <a:spLocks noChangeShapeType="1"/>
              </p:cNvSpPr>
              <p:nvPr/>
            </p:nvSpPr>
            <p:spPr bwMode="auto">
              <a:xfrm>
                <a:off x="2894" y="850"/>
                <a:ext cx="52" cy="9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defTabSz="685800" eaLnBrk="1" fontAlgn="auto" hangingPunct="1">
                  <a:spcBef>
                    <a:spcPts val="0"/>
                  </a:spcBef>
                  <a:spcAft>
                    <a:spcPts val="0"/>
                  </a:spcAft>
                </a:pPr>
                <a:endParaRPr lang="zh-CN" altLang="en-US" sz="1350">
                  <a:solidFill>
                    <a:prstClr val="black"/>
                  </a:solidFill>
                  <a:latin typeface="等线" panose="020F0502020204030204"/>
                  <a:ea typeface="等线" panose="02010600030101010101" pitchFamily="2" charset="-122"/>
                  <a:cs typeface="+mn-cs"/>
                </a:endParaRPr>
              </a:p>
            </p:txBody>
          </p:sp>
        </p:grpSp>
        <p:grpSp>
          <p:nvGrpSpPr>
            <p:cNvPr id="109" name="Group 154"/>
            <p:cNvGrpSpPr>
              <a:grpSpLocks/>
            </p:cNvGrpSpPr>
            <p:nvPr/>
          </p:nvGrpSpPr>
          <p:grpSpPr bwMode="auto">
            <a:xfrm flipV="1">
              <a:off x="3686" y="243"/>
              <a:ext cx="177" cy="66"/>
              <a:chOff x="2848" y="848"/>
              <a:chExt cx="140" cy="98"/>
            </a:xfrm>
          </p:grpSpPr>
          <p:sp>
            <p:nvSpPr>
              <p:cNvPr id="110" name="Line 155"/>
              <p:cNvSpPr>
                <a:spLocks noChangeShapeType="1"/>
              </p:cNvSpPr>
              <p:nvPr/>
            </p:nvSpPr>
            <p:spPr bwMode="auto">
              <a:xfrm flipV="1">
                <a:off x="2848" y="848"/>
                <a:ext cx="50" cy="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defTabSz="685800" eaLnBrk="1" fontAlgn="auto" hangingPunct="1">
                  <a:spcBef>
                    <a:spcPts val="0"/>
                  </a:spcBef>
                  <a:spcAft>
                    <a:spcPts val="0"/>
                  </a:spcAft>
                </a:pPr>
                <a:endParaRPr lang="zh-CN" altLang="en-US" sz="1350">
                  <a:solidFill>
                    <a:prstClr val="black"/>
                  </a:solidFill>
                  <a:latin typeface="等线" panose="020F0502020204030204"/>
                  <a:ea typeface="等线" panose="02010600030101010101" pitchFamily="2" charset="-122"/>
                  <a:cs typeface="+mn-cs"/>
                </a:endParaRPr>
              </a:p>
            </p:txBody>
          </p:sp>
          <p:sp>
            <p:nvSpPr>
              <p:cNvPr id="111" name="Line 156"/>
              <p:cNvSpPr>
                <a:spLocks noChangeShapeType="1"/>
              </p:cNvSpPr>
              <p:nvPr/>
            </p:nvSpPr>
            <p:spPr bwMode="auto">
              <a:xfrm>
                <a:off x="2944" y="946"/>
                <a:ext cx="44"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defTabSz="685800" eaLnBrk="1" fontAlgn="auto" hangingPunct="1">
                  <a:spcBef>
                    <a:spcPts val="0"/>
                  </a:spcBef>
                  <a:spcAft>
                    <a:spcPts val="0"/>
                  </a:spcAft>
                </a:pPr>
                <a:endParaRPr lang="zh-CN" altLang="en-US" sz="1350">
                  <a:solidFill>
                    <a:prstClr val="black"/>
                  </a:solidFill>
                  <a:latin typeface="等线" panose="020F0502020204030204"/>
                  <a:ea typeface="等线" panose="02010600030101010101" pitchFamily="2" charset="-122"/>
                  <a:cs typeface="+mn-cs"/>
                </a:endParaRPr>
              </a:p>
            </p:txBody>
          </p:sp>
          <p:sp>
            <p:nvSpPr>
              <p:cNvPr id="112" name="Line 157"/>
              <p:cNvSpPr>
                <a:spLocks noChangeShapeType="1"/>
              </p:cNvSpPr>
              <p:nvPr/>
            </p:nvSpPr>
            <p:spPr bwMode="auto">
              <a:xfrm>
                <a:off x="2894" y="850"/>
                <a:ext cx="52" cy="9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defTabSz="685800" eaLnBrk="1" fontAlgn="auto" hangingPunct="1">
                  <a:spcBef>
                    <a:spcPts val="0"/>
                  </a:spcBef>
                  <a:spcAft>
                    <a:spcPts val="0"/>
                  </a:spcAft>
                </a:pPr>
                <a:endParaRPr lang="zh-CN" altLang="en-US" sz="1350">
                  <a:solidFill>
                    <a:prstClr val="black"/>
                  </a:solidFill>
                  <a:latin typeface="等线" panose="020F0502020204030204"/>
                  <a:ea typeface="等线" panose="02010600030101010101" pitchFamily="2" charset="-122"/>
                  <a:cs typeface="+mn-cs"/>
                </a:endParaRPr>
              </a:p>
            </p:txBody>
          </p:sp>
        </p:grpSp>
      </p:grpSp>
      <p:grpSp>
        <p:nvGrpSpPr>
          <p:cNvPr id="116" name="Group 158"/>
          <p:cNvGrpSpPr>
            <a:grpSpLocks/>
          </p:cNvGrpSpPr>
          <p:nvPr/>
        </p:nvGrpSpPr>
        <p:grpSpPr bwMode="auto">
          <a:xfrm>
            <a:off x="2637112" y="2872609"/>
            <a:ext cx="501650" cy="175022"/>
            <a:chOff x="3600" y="219"/>
            <a:chExt cx="360" cy="175"/>
          </a:xfrm>
        </p:grpSpPr>
        <p:sp>
          <p:nvSpPr>
            <p:cNvPr id="117" name="Oval 159"/>
            <p:cNvSpPr>
              <a:spLocks noChangeArrowheads="1"/>
            </p:cNvSpPr>
            <p:nvPr/>
          </p:nvSpPr>
          <p:spPr bwMode="auto">
            <a:xfrm>
              <a:off x="3603" y="297"/>
              <a:ext cx="357" cy="97"/>
            </a:xfrm>
            <a:prstGeom prst="ellipse">
              <a:avLst/>
            </a:prstGeom>
            <a:solidFill>
              <a:schemeClr val="hlink"/>
            </a:solidFill>
            <a:ln w="12700">
              <a:solidFill>
                <a:schemeClr val="tx1"/>
              </a:solidFill>
              <a:round/>
              <a:headEnd/>
              <a:tailEnd/>
            </a:ln>
          </p:spPr>
          <p:txBody>
            <a:bodyPr wrap="none" anchor="ctr"/>
            <a:lstStyle/>
            <a:p>
              <a:pPr defTabSz="685800" eaLnBrk="1" fontAlgn="auto" hangingPunct="1">
                <a:spcBef>
                  <a:spcPts val="0"/>
                </a:spcBef>
                <a:spcAft>
                  <a:spcPts val="0"/>
                </a:spcAft>
              </a:pPr>
              <a:endParaRPr lang="zh-CN" altLang="en-US" sz="1350">
                <a:solidFill>
                  <a:prstClr val="black"/>
                </a:solidFill>
                <a:latin typeface="等线" panose="020F0502020204030204"/>
                <a:ea typeface="宋体" pitchFamily="2" charset="-122"/>
                <a:cs typeface="+mn-cs"/>
              </a:endParaRPr>
            </a:p>
          </p:txBody>
        </p:sp>
        <p:sp>
          <p:nvSpPr>
            <p:cNvPr id="118" name="Line 160"/>
            <p:cNvSpPr>
              <a:spLocks noChangeShapeType="1"/>
            </p:cNvSpPr>
            <p:nvPr/>
          </p:nvSpPr>
          <p:spPr bwMode="auto">
            <a:xfrm>
              <a:off x="3603" y="289"/>
              <a:ext cx="0" cy="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defTabSz="685800" eaLnBrk="1" fontAlgn="auto" hangingPunct="1">
                <a:spcBef>
                  <a:spcPts val="0"/>
                </a:spcBef>
                <a:spcAft>
                  <a:spcPts val="0"/>
                </a:spcAft>
              </a:pPr>
              <a:endParaRPr lang="zh-CN" altLang="en-US" sz="1350">
                <a:solidFill>
                  <a:prstClr val="black"/>
                </a:solidFill>
                <a:latin typeface="等线" panose="020F0502020204030204"/>
                <a:ea typeface="等线" panose="02010600030101010101" pitchFamily="2" charset="-122"/>
                <a:cs typeface="+mn-cs"/>
              </a:endParaRPr>
            </a:p>
          </p:txBody>
        </p:sp>
        <p:sp>
          <p:nvSpPr>
            <p:cNvPr id="119" name="Line 161"/>
            <p:cNvSpPr>
              <a:spLocks noChangeShapeType="1"/>
            </p:cNvSpPr>
            <p:nvPr/>
          </p:nvSpPr>
          <p:spPr bwMode="auto">
            <a:xfrm>
              <a:off x="3960" y="289"/>
              <a:ext cx="0" cy="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defTabSz="685800" eaLnBrk="1" fontAlgn="auto" hangingPunct="1">
                <a:spcBef>
                  <a:spcPts val="0"/>
                </a:spcBef>
                <a:spcAft>
                  <a:spcPts val="0"/>
                </a:spcAft>
              </a:pPr>
              <a:endParaRPr lang="zh-CN" altLang="en-US" sz="1350">
                <a:solidFill>
                  <a:prstClr val="black"/>
                </a:solidFill>
                <a:latin typeface="等线" panose="020F0502020204030204"/>
                <a:ea typeface="等线" panose="02010600030101010101" pitchFamily="2" charset="-122"/>
                <a:cs typeface="+mn-cs"/>
              </a:endParaRPr>
            </a:p>
          </p:txBody>
        </p:sp>
        <p:sp>
          <p:nvSpPr>
            <p:cNvPr id="120" name="Rectangle 162"/>
            <p:cNvSpPr>
              <a:spLocks noChangeArrowheads="1"/>
            </p:cNvSpPr>
            <p:nvPr/>
          </p:nvSpPr>
          <p:spPr bwMode="auto">
            <a:xfrm>
              <a:off x="3603" y="289"/>
              <a:ext cx="354" cy="59"/>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p>
              <a:pPr algn="ctr" defTabSz="685800" eaLnBrk="1" fontAlgn="auto" hangingPunct="1">
                <a:spcBef>
                  <a:spcPts val="0"/>
                </a:spcBef>
                <a:spcAft>
                  <a:spcPts val="0"/>
                </a:spcAft>
              </a:pPr>
              <a:endParaRPr lang="zh-CN" altLang="en-US" sz="1350">
                <a:solidFill>
                  <a:prstClr val="black"/>
                </a:solidFill>
                <a:latin typeface="等线" panose="020F0502020204030204"/>
                <a:ea typeface="宋体" pitchFamily="2" charset="-122"/>
                <a:cs typeface="+mn-cs"/>
              </a:endParaRPr>
            </a:p>
          </p:txBody>
        </p:sp>
        <p:sp>
          <p:nvSpPr>
            <p:cNvPr id="121" name="Oval 163"/>
            <p:cNvSpPr>
              <a:spLocks noChangeArrowheads="1"/>
            </p:cNvSpPr>
            <p:nvPr/>
          </p:nvSpPr>
          <p:spPr bwMode="auto">
            <a:xfrm>
              <a:off x="3600" y="219"/>
              <a:ext cx="357" cy="113"/>
            </a:xfrm>
            <a:prstGeom prst="ellipse">
              <a:avLst/>
            </a:prstGeom>
            <a:solidFill>
              <a:schemeClr val="hlink"/>
            </a:solidFill>
            <a:ln w="12700">
              <a:solidFill>
                <a:schemeClr val="tx1"/>
              </a:solidFill>
              <a:round/>
              <a:headEnd/>
              <a:tailEnd/>
            </a:ln>
          </p:spPr>
          <p:txBody>
            <a:bodyPr wrap="none" anchor="ctr"/>
            <a:lstStyle/>
            <a:p>
              <a:pPr defTabSz="685800" eaLnBrk="1" fontAlgn="auto" hangingPunct="1">
                <a:spcBef>
                  <a:spcPts val="0"/>
                </a:spcBef>
                <a:spcAft>
                  <a:spcPts val="0"/>
                </a:spcAft>
              </a:pPr>
              <a:endParaRPr lang="zh-CN" altLang="en-US" sz="1350">
                <a:solidFill>
                  <a:prstClr val="black"/>
                </a:solidFill>
                <a:latin typeface="等线" panose="020F0502020204030204"/>
                <a:ea typeface="宋体" pitchFamily="2" charset="-122"/>
                <a:cs typeface="+mn-cs"/>
              </a:endParaRPr>
            </a:p>
          </p:txBody>
        </p:sp>
        <p:grpSp>
          <p:nvGrpSpPr>
            <p:cNvPr id="122" name="Group 164"/>
            <p:cNvGrpSpPr>
              <a:grpSpLocks/>
            </p:cNvGrpSpPr>
            <p:nvPr/>
          </p:nvGrpSpPr>
          <p:grpSpPr bwMode="auto">
            <a:xfrm>
              <a:off x="3686" y="244"/>
              <a:ext cx="177" cy="66"/>
              <a:chOff x="2848" y="848"/>
              <a:chExt cx="140" cy="98"/>
            </a:xfrm>
          </p:grpSpPr>
          <p:sp>
            <p:nvSpPr>
              <p:cNvPr id="127" name="Line 165"/>
              <p:cNvSpPr>
                <a:spLocks noChangeShapeType="1"/>
              </p:cNvSpPr>
              <p:nvPr/>
            </p:nvSpPr>
            <p:spPr bwMode="auto">
              <a:xfrm flipV="1">
                <a:off x="2848" y="848"/>
                <a:ext cx="50" cy="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defTabSz="685800" eaLnBrk="1" fontAlgn="auto" hangingPunct="1">
                  <a:spcBef>
                    <a:spcPts val="0"/>
                  </a:spcBef>
                  <a:spcAft>
                    <a:spcPts val="0"/>
                  </a:spcAft>
                </a:pPr>
                <a:endParaRPr lang="zh-CN" altLang="en-US" sz="1350">
                  <a:solidFill>
                    <a:prstClr val="black"/>
                  </a:solidFill>
                  <a:latin typeface="等线" panose="020F0502020204030204"/>
                  <a:ea typeface="等线" panose="02010600030101010101" pitchFamily="2" charset="-122"/>
                  <a:cs typeface="+mn-cs"/>
                </a:endParaRPr>
              </a:p>
            </p:txBody>
          </p:sp>
          <p:sp>
            <p:nvSpPr>
              <p:cNvPr id="128" name="Line 166"/>
              <p:cNvSpPr>
                <a:spLocks noChangeShapeType="1"/>
              </p:cNvSpPr>
              <p:nvPr/>
            </p:nvSpPr>
            <p:spPr bwMode="auto">
              <a:xfrm>
                <a:off x="2944" y="946"/>
                <a:ext cx="44"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defTabSz="685800" eaLnBrk="1" fontAlgn="auto" hangingPunct="1">
                  <a:spcBef>
                    <a:spcPts val="0"/>
                  </a:spcBef>
                  <a:spcAft>
                    <a:spcPts val="0"/>
                  </a:spcAft>
                </a:pPr>
                <a:endParaRPr lang="zh-CN" altLang="en-US" sz="1350">
                  <a:solidFill>
                    <a:prstClr val="black"/>
                  </a:solidFill>
                  <a:latin typeface="等线" panose="020F0502020204030204"/>
                  <a:ea typeface="等线" panose="02010600030101010101" pitchFamily="2" charset="-122"/>
                  <a:cs typeface="+mn-cs"/>
                </a:endParaRPr>
              </a:p>
            </p:txBody>
          </p:sp>
          <p:sp>
            <p:nvSpPr>
              <p:cNvPr id="129" name="Line 167"/>
              <p:cNvSpPr>
                <a:spLocks noChangeShapeType="1"/>
              </p:cNvSpPr>
              <p:nvPr/>
            </p:nvSpPr>
            <p:spPr bwMode="auto">
              <a:xfrm>
                <a:off x="2894" y="850"/>
                <a:ext cx="52" cy="9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defTabSz="685800" eaLnBrk="1" fontAlgn="auto" hangingPunct="1">
                  <a:spcBef>
                    <a:spcPts val="0"/>
                  </a:spcBef>
                  <a:spcAft>
                    <a:spcPts val="0"/>
                  </a:spcAft>
                </a:pPr>
                <a:endParaRPr lang="zh-CN" altLang="en-US" sz="1350">
                  <a:solidFill>
                    <a:prstClr val="black"/>
                  </a:solidFill>
                  <a:latin typeface="等线" panose="020F0502020204030204"/>
                  <a:ea typeface="等线" panose="02010600030101010101" pitchFamily="2" charset="-122"/>
                  <a:cs typeface="+mn-cs"/>
                </a:endParaRPr>
              </a:p>
            </p:txBody>
          </p:sp>
        </p:grpSp>
        <p:grpSp>
          <p:nvGrpSpPr>
            <p:cNvPr id="123" name="Group 168"/>
            <p:cNvGrpSpPr>
              <a:grpSpLocks/>
            </p:cNvGrpSpPr>
            <p:nvPr/>
          </p:nvGrpSpPr>
          <p:grpSpPr bwMode="auto">
            <a:xfrm flipV="1">
              <a:off x="3686" y="243"/>
              <a:ext cx="177" cy="66"/>
              <a:chOff x="2848" y="848"/>
              <a:chExt cx="140" cy="98"/>
            </a:xfrm>
          </p:grpSpPr>
          <p:sp>
            <p:nvSpPr>
              <p:cNvPr id="124" name="Line 169"/>
              <p:cNvSpPr>
                <a:spLocks noChangeShapeType="1"/>
              </p:cNvSpPr>
              <p:nvPr/>
            </p:nvSpPr>
            <p:spPr bwMode="auto">
              <a:xfrm flipV="1">
                <a:off x="2848" y="848"/>
                <a:ext cx="50" cy="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defTabSz="685800" eaLnBrk="1" fontAlgn="auto" hangingPunct="1">
                  <a:spcBef>
                    <a:spcPts val="0"/>
                  </a:spcBef>
                  <a:spcAft>
                    <a:spcPts val="0"/>
                  </a:spcAft>
                </a:pPr>
                <a:endParaRPr lang="zh-CN" altLang="en-US" sz="1350">
                  <a:solidFill>
                    <a:prstClr val="black"/>
                  </a:solidFill>
                  <a:latin typeface="等线" panose="020F0502020204030204"/>
                  <a:ea typeface="等线" panose="02010600030101010101" pitchFamily="2" charset="-122"/>
                  <a:cs typeface="+mn-cs"/>
                </a:endParaRPr>
              </a:p>
            </p:txBody>
          </p:sp>
          <p:sp>
            <p:nvSpPr>
              <p:cNvPr id="125" name="Line 170"/>
              <p:cNvSpPr>
                <a:spLocks noChangeShapeType="1"/>
              </p:cNvSpPr>
              <p:nvPr/>
            </p:nvSpPr>
            <p:spPr bwMode="auto">
              <a:xfrm>
                <a:off x="2944" y="946"/>
                <a:ext cx="44"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defTabSz="685800" eaLnBrk="1" fontAlgn="auto" hangingPunct="1">
                  <a:spcBef>
                    <a:spcPts val="0"/>
                  </a:spcBef>
                  <a:spcAft>
                    <a:spcPts val="0"/>
                  </a:spcAft>
                </a:pPr>
                <a:endParaRPr lang="zh-CN" altLang="en-US" sz="1350">
                  <a:solidFill>
                    <a:prstClr val="black"/>
                  </a:solidFill>
                  <a:latin typeface="等线" panose="020F0502020204030204"/>
                  <a:ea typeface="等线" panose="02010600030101010101" pitchFamily="2" charset="-122"/>
                  <a:cs typeface="+mn-cs"/>
                </a:endParaRPr>
              </a:p>
            </p:txBody>
          </p:sp>
          <p:sp>
            <p:nvSpPr>
              <p:cNvPr id="126" name="Line 171"/>
              <p:cNvSpPr>
                <a:spLocks noChangeShapeType="1"/>
              </p:cNvSpPr>
              <p:nvPr/>
            </p:nvSpPr>
            <p:spPr bwMode="auto">
              <a:xfrm>
                <a:off x="2894" y="850"/>
                <a:ext cx="52" cy="9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defTabSz="685800" eaLnBrk="1" fontAlgn="auto" hangingPunct="1">
                  <a:spcBef>
                    <a:spcPts val="0"/>
                  </a:spcBef>
                  <a:spcAft>
                    <a:spcPts val="0"/>
                  </a:spcAft>
                </a:pPr>
                <a:endParaRPr lang="zh-CN" altLang="en-US" sz="1350">
                  <a:solidFill>
                    <a:prstClr val="black"/>
                  </a:solidFill>
                  <a:latin typeface="等线" panose="020F0502020204030204"/>
                  <a:ea typeface="等线" panose="02010600030101010101" pitchFamily="2" charset="-122"/>
                  <a:cs typeface="+mn-cs"/>
                </a:endParaRPr>
              </a:p>
            </p:txBody>
          </p:sp>
        </p:grpSp>
      </p:grpSp>
      <p:grpSp>
        <p:nvGrpSpPr>
          <p:cNvPr id="130" name="Group 186"/>
          <p:cNvGrpSpPr>
            <a:grpSpLocks/>
          </p:cNvGrpSpPr>
          <p:nvPr/>
        </p:nvGrpSpPr>
        <p:grpSpPr bwMode="auto">
          <a:xfrm>
            <a:off x="3624538" y="3028579"/>
            <a:ext cx="500063" cy="175022"/>
            <a:chOff x="3600" y="219"/>
            <a:chExt cx="360" cy="175"/>
          </a:xfrm>
        </p:grpSpPr>
        <p:sp>
          <p:nvSpPr>
            <p:cNvPr id="131" name="Oval 187"/>
            <p:cNvSpPr>
              <a:spLocks noChangeArrowheads="1"/>
            </p:cNvSpPr>
            <p:nvPr/>
          </p:nvSpPr>
          <p:spPr bwMode="auto">
            <a:xfrm>
              <a:off x="3603" y="297"/>
              <a:ext cx="357" cy="97"/>
            </a:xfrm>
            <a:prstGeom prst="ellipse">
              <a:avLst/>
            </a:prstGeom>
            <a:solidFill>
              <a:schemeClr val="hlink"/>
            </a:solidFill>
            <a:ln w="12700">
              <a:solidFill>
                <a:schemeClr val="tx1"/>
              </a:solidFill>
              <a:round/>
              <a:headEnd/>
              <a:tailEnd/>
            </a:ln>
          </p:spPr>
          <p:txBody>
            <a:bodyPr wrap="none" anchor="ctr"/>
            <a:lstStyle/>
            <a:p>
              <a:pPr defTabSz="685800" eaLnBrk="1" fontAlgn="auto" hangingPunct="1">
                <a:spcBef>
                  <a:spcPts val="0"/>
                </a:spcBef>
                <a:spcAft>
                  <a:spcPts val="0"/>
                </a:spcAft>
              </a:pPr>
              <a:endParaRPr lang="zh-CN" altLang="en-US" sz="1350">
                <a:solidFill>
                  <a:prstClr val="black"/>
                </a:solidFill>
                <a:latin typeface="等线" panose="020F0502020204030204"/>
                <a:ea typeface="宋体" pitchFamily="2" charset="-122"/>
                <a:cs typeface="+mn-cs"/>
              </a:endParaRPr>
            </a:p>
          </p:txBody>
        </p:sp>
        <p:sp>
          <p:nvSpPr>
            <p:cNvPr id="132" name="Line 188"/>
            <p:cNvSpPr>
              <a:spLocks noChangeShapeType="1"/>
            </p:cNvSpPr>
            <p:nvPr/>
          </p:nvSpPr>
          <p:spPr bwMode="auto">
            <a:xfrm>
              <a:off x="3603" y="289"/>
              <a:ext cx="0" cy="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defTabSz="685800" eaLnBrk="1" fontAlgn="auto" hangingPunct="1">
                <a:spcBef>
                  <a:spcPts val="0"/>
                </a:spcBef>
                <a:spcAft>
                  <a:spcPts val="0"/>
                </a:spcAft>
              </a:pPr>
              <a:endParaRPr lang="zh-CN" altLang="en-US" sz="1350">
                <a:solidFill>
                  <a:prstClr val="black"/>
                </a:solidFill>
                <a:latin typeface="等线" panose="020F0502020204030204"/>
                <a:ea typeface="等线" panose="02010600030101010101" pitchFamily="2" charset="-122"/>
                <a:cs typeface="+mn-cs"/>
              </a:endParaRPr>
            </a:p>
          </p:txBody>
        </p:sp>
        <p:sp>
          <p:nvSpPr>
            <p:cNvPr id="133" name="Line 189"/>
            <p:cNvSpPr>
              <a:spLocks noChangeShapeType="1"/>
            </p:cNvSpPr>
            <p:nvPr/>
          </p:nvSpPr>
          <p:spPr bwMode="auto">
            <a:xfrm>
              <a:off x="3960" y="289"/>
              <a:ext cx="0" cy="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defTabSz="685800" eaLnBrk="1" fontAlgn="auto" hangingPunct="1">
                <a:spcBef>
                  <a:spcPts val="0"/>
                </a:spcBef>
                <a:spcAft>
                  <a:spcPts val="0"/>
                </a:spcAft>
              </a:pPr>
              <a:endParaRPr lang="zh-CN" altLang="en-US" sz="1350">
                <a:solidFill>
                  <a:prstClr val="black"/>
                </a:solidFill>
                <a:latin typeface="等线" panose="020F0502020204030204"/>
                <a:ea typeface="等线" panose="02010600030101010101" pitchFamily="2" charset="-122"/>
                <a:cs typeface="+mn-cs"/>
              </a:endParaRPr>
            </a:p>
          </p:txBody>
        </p:sp>
        <p:sp>
          <p:nvSpPr>
            <p:cNvPr id="134" name="Rectangle 190"/>
            <p:cNvSpPr>
              <a:spLocks noChangeArrowheads="1"/>
            </p:cNvSpPr>
            <p:nvPr/>
          </p:nvSpPr>
          <p:spPr bwMode="auto">
            <a:xfrm>
              <a:off x="3603" y="289"/>
              <a:ext cx="354" cy="59"/>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p>
              <a:pPr algn="ctr" defTabSz="685800" eaLnBrk="1" fontAlgn="auto" hangingPunct="1">
                <a:spcBef>
                  <a:spcPts val="0"/>
                </a:spcBef>
                <a:spcAft>
                  <a:spcPts val="0"/>
                </a:spcAft>
              </a:pPr>
              <a:endParaRPr lang="zh-CN" altLang="en-US" sz="1350">
                <a:solidFill>
                  <a:prstClr val="black"/>
                </a:solidFill>
                <a:latin typeface="等线" panose="020F0502020204030204"/>
                <a:ea typeface="宋体" pitchFamily="2" charset="-122"/>
                <a:cs typeface="+mn-cs"/>
              </a:endParaRPr>
            </a:p>
          </p:txBody>
        </p:sp>
        <p:sp>
          <p:nvSpPr>
            <p:cNvPr id="135" name="Oval 191"/>
            <p:cNvSpPr>
              <a:spLocks noChangeArrowheads="1"/>
            </p:cNvSpPr>
            <p:nvPr/>
          </p:nvSpPr>
          <p:spPr bwMode="auto">
            <a:xfrm>
              <a:off x="3600" y="219"/>
              <a:ext cx="357" cy="113"/>
            </a:xfrm>
            <a:prstGeom prst="ellipse">
              <a:avLst/>
            </a:prstGeom>
            <a:solidFill>
              <a:schemeClr val="hlink"/>
            </a:solidFill>
            <a:ln w="12700">
              <a:solidFill>
                <a:schemeClr val="tx1"/>
              </a:solidFill>
              <a:round/>
              <a:headEnd/>
              <a:tailEnd/>
            </a:ln>
          </p:spPr>
          <p:txBody>
            <a:bodyPr wrap="none" anchor="ctr"/>
            <a:lstStyle/>
            <a:p>
              <a:pPr defTabSz="685800" eaLnBrk="1" fontAlgn="auto" hangingPunct="1">
                <a:spcBef>
                  <a:spcPts val="0"/>
                </a:spcBef>
                <a:spcAft>
                  <a:spcPts val="0"/>
                </a:spcAft>
              </a:pPr>
              <a:endParaRPr lang="zh-CN" altLang="en-US" sz="1350">
                <a:solidFill>
                  <a:prstClr val="black"/>
                </a:solidFill>
                <a:latin typeface="等线" panose="020F0502020204030204"/>
                <a:ea typeface="宋体" pitchFamily="2" charset="-122"/>
                <a:cs typeface="+mn-cs"/>
              </a:endParaRPr>
            </a:p>
          </p:txBody>
        </p:sp>
        <p:grpSp>
          <p:nvGrpSpPr>
            <p:cNvPr id="136" name="Group 192"/>
            <p:cNvGrpSpPr>
              <a:grpSpLocks/>
            </p:cNvGrpSpPr>
            <p:nvPr/>
          </p:nvGrpSpPr>
          <p:grpSpPr bwMode="auto">
            <a:xfrm>
              <a:off x="3686" y="244"/>
              <a:ext cx="177" cy="66"/>
              <a:chOff x="2848" y="848"/>
              <a:chExt cx="140" cy="98"/>
            </a:xfrm>
          </p:grpSpPr>
          <p:sp>
            <p:nvSpPr>
              <p:cNvPr id="141" name="Line 193"/>
              <p:cNvSpPr>
                <a:spLocks noChangeShapeType="1"/>
              </p:cNvSpPr>
              <p:nvPr/>
            </p:nvSpPr>
            <p:spPr bwMode="auto">
              <a:xfrm flipV="1">
                <a:off x="2848" y="848"/>
                <a:ext cx="50" cy="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defTabSz="685800" eaLnBrk="1" fontAlgn="auto" hangingPunct="1">
                  <a:spcBef>
                    <a:spcPts val="0"/>
                  </a:spcBef>
                  <a:spcAft>
                    <a:spcPts val="0"/>
                  </a:spcAft>
                </a:pPr>
                <a:endParaRPr lang="zh-CN" altLang="en-US" sz="1350">
                  <a:solidFill>
                    <a:prstClr val="black"/>
                  </a:solidFill>
                  <a:latin typeface="等线" panose="020F0502020204030204"/>
                  <a:ea typeface="等线" panose="02010600030101010101" pitchFamily="2" charset="-122"/>
                  <a:cs typeface="+mn-cs"/>
                </a:endParaRPr>
              </a:p>
            </p:txBody>
          </p:sp>
          <p:sp>
            <p:nvSpPr>
              <p:cNvPr id="142" name="Line 194"/>
              <p:cNvSpPr>
                <a:spLocks noChangeShapeType="1"/>
              </p:cNvSpPr>
              <p:nvPr/>
            </p:nvSpPr>
            <p:spPr bwMode="auto">
              <a:xfrm>
                <a:off x="2944" y="946"/>
                <a:ext cx="44"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defTabSz="685800" eaLnBrk="1" fontAlgn="auto" hangingPunct="1">
                  <a:spcBef>
                    <a:spcPts val="0"/>
                  </a:spcBef>
                  <a:spcAft>
                    <a:spcPts val="0"/>
                  </a:spcAft>
                </a:pPr>
                <a:endParaRPr lang="zh-CN" altLang="en-US" sz="1350">
                  <a:solidFill>
                    <a:prstClr val="black"/>
                  </a:solidFill>
                  <a:latin typeface="等线" panose="020F0502020204030204"/>
                  <a:ea typeface="等线" panose="02010600030101010101" pitchFamily="2" charset="-122"/>
                  <a:cs typeface="+mn-cs"/>
                </a:endParaRPr>
              </a:p>
            </p:txBody>
          </p:sp>
          <p:sp>
            <p:nvSpPr>
              <p:cNvPr id="143" name="Line 195"/>
              <p:cNvSpPr>
                <a:spLocks noChangeShapeType="1"/>
              </p:cNvSpPr>
              <p:nvPr/>
            </p:nvSpPr>
            <p:spPr bwMode="auto">
              <a:xfrm>
                <a:off x="2894" y="850"/>
                <a:ext cx="52" cy="9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defTabSz="685800" eaLnBrk="1" fontAlgn="auto" hangingPunct="1">
                  <a:spcBef>
                    <a:spcPts val="0"/>
                  </a:spcBef>
                  <a:spcAft>
                    <a:spcPts val="0"/>
                  </a:spcAft>
                </a:pPr>
                <a:endParaRPr lang="zh-CN" altLang="en-US" sz="1350">
                  <a:solidFill>
                    <a:prstClr val="black"/>
                  </a:solidFill>
                  <a:latin typeface="等线" panose="020F0502020204030204"/>
                  <a:ea typeface="等线" panose="02010600030101010101" pitchFamily="2" charset="-122"/>
                  <a:cs typeface="+mn-cs"/>
                </a:endParaRPr>
              </a:p>
            </p:txBody>
          </p:sp>
        </p:grpSp>
        <p:grpSp>
          <p:nvGrpSpPr>
            <p:cNvPr id="137" name="Group 196"/>
            <p:cNvGrpSpPr>
              <a:grpSpLocks/>
            </p:cNvGrpSpPr>
            <p:nvPr/>
          </p:nvGrpSpPr>
          <p:grpSpPr bwMode="auto">
            <a:xfrm flipV="1">
              <a:off x="3686" y="243"/>
              <a:ext cx="177" cy="66"/>
              <a:chOff x="2848" y="848"/>
              <a:chExt cx="140" cy="98"/>
            </a:xfrm>
          </p:grpSpPr>
          <p:sp>
            <p:nvSpPr>
              <p:cNvPr id="138" name="Line 197"/>
              <p:cNvSpPr>
                <a:spLocks noChangeShapeType="1"/>
              </p:cNvSpPr>
              <p:nvPr/>
            </p:nvSpPr>
            <p:spPr bwMode="auto">
              <a:xfrm flipV="1">
                <a:off x="2848" y="848"/>
                <a:ext cx="50" cy="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defTabSz="685800" eaLnBrk="1" fontAlgn="auto" hangingPunct="1">
                  <a:spcBef>
                    <a:spcPts val="0"/>
                  </a:spcBef>
                  <a:spcAft>
                    <a:spcPts val="0"/>
                  </a:spcAft>
                </a:pPr>
                <a:endParaRPr lang="zh-CN" altLang="en-US" sz="1350">
                  <a:solidFill>
                    <a:prstClr val="black"/>
                  </a:solidFill>
                  <a:latin typeface="等线" panose="020F0502020204030204"/>
                  <a:ea typeface="等线" panose="02010600030101010101" pitchFamily="2" charset="-122"/>
                  <a:cs typeface="+mn-cs"/>
                </a:endParaRPr>
              </a:p>
            </p:txBody>
          </p:sp>
          <p:sp>
            <p:nvSpPr>
              <p:cNvPr id="139" name="Line 198"/>
              <p:cNvSpPr>
                <a:spLocks noChangeShapeType="1"/>
              </p:cNvSpPr>
              <p:nvPr/>
            </p:nvSpPr>
            <p:spPr bwMode="auto">
              <a:xfrm>
                <a:off x="2944" y="946"/>
                <a:ext cx="44"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defTabSz="685800" eaLnBrk="1" fontAlgn="auto" hangingPunct="1">
                  <a:spcBef>
                    <a:spcPts val="0"/>
                  </a:spcBef>
                  <a:spcAft>
                    <a:spcPts val="0"/>
                  </a:spcAft>
                </a:pPr>
                <a:endParaRPr lang="zh-CN" altLang="en-US" sz="1350">
                  <a:solidFill>
                    <a:prstClr val="black"/>
                  </a:solidFill>
                  <a:latin typeface="等线" panose="020F0502020204030204"/>
                  <a:ea typeface="等线" panose="02010600030101010101" pitchFamily="2" charset="-122"/>
                  <a:cs typeface="+mn-cs"/>
                </a:endParaRPr>
              </a:p>
            </p:txBody>
          </p:sp>
          <p:sp>
            <p:nvSpPr>
              <p:cNvPr id="140" name="Line 199"/>
              <p:cNvSpPr>
                <a:spLocks noChangeShapeType="1"/>
              </p:cNvSpPr>
              <p:nvPr/>
            </p:nvSpPr>
            <p:spPr bwMode="auto">
              <a:xfrm>
                <a:off x="2894" y="850"/>
                <a:ext cx="52" cy="9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defTabSz="685800" eaLnBrk="1" fontAlgn="auto" hangingPunct="1">
                  <a:spcBef>
                    <a:spcPts val="0"/>
                  </a:spcBef>
                  <a:spcAft>
                    <a:spcPts val="0"/>
                  </a:spcAft>
                </a:pPr>
                <a:endParaRPr lang="zh-CN" altLang="en-US" sz="1350">
                  <a:solidFill>
                    <a:prstClr val="black"/>
                  </a:solidFill>
                  <a:latin typeface="等线" panose="020F0502020204030204"/>
                  <a:ea typeface="等线" panose="02010600030101010101" pitchFamily="2" charset="-122"/>
                  <a:cs typeface="+mn-cs"/>
                </a:endParaRPr>
              </a:p>
            </p:txBody>
          </p:sp>
        </p:grpSp>
      </p:grpSp>
      <p:sp>
        <p:nvSpPr>
          <p:cNvPr id="144" name="Line 260"/>
          <p:cNvSpPr>
            <a:spLocks noChangeShapeType="1"/>
          </p:cNvSpPr>
          <p:nvPr/>
        </p:nvSpPr>
        <p:spPr bwMode="auto">
          <a:xfrm>
            <a:off x="5234262" y="2978573"/>
            <a:ext cx="485775" cy="15597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defTabSz="685800" eaLnBrk="1" fontAlgn="auto" hangingPunct="1">
              <a:spcBef>
                <a:spcPts val="0"/>
              </a:spcBef>
              <a:spcAft>
                <a:spcPts val="0"/>
              </a:spcAft>
            </a:pPr>
            <a:endParaRPr lang="zh-CN" altLang="en-US" sz="1350">
              <a:solidFill>
                <a:prstClr val="black"/>
              </a:solidFill>
              <a:latin typeface="等线" panose="020F0502020204030204"/>
              <a:ea typeface="等线" panose="02010600030101010101" pitchFamily="2" charset="-122"/>
              <a:cs typeface="+mn-cs"/>
            </a:endParaRPr>
          </a:p>
        </p:txBody>
      </p:sp>
      <p:sp>
        <p:nvSpPr>
          <p:cNvPr id="145" name="Line 261"/>
          <p:cNvSpPr>
            <a:spLocks noChangeShapeType="1"/>
          </p:cNvSpPr>
          <p:nvPr/>
        </p:nvSpPr>
        <p:spPr bwMode="auto">
          <a:xfrm flipH="1">
            <a:off x="6172476" y="2938092"/>
            <a:ext cx="557212" cy="20835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defTabSz="685800" eaLnBrk="1" fontAlgn="auto" hangingPunct="1">
              <a:spcBef>
                <a:spcPts val="0"/>
              </a:spcBef>
              <a:spcAft>
                <a:spcPts val="0"/>
              </a:spcAft>
            </a:pPr>
            <a:endParaRPr lang="zh-CN" altLang="en-US" sz="1350">
              <a:solidFill>
                <a:prstClr val="black"/>
              </a:solidFill>
              <a:latin typeface="等线" panose="020F0502020204030204"/>
              <a:ea typeface="等线" panose="02010600030101010101" pitchFamily="2" charset="-122"/>
              <a:cs typeface="+mn-cs"/>
            </a:endParaRPr>
          </a:p>
        </p:txBody>
      </p:sp>
      <p:grpSp>
        <p:nvGrpSpPr>
          <p:cNvPr id="146" name="Group 262"/>
          <p:cNvGrpSpPr>
            <a:grpSpLocks/>
          </p:cNvGrpSpPr>
          <p:nvPr/>
        </p:nvGrpSpPr>
        <p:grpSpPr bwMode="auto">
          <a:xfrm>
            <a:off x="4732612" y="2891659"/>
            <a:ext cx="501650" cy="175022"/>
            <a:chOff x="3600" y="219"/>
            <a:chExt cx="360" cy="175"/>
          </a:xfrm>
        </p:grpSpPr>
        <p:sp>
          <p:nvSpPr>
            <p:cNvPr id="147" name="Oval 263"/>
            <p:cNvSpPr>
              <a:spLocks noChangeArrowheads="1"/>
            </p:cNvSpPr>
            <p:nvPr/>
          </p:nvSpPr>
          <p:spPr bwMode="auto">
            <a:xfrm>
              <a:off x="3603" y="297"/>
              <a:ext cx="357" cy="97"/>
            </a:xfrm>
            <a:prstGeom prst="ellipse">
              <a:avLst/>
            </a:prstGeom>
            <a:solidFill>
              <a:schemeClr val="hlink"/>
            </a:solidFill>
            <a:ln w="12700">
              <a:solidFill>
                <a:schemeClr val="tx1"/>
              </a:solidFill>
              <a:round/>
              <a:headEnd/>
              <a:tailEnd/>
            </a:ln>
          </p:spPr>
          <p:txBody>
            <a:bodyPr wrap="none" anchor="ctr"/>
            <a:lstStyle/>
            <a:p>
              <a:pPr defTabSz="685800" eaLnBrk="1" fontAlgn="auto" hangingPunct="1">
                <a:spcBef>
                  <a:spcPts val="0"/>
                </a:spcBef>
                <a:spcAft>
                  <a:spcPts val="0"/>
                </a:spcAft>
              </a:pPr>
              <a:endParaRPr lang="zh-CN" altLang="en-US" sz="1350">
                <a:solidFill>
                  <a:prstClr val="black"/>
                </a:solidFill>
                <a:latin typeface="等线" panose="020F0502020204030204"/>
                <a:ea typeface="宋体" pitchFamily="2" charset="-122"/>
                <a:cs typeface="+mn-cs"/>
              </a:endParaRPr>
            </a:p>
          </p:txBody>
        </p:sp>
        <p:sp>
          <p:nvSpPr>
            <p:cNvPr id="148" name="Line 264"/>
            <p:cNvSpPr>
              <a:spLocks noChangeShapeType="1"/>
            </p:cNvSpPr>
            <p:nvPr/>
          </p:nvSpPr>
          <p:spPr bwMode="auto">
            <a:xfrm>
              <a:off x="3603" y="289"/>
              <a:ext cx="0" cy="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defTabSz="685800" eaLnBrk="1" fontAlgn="auto" hangingPunct="1">
                <a:spcBef>
                  <a:spcPts val="0"/>
                </a:spcBef>
                <a:spcAft>
                  <a:spcPts val="0"/>
                </a:spcAft>
              </a:pPr>
              <a:endParaRPr lang="zh-CN" altLang="en-US" sz="1350">
                <a:solidFill>
                  <a:prstClr val="black"/>
                </a:solidFill>
                <a:latin typeface="等线" panose="020F0502020204030204"/>
                <a:ea typeface="等线" panose="02010600030101010101" pitchFamily="2" charset="-122"/>
                <a:cs typeface="+mn-cs"/>
              </a:endParaRPr>
            </a:p>
          </p:txBody>
        </p:sp>
        <p:sp>
          <p:nvSpPr>
            <p:cNvPr id="149" name="Line 265"/>
            <p:cNvSpPr>
              <a:spLocks noChangeShapeType="1"/>
            </p:cNvSpPr>
            <p:nvPr/>
          </p:nvSpPr>
          <p:spPr bwMode="auto">
            <a:xfrm>
              <a:off x="3960" y="289"/>
              <a:ext cx="0" cy="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defTabSz="685800" eaLnBrk="1" fontAlgn="auto" hangingPunct="1">
                <a:spcBef>
                  <a:spcPts val="0"/>
                </a:spcBef>
                <a:spcAft>
                  <a:spcPts val="0"/>
                </a:spcAft>
              </a:pPr>
              <a:endParaRPr lang="zh-CN" altLang="en-US" sz="1350">
                <a:solidFill>
                  <a:prstClr val="black"/>
                </a:solidFill>
                <a:latin typeface="等线" panose="020F0502020204030204"/>
                <a:ea typeface="等线" panose="02010600030101010101" pitchFamily="2" charset="-122"/>
                <a:cs typeface="+mn-cs"/>
              </a:endParaRPr>
            </a:p>
          </p:txBody>
        </p:sp>
        <p:sp>
          <p:nvSpPr>
            <p:cNvPr id="150" name="Rectangle 266"/>
            <p:cNvSpPr>
              <a:spLocks noChangeArrowheads="1"/>
            </p:cNvSpPr>
            <p:nvPr/>
          </p:nvSpPr>
          <p:spPr bwMode="auto">
            <a:xfrm>
              <a:off x="3603" y="289"/>
              <a:ext cx="354" cy="59"/>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p>
              <a:pPr algn="ctr" defTabSz="685800" eaLnBrk="1" fontAlgn="auto" hangingPunct="1">
                <a:spcBef>
                  <a:spcPts val="0"/>
                </a:spcBef>
                <a:spcAft>
                  <a:spcPts val="0"/>
                </a:spcAft>
              </a:pPr>
              <a:endParaRPr lang="zh-CN" altLang="en-US" sz="1350">
                <a:solidFill>
                  <a:prstClr val="black"/>
                </a:solidFill>
                <a:latin typeface="等线" panose="020F0502020204030204"/>
                <a:ea typeface="宋体" pitchFamily="2" charset="-122"/>
                <a:cs typeface="+mn-cs"/>
              </a:endParaRPr>
            </a:p>
          </p:txBody>
        </p:sp>
        <p:sp>
          <p:nvSpPr>
            <p:cNvPr id="151" name="Oval 267"/>
            <p:cNvSpPr>
              <a:spLocks noChangeArrowheads="1"/>
            </p:cNvSpPr>
            <p:nvPr/>
          </p:nvSpPr>
          <p:spPr bwMode="auto">
            <a:xfrm>
              <a:off x="3600" y="219"/>
              <a:ext cx="357" cy="113"/>
            </a:xfrm>
            <a:prstGeom prst="ellipse">
              <a:avLst/>
            </a:prstGeom>
            <a:solidFill>
              <a:schemeClr val="hlink"/>
            </a:solidFill>
            <a:ln w="12700">
              <a:solidFill>
                <a:schemeClr val="tx1"/>
              </a:solidFill>
              <a:round/>
              <a:headEnd/>
              <a:tailEnd/>
            </a:ln>
          </p:spPr>
          <p:txBody>
            <a:bodyPr wrap="none" anchor="ctr"/>
            <a:lstStyle/>
            <a:p>
              <a:pPr defTabSz="685800" eaLnBrk="1" fontAlgn="auto" hangingPunct="1">
                <a:spcBef>
                  <a:spcPts val="0"/>
                </a:spcBef>
                <a:spcAft>
                  <a:spcPts val="0"/>
                </a:spcAft>
              </a:pPr>
              <a:endParaRPr lang="zh-CN" altLang="en-US" sz="1350">
                <a:solidFill>
                  <a:prstClr val="black"/>
                </a:solidFill>
                <a:latin typeface="等线" panose="020F0502020204030204"/>
                <a:ea typeface="宋体" pitchFamily="2" charset="-122"/>
                <a:cs typeface="+mn-cs"/>
              </a:endParaRPr>
            </a:p>
          </p:txBody>
        </p:sp>
        <p:grpSp>
          <p:nvGrpSpPr>
            <p:cNvPr id="152" name="Group 268"/>
            <p:cNvGrpSpPr>
              <a:grpSpLocks/>
            </p:cNvGrpSpPr>
            <p:nvPr/>
          </p:nvGrpSpPr>
          <p:grpSpPr bwMode="auto">
            <a:xfrm>
              <a:off x="3686" y="244"/>
              <a:ext cx="177" cy="66"/>
              <a:chOff x="2848" y="848"/>
              <a:chExt cx="140" cy="98"/>
            </a:xfrm>
          </p:grpSpPr>
          <p:sp>
            <p:nvSpPr>
              <p:cNvPr id="157" name="Line 269"/>
              <p:cNvSpPr>
                <a:spLocks noChangeShapeType="1"/>
              </p:cNvSpPr>
              <p:nvPr/>
            </p:nvSpPr>
            <p:spPr bwMode="auto">
              <a:xfrm flipV="1">
                <a:off x="2848" y="848"/>
                <a:ext cx="50" cy="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defTabSz="685800" eaLnBrk="1" fontAlgn="auto" hangingPunct="1">
                  <a:spcBef>
                    <a:spcPts val="0"/>
                  </a:spcBef>
                  <a:spcAft>
                    <a:spcPts val="0"/>
                  </a:spcAft>
                </a:pPr>
                <a:endParaRPr lang="zh-CN" altLang="en-US" sz="1350">
                  <a:solidFill>
                    <a:prstClr val="black"/>
                  </a:solidFill>
                  <a:latin typeface="等线" panose="020F0502020204030204"/>
                  <a:ea typeface="等线" panose="02010600030101010101" pitchFamily="2" charset="-122"/>
                  <a:cs typeface="+mn-cs"/>
                </a:endParaRPr>
              </a:p>
            </p:txBody>
          </p:sp>
          <p:sp>
            <p:nvSpPr>
              <p:cNvPr id="158" name="Line 270"/>
              <p:cNvSpPr>
                <a:spLocks noChangeShapeType="1"/>
              </p:cNvSpPr>
              <p:nvPr/>
            </p:nvSpPr>
            <p:spPr bwMode="auto">
              <a:xfrm>
                <a:off x="2944" y="946"/>
                <a:ext cx="44"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defTabSz="685800" eaLnBrk="1" fontAlgn="auto" hangingPunct="1">
                  <a:spcBef>
                    <a:spcPts val="0"/>
                  </a:spcBef>
                  <a:spcAft>
                    <a:spcPts val="0"/>
                  </a:spcAft>
                </a:pPr>
                <a:endParaRPr lang="zh-CN" altLang="en-US" sz="1350">
                  <a:solidFill>
                    <a:prstClr val="black"/>
                  </a:solidFill>
                  <a:latin typeface="等线" panose="020F0502020204030204"/>
                  <a:ea typeface="等线" panose="02010600030101010101" pitchFamily="2" charset="-122"/>
                  <a:cs typeface="+mn-cs"/>
                </a:endParaRPr>
              </a:p>
            </p:txBody>
          </p:sp>
          <p:sp>
            <p:nvSpPr>
              <p:cNvPr id="159" name="Line 271"/>
              <p:cNvSpPr>
                <a:spLocks noChangeShapeType="1"/>
              </p:cNvSpPr>
              <p:nvPr/>
            </p:nvSpPr>
            <p:spPr bwMode="auto">
              <a:xfrm>
                <a:off x="2894" y="850"/>
                <a:ext cx="52" cy="9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defTabSz="685800" eaLnBrk="1" fontAlgn="auto" hangingPunct="1">
                  <a:spcBef>
                    <a:spcPts val="0"/>
                  </a:spcBef>
                  <a:spcAft>
                    <a:spcPts val="0"/>
                  </a:spcAft>
                </a:pPr>
                <a:endParaRPr lang="zh-CN" altLang="en-US" sz="1350">
                  <a:solidFill>
                    <a:prstClr val="black"/>
                  </a:solidFill>
                  <a:latin typeface="等线" panose="020F0502020204030204"/>
                  <a:ea typeface="等线" panose="02010600030101010101" pitchFamily="2" charset="-122"/>
                  <a:cs typeface="+mn-cs"/>
                </a:endParaRPr>
              </a:p>
            </p:txBody>
          </p:sp>
        </p:grpSp>
        <p:grpSp>
          <p:nvGrpSpPr>
            <p:cNvPr id="153" name="Group 272"/>
            <p:cNvGrpSpPr>
              <a:grpSpLocks/>
            </p:cNvGrpSpPr>
            <p:nvPr/>
          </p:nvGrpSpPr>
          <p:grpSpPr bwMode="auto">
            <a:xfrm flipV="1">
              <a:off x="3686" y="243"/>
              <a:ext cx="177" cy="66"/>
              <a:chOff x="2848" y="848"/>
              <a:chExt cx="140" cy="98"/>
            </a:xfrm>
          </p:grpSpPr>
          <p:sp>
            <p:nvSpPr>
              <p:cNvPr id="154" name="Line 273"/>
              <p:cNvSpPr>
                <a:spLocks noChangeShapeType="1"/>
              </p:cNvSpPr>
              <p:nvPr/>
            </p:nvSpPr>
            <p:spPr bwMode="auto">
              <a:xfrm flipV="1">
                <a:off x="2848" y="848"/>
                <a:ext cx="50" cy="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defTabSz="685800" eaLnBrk="1" fontAlgn="auto" hangingPunct="1">
                  <a:spcBef>
                    <a:spcPts val="0"/>
                  </a:spcBef>
                  <a:spcAft>
                    <a:spcPts val="0"/>
                  </a:spcAft>
                </a:pPr>
                <a:endParaRPr lang="zh-CN" altLang="en-US" sz="1350">
                  <a:solidFill>
                    <a:prstClr val="black"/>
                  </a:solidFill>
                  <a:latin typeface="等线" panose="020F0502020204030204"/>
                  <a:ea typeface="等线" panose="02010600030101010101" pitchFamily="2" charset="-122"/>
                  <a:cs typeface="+mn-cs"/>
                </a:endParaRPr>
              </a:p>
            </p:txBody>
          </p:sp>
          <p:sp>
            <p:nvSpPr>
              <p:cNvPr id="155" name="Line 274"/>
              <p:cNvSpPr>
                <a:spLocks noChangeShapeType="1"/>
              </p:cNvSpPr>
              <p:nvPr/>
            </p:nvSpPr>
            <p:spPr bwMode="auto">
              <a:xfrm>
                <a:off x="2944" y="946"/>
                <a:ext cx="44"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defTabSz="685800" eaLnBrk="1" fontAlgn="auto" hangingPunct="1">
                  <a:spcBef>
                    <a:spcPts val="0"/>
                  </a:spcBef>
                  <a:spcAft>
                    <a:spcPts val="0"/>
                  </a:spcAft>
                </a:pPr>
                <a:endParaRPr lang="zh-CN" altLang="en-US" sz="1350">
                  <a:solidFill>
                    <a:prstClr val="black"/>
                  </a:solidFill>
                  <a:latin typeface="等线" panose="020F0502020204030204"/>
                  <a:ea typeface="等线" panose="02010600030101010101" pitchFamily="2" charset="-122"/>
                  <a:cs typeface="+mn-cs"/>
                </a:endParaRPr>
              </a:p>
            </p:txBody>
          </p:sp>
          <p:sp>
            <p:nvSpPr>
              <p:cNvPr id="156" name="Line 275"/>
              <p:cNvSpPr>
                <a:spLocks noChangeShapeType="1"/>
              </p:cNvSpPr>
              <p:nvPr/>
            </p:nvSpPr>
            <p:spPr bwMode="auto">
              <a:xfrm>
                <a:off x="2894" y="850"/>
                <a:ext cx="52" cy="9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defTabSz="685800" eaLnBrk="1" fontAlgn="auto" hangingPunct="1">
                  <a:spcBef>
                    <a:spcPts val="0"/>
                  </a:spcBef>
                  <a:spcAft>
                    <a:spcPts val="0"/>
                  </a:spcAft>
                </a:pPr>
                <a:endParaRPr lang="zh-CN" altLang="en-US" sz="1350">
                  <a:solidFill>
                    <a:prstClr val="black"/>
                  </a:solidFill>
                  <a:latin typeface="等线" panose="020F0502020204030204"/>
                  <a:ea typeface="等线" panose="02010600030101010101" pitchFamily="2" charset="-122"/>
                  <a:cs typeface="+mn-cs"/>
                </a:endParaRPr>
              </a:p>
            </p:txBody>
          </p:sp>
        </p:grpSp>
      </p:grpSp>
      <p:grpSp>
        <p:nvGrpSpPr>
          <p:cNvPr id="160" name="Group 276"/>
          <p:cNvGrpSpPr>
            <a:grpSpLocks/>
          </p:cNvGrpSpPr>
          <p:nvPr/>
        </p:nvGrpSpPr>
        <p:grpSpPr bwMode="auto">
          <a:xfrm>
            <a:off x="5720038" y="3047629"/>
            <a:ext cx="500063" cy="175022"/>
            <a:chOff x="3600" y="219"/>
            <a:chExt cx="360" cy="175"/>
          </a:xfrm>
        </p:grpSpPr>
        <p:sp>
          <p:nvSpPr>
            <p:cNvPr id="161" name="Oval 277"/>
            <p:cNvSpPr>
              <a:spLocks noChangeArrowheads="1"/>
            </p:cNvSpPr>
            <p:nvPr/>
          </p:nvSpPr>
          <p:spPr bwMode="auto">
            <a:xfrm>
              <a:off x="3603" y="297"/>
              <a:ext cx="357" cy="97"/>
            </a:xfrm>
            <a:prstGeom prst="ellipse">
              <a:avLst/>
            </a:prstGeom>
            <a:solidFill>
              <a:schemeClr val="hlink"/>
            </a:solidFill>
            <a:ln w="12700">
              <a:solidFill>
                <a:schemeClr val="tx1"/>
              </a:solidFill>
              <a:round/>
              <a:headEnd/>
              <a:tailEnd/>
            </a:ln>
          </p:spPr>
          <p:txBody>
            <a:bodyPr wrap="none" anchor="ctr"/>
            <a:lstStyle/>
            <a:p>
              <a:pPr defTabSz="685800" eaLnBrk="1" fontAlgn="auto" hangingPunct="1">
                <a:spcBef>
                  <a:spcPts val="0"/>
                </a:spcBef>
                <a:spcAft>
                  <a:spcPts val="0"/>
                </a:spcAft>
              </a:pPr>
              <a:endParaRPr lang="zh-CN" altLang="en-US" sz="1350">
                <a:solidFill>
                  <a:prstClr val="black"/>
                </a:solidFill>
                <a:latin typeface="等线" panose="020F0502020204030204"/>
                <a:ea typeface="宋体" pitchFamily="2" charset="-122"/>
                <a:cs typeface="+mn-cs"/>
              </a:endParaRPr>
            </a:p>
          </p:txBody>
        </p:sp>
        <p:sp>
          <p:nvSpPr>
            <p:cNvPr id="162" name="Line 278"/>
            <p:cNvSpPr>
              <a:spLocks noChangeShapeType="1"/>
            </p:cNvSpPr>
            <p:nvPr/>
          </p:nvSpPr>
          <p:spPr bwMode="auto">
            <a:xfrm>
              <a:off x="3603" y="289"/>
              <a:ext cx="0" cy="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defTabSz="685800" eaLnBrk="1" fontAlgn="auto" hangingPunct="1">
                <a:spcBef>
                  <a:spcPts val="0"/>
                </a:spcBef>
                <a:spcAft>
                  <a:spcPts val="0"/>
                </a:spcAft>
              </a:pPr>
              <a:endParaRPr lang="zh-CN" altLang="en-US" sz="1350">
                <a:solidFill>
                  <a:prstClr val="black"/>
                </a:solidFill>
                <a:latin typeface="等线" panose="020F0502020204030204"/>
                <a:ea typeface="等线" panose="02010600030101010101" pitchFamily="2" charset="-122"/>
                <a:cs typeface="+mn-cs"/>
              </a:endParaRPr>
            </a:p>
          </p:txBody>
        </p:sp>
        <p:sp>
          <p:nvSpPr>
            <p:cNvPr id="163" name="Line 279"/>
            <p:cNvSpPr>
              <a:spLocks noChangeShapeType="1"/>
            </p:cNvSpPr>
            <p:nvPr/>
          </p:nvSpPr>
          <p:spPr bwMode="auto">
            <a:xfrm>
              <a:off x="3960" y="289"/>
              <a:ext cx="0" cy="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defTabSz="685800" eaLnBrk="1" fontAlgn="auto" hangingPunct="1">
                <a:spcBef>
                  <a:spcPts val="0"/>
                </a:spcBef>
                <a:spcAft>
                  <a:spcPts val="0"/>
                </a:spcAft>
              </a:pPr>
              <a:endParaRPr lang="zh-CN" altLang="en-US" sz="1350">
                <a:solidFill>
                  <a:prstClr val="black"/>
                </a:solidFill>
                <a:latin typeface="等线" panose="020F0502020204030204"/>
                <a:ea typeface="等线" panose="02010600030101010101" pitchFamily="2" charset="-122"/>
                <a:cs typeface="+mn-cs"/>
              </a:endParaRPr>
            </a:p>
          </p:txBody>
        </p:sp>
        <p:sp>
          <p:nvSpPr>
            <p:cNvPr id="164" name="Rectangle 280"/>
            <p:cNvSpPr>
              <a:spLocks noChangeArrowheads="1"/>
            </p:cNvSpPr>
            <p:nvPr/>
          </p:nvSpPr>
          <p:spPr bwMode="auto">
            <a:xfrm>
              <a:off x="3603" y="289"/>
              <a:ext cx="354" cy="59"/>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p>
              <a:pPr algn="ctr" defTabSz="685800" eaLnBrk="1" fontAlgn="auto" hangingPunct="1">
                <a:spcBef>
                  <a:spcPts val="0"/>
                </a:spcBef>
                <a:spcAft>
                  <a:spcPts val="0"/>
                </a:spcAft>
              </a:pPr>
              <a:endParaRPr lang="zh-CN" altLang="en-US" sz="1350">
                <a:solidFill>
                  <a:prstClr val="black"/>
                </a:solidFill>
                <a:latin typeface="等线" panose="020F0502020204030204"/>
                <a:ea typeface="宋体" pitchFamily="2" charset="-122"/>
                <a:cs typeface="+mn-cs"/>
              </a:endParaRPr>
            </a:p>
          </p:txBody>
        </p:sp>
        <p:sp>
          <p:nvSpPr>
            <p:cNvPr id="165" name="Oval 281"/>
            <p:cNvSpPr>
              <a:spLocks noChangeArrowheads="1"/>
            </p:cNvSpPr>
            <p:nvPr/>
          </p:nvSpPr>
          <p:spPr bwMode="auto">
            <a:xfrm>
              <a:off x="3600" y="219"/>
              <a:ext cx="357" cy="113"/>
            </a:xfrm>
            <a:prstGeom prst="ellipse">
              <a:avLst/>
            </a:prstGeom>
            <a:solidFill>
              <a:schemeClr val="hlink"/>
            </a:solidFill>
            <a:ln w="12700">
              <a:solidFill>
                <a:schemeClr val="tx1"/>
              </a:solidFill>
              <a:round/>
              <a:headEnd/>
              <a:tailEnd/>
            </a:ln>
          </p:spPr>
          <p:txBody>
            <a:bodyPr wrap="none" anchor="ctr"/>
            <a:lstStyle/>
            <a:p>
              <a:pPr defTabSz="685800" eaLnBrk="1" fontAlgn="auto" hangingPunct="1">
                <a:spcBef>
                  <a:spcPts val="0"/>
                </a:spcBef>
                <a:spcAft>
                  <a:spcPts val="0"/>
                </a:spcAft>
              </a:pPr>
              <a:endParaRPr lang="zh-CN" altLang="en-US" sz="1350">
                <a:solidFill>
                  <a:prstClr val="black"/>
                </a:solidFill>
                <a:latin typeface="等线" panose="020F0502020204030204"/>
                <a:ea typeface="宋体" pitchFamily="2" charset="-122"/>
                <a:cs typeface="+mn-cs"/>
              </a:endParaRPr>
            </a:p>
          </p:txBody>
        </p:sp>
        <p:grpSp>
          <p:nvGrpSpPr>
            <p:cNvPr id="166" name="Group 282"/>
            <p:cNvGrpSpPr>
              <a:grpSpLocks/>
            </p:cNvGrpSpPr>
            <p:nvPr/>
          </p:nvGrpSpPr>
          <p:grpSpPr bwMode="auto">
            <a:xfrm>
              <a:off x="3686" y="244"/>
              <a:ext cx="177" cy="66"/>
              <a:chOff x="2848" y="848"/>
              <a:chExt cx="140" cy="98"/>
            </a:xfrm>
          </p:grpSpPr>
          <p:sp>
            <p:nvSpPr>
              <p:cNvPr id="171" name="Line 283"/>
              <p:cNvSpPr>
                <a:spLocks noChangeShapeType="1"/>
              </p:cNvSpPr>
              <p:nvPr/>
            </p:nvSpPr>
            <p:spPr bwMode="auto">
              <a:xfrm flipV="1">
                <a:off x="2848" y="848"/>
                <a:ext cx="50" cy="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defTabSz="685800" eaLnBrk="1" fontAlgn="auto" hangingPunct="1">
                  <a:spcBef>
                    <a:spcPts val="0"/>
                  </a:spcBef>
                  <a:spcAft>
                    <a:spcPts val="0"/>
                  </a:spcAft>
                </a:pPr>
                <a:endParaRPr lang="zh-CN" altLang="en-US" sz="1350">
                  <a:solidFill>
                    <a:prstClr val="black"/>
                  </a:solidFill>
                  <a:latin typeface="等线" panose="020F0502020204030204"/>
                  <a:ea typeface="等线" panose="02010600030101010101" pitchFamily="2" charset="-122"/>
                  <a:cs typeface="+mn-cs"/>
                </a:endParaRPr>
              </a:p>
            </p:txBody>
          </p:sp>
          <p:sp>
            <p:nvSpPr>
              <p:cNvPr id="172" name="Line 284"/>
              <p:cNvSpPr>
                <a:spLocks noChangeShapeType="1"/>
              </p:cNvSpPr>
              <p:nvPr/>
            </p:nvSpPr>
            <p:spPr bwMode="auto">
              <a:xfrm>
                <a:off x="2944" y="946"/>
                <a:ext cx="44"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defTabSz="685800" eaLnBrk="1" fontAlgn="auto" hangingPunct="1">
                  <a:spcBef>
                    <a:spcPts val="0"/>
                  </a:spcBef>
                  <a:spcAft>
                    <a:spcPts val="0"/>
                  </a:spcAft>
                </a:pPr>
                <a:endParaRPr lang="zh-CN" altLang="en-US" sz="1350">
                  <a:solidFill>
                    <a:prstClr val="black"/>
                  </a:solidFill>
                  <a:latin typeface="等线" panose="020F0502020204030204"/>
                  <a:ea typeface="等线" panose="02010600030101010101" pitchFamily="2" charset="-122"/>
                  <a:cs typeface="+mn-cs"/>
                </a:endParaRPr>
              </a:p>
            </p:txBody>
          </p:sp>
          <p:sp>
            <p:nvSpPr>
              <p:cNvPr id="173" name="Line 285"/>
              <p:cNvSpPr>
                <a:spLocks noChangeShapeType="1"/>
              </p:cNvSpPr>
              <p:nvPr/>
            </p:nvSpPr>
            <p:spPr bwMode="auto">
              <a:xfrm>
                <a:off x="2894" y="850"/>
                <a:ext cx="52" cy="9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defTabSz="685800" eaLnBrk="1" fontAlgn="auto" hangingPunct="1">
                  <a:spcBef>
                    <a:spcPts val="0"/>
                  </a:spcBef>
                  <a:spcAft>
                    <a:spcPts val="0"/>
                  </a:spcAft>
                </a:pPr>
                <a:endParaRPr lang="zh-CN" altLang="en-US" sz="1350">
                  <a:solidFill>
                    <a:prstClr val="black"/>
                  </a:solidFill>
                  <a:latin typeface="等线" panose="020F0502020204030204"/>
                  <a:ea typeface="等线" panose="02010600030101010101" pitchFamily="2" charset="-122"/>
                  <a:cs typeface="+mn-cs"/>
                </a:endParaRPr>
              </a:p>
            </p:txBody>
          </p:sp>
        </p:grpSp>
        <p:grpSp>
          <p:nvGrpSpPr>
            <p:cNvPr id="167" name="Group 286"/>
            <p:cNvGrpSpPr>
              <a:grpSpLocks/>
            </p:cNvGrpSpPr>
            <p:nvPr/>
          </p:nvGrpSpPr>
          <p:grpSpPr bwMode="auto">
            <a:xfrm flipV="1">
              <a:off x="3686" y="243"/>
              <a:ext cx="177" cy="66"/>
              <a:chOff x="2848" y="848"/>
              <a:chExt cx="140" cy="98"/>
            </a:xfrm>
          </p:grpSpPr>
          <p:sp>
            <p:nvSpPr>
              <p:cNvPr id="168" name="Line 287"/>
              <p:cNvSpPr>
                <a:spLocks noChangeShapeType="1"/>
              </p:cNvSpPr>
              <p:nvPr/>
            </p:nvSpPr>
            <p:spPr bwMode="auto">
              <a:xfrm flipV="1">
                <a:off x="2848" y="848"/>
                <a:ext cx="50" cy="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defTabSz="685800" eaLnBrk="1" fontAlgn="auto" hangingPunct="1">
                  <a:spcBef>
                    <a:spcPts val="0"/>
                  </a:spcBef>
                  <a:spcAft>
                    <a:spcPts val="0"/>
                  </a:spcAft>
                </a:pPr>
                <a:endParaRPr lang="zh-CN" altLang="en-US" sz="1350">
                  <a:solidFill>
                    <a:prstClr val="black"/>
                  </a:solidFill>
                  <a:latin typeface="等线" panose="020F0502020204030204"/>
                  <a:ea typeface="等线" panose="02010600030101010101" pitchFamily="2" charset="-122"/>
                  <a:cs typeface="+mn-cs"/>
                </a:endParaRPr>
              </a:p>
            </p:txBody>
          </p:sp>
          <p:sp>
            <p:nvSpPr>
              <p:cNvPr id="169" name="Line 288"/>
              <p:cNvSpPr>
                <a:spLocks noChangeShapeType="1"/>
              </p:cNvSpPr>
              <p:nvPr/>
            </p:nvSpPr>
            <p:spPr bwMode="auto">
              <a:xfrm>
                <a:off x="2944" y="946"/>
                <a:ext cx="44"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defTabSz="685800" eaLnBrk="1" fontAlgn="auto" hangingPunct="1">
                  <a:spcBef>
                    <a:spcPts val="0"/>
                  </a:spcBef>
                  <a:spcAft>
                    <a:spcPts val="0"/>
                  </a:spcAft>
                </a:pPr>
                <a:endParaRPr lang="zh-CN" altLang="en-US" sz="1350">
                  <a:solidFill>
                    <a:prstClr val="black"/>
                  </a:solidFill>
                  <a:latin typeface="等线" panose="020F0502020204030204"/>
                  <a:ea typeface="等线" panose="02010600030101010101" pitchFamily="2" charset="-122"/>
                  <a:cs typeface="+mn-cs"/>
                </a:endParaRPr>
              </a:p>
            </p:txBody>
          </p:sp>
          <p:sp>
            <p:nvSpPr>
              <p:cNvPr id="170" name="Line 289"/>
              <p:cNvSpPr>
                <a:spLocks noChangeShapeType="1"/>
              </p:cNvSpPr>
              <p:nvPr/>
            </p:nvSpPr>
            <p:spPr bwMode="auto">
              <a:xfrm>
                <a:off x="2894" y="850"/>
                <a:ext cx="52" cy="9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defTabSz="685800" eaLnBrk="1" fontAlgn="auto" hangingPunct="1">
                  <a:spcBef>
                    <a:spcPts val="0"/>
                  </a:spcBef>
                  <a:spcAft>
                    <a:spcPts val="0"/>
                  </a:spcAft>
                </a:pPr>
                <a:endParaRPr lang="zh-CN" altLang="en-US" sz="1350">
                  <a:solidFill>
                    <a:prstClr val="black"/>
                  </a:solidFill>
                  <a:latin typeface="等线" panose="020F0502020204030204"/>
                  <a:ea typeface="等线" panose="02010600030101010101" pitchFamily="2" charset="-122"/>
                  <a:cs typeface="+mn-cs"/>
                </a:endParaRPr>
              </a:p>
            </p:txBody>
          </p:sp>
        </p:grpSp>
      </p:grpSp>
      <p:graphicFrame>
        <p:nvGraphicFramePr>
          <p:cNvPr id="174" name="Object 290"/>
          <p:cNvGraphicFramePr>
            <a:graphicFrameLocks noChangeAspect="1"/>
          </p:cNvGraphicFramePr>
          <p:nvPr/>
        </p:nvGraphicFramePr>
        <p:xfrm>
          <a:off x="6721751" y="2828556"/>
          <a:ext cx="415925" cy="239315"/>
        </p:xfrm>
        <a:graphic>
          <a:graphicData uri="http://schemas.openxmlformats.org/presentationml/2006/ole">
            <mc:AlternateContent xmlns:mc="http://schemas.openxmlformats.org/markup-compatibility/2006">
              <mc:Choice xmlns:v="urn:schemas-microsoft-com:vml" Requires="v">
                <p:oleObj name="Clip" r:id="rId5" imgW="1307263" imgH="1084139" progId="MS_ClipArt_Gallery.2">
                  <p:embed/>
                </p:oleObj>
              </mc:Choice>
              <mc:Fallback>
                <p:oleObj name="Clip" r:id="rId5" imgW="1307263" imgH="1084139" progId="MS_ClipArt_Gallery.2">
                  <p:embed/>
                  <p:pic>
                    <p:nvPicPr>
                      <p:cNvPr id="174" name="Object 29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721751" y="2828556"/>
                        <a:ext cx="415925" cy="239315"/>
                      </a:xfrm>
                      <a:prstGeom prst="rect">
                        <a:avLst/>
                      </a:prstGeom>
                      <a:noFill/>
                      <a:ln>
                        <a:noFill/>
                      </a:ln>
                      <a:effectLst/>
                    </p:spPr>
                  </p:pic>
                </p:oleObj>
              </mc:Fallback>
            </mc:AlternateContent>
          </a:graphicData>
        </a:graphic>
      </p:graphicFrame>
      <p:sp>
        <p:nvSpPr>
          <p:cNvPr id="175" name="Line 291"/>
          <p:cNvSpPr>
            <a:spLocks noChangeShapeType="1"/>
          </p:cNvSpPr>
          <p:nvPr/>
        </p:nvSpPr>
        <p:spPr bwMode="auto">
          <a:xfrm>
            <a:off x="2868887" y="3058345"/>
            <a:ext cx="228600" cy="2333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defTabSz="685800" eaLnBrk="1" fontAlgn="auto" hangingPunct="1">
              <a:spcBef>
                <a:spcPts val="0"/>
              </a:spcBef>
              <a:spcAft>
                <a:spcPts val="0"/>
              </a:spcAft>
            </a:pPr>
            <a:endParaRPr lang="zh-CN" altLang="en-US" sz="1350">
              <a:solidFill>
                <a:prstClr val="black"/>
              </a:solidFill>
              <a:latin typeface="等线" panose="020F0502020204030204"/>
              <a:ea typeface="等线" panose="02010600030101010101" pitchFamily="2" charset="-122"/>
              <a:cs typeface="+mn-cs"/>
            </a:endParaRPr>
          </a:p>
        </p:txBody>
      </p:sp>
      <p:sp>
        <p:nvSpPr>
          <p:cNvPr id="176" name="Line 292"/>
          <p:cNvSpPr>
            <a:spLocks noChangeShapeType="1"/>
          </p:cNvSpPr>
          <p:nvPr/>
        </p:nvSpPr>
        <p:spPr bwMode="auto">
          <a:xfrm>
            <a:off x="4792937" y="2748782"/>
            <a:ext cx="228600" cy="2333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defTabSz="685800" eaLnBrk="1" fontAlgn="auto" hangingPunct="1">
              <a:spcBef>
                <a:spcPts val="0"/>
              </a:spcBef>
              <a:spcAft>
                <a:spcPts val="0"/>
              </a:spcAft>
            </a:pPr>
            <a:endParaRPr lang="zh-CN" altLang="en-US" sz="1350">
              <a:solidFill>
                <a:prstClr val="black"/>
              </a:solidFill>
              <a:latin typeface="等线" panose="020F0502020204030204"/>
              <a:ea typeface="等线" panose="02010600030101010101" pitchFamily="2" charset="-122"/>
              <a:cs typeface="+mn-cs"/>
            </a:endParaRPr>
          </a:p>
        </p:txBody>
      </p:sp>
      <p:sp>
        <p:nvSpPr>
          <p:cNvPr id="177" name="Line 294"/>
          <p:cNvSpPr>
            <a:spLocks noChangeShapeType="1"/>
          </p:cNvSpPr>
          <p:nvPr/>
        </p:nvSpPr>
        <p:spPr bwMode="auto">
          <a:xfrm flipH="1">
            <a:off x="3510238" y="3201220"/>
            <a:ext cx="349250" cy="1143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defTabSz="685800" eaLnBrk="1" fontAlgn="auto" hangingPunct="1">
              <a:spcBef>
                <a:spcPts val="0"/>
              </a:spcBef>
              <a:spcAft>
                <a:spcPts val="0"/>
              </a:spcAft>
            </a:pPr>
            <a:endParaRPr lang="zh-CN" altLang="en-US" sz="1350">
              <a:solidFill>
                <a:prstClr val="black"/>
              </a:solidFill>
              <a:latin typeface="等线" panose="020F0502020204030204"/>
              <a:ea typeface="等线" panose="02010600030101010101" pitchFamily="2" charset="-122"/>
              <a:cs typeface="+mn-cs"/>
            </a:endParaRPr>
          </a:p>
        </p:txBody>
      </p:sp>
      <p:sp>
        <p:nvSpPr>
          <p:cNvPr id="178" name="Line 295"/>
          <p:cNvSpPr>
            <a:spLocks noChangeShapeType="1"/>
          </p:cNvSpPr>
          <p:nvPr/>
        </p:nvSpPr>
        <p:spPr bwMode="auto">
          <a:xfrm>
            <a:off x="3865837" y="2829745"/>
            <a:ext cx="6350" cy="1952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defTabSz="685800" eaLnBrk="1" fontAlgn="auto" hangingPunct="1">
              <a:spcBef>
                <a:spcPts val="0"/>
              </a:spcBef>
              <a:spcAft>
                <a:spcPts val="0"/>
              </a:spcAft>
            </a:pPr>
            <a:endParaRPr lang="zh-CN" altLang="en-US" sz="1350">
              <a:solidFill>
                <a:prstClr val="black"/>
              </a:solidFill>
              <a:latin typeface="等线" panose="020F0502020204030204"/>
              <a:ea typeface="等线" panose="02010600030101010101" pitchFamily="2" charset="-122"/>
              <a:cs typeface="+mn-cs"/>
            </a:endParaRPr>
          </a:p>
        </p:txBody>
      </p:sp>
      <p:sp>
        <p:nvSpPr>
          <p:cNvPr id="179" name="Freeform 299"/>
          <p:cNvSpPr>
            <a:spLocks/>
          </p:cNvSpPr>
          <p:nvPr/>
        </p:nvSpPr>
        <p:spPr bwMode="auto">
          <a:xfrm>
            <a:off x="1413150" y="2915470"/>
            <a:ext cx="419100" cy="314325"/>
          </a:xfrm>
          <a:custGeom>
            <a:avLst/>
            <a:gdLst>
              <a:gd name="T0" fmla="*/ 2147483646 w 264"/>
              <a:gd name="T1" fmla="*/ 0 h 264"/>
              <a:gd name="T2" fmla="*/ 2147483646 w 264"/>
              <a:gd name="T3" fmla="*/ 2147483646 h 264"/>
              <a:gd name="T4" fmla="*/ 0 w 264"/>
              <a:gd name="T5" fmla="*/ 2147483646 h 264"/>
              <a:gd name="T6" fmla="*/ 0 60000 65536"/>
              <a:gd name="T7" fmla="*/ 0 60000 65536"/>
              <a:gd name="T8" fmla="*/ 0 60000 65536"/>
              <a:gd name="T9" fmla="*/ 0 w 264"/>
              <a:gd name="T10" fmla="*/ 0 h 264"/>
              <a:gd name="T11" fmla="*/ 264 w 264"/>
              <a:gd name="T12" fmla="*/ 264 h 264"/>
            </a:gdLst>
            <a:ahLst/>
            <a:cxnLst>
              <a:cxn ang="T6">
                <a:pos x="T0" y="T1"/>
              </a:cxn>
              <a:cxn ang="T7">
                <a:pos x="T2" y="T3"/>
              </a:cxn>
              <a:cxn ang="T8">
                <a:pos x="T4" y="T5"/>
              </a:cxn>
            </a:cxnLst>
            <a:rect l="T9" t="T10" r="T11" b="T12"/>
            <a:pathLst>
              <a:path w="264" h="264">
                <a:moveTo>
                  <a:pt x="60" y="0"/>
                </a:moveTo>
                <a:cubicBezTo>
                  <a:pt x="86" y="31"/>
                  <a:pt x="264" y="176"/>
                  <a:pt x="228" y="220"/>
                </a:cubicBezTo>
                <a:cubicBezTo>
                  <a:pt x="192" y="264"/>
                  <a:pt x="60" y="109"/>
                  <a:pt x="0" y="88"/>
                </a:cubicBezTo>
              </a:path>
            </a:pathLst>
          </a:custGeom>
          <a:noFill/>
          <a:ln w="28575" cmpd="sng">
            <a:solidFill>
              <a:srgbClr val="FF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defTabSz="685800" eaLnBrk="1" fontAlgn="auto" hangingPunct="1">
              <a:spcBef>
                <a:spcPts val="0"/>
              </a:spcBef>
              <a:spcAft>
                <a:spcPts val="0"/>
              </a:spcAft>
            </a:pPr>
            <a:endParaRPr lang="zh-CN" altLang="en-US" sz="1350">
              <a:solidFill>
                <a:srgbClr val="C00000"/>
              </a:solidFill>
              <a:latin typeface="等线" panose="020F0502020204030204"/>
              <a:ea typeface="等线" panose="02010600030101010101" pitchFamily="2" charset="-122"/>
              <a:cs typeface="+mn-cs"/>
            </a:endParaRPr>
          </a:p>
        </p:txBody>
      </p:sp>
      <p:sp>
        <p:nvSpPr>
          <p:cNvPr id="180" name="Text Box 300"/>
          <p:cNvSpPr txBox="1">
            <a:spLocks noChangeArrowheads="1"/>
          </p:cNvSpPr>
          <p:nvPr/>
        </p:nvSpPr>
        <p:spPr bwMode="auto">
          <a:xfrm>
            <a:off x="1511575" y="2722589"/>
            <a:ext cx="1034257"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a:solidFill>
                  <a:schemeClr val="tx1"/>
                </a:solidFill>
                <a:latin typeface="Comic Sans MS" pitchFamily="66" charset="0"/>
              </a:defRPr>
            </a:lvl1pPr>
            <a:lvl2pPr>
              <a:defRPr sz="2400">
                <a:solidFill>
                  <a:schemeClr val="tx1"/>
                </a:solidFill>
                <a:latin typeface="Comic Sans MS" pitchFamily="66" charset="0"/>
              </a:defRPr>
            </a:lvl2pPr>
            <a:lvl3pPr>
              <a:defRPr sz="2000">
                <a:solidFill>
                  <a:schemeClr val="tx1"/>
                </a:solidFill>
                <a:latin typeface="Comic Sans MS" pitchFamily="66" charset="0"/>
              </a:defRPr>
            </a:lvl3pPr>
            <a:lvl4pPr>
              <a:defRPr sz="2000">
                <a:solidFill>
                  <a:schemeClr val="tx1"/>
                </a:solidFill>
                <a:latin typeface="Times New Roman" pitchFamily="18" charset="0"/>
              </a:defRPr>
            </a:lvl4pPr>
            <a:lvl5pPr>
              <a:defRPr sz="2000">
                <a:solidFill>
                  <a:schemeClr val="tx1"/>
                </a:solidFill>
                <a:latin typeface="Times New Roman" pitchFamily="18" charset="0"/>
              </a:defRPr>
            </a:lvl5pPr>
            <a:lvl6pPr>
              <a:defRPr sz="2000">
                <a:solidFill>
                  <a:schemeClr val="tx1"/>
                </a:solidFill>
                <a:latin typeface="Times New Roman" pitchFamily="18" charset="0"/>
              </a:defRPr>
            </a:lvl6pPr>
            <a:lvl7pPr>
              <a:defRPr sz="2000">
                <a:solidFill>
                  <a:schemeClr val="tx1"/>
                </a:solidFill>
                <a:latin typeface="Times New Roman" pitchFamily="18" charset="0"/>
              </a:defRPr>
            </a:lvl7pPr>
            <a:lvl8pPr>
              <a:defRPr sz="2000">
                <a:solidFill>
                  <a:schemeClr val="tx1"/>
                </a:solidFill>
                <a:latin typeface="Times New Roman" pitchFamily="18" charset="0"/>
              </a:defRPr>
            </a:lvl8pPr>
            <a:lvl9pPr>
              <a:defRPr sz="2000">
                <a:solidFill>
                  <a:schemeClr val="tx1"/>
                </a:solidFill>
                <a:latin typeface="Times New Roman" pitchFamily="18" charset="0"/>
              </a:defRPr>
            </a:lvl9pPr>
          </a:lstStyle>
          <a:p>
            <a:pPr defTabSz="685800" eaLnBrk="1" fontAlgn="auto" hangingPunct="1">
              <a:spcBef>
                <a:spcPts val="0"/>
              </a:spcBef>
              <a:spcAft>
                <a:spcPts val="0"/>
              </a:spcAft>
            </a:pPr>
            <a:r>
              <a:rPr lang="en-US" altLang="zh-CN" sz="1350" dirty="0">
                <a:solidFill>
                  <a:srgbClr val="C00000"/>
                </a:solidFill>
                <a:ea typeface="宋体" pitchFamily="2" charset="-122"/>
                <a:cs typeface="+mn-cs"/>
              </a:rPr>
              <a:t>3 </a:t>
            </a:r>
            <a:r>
              <a:rPr lang="zh-CN" altLang="en-US" sz="1350" dirty="0">
                <a:solidFill>
                  <a:srgbClr val="C00000"/>
                </a:solidFill>
                <a:ea typeface="宋体" pitchFamily="2" charset="-122"/>
                <a:cs typeface="+mn-cs"/>
              </a:rPr>
              <a:t>探测分组</a:t>
            </a:r>
          </a:p>
        </p:txBody>
      </p:sp>
      <p:sp>
        <p:nvSpPr>
          <p:cNvPr id="181" name="Freeform 301"/>
          <p:cNvSpPr>
            <a:spLocks/>
          </p:cNvSpPr>
          <p:nvPr/>
        </p:nvSpPr>
        <p:spPr bwMode="auto">
          <a:xfrm>
            <a:off x="1406800" y="2858321"/>
            <a:ext cx="1346200" cy="355997"/>
          </a:xfrm>
          <a:custGeom>
            <a:avLst/>
            <a:gdLst>
              <a:gd name="T0" fmla="*/ 2147483646 w 848"/>
              <a:gd name="T1" fmla="*/ 2147483646 h 299"/>
              <a:gd name="T2" fmla="*/ 2147483646 w 848"/>
              <a:gd name="T3" fmla="*/ 2147483646 h 299"/>
              <a:gd name="T4" fmla="*/ 2147483646 w 848"/>
              <a:gd name="T5" fmla="*/ 2147483646 h 299"/>
              <a:gd name="T6" fmla="*/ 2147483646 w 848"/>
              <a:gd name="T7" fmla="*/ 2147483646 h 299"/>
              <a:gd name="T8" fmla="*/ 0 w 848"/>
              <a:gd name="T9" fmla="*/ 2147483646 h 299"/>
              <a:gd name="T10" fmla="*/ 0 60000 65536"/>
              <a:gd name="T11" fmla="*/ 0 60000 65536"/>
              <a:gd name="T12" fmla="*/ 0 60000 65536"/>
              <a:gd name="T13" fmla="*/ 0 60000 65536"/>
              <a:gd name="T14" fmla="*/ 0 60000 65536"/>
              <a:gd name="T15" fmla="*/ 0 w 848"/>
              <a:gd name="T16" fmla="*/ 0 h 299"/>
              <a:gd name="T17" fmla="*/ 848 w 848"/>
              <a:gd name="T18" fmla="*/ 299 h 299"/>
            </a:gdLst>
            <a:ahLst/>
            <a:cxnLst>
              <a:cxn ang="T10">
                <a:pos x="T0" y="T1"/>
              </a:cxn>
              <a:cxn ang="T11">
                <a:pos x="T2" y="T3"/>
              </a:cxn>
              <a:cxn ang="T12">
                <a:pos x="T4" y="T5"/>
              </a:cxn>
              <a:cxn ang="T13">
                <a:pos x="T6" y="T7"/>
              </a:cxn>
              <a:cxn ang="T14">
                <a:pos x="T8" y="T9"/>
              </a:cxn>
            </a:cxnLst>
            <a:rect l="T15" t="T16" r="T17" b="T18"/>
            <a:pathLst>
              <a:path w="848" h="299">
                <a:moveTo>
                  <a:pt x="76" y="76"/>
                </a:moveTo>
                <a:cubicBezTo>
                  <a:pt x="137" y="57"/>
                  <a:pt x="200" y="216"/>
                  <a:pt x="324" y="216"/>
                </a:cubicBezTo>
                <a:cubicBezTo>
                  <a:pt x="448" y="216"/>
                  <a:pt x="792" y="0"/>
                  <a:pt x="820" y="76"/>
                </a:cubicBezTo>
                <a:cubicBezTo>
                  <a:pt x="848" y="152"/>
                  <a:pt x="469" y="245"/>
                  <a:pt x="340" y="296"/>
                </a:cubicBezTo>
                <a:cubicBezTo>
                  <a:pt x="203" y="299"/>
                  <a:pt x="62" y="78"/>
                  <a:pt x="0" y="96"/>
                </a:cubicBezTo>
              </a:path>
            </a:pathLst>
          </a:custGeom>
          <a:noFill/>
          <a:ln w="28575" cmpd="sng">
            <a:solidFill>
              <a:srgbClr val="FF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defTabSz="685800" eaLnBrk="1" fontAlgn="auto" hangingPunct="1">
              <a:spcBef>
                <a:spcPts val="0"/>
              </a:spcBef>
              <a:spcAft>
                <a:spcPts val="0"/>
              </a:spcAft>
            </a:pPr>
            <a:endParaRPr lang="zh-CN" altLang="en-US" sz="1350">
              <a:solidFill>
                <a:srgbClr val="C00000"/>
              </a:solidFill>
              <a:latin typeface="等线" panose="020F0502020204030204"/>
              <a:ea typeface="等线" panose="02010600030101010101" pitchFamily="2" charset="-122"/>
              <a:cs typeface="+mn-cs"/>
            </a:endParaRPr>
          </a:p>
        </p:txBody>
      </p:sp>
      <p:sp>
        <p:nvSpPr>
          <p:cNvPr id="182" name="Text Box 302"/>
          <p:cNvSpPr txBox="1">
            <a:spLocks noChangeArrowheads="1"/>
          </p:cNvSpPr>
          <p:nvPr/>
        </p:nvSpPr>
        <p:spPr bwMode="auto">
          <a:xfrm>
            <a:off x="2083075" y="3089302"/>
            <a:ext cx="1034257"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a:solidFill>
                  <a:schemeClr val="tx1"/>
                </a:solidFill>
                <a:latin typeface="Comic Sans MS" pitchFamily="66" charset="0"/>
              </a:defRPr>
            </a:lvl1pPr>
            <a:lvl2pPr>
              <a:defRPr sz="2400">
                <a:solidFill>
                  <a:schemeClr val="tx1"/>
                </a:solidFill>
                <a:latin typeface="Comic Sans MS" pitchFamily="66" charset="0"/>
              </a:defRPr>
            </a:lvl2pPr>
            <a:lvl3pPr>
              <a:defRPr sz="2000">
                <a:solidFill>
                  <a:schemeClr val="tx1"/>
                </a:solidFill>
                <a:latin typeface="Comic Sans MS" pitchFamily="66" charset="0"/>
              </a:defRPr>
            </a:lvl3pPr>
            <a:lvl4pPr>
              <a:defRPr sz="2000">
                <a:solidFill>
                  <a:schemeClr val="tx1"/>
                </a:solidFill>
                <a:latin typeface="Times New Roman" pitchFamily="18" charset="0"/>
              </a:defRPr>
            </a:lvl4pPr>
            <a:lvl5pPr>
              <a:defRPr sz="2000">
                <a:solidFill>
                  <a:schemeClr val="tx1"/>
                </a:solidFill>
                <a:latin typeface="Times New Roman" pitchFamily="18" charset="0"/>
              </a:defRPr>
            </a:lvl5pPr>
            <a:lvl6pPr>
              <a:defRPr sz="2000">
                <a:solidFill>
                  <a:schemeClr val="tx1"/>
                </a:solidFill>
                <a:latin typeface="Times New Roman" pitchFamily="18" charset="0"/>
              </a:defRPr>
            </a:lvl6pPr>
            <a:lvl7pPr>
              <a:defRPr sz="2000">
                <a:solidFill>
                  <a:schemeClr val="tx1"/>
                </a:solidFill>
                <a:latin typeface="Times New Roman" pitchFamily="18" charset="0"/>
              </a:defRPr>
            </a:lvl7pPr>
            <a:lvl8pPr>
              <a:defRPr sz="2000">
                <a:solidFill>
                  <a:schemeClr val="tx1"/>
                </a:solidFill>
                <a:latin typeface="Times New Roman" pitchFamily="18" charset="0"/>
              </a:defRPr>
            </a:lvl8pPr>
            <a:lvl9pPr>
              <a:defRPr sz="2000">
                <a:solidFill>
                  <a:schemeClr val="tx1"/>
                </a:solidFill>
                <a:latin typeface="Times New Roman" pitchFamily="18" charset="0"/>
              </a:defRPr>
            </a:lvl9pPr>
          </a:lstStyle>
          <a:p>
            <a:pPr defTabSz="685800" eaLnBrk="1" fontAlgn="auto" hangingPunct="1">
              <a:spcBef>
                <a:spcPts val="0"/>
              </a:spcBef>
              <a:spcAft>
                <a:spcPts val="0"/>
              </a:spcAft>
            </a:pPr>
            <a:r>
              <a:rPr lang="en-US" altLang="zh-CN" sz="1350" dirty="0">
                <a:solidFill>
                  <a:srgbClr val="C00000"/>
                </a:solidFill>
                <a:ea typeface="宋体" pitchFamily="2" charset="-122"/>
                <a:cs typeface="+mn-cs"/>
              </a:rPr>
              <a:t>3 </a:t>
            </a:r>
            <a:r>
              <a:rPr lang="zh-CN" altLang="en-US" sz="1350" dirty="0">
                <a:solidFill>
                  <a:srgbClr val="C00000"/>
                </a:solidFill>
                <a:ea typeface="宋体" pitchFamily="2" charset="-122"/>
                <a:cs typeface="+mn-cs"/>
              </a:rPr>
              <a:t>探测分组</a:t>
            </a:r>
          </a:p>
        </p:txBody>
      </p:sp>
      <p:sp>
        <p:nvSpPr>
          <p:cNvPr id="183" name="Freeform 303"/>
          <p:cNvSpPr>
            <a:spLocks/>
          </p:cNvSpPr>
          <p:nvPr/>
        </p:nvSpPr>
        <p:spPr bwMode="auto">
          <a:xfrm>
            <a:off x="1400450" y="2898802"/>
            <a:ext cx="2247900" cy="302419"/>
          </a:xfrm>
          <a:custGeom>
            <a:avLst/>
            <a:gdLst>
              <a:gd name="T0" fmla="*/ 2147483646 w 1416"/>
              <a:gd name="T1" fmla="*/ 2147483646 h 254"/>
              <a:gd name="T2" fmla="*/ 2147483646 w 1416"/>
              <a:gd name="T3" fmla="*/ 2147483646 h 254"/>
              <a:gd name="T4" fmla="*/ 2147483646 w 1416"/>
              <a:gd name="T5" fmla="*/ 2147483646 h 254"/>
              <a:gd name="T6" fmla="*/ 2147483646 w 1416"/>
              <a:gd name="T7" fmla="*/ 2147483646 h 254"/>
              <a:gd name="T8" fmla="*/ 2147483646 w 1416"/>
              <a:gd name="T9" fmla="*/ 2147483646 h 254"/>
              <a:gd name="T10" fmla="*/ 2147483646 w 1416"/>
              <a:gd name="T11" fmla="*/ 2147483646 h 254"/>
              <a:gd name="T12" fmla="*/ 0 w 1416"/>
              <a:gd name="T13" fmla="*/ 2147483646 h 254"/>
              <a:gd name="T14" fmla="*/ 0 60000 65536"/>
              <a:gd name="T15" fmla="*/ 0 60000 65536"/>
              <a:gd name="T16" fmla="*/ 0 60000 65536"/>
              <a:gd name="T17" fmla="*/ 0 60000 65536"/>
              <a:gd name="T18" fmla="*/ 0 60000 65536"/>
              <a:gd name="T19" fmla="*/ 0 60000 65536"/>
              <a:gd name="T20" fmla="*/ 0 60000 65536"/>
              <a:gd name="T21" fmla="*/ 0 w 1416"/>
              <a:gd name="T22" fmla="*/ 0 h 254"/>
              <a:gd name="T23" fmla="*/ 1416 w 1416"/>
              <a:gd name="T24" fmla="*/ 254 h 25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16" h="254">
                <a:moveTo>
                  <a:pt x="76" y="30"/>
                </a:moveTo>
                <a:cubicBezTo>
                  <a:pt x="137" y="11"/>
                  <a:pt x="200" y="170"/>
                  <a:pt x="324" y="170"/>
                </a:cubicBezTo>
                <a:cubicBezTo>
                  <a:pt x="461" y="165"/>
                  <a:pt x="717" y="0"/>
                  <a:pt x="896" y="2"/>
                </a:cubicBezTo>
                <a:cubicBezTo>
                  <a:pt x="1075" y="4"/>
                  <a:pt x="1416" y="122"/>
                  <a:pt x="1400" y="182"/>
                </a:cubicBezTo>
                <a:cubicBezTo>
                  <a:pt x="1384" y="242"/>
                  <a:pt x="1073" y="63"/>
                  <a:pt x="896" y="74"/>
                </a:cubicBezTo>
                <a:cubicBezTo>
                  <a:pt x="719" y="85"/>
                  <a:pt x="489" y="254"/>
                  <a:pt x="340" y="250"/>
                </a:cubicBezTo>
                <a:cubicBezTo>
                  <a:pt x="191" y="246"/>
                  <a:pt x="62" y="32"/>
                  <a:pt x="0" y="50"/>
                </a:cubicBezTo>
              </a:path>
            </a:pathLst>
          </a:custGeom>
          <a:noFill/>
          <a:ln w="28575" cmpd="sng">
            <a:solidFill>
              <a:srgbClr val="FF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defTabSz="685800" eaLnBrk="1" fontAlgn="auto" hangingPunct="1">
              <a:spcBef>
                <a:spcPts val="0"/>
              </a:spcBef>
              <a:spcAft>
                <a:spcPts val="0"/>
              </a:spcAft>
            </a:pPr>
            <a:endParaRPr lang="zh-CN" altLang="en-US" sz="1350">
              <a:solidFill>
                <a:srgbClr val="C00000"/>
              </a:solidFill>
              <a:latin typeface="等线" panose="020F0502020204030204"/>
              <a:ea typeface="等线" panose="02010600030101010101" pitchFamily="2" charset="-122"/>
              <a:cs typeface="+mn-cs"/>
            </a:endParaRPr>
          </a:p>
        </p:txBody>
      </p:sp>
      <p:sp>
        <p:nvSpPr>
          <p:cNvPr id="184" name="Text Box 304"/>
          <p:cNvSpPr txBox="1">
            <a:spLocks noChangeArrowheads="1"/>
          </p:cNvSpPr>
          <p:nvPr/>
        </p:nvSpPr>
        <p:spPr bwMode="auto">
          <a:xfrm>
            <a:off x="3149875" y="2703539"/>
            <a:ext cx="1034257"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a:solidFill>
                  <a:schemeClr val="tx1"/>
                </a:solidFill>
                <a:latin typeface="Comic Sans MS" pitchFamily="66" charset="0"/>
              </a:defRPr>
            </a:lvl1pPr>
            <a:lvl2pPr>
              <a:defRPr sz="2400">
                <a:solidFill>
                  <a:schemeClr val="tx1"/>
                </a:solidFill>
                <a:latin typeface="Comic Sans MS" pitchFamily="66" charset="0"/>
              </a:defRPr>
            </a:lvl2pPr>
            <a:lvl3pPr>
              <a:defRPr sz="2000">
                <a:solidFill>
                  <a:schemeClr val="tx1"/>
                </a:solidFill>
                <a:latin typeface="Comic Sans MS" pitchFamily="66" charset="0"/>
              </a:defRPr>
            </a:lvl3pPr>
            <a:lvl4pPr>
              <a:defRPr sz="2000">
                <a:solidFill>
                  <a:schemeClr val="tx1"/>
                </a:solidFill>
                <a:latin typeface="Times New Roman" pitchFamily="18" charset="0"/>
              </a:defRPr>
            </a:lvl4pPr>
            <a:lvl5pPr>
              <a:defRPr sz="2000">
                <a:solidFill>
                  <a:schemeClr val="tx1"/>
                </a:solidFill>
                <a:latin typeface="Times New Roman" pitchFamily="18" charset="0"/>
              </a:defRPr>
            </a:lvl5pPr>
            <a:lvl6pPr>
              <a:defRPr sz="2000">
                <a:solidFill>
                  <a:schemeClr val="tx1"/>
                </a:solidFill>
                <a:latin typeface="Times New Roman" pitchFamily="18" charset="0"/>
              </a:defRPr>
            </a:lvl6pPr>
            <a:lvl7pPr>
              <a:defRPr sz="2000">
                <a:solidFill>
                  <a:schemeClr val="tx1"/>
                </a:solidFill>
                <a:latin typeface="Times New Roman" pitchFamily="18" charset="0"/>
              </a:defRPr>
            </a:lvl7pPr>
            <a:lvl8pPr>
              <a:defRPr sz="2000">
                <a:solidFill>
                  <a:schemeClr val="tx1"/>
                </a:solidFill>
                <a:latin typeface="Times New Roman" pitchFamily="18" charset="0"/>
              </a:defRPr>
            </a:lvl8pPr>
            <a:lvl9pPr>
              <a:defRPr sz="2000">
                <a:solidFill>
                  <a:schemeClr val="tx1"/>
                </a:solidFill>
                <a:latin typeface="Times New Roman" pitchFamily="18" charset="0"/>
              </a:defRPr>
            </a:lvl9pPr>
          </a:lstStyle>
          <a:p>
            <a:pPr defTabSz="685800" eaLnBrk="1" fontAlgn="auto" hangingPunct="1">
              <a:spcBef>
                <a:spcPts val="0"/>
              </a:spcBef>
              <a:spcAft>
                <a:spcPts val="0"/>
              </a:spcAft>
            </a:pPr>
            <a:r>
              <a:rPr lang="en-US" altLang="zh-CN" sz="1350" dirty="0">
                <a:solidFill>
                  <a:srgbClr val="C00000"/>
                </a:solidFill>
                <a:ea typeface="宋体" pitchFamily="2" charset="-122"/>
                <a:cs typeface="+mn-cs"/>
              </a:rPr>
              <a:t>3 </a:t>
            </a:r>
            <a:r>
              <a:rPr lang="zh-CN" altLang="en-US" sz="1350" dirty="0">
                <a:solidFill>
                  <a:srgbClr val="C00000"/>
                </a:solidFill>
                <a:ea typeface="宋体" pitchFamily="2" charset="-122"/>
                <a:cs typeface="+mn-cs"/>
              </a:rPr>
              <a:t>探测分组</a:t>
            </a:r>
          </a:p>
        </p:txBody>
      </p:sp>
      <p:sp>
        <p:nvSpPr>
          <p:cNvPr id="185" name="Rectangle 3"/>
          <p:cNvSpPr txBox="1">
            <a:spLocks noChangeArrowheads="1"/>
          </p:cNvSpPr>
          <p:nvPr/>
        </p:nvSpPr>
        <p:spPr>
          <a:xfrm>
            <a:off x="628650" y="3835940"/>
            <a:ext cx="4108450" cy="1621388"/>
          </a:xfrm>
          <a:prstGeom prst="rect">
            <a:avLst/>
          </a:prstGeom>
        </p:spPr>
        <p:txBody>
          <a:bodyPr vert="horz" lIns="68580" tIns="34290" rIns="68580" bIns="34290" rtlCol="0">
            <a:normAutofit/>
          </a:bodyPr>
          <a:lstStyle>
            <a:lvl1pPr marL="228600" indent="-228600" algn="l" defTabSz="914400" rtl="0" eaLnBrk="1" latinLnBrk="0" hangingPunct="1">
              <a:lnSpc>
                <a:spcPct val="100000"/>
              </a:lnSpc>
              <a:spcBef>
                <a:spcPts val="600"/>
              </a:spcBef>
              <a:buFont typeface="Wingdings" pitchFamily="2" charset="2"/>
              <a:buChar char="Ø"/>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2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2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71450" indent="-171450" defTabSz="685800" fontAlgn="auto">
              <a:lnSpc>
                <a:spcPct val="110000"/>
              </a:lnSpc>
              <a:spcBef>
                <a:spcPts val="450"/>
              </a:spcBef>
              <a:spcAft>
                <a:spcPts val="0"/>
              </a:spcAft>
            </a:pPr>
            <a:r>
              <a:rPr lang="zh-CN" altLang="en-US" sz="1800" dirty="0">
                <a:solidFill>
                  <a:prstClr val="black"/>
                </a:solidFill>
                <a:latin typeface="微软雅黑" pitchFamily="34" charset="-122"/>
                <a:ea typeface="微软雅黑" pitchFamily="34" charset="-122"/>
              </a:rPr>
              <a:t>源向目的地发送一系列</a:t>
            </a:r>
            <a:r>
              <a:rPr lang="en-US" altLang="zh-CN" sz="1800" dirty="0">
                <a:solidFill>
                  <a:prstClr val="black"/>
                </a:solidFill>
                <a:latin typeface="微软雅黑" pitchFamily="34" charset="-122"/>
                <a:ea typeface="微软雅黑" pitchFamily="34" charset="-122"/>
              </a:rPr>
              <a:t>UDP</a:t>
            </a:r>
            <a:r>
              <a:rPr lang="zh-CN" altLang="en-US" sz="1800" dirty="0">
                <a:solidFill>
                  <a:prstClr val="black"/>
                </a:solidFill>
                <a:latin typeface="微软雅黑" pitchFamily="34" charset="-122"/>
                <a:ea typeface="微软雅黑" pitchFamily="34" charset="-122"/>
              </a:rPr>
              <a:t>段</a:t>
            </a:r>
            <a:r>
              <a:rPr lang="en-US" altLang="zh-CN" sz="1800" dirty="0">
                <a:solidFill>
                  <a:prstClr val="black"/>
                </a:solidFill>
                <a:latin typeface="微软雅黑" pitchFamily="34" charset="-122"/>
                <a:ea typeface="微软雅黑" pitchFamily="34" charset="-122"/>
              </a:rPr>
              <a:t>(</a:t>
            </a:r>
            <a:r>
              <a:rPr lang="zh-CN" altLang="en-US" sz="1800" dirty="0">
                <a:solidFill>
                  <a:prstClr val="black"/>
                </a:solidFill>
                <a:latin typeface="微软雅黑" pitchFamily="34" charset="-122"/>
                <a:ea typeface="微软雅黑" pitchFamily="34" charset="-122"/>
              </a:rPr>
              <a:t>不可能的端口号</a:t>
            </a:r>
            <a:r>
              <a:rPr lang="en-US" altLang="zh-CN" sz="1800" dirty="0">
                <a:solidFill>
                  <a:prstClr val="black"/>
                </a:solidFill>
                <a:latin typeface="微软雅黑" pitchFamily="34" charset="-122"/>
                <a:ea typeface="微软雅黑" pitchFamily="34" charset="-122"/>
              </a:rPr>
              <a:t>)</a:t>
            </a:r>
          </a:p>
          <a:p>
            <a:pPr marL="514350" lvl="1" indent="-171450" defTabSz="685800" fontAlgn="auto">
              <a:lnSpc>
                <a:spcPct val="110000"/>
              </a:lnSpc>
              <a:spcBef>
                <a:spcPts val="450"/>
              </a:spcBef>
              <a:spcAft>
                <a:spcPts val="0"/>
              </a:spcAft>
            </a:pPr>
            <a:r>
              <a:rPr lang="zh-CN" altLang="en-US" sz="1650" dirty="0">
                <a:solidFill>
                  <a:prstClr val="black"/>
                </a:solidFill>
                <a:latin typeface="微软雅黑" pitchFamily="34" charset="-122"/>
                <a:ea typeface="微软雅黑" pitchFamily="34" charset="-122"/>
              </a:rPr>
              <a:t>第一个 </a:t>
            </a:r>
            <a:r>
              <a:rPr lang="en-US" altLang="zh-CN" sz="1650" dirty="0">
                <a:solidFill>
                  <a:prstClr val="black"/>
                </a:solidFill>
                <a:latin typeface="微软雅黑" pitchFamily="34" charset="-122"/>
                <a:ea typeface="微软雅黑" pitchFamily="34" charset="-122"/>
              </a:rPr>
              <a:t>TTL =1</a:t>
            </a:r>
          </a:p>
          <a:p>
            <a:pPr marL="514350" lvl="1" indent="-171450" defTabSz="685800" fontAlgn="auto">
              <a:lnSpc>
                <a:spcPct val="110000"/>
              </a:lnSpc>
              <a:spcBef>
                <a:spcPts val="450"/>
              </a:spcBef>
              <a:spcAft>
                <a:spcPts val="0"/>
              </a:spcAft>
            </a:pPr>
            <a:r>
              <a:rPr lang="zh-CN" altLang="en-US" sz="1650" dirty="0">
                <a:solidFill>
                  <a:prstClr val="black"/>
                </a:solidFill>
                <a:latin typeface="微软雅黑" pitchFamily="34" charset="-122"/>
                <a:ea typeface="微软雅黑" pitchFamily="34" charset="-122"/>
              </a:rPr>
              <a:t>第二个 </a:t>
            </a:r>
            <a:r>
              <a:rPr lang="en-US" altLang="zh-CN" sz="1650" dirty="0">
                <a:solidFill>
                  <a:prstClr val="black"/>
                </a:solidFill>
                <a:latin typeface="微软雅黑" pitchFamily="34" charset="-122"/>
                <a:ea typeface="微软雅黑" pitchFamily="34" charset="-122"/>
              </a:rPr>
              <a:t>TTL=2, </a:t>
            </a:r>
            <a:r>
              <a:rPr lang="zh-CN" altLang="en-US" sz="1650" dirty="0">
                <a:solidFill>
                  <a:prstClr val="black"/>
                </a:solidFill>
                <a:latin typeface="微软雅黑" pitchFamily="34" charset="-122"/>
                <a:ea typeface="微软雅黑" pitchFamily="34" charset="-122"/>
              </a:rPr>
              <a:t>等</a:t>
            </a:r>
          </a:p>
        </p:txBody>
      </p:sp>
      <p:sp>
        <p:nvSpPr>
          <p:cNvPr id="186" name="Rectangle 3"/>
          <p:cNvSpPr txBox="1">
            <a:spLocks noChangeArrowheads="1"/>
          </p:cNvSpPr>
          <p:nvPr/>
        </p:nvSpPr>
        <p:spPr>
          <a:xfrm>
            <a:off x="4723086" y="3849552"/>
            <a:ext cx="4108450" cy="1607776"/>
          </a:xfrm>
          <a:prstGeom prst="rect">
            <a:avLst/>
          </a:prstGeom>
        </p:spPr>
        <p:txBody>
          <a:bodyPr vert="horz" lIns="68580" tIns="34290" rIns="68580" bIns="34290" rtlCol="0">
            <a:normAutofit fontScale="92500"/>
          </a:bodyPr>
          <a:lstStyle>
            <a:lvl1pPr marL="228600" indent="-228600" algn="l" defTabSz="914400" rtl="0" eaLnBrk="1" latinLnBrk="0" hangingPunct="1">
              <a:lnSpc>
                <a:spcPct val="100000"/>
              </a:lnSpc>
              <a:spcBef>
                <a:spcPts val="600"/>
              </a:spcBef>
              <a:buFont typeface="Wingdings" pitchFamily="2" charset="2"/>
              <a:buChar char="Ø"/>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2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2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71450" indent="-171450" defTabSz="685800" fontAlgn="auto">
              <a:lnSpc>
                <a:spcPct val="110000"/>
              </a:lnSpc>
              <a:spcBef>
                <a:spcPts val="450"/>
              </a:spcBef>
              <a:spcAft>
                <a:spcPts val="0"/>
              </a:spcAft>
            </a:pPr>
            <a:r>
              <a:rPr lang="zh-CN" altLang="en-US" sz="1800" dirty="0">
                <a:solidFill>
                  <a:prstClr val="black"/>
                </a:solidFill>
                <a:latin typeface="微软雅黑" pitchFamily="34" charset="-122"/>
                <a:ea typeface="微软雅黑" pitchFamily="34" charset="-122"/>
              </a:rPr>
              <a:t>当第</a:t>
            </a:r>
            <a:r>
              <a:rPr lang="en-US" altLang="zh-CN" sz="1800" dirty="0">
                <a:solidFill>
                  <a:prstClr val="black"/>
                </a:solidFill>
                <a:latin typeface="微软雅黑" pitchFamily="34" charset="-122"/>
                <a:ea typeface="微软雅黑" pitchFamily="34" charset="-122"/>
              </a:rPr>
              <a:t>n</a:t>
            </a:r>
            <a:r>
              <a:rPr lang="zh-CN" altLang="en-US" sz="1800" dirty="0">
                <a:solidFill>
                  <a:prstClr val="black"/>
                </a:solidFill>
                <a:latin typeface="微软雅黑" pitchFamily="34" charset="-122"/>
                <a:ea typeface="微软雅黑" pitchFamily="34" charset="-122"/>
              </a:rPr>
              <a:t>个数据报到达第</a:t>
            </a:r>
            <a:r>
              <a:rPr lang="en-US" altLang="zh-CN" sz="1800" dirty="0">
                <a:solidFill>
                  <a:prstClr val="black"/>
                </a:solidFill>
                <a:latin typeface="微软雅黑" pitchFamily="34" charset="-122"/>
                <a:ea typeface="微软雅黑" pitchFamily="34" charset="-122"/>
              </a:rPr>
              <a:t>n</a:t>
            </a:r>
            <a:r>
              <a:rPr lang="zh-CN" altLang="en-US" sz="1800" dirty="0">
                <a:solidFill>
                  <a:prstClr val="black"/>
                </a:solidFill>
                <a:latin typeface="微软雅黑" pitchFamily="34" charset="-122"/>
                <a:ea typeface="微软雅黑" pitchFamily="34" charset="-122"/>
              </a:rPr>
              <a:t>和路由器</a:t>
            </a:r>
            <a:r>
              <a:rPr lang="en-US" altLang="zh-CN" sz="1800" dirty="0">
                <a:solidFill>
                  <a:prstClr val="black"/>
                </a:solidFill>
                <a:latin typeface="微软雅黑" pitchFamily="34" charset="-122"/>
                <a:ea typeface="微软雅黑" pitchFamily="34" charset="-122"/>
              </a:rPr>
              <a:t>:</a:t>
            </a:r>
          </a:p>
          <a:p>
            <a:pPr marL="514350" lvl="1" indent="-171450" defTabSz="685800" fontAlgn="auto">
              <a:lnSpc>
                <a:spcPct val="110000"/>
              </a:lnSpc>
              <a:spcBef>
                <a:spcPts val="450"/>
              </a:spcBef>
              <a:spcAft>
                <a:spcPts val="0"/>
              </a:spcAft>
            </a:pPr>
            <a:r>
              <a:rPr lang="zh-CN" altLang="en-US" sz="1650" dirty="0">
                <a:solidFill>
                  <a:prstClr val="black"/>
                </a:solidFill>
                <a:latin typeface="微软雅黑" pitchFamily="34" charset="-122"/>
                <a:ea typeface="微软雅黑" pitchFamily="34" charset="-122"/>
              </a:rPr>
              <a:t>路由器丢弃数据报</a:t>
            </a:r>
          </a:p>
          <a:p>
            <a:pPr marL="514350" lvl="1" indent="-171450" defTabSz="685800" fontAlgn="auto">
              <a:lnSpc>
                <a:spcPct val="110000"/>
              </a:lnSpc>
              <a:spcBef>
                <a:spcPts val="450"/>
              </a:spcBef>
              <a:spcAft>
                <a:spcPts val="0"/>
              </a:spcAft>
            </a:pPr>
            <a:r>
              <a:rPr lang="zh-CN" altLang="en-US" sz="1650" dirty="0">
                <a:solidFill>
                  <a:prstClr val="black"/>
                </a:solidFill>
                <a:latin typeface="微软雅黑" pitchFamily="34" charset="-122"/>
                <a:ea typeface="微软雅黑" pitchFamily="34" charset="-122"/>
              </a:rPr>
              <a:t>并向源发送一个</a:t>
            </a:r>
            <a:r>
              <a:rPr lang="en-US" altLang="zh-CN" sz="1650" dirty="0">
                <a:solidFill>
                  <a:prstClr val="black"/>
                </a:solidFill>
                <a:latin typeface="微软雅黑" pitchFamily="34" charset="-122"/>
                <a:ea typeface="微软雅黑" pitchFamily="34" charset="-122"/>
              </a:rPr>
              <a:t>ICMP</a:t>
            </a:r>
            <a:r>
              <a:rPr lang="zh-CN" altLang="en-US" sz="1650" dirty="0">
                <a:solidFill>
                  <a:prstClr val="black"/>
                </a:solidFill>
                <a:latin typeface="微软雅黑" pitchFamily="34" charset="-122"/>
                <a:ea typeface="微软雅黑" pitchFamily="34" charset="-122"/>
              </a:rPr>
              <a:t>报文</a:t>
            </a:r>
            <a:r>
              <a:rPr lang="en-US" altLang="zh-CN" sz="1650" dirty="0">
                <a:solidFill>
                  <a:prstClr val="black"/>
                </a:solidFill>
                <a:latin typeface="微软雅黑" pitchFamily="34" charset="-122"/>
                <a:ea typeface="微软雅黑" pitchFamily="34" charset="-122"/>
              </a:rPr>
              <a:t> (</a:t>
            </a:r>
            <a:r>
              <a:rPr lang="zh-CN" altLang="en-US" sz="1650" dirty="0">
                <a:solidFill>
                  <a:prstClr val="black"/>
                </a:solidFill>
                <a:latin typeface="微软雅黑" pitchFamily="34" charset="-122"/>
                <a:ea typeface="微软雅黑" pitchFamily="34" charset="-122"/>
              </a:rPr>
              <a:t>类型 </a:t>
            </a:r>
            <a:r>
              <a:rPr lang="en-US" altLang="zh-CN" sz="1650" dirty="0">
                <a:solidFill>
                  <a:prstClr val="black"/>
                </a:solidFill>
                <a:latin typeface="微软雅黑" pitchFamily="34" charset="-122"/>
                <a:ea typeface="微软雅黑" pitchFamily="34" charset="-122"/>
              </a:rPr>
              <a:t>11, </a:t>
            </a:r>
            <a:r>
              <a:rPr lang="zh-CN" altLang="en-US" sz="1650" dirty="0">
                <a:solidFill>
                  <a:prstClr val="black"/>
                </a:solidFill>
                <a:latin typeface="微软雅黑" pitchFamily="34" charset="-122"/>
                <a:ea typeface="微软雅黑" pitchFamily="34" charset="-122"/>
              </a:rPr>
              <a:t>编码</a:t>
            </a:r>
            <a:r>
              <a:rPr lang="en-US" altLang="zh-CN" sz="1650" dirty="0">
                <a:solidFill>
                  <a:prstClr val="black"/>
                </a:solidFill>
                <a:latin typeface="微软雅黑" pitchFamily="34" charset="-122"/>
                <a:ea typeface="微软雅黑" pitchFamily="34" charset="-122"/>
              </a:rPr>
              <a:t>0)</a:t>
            </a:r>
          </a:p>
          <a:p>
            <a:pPr marL="514350" lvl="1" indent="-171450" defTabSz="685800" fontAlgn="auto">
              <a:lnSpc>
                <a:spcPct val="110000"/>
              </a:lnSpc>
              <a:spcBef>
                <a:spcPts val="450"/>
              </a:spcBef>
              <a:spcAft>
                <a:spcPts val="0"/>
              </a:spcAft>
            </a:pPr>
            <a:r>
              <a:rPr lang="zh-CN" altLang="en-US" sz="1650" dirty="0">
                <a:solidFill>
                  <a:prstClr val="black"/>
                </a:solidFill>
                <a:latin typeface="微软雅黑" pitchFamily="34" charset="-122"/>
                <a:ea typeface="微软雅黑" pitchFamily="34" charset="-122"/>
              </a:rPr>
              <a:t>报文的源</a:t>
            </a:r>
            <a:r>
              <a:rPr lang="en-US" altLang="zh-CN" sz="1650" dirty="0">
                <a:solidFill>
                  <a:prstClr val="black"/>
                </a:solidFill>
                <a:latin typeface="微软雅黑" pitchFamily="34" charset="-122"/>
                <a:ea typeface="微软雅黑" pitchFamily="34" charset="-122"/>
              </a:rPr>
              <a:t>IP</a:t>
            </a:r>
            <a:r>
              <a:rPr lang="zh-CN" altLang="en-US" sz="1650" dirty="0">
                <a:solidFill>
                  <a:prstClr val="black"/>
                </a:solidFill>
                <a:latin typeface="微软雅黑" pitchFamily="34" charset="-122"/>
                <a:ea typeface="微软雅黑" pitchFamily="34" charset="-122"/>
              </a:rPr>
              <a:t>地址就是该路由器的</a:t>
            </a:r>
            <a:r>
              <a:rPr lang="en-US" altLang="zh-CN" sz="1650" dirty="0">
                <a:solidFill>
                  <a:prstClr val="black"/>
                </a:solidFill>
                <a:latin typeface="微软雅黑" pitchFamily="34" charset="-122"/>
                <a:ea typeface="微软雅黑" pitchFamily="34" charset="-122"/>
              </a:rPr>
              <a:t>IP</a:t>
            </a:r>
            <a:r>
              <a:rPr lang="zh-CN" altLang="en-US" sz="1650" dirty="0">
                <a:solidFill>
                  <a:prstClr val="black"/>
                </a:solidFill>
                <a:latin typeface="微软雅黑" pitchFamily="34" charset="-122"/>
                <a:ea typeface="微软雅黑" pitchFamily="34" charset="-122"/>
              </a:rPr>
              <a:t>地址</a:t>
            </a:r>
          </a:p>
        </p:txBody>
      </p:sp>
    </p:spTree>
    <p:extLst>
      <p:ext uri="{BB962C8B-B14F-4D97-AF65-F5344CB8AC3E}">
        <p14:creationId xmlns:p14="http://schemas.microsoft.com/office/powerpoint/2010/main" val="18731500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nodeType="clickEffect">
                                  <p:stCondLst>
                                    <p:cond delay="0"/>
                                  </p:stCondLst>
                                  <p:childTnLst>
                                    <p:set>
                                      <p:cBhvr>
                                        <p:cTn id="6" dur="1" fill="hold">
                                          <p:stCondLst>
                                            <p:cond delay="0"/>
                                          </p:stCondLst>
                                        </p:cTn>
                                        <p:tgtEl>
                                          <p:spTgt spid="6">
                                            <p:txEl>
                                              <p:pRg st="0" end="0"/>
                                            </p:txEl>
                                          </p:spTgt>
                                        </p:tgtEl>
                                        <p:attrNameLst>
                                          <p:attrName>style.visibility</p:attrName>
                                        </p:attrNameLst>
                                      </p:cBhvr>
                                      <p:to>
                                        <p:strVal val="visible"/>
                                      </p:to>
                                    </p:set>
                                    <p:animEffect transition="in" filter="barn(inVertical)">
                                      <p:cBhvr>
                                        <p:cTn id="7" dur="500"/>
                                        <p:tgtEl>
                                          <p:spTgt spid="6">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childTnLst>
                                </p:cTn>
                              </p:par>
                            </p:childTnLst>
                          </p:cTn>
                        </p:par>
                      </p:childTnLst>
                    </p:cTn>
                  </p:par>
                  <p:par>
                    <p:cTn id="12" fill="hold">
                      <p:stCondLst>
                        <p:cond delay="indefinite"/>
                      </p:stCondLst>
                      <p:childTnLst>
                        <p:par>
                          <p:cTn id="13" fill="hold">
                            <p:stCondLst>
                              <p:cond delay="0"/>
                            </p:stCondLst>
                            <p:childTnLst>
                              <p:par>
                                <p:cTn id="14" presetID="1" presetClass="entr" presetSubtype="0" fill="hold" grpId="0" nodeType="clickEffect">
                                  <p:stCondLst>
                                    <p:cond delay="0"/>
                                  </p:stCondLst>
                                  <p:childTnLst>
                                    <p:set>
                                      <p:cBhvr>
                                        <p:cTn id="15" dur="1" fill="hold">
                                          <p:stCondLst>
                                            <p:cond delay="0"/>
                                          </p:stCondLst>
                                        </p:cTn>
                                        <p:tgtEl>
                                          <p:spTgt spid="179"/>
                                        </p:tgtEl>
                                        <p:attrNameLst>
                                          <p:attrName>style.visibility</p:attrName>
                                        </p:attrNameLst>
                                      </p:cBhvr>
                                      <p:to>
                                        <p:strVal val="visible"/>
                                      </p:to>
                                    </p:set>
                                  </p:childTnLst>
                                  <p:subTnLst>
                                    <p:set>
                                      <p:cBhvr override="childStyle">
                                        <p:cTn dur="1" fill="hold" display="0" masterRel="nextClick" afterEffect="1"/>
                                        <p:tgtEl>
                                          <p:spTgt spid="179"/>
                                        </p:tgtEl>
                                        <p:attrNameLst>
                                          <p:attrName>style.visibility</p:attrName>
                                        </p:attrNameLst>
                                      </p:cBhvr>
                                      <p:to>
                                        <p:strVal val="hidden"/>
                                      </p:to>
                                    </p:set>
                                  </p:subTnLst>
                                </p:cTn>
                              </p:par>
                              <p:par>
                                <p:cTn id="16" presetID="1" presetClass="entr" presetSubtype="0" fill="hold" grpId="0" nodeType="withEffect">
                                  <p:stCondLst>
                                    <p:cond delay="0"/>
                                  </p:stCondLst>
                                  <p:childTnLst>
                                    <p:set>
                                      <p:cBhvr>
                                        <p:cTn id="17" dur="1" fill="hold">
                                          <p:stCondLst>
                                            <p:cond delay="0"/>
                                          </p:stCondLst>
                                        </p:cTn>
                                        <p:tgtEl>
                                          <p:spTgt spid="180"/>
                                        </p:tgtEl>
                                        <p:attrNameLst>
                                          <p:attrName>style.visibility</p:attrName>
                                        </p:attrNameLst>
                                      </p:cBhvr>
                                      <p:to>
                                        <p:strVal val="visible"/>
                                      </p:to>
                                    </p:set>
                                  </p:childTnLst>
                                  <p:subTnLst>
                                    <p:set>
                                      <p:cBhvr override="childStyle">
                                        <p:cTn dur="1" fill="hold" display="0" masterRel="nextClick" afterEffect="1"/>
                                        <p:tgtEl>
                                          <p:spTgt spid="180"/>
                                        </p:tgtEl>
                                        <p:attrNameLst>
                                          <p:attrName>style.visibility</p:attrName>
                                        </p:attrNameLst>
                                      </p:cBhvr>
                                      <p:to>
                                        <p:strVal val="hidden"/>
                                      </p:to>
                                    </p:set>
                                  </p:subTnLst>
                                </p:cTn>
                              </p:par>
                            </p:childTnLst>
                          </p:cTn>
                        </p:par>
                      </p:childTnLst>
                    </p:cTn>
                  </p:par>
                  <p:par>
                    <p:cTn id="18" fill="hold">
                      <p:stCondLst>
                        <p:cond delay="indefinite"/>
                      </p:stCondLst>
                      <p:childTnLst>
                        <p:par>
                          <p:cTn id="19" fill="hold">
                            <p:stCondLst>
                              <p:cond delay="0"/>
                            </p:stCondLst>
                            <p:childTnLst>
                              <p:par>
                                <p:cTn id="20" presetID="1" presetClass="entr" presetSubtype="0" fill="hold" grpId="0" nodeType="clickEffect">
                                  <p:stCondLst>
                                    <p:cond delay="0"/>
                                  </p:stCondLst>
                                  <p:childTnLst>
                                    <p:set>
                                      <p:cBhvr>
                                        <p:cTn id="21" dur="1" fill="hold">
                                          <p:stCondLst>
                                            <p:cond delay="0"/>
                                          </p:stCondLst>
                                        </p:cTn>
                                        <p:tgtEl>
                                          <p:spTgt spid="181"/>
                                        </p:tgtEl>
                                        <p:attrNameLst>
                                          <p:attrName>style.visibility</p:attrName>
                                        </p:attrNameLst>
                                      </p:cBhvr>
                                      <p:to>
                                        <p:strVal val="visible"/>
                                      </p:to>
                                    </p:set>
                                  </p:childTnLst>
                                  <p:subTnLst>
                                    <p:set>
                                      <p:cBhvr override="childStyle">
                                        <p:cTn dur="1" fill="hold" display="0" masterRel="nextClick" afterEffect="1"/>
                                        <p:tgtEl>
                                          <p:spTgt spid="181"/>
                                        </p:tgtEl>
                                        <p:attrNameLst>
                                          <p:attrName>style.visibility</p:attrName>
                                        </p:attrNameLst>
                                      </p:cBhvr>
                                      <p:to>
                                        <p:strVal val="hidden"/>
                                      </p:to>
                                    </p:set>
                                  </p:subTnLst>
                                </p:cTn>
                              </p:par>
                              <p:par>
                                <p:cTn id="22" presetID="1" presetClass="entr" presetSubtype="0" fill="hold" grpId="0" nodeType="withEffect">
                                  <p:stCondLst>
                                    <p:cond delay="0"/>
                                  </p:stCondLst>
                                  <p:childTnLst>
                                    <p:set>
                                      <p:cBhvr>
                                        <p:cTn id="23" dur="1" fill="hold">
                                          <p:stCondLst>
                                            <p:cond delay="0"/>
                                          </p:stCondLst>
                                        </p:cTn>
                                        <p:tgtEl>
                                          <p:spTgt spid="182"/>
                                        </p:tgtEl>
                                        <p:attrNameLst>
                                          <p:attrName>style.visibility</p:attrName>
                                        </p:attrNameLst>
                                      </p:cBhvr>
                                      <p:to>
                                        <p:strVal val="visible"/>
                                      </p:to>
                                    </p:set>
                                  </p:childTnLst>
                                  <p:subTnLst>
                                    <p:set>
                                      <p:cBhvr override="childStyle">
                                        <p:cTn dur="1" fill="hold" display="0" masterRel="nextClick" afterEffect="1"/>
                                        <p:tgtEl>
                                          <p:spTgt spid="182"/>
                                        </p:tgtEl>
                                        <p:attrNameLst>
                                          <p:attrName>style.visibility</p:attrName>
                                        </p:attrNameLst>
                                      </p:cBhvr>
                                      <p:to>
                                        <p:strVal val="hidden"/>
                                      </p:to>
                                    </p:set>
                                  </p:subTnLst>
                                </p:cTn>
                              </p:par>
                            </p:childTnLst>
                          </p:cTn>
                        </p:par>
                      </p:childTnLst>
                    </p:cTn>
                  </p:par>
                  <p:par>
                    <p:cTn id="24" fill="hold">
                      <p:stCondLst>
                        <p:cond delay="indefinite"/>
                      </p:stCondLst>
                      <p:childTnLst>
                        <p:par>
                          <p:cTn id="25" fill="hold">
                            <p:stCondLst>
                              <p:cond delay="0"/>
                            </p:stCondLst>
                            <p:childTnLst>
                              <p:par>
                                <p:cTn id="26" presetID="1" presetClass="entr" presetSubtype="0" fill="hold" grpId="0" nodeType="clickEffect">
                                  <p:stCondLst>
                                    <p:cond delay="0"/>
                                  </p:stCondLst>
                                  <p:childTnLst>
                                    <p:set>
                                      <p:cBhvr>
                                        <p:cTn id="27" dur="1" fill="hold">
                                          <p:stCondLst>
                                            <p:cond delay="0"/>
                                          </p:stCondLst>
                                        </p:cTn>
                                        <p:tgtEl>
                                          <p:spTgt spid="183"/>
                                        </p:tgtEl>
                                        <p:attrNameLst>
                                          <p:attrName>style.visibility</p:attrName>
                                        </p:attrNameLst>
                                      </p:cBhvr>
                                      <p:to>
                                        <p:strVal val="visible"/>
                                      </p:to>
                                    </p:set>
                                  </p:childTnLst>
                                </p:cTn>
                              </p:par>
                              <p:par>
                                <p:cTn id="28" presetID="1" presetClass="entr" presetSubtype="0" fill="hold" grpId="0" nodeType="withEffect">
                                  <p:stCondLst>
                                    <p:cond delay="0"/>
                                  </p:stCondLst>
                                  <p:childTnLst>
                                    <p:set>
                                      <p:cBhvr>
                                        <p:cTn id="29" dur="1" fill="hold">
                                          <p:stCondLst>
                                            <p:cond delay="0"/>
                                          </p:stCondLst>
                                        </p:cTn>
                                        <p:tgtEl>
                                          <p:spTgt spid="184"/>
                                        </p:tgtEl>
                                        <p:attrNameLst>
                                          <p:attrName>style.visibility</p:attrName>
                                        </p:attrNameLst>
                                      </p:cBhvr>
                                      <p:to>
                                        <p:strVal val="visible"/>
                                      </p:to>
                                    </p:set>
                                  </p:childTnLst>
                                </p:cTn>
                              </p:par>
                            </p:childTnLst>
                          </p:cTn>
                        </p:par>
                      </p:childTnLst>
                    </p:cTn>
                  </p:par>
                  <p:par>
                    <p:cTn id="30" fill="hold">
                      <p:stCondLst>
                        <p:cond delay="indefinite"/>
                      </p:stCondLst>
                      <p:childTnLst>
                        <p:par>
                          <p:cTn id="31" fill="hold">
                            <p:stCondLst>
                              <p:cond delay="0"/>
                            </p:stCondLst>
                            <p:childTnLst>
                              <p:par>
                                <p:cTn id="32" presetID="3" presetClass="entr" presetSubtype="10" fill="hold" nodeType="clickEffect">
                                  <p:stCondLst>
                                    <p:cond delay="0"/>
                                  </p:stCondLst>
                                  <p:childTnLst>
                                    <p:set>
                                      <p:cBhvr>
                                        <p:cTn id="33" dur="1" fill="hold">
                                          <p:stCondLst>
                                            <p:cond delay="0"/>
                                          </p:stCondLst>
                                        </p:cTn>
                                        <p:tgtEl>
                                          <p:spTgt spid="185">
                                            <p:txEl>
                                              <p:pRg st="0" end="0"/>
                                            </p:txEl>
                                          </p:spTgt>
                                        </p:tgtEl>
                                        <p:attrNameLst>
                                          <p:attrName>style.visibility</p:attrName>
                                        </p:attrNameLst>
                                      </p:cBhvr>
                                      <p:to>
                                        <p:strVal val="visible"/>
                                      </p:to>
                                    </p:set>
                                    <p:animEffect transition="in" filter="blinds(horizontal)">
                                      <p:cBhvr>
                                        <p:cTn id="34" dur="500"/>
                                        <p:tgtEl>
                                          <p:spTgt spid="185">
                                            <p:txEl>
                                              <p:pRg st="0" end="0"/>
                                            </p:txEl>
                                          </p:spTgt>
                                        </p:tgtEl>
                                      </p:cBhvr>
                                    </p:animEffect>
                                  </p:childTnLst>
                                </p:cTn>
                              </p:par>
                              <p:par>
                                <p:cTn id="35" presetID="3" presetClass="entr" presetSubtype="10" fill="hold" nodeType="withEffect">
                                  <p:stCondLst>
                                    <p:cond delay="0"/>
                                  </p:stCondLst>
                                  <p:childTnLst>
                                    <p:set>
                                      <p:cBhvr>
                                        <p:cTn id="36" dur="1" fill="hold">
                                          <p:stCondLst>
                                            <p:cond delay="0"/>
                                          </p:stCondLst>
                                        </p:cTn>
                                        <p:tgtEl>
                                          <p:spTgt spid="185">
                                            <p:txEl>
                                              <p:pRg st="1" end="1"/>
                                            </p:txEl>
                                          </p:spTgt>
                                        </p:tgtEl>
                                        <p:attrNameLst>
                                          <p:attrName>style.visibility</p:attrName>
                                        </p:attrNameLst>
                                      </p:cBhvr>
                                      <p:to>
                                        <p:strVal val="visible"/>
                                      </p:to>
                                    </p:set>
                                    <p:animEffect transition="in" filter="blinds(horizontal)">
                                      <p:cBhvr>
                                        <p:cTn id="37" dur="500"/>
                                        <p:tgtEl>
                                          <p:spTgt spid="185">
                                            <p:txEl>
                                              <p:pRg st="1" end="1"/>
                                            </p:txEl>
                                          </p:spTgt>
                                        </p:tgtEl>
                                      </p:cBhvr>
                                    </p:animEffect>
                                  </p:childTnLst>
                                </p:cTn>
                              </p:par>
                              <p:par>
                                <p:cTn id="38" presetID="3" presetClass="entr" presetSubtype="10" fill="hold" nodeType="withEffect">
                                  <p:stCondLst>
                                    <p:cond delay="0"/>
                                  </p:stCondLst>
                                  <p:childTnLst>
                                    <p:set>
                                      <p:cBhvr>
                                        <p:cTn id="39" dur="1" fill="hold">
                                          <p:stCondLst>
                                            <p:cond delay="0"/>
                                          </p:stCondLst>
                                        </p:cTn>
                                        <p:tgtEl>
                                          <p:spTgt spid="185">
                                            <p:txEl>
                                              <p:pRg st="2" end="2"/>
                                            </p:txEl>
                                          </p:spTgt>
                                        </p:tgtEl>
                                        <p:attrNameLst>
                                          <p:attrName>style.visibility</p:attrName>
                                        </p:attrNameLst>
                                      </p:cBhvr>
                                      <p:to>
                                        <p:strVal val="visible"/>
                                      </p:to>
                                    </p:set>
                                    <p:animEffect transition="in" filter="blinds(horizontal)">
                                      <p:cBhvr>
                                        <p:cTn id="40" dur="500"/>
                                        <p:tgtEl>
                                          <p:spTgt spid="185">
                                            <p:txEl>
                                              <p:pRg st="2" end="2"/>
                                            </p:txEl>
                                          </p:spTgt>
                                        </p:tgtEl>
                                      </p:cBhvr>
                                    </p:animEffect>
                                  </p:childTnLst>
                                </p:cTn>
                              </p:par>
                            </p:childTnLst>
                          </p:cTn>
                        </p:par>
                      </p:childTnLst>
                    </p:cTn>
                  </p:par>
                  <p:par>
                    <p:cTn id="41" fill="hold">
                      <p:stCondLst>
                        <p:cond delay="indefinite"/>
                      </p:stCondLst>
                      <p:childTnLst>
                        <p:par>
                          <p:cTn id="42" fill="hold">
                            <p:stCondLst>
                              <p:cond delay="0"/>
                            </p:stCondLst>
                            <p:childTnLst>
                              <p:par>
                                <p:cTn id="43" presetID="3" presetClass="entr" presetSubtype="10" fill="hold" nodeType="clickEffect">
                                  <p:stCondLst>
                                    <p:cond delay="0"/>
                                  </p:stCondLst>
                                  <p:childTnLst>
                                    <p:set>
                                      <p:cBhvr>
                                        <p:cTn id="44" dur="1" fill="hold">
                                          <p:stCondLst>
                                            <p:cond delay="0"/>
                                          </p:stCondLst>
                                        </p:cTn>
                                        <p:tgtEl>
                                          <p:spTgt spid="186">
                                            <p:txEl>
                                              <p:pRg st="0" end="0"/>
                                            </p:txEl>
                                          </p:spTgt>
                                        </p:tgtEl>
                                        <p:attrNameLst>
                                          <p:attrName>style.visibility</p:attrName>
                                        </p:attrNameLst>
                                      </p:cBhvr>
                                      <p:to>
                                        <p:strVal val="visible"/>
                                      </p:to>
                                    </p:set>
                                    <p:animEffect transition="in" filter="blinds(horizontal)">
                                      <p:cBhvr>
                                        <p:cTn id="45" dur="500"/>
                                        <p:tgtEl>
                                          <p:spTgt spid="186">
                                            <p:txEl>
                                              <p:pRg st="0" end="0"/>
                                            </p:txEl>
                                          </p:spTgt>
                                        </p:tgtEl>
                                      </p:cBhvr>
                                    </p:animEffect>
                                  </p:childTnLst>
                                </p:cTn>
                              </p:par>
                              <p:par>
                                <p:cTn id="46" presetID="3" presetClass="entr" presetSubtype="10" fill="hold" nodeType="withEffect">
                                  <p:stCondLst>
                                    <p:cond delay="0"/>
                                  </p:stCondLst>
                                  <p:childTnLst>
                                    <p:set>
                                      <p:cBhvr>
                                        <p:cTn id="47" dur="1" fill="hold">
                                          <p:stCondLst>
                                            <p:cond delay="0"/>
                                          </p:stCondLst>
                                        </p:cTn>
                                        <p:tgtEl>
                                          <p:spTgt spid="186">
                                            <p:txEl>
                                              <p:pRg st="1" end="1"/>
                                            </p:txEl>
                                          </p:spTgt>
                                        </p:tgtEl>
                                        <p:attrNameLst>
                                          <p:attrName>style.visibility</p:attrName>
                                        </p:attrNameLst>
                                      </p:cBhvr>
                                      <p:to>
                                        <p:strVal val="visible"/>
                                      </p:to>
                                    </p:set>
                                    <p:animEffect transition="in" filter="blinds(horizontal)">
                                      <p:cBhvr>
                                        <p:cTn id="48" dur="500"/>
                                        <p:tgtEl>
                                          <p:spTgt spid="186">
                                            <p:txEl>
                                              <p:pRg st="1" end="1"/>
                                            </p:txEl>
                                          </p:spTgt>
                                        </p:tgtEl>
                                      </p:cBhvr>
                                    </p:animEffect>
                                  </p:childTnLst>
                                </p:cTn>
                              </p:par>
                              <p:par>
                                <p:cTn id="49" presetID="3" presetClass="entr" presetSubtype="10" fill="hold" nodeType="withEffect">
                                  <p:stCondLst>
                                    <p:cond delay="0"/>
                                  </p:stCondLst>
                                  <p:childTnLst>
                                    <p:set>
                                      <p:cBhvr>
                                        <p:cTn id="50" dur="1" fill="hold">
                                          <p:stCondLst>
                                            <p:cond delay="0"/>
                                          </p:stCondLst>
                                        </p:cTn>
                                        <p:tgtEl>
                                          <p:spTgt spid="186">
                                            <p:txEl>
                                              <p:pRg st="2" end="2"/>
                                            </p:txEl>
                                          </p:spTgt>
                                        </p:tgtEl>
                                        <p:attrNameLst>
                                          <p:attrName>style.visibility</p:attrName>
                                        </p:attrNameLst>
                                      </p:cBhvr>
                                      <p:to>
                                        <p:strVal val="visible"/>
                                      </p:to>
                                    </p:set>
                                    <p:animEffect transition="in" filter="blinds(horizontal)">
                                      <p:cBhvr>
                                        <p:cTn id="51" dur="500"/>
                                        <p:tgtEl>
                                          <p:spTgt spid="186">
                                            <p:txEl>
                                              <p:pRg st="2" end="2"/>
                                            </p:txEl>
                                          </p:spTgt>
                                        </p:tgtEl>
                                      </p:cBhvr>
                                    </p:animEffect>
                                  </p:childTnLst>
                                </p:cTn>
                              </p:par>
                              <p:par>
                                <p:cTn id="52" presetID="3" presetClass="entr" presetSubtype="10" fill="hold" nodeType="withEffect">
                                  <p:stCondLst>
                                    <p:cond delay="0"/>
                                  </p:stCondLst>
                                  <p:childTnLst>
                                    <p:set>
                                      <p:cBhvr>
                                        <p:cTn id="53" dur="1" fill="hold">
                                          <p:stCondLst>
                                            <p:cond delay="0"/>
                                          </p:stCondLst>
                                        </p:cTn>
                                        <p:tgtEl>
                                          <p:spTgt spid="186">
                                            <p:txEl>
                                              <p:pRg st="3" end="3"/>
                                            </p:txEl>
                                          </p:spTgt>
                                        </p:tgtEl>
                                        <p:attrNameLst>
                                          <p:attrName>style.visibility</p:attrName>
                                        </p:attrNameLst>
                                      </p:cBhvr>
                                      <p:to>
                                        <p:strVal val="visible"/>
                                      </p:to>
                                    </p:set>
                                    <p:animEffect transition="in" filter="blinds(horizontal)">
                                      <p:cBhvr>
                                        <p:cTn id="54" dur="500"/>
                                        <p:tgtEl>
                                          <p:spTgt spid="186">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79" grpId="0" animBg="1"/>
      <p:bldP spid="180" grpId="0"/>
      <p:bldP spid="181" grpId="0" animBg="1"/>
      <p:bldP spid="182" grpId="0"/>
      <p:bldP spid="183" grpId="0" animBg="1"/>
      <p:bldP spid="184" grpId="0"/>
    </p:bldLst>
  </p:timing>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en-US" altLang="zh-CN" dirty="0" err="1">
                <a:ea typeface="宋体" pitchFamily="2" charset="-122"/>
              </a:rPr>
              <a:t>Traceroute</a:t>
            </a:r>
            <a:r>
              <a:rPr lang="zh-CN" altLang="en-US" dirty="0">
                <a:ea typeface="宋体" pitchFamily="2" charset="-122"/>
              </a:rPr>
              <a:t>和</a:t>
            </a:r>
            <a:r>
              <a:rPr lang="en-US" altLang="zh-CN" dirty="0">
                <a:ea typeface="宋体" pitchFamily="2" charset="-122"/>
              </a:rPr>
              <a:t>ICMP</a:t>
            </a:r>
            <a:endParaRPr lang="zh-CN" altLang="en-US" dirty="0"/>
          </a:p>
        </p:txBody>
      </p:sp>
      <p:sp>
        <p:nvSpPr>
          <p:cNvPr id="4" name="灯片编号占位符 3"/>
          <p:cNvSpPr>
            <a:spLocks noGrp="1"/>
          </p:cNvSpPr>
          <p:nvPr>
            <p:ph type="sldNum" sz="quarter" idx="12"/>
          </p:nvPr>
        </p:nvSpPr>
        <p:spPr/>
        <p:txBody>
          <a:bodyPr/>
          <a:lstStyle/>
          <a:p>
            <a:pPr defTabSz="685800" eaLnBrk="1" fontAlgn="auto" hangingPunct="1">
              <a:spcBef>
                <a:spcPts val="0"/>
              </a:spcBef>
              <a:spcAft>
                <a:spcPts val="0"/>
              </a:spcAft>
            </a:pPr>
            <a:fld id="{8D4D1E41-7A09-AB4A-A4E1-09765ADA2698}" type="slidenum">
              <a:rPr kumimoji="1" lang="zh-CN" altLang="en-US">
                <a:solidFill>
                  <a:prstClr val="white">
                    <a:lumMod val="65000"/>
                  </a:prstClr>
                </a:solidFill>
                <a:cs typeface="+mn-cs"/>
              </a:rPr>
              <a:pPr defTabSz="685800" eaLnBrk="1" fontAlgn="auto" hangingPunct="1">
                <a:spcBef>
                  <a:spcPts val="0"/>
                </a:spcBef>
                <a:spcAft>
                  <a:spcPts val="0"/>
                </a:spcAft>
              </a:pPr>
              <a:t>122</a:t>
            </a:fld>
            <a:endParaRPr kumimoji="1" lang="zh-CN" altLang="en-US" dirty="0">
              <a:solidFill>
                <a:prstClr val="white">
                  <a:lumMod val="65000"/>
                </a:prstClr>
              </a:solidFill>
              <a:cs typeface="+mn-cs"/>
            </a:endParaRPr>
          </a:p>
        </p:txBody>
      </p:sp>
      <p:sp>
        <p:nvSpPr>
          <p:cNvPr id="14" name="Rectangle 4">
            <a:extLst>
              <a:ext uri="{FF2B5EF4-FFF2-40B4-BE49-F238E27FC236}">
                <a16:creationId xmlns:a16="http://schemas.microsoft.com/office/drawing/2014/main" id="{FC811031-3315-0942-A8F2-880E674477A5}"/>
              </a:ext>
            </a:extLst>
          </p:cNvPr>
          <p:cNvSpPr txBox="1">
            <a:spLocks noChangeArrowheads="1"/>
          </p:cNvSpPr>
          <p:nvPr/>
        </p:nvSpPr>
        <p:spPr>
          <a:xfrm>
            <a:off x="5183953" y="2517383"/>
            <a:ext cx="2857500" cy="150376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11931" indent="-211931" defTabSz="685800" fontAlgn="auto">
              <a:spcBef>
                <a:spcPts val="750"/>
              </a:spcBef>
              <a:spcAft>
                <a:spcPts val="0"/>
              </a:spcAft>
              <a:defRPr/>
            </a:pPr>
            <a:endParaRPr lang="en-US" sz="1800" dirty="0">
              <a:solidFill>
                <a:prstClr val="black"/>
              </a:solidFill>
              <a:latin typeface="等线" panose="020F0502020204030204"/>
            </a:endParaRPr>
          </a:p>
        </p:txBody>
      </p:sp>
      <p:sp>
        <p:nvSpPr>
          <p:cNvPr id="320" name="内容占位符 2"/>
          <p:cNvSpPr txBox="1">
            <a:spLocks/>
          </p:cNvSpPr>
          <p:nvPr/>
        </p:nvSpPr>
        <p:spPr>
          <a:xfrm>
            <a:off x="657499" y="1901205"/>
            <a:ext cx="3771900" cy="3536857"/>
          </a:xfrm>
          <a:prstGeom prst="rect">
            <a:avLst/>
          </a:prstGeom>
        </p:spPr>
        <p:txBody>
          <a:bodyPr vert="horz" lIns="68580" tIns="34290" rIns="68580" bIns="34290" rtlCol="0">
            <a:normAutofit fontScale="25000" lnSpcReduction="20000"/>
          </a:bodyPr>
          <a:lstStyle>
            <a:lvl1pPr marL="228600" indent="-228600" algn="l" defTabSz="914400" rtl="0" eaLnBrk="1" latinLnBrk="0" hangingPunct="1">
              <a:lnSpc>
                <a:spcPct val="100000"/>
              </a:lnSpc>
              <a:spcBef>
                <a:spcPts val="600"/>
              </a:spcBef>
              <a:buFont typeface="Wingdings" pitchFamily="2" charset="2"/>
              <a:buChar char="Ø"/>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2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2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defTabSz="685800" fontAlgn="auto">
              <a:lnSpc>
                <a:spcPct val="140000"/>
              </a:lnSpc>
              <a:spcBef>
                <a:spcPts val="0"/>
              </a:spcBef>
              <a:spcAft>
                <a:spcPts val="0"/>
              </a:spcAft>
              <a:buNone/>
            </a:pPr>
            <a:endParaRPr lang="en-US" altLang="zh-CN" sz="3000" dirty="0">
              <a:solidFill>
                <a:prstClr val="black"/>
              </a:solidFill>
            </a:endParaRPr>
          </a:p>
          <a:p>
            <a:pPr marL="0" indent="0" defTabSz="685800" fontAlgn="auto">
              <a:lnSpc>
                <a:spcPct val="140000"/>
              </a:lnSpc>
              <a:spcBef>
                <a:spcPts val="0"/>
              </a:spcBef>
              <a:spcAft>
                <a:spcPts val="0"/>
              </a:spcAft>
              <a:buNone/>
            </a:pPr>
            <a:r>
              <a:rPr lang="en-US" altLang="zh-CN" sz="4200" dirty="0">
                <a:solidFill>
                  <a:prstClr val="black"/>
                </a:solidFill>
              </a:rPr>
              <a:t>C:\&gt;tracert </a:t>
            </a:r>
            <a:r>
              <a:rPr lang="en-US" altLang="zh-CN" sz="4200" dirty="0">
                <a:solidFill>
                  <a:prstClr val="black"/>
                </a:solidFill>
                <a:hlinkClick r:id="rId3"/>
              </a:rPr>
              <a:t>www.taobao.com</a:t>
            </a:r>
            <a:endParaRPr lang="en-US" altLang="zh-CN" sz="4200" dirty="0">
              <a:solidFill>
                <a:prstClr val="black"/>
              </a:solidFill>
            </a:endParaRPr>
          </a:p>
          <a:p>
            <a:pPr marL="0" indent="0" defTabSz="685800" fontAlgn="auto">
              <a:lnSpc>
                <a:spcPct val="140000"/>
              </a:lnSpc>
              <a:spcBef>
                <a:spcPts val="0"/>
              </a:spcBef>
              <a:spcAft>
                <a:spcPts val="0"/>
              </a:spcAft>
              <a:buNone/>
            </a:pPr>
            <a:endParaRPr lang="en-US" altLang="zh-CN" sz="4200" dirty="0">
              <a:solidFill>
                <a:prstClr val="black"/>
              </a:solidFill>
            </a:endParaRPr>
          </a:p>
          <a:p>
            <a:pPr marL="0" indent="0" defTabSz="685800" fontAlgn="auto">
              <a:lnSpc>
                <a:spcPct val="140000"/>
              </a:lnSpc>
              <a:spcBef>
                <a:spcPts val="0"/>
              </a:spcBef>
              <a:spcAft>
                <a:spcPts val="0"/>
              </a:spcAft>
              <a:buNone/>
            </a:pPr>
            <a:r>
              <a:rPr lang="zh-CN" altLang="en-US" sz="4200" dirty="0">
                <a:solidFill>
                  <a:prstClr val="black"/>
                </a:solidFill>
              </a:rPr>
              <a:t>通过最多 </a:t>
            </a:r>
            <a:r>
              <a:rPr lang="en-US" altLang="zh-CN" sz="4200" dirty="0">
                <a:solidFill>
                  <a:prstClr val="black"/>
                </a:solidFill>
              </a:rPr>
              <a:t>30 </a:t>
            </a:r>
            <a:r>
              <a:rPr lang="zh-CN" altLang="en-US" sz="4200" dirty="0">
                <a:solidFill>
                  <a:prstClr val="black"/>
                </a:solidFill>
              </a:rPr>
              <a:t>个跃点跟踪</a:t>
            </a:r>
          </a:p>
          <a:p>
            <a:pPr marL="0" indent="0" defTabSz="685800" fontAlgn="auto">
              <a:lnSpc>
                <a:spcPct val="140000"/>
              </a:lnSpc>
              <a:spcBef>
                <a:spcPts val="0"/>
              </a:spcBef>
              <a:spcAft>
                <a:spcPts val="0"/>
              </a:spcAft>
              <a:buNone/>
            </a:pPr>
            <a:r>
              <a:rPr lang="zh-CN" altLang="en-US" sz="4200" dirty="0">
                <a:solidFill>
                  <a:prstClr val="black"/>
                </a:solidFill>
              </a:rPr>
              <a:t>到 </a:t>
            </a:r>
            <a:r>
              <a:rPr lang="en-US" altLang="zh-CN" sz="4200" dirty="0">
                <a:solidFill>
                  <a:prstClr val="black"/>
                </a:solidFill>
              </a:rPr>
              <a:t>www.taobao.com.danuoyi.tbcache.com [27.211.197.171] </a:t>
            </a:r>
            <a:r>
              <a:rPr lang="zh-CN" altLang="en-US" sz="4200" dirty="0">
                <a:solidFill>
                  <a:prstClr val="black"/>
                </a:solidFill>
              </a:rPr>
              <a:t>的路由</a:t>
            </a:r>
            <a:r>
              <a:rPr lang="en-US" altLang="zh-CN" sz="4200" dirty="0">
                <a:solidFill>
                  <a:prstClr val="black"/>
                </a:solidFill>
              </a:rPr>
              <a:t>:</a:t>
            </a:r>
          </a:p>
          <a:p>
            <a:pPr marL="0" indent="0" defTabSz="685800" fontAlgn="auto">
              <a:lnSpc>
                <a:spcPct val="140000"/>
              </a:lnSpc>
              <a:spcBef>
                <a:spcPts val="0"/>
              </a:spcBef>
              <a:spcAft>
                <a:spcPts val="0"/>
              </a:spcAft>
              <a:buNone/>
            </a:pPr>
            <a:endParaRPr lang="en-US" altLang="zh-CN" sz="4200" dirty="0">
              <a:solidFill>
                <a:prstClr val="black"/>
              </a:solidFill>
            </a:endParaRPr>
          </a:p>
          <a:p>
            <a:pPr marL="0" indent="0" defTabSz="685800" fontAlgn="auto">
              <a:lnSpc>
                <a:spcPct val="140000"/>
              </a:lnSpc>
              <a:spcBef>
                <a:spcPts val="0"/>
              </a:spcBef>
              <a:spcAft>
                <a:spcPts val="0"/>
              </a:spcAft>
              <a:buNone/>
            </a:pPr>
            <a:r>
              <a:rPr lang="en-US" altLang="zh-CN" sz="4200" dirty="0">
                <a:solidFill>
                  <a:prstClr val="black"/>
                </a:solidFill>
              </a:rPr>
              <a:t>  1     3 </a:t>
            </a:r>
            <a:r>
              <a:rPr lang="en-US" altLang="zh-CN" sz="4200" dirty="0" err="1">
                <a:solidFill>
                  <a:prstClr val="black"/>
                </a:solidFill>
              </a:rPr>
              <a:t>ms</a:t>
            </a:r>
            <a:r>
              <a:rPr lang="en-US" altLang="zh-CN" sz="4200" dirty="0">
                <a:solidFill>
                  <a:prstClr val="black"/>
                </a:solidFill>
              </a:rPr>
              <a:t>     2 </a:t>
            </a:r>
            <a:r>
              <a:rPr lang="en-US" altLang="zh-CN" sz="4200" dirty="0" err="1">
                <a:solidFill>
                  <a:prstClr val="black"/>
                </a:solidFill>
              </a:rPr>
              <a:t>ms</a:t>
            </a:r>
            <a:r>
              <a:rPr lang="en-US" altLang="zh-CN" sz="4200" dirty="0">
                <a:solidFill>
                  <a:prstClr val="black"/>
                </a:solidFill>
              </a:rPr>
              <a:t>     4 </a:t>
            </a:r>
            <a:r>
              <a:rPr lang="en-US" altLang="zh-CN" sz="4200" dirty="0" err="1">
                <a:solidFill>
                  <a:prstClr val="black"/>
                </a:solidFill>
              </a:rPr>
              <a:t>ms</a:t>
            </a:r>
            <a:r>
              <a:rPr lang="en-US" altLang="zh-CN" sz="4200" dirty="0">
                <a:solidFill>
                  <a:prstClr val="black"/>
                </a:solidFill>
              </a:rPr>
              <a:t>  192.168.3.1</a:t>
            </a:r>
          </a:p>
          <a:p>
            <a:pPr marL="0" indent="0" defTabSz="685800" fontAlgn="auto">
              <a:lnSpc>
                <a:spcPct val="140000"/>
              </a:lnSpc>
              <a:spcBef>
                <a:spcPts val="0"/>
              </a:spcBef>
              <a:spcAft>
                <a:spcPts val="0"/>
              </a:spcAft>
              <a:buNone/>
            </a:pPr>
            <a:r>
              <a:rPr lang="en-US" altLang="zh-CN" sz="4200" dirty="0">
                <a:solidFill>
                  <a:prstClr val="black"/>
                </a:solidFill>
              </a:rPr>
              <a:t>  2     3 </a:t>
            </a:r>
            <a:r>
              <a:rPr lang="en-US" altLang="zh-CN" sz="4200" dirty="0" err="1">
                <a:solidFill>
                  <a:prstClr val="black"/>
                </a:solidFill>
              </a:rPr>
              <a:t>ms</a:t>
            </a:r>
            <a:r>
              <a:rPr lang="en-US" altLang="zh-CN" sz="4200" dirty="0">
                <a:solidFill>
                  <a:prstClr val="black"/>
                </a:solidFill>
              </a:rPr>
              <a:t>     6 </a:t>
            </a:r>
            <a:r>
              <a:rPr lang="en-US" altLang="zh-CN" sz="4200" dirty="0" err="1">
                <a:solidFill>
                  <a:prstClr val="black"/>
                </a:solidFill>
              </a:rPr>
              <a:t>ms</a:t>
            </a:r>
            <a:r>
              <a:rPr lang="en-US" altLang="zh-CN" sz="4200" dirty="0">
                <a:solidFill>
                  <a:prstClr val="black"/>
                </a:solidFill>
              </a:rPr>
              <a:t>     3 </a:t>
            </a:r>
            <a:r>
              <a:rPr lang="en-US" altLang="zh-CN" sz="4200" dirty="0" err="1">
                <a:solidFill>
                  <a:prstClr val="black"/>
                </a:solidFill>
              </a:rPr>
              <a:t>ms</a:t>
            </a:r>
            <a:r>
              <a:rPr lang="en-US" altLang="zh-CN" sz="4200" dirty="0">
                <a:solidFill>
                  <a:prstClr val="black"/>
                </a:solidFill>
              </a:rPr>
              <a:t>  SMBSHARE [192.168.1.1]</a:t>
            </a:r>
          </a:p>
          <a:p>
            <a:pPr marL="0" indent="0" defTabSz="685800" fontAlgn="auto">
              <a:lnSpc>
                <a:spcPct val="140000"/>
              </a:lnSpc>
              <a:spcBef>
                <a:spcPts val="0"/>
              </a:spcBef>
              <a:spcAft>
                <a:spcPts val="0"/>
              </a:spcAft>
              <a:buNone/>
            </a:pPr>
            <a:r>
              <a:rPr lang="en-US" altLang="zh-CN" sz="4200" dirty="0">
                <a:solidFill>
                  <a:prstClr val="black"/>
                </a:solidFill>
              </a:rPr>
              <a:t>  3     6 </a:t>
            </a:r>
            <a:r>
              <a:rPr lang="en-US" altLang="zh-CN" sz="4200" dirty="0" err="1">
                <a:solidFill>
                  <a:prstClr val="black"/>
                </a:solidFill>
              </a:rPr>
              <a:t>ms</a:t>
            </a:r>
            <a:r>
              <a:rPr lang="en-US" altLang="zh-CN" sz="4200" dirty="0">
                <a:solidFill>
                  <a:prstClr val="black"/>
                </a:solidFill>
              </a:rPr>
              <a:t>     9 </a:t>
            </a:r>
            <a:r>
              <a:rPr lang="en-US" altLang="zh-CN" sz="4200" dirty="0" err="1">
                <a:solidFill>
                  <a:prstClr val="black"/>
                </a:solidFill>
              </a:rPr>
              <a:t>ms</a:t>
            </a:r>
            <a:r>
              <a:rPr lang="en-US" altLang="zh-CN" sz="4200" dirty="0">
                <a:solidFill>
                  <a:prstClr val="black"/>
                </a:solidFill>
              </a:rPr>
              <a:t>     5 </a:t>
            </a:r>
            <a:r>
              <a:rPr lang="en-US" altLang="zh-CN" sz="4200" dirty="0" err="1">
                <a:solidFill>
                  <a:prstClr val="black"/>
                </a:solidFill>
              </a:rPr>
              <a:t>ms</a:t>
            </a:r>
            <a:r>
              <a:rPr lang="en-US" altLang="zh-CN" sz="4200" dirty="0">
                <a:solidFill>
                  <a:prstClr val="black"/>
                </a:solidFill>
              </a:rPr>
              <a:t>  27.215.136.1</a:t>
            </a:r>
          </a:p>
          <a:p>
            <a:pPr marL="0" indent="0" defTabSz="685800" fontAlgn="auto">
              <a:lnSpc>
                <a:spcPct val="140000"/>
              </a:lnSpc>
              <a:spcBef>
                <a:spcPts val="0"/>
              </a:spcBef>
              <a:spcAft>
                <a:spcPts val="0"/>
              </a:spcAft>
              <a:buNone/>
            </a:pPr>
            <a:r>
              <a:rPr lang="en-US" altLang="zh-CN" sz="4200" dirty="0">
                <a:solidFill>
                  <a:prstClr val="black"/>
                </a:solidFill>
              </a:rPr>
              <a:t>  4     6 </a:t>
            </a:r>
            <a:r>
              <a:rPr lang="en-US" altLang="zh-CN" sz="4200" dirty="0" err="1">
                <a:solidFill>
                  <a:prstClr val="black"/>
                </a:solidFill>
              </a:rPr>
              <a:t>ms</a:t>
            </a:r>
            <a:r>
              <a:rPr lang="en-US" altLang="zh-CN" sz="4200" dirty="0">
                <a:solidFill>
                  <a:prstClr val="black"/>
                </a:solidFill>
              </a:rPr>
              <a:t>    11 </a:t>
            </a:r>
            <a:r>
              <a:rPr lang="en-US" altLang="zh-CN" sz="4200" dirty="0" err="1">
                <a:solidFill>
                  <a:prstClr val="black"/>
                </a:solidFill>
              </a:rPr>
              <a:t>ms</a:t>
            </a:r>
            <a:r>
              <a:rPr lang="en-US" altLang="zh-CN" sz="4200" dirty="0">
                <a:solidFill>
                  <a:prstClr val="black"/>
                </a:solidFill>
              </a:rPr>
              <a:t>     7 </a:t>
            </a:r>
            <a:r>
              <a:rPr lang="en-US" altLang="zh-CN" sz="4200" dirty="0" err="1">
                <a:solidFill>
                  <a:prstClr val="black"/>
                </a:solidFill>
              </a:rPr>
              <a:t>ms</a:t>
            </a:r>
            <a:r>
              <a:rPr lang="en-US" altLang="zh-CN" sz="4200" dirty="0">
                <a:solidFill>
                  <a:prstClr val="black"/>
                </a:solidFill>
              </a:rPr>
              <a:t>  61.162.199.89</a:t>
            </a:r>
          </a:p>
          <a:p>
            <a:pPr marL="0" indent="0" defTabSz="685800" fontAlgn="auto">
              <a:lnSpc>
                <a:spcPct val="140000"/>
              </a:lnSpc>
              <a:spcBef>
                <a:spcPts val="0"/>
              </a:spcBef>
              <a:spcAft>
                <a:spcPts val="0"/>
              </a:spcAft>
              <a:buNone/>
            </a:pPr>
            <a:r>
              <a:rPr lang="en-US" altLang="zh-CN" sz="4200" dirty="0">
                <a:solidFill>
                  <a:prstClr val="black"/>
                </a:solidFill>
              </a:rPr>
              <a:t>  5     7 </a:t>
            </a:r>
            <a:r>
              <a:rPr lang="en-US" altLang="zh-CN" sz="4200" dirty="0" err="1">
                <a:solidFill>
                  <a:prstClr val="black"/>
                </a:solidFill>
              </a:rPr>
              <a:t>ms</a:t>
            </a:r>
            <a:r>
              <a:rPr lang="en-US" altLang="zh-CN" sz="4200" dirty="0">
                <a:solidFill>
                  <a:prstClr val="black"/>
                </a:solidFill>
              </a:rPr>
              <a:t>    18 </a:t>
            </a:r>
            <a:r>
              <a:rPr lang="en-US" altLang="zh-CN" sz="4200" dirty="0" err="1">
                <a:solidFill>
                  <a:prstClr val="black"/>
                </a:solidFill>
              </a:rPr>
              <a:t>ms</a:t>
            </a:r>
            <a:r>
              <a:rPr lang="en-US" altLang="zh-CN" sz="4200" dirty="0">
                <a:solidFill>
                  <a:prstClr val="black"/>
                </a:solidFill>
              </a:rPr>
              <a:t>   21 </a:t>
            </a:r>
            <a:r>
              <a:rPr lang="en-US" altLang="zh-CN" sz="4200" dirty="0" err="1">
                <a:solidFill>
                  <a:prstClr val="black"/>
                </a:solidFill>
              </a:rPr>
              <a:t>ms</a:t>
            </a:r>
            <a:r>
              <a:rPr lang="en-US" altLang="zh-CN" sz="4200" dirty="0">
                <a:solidFill>
                  <a:prstClr val="black"/>
                </a:solidFill>
              </a:rPr>
              <a:t>   61.162.199.9</a:t>
            </a:r>
          </a:p>
          <a:p>
            <a:pPr marL="0" indent="0" defTabSz="685800" fontAlgn="auto">
              <a:lnSpc>
                <a:spcPct val="140000"/>
              </a:lnSpc>
              <a:spcBef>
                <a:spcPts val="0"/>
              </a:spcBef>
              <a:spcAft>
                <a:spcPts val="0"/>
              </a:spcAft>
              <a:buNone/>
            </a:pPr>
            <a:r>
              <a:rPr lang="en-US" altLang="zh-CN" sz="4200" dirty="0">
                <a:solidFill>
                  <a:prstClr val="black"/>
                </a:solidFill>
              </a:rPr>
              <a:t>  6    23 </a:t>
            </a:r>
            <a:r>
              <a:rPr lang="en-US" altLang="zh-CN" sz="4200" dirty="0" err="1">
                <a:solidFill>
                  <a:prstClr val="black"/>
                </a:solidFill>
              </a:rPr>
              <a:t>ms</a:t>
            </a:r>
            <a:r>
              <a:rPr lang="en-US" altLang="zh-CN" sz="4200" dirty="0">
                <a:solidFill>
                  <a:prstClr val="black"/>
                </a:solidFill>
              </a:rPr>
              <a:t>    29 </a:t>
            </a:r>
            <a:r>
              <a:rPr lang="en-US" altLang="zh-CN" sz="4200" dirty="0" err="1">
                <a:solidFill>
                  <a:prstClr val="black"/>
                </a:solidFill>
              </a:rPr>
              <a:t>ms</a:t>
            </a:r>
            <a:r>
              <a:rPr lang="en-US" altLang="zh-CN" sz="4200" dirty="0">
                <a:solidFill>
                  <a:prstClr val="black"/>
                </a:solidFill>
              </a:rPr>
              <a:t>  22 </a:t>
            </a:r>
            <a:r>
              <a:rPr lang="en-US" altLang="zh-CN" sz="4200" dirty="0" err="1">
                <a:solidFill>
                  <a:prstClr val="black"/>
                </a:solidFill>
              </a:rPr>
              <a:t>ms</a:t>
            </a:r>
            <a:r>
              <a:rPr lang="en-US" altLang="zh-CN" sz="4200" dirty="0">
                <a:solidFill>
                  <a:prstClr val="black"/>
                </a:solidFill>
              </a:rPr>
              <a:t>   61.156.223.69</a:t>
            </a:r>
          </a:p>
          <a:p>
            <a:pPr marL="0" indent="0" defTabSz="685800" fontAlgn="auto">
              <a:lnSpc>
                <a:spcPct val="140000"/>
              </a:lnSpc>
              <a:spcBef>
                <a:spcPts val="0"/>
              </a:spcBef>
              <a:spcAft>
                <a:spcPts val="0"/>
              </a:spcAft>
              <a:buNone/>
            </a:pPr>
            <a:r>
              <a:rPr lang="en-US" altLang="zh-CN" sz="4200" dirty="0">
                <a:solidFill>
                  <a:prstClr val="black"/>
                </a:solidFill>
              </a:rPr>
              <a:t>  7    28 </a:t>
            </a:r>
            <a:r>
              <a:rPr lang="en-US" altLang="zh-CN" sz="4200" dirty="0" err="1">
                <a:solidFill>
                  <a:prstClr val="black"/>
                </a:solidFill>
              </a:rPr>
              <a:t>ms</a:t>
            </a:r>
            <a:r>
              <a:rPr lang="en-US" altLang="zh-CN" sz="4200" dirty="0">
                <a:solidFill>
                  <a:prstClr val="black"/>
                </a:solidFill>
              </a:rPr>
              <a:t>    31 </a:t>
            </a:r>
            <a:r>
              <a:rPr lang="en-US" altLang="zh-CN" sz="4200" dirty="0" err="1">
                <a:solidFill>
                  <a:prstClr val="black"/>
                </a:solidFill>
              </a:rPr>
              <a:t>ms</a:t>
            </a:r>
            <a:r>
              <a:rPr lang="en-US" altLang="zh-CN" sz="4200" dirty="0">
                <a:solidFill>
                  <a:prstClr val="black"/>
                </a:solidFill>
              </a:rPr>
              <a:t>  20 </a:t>
            </a:r>
            <a:r>
              <a:rPr lang="en-US" altLang="zh-CN" sz="4200" dirty="0" err="1">
                <a:solidFill>
                  <a:prstClr val="black"/>
                </a:solidFill>
              </a:rPr>
              <a:t>ms</a:t>
            </a:r>
            <a:r>
              <a:rPr lang="en-US" altLang="zh-CN" sz="4200" dirty="0">
                <a:solidFill>
                  <a:prstClr val="black"/>
                </a:solidFill>
              </a:rPr>
              <a:t>  112.230.160.54</a:t>
            </a:r>
          </a:p>
          <a:p>
            <a:pPr marL="0" indent="0" defTabSz="685800" fontAlgn="auto">
              <a:lnSpc>
                <a:spcPct val="140000"/>
              </a:lnSpc>
              <a:spcBef>
                <a:spcPts val="0"/>
              </a:spcBef>
              <a:spcAft>
                <a:spcPts val="0"/>
              </a:spcAft>
              <a:buNone/>
            </a:pPr>
            <a:r>
              <a:rPr lang="en-US" altLang="zh-CN" sz="4200" dirty="0">
                <a:solidFill>
                  <a:prstClr val="black"/>
                </a:solidFill>
              </a:rPr>
              <a:t>  8    19 </a:t>
            </a:r>
            <a:r>
              <a:rPr lang="en-US" altLang="zh-CN" sz="4200" dirty="0" err="1">
                <a:solidFill>
                  <a:prstClr val="black"/>
                </a:solidFill>
              </a:rPr>
              <a:t>ms</a:t>
            </a:r>
            <a:r>
              <a:rPr lang="en-US" altLang="zh-CN" sz="4200" dirty="0">
                <a:solidFill>
                  <a:prstClr val="black"/>
                </a:solidFill>
              </a:rPr>
              <a:t>    27 </a:t>
            </a:r>
            <a:r>
              <a:rPr lang="en-US" altLang="zh-CN" sz="4200" dirty="0" err="1">
                <a:solidFill>
                  <a:prstClr val="black"/>
                </a:solidFill>
              </a:rPr>
              <a:t>ms</a:t>
            </a:r>
            <a:r>
              <a:rPr lang="en-US" altLang="zh-CN" sz="4200" dirty="0">
                <a:solidFill>
                  <a:prstClr val="black"/>
                </a:solidFill>
              </a:rPr>
              <a:t>  36 </a:t>
            </a:r>
            <a:r>
              <a:rPr lang="en-US" altLang="zh-CN" sz="4200" dirty="0" err="1">
                <a:solidFill>
                  <a:prstClr val="black"/>
                </a:solidFill>
              </a:rPr>
              <a:t>ms</a:t>
            </a:r>
            <a:r>
              <a:rPr lang="en-US" altLang="zh-CN" sz="4200" dirty="0">
                <a:solidFill>
                  <a:prstClr val="black"/>
                </a:solidFill>
              </a:rPr>
              <a:t>   60.208.64.230</a:t>
            </a:r>
          </a:p>
          <a:p>
            <a:pPr marL="0" indent="0" defTabSz="685800" fontAlgn="auto">
              <a:lnSpc>
                <a:spcPct val="140000"/>
              </a:lnSpc>
              <a:spcBef>
                <a:spcPts val="0"/>
              </a:spcBef>
              <a:spcAft>
                <a:spcPts val="0"/>
              </a:spcAft>
              <a:buNone/>
            </a:pPr>
            <a:r>
              <a:rPr lang="en-US" altLang="zh-CN" sz="4200" dirty="0">
                <a:solidFill>
                  <a:prstClr val="black"/>
                </a:solidFill>
              </a:rPr>
              <a:t>  9    15 </a:t>
            </a:r>
            <a:r>
              <a:rPr lang="en-US" altLang="zh-CN" sz="4200" dirty="0" err="1">
                <a:solidFill>
                  <a:prstClr val="black"/>
                </a:solidFill>
              </a:rPr>
              <a:t>ms</a:t>
            </a:r>
            <a:r>
              <a:rPr lang="en-US" altLang="zh-CN" sz="4200" dirty="0">
                <a:solidFill>
                  <a:prstClr val="black"/>
                </a:solidFill>
              </a:rPr>
              <a:t>    15 </a:t>
            </a:r>
            <a:r>
              <a:rPr lang="en-US" altLang="zh-CN" sz="4200" dirty="0" err="1">
                <a:solidFill>
                  <a:prstClr val="black"/>
                </a:solidFill>
              </a:rPr>
              <a:t>ms</a:t>
            </a:r>
            <a:r>
              <a:rPr lang="en-US" altLang="zh-CN" sz="4200" dirty="0">
                <a:solidFill>
                  <a:prstClr val="black"/>
                </a:solidFill>
              </a:rPr>
              <a:t>  16 </a:t>
            </a:r>
            <a:r>
              <a:rPr lang="en-US" altLang="zh-CN" sz="4200" dirty="0" err="1">
                <a:solidFill>
                  <a:prstClr val="black"/>
                </a:solidFill>
              </a:rPr>
              <a:t>ms</a:t>
            </a:r>
            <a:r>
              <a:rPr lang="en-US" altLang="zh-CN" sz="4200" dirty="0">
                <a:solidFill>
                  <a:prstClr val="black"/>
                </a:solidFill>
              </a:rPr>
              <a:t>  119.164.254.86</a:t>
            </a:r>
          </a:p>
          <a:p>
            <a:pPr marL="0" indent="0" defTabSz="685800" fontAlgn="auto">
              <a:lnSpc>
                <a:spcPct val="140000"/>
              </a:lnSpc>
              <a:spcBef>
                <a:spcPts val="0"/>
              </a:spcBef>
              <a:spcAft>
                <a:spcPts val="0"/>
              </a:spcAft>
              <a:buNone/>
            </a:pPr>
            <a:r>
              <a:rPr lang="en-US" altLang="zh-CN" sz="4200" dirty="0">
                <a:solidFill>
                  <a:prstClr val="black"/>
                </a:solidFill>
              </a:rPr>
              <a:t> 10   19 </a:t>
            </a:r>
            <a:r>
              <a:rPr lang="en-US" altLang="zh-CN" sz="4200" dirty="0" err="1">
                <a:solidFill>
                  <a:prstClr val="black"/>
                </a:solidFill>
              </a:rPr>
              <a:t>ms</a:t>
            </a:r>
            <a:r>
              <a:rPr lang="en-US" altLang="zh-CN" sz="4200" dirty="0">
                <a:solidFill>
                  <a:prstClr val="black"/>
                </a:solidFill>
              </a:rPr>
              <a:t>    13 </a:t>
            </a:r>
            <a:r>
              <a:rPr lang="en-US" altLang="zh-CN" sz="4200" dirty="0" err="1">
                <a:solidFill>
                  <a:prstClr val="black"/>
                </a:solidFill>
              </a:rPr>
              <a:t>ms</a:t>
            </a:r>
            <a:r>
              <a:rPr lang="en-US" altLang="zh-CN" sz="4200" dirty="0">
                <a:solidFill>
                  <a:prstClr val="black"/>
                </a:solidFill>
              </a:rPr>
              <a:t>  13 </a:t>
            </a:r>
            <a:r>
              <a:rPr lang="en-US" altLang="zh-CN" sz="4200" dirty="0" err="1">
                <a:solidFill>
                  <a:prstClr val="black"/>
                </a:solidFill>
              </a:rPr>
              <a:t>ms</a:t>
            </a:r>
            <a:r>
              <a:rPr lang="en-US" altLang="zh-CN" sz="4200" dirty="0">
                <a:solidFill>
                  <a:prstClr val="black"/>
                </a:solidFill>
              </a:rPr>
              <a:t>  27.211.197.171</a:t>
            </a:r>
          </a:p>
          <a:p>
            <a:pPr marL="0" indent="0" defTabSz="685800" fontAlgn="auto">
              <a:lnSpc>
                <a:spcPct val="140000"/>
              </a:lnSpc>
              <a:spcBef>
                <a:spcPts val="0"/>
              </a:spcBef>
              <a:spcAft>
                <a:spcPts val="0"/>
              </a:spcAft>
              <a:buNone/>
            </a:pPr>
            <a:endParaRPr lang="en-US" altLang="zh-CN" sz="4200" dirty="0">
              <a:solidFill>
                <a:prstClr val="black"/>
              </a:solidFill>
            </a:endParaRPr>
          </a:p>
          <a:p>
            <a:pPr marL="0" indent="0" defTabSz="685800" fontAlgn="auto">
              <a:lnSpc>
                <a:spcPct val="140000"/>
              </a:lnSpc>
              <a:spcBef>
                <a:spcPts val="0"/>
              </a:spcBef>
              <a:spcAft>
                <a:spcPts val="0"/>
              </a:spcAft>
              <a:buNone/>
            </a:pPr>
            <a:r>
              <a:rPr lang="zh-CN" altLang="en-US" sz="4200" dirty="0">
                <a:solidFill>
                  <a:prstClr val="black"/>
                </a:solidFill>
              </a:rPr>
              <a:t>跟踪完成。</a:t>
            </a:r>
          </a:p>
          <a:p>
            <a:pPr marL="171450" indent="-171450" defTabSz="685800" fontAlgn="auto">
              <a:spcBef>
                <a:spcPts val="450"/>
              </a:spcBef>
              <a:spcAft>
                <a:spcPts val="0"/>
              </a:spcAft>
            </a:pPr>
            <a:endParaRPr lang="zh-CN" altLang="en-US" sz="2100" dirty="0">
              <a:solidFill>
                <a:prstClr val="black"/>
              </a:solidFill>
            </a:endParaRPr>
          </a:p>
          <a:p>
            <a:pPr marL="0" indent="0" defTabSz="685800" fontAlgn="auto">
              <a:spcBef>
                <a:spcPts val="450"/>
              </a:spcBef>
              <a:spcAft>
                <a:spcPts val="0"/>
              </a:spcAft>
              <a:buNone/>
            </a:pPr>
            <a:endParaRPr lang="zh-CN" altLang="en-US" sz="2100" dirty="0">
              <a:solidFill>
                <a:prstClr val="black"/>
              </a:solidFill>
            </a:endParaRPr>
          </a:p>
        </p:txBody>
      </p:sp>
      <p:sp>
        <p:nvSpPr>
          <p:cNvPr id="98" name="Rectangle 4"/>
          <p:cNvSpPr txBox="1">
            <a:spLocks noChangeArrowheads="1"/>
          </p:cNvSpPr>
          <p:nvPr/>
        </p:nvSpPr>
        <p:spPr>
          <a:xfrm>
            <a:off x="4743422" y="2269191"/>
            <a:ext cx="3738562" cy="3257551"/>
          </a:xfrm>
          <a:prstGeom prst="rect">
            <a:avLst/>
          </a:prstGeom>
        </p:spPr>
        <p:txBody>
          <a:bodyPr/>
          <a:lstStyle>
            <a:lvl1pPr marL="228600" indent="-228600" algn="l" defTabSz="914400" rtl="0" eaLnBrk="1" latinLnBrk="0" hangingPunct="1">
              <a:lnSpc>
                <a:spcPct val="100000"/>
              </a:lnSpc>
              <a:spcBef>
                <a:spcPts val="600"/>
              </a:spcBef>
              <a:buFont typeface="Arial" panose="020B0604020202020204" pitchFamily="34" charset="0"/>
              <a:buChar char="•"/>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2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2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2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71450" indent="-171450" defTabSz="685800" fontAlgn="auto">
              <a:lnSpc>
                <a:spcPct val="110000"/>
              </a:lnSpc>
              <a:spcBef>
                <a:spcPts val="450"/>
              </a:spcBef>
              <a:spcAft>
                <a:spcPts val="0"/>
              </a:spcAft>
              <a:buFont typeface="Wingdings" pitchFamily="2" charset="2"/>
              <a:buChar char="Ø"/>
            </a:pPr>
            <a:r>
              <a:rPr lang="zh-CN" altLang="en-US" sz="1800" dirty="0">
                <a:solidFill>
                  <a:prstClr val="black"/>
                </a:solidFill>
                <a:latin typeface="微软雅黑" pitchFamily="34" charset="-122"/>
                <a:ea typeface="微软雅黑" pitchFamily="34" charset="-122"/>
              </a:rPr>
              <a:t>当源收到</a:t>
            </a:r>
            <a:r>
              <a:rPr lang="en-US" altLang="zh-CN" sz="1800" dirty="0">
                <a:solidFill>
                  <a:prstClr val="black"/>
                </a:solidFill>
                <a:latin typeface="微软雅黑" pitchFamily="34" charset="-122"/>
                <a:ea typeface="微软雅黑" pitchFamily="34" charset="-122"/>
              </a:rPr>
              <a:t>ICMP</a:t>
            </a:r>
            <a:r>
              <a:rPr lang="zh-CN" altLang="en-US" sz="1800" dirty="0">
                <a:solidFill>
                  <a:prstClr val="black"/>
                </a:solidFill>
                <a:latin typeface="微软雅黑" pitchFamily="34" charset="-122"/>
                <a:ea typeface="微软雅黑" pitchFamily="34" charset="-122"/>
              </a:rPr>
              <a:t>报文，计算 </a:t>
            </a:r>
            <a:r>
              <a:rPr lang="en-US" altLang="zh-CN" sz="1800" dirty="0">
                <a:solidFill>
                  <a:prstClr val="black"/>
                </a:solidFill>
                <a:latin typeface="微软雅黑" pitchFamily="34" charset="-122"/>
                <a:ea typeface="微软雅黑" pitchFamily="34" charset="-122"/>
              </a:rPr>
              <a:t>RTT</a:t>
            </a:r>
          </a:p>
          <a:p>
            <a:pPr marL="171450" indent="-171450" defTabSz="685800" fontAlgn="auto">
              <a:lnSpc>
                <a:spcPct val="110000"/>
              </a:lnSpc>
              <a:spcBef>
                <a:spcPts val="450"/>
              </a:spcBef>
              <a:spcAft>
                <a:spcPts val="0"/>
              </a:spcAft>
              <a:buFont typeface="Wingdings" pitchFamily="2" charset="2"/>
              <a:buChar char="Ø"/>
            </a:pPr>
            <a:r>
              <a:rPr lang="en-US" altLang="zh-CN" sz="1800" dirty="0" err="1">
                <a:solidFill>
                  <a:prstClr val="black"/>
                </a:solidFill>
                <a:latin typeface="微软雅黑" pitchFamily="34" charset="-122"/>
                <a:ea typeface="微软雅黑" pitchFamily="34" charset="-122"/>
              </a:rPr>
              <a:t>Tracert</a:t>
            </a:r>
            <a:r>
              <a:rPr lang="zh-CN" altLang="en-US" sz="1800" dirty="0">
                <a:solidFill>
                  <a:prstClr val="black"/>
                </a:solidFill>
                <a:latin typeface="微软雅黑" pitchFamily="34" charset="-122"/>
                <a:ea typeface="微软雅黑" pitchFamily="34" charset="-122"/>
              </a:rPr>
              <a:t>针对同一</a:t>
            </a:r>
            <a:r>
              <a:rPr lang="en-US" altLang="zh-CN" sz="1800" dirty="0">
                <a:solidFill>
                  <a:prstClr val="black"/>
                </a:solidFill>
                <a:latin typeface="微软雅黑" pitchFamily="34" charset="-122"/>
                <a:ea typeface="微软雅黑" pitchFamily="34" charset="-122"/>
              </a:rPr>
              <a:t>RTT</a:t>
            </a:r>
            <a:r>
              <a:rPr lang="zh-CN" altLang="en-US" sz="1800" dirty="0">
                <a:solidFill>
                  <a:prstClr val="black"/>
                </a:solidFill>
                <a:latin typeface="微软雅黑" pitchFamily="34" charset="-122"/>
                <a:ea typeface="微软雅黑" pitchFamily="34" charset="-122"/>
              </a:rPr>
              <a:t>值执行上述过程</a:t>
            </a:r>
            <a:r>
              <a:rPr lang="en-US" altLang="zh-CN" sz="1800" dirty="0">
                <a:solidFill>
                  <a:prstClr val="black"/>
                </a:solidFill>
                <a:latin typeface="微软雅黑" pitchFamily="34" charset="-122"/>
                <a:ea typeface="微软雅黑" pitchFamily="34" charset="-122"/>
              </a:rPr>
              <a:t>3</a:t>
            </a:r>
            <a:r>
              <a:rPr lang="zh-CN" altLang="en-US" sz="1800" dirty="0">
                <a:solidFill>
                  <a:prstClr val="black"/>
                </a:solidFill>
                <a:latin typeface="微软雅黑" pitchFamily="34" charset="-122"/>
                <a:ea typeface="微软雅黑" pitchFamily="34" charset="-122"/>
              </a:rPr>
              <a:t>次</a:t>
            </a:r>
            <a:endParaRPr lang="en-US" altLang="zh-CN" sz="1800" dirty="0">
              <a:solidFill>
                <a:prstClr val="black"/>
              </a:solidFill>
              <a:latin typeface="微软雅黑" pitchFamily="34" charset="-122"/>
              <a:ea typeface="微软雅黑" pitchFamily="34" charset="-122"/>
            </a:endParaRPr>
          </a:p>
          <a:p>
            <a:pPr marL="171450" indent="-171450" defTabSz="685800" fontAlgn="auto">
              <a:lnSpc>
                <a:spcPct val="110000"/>
              </a:lnSpc>
              <a:spcBef>
                <a:spcPts val="450"/>
              </a:spcBef>
              <a:spcAft>
                <a:spcPts val="0"/>
              </a:spcAft>
              <a:buFont typeface="Wingdings" pitchFamily="2" charset="2"/>
              <a:buChar char="Ø"/>
            </a:pPr>
            <a:endParaRPr lang="en-US" altLang="zh-CN" sz="1800" dirty="0">
              <a:solidFill>
                <a:prstClr val="black"/>
              </a:solidFill>
              <a:latin typeface="微软雅黑" pitchFamily="34" charset="-122"/>
              <a:ea typeface="微软雅黑" pitchFamily="34" charset="-122"/>
            </a:endParaRPr>
          </a:p>
          <a:p>
            <a:pPr marL="171450" indent="-171450" defTabSz="685800" fontAlgn="auto">
              <a:lnSpc>
                <a:spcPct val="110000"/>
              </a:lnSpc>
              <a:spcBef>
                <a:spcPts val="450"/>
              </a:spcBef>
              <a:spcAft>
                <a:spcPts val="0"/>
              </a:spcAft>
              <a:buNone/>
            </a:pPr>
            <a:r>
              <a:rPr lang="zh-CN" altLang="en-US" sz="2250" dirty="0">
                <a:solidFill>
                  <a:srgbClr val="C00000"/>
                </a:solidFill>
                <a:latin typeface="微软雅黑" pitchFamily="34" charset="-122"/>
                <a:ea typeface="微软雅黑" pitchFamily="34" charset="-122"/>
              </a:rPr>
              <a:t>停止条件</a:t>
            </a:r>
            <a:endParaRPr lang="en-US" altLang="zh-CN" sz="2250" dirty="0">
              <a:solidFill>
                <a:srgbClr val="C00000"/>
              </a:solidFill>
              <a:latin typeface="微软雅黑" pitchFamily="34" charset="-122"/>
              <a:ea typeface="微软雅黑" pitchFamily="34" charset="-122"/>
            </a:endParaRPr>
          </a:p>
          <a:p>
            <a:pPr marL="171450" indent="-171450" defTabSz="685800" fontAlgn="auto">
              <a:lnSpc>
                <a:spcPct val="110000"/>
              </a:lnSpc>
              <a:spcBef>
                <a:spcPts val="450"/>
              </a:spcBef>
              <a:spcAft>
                <a:spcPts val="0"/>
              </a:spcAft>
              <a:buFont typeface="Wingdings" pitchFamily="2" charset="2"/>
              <a:buChar char="Ø"/>
            </a:pPr>
            <a:r>
              <a:rPr lang="en-US" altLang="zh-CN" sz="1800" dirty="0">
                <a:solidFill>
                  <a:prstClr val="black"/>
                </a:solidFill>
                <a:latin typeface="微软雅黑" pitchFamily="34" charset="-122"/>
                <a:ea typeface="微软雅黑" pitchFamily="34" charset="-122"/>
              </a:rPr>
              <a:t>UDP</a:t>
            </a:r>
            <a:r>
              <a:rPr lang="zh-CN" altLang="en-US" sz="1800" dirty="0">
                <a:solidFill>
                  <a:prstClr val="black"/>
                </a:solidFill>
                <a:latin typeface="微软雅黑" pitchFamily="34" charset="-122"/>
                <a:ea typeface="微软雅黑" pitchFamily="34" charset="-122"/>
              </a:rPr>
              <a:t>段最终到达目的地主机</a:t>
            </a:r>
            <a:endParaRPr lang="en-US" altLang="zh-CN" sz="1800" dirty="0">
              <a:solidFill>
                <a:prstClr val="black"/>
              </a:solidFill>
              <a:latin typeface="微软雅黑" pitchFamily="34" charset="-122"/>
              <a:ea typeface="微软雅黑" pitchFamily="34" charset="-122"/>
            </a:endParaRPr>
          </a:p>
          <a:p>
            <a:pPr marL="171450" indent="-171450" defTabSz="685800" fontAlgn="auto">
              <a:lnSpc>
                <a:spcPct val="110000"/>
              </a:lnSpc>
              <a:spcBef>
                <a:spcPts val="450"/>
              </a:spcBef>
              <a:spcAft>
                <a:spcPts val="0"/>
              </a:spcAft>
              <a:buFont typeface="Wingdings" pitchFamily="2" charset="2"/>
              <a:buChar char="Ø"/>
            </a:pPr>
            <a:r>
              <a:rPr lang="zh-CN" altLang="en-US" sz="1800" dirty="0">
                <a:solidFill>
                  <a:prstClr val="black"/>
                </a:solidFill>
                <a:latin typeface="微软雅黑" pitchFamily="34" charset="-122"/>
                <a:ea typeface="微软雅黑" pitchFamily="34" charset="-122"/>
              </a:rPr>
              <a:t>目的地返回</a:t>
            </a:r>
            <a:r>
              <a:rPr lang="en-US" altLang="zh-CN" sz="1800" dirty="0">
                <a:solidFill>
                  <a:prstClr val="black"/>
                </a:solidFill>
                <a:latin typeface="微软雅黑" pitchFamily="34" charset="-122"/>
                <a:ea typeface="微软雅黑" pitchFamily="34" charset="-122"/>
              </a:rPr>
              <a:t>ICMP </a:t>
            </a:r>
            <a:r>
              <a:rPr lang="zh-CN" altLang="en-US" sz="1800" dirty="0">
                <a:solidFill>
                  <a:prstClr val="black"/>
                </a:solidFill>
                <a:latin typeface="微软雅黑" pitchFamily="34" charset="-122"/>
                <a:ea typeface="微软雅黑" pitchFamily="34" charset="-122"/>
              </a:rPr>
              <a:t>“端口不可达”分组 </a:t>
            </a:r>
            <a:r>
              <a:rPr lang="en-US" altLang="zh-CN" sz="1800" dirty="0">
                <a:solidFill>
                  <a:prstClr val="black"/>
                </a:solidFill>
                <a:latin typeface="微软雅黑" pitchFamily="34" charset="-122"/>
                <a:ea typeface="微软雅黑" pitchFamily="34" charset="-122"/>
              </a:rPr>
              <a:t>(</a:t>
            </a:r>
            <a:r>
              <a:rPr lang="zh-CN" altLang="en-US" sz="1800" dirty="0">
                <a:solidFill>
                  <a:prstClr val="black"/>
                </a:solidFill>
                <a:latin typeface="微软雅黑" pitchFamily="34" charset="-122"/>
                <a:ea typeface="微软雅黑" pitchFamily="34" charset="-122"/>
              </a:rPr>
              <a:t>类型</a:t>
            </a:r>
            <a:r>
              <a:rPr lang="en-US" altLang="zh-CN" sz="1800" dirty="0">
                <a:solidFill>
                  <a:prstClr val="black"/>
                </a:solidFill>
                <a:latin typeface="微软雅黑" pitchFamily="34" charset="-122"/>
                <a:ea typeface="微软雅黑" pitchFamily="34" charset="-122"/>
              </a:rPr>
              <a:t>3, </a:t>
            </a:r>
            <a:r>
              <a:rPr lang="zh-CN" altLang="en-US" sz="1800" dirty="0">
                <a:solidFill>
                  <a:prstClr val="black"/>
                </a:solidFill>
                <a:latin typeface="微软雅黑" pitchFamily="34" charset="-122"/>
                <a:ea typeface="微软雅黑" pitchFamily="34" charset="-122"/>
              </a:rPr>
              <a:t>编码</a:t>
            </a:r>
            <a:r>
              <a:rPr lang="en-US" altLang="zh-CN" sz="1800" dirty="0">
                <a:solidFill>
                  <a:prstClr val="black"/>
                </a:solidFill>
                <a:latin typeface="微软雅黑" pitchFamily="34" charset="-122"/>
                <a:ea typeface="微软雅黑" pitchFamily="34" charset="-122"/>
              </a:rPr>
              <a:t>3)</a:t>
            </a:r>
          </a:p>
          <a:p>
            <a:pPr marL="171450" indent="-171450" defTabSz="685800" fontAlgn="auto">
              <a:lnSpc>
                <a:spcPct val="110000"/>
              </a:lnSpc>
              <a:spcBef>
                <a:spcPts val="450"/>
              </a:spcBef>
              <a:spcAft>
                <a:spcPts val="0"/>
              </a:spcAft>
              <a:buFont typeface="Wingdings" pitchFamily="2" charset="2"/>
              <a:buChar char="Ø"/>
            </a:pPr>
            <a:r>
              <a:rPr lang="zh-CN" altLang="en-US" sz="1800" dirty="0">
                <a:solidFill>
                  <a:prstClr val="black"/>
                </a:solidFill>
                <a:latin typeface="微软雅黑" pitchFamily="34" charset="-122"/>
                <a:ea typeface="微软雅黑" pitchFamily="34" charset="-122"/>
              </a:rPr>
              <a:t>当源得到该</a:t>
            </a:r>
            <a:r>
              <a:rPr lang="en-US" altLang="zh-CN" sz="1800" dirty="0">
                <a:solidFill>
                  <a:prstClr val="black"/>
                </a:solidFill>
                <a:latin typeface="微软雅黑" pitchFamily="34" charset="-122"/>
                <a:ea typeface="微软雅黑" pitchFamily="34" charset="-122"/>
              </a:rPr>
              <a:t>ICMP</a:t>
            </a:r>
            <a:r>
              <a:rPr lang="zh-CN" altLang="en-US" sz="1800" dirty="0">
                <a:solidFill>
                  <a:prstClr val="black"/>
                </a:solidFill>
                <a:latin typeface="微软雅黑" pitchFamily="34" charset="-122"/>
                <a:ea typeface="微软雅黑" pitchFamily="34" charset="-122"/>
              </a:rPr>
              <a:t>，停止</a:t>
            </a:r>
            <a:endParaRPr lang="en-US" altLang="zh-CN" sz="1800" dirty="0">
              <a:solidFill>
                <a:prstClr val="black"/>
              </a:solidFill>
              <a:latin typeface="微软雅黑" pitchFamily="34" charset="-122"/>
              <a:ea typeface="微软雅黑" pitchFamily="34" charset="-122"/>
            </a:endParaRPr>
          </a:p>
        </p:txBody>
      </p:sp>
      <p:sp>
        <p:nvSpPr>
          <p:cNvPr id="101" name="TextBox 100"/>
          <p:cNvSpPr txBox="1">
            <a:spLocks noChangeArrowheads="1"/>
          </p:cNvSpPr>
          <p:nvPr/>
        </p:nvSpPr>
        <p:spPr bwMode="auto">
          <a:xfrm>
            <a:off x="6174864" y="3689491"/>
            <a:ext cx="2467770" cy="369332"/>
          </a:xfrm>
          <a:prstGeom prst="rect">
            <a:avLst/>
          </a:prstGeom>
          <a:solidFill>
            <a:srgbClr val="C00000"/>
          </a:solidFill>
          <a:ln>
            <a:noFill/>
          </a:ln>
        </p:spPr>
        <p:txBody>
          <a:bodyPr wrap="square">
            <a:spAutoFit/>
          </a:bodyPr>
          <a:lstStyle>
            <a:lvl1pPr>
              <a:defRPr sz="2800">
                <a:solidFill>
                  <a:schemeClr val="tx1"/>
                </a:solidFill>
                <a:latin typeface="Comic Sans MS" pitchFamily="66" charset="0"/>
              </a:defRPr>
            </a:lvl1pPr>
            <a:lvl2pPr>
              <a:defRPr sz="2400">
                <a:solidFill>
                  <a:schemeClr val="tx1"/>
                </a:solidFill>
                <a:latin typeface="Comic Sans MS" pitchFamily="66" charset="0"/>
              </a:defRPr>
            </a:lvl2pPr>
            <a:lvl3pPr>
              <a:defRPr sz="2000">
                <a:solidFill>
                  <a:schemeClr val="tx1"/>
                </a:solidFill>
                <a:latin typeface="Comic Sans MS" pitchFamily="66" charset="0"/>
              </a:defRPr>
            </a:lvl3pPr>
            <a:lvl4pPr>
              <a:defRPr sz="2000">
                <a:solidFill>
                  <a:schemeClr val="tx1"/>
                </a:solidFill>
                <a:latin typeface="Times New Roman" pitchFamily="18" charset="0"/>
              </a:defRPr>
            </a:lvl4pPr>
            <a:lvl5pPr>
              <a:defRPr sz="2000">
                <a:solidFill>
                  <a:schemeClr val="tx1"/>
                </a:solidFill>
                <a:latin typeface="Times New Roman" pitchFamily="18" charset="0"/>
              </a:defRPr>
            </a:lvl5pPr>
            <a:lvl6pPr>
              <a:defRPr sz="2000">
                <a:solidFill>
                  <a:schemeClr val="tx1"/>
                </a:solidFill>
                <a:latin typeface="Times New Roman" pitchFamily="18" charset="0"/>
              </a:defRPr>
            </a:lvl6pPr>
            <a:lvl7pPr>
              <a:defRPr sz="2000">
                <a:solidFill>
                  <a:schemeClr val="tx1"/>
                </a:solidFill>
                <a:latin typeface="Times New Roman" pitchFamily="18" charset="0"/>
              </a:defRPr>
            </a:lvl7pPr>
            <a:lvl8pPr>
              <a:defRPr sz="2000">
                <a:solidFill>
                  <a:schemeClr val="tx1"/>
                </a:solidFill>
                <a:latin typeface="Times New Roman" pitchFamily="18" charset="0"/>
              </a:defRPr>
            </a:lvl8pPr>
            <a:lvl9pPr>
              <a:defRPr sz="2000">
                <a:solidFill>
                  <a:schemeClr val="tx1"/>
                </a:solidFill>
                <a:latin typeface="Times New Roman" pitchFamily="18" charset="0"/>
              </a:defRPr>
            </a:lvl9pPr>
          </a:lstStyle>
          <a:p>
            <a:pPr defTabSz="685800" eaLnBrk="1" fontAlgn="auto" hangingPunct="1">
              <a:spcBef>
                <a:spcPts val="0"/>
              </a:spcBef>
              <a:spcAft>
                <a:spcPts val="0"/>
              </a:spcAft>
            </a:pPr>
            <a:r>
              <a:rPr lang="en-US" altLang="zh-CN" sz="1800" dirty="0">
                <a:solidFill>
                  <a:srgbClr val="FAF4FF"/>
                </a:solidFill>
                <a:latin typeface="微软雅黑" pitchFamily="34" charset="-122"/>
                <a:ea typeface="微软雅黑" pitchFamily="34" charset="-122"/>
                <a:cs typeface="+mn-cs"/>
              </a:rPr>
              <a:t>Windows</a:t>
            </a:r>
            <a:r>
              <a:rPr lang="zh-CN" altLang="en-US" sz="1800" dirty="0">
                <a:solidFill>
                  <a:srgbClr val="FAF4FF"/>
                </a:solidFill>
                <a:latin typeface="微软雅黑" pitchFamily="34" charset="-122"/>
                <a:ea typeface="微软雅黑" pitchFamily="34" charset="-122"/>
                <a:cs typeface="+mn-cs"/>
              </a:rPr>
              <a:t>是</a:t>
            </a:r>
            <a:r>
              <a:rPr lang="en-US" altLang="zh-CN" sz="1800" dirty="0">
                <a:solidFill>
                  <a:srgbClr val="FAF4FF"/>
                </a:solidFill>
                <a:latin typeface="微软雅黑" pitchFamily="34" charset="-122"/>
                <a:ea typeface="微软雅黑" pitchFamily="34" charset="-122"/>
                <a:cs typeface="+mn-cs"/>
              </a:rPr>
              <a:t>ping</a:t>
            </a:r>
            <a:r>
              <a:rPr lang="zh-CN" altLang="en-US" sz="1800" dirty="0">
                <a:solidFill>
                  <a:srgbClr val="FAF4FF"/>
                </a:solidFill>
                <a:latin typeface="微软雅黑" pitchFamily="34" charset="-122"/>
                <a:ea typeface="微软雅黑" pitchFamily="34" charset="-122"/>
                <a:cs typeface="+mn-cs"/>
              </a:rPr>
              <a:t>机制</a:t>
            </a:r>
          </a:p>
        </p:txBody>
      </p:sp>
    </p:spTree>
    <p:extLst>
      <p:ext uri="{BB962C8B-B14F-4D97-AF65-F5344CB8AC3E}">
        <p14:creationId xmlns:p14="http://schemas.microsoft.com/office/powerpoint/2010/main" val="33528427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20"/>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3" presetClass="entr" presetSubtype="10" fill="hold" nodeType="clickEffect">
                                  <p:stCondLst>
                                    <p:cond delay="0"/>
                                  </p:stCondLst>
                                  <p:childTnLst>
                                    <p:set>
                                      <p:cBhvr>
                                        <p:cTn id="10" dur="1" fill="hold">
                                          <p:stCondLst>
                                            <p:cond delay="0"/>
                                          </p:stCondLst>
                                        </p:cTn>
                                        <p:tgtEl>
                                          <p:spTgt spid="98">
                                            <p:txEl>
                                              <p:pRg st="0" end="0"/>
                                            </p:txEl>
                                          </p:spTgt>
                                        </p:tgtEl>
                                        <p:attrNameLst>
                                          <p:attrName>style.visibility</p:attrName>
                                        </p:attrNameLst>
                                      </p:cBhvr>
                                      <p:to>
                                        <p:strVal val="visible"/>
                                      </p:to>
                                    </p:set>
                                    <p:animEffect transition="in" filter="blinds(horizontal)">
                                      <p:cBhvr>
                                        <p:cTn id="11" dur="500"/>
                                        <p:tgtEl>
                                          <p:spTgt spid="98">
                                            <p:txEl>
                                              <p:pRg st="0" end="0"/>
                                            </p:txEl>
                                          </p:spTgt>
                                        </p:tgtEl>
                                      </p:cBhvr>
                                    </p:animEffect>
                                  </p:childTnLst>
                                </p:cTn>
                              </p:par>
                            </p:childTnLst>
                          </p:cTn>
                        </p:par>
                      </p:childTnLst>
                    </p:cTn>
                  </p:par>
                  <p:par>
                    <p:cTn id="12" fill="hold">
                      <p:stCondLst>
                        <p:cond delay="indefinite"/>
                      </p:stCondLst>
                      <p:childTnLst>
                        <p:par>
                          <p:cTn id="13" fill="hold">
                            <p:stCondLst>
                              <p:cond delay="0"/>
                            </p:stCondLst>
                            <p:childTnLst>
                              <p:par>
                                <p:cTn id="14" presetID="3" presetClass="entr" presetSubtype="10" fill="hold" nodeType="clickEffect">
                                  <p:stCondLst>
                                    <p:cond delay="0"/>
                                  </p:stCondLst>
                                  <p:childTnLst>
                                    <p:set>
                                      <p:cBhvr>
                                        <p:cTn id="15" dur="1" fill="hold">
                                          <p:stCondLst>
                                            <p:cond delay="0"/>
                                          </p:stCondLst>
                                        </p:cTn>
                                        <p:tgtEl>
                                          <p:spTgt spid="98">
                                            <p:txEl>
                                              <p:pRg st="1" end="1"/>
                                            </p:txEl>
                                          </p:spTgt>
                                        </p:tgtEl>
                                        <p:attrNameLst>
                                          <p:attrName>style.visibility</p:attrName>
                                        </p:attrNameLst>
                                      </p:cBhvr>
                                      <p:to>
                                        <p:strVal val="visible"/>
                                      </p:to>
                                    </p:set>
                                    <p:animEffect transition="in" filter="blinds(horizontal)">
                                      <p:cBhvr>
                                        <p:cTn id="16" dur="500"/>
                                        <p:tgtEl>
                                          <p:spTgt spid="98">
                                            <p:txEl>
                                              <p:pRg st="1" end="1"/>
                                            </p:txEl>
                                          </p:spTgt>
                                        </p:tgtEl>
                                      </p:cBhvr>
                                    </p:animEffect>
                                  </p:childTnLst>
                                </p:cTn>
                              </p:par>
                            </p:childTnLst>
                          </p:cTn>
                        </p:par>
                      </p:childTnLst>
                    </p:cTn>
                  </p:par>
                  <p:par>
                    <p:cTn id="17" fill="hold">
                      <p:stCondLst>
                        <p:cond delay="indefinite"/>
                      </p:stCondLst>
                      <p:childTnLst>
                        <p:par>
                          <p:cTn id="18" fill="hold">
                            <p:stCondLst>
                              <p:cond delay="0"/>
                            </p:stCondLst>
                            <p:childTnLst>
                              <p:par>
                                <p:cTn id="19" presetID="3" presetClass="entr" presetSubtype="10" fill="hold" nodeType="clickEffect">
                                  <p:stCondLst>
                                    <p:cond delay="0"/>
                                  </p:stCondLst>
                                  <p:childTnLst>
                                    <p:set>
                                      <p:cBhvr>
                                        <p:cTn id="20" dur="1" fill="hold">
                                          <p:stCondLst>
                                            <p:cond delay="0"/>
                                          </p:stCondLst>
                                        </p:cTn>
                                        <p:tgtEl>
                                          <p:spTgt spid="98">
                                            <p:txEl>
                                              <p:pRg st="3" end="3"/>
                                            </p:txEl>
                                          </p:spTgt>
                                        </p:tgtEl>
                                        <p:attrNameLst>
                                          <p:attrName>style.visibility</p:attrName>
                                        </p:attrNameLst>
                                      </p:cBhvr>
                                      <p:to>
                                        <p:strVal val="visible"/>
                                      </p:to>
                                    </p:set>
                                    <p:animEffect transition="in" filter="blinds(horizontal)">
                                      <p:cBhvr>
                                        <p:cTn id="21" dur="500"/>
                                        <p:tgtEl>
                                          <p:spTgt spid="98">
                                            <p:txEl>
                                              <p:pRg st="3" end="3"/>
                                            </p:txEl>
                                          </p:spTgt>
                                        </p:tgtEl>
                                      </p:cBhvr>
                                    </p:animEffect>
                                  </p:childTnLst>
                                </p:cTn>
                              </p:par>
                            </p:childTnLst>
                          </p:cTn>
                        </p:par>
                      </p:childTnLst>
                    </p:cTn>
                  </p:par>
                  <p:par>
                    <p:cTn id="22" fill="hold">
                      <p:stCondLst>
                        <p:cond delay="indefinite"/>
                      </p:stCondLst>
                      <p:childTnLst>
                        <p:par>
                          <p:cTn id="23" fill="hold">
                            <p:stCondLst>
                              <p:cond delay="0"/>
                            </p:stCondLst>
                            <p:childTnLst>
                              <p:par>
                                <p:cTn id="24" presetID="3" presetClass="entr" presetSubtype="10" fill="hold" nodeType="clickEffect">
                                  <p:stCondLst>
                                    <p:cond delay="0"/>
                                  </p:stCondLst>
                                  <p:childTnLst>
                                    <p:set>
                                      <p:cBhvr>
                                        <p:cTn id="25" dur="1" fill="hold">
                                          <p:stCondLst>
                                            <p:cond delay="0"/>
                                          </p:stCondLst>
                                        </p:cTn>
                                        <p:tgtEl>
                                          <p:spTgt spid="98">
                                            <p:txEl>
                                              <p:pRg st="4" end="4"/>
                                            </p:txEl>
                                          </p:spTgt>
                                        </p:tgtEl>
                                        <p:attrNameLst>
                                          <p:attrName>style.visibility</p:attrName>
                                        </p:attrNameLst>
                                      </p:cBhvr>
                                      <p:to>
                                        <p:strVal val="visible"/>
                                      </p:to>
                                    </p:set>
                                    <p:animEffect transition="in" filter="blinds(horizontal)">
                                      <p:cBhvr>
                                        <p:cTn id="26" dur="500"/>
                                        <p:tgtEl>
                                          <p:spTgt spid="98">
                                            <p:txEl>
                                              <p:pRg st="4" end="4"/>
                                            </p:txEl>
                                          </p:spTgt>
                                        </p:tgtEl>
                                      </p:cBhvr>
                                    </p:animEffect>
                                  </p:childTnLst>
                                </p:cTn>
                              </p:par>
                              <p:par>
                                <p:cTn id="27" presetID="3" presetClass="entr" presetSubtype="10" fill="hold" nodeType="withEffect">
                                  <p:stCondLst>
                                    <p:cond delay="0"/>
                                  </p:stCondLst>
                                  <p:childTnLst>
                                    <p:set>
                                      <p:cBhvr>
                                        <p:cTn id="28" dur="1" fill="hold">
                                          <p:stCondLst>
                                            <p:cond delay="0"/>
                                          </p:stCondLst>
                                        </p:cTn>
                                        <p:tgtEl>
                                          <p:spTgt spid="98">
                                            <p:txEl>
                                              <p:pRg st="5" end="5"/>
                                            </p:txEl>
                                          </p:spTgt>
                                        </p:tgtEl>
                                        <p:attrNameLst>
                                          <p:attrName>style.visibility</p:attrName>
                                        </p:attrNameLst>
                                      </p:cBhvr>
                                      <p:to>
                                        <p:strVal val="visible"/>
                                      </p:to>
                                    </p:set>
                                    <p:animEffect transition="in" filter="blinds(horizontal)">
                                      <p:cBhvr>
                                        <p:cTn id="29" dur="500"/>
                                        <p:tgtEl>
                                          <p:spTgt spid="98">
                                            <p:txEl>
                                              <p:pRg st="5" end="5"/>
                                            </p:txEl>
                                          </p:spTgt>
                                        </p:tgtEl>
                                      </p:cBhvr>
                                    </p:animEffect>
                                  </p:childTnLst>
                                </p:cTn>
                              </p:par>
                              <p:par>
                                <p:cTn id="30" presetID="3" presetClass="entr" presetSubtype="10" fill="hold" nodeType="withEffect">
                                  <p:stCondLst>
                                    <p:cond delay="0"/>
                                  </p:stCondLst>
                                  <p:childTnLst>
                                    <p:set>
                                      <p:cBhvr>
                                        <p:cTn id="31" dur="1" fill="hold">
                                          <p:stCondLst>
                                            <p:cond delay="0"/>
                                          </p:stCondLst>
                                        </p:cTn>
                                        <p:tgtEl>
                                          <p:spTgt spid="98">
                                            <p:txEl>
                                              <p:pRg st="6" end="6"/>
                                            </p:txEl>
                                          </p:spTgt>
                                        </p:tgtEl>
                                        <p:attrNameLst>
                                          <p:attrName>style.visibility</p:attrName>
                                        </p:attrNameLst>
                                      </p:cBhvr>
                                      <p:to>
                                        <p:strVal val="visible"/>
                                      </p:to>
                                    </p:set>
                                    <p:animEffect transition="in" filter="blinds(horizontal)">
                                      <p:cBhvr>
                                        <p:cTn id="32" dur="500"/>
                                        <p:tgtEl>
                                          <p:spTgt spid="98">
                                            <p:txEl>
                                              <p:pRg st="6" end="6"/>
                                            </p:txEl>
                                          </p:spTgt>
                                        </p:tgtEl>
                                      </p:cBhvr>
                                    </p:animEffect>
                                  </p:childTnLst>
                                </p:cTn>
                              </p:par>
                            </p:childTnLst>
                          </p:cTn>
                        </p:par>
                      </p:childTnLst>
                    </p:cTn>
                  </p:par>
                  <p:par>
                    <p:cTn id="33" fill="hold">
                      <p:stCondLst>
                        <p:cond delay="indefinite"/>
                      </p:stCondLst>
                      <p:childTnLst>
                        <p:par>
                          <p:cTn id="34" fill="hold">
                            <p:stCondLst>
                              <p:cond delay="0"/>
                            </p:stCondLst>
                            <p:childTnLst>
                              <p:par>
                                <p:cTn id="35" presetID="3" presetClass="entr" presetSubtype="10" fill="hold" grpId="0" nodeType="clickEffect">
                                  <p:stCondLst>
                                    <p:cond delay="0"/>
                                  </p:stCondLst>
                                  <p:childTnLst>
                                    <p:set>
                                      <p:cBhvr>
                                        <p:cTn id="36" dur="1" fill="hold">
                                          <p:stCondLst>
                                            <p:cond delay="0"/>
                                          </p:stCondLst>
                                        </p:cTn>
                                        <p:tgtEl>
                                          <p:spTgt spid="101"/>
                                        </p:tgtEl>
                                        <p:attrNameLst>
                                          <p:attrName>style.visibility</p:attrName>
                                        </p:attrNameLst>
                                      </p:cBhvr>
                                      <p:to>
                                        <p:strVal val="visible"/>
                                      </p:to>
                                    </p:set>
                                    <p:animEffect transition="in" filter="blinds(horizontal)">
                                      <p:cBhvr>
                                        <p:cTn id="37" dur="500"/>
                                        <p:tgtEl>
                                          <p:spTgt spid="10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0" grpId="0"/>
      <p:bldP spid="101" grpId="0" animBg="1"/>
    </p:bldLst>
  </p:timing>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571" name="Rectangle 2"/>
          <p:cNvSpPr>
            <a:spLocks noGrp="1" noChangeArrowheads="1"/>
          </p:cNvSpPr>
          <p:nvPr>
            <p:ph type="title"/>
          </p:nvPr>
        </p:nvSpPr>
        <p:spPr>
          <a:xfrm>
            <a:off x="533400" y="228600"/>
            <a:ext cx="8124825" cy="876300"/>
          </a:xfrm>
        </p:spPr>
        <p:txBody>
          <a:bodyPr/>
          <a:lstStyle/>
          <a:p>
            <a:r>
              <a:rPr lang="en-US" sz="3600">
                <a:latin typeface="Gill Sans MT" charset="0"/>
              </a:rPr>
              <a:t>ICMP: internet control message protocol</a:t>
            </a:r>
            <a:endParaRPr lang="en-US">
              <a:latin typeface="Gill Sans MT" charset="0"/>
            </a:endParaRPr>
          </a:p>
        </p:txBody>
      </p:sp>
      <p:sp>
        <p:nvSpPr>
          <p:cNvPr id="109572" name="Rectangle 3"/>
          <p:cNvSpPr>
            <a:spLocks noGrp="1" noChangeArrowheads="1"/>
          </p:cNvSpPr>
          <p:nvPr>
            <p:ph type="body" sz="half" idx="1"/>
          </p:nvPr>
        </p:nvSpPr>
        <p:spPr>
          <a:xfrm>
            <a:off x="477838" y="1544638"/>
            <a:ext cx="3810000" cy="4648200"/>
          </a:xfrm>
        </p:spPr>
        <p:txBody>
          <a:bodyPr/>
          <a:lstStyle/>
          <a:p>
            <a:r>
              <a:rPr lang="en-US" sz="2400">
                <a:latin typeface="Gill Sans MT" charset="0"/>
              </a:rPr>
              <a:t>used by hosts &amp; routers to communicate network-level information</a:t>
            </a:r>
          </a:p>
          <a:p>
            <a:pPr lvl="1"/>
            <a:r>
              <a:rPr lang="en-US" sz="2000">
                <a:latin typeface="Gill Sans MT" charset="0"/>
              </a:rPr>
              <a:t>error reporting: unreachable host, network, port, protocol</a:t>
            </a:r>
          </a:p>
          <a:p>
            <a:pPr lvl="1"/>
            <a:r>
              <a:rPr lang="en-US" sz="2000">
                <a:latin typeface="Gill Sans MT" charset="0"/>
              </a:rPr>
              <a:t>echo request/reply (used by ping)</a:t>
            </a:r>
          </a:p>
          <a:p>
            <a:r>
              <a:rPr lang="en-US" sz="2400">
                <a:latin typeface="Gill Sans MT" charset="0"/>
              </a:rPr>
              <a:t>network-layer </a:t>
            </a:r>
            <a:r>
              <a:rPr lang="ja-JP" altLang="en-US" sz="2400">
                <a:latin typeface="Gill Sans MT" charset="0"/>
              </a:rPr>
              <a:t>“</a:t>
            </a:r>
            <a:r>
              <a:rPr lang="en-US" altLang="ja-JP" sz="2400">
                <a:latin typeface="Gill Sans MT" charset="0"/>
              </a:rPr>
              <a:t>above</a:t>
            </a:r>
            <a:r>
              <a:rPr lang="ja-JP" altLang="en-US" sz="2400">
                <a:latin typeface="Gill Sans MT" charset="0"/>
              </a:rPr>
              <a:t>”</a:t>
            </a:r>
            <a:r>
              <a:rPr lang="en-US" altLang="ja-JP" sz="2400">
                <a:latin typeface="Gill Sans MT" charset="0"/>
              </a:rPr>
              <a:t> IP:</a:t>
            </a:r>
          </a:p>
          <a:p>
            <a:pPr lvl="1"/>
            <a:r>
              <a:rPr lang="en-US" sz="2000">
                <a:latin typeface="Gill Sans MT" charset="0"/>
              </a:rPr>
              <a:t>ICMP msgs carried in IP datagrams</a:t>
            </a:r>
          </a:p>
          <a:p>
            <a:r>
              <a:rPr lang="en-US" sz="2400">
                <a:solidFill>
                  <a:srgbClr val="000099"/>
                </a:solidFill>
                <a:latin typeface="Gill Sans MT" charset="0"/>
              </a:rPr>
              <a:t>ICMP message:</a:t>
            </a:r>
            <a:r>
              <a:rPr lang="en-US" sz="2400">
                <a:latin typeface="Gill Sans MT" charset="0"/>
              </a:rPr>
              <a:t> type, code plus first 8 bytes of IP datagram causing error</a:t>
            </a:r>
          </a:p>
        </p:txBody>
      </p:sp>
      <p:sp>
        <p:nvSpPr>
          <p:cNvPr id="109573" name="Text Box 4"/>
          <p:cNvSpPr txBox="1">
            <a:spLocks noChangeArrowheads="1"/>
          </p:cNvSpPr>
          <p:nvPr/>
        </p:nvSpPr>
        <p:spPr bwMode="auto">
          <a:xfrm>
            <a:off x="4584700" y="1760538"/>
            <a:ext cx="4260850" cy="44862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u="sng"/>
              <a:t>Type</a:t>
            </a:r>
            <a:r>
              <a:rPr lang="en-US" sz="1800"/>
              <a:t>  </a:t>
            </a:r>
            <a:r>
              <a:rPr lang="en-US" sz="1800" u="sng"/>
              <a:t>Code</a:t>
            </a:r>
            <a:r>
              <a:rPr lang="en-US" sz="1800"/>
              <a:t>  </a:t>
            </a:r>
            <a:r>
              <a:rPr lang="en-US" sz="1800" u="sng"/>
              <a:t>description</a:t>
            </a:r>
            <a:endParaRPr lang="en-US" sz="1800"/>
          </a:p>
          <a:p>
            <a:r>
              <a:rPr lang="en-US" sz="1800"/>
              <a:t>0        0         echo reply (ping)</a:t>
            </a:r>
          </a:p>
          <a:p>
            <a:r>
              <a:rPr lang="en-US" sz="1800"/>
              <a:t>3        0         dest. network unreachable</a:t>
            </a:r>
          </a:p>
          <a:p>
            <a:r>
              <a:rPr lang="en-US" sz="1800"/>
              <a:t>3        1         dest host unreachable</a:t>
            </a:r>
          </a:p>
          <a:p>
            <a:r>
              <a:rPr lang="en-US" sz="1800"/>
              <a:t>3        2         dest protocol unreachable</a:t>
            </a:r>
          </a:p>
          <a:p>
            <a:r>
              <a:rPr lang="en-US" sz="1800"/>
              <a:t>3        3         dest port unreachable</a:t>
            </a:r>
          </a:p>
          <a:p>
            <a:r>
              <a:rPr lang="en-US" sz="1800"/>
              <a:t>3        6         dest network unknown</a:t>
            </a:r>
          </a:p>
          <a:p>
            <a:r>
              <a:rPr lang="en-US" sz="1800"/>
              <a:t>3        7         dest host unknown</a:t>
            </a:r>
          </a:p>
          <a:p>
            <a:r>
              <a:rPr lang="en-US" sz="1800"/>
              <a:t>4        0         source quench (congestion</a:t>
            </a:r>
          </a:p>
          <a:p>
            <a:r>
              <a:rPr lang="en-US" sz="1800"/>
              <a:t>                     control - not used)</a:t>
            </a:r>
          </a:p>
          <a:p>
            <a:r>
              <a:rPr lang="en-US" sz="1800"/>
              <a:t>8        0         echo request (ping)</a:t>
            </a:r>
          </a:p>
          <a:p>
            <a:r>
              <a:rPr lang="en-US" sz="1800"/>
              <a:t>9        0         route advertisement</a:t>
            </a:r>
          </a:p>
          <a:p>
            <a:r>
              <a:rPr lang="en-US" sz="1800"/>
              <a:t>10      0         router discovery</a:t>
            </a:r>
          </a:p>
          <a:p>
            <a:r>
              <a:rPr lang="en-US" sz="1800"/>
              <a:t>11      0         TTL expired</a:t>
            </a:r>
          </a:p>
          <a:p>
            <a:r>
              <a:rPr lang="en-US" sz="1800"/>
              <a:t>12      0         bad IP header</a:t>
            </a:r>
          </a:p>
          <a:p>
            <a:endParaRPr lang="en-US" sz="1800"/>
          </a:p>
        </p:txBody>
      </p:sp>
      <p:pic>
        <p:nvPicPr>
          <p:cNvPr id="109574" name="Picture 5"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31825" y="955675"/>
            <a:ext cx="7769225" cy="1730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8" name="Slide Number Placeholder 5"/>
          <p:cNvSpPr>
            <a:spLocks noGrp="1"/>
          </p:cNvSpPr>
          <p:nvPr>
            <p:ph type="sldNum" sz="quarter" idx="12"/>
          </p:nvPr>
        </p:nvSpPr>
        <p:spPr>
          <a:xfrm>
            <a:off x="8456154" y="6475895"/>
            <a:ext cx="548655" cy="272319"/>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200" dirty="0">
                <a:latin typeface="Tahoma" charset="0"/>
              </a:rPr>
              <a:t>5-</a:t>
            </a:r>
            <a:fld id="{8E8C6E93-DF5B-BC4B-80F9-500DED1EEDCC}" type="slidenum">
              <a:rPr lang="en-US" sz="1200">
                <a:latin typeface="Tahoma" charset="0"/>
              </a:rPr>
              <a:pPr/>
              <a:t>123</a:t>
            </a:fld>
            <a:endParaRPr lang="en-US" sz="1200" dirty="0">
              <a:latin typeface="Tahoma" charset="0"/>
            </a:endParaRPr>
          </a:p>
        </p:txBody>
      </p:sp>
      <p:sp>
        <p:nvSpPr>
          <p:cNvPr id="9" name="Footer Placeholder 2"/>
          <p:cNvSpPr>
            <a:spLocks noGrp="1"/>
          </p:cNvSpPr>
          <p:nvPr>
            <p:ph type="ftr" sz="quarter" idx="11"/>
          </p:nvPr>
        </p:nvSpPr>
        <p:spPr>
          <a:xfrm>
            <a:off x="6375496" y="6475081"/>
            <a:ext cx="2177473" cy="241541"/>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200" dirty="0">
                <a:solidFill>
                  <a:srgbClr val="000000"/>
                </a:solidFill>
                <a:latin typeface="Tahoma" charset="0"/>
                <a:cs typeface="Arial" charset="0"/>
              </a:rPr>
              <a:t>Network Layer: Control Plane</a:t>
            </a:r>
          </a:p>
        </p:txBody>
      </p:sp>
    </p:spTree>
  </p:cSld>
  <p:clrMapOvr>
    <a:masterClrMapping/>
  </p:clrMapOvr>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564" name="Rectangle 2"/>
          <p:cNvSpPr>
            <a:spLocks noGrp="1" noChangeArrowheads="1"/>
          </p:cNvSpPr>
          <p:nvPr>
            <p:ph type="title"/>
          </p:nvPr>
        </p:nvSpPr>
        <p:spPr>
          <a:xfrm>
            <a:off x="533400" y="85725"/>
            <a:ext cx="7772400" cy="974725"/>
          </a:xfrm>
        </p:spPr>
        <p:txBody>
          <a:bodyPr/>
          <a:lstStyle/>
          <a:p>
            <a:pPr>
              <a:defRPr/>
            </a:pPr>
            <a:r>
              <a:rPr lang="en-US">
                <a:cs typeface="+mj-cs"/>
              </a:rPr>
              <a:t>Traceroute and ICMP</a:t>
            </a:r>
          </a:p>
        </p:txBody>
      </p:sp>
      <p:sp>
        <p:nvSpPr>
          <p:cNvPr id="66565" name="Rectangle 3"/>
          <p:cNvSpPr>
            <a:spLocks noGrp="1" noChangeArrowheads="1"/>
          </p:cNvSpPr>
          <p:nvPr>
            <p:ph type="body" sz="half" idx="1"/>
          </p:nvPr>
        </p:nvSpPr>
        <p:spPr>
          <a:xfrm>
            <a:off x="511175" y="1166813"/>
            <a:ext cx="3887788" cy="4648200"/>
          </a:xfrm>
        </p:spPr>
        <p:txBody>
          <a:bodyPr/>
          <a:lstStyle/>
          <a:p>
            <a:pPr marL="282575" indent="-282575">
              <a:defRPr/>
            </a:pPr>
            <a:r>
              <a:rPr lang="en-US" sz="2400" dirty="0">
                <a:cs typeface="+mn-cs"/>
              </a:rPr>
              <a:t>source sends series of UDP segments to destination</a:t>
            </a:r>
          </a:p>
          <a:p>
            <a:pPr marL="565150" lvl="1" indent="-222250">
              <a:defRPr/>
            </a:pPr>
            <a:r>
              <a:rPr lang="en-US" sz="2000" dirty="0"/>
              <a:t>first set has TTL =1</a:t>
            </a:r>
          </a:p>
          <a:p>
            <a:pPr marL="565150" lvl="1" indent="-222250">
              <a:defRPr/>
            </a:pPr>
            <a:r>
              <a:rPr lang="en-US" sz="2000" dirty="0"/>
              <a:t>second set has TTL=2, etc.</a:t>
            </a:r>
          </a:p>
          <a:p>
            <a:pPr marL="565150" lvl="1" indent="-222250">
              <a:defRPr/>
            </a:pPr>
            <a:r>
              <a:rPr lang="en-US" sz="2000" dirty="0"/>
              <a:t>unlikely port number</a:t>
            </a:r>
          </a:p>
          <a:p>
            <a:pPr marL="282575" indent="-282575">
              <a:defRPr/>
            </a:pPr>
            <a:r>
              <a:rPr lang="en-US" sz="2400" dirty="0">
                <a:cs typeface="+mn-cs"/>
              </a:rPr>
              <a:t>when datagram in </a:t>
            </a:r>
            <a:r>
              <a:rPr lang="en-US" sz="2400" i="1" dirty="0">
                <a:cs typeface="+mn-cs"/>
              </a:rPr>
              <a:t>n</a:t>
            </a:r>
            <a:r>
              <a:rPr lang="en-US" sz="2400" dirty="0">
                <a:cs typeface="+mn-cs"/>
              </a:rPr>
              <a:t>th set arrives to nth router:</a:t>
            </a:r>
          </a:p>
          <a:p>
            <a:pPr marL="523875" lvl="1" indent="-180975">
              <a:defRPr/>
            </a:pPr>
            <a:r>
              <a:rPr lang="en-US" sz="2000" dirty="0"/>
              <a:t>router discards datagram and sends source ICMP message (type 11, code 0)</a:t>
            </a:r>
          </a:p>
          <a:p>
            <a:pPr marL="523875" lvl="1" indent="-180975">
              <a:defRPr/>
            </a:pPr>
            <a:r>
              <a:rPr lang="en-US" sz="2000" dirty="0"/>
              <a:t>ICMP message include name of router &amp; IP address</a:t>
            </a:r>
          </a:p>
        </p:txBody>
      </p:sp>
      <p:sp>
        <p:nvSpPr>
          <p:cNvPr id="66566" name="Rectangle 4"/>
          <p:cNvSpPr>
            <a:spLocks noGrp="1" noChangeArrowheads="1"/>
          </p:cNvSpPr>
          <p:nvPr>
            <p:ph type="body" sz="half" idx="2"/>
          </p:nvPr>
        </p:nvSpPr>
        <p:spPr>
          <a:xfrm>
            <a:off x="4895850" y="1177925"/>
            <a:ext cx="3810000" cy="2005013"/>
          </a:xfrm>
        </p:spPr>
        <p:txBody>
          <a:bodyPr/>
          <a:lstStyle/>
          <a:p>
            <a:pPr marL="282575" indent="-282575">
              <a:defRPr/>
            </a:pPr>
            <a:r>
              <a:rPr lang="en-US" sz="2400" dirty="0">
                <a:cs typeface="+mn-cs"/>
              </a:rPr>
              <a:t>when ICMP message arrives, source records RTTs</a:t>
            </a:r>
          </a:p>
        </p:txBody>
      </p:sp>
      <p:sp>
        <p:nvSpPr>
          <p:cNvPr id="655365" name="Rectangle 5"/>
          <p:cNvSpPr>
            <a:spLocks noChangeArrowheads="1"/>
          </p:cNvSpPr>
          <p:nvPr/>
        </p:nvSpPr>
        <p:spPr bwMode="auto">
          <a:xfrm>
            <a:off x="4892675" y="2411413"/>
            <a:ext cx="3810000" cy="30432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342900" indent="-342900">
              <a:lnSpc>
                <a:spcPct val="85000"/>
              </a:lnSpc>
              <a:spcBef>
                <a:spcPct val="20000"/>
              </a:spcBef>
              <a:buClr>
                <a:srgbClr val="000099"/>
              </a:buClr>
              <a:buSzPct val="65000"/>
              <a:buFont typeface="Wingdings" charset="0"/>
              <a:buNone/>
            </a:pPr>
            <a:r>
              <a:rPr lang="en-US" sz="2400" i="1" dirty="0">
                <a:solidFill>
                  <a:srgbClr val="000099"/>
                </a:solidFill>
                <a:latin typeface="Gill Sans MT" charset="0"/>
              </a:rPr>
              <a:t>stopping criteria:</a:t>
            </a:r>
          </a:p>
          <a:p>
            <a:pPr marL="342900" indent="-342900">
              <a:lnSpc>
                <a:spcPct val="85000"/>
              </a:lnSpc>
              <a:spcBef>
                <a:spcPct val="20000"/>
              </a:spcBef>
              <a:buClr>
                <a:srgbClr val="000099"/>
              </a:buClr>
              <a:buSzPct val="100000"/>
              <a:buFont typeface="Wingdings" charset="2"/>
              <a:buChar char="§"/>
            </a:pPr>
            <a:r>
              <a:rPr lang="en-US" sz="2400" dirty="0">
                <a:latin typeface="Gill Sans MT" charset="0"/>
              </a:rPr>
              <a:t>UDP segment eventually arrives at destination host</a:t>
            </a:r>
          </a:p>
          <a:p>
            <a:pPr marL="342900" indent="-342900">
              <a:lnSpc>
                <a:spcPct val="85000"/>
              </a:lnSpc>
              <a:spcBef>
                <a:spcPct val="20000"/>
              </a:spcBef>
              <a:buClr>
                <a:srgbClr val="000099"/>
              </a:buClr>
              <a:buSzPct val="100000"/>
              <a:buFont typeface="Wingdings" charset="2"/>
              <a:buChar char="§"/>
            </a:pPr>
            <a:r>
              <a:rPr lang="en-US" sz="2400" dirty="0">
                <a:latin typeface="Gill Sans MT" charset="0"/>
              </a:rPr>
              <a:t>destination returns ICMP </a:t>
            </a:r>
            <a:r>
              <a:rPr lang="ja-JP" altLang="en-US" sz="2400" dirty="0">
                <a:latin typeface="Gill Sans MT" charset="0"/>
              </a:rPr>
              <a:t>“</a:t>
            </a:r>
            <a:r>
              <a:rPr lang="en-US" altLang="ja-JP" sz="2400" dirty="0">
                <a:latin typeface="Gill Sans MT" charset="0"/>
              </a:rPr>
              <a:t>port unreachable</a:t>
            </a:r>
            <a:r>
              <a:rPr lang="ja-JP" altLang="en-US" sz="2400" dirty="0">
                <a:latin typeface="Gill Sans MT" charset="0"/>
              </a:rPr>
              <a:t>”</a:t>
            </a:r>
            <a:r>
              <a:rPr lang="en-US" altLang="ja-JP" sz="2400" dirty="0">
                <a:latin typeface="Gill Sans MT" charset="0"/>
              </a:rPr>
              <a:t> message (type 3, code 3)</a:t>
            </a:r>
          </a:p>
          <a:p>
            <a:pPr marL="342900" indent="-342900">
              <a:lnSpc>
                <a:spcPct val="85000"/>
              </a:lnSpc>
              <a:spcBef>
                <a:spcPct val="20000"/>
              </a:spcBef>
              <a:buClr>
                <a:srgbClr val="000099"/>
              </a:buClr>
              <a:buSzPct val="100000"/>
              <a:buFont typeface="Wingdings" charset="2"/>
              <a:buChar char="§"/>
            </a:pPr>
            <a:r>
              <a:rPr lang="en-US" sz="2400" dirty="0">
                <a:latin typeface="Gill Sans MT" charset="0"/>
              </a:rPr>
              <a:t>source stops</a:t>
            </a:r>
          </a:p>
        </p:txBody>
      </p:sp>
      <p:pic>
        <p:nvPicPr>
          <p:cNvPr id="110599" name="Picture 6"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39763" y="811213"/>
            <a:ext cx="5484812" cy="1730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10600" name="Line 38"/>
          <p:cNvSpPr>
            <a:spLocks noChangeShapeType="1"/>
          </p:cNvSpPr>
          <p:nvPr/>
        </p:nvSpPr>
        <p:spPr bwMode="auto">
          <a:xfrm>
            <a:off x="1285875" y="5684890"/>
            <a:ext cx="288925" cy="265113"/>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10601" name="Line 105"/>
          <p:cNvSpPr>
            <a:spLocks noChangeShapeType="1"/>
          </p:cNvSpPr>
          <p:nvPr/>
        </p:nvSpPr>
        <p:spPr bwMode="auto">
          <a:xfrm flipV="1">
            <a:off x="2079625" y="5735690"/>
            <a:ext cx="458788" cy="207963"/>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10602" name="Line 106"/>
          <p:cNvSpPr>
            <a:spLocks noChangeShapeType="1"/>
          </p:cNvSpPr>
          <p:nvPr/>
        </p:nvSpPr>
        <p:spPr bwMode="auto">
          <a:xfrm>
            <a:off x="3014663" y="5719815"/>
            <a:ext cx="485775" cy="207963"/>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10603" name="Line 108"/>
          <p:cNvSpPr>
            <a:spLocks noChangeShapeType="1"/>
          </p:cNvSpPr>
          <p:nvPr/>
        </p:nvSpPr>
        <p:spPr bwMode="auto">
          <a:xfrm flipH="1">
            <a:off x="2776538" y="5451528"/>
            <a:ext cx="349250" cy="15240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10604" name="Line 113"/>
          <p:cNvSpPr>
            <a:spLocks noChangeShapeType="1"/>
          </p:cNvSpPr>
          <p:nvPr/>
        </p:nvSpPr>
        <p:spPr bwMode="auto">
          <a:xfrm flipH="1">
            <a:off x="3990975" y="5780140"/>
            <a:ext cx="620713" cy="144463"/>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10605" name="Line 260"/>
          <p:cNvSpPr>
            <a:spLocks noChangeShapeType="1"/>
          </p:cNvSpPr>
          <p:nvPr/>
        </p:nvSpPr>
        <p:spPr bwMode="auto">
          <a:xfrm>
            <a:off x="5110163" y="5745215"/>
            <a:ext cx="485775" cy="207963"/>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10606" name="Line 261"/>
          <p:cNvSpPr>
            <a:spLocks noChangeShapeType="1"/>
          </p:cNvSpPr>
          <p:nvPr/>
        </p:nvSpPr>
        <p:spPr bwMode="auto">
          <a:xfrm flipH="1">
            <a:off x="6048375" y="5691240"/>
            <a:ext cx="557213" cy="277813"/>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10607" name="Line 291"/>
          <p:cNvSpPr>
            <a:spLocks noChangeShapeType="1"/>
          </p:cNvSpPr>
          <p:nvPr/>
        </p:nvSpPr>
        <p:spPr bwMode="auto">
          <a:xfrm>
            <a:off x="2744788" y="5851578"/>
            <a:ext cx="228600" cy="3111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10608" name="Line 292"/>
          <p:cNvSpPr>
            <a:spLocks noChangeShapeType="1"/>
          </p:cNvSpPr>
          <p:nvPr/>
        </p:nvSpPr>
        <p:spPr bwMode="auto">
          <a:xfrm>
            <a:off x="4668838" y="5438828"/>
            <a:ext cx="228600" cy="3111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10609" name="Line 294"/>
          <p:cNvSpPr>
            <a:spLocks noChangeShapeType="1"/>
          </p:cNvSpPr>
          <p:nvPr/>
        </p:nvSpPr>
        <p:spPr bwMode="auto">
          <a:xfrm flipH="1">
            <a:off x="3386138" y="6042078"/>
            <a:ext cx="349250" cy="15240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110610" name="Line 295"/>
          <p:cNvSpPr>
            <a:spLocks noChangeShapeType="1"/>
          </p:cNvSpPr>
          <p:nvPr/>
        </p:nvSpPr>
        <p:spPr bwMode="auto">
          <a:xfrm>
            <a:off x="3741738" y="5546778"/>
            <a:ext cx="6350" cy="2603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sp>
        <p:nvSpPr>
          <p:cNvPr id="83244" name="Text Box 300"/>
          <p:cNvSpPr txBox="1">
            <a:spLocks noChangeArrowheads="1"/>
          </p:cNvSpPr>
          <p:nvPr/>
        </p:nvSpPr>
        <p:spPr bwMode="auto">
          <a:xfrm>
            <a:off x="1387475" y="5403903"/>
            <a:ext cx="10731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solidFill>
                  <a:srgbClr val="CC0000"/>
                </a:solidFill>
              </a:rPr>
              <a:t>3 probes</a:t>
            </a:r>
          </a:p>
        </p:txBody>
      </p:sp>
      <p:sp>
        <p:nvSpPr>
          <p:cNvPr id="83246" name="Text Box 302"/>
          <p:cNvSpPr txBox="1">
            <a:spLocks noChangeArrowheads="1"/>
          </p:cNvSpPr>
          <p:nvPr/>
        </p:nvSpPr>
        <p:spPr bwMode="auto">
          <a:xfrm>
            <a:off x="2001838" y="5964290"/>
            <a:ext cx="1073150" cy="3667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solidFill>
                  <a:srgbClr val="CC0000"/>
                </a:solidFill>
              </a:rPr>
              <a:t>3 probes</a:t>
            </a:r>
          </a:p>
        </p:txBody>
      </p:sp>
      <p:sp>
        <p:nvSpPr>
          <p:cNvPr id="83248" name="Text Box 304"/>
          <p:cNvSpPr txBox="1">
            <a:spLocks noChangeArrowheads="1"/>
          </p:cNvSpPr>
          <p:nvPr/>
        </p:nvSpPr>
        <p:spPr bwMode="auto">
          <a:xfrm>
            <a:off x="3025775" y="5378503"/>
            <a:ext cx="10731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solidFill>
                  <a:srgbClr val="CC0000"/>
                </a:solidFill>
              </a:rPr>
              <a:t>3 probes</a:t>
            </a:r>
          </a:p>
        </p:txBody>
      </p:sp>
      <p:grpSp>
        <p:nvGrpSpPr>
          <p:cNvPr id="110614" name="Group 21"/>
          <p:cNvGrpSpPr>
            <a:grpSpLocks/>
          </p:cNvGrpSpPr>
          <p:nvPr/>
        </p:nvGrpSpPr>
        <p:grpSpPr bwMode="auto">
          <a:xfrm>
            <a:off x="517525" y="5340403"/>
            <a:ext cx="820738" cy="688975"/>
            <a:chOff x="-44" y="1473"/>
            <a:chExt cx="981" cy="1105"/>
          </a:xfrm>
        </p:grpSpPr>
        <p:pic>
          <p:nvPicPr>
            <p:cNvPr id="110666" name="Picture 22" descr="desktop_computer_stylized_medium"/>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10667" name="Freeform 23"/>
            <p:cNvSpPr>
              <a:spLocks/>
            </p:cNvSpPr>
            <p:nvPr/>
          </p:nvSpPr>
          <p:spPr bwMode="auto">
            <a:xfrm flipH="1">
              <a:off x="374" y="1579"/>
              <a:ext cx="477" cy="506"/>
            </a:xfrm>
            <a:custGeom>
              <a:avLst/>
              <a:gdLst>
                <a:gd name="T0" fmla="*/ 0 w 356"/>
                <a:gd name="T1" fmla="*/ 0 h 368"/>
                <a:gd name="T2" fmla="*/ 4176 w 356"/>
                <a:gd name="T3" fmla="*/ 248 h 368"/>
                <a:gd name="T4" fmla="*/ 4954 w 356"/>
                <a:gd name="T5" fmla="*/ 5173 h 368"/>
                <a:gd name="T6" fmla="*/ 1092 w 356"/>
                <a:gd name="T7" fmla="*/ 6469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xmlns="" w="9525" cap="flat" cmpd="sng">
                  <a:solidFill>
                    <a:srgbClr val="000000"/>
                  </a:solidFill>
                  <a:prstDash val="solid"/>
                  <a:round/>
                  <a:headEnd/>
                  <a:tailEnd/>
                </a14:hiddenLine>
              </a:ext>
            </a:extLst>
          </p:spPr>
          <p:txBody>
            <a:bodyPr wrap="none"/>
            <a:lstStyle/>
            <a:p>
              <a:endParaRPr lang="en-US"/>
            </a:p>
          </p:txBody>
        </p:sp>
      </p:grpSp>
      <p:grpSp>
        <p:nvGrpSpPr>
          <p:cNvPr id="110615" name="Group 24"/>
          <p:cNvGrpSpPr>
            <a:grpSpLocks/>
          </p:cNvGrpSpPr>
          <p:nvPr/>
        </p:nvGrpSpPr>
        <p:grpSpPr bwMode="auto">
          <a:xfrm flipH="1">
            <a:off x="6565900" y="5378503"/>
            <a:ext cx="754063" cy="669925"/>
            <a:chOff x="-44" y="1473"/>
            <a:chExt cx="981" cy="1105"/>
          </a:xfrm>
        </p:grpSpPr>
        <p:pic>
          <p:nvPicPr>
            <p:cNvPr id="110664" name="Picture 25" descr="desktop_computer_stylized_medium"/>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10665" name="Freeform 26"/>
            <p:cNvSpPr>
              <a:spLocks/>
            </p:cNvSpPr>
            <p:nvPr/>
          </p:nvSpPr>
          <p:spPr bwMode="auto">
            <a:xfrm flipH="1">
              <a:off x="374" y="1579"/>
              <a:ext cx="477" cy="506"/>
            </a:xfrm>
            <a:custGeom>
              <a:avLst/>
              <a:gdLst>
                <a:gd name="T0" fmla="*/ 0 w 356"/>
                <a:gd name="T1" fmla="*/ 0 h 368"/>
                <a:gd name="T2" fmla="*/ 4176 w 356"/>
                <a:gd name="T3" fmla="*/ 248 h 368"/>
                <a:gd name="T4" fmla="*/ 4954 w 356"/>
                <a:gd name="T5" fmla="*/ 5173 h 368"/>
                <a:gd name="T6" fmla="*/ 1092 w 356"/>
                <a:gd name="T7" fmla="*/ 6469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xmlns="" w="9525" cap="flat" cmpd="sng">
                  <a:solidFill>
                    <a:srgbClr val="000000"/>
                  </a:solidFill>
                  <a:prstDash val="solid"/>
                  <a:round/>
                  <a:headEnd/>
                  <a:tailEnd/>
                </a14:hiddenLine>
              </a:ext>
            </a:extLst>
          </p:spPr>
          <p:txBody>
            <a:bodyPr wrap="none"/>
            <a:lstStyle/>
            <a:p>
              <a:endParaRPr lang="en-US"/>
            </a:p>
          </p:txBody>
        </p:sp>
      </p:grpSp>
      <p:grpSp>
        <p:nvGrpSpPr>
          <p:cNvPr id="110616" name="Group 27"/>
          <p:cNvGrpSpPr>
            <a:grpSpLocks/>
          </p:cNvGrpSpPr>
          <p:nvPr/>
        </p:nvGrpSpPr>
        <p:grpSpPr bwMode="auto">
          <a:xfrm>
            <a:off x="5513388" y="5878565"/>
            <a:ext cx="617537" cy="250825"/>
            <a:chOff x="2356" y="1300"/>
            <a:chExt cx="555" cy="194"/>
          </a:xfrm>
        </p:grpSpPr>
        <p:sp>
          <p:nvSpPr>
            <p:cNvPr id="110656" name="Oval 407"/>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9525">
              <a:solidFill>
                <a:schemeClr val="tx1"/>
              </a:solidFill>
              <a:round/>
              <a:headEnd/>
              <a:tailEnd/>
            </a:ln>
          </p:spPr>
          <p:txBody>
            <a:bodyPr wrap="none" anchor="ctr"/>
            <a:lstStyle/>
            <a:p>
              <a:endParaRPr lang="en-US" sz="2400">
                <a:latin typeface="Times New Roman" charset="0"/>
                <a:cs typeface="Arial" charset="0"/>
              </a:endParaRPr>
            </a:p>
          </p:txBody>
        </p:sp>
        <p:sp>
          <p:nvSpPr>
            <p:cNvPr id="110657" name="Rectangle 410"/>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a:noFill/>
            </a:ln>
            <a:extLst>
              <a:ext uri="{91240B29-F687-4f45-9708-019B960494DF}">
                <a14:hiddenLine xmlns:a14="http://schemas.microsoft.com/office/drawing/2010/main" xmlns="" w="12700">
                  <a:solidFill>
                    <a:srgbClr val="000000"/>
                  </a:solidFill>
                  <a:miter lim="800000"/>
                  <a:headEnd/>
                  <a:tailEnd/>
                </a14:hiddenLine>
              </a:ext>
            </a:extLst>
          </p:spPr>
          <p:txBody>
            <a:bodyPr wrap="none" anchor="ctr"/>
            <a:lstStyle/>
            <a:p>
              <a:pPr algn="ctr"/>
              <a:endParaRPr lang="en-US" sz="2400">
                <a:latin typeface="Times New Roman" charset="0"/>
                <a:cs typeface="Arial" charset="0"/>
              </a:endParaRPr>
            </a:p>
          </p:txBody>
        </p:sp>
        <p:sp>
          <p:nvSpPr>
            <p:cNvPr id="110658" name="Oval 411"/>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9525">
              <a:solidFill>
                <a:schemeClr val="tx1"/>
              </a:solidFill>
              <a:round/>
              <a:headEnd/>
              <a:tailEnd/>
            </a:ln>
          </p:spPr>
          <p:txBody>
            <a:bodyPr wrap="none" anchor="ctr"/>
            <a:lstStyle/>
            <a:p>
              <a:endParaRPr lang="en-US" sz="2400">
                <a:latin typeface="Times New Roman" charset="0"/>
                <a:cs typeface="Arial" charset="0"/>
              </a:endParaRPr>
            </a:p>
          </p:txBody>
        </p:sp>
        <p:grpSp>
          <p:nvGrpSpPr>
            <p:cNvPr id="110659" name="Group 31"/>
            <p:cNvGrpSpPr>
              <a:grpSpLocks/>
            </p:cNvGrpSpPr>
            <p:nvPr/>
          </p:nvGrpSpPr>
          <p:grpSpPr bwMode="auto">
            <a:xfrm>
              <a:off x="2468" y="1332"/>
              <a:ext cx="310" cy="60"/>
              <a:chOff x="2468" y="1332"/>
              <a:chExt cx="310" cy="60"/>
            </a:xfrm>
          </p:grpSpPr>
          <p:sp>
            <p:nvSpPr>
              <p:cNvPr id="110662" name="Freeform 32"/>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28575" cmpd="sng">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a:lstStyle/>
              <a:p>
                <a:endParaRPr lang="en-US"/>
              </a:p>
            </p:txBody>
          </p:sp>
          <p:sp>
            <p:nvSpPr>
              <p:cNvPr id="110663" name="Freeform 33"/>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28575" cmpd="sng">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a:lstStyle/>
              <a:p>
                <a:endParaRPr lang="en-US"/>
              </a:p>
            </p:txBody>
          </p:sp>
        </p:grpSp>
        <p:sp>
          <p:nvSpPr>
            <p:cNvPr id="110660" name="Line 34"/>
            <p:cNvSpPr>
              <a:spLocks noChangeShapeType="1"/>
            </p:cNvSpPr>
            <p:nvPr/>
          </p:nvSpPr>
          <p:spPr bwMode="auto">
            <a:xfrm>
              <a:off x="2357" y="1361"/>
              <a:ext cx="0" cy="82"/>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10661" name="Line 35"/>
            <p:cNvSpPr>
              <a:spLocks noChangeShapeType="1"/>
            </p:cNvSpPr>
            <p:nvPr/>
          </p:nvSpPr>
          <p:spPr bwMode="auto">
            <a:xfrm>
              <a:off x="2907" y="1363"/>
              <a:ext cx="0" cy="86"/>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a:lstStyle/>
            <a:p>
              <a:endParaRPr lang="en-US"/>
            </a:p>
          </p:txBody>
        </p:sp>
      </p:grpSp>
      <p:grpSp>
        <p:nvGrpSpPr>
          <p:cNvPr id="110617" name="Group 36"/>
          <p:cNvGrpSpPr>
            <a:grpSpLocks/>
          </p:cNvGrpSpPr>
          <p:nvPr/>
        </p:nvGrpSpPr>
        <p:grpSpPr bwMode="auto">
          <a:xfrm>
            <a:off x="4545013" y="5607103"/>
            <a:ext cx="617537" cy="250825"/>
            <a:chOff x="2356" y="1300"/>
            <a:chExt cx="555" cy="194"/>
          </a:xfrm>
        </p:grpSpPr>
        <p:sp>
          <p:nvSpPr>
            <p:cNvPr id="110648" name="Oval 407"/>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9525">
              <a:solidFill>
                <a:schemeClr val="tx1"/>
              </a:solidFill>
              <a:round/>
              <a:headEnd/>
              <a:tailEnd/>
            </a:ln>
          </p:spPr>
          <p:txBody>
            <a:bodyPr wrap="none" anchor="ctr"/>
            <a:lstStyle/>
            <a:p>
              <a:endParaRPr lang="en-US" sz="2400">
                <a:latin typeface="Times New Roman" charset="0"/>
                <a:cs typeface="Arial" charset="0"/>
              </a:endParaRPr>
            </a:p>
          </p:txBody>
        </p:sp>
        <p:sp>
          <p:nvSpPr>
            <p:cNvPr id="110649" name="Rectangle 410"/>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a:noFill/>
            </a:ln>
            <a:extLst>
              <a:ext uri="{91240B29-F687-4f45-9708-019B960494DF}">
                <a14:hiddenLine xmlns:a14="http://schemas.microsoft.com/office/drawing/2010/main" xmlns="" w="12700">
                  <a:solidFill>
                    <a:srgbClr val="000000"/>
                  </a:solidFill>
                  <a:miter lim="800000"/>
                  <a:headEnd/>
                  <a:tailEnd/>
                </a14:hiddenLine>
              </a:ext>
            </a:extLst>
          </p:spPr>
          <p:txBody>
            <a:bodyPr wrap="none" anchor="ctr"/>
            <a:lstStyle/>
            <a:p>
              <a:pPr algn="ctr"/>
              <a:endParaRPr lang="en-US" sz="2400">
                <a:latin typeface="Times New Roman" charset="0"/>
                <a:cs typeface="Arial" charset="0"/>
              </a:endParaRPr>
            </a:p>
          </p:txBody>
        </p:sp>
        <p:sp>
          <p:nvSpPr>
            <p:cNvPr id="110650" name="Oval 411"/>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9525">
              <a:solidFill>
                <a:schemeClr val="tx1"/>
              </a:solidFill>
              <a:round/>
              <a:headEnd/>
              <a:tailEnd/>
            </a:ln>
          </p:spPr>
          <p:txBody>
            <a:bodyPr wrap="none" anchor="ctr"/>
            <a:lstStyle/>
            <a:p>
              <a:endParaRPr lang="en-US" sz="2400">
                <a:latin typeface="Times New Roman" charset="0"/>
                <a:cs typeface="Arial" charset="0"/>
              </a:endParaRPr>
            </a:p>
          </p:txBody>
        </p:sp>
        <p:grpSp>
          <p:nvGrpSpPr>
            <p:cNvPr id="110651" name="Group 40"/>
            <p:cNvGrpSpPr>
              <a:grpSpLocks/>
            </p:cNvGrpSpPr>
            <p:nvPr/>
          </p:nvGrpSpPr>
          <p:grpSpPr bwMode="auto">
            <a:xfrm>
              <a:off x="2468" y="1332"/>
              <a:ext cx="310" cy="60"/>
              <a:chOff x="2468" y="1332"/>
              <a:chExt cx="310" cy="60"/>
            </a:xfrm>
          </p:grpSpPr>
          <p:sp>
            <p:nvSpPr>
              <p:cNvPr id="110654" name="Freeform 41"/>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28575" cmpd="sng">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a:lstStyle/>
              <a:p>
                <a:endParaRPr lang="en-US"/>
              </a:p>
            </p:txBody>
          </p:sp>
          <p:sp>
            <p:nvSpPr>
              <p:cNvPr id="110655" name="Freeform 42"/>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28575" cmpd="sng">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a:lstStyle/>
              <a:p>
                <a:endParaRPr lang="en-US"/>
              </a:p>
            </p:txBody>
          </p:sp>
        </p:grpSp>
        <p:sp>
          <p:nvSpPr>
            <p:cNvPr id="110652" name="Line 43"/>
            <p:cNvSpPr>
              <a:spLocks noChangeShapeType="1"/>
            </p:cNvSpPr>
            <p:nvPr/>
          </p:nvSpPr>
          <p:spPr bwMode="auto">
            <a:xfrm>
              <a:off x="2357" y="1361"/>
              <a:ext cx="0" cy="82"/>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10653" name="Line 44"/>
            <p:cNvSpPr>
              <a:spLocks noChangeShapeType="1"/>
            </p:cNvSpPr>
            <p:nvPr/>
          </p:nvSpPr>
          <p:spPr bwMode="auto">
            <a:xfrm>
              <a:off x="2907" y="1363"/>
              <a:ext cx="0" cy="86"/>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a:lstStyle/>
            <a:p>
              <a:endParaRPr lang="en-US"/>
            </a:p>
          </p:txBody>
        </p:sp>
      </p:grpSp>
      <p:grpSp>
        <p:nvGrpSpPr>
          <p:cNvPr id="110618" name="Group 45"/>
          <p:cNvGrpSpPr>
            <a:grpSpLocks/>
          </p:cNvGrpSpPr>
          <p:nvPr/>
        </p:nvGrpSpPr>
        <p:grpSpPr bwMode="auto">
          <a:xfrm>
            <a:off x="3394075" y="5816653"/>
            <a:ext cx="617538" cy="250825"/>
            <a:chOff x="2356" y="1300"/>
            <a:chExt cx="555" cy="194"/>
          </a:xfrm>
        </p:grpSpPr>
        <p:sp>
          <p:nvSpPr>
            <p:cNvPr id="110640" name="Oval 407"/>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9525">
              <a:solidFill>
                <a:schemeClr val="tx1"/>
              </a:solidFill>
              <a:round/>
              <a:headEnd/>
              <a:tailEnd/>
            </a:ln>
          </p:spPr>
          <p:txBody>
            <a:bodyPr wrap="none" anchor="ctr"/>
            <a:lstStyle/>
            <a:p>
              <a:endParaRPr lang="en-US" sz="2400">
                <a:latin typeface="Times New Roman" charset="0"/>
                <a:cs typeface="Arial" charset="0"/>
              </a:endParaRPr>
            </a:p>
          </p:txBody>
        </p:sp>
        <p:sp>
          <p:nvSpPr>
            <p:cNvPr id="110641" name="Rectangle 410"/>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a:noFill/>
            </a:ln>
            <a:extLst>
              <a:ext uri="{91240B29-F687-4f45-9708-019B960494DF}">
                <a14:hiddenLine xmlns:a14="http://schemas.microsoft.com/office/drawing/2010/main" xmlns="" w="12700">
                  <a:solidFill>
                    <a:srgbClr val="000000"/>
                  </a:solidFill>
                  <a:miter lim="800000"/>
                  <a:headEnd/>
                  <a:tailEnd/>
                </a14:hiddenLine>
              </a:ext>
            </a:extLst>
          </p:spPr>
          <p:txBody>
            <a:bodyPr wrap="none" anchor="ctr"/>
            <a:lstStyle/>
            <a:p>
              <a:pPr algn="ctr"/>
              <a:endParaRPr lang="en-US" sz="2400">
                <a:latin typeface="Times New Roman" charset="0"/>
                <a:cs typeface="Arial" charset="0"/>
              </a:endParaRPr>
            </a:p>
          </p:txBody>
        </p:sp>
        <p:sp>
          <p:nvSpPr>
            <p:cNvPr id="110642" name="Oval 411"/>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9525">
              <a:solidFill>
                <a:schemeClr val="tx1"/>
              </a:solidFill>
              <a:round/>
              <a:headEnd/>
              <a:tailEnd/>
            </a:ln>
          </p:spPr>
          <p:txBody>
            <a:bodyPr wrap="none" anchor="ctr"/>
            <a:lstStyle/>
            <a:p>
              <a:endParaRPr lang="en-US" sz="2400">
                <a:latin typeface="Times New Roman" charset="0"/>
                <a:cs typeface="Arial" charset="0"/>
              </a:endParaRPr>
            </a:p>
          </p:txBody>
        </p:sp>
        <p:grpSp>
          <p:nvGrpSpPr>
            <p:cNvPr id="110643" name="Group 49"/>
            <p:cNvGrpSpPr>
              <a:grpSpLocks/>
            </p:cNvGrpSpPr>
            <p:nvPr/>
          </p:nvGrpSpPr>
          <p:grpSpPr bwMode="auto">
            <a:xfrm>
              <a:off x="2468" y="1332"/>
              <a:ext cx="310" cy="60"/>
              <a:chOff x="2468" y="1332"/>
              <a:chExt cx="310" cy="60"/>
            </a:xfrm>
          </p:grpSpPr>
          <p:sp>
            <p:nvSpPr>
              <p:cNvPr id="110646" name="Freeform 50"/>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28575" cmpd="sng">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a:lstStyle/>
              <a:p>
                <a:endParaRPr lang="en-US"/>
              </a:p>
            </p:txBody>
          </p:sp>
          <p:sp>
            <p:nvSpPr>
              <p:cNvPr id="110647" name="Freeform 51"/>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28575" cmpd="sng">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a:lstStyle/>
              <a:p>
                <a:endParaRPr lang="en-US"/>
              </a:p>
            </p:txBody>
          </p:sp>
        </p:grpSp>
        <p:sp>
          <p:nvSpPr>
            <p:cNvPr id="110644" name="Line 52"/>
            <p:cNvSpPr>
              <a:spLocks noChangeShapeType="1"/>
            </p:cNvSpPr>
            <p:nvPr/>
          </p:nvSpPr>
          <p:spPr bwMode="auto">
            <a:xfrm>
              <a:off x="2357" y="1361"/>
              <a:ext cx="0" cy="82"/>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10645" name="Line 53"/>
            <p:cNvSpPr>
              <a:spLocks noChangeShapeType="1"/>
            </p:cNvSpPr>
            <p:nvPr/>
          </p:nvSpPr>
          <p:spPr bwMode="auto">
            <a:xfrm>
              <a:off x="2907" y="1363"/>
              <a:ext cx="0" cy="86"/>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a:lstStyle/>
            <a:p>
              <a:endParaRPr lang="en-US"/>
            </a:p>
          </p:txBody>
        </p:sp>
      </p:grpSp>
      <p:grpSp>
        <p:nvGrpSpPr>
          <p:cNvPr id="110619" name="Group 54"/>
          <p:cNvGrpSpPr>
            <a:grpSpLocks/>
          </p:cNvGrpSpPr>
          <p:nvPr/>
        </p:nvGrpSpPr>
        <p:grpSpPr bwMode="auto">
          <a:xfrm>
            <a:off x="2392363" y="5570590"/>
            <a:ext cx="617537" cy="250825"/>
            <a:chOff x="2356" y="1300"/>
            <a:chExt cx="555" cy="194"/>
          </a:xfrm>
        </p:grpSpPr>
        <p:sp>
          <p:nvSpPr>
            <p:cNvPr id="110632" name="Oval 407"/>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9525">
              <a:solidFill>
                <a:schemeClr val="tx1"/>
              </a:solidFill>
              <a:round/>
              <a:headEnd/>
              <a:tailEnd/>
            </a:ln>
          </p:spPr>
          <p:txBody>
            <a:bodyPr wrap="none" anchor="ctr"/>
            <a:lstStyle/>
            <a:p>
              <a:endParaRPr lang="en-US" sz="2400">
                <a:latin typeface="Times New Roman" charset="0"/>
                <a:cs typeface="Arial" charset="0"/>
              </a:endParaRPr>
            </a:p>
          </p:txBody>
        </p:sp>
        <p:sp>
          <p:nvSpPr>
            <p:cNvPr id="110633" name="Rectangle 410"/>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a:noFill/>
            </a:ln>
            <a:extLst>
              <a:ext uri="{91240B29-F687-4f45-9708-019B960494DF}">
                <a14:hiddenLine xmlns:a14="http://schemas.microsoft.com/office/drawing/2010/main" xmlns="" w="12700">
                  <a:solidFill>
                    <a:srgbClr val="000000"/>
                  </a:solidFill>
                  <a:miter lim="800000"/>
                  <a:headEnd/>
                  <a:tailEnd/>
                </a14:hiddenLine>
              </a:ext>
            </a:extLst>
          </p:spPr>
          <p:txBody>
            <a:bodyPr wrap="none" anchor="ctr"/>
            <a:lstStyle/>
            <a:p>
              <a:pPr algn="ctr"/>
              <a:endParaRPr lang="en-US" sz="2400">
                <a:latin typeface="Times New Roman" charset="0"/>
                <a:cs typeface="Arial" charset="0"/>
              </a:endParaRPr>
            </a:p>
          </p:txBody>
        </p:sp>
        <p:sp>
          <p:nvSpPr>
            <p:cNvPr id="110634" name="Oval 411"/>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9525">
              <a:solidFill>
                <a:schemeClr val="tx1"/>
              </a:solidFill>
              <a:round/>
              <a:headEnd/>
              <a:tailEnd/>
            </a:ln>
          </p:spPr>
          <p:txBody>
            <a:bodyPr wrap="none" anchor="ctr"/>
            <a:lstStyle/>
            <a:p>
              <a:endParaRPr lang="en-US" sz="2400">
                <a:latin typeface="Times New Roman" charset="0"/>
                <a:cs typeface="Arial" charset="0"/>
              </a:endParaRPr>
            </a:p>
          </p:txBody>
        </p:sp>
        <p:grpSp>
          <p:nvGrpSpPr>
            <p:cNvPr id="110635" name="Group 58"/>
            <p:cNvGrpSpPr>
              <a:grpSpLocks/>
            </p:cNvGrpSpPr>
            <p:nvPr/>
          </p:nvGrpSpPr>
          <p:grpSpPr bwMode="auto">
            <a:xfrm>
              <a:off x="2468" y="1332"/>
              <a:ext cx="310" cy="60"/>
              <a:chOff x="2468" y="1332"/>
              <a:chExt cx="310" cy="60"/>
            </a:xfrm>
          </p:grpSpPr>
          <p:sp>
            <p:nvSpPr>
              <p:cNvPr id="110638" name="Freeform 59"/>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28575" cmpd="sng">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a:lstStyle/>
              <a:p>
                <a:endParaRPr lang="en-US"/>
              </a:p>
            </p:txBody>
          </p:sp>
          <p:sp>
            <p:nvSpPr>
              <p:cNvPr id="110639" name="Freeform 60"/>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28575" cmpd="sng">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a:lstStyle/>
              <a:p>
                <a:endParaRPr lang="en-US"/>
              </a:p>
            </p:txBody>
          </p:sp>
        </p:grpSp>
        <p:sp>
          <p:nvSpPr>
            <p:cNvPr id="110636" name="Line 61"/>
            <p:cNvSpPr>
              <a:spLocks noChangeShapeType="1"/>
            </p:cNvSpPr>
            <p:nvPr/>
          </p:nvSpPr>
          <p:spPr bwMode="auto">
            <a:xfrm>
              <a:off x="2357" y="1361"/>
              <a:ext cx="0" cy="82"/>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10637" name="Line 62"/>
            <p:cNvSpPr>
              <a:spLocks noChangeShapeType="1"/>
            </p:cNvSpPr>
            <p:nvPr/>
          </p:nvSpPr>
          <p:spPr bwMode="auto">
            <a:xfrm>
              <a:off x="2907" y="1363"/>
              <a:ext cx="0" cy="86"/>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a:lstStyle/>
            <a:p>
              <a:endParaRPr lang="en-US"/>
            </a:p>
          </p:txBody>
        </p:sp>
      </p:grpSp>
      <p:grpSp>
        <p:nvGrpSpPr>
          <p:cNvPr id="110620" name="Group 63"/>
          <p:cNvGrpSpPr>
            <a:grpSpLocks/>
          </p:cNvGrpSpPr>
          <p:nvPr/>
        </p:nvGrpSpPr>
        <p:grpSpPr bwMode="auto">
          <a:xfrm>
            <a:off x="1517650" y="5837290"/>
            <a:ext cx="617538" cy="250825"/>
            <a:chOff x="2356" y="1300"/>
            <a:chExt cx="555" cy="194"/>
          </a:xfrm>
        </p:grpSpPr>
        <p:sp>
          <p:nvSpPr>
            <p:cNvPr id="110624" name="Oval 407"/>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9525">
              <a:solidFill>
                <a:schemeClr val="tx1"/>
              </a:solidFill>
              <a:round/>
              <a:headEnd/>
              <a:tailEnd/>
            </a:ln>
          </p:spPr>
          <p:txBody>
            <a:bodyPr wrap="none" anchor="ctr"/>
            <a:lstStyle/>
            <a:p>
              <a:endParaRPr lang="en-US" sz="2400">
                <a:latin typeface="Times New Roman" charset="0"/>
                <a:cs typeface="Arial" charset="0"/>
              </a:endParaRPr>
            </a:p>
          </p:txBody>
        </p:sp>
        <p:sp>
          <p:nvSpPr>
            <p:cNvPr id="110625" name="Rectangle 410"/>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a:noFill/>
            </a:ln>
            <a:extLst>
              <a:ext uri="{91240B29-F687-4f45-9708-019B960494DF}">
                <a14:hiddenLine xmlns:a14="http://schemas.microsoft.com/office/drawing/2010/main" xmlns="" w="12700">
                  <a:solidFill>
                    <a:srgbClr val="000000"/>
                  </a:solidFill>
                  <a:miter lim="800000"/>
                  <a:headEnd/>
                  <a:tailEnd/>
                </a14:hiddenLine>
              </a:ext>
            </a:extLst>
          </p:spPr>
          <p:txBody>
            <a:bodyPr wrap="none" anchor="ctr"/>
            <a:lstStyle/>
            <a:p>
              <a:pPr algn="ctr"/>
              <a:endParaRPr lang="en-US" sz="2400">
                <a:latin typeface="Times New Roman" charset="0"/>
                <a:cs typeface="Arial" charset="0"/>
              </a:endParaRPr>
            </a:p>
          </p:txBody>
        </p:sp>
        <p:sp>
          <p:nvSpPr>
            <p:cNvPr id="110626" name="Oval 411"/>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9525">
              <a:solidFill>
                <a:schemeClr val="tx1"/>
              </a:solidFill>
              <a:round/>
              <a:headEnd/>
              <a:tailEnd/>
            </a:ln>
          </p:spPr>
          <p:txBody>
            <a:bodyPr wrap="none" anchor="ctr"/>
            <a:lstStyle/>
            <a:p>
              <a:endParaRPr lang="en-US" sz="2400">
                <a:latin typeface="Times New Roman" charset="0"/>
                <a:cs typeface="Arial" charset="0"/>
              </a:endParaRPr>
            </a:p>
          </p:txBody>
        </p:sp>
        <p:grpSp>
          <p:nvGrpSpPr>
            <p:cNvPr id="110627" name="Group 67"/>
            <p:cNvGrpSpPr>
              <a:grpSpLocks/>
            </p:cNvGrpSpPr>
            <p:nvPr/>
          </p:nvGrpSpPr>
          <p:grpSpPr bwMode="auto">
            <a:xfrm>
              <a:off x="2468" y="1332"/>
              <a:ext cx="310" cy="60"/>
              <a:chOff x="2468" y="1332"/>
              <a:chExt cx="310" cy="60"/>
            </a:xfrm>
          </p:grpSpPr>
          <p:sp>
            <p:nvSpPr>
              <p:cNvPr id="110630" name="Freeform 68"/>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28575" cmpd="sng">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a:lstStyle/>
              <a:p>
                <a:endParaRPr lang="en-US"/>
              </a:p>
            </p:txBody>
          </p:sp>
          <p:sp>
            <p:nvSpPr>
              <p:cNvPr id="110631" name="Freeform 69"/>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28575" cmpd="sng">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a:lstStyle/>
              <a:p>
                <a:endParaRPr lang="en-US"/>
              </a:p>
            </p:txBody>
          </p:sp>
        </p:grpSp>
        <p:sp>
          <p:nvSpPr>
            <p:cNvPr id="110628" name="Line 70"/>
            <p:cNvSpPr>
              <a:spLocks noChangeShapeType="1"/>
            </p:cNvSpPr>
            <p:nvPr/>
          </p:nvSpPr>
          <p:spPr bwMode="auto">
            <a:xfrm>
              <a:off x="2357" y="1361"/>
              <a:ext cx="0" cy="82"/>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10629" name="Line 71"/>
            <p:cNvSpPr>
              <a:spLocks noChangeShapeType="1"/>
            </p:cNvSpPr>
            <p:nvPr/>
          </p:nvSpPr>
          <p:spPr bwMode="auto">
            <a:xfrm>
              <a:off x="2907" y="1363"/>
              <a:ext cx="0" cy="86"/>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a:lstStyle/>
            <a:p>
              <a:endParaRPr lang="en-US"/>
            </a:p>
          </p:txBody>
        </p:sp>
      </p:grpSp>
      <p:sp>
        <p:nvSpPr>
          <p:cNvPr id="83247" name="Freeform 303"/>
          <p:cNvSpPr>
            <a:spLocks/>
          </p:cNvSpPr>
          <p:nvPr/>
        </p:nvSpPr>
        <p:spPr bwMode="auto">
          <a:xfrm>
            <a:off x="1257300" y="5624565"/>
            <a:ext cx="2247900" cy="403225"/>
          </a:xfrm>
          <a:custGeom>
            <a:avLst/>
            <a:gdLst>
              <a:gd name="T0" fmla="*/ 2147483647 w 1416"/>
              <a:gd name="T1" fmla="*/ 2147483647 h 254"/>
              <a:gd name="T2" fmla="*/ 2147483647 w 1416"/>
              <a:gd name="T3" fmla="*/ 2147483647 h 254"/>
              <a:gd name="T4" fmla="*/ 2147483647 w 1416"/>
              <a:gd name="T5" fmla="*/ 2147483647 h 254"/>
              <a:gd name="T6" fmla="*/ 2147483647 w 1416"/>
              <a:gd name="T7" fmla="*/ 2147483647 h 254"/>
              <a:gd name="T8" fmla="*/ 2147483647 w 1416"/>
              <a:gd name="T9" fmla="*/ 2147483647 h 254"/>
              <a:gd name="T10" fmla="*/ 2147483647 w 1416"/>
              <a:gd name="T11" fmla="*/ 2147483647 h 254"/>
              <a:gd name="T12" fmla="*/ 0 w 1416"/>
              <a:gd name="T13" fmla="*/ 2147483647 h 254"/>
              <a:gd name="T14" fmla="*/ 0 60000 65536"/>
              <a:gd name="T15" fmla="*/ 0 60000 65536"/>
              <a:gd name="T16" fmla="*/ 0 60000 65536"/>
              <a:gd name="T17" fmla="*/ 0 60000 65536"/>
              <a:gd name="T18" fmla="*/ 0 60000 65536"/>
              <a:gd name="T19" fmla="*/ 0 60000 65536"/>
              <a:gd name="T20" fmla="*/ 0 60000 65536"/>
              <a:gd name="T21" fmla="*/ 0 w 1416"/>
              <a:gd name="T22" fmla="*/ 0 h 254"/>
              <a:gd name="T23" fmla="*/ 1416 w 1416"/>
              <a:gd name="T24" fmla="*/ 254 h 25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16" h="254">
                <a:moveTo>
                  <a:pt x="76" y="30"/>
                </a:moveTo>
                <a:cubicBezTo>
                  <a:pt x="137" y="11"/>
                  <a:pt x="200" y="170"/>
                  <a:pt x="324" y="170"/>
                </a:cubicBezTo>
                <a:cubicBezTo>
                  <a:pt x="461" y="165"/>
                  <a:pt x="717" y="0"/>
                  <a:pt x="896" y="2"/>
                </a:cubicBezTo>
                <a:cubicBezTo>
                  <a:pt x="1075" y="4"/>
                  <a:pt x="1416" y="122"/>
                  <a:pt x="1400" y="182"/>
                </a:cubicBezTo>
                <a:cubicBezTo>
                  <a:pt x="1384" y="242"/>
                  <a:pt x="1073" y="63"/>
                  <a:pt x="896" y="74"/>
                </a:cubicBezTo>
                <a:cubicBezTo>
                  <a:pt x="719" y="85"/>
                  <a:pt x="489" y="254"/>
                  <a:pt x="340" y="250"/>
                </a:cubicBezTo>
                <a:cubicBezTo>
                  <a:pt x="191" y="246"/>
                  <a:pt x="62" y="32"/>
                  <a:pt x="0" y="50"/>
                </a:cubicBezTo>
              </a:path>
            </a:pathLst>
          </a:custGeom>
          <a:noFill/>
          <a:ln w="28575">
            <a:solidFill>
              <a:srgbClr val="CC0000"/>
            </a:solidFill>
            <a:round/>
            <a:headEnd/>
            <a:tailEnd type="triangle" w="med" len="med"/>
          </a:ln>
          <a:extLst>
            <a:ext uri="{909E8E84-426E-40dd-AFC4-6F175D3DCCD1}">
              <a14:hiddenFill xmlns:a14="http://schemas.microsoft.com/office/drawing/2010/main" xmlns="">
                <a:solidFill>
                  <a:srgbClr val="FFFFFF"/>
                </a:solidFill>
              </a14:hiddenFill>
            </a:ext>
          </a:extLst>
        </p:spPr>
        <p:txBody>
          <a:bodyPr/>
          <a:lstStyle/>
          <a:p>
            <a:endParaRPr lang="en-US"/>
          </a:p>
        </p:txBody>
      </p:sp>
      <p:sp>
        <p:nvSpPr>
          <p:cNvPr id="83243" name="Freeform 299"/>
          <p:cNvSpPr>
            <a:spLocks/>
          </p:cNvSpPr>
          <p:nvPr/>
        </p:nvSpPr>
        <p:spPr bwMode="auto">
          <a:xfrm>
            <a:off x="1289050" y="5661078"/>
            <a:ext cx="419100" cy="419100"/>
          </a:xfrm>
          <a:custGeom>
            <a:avLst/>
            <a:gdLst>
              <a:gd name="T0" fmla="*/ 2147483647 w 264"/>
              <a:gd name="T1" fmla="*/ 0 h 264"/>
              <a:gd name="T2" fmla="*/ 2147483647 w 264"/>
              <a:gd name="T3" fmla="*/ 2147483647 h 264"/>
              <a:gd name="T4" fmla="*/ 0 w 264"/>
              <a:gd name="T5" fmla="*/ 2147483647 h 264"/>
              <a:gd name="T6" fmla="*/ 0 60000 65536"/>
              <a:gd name="T7" fmla="*/ 0 60000 65536"/>
              <a:gd name="T8" fmla="*/ 0 60000 65536"/>
              <a:gd name="T9" fmla="*/ 0 w 264"/>
              <a:gd name="T10" fmla="*/ 0 h 264"/>
              <a:gd name="T11" fmla="*/ 264 w 264"/>
              <a:gd name="T12" fmla="*/ 264 h 264"/>
            </a:gdLst>
            <a:ahLst/>
            <a:cxnLst>
              <a:cxn ang="T6">
                <a:pos x="T0" y="T1"/>
              </a:cxn>
              <a:cxn ang="T7">
                <a:pos x="T2" y="T3"/>
              </a:cxn>
              <a:cxn ang="T8">
                <a:pos x="T4" y="T5"/>
              </a:cxn>
            </a:cxnLst>
            <a:rect l="T9" t="T10" r="T11" b="T12"/>
            <a:pathLst>
              <a:path w="264" h="264">
                <a:moveTo>
                  <a:pt x="60" y="0"/>
                </a:moveTo>
                <a:cubicBezTo>
                  <a:pt x="86" y="31"/>
                  <a:pt x="264" y="176"/>
                  <a:pt x="228" y="220"/>
                </a:cubicBezTo>
                <a:cubicBezTo>
                  <a:pt x="192" y="264"/>
                  <a:pt x="60" y="109"/>
                  <a:pt x="0" y="88"/>
                </a:cubicBezTo>
              </a:path>
            </a:pathLst>
          </a:custGeom>
          <a:noFill/>
          <a:ln w="28575">
            <a:solidFill>
              <a:srgbClr val="CC0000"/>
            </a:solidFill>
            <a:round/>
            <a:headEnd/>
            <a:tailEnd type="triangle" w="med" len="med"/>
          </a:ln>
          <a:extLst>
            <a:ext uri="{909E8E84-426E-40dd-AFC4-6F175D3DCCD1}">
              <a14:hiddenFill xmlns:a14="http://schemas.microsoft.com/office/drawing/2010/main" xmlns="">
                <a:solidFill>
                  <a:srgbClr val="FFFFFF"/>
                </a:solidFill>
              </a14:hiddenFill>
            </a:ext>
          </a:extLst>
        </p:spPr>
        <p:txBody>
          <a:bodyPr/>
          <a:lstStyle/>
          <a:p>
            <a:endParaRPr lang="en-US"/>
          </a:p>
        </p:txBody>
      </p:sp>
      <p:sp>
        <p:nvSpPr>
          <p:cNvPr id="83245" name="Freeform 301"/>
          <p:cNvSpPr>
            <a:spLocks/>
          </p:cNvSpPr>
          <p:nvPr/>
        </p:nvSpPr>
        <p:spPr bwMode="auto">
          <a:xfrm>
            <a:off x="1282700" y="5575353"/>
            <a:ext cx="1346200" cy="474662"/>
          </a:xfrm>
          <a:custGeom>
            <a:avLst/>
            <a:gdLst>
              <a:gd name="T0" fmla="*/ 2147483647 w 848"/>
              <a:gd name="T1" fmla="*/ 2147483647 h 299"/>
              <a:gd name="T2" fmla="*/ 2147483647 w 848"/>
              <a:gd name="T3" fmla="*/ 2147483647 h 299"/>
              <a:gd name="T4" fmla="*/ 2147483647 w 848"/>
              <a:gd name="T5" fmla="*/ 2147483647 h 299"/>
              <a:gd name="T6" fmla="*/ 2147483647 w 848"/>
              <a:gd name="T7" fmla="*/ 2147483647 h 299"/>
              <a:gd name="T8" fmla="*/ 0 w 848"/>
              <a:gd name="T9" fmla="*/ 2147483647 h 299"/>
              <a:gd name="T10" fmla="*/ 0 60000 65536"/>
              <a:gd name="T11" fmla="*/ 0 60000 65536"/>
              <a:gd name="T12" fmla="*/ 0 60000 65536"/>
              <a:gd name="T13" fmla="*/ 0 60000 65536"/>
              <a:gd name="T14" fmla="*/ 0 60000 65536"/>
              <a:gd name="T15" fmla="*/ 0 w 848"/>
              <a:gd name="T16" fmla="*/ 0 h 299"/>
              <a:gd name="T17" fmla="*/ 848 w 848"/>
              <a:gd name="T18" fmla="*/ 299 h 299"/>
            </a:gdLst>
            <a:ahLst/>
            <a:cxnLst>
              <a:cxn ang="T10">
                <a:pos x="T0" y="T1"/>
              </a:cxn>
              <a:cxn ang="T11">
                <a:pos x="T2" y="T3"/>
              </a:cxn>
              <a:cxn ang="T12">
                <a:pos x="T4" y="T5"/>
              </a:cxn>
              <a:cxn ang="T13">
                <a:pos x="T6" y="T7"/>
              </a:cxn>
              <a:cxn ang="T14">
                <a:pos x="T8" y="T9"/>
              </a:cxn>
            </a:cxnLst>
            <a:rect l="T15" t="T16" r="T17" b="T18"/>
            <a:pathLst>
              <a:path w="848" h="299">
                <a:moveTo>
                  <a:pt x="76" y="76"/>
                </a:moveTo>
                <a:cubicBezTo>
                  <a:pt x="137" y="57"/>
                  <a:pt x="200" y="216"/>
                  <a:pt x="324" y="216"/>
                </a:cubicBezTo>
                <a:cubicBezTo>
                  <a:pt x="448" y="216"/>
                  <a:pt x="792" y="0"/>
                  <a:pt x="820" y="76"/>
                </a:cubicBezTo>
                <a:cubicBezTo>
                  <a:pt x="848" y="152"/>
                  <a:pt x="469" y="245"/>
                  <a:pt x="340" y="296"/>
                </a:cubicBezTo>
                <a:cubicBezTo>
                  <a:pt x="203" y="299"/>
                  <a:pt x="62" y="78"/>
                  <a:pt x="0" y="96"/>
                </a:cubicBezTo>
              </a:path>
            </a:pathLst>
          </a:custGeom>
          <a:noFill/>
          <a:ln w="28575">
            <a:solidFill>
              <a:srgbClr val="CC0000"/>
            </a:solidFill>
            <a:round/>
            <a:headEnd/>
            <a:tailEnd type="triangle" w="med" len="med"/>
          </a:ln>
          <a:extLst>
            <a:ext uri="{909E8E84-426E-40dd-AFC4-6F175D3DCCD1}">
              <a14:hiddenFill xmlns:a14="http://schemas.microsoft.com/office/drawing/2010/main" xmlns="">
                <a:solidFill>
                  <a:srgbClr val="FFFFFF"/>
                </a:solidFill>
              </a14:hiddenFill>
            </a:ext>
          </a:extLst>
        </p:spPr>
        <p:txBody>
          <a:bodyPr/>
          <a:lstStyle/>
          <a:p>
            <a:endParaRPr lang="en-US"/>
          </a:p>
        </p:txBody>
      </p:sp>
      <p:sp>
        <p:nvSpPr>
          <p:cNvPr id="77" name="Slide Number Placeholder 5"/>
          <p:cNvSpPr>
            <a:spLocks noGrp="1"/>
          </p:cNvSpPr>
          <p:nvPr>
            <p:ph type="sldNum" sz="quarter" idx="12"/>
          </p:nvPr>
        </p:nvSpPr>
        <p:spPr>
          <a:xfrm>
            <a:off x="8456154" y="6475895"/>
            <a:ext cx="548655" cy="272319"/>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200" dirty="0">
                <a:latin typeface="Tahoma" charset="0"/>
              </a:rPr>
              <a:t>5-</a:t>
            </a:r>
            <a:fld id="{8E8C6E93-DF5B-BC4B-80F9-500DED1EEDCC}" type="slidenum">
              <a:rPr lang="en-US" sz="1200">
                <a:latin typeface="Tahoma" charset="0"/>
              </a:rPr>
              <a:pPr/>
              <a:t>124</a:t>
            </a:fld>
            <a:endParaRPr lang="en-US" sz="1200" dirty="0">
              <a:latin typeface="Tahoma" charset="0"/>
            </a:endParaRPr>
          </a:p>
        </p:txBody>
      </p:sp>
      <p:sp>
        <p:nvSpPr>
          <p:cNvPr id="78" name="Footer Placeholder 2"/>
          <p:cNvSpPr>
            <a:spLocks noGrp="1"/>
          </p:cNvSpPr>
          <p:nvPr>
            <p:ph type="ftr" sz="quarter" idx="11"/>
          </p:nvPr>
        </p:nvSpPr>
        <p:spPr>
          <a:xfrm>
            <a:off x="6375496" y="6475081"/>
            <a:ext cx="2177473" cy="241541"/>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200" dirty="0">
                <a:solidFill>
                  <a:srgbClr val="000000"/>
                </a:solidFill>
                <a:latin typeface="Tahoma" charset="0"/>
                <a:cs typeface="Arial" charset="0"/>
              </a:rPr>
              <a:t>Network Layer: Control Plane</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83243"/>
                                        </p:tgtEl>
                                        <p:attrNameLst>
                                          <p:attrName>style.visibility</p:attrName>
                                        </p:attrNameLst>
                                      </p:cBhvr>
                                      <p:to>
                                        <p:strVal val="visible"/>
                                      </p:to>
                                    </p:set>
                                  </p:childTnLst>
                                  <p:subTnLst>
                                    <p:set>
                                      <p:cBhvr override="childStyle">
                                        <p:cTn dur="1" fill="hold" display="0" masterRel="nextClick" afterEffect="1"/>
                                        <p:tgtEl>
                                          <p:spTgt spid="83243"/>
                                        </p:tgtEl>
                                        <p:attrNameLst>
                                          <p:attrName>style.visibility</p:attrName>
                                        </p:attrNameLst>
                                      </p:cBhvr>
                                      <p:to>
                                        <p:strVal val="hidden"/>
                                      </p:to>
                                    </p:set>
                                  </p:subTnLst>
                                </p:cTn>
                              </p:par>
                              <p:par>
                                <p:cTn id="7" presetID="1" presetClass="entr" presetSubtype="0" fill="hold" grpId="0" nodeType="withEffect">
                                  <p:stCondLst>
                                    <p:cond delay="0"/>
                                  </p:stCondLst>
                                  <p:childTnLst>
                                    <p:set>
                                      <p:cBhvr>
                                        <p:cTn id="8" dur="1" fill="hold">
                                          <p:stCondLst>
                                            <p:cond delay="0"/>
                                          </p:stCondLst>
                                        </p:cTn>
                                        <p:tgtEl>
                                          <p:spTgt spid="83244"/>
                                        </p:tgtEl>
                                        <p:attrNameLst>
                                          <p:attrName>style.visibility</p:attrName>
                                        </p:attrNameLst>
                                      </p:cBhvr>
                                      <p:to>
                                        <p:strVal val="visible"/>
                                      </p:to>
                                    </p:set>
                                  </p:childTnLst>
                                  <p:subTnLst>
                                    <p:set>
                                      <p:cBhvr override="childStyle">
                                        <p:cTn dur="1" fill="hold" display="0" masterRel="nextClick" afterEffect="1"/>
                                        <p:tgtEl>
                                          <p:spTgt spid="83244"/>
                                        </p:tgtEl>
                                        <p:attrNameLst>
                                          <p:attrName>style.visibility</p:attrName>
                                        </p:attrNameLst>
                                      </p:cBhvr>
                                      <p:to>
                                        <p:strVal val="hidden"/>
                                      </p:to>
                                    </p:set>
                                  </p:subTnLst>
                                </p:cTn>
                              </p:par>
                            </p:childTnLst>
                          </p:cTn>
                        </p:par>
                      </p:childTnLst>
                    </p:cTn>
                  </p:par>
                  <p:par>
                    <p:cTn id="9" fill="hold" nodeType="clickPar">
                      <p:stCondLst>
                        <p:cond delay="indefinite"/>
                      </p:stCondLst>
                      <p:childTnLst>
                        <p:par>
                          <p:cTn id="10" fill="hold" nodeType="withGroup">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83245"/>
                                        </p:tgtEl>
                                        <p:attrNameLst>
                                          <p:attrName>style.visibility</p:attrName>
                                        </p:attrNameLst>
                                      </p:cBhvr>
                                      <p:to>
                                        <p:strVal val="visible"/>
                                      </p:to>
                                    </p:set>
                                  </p:childTnLst>
                                  <p:subTnLst>
                                    <p:set>
                                      <p:cBhvr override="childStyle">
                                        <p:cTn dur="1" fill="hold" display="0" masterRel="nextClick" afterEffect="1"/>
                                        <p:tgtEl>
                                          <p:spTgt spid="83245"/>
                                        </p:tgtEl>
                                        <p:attrNameLst>
                                          <p:attrName>style.visibility</p:attrName>
                                        </p:attrNameLst>
                                      </p:cBhvr>
                                      <p:to>
                                        <p:strVal val="hidden"/>
                                      </p:to>
                                    </p:set>
                                  </p:subTnLst>
                                </p:cTn>
                              </p:par>
                              <p:par>
                                <p:cTn id="13" presetID="1" presetClass="entr" presetSubtype="0" fill="hold" grpId="0" nodeType="withEffect">
                                  <p:stCondLst>
                                    <p:cond delay="0"/>
                                  </p:stCondLst>
                                  <p:childTnLst>
                                    <p:set>
                                      <p:cBhvr>
                                        <p:cTn id="14" dur="1" fill="hold">
                                          <p:stCondLst>
                                            <p:cond delay="0"/>
                                          </p:stCondLst>
                                        </p:cTn>
                                        <p:tgtEl>
                                          <p:spTgt spid="83246"/>
                                        </p:tgtEl>
                                        <p:attrNameLst>
                                          <p:attrName>style.visibility</p:attrName>
                                        </p:attrNameLst>
                                      </p:cBhvr>
                                      <p:to>
                                        <p:strVal val="visible"/>
                                      </p:to>
                                    </p:set>
                                  </p:childTnLst>
                                  <p:subTnLst>
                                    <p:set>
                                      <p:cBhvr override="childStyle">
                                        <p:cTn dur="1" fill="hold" display="0" masterRel="nextClick" afterEffect="1"/>
                                        <p:tgtEl>
                                          <p:spTgt spid="83246"/>
                                        </p:tgtEl>
                                        <p:attrNameLst>
                                          <p:attrName>style.visibility</p:attrName>
                                        </p:attrNameLst>
                                      </p:cBhvr>
                                      <p:to>
                                        <p:strVal val="hidden"/>
                                      </p:to>
                                    </p:set>
                                  </p:sub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83247"/>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83248"/>
                                        </p:tgtEl>
                                        <p:attrNameLst>
                                          <p:attrName>style.visibility</p:attrName>
                                        </p:attrNameLst>
                                      </p:cBhvr>
                                      <p:to>
                                        <p:strVal val="visible"/>
                                      </p:to>
                                    </p:set>
                                  </p:childTnLst>
                                </p:cTn>
                              </p:par>
                            </p:childTnLst>
                          </p:cTn>
                        </p:par>
                      </p:childTnLst>
                    </p:cTn>
                  </p:par>
                  <p:par>
                    <p:cTn id="21" fill="hold" nodeType="clickPar">
                      <p:stCondLst>
                        <p:cond delay="indefinite"/>
                      </p:stCondLst>
                      <p:childTnLst>
                        <p:par>
                          <p:cTn id="22" fill="hold" nodeType="withGroup">
                            <p:stCondLst>
                              <p:cond delay="0"/>
                            </p:stCondLst>
                            <p:childTnLst>
                              <p:par>
                                <p:cTn id="23" presetID="9" presetClass="entr" presetSubtype="0" fill="hold" grpId="0" nodeType="clickEffect">
                                  <p:stCondLst>
                                    <p:cond delay="0"/>
                                  </p:stCondLst>
                                  <p:childTnLst>
                                    <p:set>
                                      <p:cBhvr>
                                        <p:cTn id="24" dur="1" fill="hold">
                                          <p:stCondLst>
                                            <p:cond delay="0"/>
                                          </p:stCondLst>
                                        </p:cTn>
                                        <p:tgtEl>
                                          <p:spTgt spid="655365"/>
                                        </p:tgtEl>
                                        <p:attrNameLst>
                                          <p:attrName>style.visibility</p:attrName>
                                        </p:attrNameLst>
                                      </p:cBhvr>
                                      <p:to>
                                        <p:strVal val="visible"/>
                                      </p:to>
                                    </p:set>
                                    <p:animEffect transition="in" filter="dissolve">
                                      <p:cBhvr>
                                        <p:cTn id="25" dur="500"/>
                                        <p:tgtEl>
                                          <p:spTgt spid="65536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5365" grpId="0"/>
      <p:bldP spid="83244" grpId="0"/>
      <p:bldP spid="83246" grpId="0"/>
      <p:bldP spid="83248" grpId="0"/>
      <p:bldP spid="83247" grpId="0" animBg="1"/>
      <p:bldP spid="83243" grpId="0" animBg="1"/>
      <p:bldP spid="83245" grpId="0" animBg="1"/>
    </p:bldLst>
  </p:timing>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3011" name="Picture 2"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01663" y="1025525"/>
            <a:ext cx="4113212" cy="1730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3012" name="Rectangle 3"/>
          <p:cNvSpPr>
            <a:spLocks noGrp="1" noChangeArrowheads="1"/>
          </p:cNvSpPr>
          <p:nvPr>
            <p:ph type="body" sz="half" idx="1"/>
          </p:nvPr>
        </p:nvSpPr>
        <p:spPr/>
        <p:txBody>
          <a:bodyPr/>
          <a:lstStyle/>
          <a:p>
            <a:pPr>
              <a:lnSpc>
                <a:spcPct val="100000"/>
              </a:lnSpc>
              <a:buFont typeface="Wingdings" charset="0"/>
              <a:buNone/>
            </a:pPr>
            <a:r>
              <a:rPr lang="en-US" sz="2400" dirty="0">
                <a:latin typeface="Gill Sans MT" charset="0"/>
              </a:rPr>
              <a:t>5.1 introduction</a:t>
            </a:r>
          </a:p>
          <a:p>
            <a:pPr>
              <a:lnSpc>
                <a:spcPct val="100000"/>
              </a:lnSpc>
              <a:buFont typeface="Wingdings" charset="0"/>
              <a:buNone/>
            </a:pPr>
            <a:r>
              <a:rPr lang="en-US" sz="2400" dirty="0">
                <a:latin typeface="Gill Sans MT" charset="0"/>
              </a:rPr>
              <a:t>5.2 routing protocols</a:t>
            </a:r>
          </a:p>
          <a:p>
            <a:pPr>
              <a:lnSpc>
                <a:spcPct val="100000"/>
              </a:lnSpc>
            </a:pPr>
            <a:r>
              <a:rPr lang="en-US" sz="2400" dirty="0">
                <a:latin typeface="Gill Sans MT" charset="0"/>
              </a:rPr>
              <a:t>link state</a:t>
            </a:r>
          </a:p>
          <a:p>
            <a:pPr>
              <a:lnSpc>
                <a:spcPct val="100000"/>
              </a:lnSpc>
            </a:pPr>
            <a:r>
              <a:rPr lang="en-US" sz="2400" dirty="0">
                <a:latin typeface="Gill Sans MT" charset="0"/>
              </a:rPr>
              <a:t>distance vector</a:t>
            </a:r>
          </a:p>
          <a:p>
            <a:pPr marL="461963" indent="-461963">
              <a:lnSpc>
                <a:spcPct val="100000"/>
              </a:lnSpc>
              <a:buNone/>
            </a:pPr>
            <a:r>
              <a:rPr lang="en-US" sz="2400" dirty="0"/>
              <a:t>5.3 intra-AS routing in the Internet: OSPF</a:t>
            </a:r>
          </a:p>
          <a:p>
            <a:pPr marL="461963" indent="-461963">
              <a:lnSpc>
                <a:spcPct val="100000"/>
              </a:lnSpc>
              <a:buNone/>
            </a:pPr>
            <a:r>
              <a:rPr lang="en-US" sz="2400" dirty="0"/>
              <a:t>5.4 routing among the ISPs: BGP</a:t>
            </a:r>
            <a:endParaRPr lang="en-US" sz="2400" dirty="0">
              <a:latin typeface="Gill Sans MT" charset="0"/>
            </a:endParaRPr>
          </a:p>
        </p:txBody>
      </p:sp>
      <p:sp>
        <p:nvSpPr>
          <p:cNvPr id="43013" name="Rectangle 4"/>
          <p:cNvSpPr>
            <a:spLocks noGrp="1" noChangeArrowheads="1"/>
          </p:cNvSpPr>
          <p:nvPr>
            <p:ph type="body" sz="half" idx="2"/>
          </p:nvPr>
        </p:nvSpPr>
        <p:spPr/>
        <p:txBody>
          <a:bodyPr/>
          <a:lstStyle/>
          <a:p>
            <a:pPr marL="461963" indent="-461963">
              <a:lnSpc>
                <a:spcPct val="100000"/>
              </a:lnSpc>
              <a:buFont typeface="Wingdings" charset="0"/>
              <a:buNone/>
            </a:pPr>
            <a:r>
              <a:rPr lang="en-US" sz="2400" dirty="0">
                <a:latin typeface="Gill Sans MT" charset="0"/>
              </a:rPr>
              <a:t>5.5 The SDN control plane</a:t>
            </a:r>
          </a:p>
          <a:p>
            <a:pPr marL="461963" indent="-461963">
              <a:lnSpc>
                <a:spcPct val="100000"/>
              </a:lnSpc>
              <a:buNone/>
            </a:pPr>
            <a:r>
              <a:rPr lang="en-US" sz="2400" dirty="0">
                <a:solidFill>
                  <a:srgbClr val="000000"/>
                </a:solidFill>
              </a:rPr>
              <a:t>5.6 ICMP: The Internet Control Message Protocol </a:t>
            </a:r>
          </a:p>
          <a:p>
            <a:pPr marL="461963" indent="-461963">
              <a:lnSpc>
                <a:spcPct val="100000"/>
              </a:lnSpc>
              <a:buNone/>
            </a:pPr>
            <a:r>
              <a:rPr lang="en-US" sz="2400" dirty="0">
                <a:solidFill>
                  <a:srgbClr val="CC0000"/>
                </a:solidFill>
              </a:rPr>
              <a:t>5.7 Network management and SNMP</a:t>
            </a:r>
            <a:endParaRPr lang="en-US" sz="2400" dirty="0">
              <a:solidFill>
                <a:srgbClr val="CC0000"/>
              </a:solidFill>
              <a:latin typeface="Gill Sans MT" charset="0"/>
            </a:endParaRPr>
          </a:p>
        </p:txBody>
      </p:sp>
      <p:sp>
        <p:nvSpPr>
          <p:cNvPr id="43014" name="Rectangle 2"/>
          <p:cNvSpPr>
            <a:spLocks noChangeArrowheads="1"/>
          </p:cNvSpPr>
          <p:nvPr/>
        </p:nvSpPr>
        <p:spPr bwMode="auto">
          <a:xfrm>
            <a:off x="533400" y="228600"/>
            <a:ext cx="7772400" cy="1143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nchor="ctr"/>
          <a:lstStyle/>
          <a:p>
            <a:r>
              <a:rPr lang="en-US" sz="4400" dirty="0">
                <a:solidFill>
                  <a:srgbClr val="000099"/>
                </a:solidFill>
                <a:latin typeface="Gill Sans MT" charset="0"/>
              </a:rPr>
              <a:t>Chapter 5: outline</a:t>
            </a:r>
          </a:p>
        </p:txBody>
      </p:sp>
      <p:sp>
        <p:nvSpPr>
          <p:cNvPr id="6" name="Slide Number Placeholder 5"/>
          <p:cNvSpPr>
            <a:spLocks noGrp="1"/>
          </p:cNvSpPr>
          <p:nvPr>
            <p:ph type="sldNum" sz="quarter" idx="12"/>
          </p:nvPr>
        </p:nvSpPr>
        <p:spPr>
          <a:xfrm>
            <a:off x="8456154" y="6475895"/>
            <a:ext cx="548655" cy="272319"/>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200" dirty="0">
                <a:latin typeface="Tahoma" charset="0"/>
              </a:rPr>
              <a:t>5-</a:t>
            </a:r>
            <a:fld id="{8E8C6E93-DF5B-BC4B-80F9-500DED1EEDCC}" type="slidenum">
              <a:rPr lang="en-US" sz="1200">
                <a:latin typeface="Tahoma" charset="0"/>
              </a:rPr>
              <a:pPr/>
              <a:t>125</a:t>
            </a:fld>
            <a:endParaRPr lang="en-US" sz="1200" dirty="0">
              <a:latin typeface="Tahoma" charset="0"/>
            </a:endParaRPr>
          </a:p>
        </p:txBody>
      </p:sp>
      <p:sp>
        <p:nvSpPr>
          <p:cNvPr id="7" name="Footer Placeholder 2"/>
          <p:cNvSpPr>
            <a:spLocks noGrp="1"/>
          </p:cNvSpPr>
          <p:nvPr>
            <p:ph type="ftr" sz="quarter" idx="11"/>
          </p:nvPr>
        </p:nvSpPr>
        <p:spPr>
          <a:xfrm>
            <a:off x="6375496" y="6475081"/>
            <a:ext cx="2177473" cy="241541"/>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200" dirty="0">
                <a:solidFill>
                  <a:srgbClr val="000000"/>
                </a:solidFill>
                <a:latin typeface="Tahoma" charset="0"/>
                <a:cs typeface="Arial" charset="0"/>
              </a:rPr>
              <a:t>Network Layer: Control Plane</a:t>
            </a:r>
          </a:p>
        </p:txBody>
      </p:sp>
    </p:spTree>
    <p:extLst>
      <p:ext uri="{BB962C8B-B14F-4D97-AF65-F5344CB8AC3E}">
        <p14:creationId xmlns:p14="http://schemas.microsoft.com/office/powerpoint/2010/main" val="3271699228"/>
      </p:ext>
    </p:extLst>
  </p:cSld>
  <p:clrMapOvr>
    <a:masterClrMapping/>
  </p:clrMapOvr>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3793" name="Picture 16" descr="underline_base"/>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57225" y="870123"/>
            <a:ext cx="7313613" cy="1730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54274" name="Rectangle 2"/>
          <p:cNvSpPr>
            <a:spLocks noGrp="1" noChangeArrowheads="1"/>
          </p:cNvSpPr>
          <p:nvPr>
            <p:ph type="title"/>
          </p:nvPr>
        </p:nvSpPr>
        <p:spPr>
          <a:xfrm>
            <a:off x="533400" y="41448"/>
            <a:ext cx="7772400" cy="1143000"/>
          </a:xfrm>
        </p:spPr>
        <p:txBody>
          <a:bodyPr/>
          <a:lstStyle/>
          <a:p>
            <a:pPr>
              <a:defRPr/>
            </a:pPr>
            <a:r>
              <a:rPr lang="en-US" sz="4400" dirty="0"/>
              <a:t>What is network management?</a:t>
            </a:r>
          </a:p>
        </p:txBody>
      </p:sp>
      <p:sp>
        <p:nvSpPr>
          <p:cNvPr id="54275" name="Rectangle 3"/>
          <p:cNvSpPr>
            <a:spLocks noGrp="1" noChangeArrowheads="1"/>
          </p:cNvSpPr>
          <p:nvPr>
            <p:ph type="body" idx="1"/>
          </p:nvPr>
        </p:nvSpPr>
        <p:spPr>
          <a:xfrm>
            <a:off x="533400" y="1252632"/>
            <a:ext cx="8191500" cy="3067050"/>
          </a:xfrm>
        </p:spPr>
        <p:txBody>
          <a:bodyPr/>
          <a:lstStyle/>
          <a:p>
            <a:pPr>
              <a:defRPr/>
            </a:pPr>
            <a:r>
              <a:rPr lang="en-US" sz="2400" dirty="0">
                <a:solidFill>
                  <a:srgbClr val="CC0000"/>
                </a:solidFill>
              </a:rPr>
              <a:t>autonomous systems (aka </a:t>
            </a:r>
            <a:r>
              <a:rPr lang="ja-JP" altLang="en-US" sz="2400" dirty="0">
                <a:solidFill>
                  <a:srgbClr val="CC0000"/>
                </a:solidFill>
                <a:latin typeface="Arial"/>
              </a:rPr>
              <a:t>“</a:t>
            </a:r>
            <a:r>
              <a:rPr lang="en-US" sz="2400" dirty="0">
                <a:solidFill>
                  <a:srgbClr val="CC0000"/>
                </a:solidFill>
              </a:rPr>
              <a:t>network</a:t>
            </a:r>
            <a:r>
              <a:rPr lang="ja-JP" altLang="en-US" sz="2400" dirty="0">
                <a:solidFill>
                  <a:srgbClr val="CC0000"/>
                </a:solidFill>
                <a:latin typeface="Arial"/>
              </a:rPr>
              <a:t>”</a:t>
            </a:r>
            <a:r>
              <a:rPr lang="en-US" sz="2400" dirty="0">
                <a:solidFill>
                  <a:srgbClr val="CC0000"/>
                </a:solidFill>
              </a:rPr>
              <a:t>): </a:t>
            </a:r>
            <a:r>
              <a:rPr lang="en-US" sz="2400" dirty="0"/>
              <a:t>1000s of interacting hardware/software components</a:t>
            </a:r>
          </a:p>
          <a:p>
            <a:pPr>
              <a:defRPr/>
            </a:pPr>
            <a:r>
              <a:rPr lang="en-US" sz="2400" dirty="0"/>
              <a:t>other complex systems requiring monitoring, control:</a:t>
            </a:r>
          </a:p>
          <a:p>
            <a:pPr lvl="1">
              <a:defRPr/>
            </a:pPr>
            <a:r>
              <a:rPr lang="en-US" dirty="0"/>
              <a:t>jet airplane</a:t>
            </a:r>
          </a:p>
          <a:p>
            <a:pPr lvl="1">
              <a:defRPr/>
            </a:pPr>
            <a:r>
              <a:rPr lang="en-US" dirty="0"/>
              <a:t>nuclear power plant</a:t>
            </a:r>
          </a:p>
          <a:p>
            <a:pPr lvl="1">
              <a:defRPr/>
            </a:pPr>
            <a:r>
              <a:rPr lang="en-US" dirty="0"/>
              <a:t>others?</a:t>
            </a:r>
          </a:p>
        </p:txBody>
      </p:sp>
      <p:sp>
        <p:nvSpPr>
          <p:cNvPr id="54277" name="Text Box 5"/>
          <p:cNvSpPr txBox="1">
            <a:spLocks noChangeArrowheads="1"/>
          </p:cNvSpPr>
          <p:nvPr/>
        </p:nvSpPr>
        <p:spPr bwMode="auto">
          <a:xfrm>
            <a:off x="1522413" y="3845193"/>
            <a:ext cx="6962775" cy="200025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algn="l">
              <a:defRPr/>
            </a:pPr>
            <a:r>
              <a:rPr lang="en-US" sz="2000" dirty="0">
                <a:latin typeface="Arial"/>
                <a:cs typeface="Arial"/>
              </a:rPr>
              <a:t>"</a:t>
            </a:r>
            <a:r>
              <a:rPr lang="en-US" sz="2000" dirty="0">
                <a:solidFill>
                  <a:srgbClr val="000099"/>
                </a:solidFill>
                <a:latin typeface="Arial"/>
                <a:cs typeface="Arial"/>
              </a:rPr>
              <a:t>Network management</a:t>
            </a:r>
            <a:r>
              <a:rPr lang="en-US" sz="2000" dirty="0">
                <a:latin typeface="Arial"/>
                <a:cs typeface="Arial"/>
              </a:rPr>
              <a:t> includes the deployment, integration </a:t>
            </a:r>
          </a:p>
          <a:p>
            <a:pPr algn="l">
              <a:defRPr/>
            </a:pPr>
            <a:r>
              <a:rPr lang="en-US" sz="2000" dirty="0">
                <a:latin typeface="Arial"/>
                <a:cs typeface="Arial"/>
              </a:rPr>
              <a:t>and coordination of the hardware, software, and human </a:t>
            </a:r>
          </a:p>
          <a:p>
            <a:pPr algn="l">
              <a:defRPr/>
            </a:pPr>
            <a:r>
              <a:rPr lang="en-US" sz="2000" dirty="0">
                <a:latin typeface="Arial"/>
                <a:cs typeface="Arial"/>
              </a:rPr>
              <a:t>elements to monitor, test, poll, configure, analyze, evaluate, </a:t>
            </a:r>
          </a:p>
          <a:p>
            <a:pPr algn="l">
              <a:defRPr/>
            </a:pPr>
            <a:r>
              <a:rPr lang="en-US" sz="2000" dirty="0">
                <a:latin typeface="Arial"/>
                <a:cs typeface="Arial"/>
              </a:rPr>
              <a:t>and control the network and element resources to meet the </a:t>
            </a:r>
          </a:p>
          <a:p>
            <a:pPr algn="l">
              <a:defRPr/>
            </a:pPr>
            <a:r>
              <a:rPr lang="en-US" sz="2000" dirty="0">
                <a:latin typeface="Arial"/>
                <a:cs typeface="Arial"/>
              </a:rPr>
              <a:t>real-time, operational performance, and Quality of Service </a:t>
            </a:r>
          </a:p>
          <a:p>
            <a:pPr algn="l">
              <a:defRPr/>
            </a:pPr>
            <a:r>
              <a:rPr lang="en-US" sz="2000" dirty="0">
                <a:latin typeface="Arial"/>
                <a:cs typeface="Arial"/>
              </a:rPr>
              <a:t>requirements at a reasonable cost."</a:t>
            </a:r>
            <a:r>
              <a:rPr lang="en-US" dirty="0">
                <a:latin typeface="Arial"/>
                <a:cs typeface="Arial"/>
              </a:rPr>
              <a:t> </a:t>
            </a:r>
          </a:p>
        </p:txBody>
      </p:sp>
      <p:sp>
        <p:nvSpPr>
          <p:cNvPr id="54278" name="Rectangle 6"/>
          <p:cNvSpPr>
            <a:spLocks noChangeArrowheads="1"/>
          </p:cNvSpPr>
          <p:nvPr/>
        </p:nvSpPr>
        <p:spPr bwMode="auto">
          <a:xfrm>
            <a:off x="1427163" y="3815030"/>
            <a:ext cx="7148512" cy="2093913"/>
          </a:xfrm>
          <a:prstGeom prst="rect">
            <a:avLst/>
          </a:prstGeom>
          <a:noFill/>
          <a:ln w="28575">
            <a:solidFill>
              <a:srgbClr val="CC0000"/>
            </a:solidFill>
            <a:miter lim="800000"/>
            <a:headEnd/>
            <a:tailEnd/>
          </a:ln>
          <a:effectLst/>
          <a:extLst>
            <a:ext uri="{909E8E84-426E-40dd-AFC4-6F175D3DCCD1}">
              <a14:hiddenFill xmlns:a14="http://schemas.microsoft.com/office/drawing/2010/main" xmlns="">
                <a:solidFill>
                  <a:srgbClr val="FFFFFF"/>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a:cs typeface="+mn-cs"/>
            </a:endParaRPr>
          </a:p>
        </p:txBody>
      </p:sp>
      <p:graphicFrame>
        <p:nvGraphicFramePr>
          <p:cNvPr id="33800" name="Object 8"/>
          <p:cNvGraphicFramePr>
            <a:graphicFrameLocks noChangeAspect="1"/>
          </p:cNvGraphicFramePr>
          <p:nvPr>
            <p:extLst>
              <p:ext uri="{D42A27DB-BD31-4B8C-83A1-F6EECF244321}">
                <p14:modId xmlns:p14="http://schemas.microsoft.com/office/powerpoint/2010/main" val="1095187433"/>
              </p:ext>
            </p:extLst>
          </p:nvPr>
        </p:nvGraphicFramePr>
        <p:xfrm>
          <a:off x="342900" y="4008705"/>
          <a:ext cx="1123950" cy="1600200"/>
        </p:xfrm>
        <a:graphic>
          <a:graphicData uri="http://schemas.openxmlformats.org/presentationml/2006/ole">
            <mc:AlternateContent xmlns:mc="http://schemas.openxmlformats.org/markup-compatibility/2006">
              <mc:Choice xmlns:v="urn:schemas-microsoft-com:vml" Requires="v">
                <p:oleObj name="Clip" r:id="rId4" imgW="2870200" imgH="4089400" progId="MS_ClipArt_Gallery.2">
                  <p:embed/>
                </p:oleObj>
              </mc:Choice>
              <mc:Fallback>
                <p:oleObj name="Clip" r:id="rId4" imgW="2870200" imgH="4089400" progId="MS_ClipArt_Gallery.2">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42900" y="4008705"/>
                        <a:ext cx="1123950" cy="160020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AF507438-7753-43e0-B8FC-AC1667EBCBE1}">
                          <a14:hiddenEffects xmlns:a14="http://schemas.microsoft.com/office/drawing/2010/main" xmlns="">
                            <a:effectLst>
                              <a:outerShdw blurRad="63500" dist="38099" dir="2700000" algn="ctr" rotWithShape="0">
                                <a:srgbClr val="000000">
                                  <a:alpha val="74997"/>
                                </a:srgbClr>
                              </a:outerShdw>
                            </a:effectLst>
                          </a14:hiddenEffects>
                        </a:ext>
                      </a:extLst>
                    </p:spPr>
                  </p:pic>
                </p:oleObj>
              </mc:Fallback>
            </mc:AlternateContent>
          </a:graphicData>
        </a:graphic>
      </p:graphicFrame>
      <p:sp>
        <p:nvSpPr>
          <p:cNvPr id="10" name="Slide Number Placeholder 5"/>
          <p:cNvSpPr>
            <a:spLocks noGrp="1"/>
          </p:cNvSpPr>
          <p:nvPr>
            <p:ph type="sldNum" sz="quarter" idx="12"/>
          </p:nvPr>
        </p:nvSpPr>
        <p:spPr>
          <a:xfrm>
            <a:off x="8456154" y="6475895"/>
            <a:ext cx="548655" cy="272319"/>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200" dirty="0">
                <a:latin typeface="Tahoma" charset="0"/>
              </a:rPr>
              <a:t>5-</a:t>
            </a:r>
            <a:fld id="{8E8C6E93-DF5B-BC4B-80F9-500DED1EEDCC}" type="slidenum">
              <a:rPr lang="en-US" sz="1200">
                <a:latin typeface="Tahoma" charset="0"/>
              </a:rPr>
              <a:pPr/>
              <a:t>126</a:t>
            </a:fld>
            <a:endParaRPr lang="en-US" sz="1200" dirty="0">
              <a:latin typeface="Tahoma" charset="0"/>
            </a:endParaRPr>
          </a:p>
        </p:txBody>
      </p:sp>
      <p:sp>
        <p:nvSpPr>
          <p:cNvPr id="11" name="Footer Placeholder 2"/>
          <p:cNvSpPr>
            <a:spLocks noGrp="1"/>
          </p:cNvSpPr>
          <p:nvPr>
            <p:ph type="ftr" sz="quarter" idx="11"/>
          </p:nvPr>
        </p:nvSpPr>
        <p:spPr>
          <a:xfrm>
            <a:off x="6375496" y="6475081"/>
            <a:ext cx="2177473" cy="241541"/>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200" dirty="0">
                <a:solidFill>
                  <a:srgbClr val="000000"/>
                </a:solidFill>
                <a:latin typeface="Tahoma" charset="0"/>
                <a:cs typeface="Arial" charset="0"/>
              </a:rPr>
              <a:t>Network Layer: Control Plane</a:t>
            </a:r>
          </a:p>
        </p:txBody>
      </p:sp>
    </p:spTree>
    <p:extLst>
      <p:ext uri="{BB962C8B-B14F-4D97-AF65-F5344CB8AC3E}">
        <p14:creationId xmlns:p14="http://schemas.microsoft.com/office/powerpoint/2010/main" val="795856616"/>
      </p:ext>
    </p:extLst>
  </p:cSld>
  <p:clrMapOvr>
    <a:masterClrMapping/>
  </p:clrMapOvr>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 name="Freeform 2"/>
          <p:cNvSpPr>
            <a:spLocks/>
          </p:cNvSpPr>
          <p:nvPr/>
        </p:nvSpPr>
        <p:spPr bwMode="auto">
          <a:xfrm rot="16383367">
            <a:off x="1251820" y="2563335"/>
            <a:ext cx="4057421" cy="2452239"/>
          </a:xfrm>
          <a:custGeom>
            <a:avLst/>
            <a:gdLst>
              <a:gd name="T0" fmla="*/ 6 w 1794"/>
              <a:gd name="T1" fmla="*/ 483 h 933"/>
              <a:gd name="T2" fmla="*/ 108 w 1794"/>
              <a:gd name="T3" fmla="*/ 125 h 933"/>
              <a:gd name="T4" fmla="*/ 559 w 1794"/>
              <a:gd name="T5" fmla="*/ 100 h 933"/>
              <a:gd name="T6" fmla="*/ 1128 w 1794"/>
              <a:gd name="T7" fmla="*/ 29 h 933"/>
              <a:gd name="T8" fmla="*/ 1716 w 1794"/>
              <a:gd name="T9" fmla="*/ 275 h 933"/>
              <a:gd name="T10" fmla="*/ 1596 w 1794"/>
              <a:gd name="T11" fmla="*/ 827 h 933"/>
              <a:gd name="T12" fmla="*/ 1380 w 1794"/>
              <a:gd name="T13" fmla="*/ 911 h 933"/>
              <a:gd name="T14" fmla="*/ 840 w 1794"/>
              <a:gd name="T15" fmla="*/ 929 h 933"/>
              <a:gd name="T16" fmla="*/ 414 w 1794"/>
              <a:gd name="T17" fmla="*/ 911 h 933"/>
              <a:gd name="T18" fmla="*/ 143 w 1794"/>
              <a:gd name="T19" fmla="*/ 832 h 933"/>
              <a:gd name="T20" fmla="*/ 6 w 1794"/>
              <a:gd name="T21" fmla="*/ 483 h 93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94"/>
              <a:gd name="T34" fmla="*/ 0 h 933"/>
              <a:gd name="T35" fmla="*/ 1794 w 1794"/>
              <a:gd name="T36" fmla="*/ 933 h 93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94" h="933">
                <a:moveTo>
                  <a:pt x="6" y="483"/>
                </a:moveTo>
                <a:cubicBezTo>
                  <a:pt x="0" y="365"/>
                  <a:pt x="16" y="189"/>
                  <a:pt x="108" y="125"/>
                </a:cubicBezTo>
                <a:cubicBezTo>
                  <a:pt x="200" y="61"/>
                  <a:pt x="389" y="116"/>
                  <a:pt x="559" y="100"/>
                </a:cubicBezTo>
                <a:cubicBezTo>
                  <a:pt x="729" y="84"/>
                  <a:pt x="935" y="0"/>
                  <a:pt x="1128" y="29"/>
                </a:cubicBezTo>
                <a:cubicBezTo>
                  <a:pt x="1321" y="58"/>
                  <a:pt x="1638" y="142"/>
                  <a:pt x="1716" y="275"/>
                </a:cubicBezTo>
                <a:cubicBezTo>
                  <a:pt x="1794" y="408"/>
                  <a:pt x="1652" y="721"/>
                  <a:pt x="1596" y="827"/>
                </a:cubicBezTo>
                <a:cubicBezTo>
                  <a:pt x="1540" y="933"/>
                  <a:pt x="1506" y="894"/>
                  <a:pt x="1380" y="911"/>
                </a:cubicBezTo>
                <a:cubicBezTo>
                  <a:pt x="1254" y="928"/>
                  <a:pt x="1001" y="929"/>
                  <a:pt x="840" y="929"/>
                </a:cubicBezTo>
                <a:cubicBezTo>
                  <a:pt x="679" y="929"/>
                  <a:pt x="530" y="927"/>
                  <a:pt x="414" y="911"/>
                </a:cubicBezTo>
                <a:cubicBezTo>
                  <a:pt x="298" y="895"/>
                  <a:pt x="211" y="903"/>
                  <a:pt x="143" y="832"/>
                </a:cubicBezTo>
                <a:cubicBezTo>
                  <a:pt x="75" y="761"/>
                  <a:pt x="4" y="624"/>
                  <a:pt x="6" y="483"/>
                </a:cubicBezTo>
                <a:close/>
              </a:path>
            </a:pathLst>
          </a:custGeom>
          <a:solidFill>
            <a:srgbClr val="66CCFF"/>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defTabSz="914400" eaLnBrk="0" fontAlgn="base" hangingPunct="0">
              <a:spcBef>
                <a:spcPct val="0"/>
              </a:spcBef>
              <a:spcAft>
                <a:spcPct val="0"/>
              </a:spcAft>
            </a:pPr>
            <a:endParaRPr lang="en-US">
              <a:solidFill>
                <a:srgbClr val="000000"/>
              </a:solidFill>
              <a:latin typeface="Arial" charset="0"/>
              <a:ea typeface="ＭＳ Ｐゴシック" charset="0"/>
              <a:cs typeface="ＭＳ Ｐゴシック" charset="0"/>
            </a:endParaRPr>
          </a:p>
        </p:txBody>
      </p:sp>
      <p:pic>
        <p:nvPicPr>
          <p:cNvPr id="35841" name="Picture 6" descr="underline_bas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03225" y="898525"/>
            <a:ext cx="8228013" cy="1730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4818" name="Rectangle 2"/>
          <p:cNvSpPr>
            <a:spLocks noGrp="1" noChangeArrowheads="1"/>
          </p:cNvSpPr>
          <p:nvPr>
            <p:ph type="title"/>
          </p:nvPr>
        </p:nvSpPr>
        <p:spPr>
          <a:xfrm>
            <a:off x="304800" y="188913"/>
            <a:ext cx="8631238" cy="947737"/>
          </a:xfrm>
        </p:spPr>
        <p:txBody>
          <a:bodyPr/>
          <a:lstStyle/>
          <a:p>
            <a:pPr>
              <a:defRPr/>
            </a:pPr>
            <a:r>
              <a:rPr lang="en-US" sz="4000" dirty="0"/>
              <a:t>Infrastructure for network management</a:t>
            </a:r>
          </a:p>
        </p:txBody>
      </p:sp>
      <p:sp>
        <p:nvSpPr>
          <p:cNvPr id="35068" name="Line 252"/>
          <p:cNvSpPr>
            <a:spLocks noChangeShapeType="1"/>
          </p:cNvSpPr>
          <p:nvPr/>
        </p:nvSpPr>
        <p:spPr bwMode="auto">
          <a:xfrm flipV="1">
            <a:off x="3308350" y="2808288"/>
            <a:ext cx="338138" cy="1042987"/>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600">
              <a:latin typeface="Arial"/>
              <a:cs typeface="Arial"/>
            </a:endParaRPr>
          </a:p>
        </p:txBody>
      </p:sp>
      <p:sp>
        <p:nvSpPr>
          <p:cNvPr id="35070" name="Line 254"/>
          <p:cNvSpPr>
            <a:spLocks noChangeShapeType="1"/>
          </p:cNvSpPr>
          <p:nvPr/>
        </p:nvSpPr>
        <p:spPr bwMode="auto">
          <a:xfrm flipV="1">
            <a:off x="3641725" y="3762375"/>
            <a:ext cx="187325" cy="211138"/>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600">
              <a:latin typeface="Arial"/>
              <a:cs typeface="Arial"/>
            </a:endParaRPr>
          </a:p>
        </p:txBody>
      </p:sp>
      <p:sp>
        <p:nvSpPr>
          <p:cNvPr id="35072" name="Line 256"/>
          <p:cNvSpPr>
            <a:spLocks noChangeShapeType="1"/>
          </p:cNvSpPr>
          <p:nvPr/>
        </p:nvSpPr>
        <p:spPr bwMode="auto">
          <a:xfrm flipV="1">
            <a:off x="3117850" y="5441950"/>
            <a:ext cx="350838" cy="3175"/>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600">
              <a:latin typeface="Arial"/>
              <a:cs typeface="Arial"/>
            </a:endParaRPr>
          </a:p>
        </p:txBody>
      </p:sp>
      <p:sp>
        <p:nvSpPr>
          <p:cNvPr id="35088" name="Line 272"/>
          <p:cNvSpPr>
            <a:spLocks noChangeShapeType="1"/>
          </p:cNvSpPr>
          <p:nvPr/>
        </p:nvSpPr>
        <p:spPr bwMode="auto">
          <a:xfrm>
            <a:off x="3541713" y="4252913"/>
            <a:ext cx="373062" cy="554037"/>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600">
              <a:latin typeface="Arial"/>
              <a:cs typeface="Arial"/>
            </a:endParaRPr>
          </a:p>
        </p:txBody>
      </p:sp>
      <p:sp>
        <p:nvSpPr>
          <p:cNvPr id="35149" name="Text Box 333"/>
          <p:cNvSpPr txBox="1">
            <a:spLocks noChangeArrowheads="1"/>
          </p:cNvSpPr>
          <p:nvPr/>
        </p:nvSpPr>
        <p:spPr bwMode="auto">
          <a:xfrm>
            <a:off x="2014538" y="5565775"/>
            <a:ext cx="1690387" cy="3385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a:defRPr/>
            </a:pPr>
            <a:r>
              <a:rPr lang="en-US" sz="1600" dirty="0">
                <a:latin typeface="Arial"/>
                <a:cs typeface="Arial"/>
              </a:rPr>
              <a:t>managed device</a:t>
            </a:r>
          </a:p>
        </p:txBody>
      </p:sp>
      <p:sp>
        <p:nvSpPr>
          <p:cNvPr id="35154" name="Text Box 338"/>
          <p:cNvSpPr txBox="1">
            <a:spLocks noChangeArrowheads="1"/>
          </p:cNvSpPr>
          <p:nvPr/>
        </p:nvSpPr>
        <p:spPr bwMode="auto">
          <a:xfrm>
            <a:off x="3860800" y="5299075"/>
            <a:ext cx="1690387" cy="3385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a:defRPr/>
            </a:pPr>
            <a:r>
              <a:rPr lang="en-US" sz="1600" dirty="0">
                <a:latin typeface="Arial"/>
                <a:cs typeface="Arial"/>
              </a:rPr>
              <a:t>managed device</a:t>
            </a:r>
          </a:p>
        </p:txBody>
      </p:sp>
      <p:sp>
        <p:nvSpPr>
          <p:cNvPr id="35155" name="Text Box 339"/>
          <p:cNvSpPr txBox="1">
            <a:spLocks noChangeArrowheads="1"/>
          </p:cNvSpPr>
          <p:nvPr/>
        </p:nvSpPr>
        <p:spPr bwMode="auto">
          <a:xfrm>
            <a:off x="4079792" y="2506245"/>
            <a:ext cx="1690387" cy="3385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a:defRPr/>
            </a:pPr>
            <a:r>
              <a:rPr lang="en-US" sz="1600" dirty="0">
                <a:latin typeface="Arial"/>
                <a:cs typeface="Arial"/>
              </a:rPr>
              <a:t>managed device</a:t>
            </a:r>
          </a:p>
        </p:txBody>
      </p:sp>
      <p:sp>
        <p:nvSpPr>
          <p:cNvPr id="35156" name="Text Box 340"/>
          <p:cNvSpPr txBox="1">
            <a:spLocks noChangeArrowheads="1"/>
          </p:cNvSpPr>
          <p:nvPr/>
        </p:nvSpPr>
        <p:spPr bwMode="auto">
          <a:xfrm>
            <a:off x="4033838" y="3765550"/>
            <a:ext cx="1690387" cy="3385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a:defRPr/>
            </a:pPr>
            <a:r>
              <a:rPr lang="en-US" sz="1600">
                <a:latin typeface="Arial"/>
                <a:cs typeface="Arial"/>
              </a:rPr>
              <a:t>managed device</a:t>
            </a:r>
          </a:p>
        </p:txBody>
      </p:sp>
      <p:sp>
        <p:nvSpPr>
          <p:cNvPr id="35163" name="Text Box 347"/>
          <p:cNvSpPr txBox="1">
            <a:spLocks noChangeArrowheads="1"/>
          </p:cNvSpPr>
          <p:nvPr/>
        </p:nvSpPr>
        <p:spPr bwMode="auto">
          <a:xfrm>
            <a:off x="436563" y="1217613"/>
            <a:ext cx="1770062" cy="5238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a:defRPr/>
            </a:pPr>
            <a:r>
              <a:rPr lang="en-US" sz="2800" dirty="0">
                <a:latin typeface="Gill Sans"/>
                <a:cs typeface="Gill Sans"/>
              </a:rPr>
              <a:t>definitions:</a:t>
            </a:r>
          </a:p>
        </p:txBody>
      </p:sp>
      <p:sp>
        <p:nvSpPr>
          <p:cNvPr id="35164" name="Text Box 348"/>
          <p:cNvSpPr txBox="1">
            <a:spLocks noChangeArrowheads="1"/>
          </p:cNvSpPr>
          <p:nvPr/>
        </p:nvSpPr>
        <p:spPr bwMode="auto">
          <a:xfrm>
            <a:off x="5996822" y="2283242"/>
            <a:ext cx="2973388" cy="2616101"/>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p>
            <a:pPr algn="ctr">
              <a:defRPr/>
            </a:pPr>
            <a:r>
              <a:rPr lang="en-US" sz="2400" i="1" dirty="0">
                <a:solidFill>
                  <a:srgbClr val="000099"/>
                </a:solidFill>
                <a:latin typeface="Gill Sans"/>
                <a:cs typeface="Gill Sans"/>
              </a:rPr>
              <a:t>managed devices</a:t>
            </a:r>
            <a:r>
              <a:rPr lang="en-US" sz="2400" dirty="0">
                <a:latin typeface="Gill Sans"/>
                <a:cs typeface="Gill Sans"/>
              </a:rPr>
              <a:t> contain </a:t>
            </a:r>
            <a:r>
              <a:rPr lang="en-US" sz="2400" i="1" dirty="0">
                <a:solidFill>
                  <a:srgbClr val="000099"/>
                </a:solidFill>
                <a:latin typeface="Gill Sans"/>
                <a:cs typeface="Gill Sans"/>
              </a:rPr>
              <a:t>managed objects</a:t>
            </a:r>
            <a:r>
              <a:rPr lang="en-US" sz="2400" dirty="0">
                <a:latin typeface="Gill Sans"/>
                <a:cs typeface="Gill Sans"/>
              </a:rPr>
              <a:t> whose  data is gathered into a </a:t>
            </a:r>
            <a:r>
              <a:rPr lang="en-US" sz="2400" i="1" dirty="0">
                <a:solidFill>
                  <a:srgbClr val="000099"/>
                </a:solidFill>
                <a:latin typeface="Gill Sans"/>
                <a:cs typeface="Gill Sans"/>
              </a:rPr>
              <a:t>Management Information Base (MIB)</a:t>
            </a:r>
            <a:r>
              <a:rPr lang="en-US" sz="2400" i="1" dirty="0">
                <a:latin typeface="Gill Sans"/>
                <a:cs typeface="Gill Sans"/>
              </a:rPr>
              <a:t> </a:t>
            </a:r>
          </a:p>
          <a:p>
            <a:pPr>
              <a:defRPr/>
            </a:pPr>
            <a:endParaRPr lang="en-US" sz="2000" dirty="0">
              <a:cs typeface="+mn-cs"/>
            </a:endParaRPr>
          </a:p>
        </p:txBody>
      </p:sp>
      <p:grpSp>
        <p:nvGrpSpPr>
          <p:cNvPr id="5" name="Group 4"/>
          <p:cNvGrpSpPr>
            <a:grpSpLocks/>
          </p:cNvGrpSpPr>
          <p:nvPr/>
        </p:nvGrpSpPr>
        <p:grpSpPr bwMode="auto">
          <a:xfrm>
            <a:off x="428625" y="1933575"/>
            <a:ext cx="2047875" cy="1133475"/>
            <a:chOff x="428625" y="1933980"/>
            <a:chExt cx="2047875" cy="1133070"/>
          </a:xfrm>
        </p:grpSpPr>
        <p:grpSp>
          <p:nvGrpSpPr>
            <p:cNvPr id="35941" name="Group 345"/>
            <p:cNvGrpSpPr>
              <a:grpSpLocks/>
            </p:cNvGrpSpPr>
            <p:nvPr/>
          </p:nvGrpSpPr>
          <p:grpSpPr bwMode="auto">
            <a:xfrm>
              <a:off x="428625" y="2295525"/>
              <a:ext cx="2047875" cy="771525"/>
              <a:chOff x="396" y="1116"/>
              <a:chExt cx="1290" cy="486"/>
            </a:xfrm>
          </p:grpSpPr>
          <p:sp>
            <p:nvSpPr>
              <p:cNvPr id="35096" name="Oval 280"/>
              <p:cNvSpPr>
                <a:spLocks noChangeArrowheads="1"/>
              </p:cNvSpPr>
              <p:nvPr/>
            </p:nvSpPr>
            <p:spPr bwMode="auto">
              <a:xfrm>
                <a:off x="396" y="1116"/>
                <a:ext cx="1290" cy="486"/>
              </a:xfrm>
              <a:prstGeom prst="ellipse">
                <a:avLst/>
              </a:prstGeom>
              <a:solidFill>
                <a:schemeClr val="bg1"/>
              </a:solidFill>
              <a:ln w="19050">
                <a:solidFill>
                  <a:srgbClr val="FF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600">
                  <a:latin typeface="Arial"/>
                  <a:cs typeface="Arial"/>
                </a:endParaRPr>
              </a:p>
            </p:txBody>
          </p:sp>
          <p:sp>
            <p:nvSpPr>
              <p:cNvPr id="35092" name="Text Box 276"/>
              <p:cNvSpPr txBox="1">
                <a:spLocks noChangeArrowheads="1"/>
              </p:cNvSpPr>
              <p:nvPr/>
            </p:nvSpPr>
            <p:spPr bwMode="auto">
              <a:xfrm>
                <a:off x="445" y="1142"/>
                <a:ext cx="684" cy="368"/>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a:defRPr/>
                </a:pPr>
                <a:r>
                  <a:rPr lang="en-US" sz="1600" dirty="0">
                    <a:latin typeface="Arial"/>
                    <a:cs typeface="Arial"/>
                  </a:rPr>
                  <a:t>managing</a:t>
                </a:r>
              </a:p>
              <a:p>
                <a:pPr>
                  <a:defRPr/>
                </a:pPr>
                <a:r>
                  <a:rPr lang="en-US" sz="1600" dirty="0">
                    <a:latin typeface="Arial"/>
                    <a:cs typeface="Arial"/>
                  </a:rPr>
                  <a:t>entity</a:t>
                </a:r>
              </a:p>
            </p:txBody>
          </p:sp>
          <p:sp>
            <p:nvSpPr>
              <p:cNvPr id="35093" name="Text Box 277"/>
              <p:cNvSpPr txBox="1">
                <a:spLocks noChangeArrowheads="1"/>
              </p:cNvSpPr>
              <p:nvPr/>
            </p:nvSpPr>
            <p:spPr bwMode="auto">
              <a:xfrm>
                <a:off x="1160" y="1262"/>
                <a:ext cx="368" cy="213"/>
              </a:xfrm>
              <a:prstGeom prst="rect">
                <a:avLst/>
              </a:prstGeom>
              <a:solidFill>
                <a:schemeClr val="accent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a:defRPr/>
                </a:pPr>
                <a:r>
                  <a:rPr lang="en-US" sz="1600">
                    <a:solidFill>
                      <a:schemeClr val="bg1"/>
                    </a:solidFill>
                    <a:latin typeface="Arial"/>
                    <a:cs typeface="Arial"/>
                  </a:rPr>
                  <a:t>data</a:t>
                </a:r>
                <a:endParaRPr lang="en-US" sz="1600">
                  <a:latin typeface="Arial"/>
                  <a:cs typeface="Arial"/>
                </a:endParaRPr>
              </a:p>
            </p:txBody>
          </p:sp>
        </p:grpSp>
        <p:sp>
          <p:nvSpPr>
            <p:cNvPr id="35165" name="Text Box 349"/>
            <p:cNvSpPr txBox="1">
              <a:spLocks noChangeArrowheads="1"/>
            </p:cNvSpPr>
            <p:nvPr/>
          </p:nvSpPr>
          <p:spPr bwMode="auto">
            <a:xfrm>
              <a:off x="455613" y="1933980"/>
              <a:ext cx="1657486" cy="33843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a:defRPr/>
              </a:pPr>
              <a:r>
                <a:rPr lang="en-US" sz="1600" i="1" dirty="0">
                  <a:solidFill>
                    <a:srgbClr val="000099"/>
                  </a:solidFill>
                  <a:latin typeface="Arial"/>
                  <a:cs typeface="Arial"/>
                </a:rPr>
                <a:t>managing entity</a:t>
              </a:r>
              <a:endParaRPr lang="en-US" sz="1600" dirty="0">
                <a:solidFill>
                  <a:srgbClr val="000099"/>
                </a:solidFill>
                <a:latin typeface="Arial"/>
                <a:cs typeface="Arial"/>
              </a:endParaRPr>
            </a:p>
          </p:txBody>
        </p:sp>
      </p:grpSp>
      <p:pic>
        <p:nvPicPr>
          <p:cNvPr id="96"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24163" y="3857625"/>
            <a:ext cx="876300" cy="38893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grpSp>
        <p:nvGrpSpPr>
          <p:cNvPr id="35862" name="Group 906"/>
          <p:cNvGrpSpPr>
            <a:grpSpLocks/>
          </p:cNvGrpSpPr>
          <p:nvPr/>
        </p:nvGrpSpPr>
        <p:grpSpPr bwMode="auto">
          <a:xfrm>
            <a:off x="3786188" y="4800600"/>
            <a:ext cx="366712" cy="579438"/>
            <a:chOff x="4140" y="429"/>
            <a:chExt cx="1425" cy="2396"/>
          </a:xfrm>
        </p:grpSpPr>
        <p:sp>
          <p:nvSpPr>
            <p:cNvPr id="35909" name="Freeform 907"/>
            <p:cNvSpPr>
              <a:spLocks/>
            </p:cNvSpPr>
            <p:nvPr/>
          </p:nvSpPr>
          <p:spPr bwMode="auto">
            <a:xfrm>
              <a:off x="5268" y="433"/>
              <a:ext cx="283" cy="2286"/>
            </a:xfrm>
            <a:custGeom>
              <a:avLst/>
              <a:gdLst>
                <a:gd name="T0" fmla="*/ 21 w 354"/>
                <a:gd name="T1" fmla="*/ 0 h 2742"/>
                <a:gd name="T2" fmla="*/ 116 w 354"/>
                <a:gd name="T3" fmla="*/ 137 h 2742"/>
                <a:gd name="T4" fmla="*/ 114 w 354"/>
                <a:gd name="T5" fmla="*/ 1057 h 2742"/>
                <a:gd name="T6" fmla="*/ 0 w 354"/>
                <a:gd name="T7" fmla="*/ 1105 h 2742"/>
                <a:gd name="T8" fmla="*/ 21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endParaRPr lang="en-US" sz="1600"/>
            </a:p>
          </p:txBody>
        </p:sp>
        <p:sp>
          <p:nvSpPr>
            <p:cNvPr id="99" name="Rectangle 908"/>
            <p:cNvSpPr>
              <a:spLocks noChangeArrowheads="1"/>
            </p:cNvSpPr>
            <p:nvPr/>
          </p:nvSpPr>
          <p:spPr bwMode="auto">
            <a:xfrm>
              <a:off x="4208" y="429"/>
              <a:ext cx="1043"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600">
                <a:solidFill>
                  <a:srgbClr val="000000"/>
                </a:solidFill>
                <a:latin typeface="Arial"/>
                <a:cs typeface="Arial"/>
              </a:endParaRPr>
            </a:p>
          </p:txBody>
        </p:sp>
        <p:sp>
          <p:nvSpPr>
            <p:cNvPr id="35911" name="Freeform 909"/>
            <p:cNvSpPr>
              <a:spLocks/>
            </p:cNvSpPr>
            <p:nvPr/>
          </p:nvSpPr>
          <p:spPr bwMode="auto">
            <a:xfrm>
              <a:off x="5321" y="570"/>
              <a:ext cx="169" cy="2115"/>
            </a:xfrm>
            <a:custGeom>
              <a:avLst/>
              <a:gdLst>
                <a:gd name="T0" fmla="*/ 2 w 211"/>
                <a:gd name="T1" fmla="*/ 0 h 2537"/>
                <a:gd name="T2" fmla="*/ 70 w 211"/>
                <a:gd name="T3" fmla="*/ 88 h 2537"/>
                <a:gd name="T4" fmla="*/ 2 w 211"/>
                <a:gd name="T5" fmla="*/ 1007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endParaRPr lang="en-US" sz="1600"/>
            </a:p>
          </p:txBody>
        </p:sp>
        <p:sp>
          <p:nvSpPr>
            <p:cNvPr id="35912" name="Freeform 910"/>
            <p:cNvSpPr>
              <a:spLocks/>
            </p:cNvSpPr>
            <p:nvPr/>
          </p:nvSpPr>
          <p:spPr bwMode="auto">
            <a:xfrm>
              <a:off x="5284" y="1640"/>
              <a:ext cx="263" cy="189"/>
            </a:xfrm>
            <a:custGeom>
              <a:avLst/>
              <a:gdLst>
                <a:gd name="T0" fmla="*/ 2 w 328"/>
                <a:gd name="T1" fmla="*/ 0 h 226"/>
                <a:gd name="T2" fmla="*/ 109 w 328"/>
                <a:gd name="T3" fmla="*/ 52 h 226"/>
                <a:gd name="T4" fmla="*/ 108 w 328"/>
                <a:gd name="T5" fmla="*/ 92 h 226"/>
                <a:gd name="T6" fmla="*/ 0 w 328"/>
                <a:gd name="T7" fmla="*/ 41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endParaRPr lang="en-US" sz="1600"/>
            </a:p>
          </p:txBody>
        </p:sp>
        <p:sp>
          <p:nvSpPr>
            <p:cNvPr id="102" name="Rectangle 911"/>
            <p:cNvSpPr>
              <a:spLocks noChangeArrowheads="1"/>
            </p:cNvSpPr>
            <p:nvPr/>
          </p:nvSpPr>
          <p:spPr bwMode="auto">
            <a:xfrm>
              <a:off x="4214" y="692"/>
              <a:ext cx="592" cy="46"/>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600">
                <a:solidFill>
                  <a:srgbClr val="000000"/>
                </a:solidFill>
                <a:latin typeface="Arial"/>
                <a:cs typeface="Arial"/>
              </a:endParaRPr>
            </a:p>
          </p:txBody>
        </p:sp>
        <p:grpSp>
          <p:nvGrpSpPr>
            <p:cNvPr id="35914" name="Group 912"/>
            <p:cNvGrpSpPr>
              <a:grpSpLocks/>
            </p:cNvGrpSpPr>
            <p:nvPr/>
          </p:nvGrpSpPr>
          <p:grpSpPr bwMode="auto">
            <a:xfrm>
              <a:off x="4749" y="668"/>
              <a:ext cx="581" cy="145"/>
              <a:chOff x="614" y="2568"/>
              <a:chExt cx="725" cy="139"/>
            </a:xfrm>
          </p:grpSpPr>
          <p:sp>
            <p:nvSpPr>
              <p:cNvPr id="128" name="AutoShape 913"/>
              <p:cNvSpPr>
                <a:spLocks noChangeArrowheads="1"/>
              </p:cNvSpPr>
              <p:nvPr/>
            </p:nvSpPr>
            <p:spPr bwMode="auto">
              <a:xfrm>
                <a:off x="616" y="2565"/>
                <a:ext cx="724" cy="126"/>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600">
                  <a:solidFill>
                    <a:srgbClr val="000000"/>
                  </a:solidFill>
                  <a:latin typeface="Arial"/>
                  <a:cs typeface="Arial"/>
                </a:endParaRPr>
              </a:p>
            </p:txBody>
          </p:sp>
          <p:sp>
            <p:nvSpPr>
              <p:cNvPr id="129" name="AutoShape 914"/>
              <p:cNvSpPr>
                <a:spLocks noChangeArrowheads="1"/>
              </p:cNvSpPr>
              <p:nvPr/>
            </p:nvSpPr>
            <p:spPr bwMode="auto">
              <a:xfrm>
                <a:off x="632" y="2584"/>
                <a:ext cx="693"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600">
                  <a:solidFill>
                    <a:srgbClr val="000000"/>
                  </a:solidFill>
                  <a:latin typeface="Arial"/>
                  <a:cs typeface="Arial"/>
                </a:endParaRPr>
              </a:p>
            </p:txBody>
          </p:sp>
        </p:grpSp>
        <p:sp>
          <p:nvSpPr>
            <p:cNvPr id="104" name="Rectangle 915"/>
            <p:cNvSpPr>
              <a:spLocks noChangeArrowheads="1"/>
            </p:cNvSpPr>
            <p:nvPr/>
          </p:nvSpPr>
          <p:spPr bwMode="auto">
            <a:xfrm>
              <a:off x="4226" y="1020"/>
              <a:ext cx="592" cy="46"/>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600">
                <a:solidFill>
                  <a:srgbClr val="000000"/>
                </a:solidFill>
                <a:latin typeface="Arial"/>
                <a:cs typeface="Arial"/>
              </a:endParaRPr>
            </a:p>
          </p:txBody>
        </p:sp>
        <p:grpSp>
          <p:nvGrpSpPr>
            <p:cNvPr id="35916" name="Group 916"/>
            <p:cNvGrpSpPr>
              <a:grpSpLocks/>
            </p:cNvGrpSpPr>
            <p:nvPr/>
          </p:nvGrpSpPr>
          <p:grpSpPr bwMode="auto">
            <a:xfrm>
              <a:off x="4747" y="994"/>
              <a:ext cx="581" cy="134"/>
              <a:chOff x="614" y="2568"/>
              <a:chExt cx="725" cy="139"/>
            </a:xfrm>
          </p:grpSpPr>
          <p:sp>
            <p:nvSpPr>
              <p:cNvPr id="126" name="AutoShape 917"/>
              <p:cNvSpPr>
                <a:spLocks noChangeArrowheads="1"/>
              </p:cNvSpPr>
              <p:nvPr/>
            </p:nvSpPr>
            <p:spPr bwMode="auto">
              <a:xfrm>
                <a:off x="611" y="2568"/>
                <a:ext cx="731" cy="136"/>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600">
                  <a:solidFill>
                    <a:srgbClr val="000000"/>
                  </a:solidFill>
                  <a:latin typeface="Arial"/>
                  <a:cs typeface="Arial"/>
                </a:endParaRPr>
              </a:p>
            </p:txBody>
          </p:sp>
          <p:sp>
            <p:nvSpPr>
              <p:cNvPr id="127" name="AutoShape 918"/>
              <p:cNvSpPr>
                <a:spLocks noChangeArrowheads="1"/>
              </p:cNvSpPr>
              <p:nvPr/>
            </p:nvSpPr>
            <p:spPr bwMode="auto">
              <a:xfrm>
                <a:off x="626" y="2581"/>
                <a:ext cx="700"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600">
                  <a:solidFill>
                    <a:srgbClr val="000000"/>
                  </a:solidFill>
                  <a:latin typeface="Arial"/>
                  <a:cs typeface="Arial"/>
                </a:endParaRPr>
              </a:p>
            </p:txBody>
          </p:sp>
        </p:grpSp>
        <p:sp>
          <p:nvSpPr>
            <p:cNvPr id="106" name="Rectangle 919"/>
            <p:cNvSpPr>
              <a:spLocks noChangeArrowheads="1"/>
            </p:cNvSpPr>
            <p:nvPr/>
          </p:nvSpPr>
          <p:spPr bwMode="auto">
            <a:xfrm>
              <a:off x="4214" y="1361"/>
              <a:ext cx="598" cy="46"/>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600">
                <a:solidFill>
                  <a:srgbClr val="000000"/>
                </a:solidFill>
                <a:latin typeface="Arial"/>
                <a:cs typeface="Arial"/>
              </a:endParaRPr>
            </a:p>
          </p:txBody>
        </p:sp>
        <p:sp>
          <p:nvSpPr>
            <p:cNvPr id="107" name="Rectangle 920"/>
            <p:cNvSpPr>
              <a:spLocks noChangeArrowheads="1"/>
            </p:cNvSpPr>
            <p:nvPr/>
          </p:nvSpPr>
          <p:spPr bwMode="auto">
            <a:xfrm>
              <a:off x="4226" y="1657"/>
              <a:ext cx="598" cy="46"/>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600">
                <a:solidFill>
                  <a:srgbClr val="000000"/>
                </a:solidFill>
                <a:latin typeface="Arial"/>
                <a:cs typeface="Arial"/>
              </a:endParaRPr>
            </a:p>
          </p:txBody>
        </p:sp>
        <p:grpSp>
          <p:nvGrpSpPr>
            <p:cNvPr id="35919" name="Group 921"/>
            <p:cNvGrpSpPr>
              <a:grpSpLocks/>
            </p:cNvGrpSpPr>
            <p:nvPr/>
          </p:nvGrpSpPr>
          <p:grpSpPr bwMode="auto">
            <a:xfrm>
              <a:off x="4735" y="1627"/>
              <a:ext cx="582" cy="151"/>
              <a:chOff x="614" y="2568"/>
              <a:chExt cx="725" cy="139"/>
            </a:xfrm>
          </p:grpSpPr>
          <p:sp>
            <p:nvSpPr>
              <p:cNvPr id="124" name="AutoShape 922"/>
              <p:cNvSpPr>
                <a:spLocks noChangeArrowheads="1"/>
              </p:cNvSpPr>
              <p:nvPr/>
            </p:nvSpPr>
            <p:spPr bwMode="auto">
              <a:xfrm>
                <a:off x="611" y="2571"/>
                <a:ext cx="730" cy="139"/>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600">
                  <a:solidFill>
                    <a:srgbClr val="000000"/>
                  </a:solidFill>
                  <a:latin typeface="Arial"/>
                  <a:cs typeface="Arial"/>
                </a:endParaRPr>
              </a:p>
            </p:txBody>
          </p:sp>
          <p:sp>
            <p:nvSpPr>
              <p:cNvPr id="125" name="AutoShape 923"/>
              <p:cNvSpPr>
                <a:spLocks noChangeArrowheads="1"/>
              </p:cNvSpPr>
              <p:nvPr/>
            </p:nvSpPr>
            <p:spPr bwMode="auto">
              <a:xfrm>
                <a:off x="626" y="2589"/>
                <a:ext cx="699" cy="11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600">
                  <a:solidFill>
                    <a:srgbClr val="000000"/>
                  </a:solidFill>
                  <a:latin typeface="Arial"/>
                  <a:cs typeface="Arial"/>
                </a:endParaRPr>
              </a:p>
            </p:txBody>
          </p:sp>
        </p:grpSp>
        <p:sp>
          <p:nvSpPr>
            <p:cNvPr id="35920" name="Freeform 924"/>
            <p:cNvSpPr>
              <a:spLocks/>
            </p:cNvSpPr>
            <p:nvPr/>
          </p:nvSpPr>
          <p:spPr bwMode="auto">
            <a:xfrm>
              <a:off x="5288" y="1354"/>
              <a:ext cx="263" cy="188"/>
            </a:xfrm>
            <a:custGeom>
              <a:avLst/>
              <a:gdLst>
                <a:gd name="T0" fmla="*/ 2 w 328"/>
                <a:gd name="T1" fmla="*/ 0 h 226"/>
                <a:gd name="T2" fmla="*/ 109 w 328"/>
                <a:gd name="T3" fmla="*/ 51 h 226"/>
                <a:gd name="T4" fmla="*/ 108 w 328"/>
                <a:gd name="T5" fmla="*/ 90 h 226"/>
                <a:gd name="T6" fmla="*/ 0 w 328"/>
                <a:gd name="T7" fmla="*/ 3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endParaRPr lang="en-US" sz="1600"/>
            </a:p>
          </p:txBody>
        </p:sp>
        <p:grpSp>
          <p:nvGrpSpPr>
            <p:cNvPr id="35921" name="Group 925"/>
            <p:cNvGrpSpPr>
              <a:grpSpLocks/>
            </p:cNvGrpSpPr>
            <p:nvPr/>
          </p:nvGrpSpPr>
          <p:grpSpPr bwMode="auto">
            <a:xfrm>
              <a:off x="4739" y="1327"/>
              <a:ext cx="582" cy="139"/>
              <a:chOff x="614" y="2568"/>
              <a:chExt cx="725" cy="139"/>
            </a:xfrm>
          </p:grpSpPr>
          <p:sp>
            <p:nvSpPr>
              <p:cNvPr id="122" name="AutoShape 926"/>
              <p:cNvSpPr>
                <a:spLocks noChangeArrowheads="1"/>
              </p:cNvSpPr>
              <p:nvPr/>
            </p:nvSpPr>
            <p:spPr bwMode="auto">
              <a:xfrm>
                <a:off x="613" y="2569"/>
                <a:ext cx="715" cy="138"/>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600">
                  <a:solidFill>
                    <a:srgbClr val="000000"/>
                  </a:solidFill>
                  <a:latin typeface="Arial"/>
                  <a:cs typeface="Arial"/>
                </a:endParaRPr>
              </a:p>
            </p:txBody>
          </p:sp>
          <p:sp>
            <p:nvSpPr>
              <p:cNvPr id="123" name="AutoShape 927"/>
              <p:cNvSpPr>
                <a:spLocks noChangeArrowheads="1"/>
              </p:cNvSpPr>
              <p:nvPr/>
            </p:nvSpPr>
            <p:spPr bwMode="auto">
              <a:xfrm>
                <a:off x="629" y="2582"/>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600">
                  <a:solidFill>
                    <a:srgbClr val="000000"/>
                  </a:solidFill>
                  <a:latin typeface="Arial"/>
                  <a:cs typeface="Arial"/>
                </a:endParaRPr>
              </a:p>
            </p:txBody>
          </p:sp>
        </p:grpSp>
        <p:sp>
          <p:nvSpPr>
            <p:cNvPr id="111" name="Rectangle 928"/>
            <p:cNvSpPr>
              <a:spLocks noChangeArrowheads="1"/>
            </p:cNvSpPr>
            <p:nvPr/>
          </p:nvSpPr>
          <p:spPr bwMode="auto">
            <a:xfrm>
              <a:off x="5250" y="429"/>
              <a:ext cx="68" cy="2291"/>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600">
                <a:solidFill>
                  <a:srgbClr val="000000"/>
                </a:solidFill>
                <a:latin typeface="Arial"/>
                <a:cs typeface="Arial"/>
              </a:endParaRPr>
            </a:p>
          </p:txBody>
        </p:sp>
        <p:sp>
          <p:nvSpPr>
            <p:cNvPr id="35923" name="Freeform 929"/>
            <p:cNvSpPr>
              <a:spLocks/>
            </p:cNvSpPr>
            <p:nvPr/>
          </p:nvSpPr>
          <p:spPr bwMode="auto">
            <a:xfrm>
              <a:off x="5312" y="1007"/>
              <a:ext cx="237" cy="213"/>
            </a:xfrm>
            <a:custGeom>
              <a:avLst/>
              <a:gdLst>
                <a:gd name="T0" fmla="*/ 2 w 296"/>
                <a:gd name="T1" fmla="*/ 0 h 256"/>
                <a:gd name="T2" fmla="*/ 96 w 296"/>
                <a:gd name="T3" fmla="*/ 57 h 256"/>
                <a:gd name="T4" fmla="*/ 98 w 296"/>
                <a:gd name="T5" fmla="*/ 102 h 256"/>
                <a:gd name="T6" fmla="*/ 0 w 296"/>
                <a:gd name="T7" fmla="*/ 39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endParaRPr lang="en-US" sz="1600"/>
            </a:p>
          </p:txBody>
        </p:sp>
        <p:sp>
          <p:nvSpPr>
            <p:cNvPr id="35924" name="Freeform 930"/>
            <p:cNvSpPr>
              <a:spLocks/>
            </p:cNvSpPr>
            <p:nvPr/>
          </p:nvSpPr>
          <p:spPr bwMode="auto">
            <a:xfrm>
              <a:off x="5315" y="680"/>
              <a:ext cx="244" cy="240"/>
            </a:xfrm>
            <a:custGeom>
              <a:avLst/>
              <a:gdLst>
                <a:gd name="T0" fmla="*/ 0 w 304"/>
                <a:gd name="T1" fmla="*/ 0 h 288"/>
                <a:gd name="T2" fmla="*/ 101 w 304"/>
                <a:gd name="T3" fmla="*/ 66 h 288"/>
                <a:gd name="T4" fmla="*/ 95 w 304"/>
                <a:gd name="T5" fmla="*/ 116 h 288"/>
                <a:gd name="T6" fmla="*/ 2 w 304"/>
                <a:gd name="T7" fmla="*/ 5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endParaRPr lang="en-US" sz="1600"/>
            </a:p>
          </p:txBody>
        </p:sp>
        <p:sp>
          <p:nvSpPr>
            <p:cNvPr id="114" name="Oval 931"/>
            <p:cNvSpPr>
              <a:spLocks noChangeArrowheads="1"/>
            </p:cNvSpPr>
            <p:nvPr/>
          </p:nvSpPr>
          <p:spPr bwMode="auto">
            <a:xfrm>
              <a:off x="5516" y="2608"/>
              <a:ext cx="49" cy="98"/>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600">
                <a:solidFill>
                  <a:srgbClr val="000000"/>
                </a:solidFill>
                <a:latin typeface="Arial"/>
                <a:cs typeface="Arial"/>
              </a:endParaRPr>
            </a:p>
          </p:txBody>
        </p:sp>
        <p:sp>
          <p:nvSpPr>
            <p:cNvPr id="35926" name="Freeform 932"/>
            <p:cNvSpPr>
              <a:spLocks/>
            </p:cNvSpPr>
            <p:nvPr/>
          </p:nvSpPr>
          <p:spPr bwMode="auto">
            <a:xfrm>
              <a:off x="5302" y="2614"/>
              <a:ext cx="245" cy="200"/>
            </a:xfrm>
            <a:custGeom>
              <a:avLst/>
              <a:gdLst>
                <a:gd name="T0" fmla="*/ 0 w 306"/>
                <a:gd name="T1" fmla="*/ 43 h 240"/>
                <a:gd name="T2" fmla="*/ 2 w 306"/>
                <a:gd name="T3" fmla="*/ 97 h 240"/>
                <a:gd name="T4" fmla="*/ 101 w 306"/>
                <a:gd name="T5" fmla="*/ 44 h 240"/>
                <a:gd name="T6" fmla="*/ 98 w 306"/>
                <a:gd name="T7" fmla="*/ 0 h 240"/>
                <a:gd name="T8" fmla="*/ 0 w 306"/>
                <a:gd name="T9" fmla="*/ 43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endParaRPr lang="en-US" sz="1600"/>
            </a:p>
          </p:txBody>
        </p:sp>
        <p:sp>
          <p:nvSpPr>
            <p:cNvPr id="116" name="AutoShape 933"/>
            <p:cNvSpPr>
              <a:spLocks noChangeArrowheads="1"/>
            </p:cNvSpPr>
            <p:nvPr/>
          </p:nvSpPr>
          <p:spPr bwMode="auto">
            <a:xfrm>
              <a:off x="4140" y="2681"/>
              <a:ext cx="1197" cy="144"/>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600">
                <a:solidFill>
                  <a:srgbClr val="000000"/>
                </a:solidFill>
                <a:latin typeface="Arial"/>
                <a:cs typeface="Arial"/>
              </a:endParaRPr>
            </a:p>
          </p:txBody>
        </p:sp>
        <p:sp>
          <p:nvSpPr>
            <p:cNvPr id="117" name="AutoShape 934"/>
            <p:cNvSpPr>
              <a:spLocks noChangeArrowheads="1"/>
            </p:cNvSpPr>
            <p:nvPr/>
          </p:nvSpPr>
          <p:spPr bwMode="auto">
            <a:xfrm>
              <a:off x="4208" y="2713"/>
              <a:ext cx="1067"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600">
                <a:solidFill>
                  <a:srgbClr val="000000"/>
                </a:solidFill>
                <a:latin typeface="Arial"/>
                <a:cs typeface="Arial"/>
              </a:endParaRPr>
            </a:p>
          </p:txBody>
        </p:sp>
        <p:sp>
          <p:nvSpPr>
            <p:cNvPr id="118" name="Oval 935"/>
            <p:cNvSpPr>
              <a:spLocks noChangeArrowheads="1"/>
            </p:cNvSpPr>
            <p:nvPr/>
          </p:nvSpPr>
          <p:spPr bwMode="auto">
            <a:xfrm>
              <a:off x="4307" y="2385"/>
              <a:ext cx="160"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600">
                <a:solidFill>
                  <a:srgbClr val="000000"/>
                </a:solidFill>
                <a:latin typeface="Arial"/>
                <a:cs typeface="Arial"/>
              </a:endParaRPr>
            </a:p>
          </p:txBody>
        </p:sp>
        <p:sp>
          <p:nvSpPr>
            <p:cNvPr id="119" name="Oval 936"/>
            <p:cNvSpPr>
              <a:spLocks noChangeArrowheads="1"/>
            </p:cNvSpPr>
            <p:nvPr/>
          </p:nvSpPr>
          <p:spPr bwMode="auto">
            <a:xfrm>
              <a:off x="4485" y="2385"/>
              <a:ext cx="160" cy="144"/>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eaLnBrk="1" hangingPunct="1">
                <a:defRPr/>
              </a:pPr>
              <a:endParaRPr lang="en-US" sz="1600">
                <a:solidFill>
                  <a:srgbClr val="FF0000"/>
                </a:solidFill>
                <a:latin typeface="Arial"/>
                <a:cs typeface="Arial"/>
              </a:endParaRPr>
            </a:p>
          </p:txBody>
        </p:sp>
        <p:sp>
          <p:nvSpPr>
            <p:cNvPr id="120" name="Oval 937"/>
            <p:cNvSpPr>
              <a:spLocks noChangeArrowheads="1"/>
            </p:cNvSpPr>
            <p:nvPr/>
          </p:nvSpPr>
          <p:spPr bwMode="auto">
            <a:xfrm>
              <a:off x="4664" y="2379"/>
              <a:ext cx="154" cy="144"/>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600">
                <a:solidFill>
                  <a:srgbClr val="000000"/>
                </a:solidFill>
                <a:latin typeface="Arial"/>
                <a:cs typeface="Arial"/>
              </a:endParaRPr>
            </a:p>
          </p:txBody>
        </p:sp>
        <p:sp>
          <p:nvSpPr>
            <p:cNvPr id="121" name="Rectangle 938"/>
            <p:cNvSpPr>
              <a:spLocks noChangeArrowheads="1"/>
            </p:cNvSpPr>
            <p:nvPr/>
          </p:nvSpPr>
          <p:spPr bwMode="auto">
            <a:xfrm>
              <a:off x="5059" y="1834"/>
              <a:ext cx="86" cy="761"/>
            </a:xfrm>
            <a:prstGeom prst="rect">
              <a:avLst/>
            </a:prstGeom>
            <a:solidFill>
              <a:srgbClr val="292929"/>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600">
                <a:solidFill>
                  <a:srgbClr val="000000"/>
                </a:solidFill>
                <a:latin typeface="Arial"/>
                <a:cs typeface="Arial"/>
              </a:endParaRPr>
            </a:p>
          </p:txBody>
        </p:sp>
      </p:grpSp>
      <p:grpSp>
        <p:nvGrpSpPr>
          <p:cNvPr id="35863" name="Group 44"/>
          <p:cNvGrpSpPr>
            <a:grpSpLocks/>
          </p:cNvGrpSpPr>
          <p:nvPr/>
        </p:nvGrpSpPr>
        <p:grpSpPr bwMode="auto">
          <a:xfrm>
            <a:off x="3251200" y="2220913"/>
            <a:ext cx="903288" cy="727075"/>
            <a:chOff x="-44" y="1473"/>
            <a:chExt cx="981" cy="1105"/>
          </a:xfrm>
        </p:grpSpPr>
        <p:pic>
          <p:nvPicPr>
            <p:cNvPr id="35907" name="Picture 45" descr="desktop_computer_stylized_medium"/>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5908" name="Freeform 46"/>
            <p:cNvSpPr>
              <a:spLocks/>
            </p:cNvSpPr>
            <p:nvPr/>
          </p:nvSpPr>
          <p:spPr bwMode="auto">
            <a:xfrm flipH="1">
              <a:off x="374" y="1579"/>
              <a:ext cx="477" cy="506"/>
            </a:xfrm>
            <a:custGeom>
              <a:avLst/>
              <a:gdLst>
                <a:gd name="T0" fmla="*/ 0 w 356"/>
                <a:gd name="T1" fmla="*/ 0 h 368"/>
                <a:gd name="T2" fmla="*/ 1296 w 356"/>
                <a:gd name="T3" fmla="*/ 69 h 368"/>
                <a:gd name="T4" fmla="*/ 1537 w 356"/>
                <a:gd name="T5" fmla="*/ 1447 h 368"/>
                <a:gd name="T6" fmla="*/ 339 w 356"/>
                <a:gd name="T7" fmla="*/ 1810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endParaRPr lang="en-US" sz="1600"/>
            </a:p>
          </p:txBody>
        </p:sp>
      </p:grpSp>
      <p:grpSp>
        <p:nvGrpSpPr>
          <p:cNvPr id="35864" name="Group 44"/>
          <p:cNvGrpSpPr>
            <a:grpSpLocks/>
          </p:cNvGrpSpPr>
          <p:nvPr/>
        </p:nvGrpSpPr>
        <p:grpSpPr bwMode="auto">
          <a:xfrm>
            <a:off x="2055813" y="2655888"/>
            <a:ext cx="903287" cy="727075"/>
            <a:chOff x="-44" y="1473"/>
            <a:chExt cx="981" cy="1105"/>
          </a:xfrm>
        </p:grpSpPr>
        <p:pic>
          <p:nvPicPr>
            <p:cNvPr id="35905" name="Picture 45" descr="desktop_computer_stylized_medium"/>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5906" name="Freeform 46"/>
            <p:cNvSpPr>
              <a:spLocks/>
            </p:cNvSpPr>
            <p:nvPr/>
          </p:nvSpPr>
          <p:spPr bwMode="auto">
            <a:xfrm flipH="1">
              <a:off x="374" y="1579"/>
              <a:ext cx="477" cy="506"/>
            </a:xfrm>
            <a:custGeom>
              <a:avLst/>
              <a:gdLst>
                <a:gd name="T0" fmla="*/ 0 w 356"/>
                <a:gd name="T1" fmla="*/ 0 h 368"/>
                <a:gd name="T2" fmla="*/ 1296 w 356"/>
                <a:gd name="T3" fmla="*/ 69 h 368"/>
                <a:gd name="T4" fmla="*/ 1537 w 356"/>
                <a:gd name="T5" fmla="*/ 1447 h 368"/>
                <a:gd name="T6" fmla="*/ 339 w 356"/>
                <a:gd name="T7" fmla="*/ 1810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endParaRPr lang="en-US" sz="1600"/>
            </a:p>
          </p:txBody>
        </p:sp>
      </p:grpSp>
      <p:sp>
        <p:nvSpPr>
          <p:cNvPr id="136" name="Line 272"/>
          <p:cNvSpPr>
            <a:spLocks noChangeShapeType="1"/>
          </p:cNvSpPr>
          <p:nvPr/>
        </p:nvSpPr>
        <p:spPr bwMode="auto">
          <a:xfrm>
            <a:off x="2733675" y="3303588"/>
            <a:ext cx="371475" cy="554037"/>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600">
              <a:latin typeface="Arial"/>
              <a:cs typeface="Arial"/>
            </a:endParaRPr>
          </a:p>
        </p:txBody>
      </p:sp>
      <p:sp>
        <p:nvSpPr>
          <p:cNvPr id="137" name="Line 272"/>
          <p:cNvSpPr>
            <a:spLocks noChangeShapeType="1"/>
          </p:cNvSpPr>
          <p:nvPr/>
        </p:nvSpPr>
        <p:spPr bwMode="auto">
          <a:xfrm flipH="1">
            <a:off x="2947988" y="4241800"/>
            <a:ext cx="309562" cy="1023938"/>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600">
              <a:latin typeface="Arial"/>
              <a:cs typeface="Arial"/>
            </a:endParaRPr>
          </a:p>
        </p:txBody>
      </p:sp>
      <p:grpSp>
        <p:nvGrpSpPr>
          <p:cNvPr id="3" name="Group 2"/>
          <p:cNvGrpSpPr>
            <a:grpSpLocks/>
          </p:cNvGrpSpPr>
          <p:nvPr/>
        </p:nvGrpSpPr>
        <p:grpSpPr bwMode="auto">
          <a:xfrm>
            <a:off x="4006850" y="4752975"/>
            <a:ext cx="1293813" cy="615950"/>
            <a:chOff x="6563312" y="4346525"/>
            <a:chExt cx="1292995" cy="615298"/>
          </a:xfrm>
        </p:grpSpPr>
        <p:sp>
          <p:nvSpPr>
            <p:cNvPr id="35122" name="Oval 306"/>
            <p:cNvSpPr>
              <a:spLocks noChangeArrowheads="1"/>
            </p:cNvSpPr>
            <p:nvPr/>
          </p:nvSpPr>
          <p:spPr bwMode="auto">
            <a:xfrm>
              <a:off x="6563312" y="4346525"/>
              <a:ext cx="1292995" cy="615298"/>
            </a:xfrm>
            <a:prstGeom prst="ellipse">
              <a:avLst/>
            </a:prstGeom>
            <a:solidFill>
              <a:schemeClr val="bg1"/>
            </a:solidFill>
            <a:ln w="19050">
              <a:solidFill>
                <a:srgbClr val="FF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600">
                <a:latin typeface="Arial"/>
                <a:cs typeface="Arial"/>
              </a:endParaRPr>
            </a:p>
          </p:txBody>
        </p:sp>
        <p:sp>
          <p:nvSpPr>
            <p:cNvPr id="35118" name="Text Box 302"/>
            <p:cNvSpPr txBox="1">
              <a:spLocks noChangeArrowheads="1"/>
            </p:cNvSpPr>
            <p:nvPr/>
          </p:nvSpPr>
          <p:spPr bwMode="auto">
            <a:xfrm>
              <a:off x="6607734" y="4465462"/>
              <a:ext cx="633544" cy="307451"/>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a:defRPr/>
              </a:pPr>
              <a:r>
                <a:rPr lang="en-US" sz="1400" dirty="0">
                  <a:latin typeface="Arial"/>
                  <a:cs typeface="Arial"/>
                </a:rPr>
                <a:t>agent</a:t>
              </a:r>
            </a:p>
          </p:txBody>
        </p:sp>
        <p:grpSp>
          <p:nvGrpSpPr>
            <p:cNvPr id="35902" name="Group 303"/>
            <p:cNvGrpSpPr>
              <a:grpSpLocks/>
            </p:cNvGrpSpPr>
            <p:nvPr/>
          </p:nvGrpSpPr>
          <p:grpSpPr bwMode="auto">
            <a:xfrm>
              <a:off x="7112206" y="4464844"/>
              <a:ext cx="567758" cy="370756"/>
              <a:chOff x="714" y="2006"/>
              <a:chExt cx="347" cy="219"/>
            </a:xfrm>
          </p:grpSpPr>
          <p:sp>
            <p:nvSpPr>
              <p:cNvPr id="35120" name="Rectangle 304"/>
              <p:cNvSpPr>
                <a:spLocks noChangeArrowheads="1"/>
              </p:cNvSpPr>
              <p:nvPr/>
            </p:nvSpPr>
            <p:spPr bwMode="auto">
              <a:xfrm>
                <a:off x="747" y="2026"/>
                <a:ext cx="314" cy="199"/>
              </a:xfrm>
              <a:prstGeom prst="rect">
                <a:avLst/>
              </a:prstGeom>
              <a:solidFill>
                <a:schemeClr val="accent2"/>
              </a:solidFill>
              <a:ln w="9525">
                <a:solidFill>
                  <a:schemeClr val="accent2"/>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600">
                  <a:latin typeface="Arial"/>
                  <a:cs typeface="Arial"/>
                </a:endParaRPr>
              </a:p>
            </p:txBody>
          </p:sp>
          <p:sp>
            <p:nvSpPr>
              <p:cNvPr id="35121" name="Text Box 305"/>
              <p:cNvSpPr txBox="1">
                <a:spLocks noChangeArrowheads="1"/>
              </p:cNvSpPr>
              <p:nvPr/>
            </p:nvSpPr>
            <p:spPr bwMode="auto">
              <a:xfrm>
                <a:off x="714" y="2006"/>
                <a:ext cx="326" cy="18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a:defRPr/>
                </a:pPr>
                <a:r>
                  <a:rPr lang="en-US" sz="1400" dirty="0">
                    <a:solidFill>
                      <a:schemeClr val="bg1"/>
                    </a:solidFill>
                    <a:latin typeface="Arial"/>
                    <a:cs typeface="Arial"/>
                  </a:rPr>
                  <a:t>data</a:t>
                </a:r>
                <a:endParaRPr lang="en-US" sz="1400" dirty="0">
                  <a:latin typeface="Arial"/>
                  <a:cs typeface="Arial"/>
                </a:endParaRPr>
              </a:p>
            </p:txBody>
          </p:sp>
        </p:grpSp>
      </p:grpSp>
      <p:grpSp>
        <p:nvGrpSpPr>
          <p:cNvPr id="145" name="Group 144"/>
          <p:cNvGrpSpPr>
            <a:grpSpLocks/>
          </p:cNvGrpSpPr>
          <p:nvPr/>
        </p:nvGrpSpPr>
        <p:grpSpPr bwMode="auto">
          <a:xfrm>
            <a:off x="3856038" y="1949450"/>
            <a:ext cx="1293812" cy="614363"/>
            <a:chOff x="6563312" y="4346525"/>
            <a:chExt cx="1292995" cy="615298"/>
          </a:xfrm>
        </p:grpSpPr>
        <p:sp>
          <p:nvSpPr>
            <p:cNvPr id="146" name="Oval 306"/>
            <p:cNvSpPr>
              <a:spLocks noChangeArrowheads="1"/>
            </p:cNvSpPr>
            <p:nvPr/>
          </p:nvSpPr>
          <p:spPr bwMode="auto">
            <a:xfrm>
              <a:off x="6563312" y="4346525"/>
              <a:ext cx="1292995" cy="615298"/>
            </a:xfrm>
            <a:prstGeom prst="ellipse">
              <a:avLst/>
            </a:prstGeom>
            <a:solidFill>
              <a:schemeClr val="bg1"/>
            </a:solidFill>
            <a:ln w="19050">
              <a:solidFill>
                <a:srgbClr val="FF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600">
                <a:latin typeface="Arial"/>
                <a:cs typeface="Arial"/>
              </a:endParaRPr>
            </a:p>
          </p:txBody>
        </p:sp>
        <p:sp>
          <p:nvSpPr>
            <p:cNvPr id="147" name="Text Box 302"/>
            <p:cNvSpPr txBox="1">
              <a:spLocks noChangeArrowheads="1"/>
            </p:cNvSpPr>
            <p:nvPr/>
          </p:nvSpPr>
          <p:spPr bwMode="auto">
            <a:xfrm>
              <a:off x="6607734" y="4465769"/>
              <a:ext cx="633545" cy="30824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a:defRPr/>
              </a:pPr>
              <a:r>
                <a:rPr lang="en-US" sz="1400" dirty="0">
                  <a:latin typeface="Arial"/>
                  <a:cs typeface="Arial"/>
                </a:rPr>
                <a:t>agent</a:t>
              </a:r>
            </a:p>
          </p:txBody>
        </p:sp>
        <p:grpSp>
          <p:nvGrpSpPr>
            <p:cNvPr id="35892" name="Group 303"/>
            <p:cNvGrpSpPr>
              <a:grpSpLocks/>
            </p:cNvGrpSpPr>
            <p:nvPr/>
          </p:nvGrpSpPr>
          <p:grpSpPr bwMode="auto">
            <a:xfrm>
              <a:off x="7112206" y="4464844"/>
              <a:ext cx="567758" cy="370756"/>
              <a:chOff x="714" y="2006"/>
              <a:chExt cx="347" cy="219"/>
            </a:xfrm>
          </p:grpSpPr>
          <p:sp>
            <p:nvSpPr>
              <p:cNvPr id="149" name="Rectangle 304"/>
              <p:cNvSpPr>
                <a:spLocks noChangeArrowheads="1"/>
              </p:cNvSpPr>
              <p:nvPr/>
            </p:nvSpPr>
            <p:spPr bwMode="auto">
              <a:xfrm>
                <a:off x="747" y="2025"/>
                <a:ext cx="314" cy="200"/>
              </a:xfrm>
              <a:prstGeom prst="rect">
                <a:avLst/>
              </a:prstGeom>
              <a:solidFill>
                <a:schemeClr val="accent2"/>
              </a:solidFill>
              <a:ln w="9525">
                <a:solidFill>
                  <a:schemeClr val="accent2"/>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600">
                  <a:latin typeface="Arial"/>
                  <a:cs typeface="Arial"/>
                </a:endParaRPr>
              </a:p>
            </p:txBody>
          </p:sp>
          <p:sp>
            <p:nvSpPr>
              <p:cNvPr id="150" name="Text Box 305"/>
              <p:cNvSpPr txBox="1">
                <a:spLocks noChangeArrowheads="1"/>
              </p:cNvSpPr>
              <p:nvPr/>
            </p:nvSpPr>
            <p:spPr bwMode="auto">
              <a:xfrm>
                <a:off x="714" y="2006"/>
                <a:ext cx="326" cy="18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a:defRPr/>
                </a:pPr>
                <a:r>
                  <a:rPr lang="en-US" sz="1400" dirty="0">
                    <a:solidFill>
                      <a:schemeClr val="bg1"/>
                    </a:solidFill>
                    <a:latin typeface="Arial"/>
                    <a:cs typeface="Arial"/>
                  </a:rPr>
                  <a:t>data</a:t>
                </a:r>
                <a:endParaRPr lang="en-US" sz="1400" dirty="0">
                  <a:latin typeface="Arial"/>
                  <a:cs typeface="Arial"/>
                </a:endParaRPr>
              </a:p>
            </p:txBody>
          </p:sp>
        </p:grpSp>
      </p:grpSp>
      <p:grpSp>
        <p:nvGrpSpPr>
          <p:cNvPr id="4" name="Group 3"/>
          <p:cNvGrpSpPr>
            <a:grpSpLocks/>
          </p:cNvGrpSpPr>
          <p:nvPr/>
        </p:nvGrpSpPr>
        <p:grpSpPr bwMode="auto">
          <a:xfrm>
            <a:off x="-231252" y="2262188"/>
            <a:ext cx="4327002" cy="2670175"/>
            <a:chOff x="-230765" y="2262935"/>
            <a:chExt cx="4326515" cy="2669941"/>
          </a:xfrm>
        </p:grpSpPr>
        <p:sp>
          <p:nvSpPr>
            <p:cNvPr id="35162" name="Text Box 346"/>
            <p:cNvSpPr txBox="1">
              <a:spLocks noChangeArrowheads="1"/>
            </p:cNvSpPr>
            <p:nvPr/>
          </p:nvSpPr>
          <p:spPr bwMode="auto">
            <a:xfrm>
              <a:off x="-230765" y="3396311"/>
              <a:ext cx="1926485" cy="83092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algn="r">
                <a:defRPr/>
              </a:pPr>
              <a:r>
                <a:rPr lang="en-US" sz="1600" i="1" dirty="0">
                  <a:solidFill>
                    <a:srgbClr val="000099"/>
                  </a:solidFill>
                  <a:latin typeface="Arial"/>
                  <a:cs typeface="Arial"/>
                </a:rPr>
                <a:t>network</a:t>
              </a:r>
            </a:p>
            <a:p>
              <a:pPr algn="r">
                <a:defRPr/>
              </a:pPr>
              <a:r>
                <a:rPr lang="en-US" sz="1600" i="1" dirty="0">
                  <a:solidFill>
                    <a:srgbClr val="000099"/>
                  </a:solidFill>
                  <a:latin typeface="Arial"/>
                  <a:cs typeface="Arial"/>
                </a:rPr>
                <a:t>management</a:t>
              </a:r>
            </a:p>
            <a:p>
              <a:pPr algn="r">
                <a:defRPr/>
              </a:pPr>
              <a:r>
                <a:rPr lang="en-US" sz="1600" i="1" dirty="0">
                  <a:solidFill>
                    <a:srgbClr val="000099"/>
                  </a:solidFill>
                  <a:latin typeface="Arial"/>
                  <a:cs typeface="Arial"/>
                </a:rPr>
                <a:t>protocol</a:t>
              </a:r>
              <a:endParaRPr lang="en-US" sz="1600" dirty="0">
                <a:solidFill>
                  <a:srgbClr val="000099"/>
                </a:solidFill>
                <a:latin typeface="Arial"/>
                <a:cs typeface="Arial"/>
              </a:endParaRPr>
            </a:p>
          </p:txBody>
        </p:sp>
        <p:sp>
          <p:nvSpPr>
            <p:cNvPr id="35159" name="Line 343"/>
            <p:cNvSpPr>
              <a:spLocks noChangeShapeType="1"/>
            </p:cNvSpPr>
            <p:nvPr/>
          </p:nvSpPr>
          <p:spPr bwMode="auto">
            <a:xfrm>
              <a:off x="2210012" y="2934388"/>
              <a:ext cx="1885738" cy="1657205"/>
            </a:xfrm>
            <a:prstGeom prst="line">
              <a:avLst/>
            </a:prstGeom>
            <a:noFill/>
            <a:ln w="38100">
              <a:solidFill>
                <a:schemeClr val="accent2"/>
              </a:solidFill>
              <a:round/>
              <a:headEnd type="triangle" w="med" len="me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600">
                <a:latin typeface="Arial"/>
                <a:cs typeface="Arial"/>
              </a:endParaRPr>
            </a:p>
          </p:txBody>
        </p:sp>
        <p:sp>
          <p:nvSpPr>
            <p:cNvPr id="35157" name="Line 341"/>
            <p:cNvSpPr>
              <a:spLocks noChangeShapeType="1"/>
            </p:cNvSpPr>
            <p:nvPr/>
          </p:nvSpPr>
          <p:spPr bwMode="auto">
            <a:xfrm flipV="1">
              <a:off x="2410014" y="2262935"/>
              <a:ext cx="1431764" cy="242866"/>
            </a:xfrm>
            <a:prstGeom prst="line">
              <a:avLst/>
            </a:prstGeom>
            <a:noFill/>
            <a:ln w="38100">
              <a:solidFill>
                <a:schemeClr val="accent2"/>
              </a:solidFill>
              <a:round/>
              <a:headEnd type="triangle" w="med" len="me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600">
                <a:latin typeface="Arial"/>
                <a:cs typeface="Arial"/>
              </a:endParaRPr>
            </a:p>
          </p:txBody>
        </p:sp>
        <p:sp>
          <p:nvSpPr>
            <p:cNvPr id="35158" name="Line 342"/>
            <p:cNvSpPr>
              <a:spLocks noChangeShapeType="1"/>
            </p:cNvSpPr>
            <p:nvPr/>
          </p:nvSpPr>
          <p:spPr bwMode="auto">
            <a:xfrm>
              <a:off x="2429062" y="2762953"/>
              <a:ext cx="1666688" cy="638119"/>
            </a:xfrm>
            <a:prstGeom prst="line">
              <a:avLst/>
            </a:prstGeom>
            <a:noFill/>
            <a:ln w="38100">
              <a:solidFill>
                <a:schemeClr val="accent2"/>
              </a:solidFill>
              <a:round/>
              <a:headEnd type="triangle" w="med" len="me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600">
                <a:latin typeface="Arial"/>
                <a:cs typeface="Arial"/>
              </a:endParaRPr>
            </a:p>
          </p:txBody>
        </p:sp>
        <p:sp>
          <p:nvSpPr>
            <p:cNvPr id="35160" name="Line 344"/>
            <p:cNvSpPr>
              <a:spLocks noChangeShapeType="1"/>
            </p:cNvSpPr>
            <p:nvPr/>
          </p:nvSpPr>
          <p:spPr bwMode="auto">
            <a:xfrm>
              <a:off x="1486193" y="3051853"/>
              <a:ext cx="369846" cy="1881023"/>
            </a:xfrm>
            <a:prstGeom prst="line">
              <a:avLst/>
            </a:prstGeom>
            <a:noFill/>
            <a:ln w="38100">
              <a:solidFill>
                <a:schemeClr val="accent2"/>
              </a:solidFill>
              <a:round/>
              <a:headEnd type="triangle" w="med" len="me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600">
                <a:latin typeface="Arial"/>
                <a:cs typeface="Arial"/>
              </a:endParaRPr>
            </a:p>
          </p:txBody>
        </p:sp>
        <p:sp>
          <p:nvSpPr>
            <p:cNvPr id="163" name="Line 342"/>
            <p:cNvSpPr>
              <a:spLocks noChangeShapeType="1"/>
            </p:cNvSpPr>
            <p:nvPr/>
          </p:nvSpPr>
          <p:spPr bwMode="auto">
            <a:xfrm>
              <a:off x="1800483" y="3045503"/>
              <a:ext cx="479371" cy="763521"/>
            </a:xfrm>
            <a:prstGeom prst="line">
              <a:avLst/>
            </a:prstGeom>
            <a:noFill/>
            <a:ln w="38100">
              <a:solidFill>
                <a:schemeClr val="accent2"/>
              </a:solidFill>
              <a:round/>
              <a:headEnd type="triangle" w="med" len="me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600">
                <a:latin typeface="Arial"/>
                <a:cs typeface="Arial"/>
              </a:endParaRPr>
            </a:p>
          </p:txBody>
        </p:sp>
      </p:grpSp>
      <p:sp>
        <p:nvSpPr>
          <p:cNvPr id="167" name="Text Box 338"/>
          <p:cNvSpPr txBox="1">
            <a:spLocks noChangeArrowheads="1"/>
          </p:cNvSpPr>
          <p:nvPr/>
        </p:nvSpPr>
        <p:spPr bwMode="auto">
          <a:xfrm>
            <a:off x="1475707" y="4334377"/>
            <a:ext cx="1690387" cy="3385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a:defRPr/>
            </a:pPr>
            <a:r>
              <a:rPr lang="en-US" sz="1600" dirty="0">
                <a:latin typeface="Arial"/>
                <a:cs typeface="Arial"/>
              </a:rPr>
              <a:t>managed device</a:t>
            </a:r>
          </a:p>
        </p:txBody>
      </p:sp>
      <p:grpSp>
        <p:nvGrpSpPr>
          <p:cNvPr id="151" name="Group 150"/>
          <p:cNvGrpSpPr>
            <a:grpSpLocks/>
          </p:cNvGrpSpPr>
          <p:nvPr/>
        </p:nvGrpSpPr>
        <p:grpSpPr bwMode="auto">
          <a:xfrm>
            <a:off x="1858963" y="3810000"/>
            <a:ext cx="1293812" cy="615950"/>
            <a:chOff x="6563312" y="4346525"/>
            <a:chExt cx="1292995" cy="615298"/>
          </a:xfrm>
        </p:grpSpPr>
        <p:sp>
          <p:nvSpPr>
            <p:cNvPr id="152" name="Oval 306"/>
            <p:cNvSpPr>
              <a:spLocks noChangeArrowheads="1"/>
            </p:cNvSpPr>
            <p:nvPr/>
          </p:nvSpPr>
          <p:spPr bwMode="auto">
            <a:xfrm>
              <a:off x="6563312" y="4346525"/>
              <a:ext cx="1292995" cy="615298"/>
            </a:xfrm>
            <a:prstGeom prst="ellipse">
              <a:avLst/>
            </a:prstGeom>
            <a:solidFill>
              <a:schemeClr val="bg1"/>
            </a:solidFill>
            <a:ln w="19050">
              <a:solidFill>
                <a:srgbClr val="FF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600">
                <a:latin typeface="Arial"/>
                <a:cs typeface="Arial"/>
              </a:endParaRPr>
            </a:p>
          </p:txBody>
        </p:sp>
        <p:sp>
          <p:nvSpPr>
            <p:cNvPr id="153" name="Text Box 302"/>
            <p:cNvSpPr txBox="1">
              <a:spLocks noChangeArrowheads="1"/>
            </p:cNvSpPr>
            <p:nvPr/>
          </p:nvSpPr>
          <p:spPr bwMode="auto">
            <a:xfrm>
              <a:off x="6607734" y="4465462"/>
              <a:ext cx="633545" cy="307451"/>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a:defRPr/>
              </a:pPr>
              <a:r>
                <a:rPr lang="en-US" sz="1400" dirty="0">
                  <a:latin typeface="Arial"/>
                  <a:cs typeface="Arial"/>
                </a:rPr>
                <a:t>agent</a:t>
              </a:r>
            </a:p>
          </p:txBody>
        </p:sp>
        <p:grpSp>
          <p:nvGrpSpPr>
            <p:cNvPr id="35876" name="Group 303"/>
            <p:cNvGrpSpPr>
              <a:grpSpLocks/>
            </p:cNvGrpSpPr>
            <p:nvPr/>
          </p:nvGrpSpPr>
          <p:grpSpPr bwMode="auto">
            <a:xfrm>
              <a:off x="7112206" y="4464844"/>
              <a:ext cx="567758" cy="370756"/>
              <a:chOff x="714" y="2006"/>
              <a:chExt cx="347" cy="219"/>
            </a:xfrm>
          </p:grpSpPr>
          <p:sp>
            <p:nvSpPr>
              <p:cNvPr id="155" name="Rectangle 304"/>
              <p:cNvSpPr>
                <a:spLocks noChangeArrowheads="1"/>
              </p:cNvSpPr>
              <p:nvPr/>
            </p:nvSpPr>
            <p:spPr bwMode="auto">
              <a:xfrm>
                <a:off x="747" y="2026"/>
                <a:ext cx="314" cy="199"/>
              </a:xfrm>
              <a:prstGeom prst="rect">
                <a:avLst/>
              </a:prstGeom>
              <a:solidFill>
                <a:schemeClr val="accent2"/>
              </a:solidFill>
              <a:ln w="9525">
                <a:solidFill>
                  <a:schemeClr val="accent2"/>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600">
                  <a:latin typeface="Arial"/>
                  <a:cs typeface="Arial"/>
                </a:endParaRPr>
              </a:p>
            </p:txBody>
          </p:sp>
          <p:sp>
            <p:nvSpPr>
              <p:cNvPr id="156" name="Text Box 305"/>
              <p:cNvSpPr txBox="1">
                <a:spLocks noChangeArrowheads="1"/>
              </p:cNvSpPr>
              <p:nvPr/>
            </p:nvSpPr>
            <p:spPr bwMode="auto">
              <a:xfrm>
                <a:off x="714" y="2006"/>
                <a:ext cx="326" cy="18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a:defRPr/>
                </a:pPr>
                <a:r>
                  <a:rPr lang="en-US" sz="1400" dirty="0">
                    <a:solidFill>
                      <a:schemeClr val="bg1"/>
                    </a:solidFill>
                    <a:latin typeface="Arial"/>
                    <a:cs typeface="Arial"/>
                  </a:rPr>
                  <a:t>data</a:t>
                </a:r>
                <a:endParaRPr lang="en-US" sz="1400" dirty="0">
                  <a:latin typeface="Arial"/>
                  <a:cs typeface="Arial"/>
                </a:endParaRPr>
              </a:p>
            </p:txBody>
          </p:sp>
        </p:grpSp>
      </p:grpSp>
      <p:grpSp>
        <p:nvGrpSpPr>
          <p:cNvPr id="135" name="Group 327"/>
          <p:cNvGrpSpPr>
            <a:grpSpLocks/>
          </p:cNvGrpSpPr>
          <p:nvPr/>
        </p:nvGrpSpPr>
        <p:grpSpPr bwMode="auto">
          <a:xfrm>
            <a:off x="2526083" y="5188911"/>
            <a:ext cx="687402" cy="404026"/>
            <a:chOff x="1871277" y="1576300"/>
            <a:chExt cx="1128371" cy="437861"/>
          </a:xfrm>
        </p:grpSpPr>
        <p:sp>
          <p:nvSpPr>
            <p:cNvPr id="154" name="Oval 153"/>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60" name="Rectangle 159"/>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64" name="Oval 163"/>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65" name="Freeform 164"/>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66" name="Freeform 165"/>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68" name="Freeform 167"/>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69" name="Freeform 168"/>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70" name="Straight Connector 169"/>
            <p:cNvCxnSpPr>
              <a:endCxn id="164"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71" name="Straight Connector 170"/>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sp>
        <p:nvSpPr>
          <p:cNvPr id="35087" name="Line 271"/>
          <p:cNvSpPr>
            <a:spLocks noChangeShapeType="1"/>
          </p:cNvSpPr>
          <p:nvPr/>
        </p:nvSpPr>
        <p:spPr bwMode="auto">
          <a:xfrm flipV="1">
            <a:off x="2201863" y="5435600"/>
            <a:ext cx="350837" cy="4763"/>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600">
              <a:latin typeface="Arial"/>
              <a:cs typeface="Arial"/>
            </a:endParaRPr>
          </a:p>
        </p:txBody>
      </p:sp>
      <p:grpSp>
        <p:nvGrpSpPr>
          <p:cNvPr id="157" name="Group 156"/>
          <p:cNvGrpSpPr>
            <a:grpSpLocks/>
          </p:cNvGrpSpPr>
          <p:nvPr/>
        </p:nvGrpSpPr>
        <p:grpSpPr bwMode="auto">
          <a:xfrm>
            <a:off x="1458913" y="4940300"/>
            <a:ext cx="1292225" cy="614363"/>
            <a:chOff x="6563312" y="4346525"/>
            <a:chExt cx="1292995" cy="615298"/>
          </a:xfrm>
        </p:grpSpPr>
        <p:sp>
          <p:nvSpPr>
            <p:cNvPr id="158" name="Oval 306"/>
            <p:cNvSpPr>
              <a:spLocks noChangeArrowheads="1"/>
            </p:cNvSpPr>
            <p:nvPr/>
          </p:nvSpPr>
          <p:spPr bwMode="auto">
            <a:xfrm>
              <a:off x="6563312" y="4346525"/>
              <a:ext cx="1292995" cy="615298"/>
            </a:xfrm>
            <a:prstGeom prst="ellipse">
              <a:avLst/>
            </a:prstGeom>
            <a:solidFill>
              <a:schemeClr val="bg1"/>
            </a:solidFill>
            <a:ln w="19050">
              <a:solidFill>
                <a:srgbClr val="FF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600">
                <a:latin typeface="Arial"/>
                <a:cs typeface="Arial"/>
              </a:endParaRPr>
            </a:p>
          </p:txBody>
        </p:sp>
        <p:sp>
          <p:nvSpPr>
            <p:cNvPr id="159" name="Text Box 302"/>
            <p:cNvSpPr txBox="1">
              <a:spLocks noChangeArrowheads="1"/>
            </p:cNvSpPr>
            <p:nvPr/>
          </p:nvSpPr>
          <p:spPr bwMode="auto">
            <a:xfrm>
              <a:off x="6607788" y="4465769"/>
              <a:ext cx="634323" cy="30824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a:defRPr/>
              </a:pPr>
              <a:r>
                <a:rPr lang="en-US" sz="1400" dirty="0">
                  <a:latin typeface="Arial"/>
                  <a:cs typeface="Arial"/>
                </a:rPr>
                <a:t>agent</a:t>
              </a:r>
            </a:p>
          </p:txBody>
        </p:sp>
        <p:grpSp>
          <p:nvGrpSpPr>
            <p:cNvPr id="35887" name="Group 303"/>
            <p:cNvGrpSpPr>
              <a:grpSpLocks/>
            </p:cNvGrpSpPr>
            <p:nvPr/>
          </p:nvGrpSpPr>
          <p:grpSpPr bwMode="auto">
            <a:xfrm>
              <a:off x="7112206" y="4464844"/>
              <a:ext cx="567758" cy="370756"/>
              <a:chOff x="714" y="2006"/>
              <a:chExt cx="347" cy="219"/>
            </a:xfrm>
          </p:grpSpPr>
          <p:sp>
            <p:nvSpPr>
              <p:cNvPr id="161" name="Rectangle 304"/>
              <p:cNvSpPr>
                <a:spLocks noChangeArrowheads="1"/>
              </p:cNvSpPr>
              <p:nvPr/>
            </p:nvSpPr>
            <p:spPr bwMode="auto">
              <a:xfrm>
                <a:off x="747" y="2025"/>
                <a:ext cx="314" cy="200"/>
              </a:xfrm>
              <a:prstGeom prst="rect">
                <a:avLst/>
              </a:prstGeom>
              <a:solidFill>
                <a:schemeClr val="accent2"/>
              </a:solidFill>
              <a:ln w="9525">
                <a:solidFill>
                  <a:schemeClr val="accent2"/>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600">
                  <a:latin typeface="Arial"/>
                  <a:cs typeface="Arial"/>
                </a:endParaRPr>
              </a:p>
            </p:txBody>
          </p:sp>
          <p:sp>
            <p:nvSpPr>
              <p:cNvPr id="162" name="Text Box 305"/>
              <p:cNvSpPr txBox="1">
                <a:spLocks noChangeArrowheads="1"/>
              </p:cNvSpPr>
              <p:nvPr/>
            </p:nvSpPr>
            <p:spPr bwMode="auto">
              <a:xfrm>
                <a:off x="714" y="2006"/>
                <a:ext cx="327" cy="18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a:defRPr/>
                </a:pPr>
                <a:r>
                  <a:rPr lang="en-US" sz="1400" dirty="0">
                    <a:solidFill>
                      <a:schemeClr val="bg1"/>
                    </a:solidFill>
                    <a:latin typeface="Arial"/>
                    <a:cs typeface="Arial"/>
                  </a:rPr>
                  <a:t>data</a:t>
                </a:r>
                <a:endParaRPr lang="en-US" sz="1400" dirty="0">
                  <a:latin typeface="Arial"/>
                  <a:cs typeface="Arial"/>
                </a:endParaRPr>
              </a:p>
            </p:txBody>
          </p:sp>
        </p:grpSp>
      </p:grpSp>
      <p:grpSp>
        <p:nvGrpSpPr>
          <p:cNvPr id="174" name="Group 327"/>
          <p:cNvGrpSpPr>
            <a:grpSpLocks/>
          </p:cNvGrpSpPr>
          <p:nvPr/>
        </p:nvGrpSpPr>
        <p:grpSpPr bwMode="auto">
          <a:xfrm>
            <a:off x="3715872" y="3464385"/>
            <a:ext cx="687402" cy="404025"/>
            <a:chOff x="1871277" y="1576300"/>
            <a:chExt cx="1128371" cy="437861"/>
          </a:xfrm>
        </p:grpSpPr>
        <p:sp>
          <p:nvSpPr>
            <p:cNvPr id="178" name="Oval 177"/>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79" name="Rectangle 178"/>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80" name="Oval 179"/>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81" name="Freeform 180"/>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82" name="Freeform 181"/>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83" name="Freeform 182"/>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84" name="Freeform 183"/>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85" name="Straight Connector 184"/>
            <p:cNvCxnSpPr>
              <a:endCxn id="180"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86" name="Straight Connector 185"/>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sp>
        <p:nvSpPr>
          <p:cNvPr id="35071" name="Line 255"/>
          <p:cNvSpPr>
            <a:spLocks noChangeShapeType="1"/>
          </p:cNvSpPr>
          <p:nvPr/>
        </p:nvSpPr>
        <p:spPr bwMode="auto">
          <a:xfrm flipV="1">
            <a:off x="4410075" y="3738563"/>
            <a:ext cx="350838" cy="3175"/>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600">
              <a:latin typeface="Arial"/>
              <a:cs typeface="Arial"/>
            </a:endParaRPr>
          </a:p>
        </p:txBody>
      </p:sp>
      <p:grpSp>
        <p:nvGrpSpPr>
          <p:cNvPr id="139" name="Group 138"/>
          <p:cNvGrpSpPr>
            <a:grpSpLocks/>
          </p:cNvGrpSpPr>
          <p:nvPr/>
        </p:nvGrpSpPr>
        <p:grpSpPr bwMode="auto">
          <a:xfrm>
            <a:off x="4013200" y="3148013"/>
            <a:ext cx="1292225" cy="614362"/>
            <a:chOff x="6563312" y="4346525"/>
            <a:chExt cx="1292995" cy="615298"/>
          </a:xfrm>
        </p:grpSpPr>
        <p:sp>
          <p:nvSpPr>
            <p:cNvPr id="140" name="Oval 306"/>
            <p:cNvSpPr>
              <a:spLocks noChangeArrowheads="1"/>
            </p:cNvSpPr>
            <p:nvPr/>
          </p:nvSpPr>
          <p:spPr bwMode="auto">
            <a:xfrm>
              <a:off x="6563312" y="4346525"/>
              <a:ext cx="1292995" cy="615298"/>
            </a:xfrm>
            <a:prstGeom prst="ellipse">
              <a:avLst/>
            </a:prstGeom>
            <a:solidFill>
              <a:schemeClr val="bg1"/>
            </a:solidFill>
            <a:ln w="19050">
              <a:solidFill>
                <a:srgbClr val="FF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600">
                <a:latin typeface="Arial"/>
                <a:cs typeface="Arial"/>
              </a:endParaRPr>
            </a:p>
          </p:txBody>
        </p:sp>
        <p:sp>
          <p:nvSpPr>
            <p:cNvPr id="141" name="Text Box 302"/>
            <p:cNvSpPr txBox="1">
              <a:spLocks noChangeArrowheads="1"/>
            </p:cNvSpPr>
            <p:nvPr/>
          </p:nvSpPr>
          <p:spPr bwMode="auto">
            <a:xfrm>
              <a:off x="6607788" y="4465768"/>
              <a:ext cx="634323" cy="308246"/>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a:defRPr/>
              </a:pPr>
              <a:r>
                <a:rPr lang="en-US" sz="1400" dirty="0">
                  <a:latin typeface="Arial"/>
                  <a:cs typeface="Arial"/>
                </a:rPr>
                <a:t>agent</a:t>
              </a:r>
            </a:p>
          </p:txBody>
        </p:sp>
        <p:grpSp>
          <p:nvGrpSpPr>
            <p:cNvPr id="35897" name="Group 303"/>
            <p:cNvGrpSpPr>
              <a:grpSpLocks/>
            </p:cNvGrpSpPr>
            <p:nvPr/>
          </p:nvGrpSpPr>
          <p:grpSpPr bwMode="auto">
            <a:xfrm>
              <a:off x="7112206" y="4464844"/>
              <a:ext cx="567758" cy="370756"/>
              <a:chOff x="714" y="2006"/>
              <a:chExt cx="347" cy="219"/>
            </a:xfrm>
          </p:grpSpPr>
          <p:sp>
            <p:nvSpPr>
              <p:cNvPr id="143" name="Rectangle 304"/>
              <p:cNvSpPr>
                <a:spLocks noChangeArrowheads="1"/>
              </p:cNvSpPr>
              <p:nvPr/>
            </p:nvSpPr>
            <p:spPr bwMode="auto">
              <a:xfrm>
                <a:off x="747" y="2025"/>
                <a:ext cx="314" cy="200"/>
              </a:xfrm>
              <a:prstGeom prst="rect">
                <a:avLst/>
              </a:prstGeom>
              <a:solidFill>
                <a:schemeClr val="accent2"/>
              </a:solidFill>
              <a:ln w="9525">
                <a:solidFill>
                  <a:schemeClr val="accent2"/>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600">
                  <a:latin typeface="Arial"/>
                  <a:cs typeface="Arial"/>
                </a:endParaRPr>
              </a:p>
            </p:txBody>
          </p:sp>
          <p:sp>
            <p:nvSpPr>
              <p:cNvPr id="144" name="Text Box 305"/>
              <p:cNvSpPr txBox="1">
                <a:spLocks noChangeArrowheads="1"/>
              </p:cNvSpPr>
              <p:nvPr/>
            </p:nvSpPr>
            <p:spPr bwMode="auto">
              <a:xfrm>
                <a:off x="714" y="2006"/>
                <a:ext cx="327" cy="18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a:defRPr/>
                </a:pPr>
                <a:r>
                  <a:rPr lang="en-US" sz="1400" dirty="0">
                    <a:solidFill>
                      <a:schemeClr val="bg1"/>
                    </a:solidFill>
                    <a:latin typeface="Arial"/>
                    <a:cs typeface="Arial"/>
                  </a:rPr>
                  <a:t>data</a:t>
                </a:r>
                <a:endParaRPr lang="en-US" sz="1400" dirty="0">
                  <a:latin typeface="Arial"/>
                  <a:cs typeface="Arial"/>
                </a:endParaRPr>
              </a:p>
            </p:txBody>
          </p:sp>
        </p:grpSp>
      </p:grpSp>
      <p:sp>
        <p:nvSpPr>
          <p:cNvPr id="187" name="Slide Number Placeholder 5"/>
          <p:cNvSpPr>
            <a:spLocks noGrp="1"/>
          </p:cNvSpPr>
          <p:nvPr>
            <p:ph type="sldNum" sz="quarter" idx="12"/>
          </p:nvPr>
        </p:nvSpPr>
        <p:spPr>
          <a:xfrm>
            <a:off x="8456154" y="6475895"/>
            <a:ext cx="548655" cy="272319"/>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200" dirty="0">
                <a:latin typeface="Tahoma" charset="0"/>
              </a:rPr>
              <a:t>5-</a:t>
            </a:r>
            <a:fld id="{8E8C6E93-DF5B-BC4B-80F9-500DED1EEDCC}" type="slidenum">
              <a:rPr lang="en-US" sz="1200">
                <a:latin typeface="Tahoma" charset="0"/>
              </a:rPr>
              <a:pPr/>
              <a:t>127</a:t>
            </a:fld>
            <a:endParaRPr lang="en-US" sz="1200" dirty="0">
              <a:latin typeface="Tahoma" charset="0"/>
            </a:endParaRPr>
          </a:p>
        </p:txBody>
      </p:sp>
      <p:sp>
        <p:nvSpPr>
          <p:cNvPr id="188" name="Footer Placeholder 2"/>
          <p:cNvSpPr>
            <a:spLocks noGrp="1"/>
          </p:cNvSpPr>
          <p:nvPr>
            <p:ph type="ftr" sz="quarter" idx="11"/>
          </p:nvPr>
        </p:nvSpPr>
        <p:spPr>
          <a:xfrm>
            <a:off x="6375496" y="6475081"/>
            <a:ext cx="2177473" cy="241541"/>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200" dirty="0">
                <a:solidFill>
                  <a:srgbClr val="000000"/>
                </a:solidFill>
                <a:latin typeface="Tahoma" charset="0"/>
                <a:cs typeface="Arial" charset="0"/>
              </a:rPr>
              <a:t>Network Layer: Control Plane</a:t>
            </a:r>
          </a:p>
        </p:txBody>
      </p:sp>
    </p:spTree>
    <p:extLst>
      <p:ext uri="{BB962C8B-B14F-4D97-AF65-F5344CB8AC3E}">
        <p14:creationId xmlns:p14="http://schemas.microsoft.com/office/powerpoint/2010/main" val="264150424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9"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ssolve">
                                      <p:cBhvr>
                                        <p:cTn id="7" dur="500"/>
                                        <p:tgtEl>
                                          <p:spTgt spid="3"/>
                                        </p:tgtEl>
                                      </p:cBhvr>
                                    </p:animEffect>
                                  </p:childTnLst>
                                </p:cTn>
                              </p:par>
                              <p:par>
                                <p:cTn id="8" presetID="9" presetClass="entr" presetSubtype="0" fill="hold" nodeType="withEffect">
                                  <p:stCondLst>
                                    <p:cond delay="0"/>
                                  </p:stCondLst>
                                  <p:childTnLst>
                                    <p:set>
                                      <p:cBhvr>
                                        <p:cTn id="9" dur="1" fill="hold">
                                          <p:stCondLst>
                                            <p:cond delay="0"/>
                                          </p:stCondLst>
                                        </p:cTn>
                                        <p:tgtEl>
                                          <p:spTgt spid="139"/>
                                        </p:tgtEl>
                                        <p:attrNameLst>
                                          <p:attrName>style.visibility</p:attrName>
                                        </p:attrNameLst>
                                      </p:cBhvr>
                                      <p:to>
                                        <p:strVal val="visible"/>
                                      </p:to>
                                    </p:set>
                                    <p:animEffect transition="in" filter="dissolve">
                                      <p:cBhvr>
                                        <p:cTn id="10" dur="500"/>
                                        <p:tgtEl>
                                          <p:spTgt spid="139"/>
                                        </p:tgtEl>
                                      </p:cBhvr>
                                    </p:animEffect>
                                  </p:childTnLst>
                                </p:cTn>
                              </p:par>
                              <p:par>
                                <p:cTn id="11" presetID="9" presetClass="entr" presetSubtype="0" fill="hold" nodeType="withEffect">
                                  <p:stCondLst>
                                    <p:cond delay="0"/>
                                  </p:stCondLst>
                                  <p:childTnLst>
                                    <p:set>
                                      <p:cBhvr>
                                        <p:cTn id="12" dur="1" fill="hold">
                                          <p:stCondLst>
                                            <p:cond delay="0"/>
                                          </p:stCondLst>
                                        </p:cTn>
                                        <p:tgtEl>
                                          <p:spTgt spid="145"/>
                                        </p:tgtEl>
                                        <p:attrNameLst>
                                          <p:attrName>style.visibility</p:attrName>
                                        </p:attrNameLst>
                                      </p:cBhvr>
                                      <p:to>
                                        <p:strVal val="visible"/>
                                      </p:to>
                                    </p:set>
                                    <p:animEffect transition="in" filter="dissolve">
                                      <p:cBhvr>
                                        <p:cTn id="13" dur="500"/>
                                        <p:tgtEl>
                                          <p:spTgt spid="145"/>
                                        </p:tgtEl>
                                      </p:cBhvr>
                                    </p:animEffect>
                                  </p:childTnLst>
                                </p:cTn>
                              </p:par>
                              <p:par>
                                <p:cTn id="14" presetID="9" presetClass="entr" presetSubtype="0" fill="hold" nodeType="withEffect">
                                  <p:stCondLst>
                                    <p:cond delay="0"/>
                                  </p:stCondLst>
                                  <p:childTnLst>
                                    <p:set>
                                      <p:cBhvr>
                                        <p:cTn id="15" dur="1" fill="hold">
                                          <p:stCondLst>
                                            <p:cond delay="0"/>
                                          </p:stCondLst>
                                        </p:cTn>
                                        <p:tgtEl>
                                          <p:spTgt spid="151"/>
                                        </p:tgtEl>
                                        <p:attrNameLst>
                                          <p:attrName>style.visibility</p:attrName>
                                        </p:attrNameLst>
                                      </p:cBhvr>
                                      <p:to>
                                        <p:strVal val="visible"/>
                                      </p:to>
                                    </p:set>
                                    <p:animEffect transition="in" filter="dissolve">
                                      <p:cBhvr>
                                        <p:cTn id="16" dur="500"/>
                                        <p:tgtEl>
                                          <p:spTgt spid="151"/>
                                        </p:tgtEl>
                                      </p:cBhvr>
                                    </p:animEffect>
                                  </p:childTnLst>
                                </p:cTn>
                              </p:par>
                              <p:par>
                                <p:cTn id="17" presetID="9" presetClass="entr" presetSubtype="0" fill="hold" nodeType="withEffect">
                                  <p:stCondLst>
                                    <p:cond delay="0"/>
                                  </p:stCondLst>
                                  <p:childTnLst>
                                    <p:set>
                                      <p:cBhvr>
                                        <p:cTn id="18" dur="1" fill="hold">
                                          <p:stCondLst>
                                            <p:cond delay="0"/>
                                          </p:stCondLst>
                                        </p:cTn>
                                        <p:tgtEl>
                                          <p:spTgt spid="157"/>
                                        </p:tgtEl>
                                        <p:attrNameLst>
                                          <p:attrName>style.visibility</p:attrName>
                                        </p:attrNameLst>
                                      </p:cBhvr>
                                      <p:to>
                                        <p:strVal val="visible"/>
                                      </p:to>
                                    </p:set>
                                    <p:animEffect transition="in" filter="dissolve">
                                      <p:cBhvr>
                                        <p:cTn id="19" dur="500"/>
                                        <p:tgtEl>
                                          <p:spTgt spid="157"/>
                                        </p:tgtEl>
                                      </p:cBhvr>
                                    </p:animEffect>
                                  </p:childTnLst>
                                </p:cTn>
                              </p:par>
                            </p:childTnLst>
                          </p:cTn>
                        </p:par>
                      </p:childTnLst>
                    </p:cTn>
                  </p:par>
                  <p:par>
                    <p:cTn id="20" fill="hold" nodeType="clickPar">
                      <p:stCondLst>
                        <p:cond delay="indefinite"/>
                      </p:stCondLst>
                      <p:childTnLst>
                        <p:par>
                          <p:cTn id="21" fill="hold" nodeType="withGroup">
                            <p:stCondLst>
                              <p:cond delay="0"/>
                            </p:stCondLst>
                            <p:childTnLst>
                              <p:par>
                                <p:cTn id="22" presetID="9" presetClass="entr" presetSubtype="0" fill="hold" nodeType="clickEffect">
                                  <p:stCondLst>
                                    <p:cond delay="0"/>
                                  </p:stCondLst>
                                  <p:childTnLst>
                                    <p:set>
                                      <p:cBhvr>
                                        <p:cTn id="23" dur="1" fill="hold">
                                          <p:stCondLst>
                                            <p:cond delay="0"/>
                                          </p:stCondLst>
                                        </p:cTn>
                                        <p:tgtEl>
                                          <p:spTgt spid="5"/>
                                        </p:tgtEl>
                                        <p:attrNameLst>
                                          <p:attrName>style.visibility</p:attrName>
                                        </p:attrNameLst>
                                      </p:cBhvr>
                                      <p:to>
                                        <p:strVal val="visible"/>
                                      </p:to>
                                    </p:set>
                                    <p:animEffect transition="in" filter="dissolve">
                                      <p:cBhvr>
                                        <p:cTn id="24" dur="500"/>
                                        <p:tgtEl>
                                          <p:spTgt spid="5"/>
                                        </p:tgtEl>
                                      </p:cBhvr>
                                    </p:animEffect>
                                  </p:childTnLst>
                                </p:cTn>
                              </p:par>
                            </p:childTnLst>
                          </p:cTn>
                        </p:par>
                      </p:childTnLst>
                    </p:cTn>
                  </p:par>
                  <p:par>
                    <p:cTn id="25" fill="hold" nodeType="clickPar">
                      <p:stCondLst>
                        <p:cond delay="indefinite"/>
                      </p:stCondLst>
                      <p:childTnLst>
                        <p:par>
                          <p:cTn id="26" fill="hold" nodeType="withGroup">
                            <p:stCondLst>
                              <p:cond delay="0"/>
                            </p:stCondLst>
                            <p:childTnLst>
                              <p:par>
                                <p:cTn id="27" presetID="9" presetClass="entr" presetSubtype="0" fill="hold" nodeType="clickEffect">
                                  <p:stCondLst>
                                    <p:cond delay="0"/>
                                  </p:stCondLst>
                                  <p:childTnLst>
                                    <p:set>
                                      <p:cBhvr>
                                        <p:cTn id="28" dur="1" fill="hold">
                                          <p:stCondLst>
                                            <p:cond delay="0"/>
                                          </p:stCondLst>
                                        </p:cTn>
                                        <p:tgtEl>
                                          <p:spTgt spid="4"/>
                                        </p:tgtEl>
                                        <p:attrNameLst>
                                          <p:attrName>style.visibility</p:attrName>
                                        </p:attrNameLst>
                                      </p:cBhvr>
                                      <p:to>
                                        <p:strVal val="visible"/>
                                      </p:to>
                                    </p:set>
                                    <p:animEffect transition="in" filter="dissolve">
                                      <p:cBhvr>
                                        <p:cTn id="29"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2" name="Freeform 2"/>
          <p:cNvSpPr>
            <a:spLocks/>
          </p:cNvSpPr>
          <p:nvPr/>
        </p:nvSpPr>
        <p:spPr bwMode="auto">
          <a:xfrm rot="16383367">
            <a:off x="5235611" y="2469756"/>
            <a:ext cx="4057421" cy="2452239"/>
          </a:xfrm>
          <a:custGeom>
            <a:avLst/>
            <a:gdLst>
              <a:gd name="T0" fmla="*/ 6 w 1794"/>
              <a:gd name="T1" fmla="*/ 483 h 933"/>
              <a:gd name="T2" fmla="*/ 108 w 1794"/>
              <a:gd name="T3" fmla="*/ 125 h 933"/>
              <a:gd name="T4" fmla="*/ 559 w 1794"/>
              <a:gd name="T5" fmla="*/ 100 h 933"/>
              <a:gd name="T6" fmla="*/ 1128 w 1794"/>
              <a:gd name="T7" fmla="*/ 29 h 933"/>
              <a:gd name="T8" fmla="*/ 1716 w 1794"/>
              <a:gd name="T9" fmla="*/ 275 h 933"/>
              <a:gd name="T10" fmla="*/ 1596 w 1794"/>
              <a:gd name="T11" fmla="*/ 827 h 933"/>
              <a:gd name="T12" fmla="*/ 1380 w 1794"/>
              <a:gd name="T13" fmla="*/ 911 h 933"/>
              <a:gd name="T14" fmla="*/ 840 w 1794"/>
              <a:gd name="T15" fmla="*/ 929 h 933"/>
              <a:gd name="T16" fmla="*/ 414 w 1794"/>
              <a:gd name="T17" fmla="*/ 911 h 933"/>
              <a:gd name="T18" fmla="*/ 143 w 1794"/>
              <a:gd name="T19" fmla="*/ 832 h 933"/>
              <a:gd name="T20" fmla="*/ 6 w 1794"/>
              <a:gd name="T21" fmla="*/ 483 h 93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94"/>
              <a:gd name="T34" fmla="*/ 0 h 933"/>
              <a:gd name="T35" fmla="*/ 1794 w 1794"/>
              <a:gd name="T36" fmla="*/ 933 h 93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94" h="933">
                <a:moveTo>
                  <a:pt x="6" y="483"/>
                </a:moveTo>
                <a:cubicBezTo>
                  <a:pt x="0" y="365"/>
                  <a:pt x="16" y="189"/>
                  <a:pt x="108" y="125"/>
                </a:cubicBezTo>
                <a:cubicBezTo>
                  <a:pt x="200" y="61"/>
                  <a:pt x="389" y="116"/>
                  <a:pt x="559" y="100"/>
                </a:cubicBezTo>
                <a:cubicBezTo>
                  <a:pt x="729" y="84"/>
                  <a:pt x="935" y="0"/>
                  <a:pt x="1128" y="29"/>
                </a:cubicBezTo>
                <a:cubicBezTo>
                  <a:pt x="1321" y="58"/>
                  <a:pt x="1638" y="142"/>
                  <a:pt x="1716" y="275"/>
                </a:cubicBezTo>
                <a:cubicBezTo>
                  <a:pt x="1794" y="408"/>
                  <a:pt x="1652" y="721"/>
                  <a:pt x="1596" y="827"/>
                </a:cubicBezTo>
                <a:cubicBezTo>
                  <a:pt x="1540" y="933"/>
                  <a:pt x="1506" y="894"/>
                  <a:pt x="1380" y="911"/>
                </a:cubicBezTo>
                <a:cubicBezTo>
                  <a:pt x="1254" y="928"/>
                  <a:pt x="1001" y="929"/>
                  <a:pt x="840" y="929"/>
                </a:cubicBezTo>
                <a:cubicBezTo>
                  <a:pt x="679" y="929"/>
                  <a:pt x="530" y="927"/>
                  <a:pt x="414" y="911"/>
                </a:cubicBezTo>
                <a:cubicBezTo>
                  <a:pt x="298" y="895"/>
                  <a:pt x="211" y="903"/>
                  <a:pt x="143" y="832"/>
                </a:cubicBezTo>
                <a:cubicBezTo>
                  <a:pt x="75" y="761"/>
                  <a:pt x="4" y="624"/>
                  <a:pt x="6" y="483"/>
                </a:cubicBezTo>
                <a:close/>
              </a:path>
            </a:pathLst>
          </a:custGeom>
          <a:solidFill>
            <a:srgbClr val="66CCFF"/>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defTabSz="914400" eaLnBrk="0" fontAlgn="base" hangingPunct="0">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291" name="Freeform 2"/>
          <p:cNvSpPr>
            <a:spLocks/>
          </p:cNvSpPr>
          <p:nvPr/>
        </p:nvSpPr>
        <p:spPr bwMode="auto">
          <a:xfrm rot="16383367">
            <a:off x="1011196" y="2563335"/>
            <a:ext cx="4057421" cy="2452239"/>
          </a:xfrm>
          <a:custGeom>
            <a:avLst/>
            <a:gdLst>
              <a:gd name="T0" fmla="*/ 6 w 1794"/>
              <a:gd name="T1" fmla="*/ 483 h 933"/>
              <a:gd name="T2" fmla="*/ 108 w 1794"/>
              <a:gd name="T3" fmla="*/ 125 h 933"/>
              <a:gd name="T4" fmla="*/ 559 w 1794"/>
              <a:gd name="T5" fmla="*/ 100 h 933"/>
              <a:gd name="T6" fmla="*/ 1128 w 1794"/>
              <a:gd name="T7" fmla="*/ 29 h 933"/>
              <a:gd name="T8" fmla="*/ 1716 w 1794"/>
              <a:gd name="T9" fmla="*/ 275 h 933"/>
              <a:gd name="T10" fmla="*/ 1596 w 1794"/>
              <a:gd name="T11" fmla="*/ 827 h 933"/>
              <a:gd name="T12" fmla="*/ 1380 w 1794"/>
              <a:gd name="T13" fmla="*/ 911 h 933"/>
              <a:gd name="T14" fmla="*/ 840 w 1794"/>
              <a:gd name="T15" fmla="*/ 929 h 933"/>
              <a:gd name="T16" fmla="*/ 414 w 1794"/>
              <a:gd name="T17" fmla="*/ 911 h 933"/>
              <a:gd name="T18" fmla="*/ 143 w 1794"/>
              <a:gd name="T19" fmla="*/ 832 h 933"/>
              <a:gd name="T20" fmla="*/ 6 w 1794"/>
              <a:gd name="T21" fmla="*/ 483 h 93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94"/>
              <a:gd name="T34" fmla="*/ 0 h 933"/>
              <a:gd name="T35" fmla="*/ 1794 w 1794"/>
              <a:gd name="T36" fmla="*/ 933 h 93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94" h="933">
                <a:moveTo>
                  <a:pt x="6" y="483"/>
                </a:moveTo>
                <a:cubicBezTo>
                  <a:pt x="0" y="365"/>
                  <a:pt x="16" y="189"/>
                  <a:pt x="108" y="125"/>
                </a:cubicBezTo>
                <a:cubicBezTo>
                  <a:pt x="200" y="61"/>
                  <a:pt x="389" y="116"/>
                  <a:pt x="559" y="100"/>
                </a:cubicBezTo>
                <a:cubicBezTo>
                  <a:pt x="729" y="84"/>
                  <a:pt x="935" y="0"/>
                  <a:pt x="1128" y="29"/>
                </a:cubicBezTo>
                <a:cubicBezTo>
                  <a:pt x="1321" y="58"/>
                  <a:pt x="1638" y="142"/>
                  <a:pt x="1716" y="275"/>
                </a:cubicBezTo>
                <a:cubicBezTo>
                  <a:pt x="1794" y="408"/>
                  <a:pt x="1652" y="721"/>
                  <a:pt x="1596" y="827"/>
                </a:cubicBezTo>
                <a:cubicBezTo>
                  <a:pt x="1540" y="933"/>
                  <a:pt x="1506" y="894"/>
                  <a:pt x="1380" y="911"/>
                </a:cubicBezTo>
                <a:cubicBezTo>
                  <a:pt x="1254" y="928"/>
                  <a:pt x="1001" y="929"/>
                  <a:pt x="840" y="929"/>
                </a:cubicBezTo>
                <a:cubicBezTo>
                  <a:pt x="679" y="929"/>
                  <a:pt x="530" y="927"/>
                  <a:pt x="414" y="911"/>
                </a:cubicBezTo>
                <a:cubicBezTo>
                  <a:pt x="298" y="895"/>
                  <a:pt x="211" y="903"/>
                  <a:pt x="143" y="832"/>
                </a:cubicBezTo>
                <a:cubicBezTo>
                  <a:pt x="75" y="761"/>
                  <a:pt x="4" y="624"/>
                  <a:pt x="6" y="483"/>
                </a:cubicBezTo>
                <a:close/>
              </a:path>
            </a:pathLst>
          </a:custGeom>
          <a:solidFill>
            <a:srgbClr val="66CCFF"/>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defTabSz="914400" eaLnBrk="0" fontAlgn="base" hangingPunct="0">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203" name="Line 252"/>
          <p:cNvSpPr>
            <a:spLocks noChangeShapeType="1"/>
          </p:cNvSpPr>
          <p:nvPr/>
        </p:nvSpPr>
        <p:spPr bwMode="auto">
          <a:xfrm flipV="1">
            <a:off x="7246938" y="2713038"/>
            <a:ext cx="327025" cy="962025"/>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a:latin typeface="Arial"/>
              <a:cs typeface="Arial"/>
            </a:endParaRPr>
          </a:p>
        </p:txBody>
      </p:sp>
      <p:sp>
        <p:nvSpPr>
          <p:cNvPr id="204" name="Line 254"/>
          <p:cNvSpPr>
            <a:spLocks noChangeShapeType="1"/>
          </p:cNvSpPr>
          <p:nvPr/>
        </p:nvSpPr>
        <p:spPr bwMode="auto">
          <a:xfrm flipV="1">
            <a:off x="7567613" y="3592513"/>
            <a:ext cx="182562" cy="195262"/>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a:latin typeface="Arial"/>
              <a:cs typeface="Arial"/>
            </a:endParaRPr>
          </a:p>
        </p:txBody>
      </p:sp>
      <p:sp>
        <p:nvSpPr>
          <p:cNvPr id="205" name="Line 255"/>
          <p:cNvSpPr>
            <a:spLocks noChangeShapeType="1"/>
          </p:cNvSpPr>
          <p:nvPr/>
        </p:nvSpPr>
        <p:spPr bwMode="auto">
          <a:xfrm flipV="1">
            <a:off x="8388350" y="3576638"/>
            <a:ext cx="339725" cy="1587"/>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a:latin typeface="Arial"/>
              <a:cs typeface="Arial"/>
            </a:endParaRPr>
          </a:p>
        </p:txBody>
      </p:sp>
      <p:sp>
        <p:nvSpPr>
          <p:cNvPr id="206" name="Line 256"/>
          <p:cNvSpPr>
            <a:spLocks noChangeShapeType="1"/>
          </p:cNvSpPr>
          <p:nvPr/>
        </p:nvSpPr>
        <p:spPr bwMode="auto">
          <a:xfrm flipV="1">
            <a:off x="7061200" y="5143500"/>
            <a:ext cx="339725" cy="3175"/>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a:latin typeface="Arial"/>
              <a:cs typeface="Arial"/>
            </a:endParaRPr>
          </a:p>
        </p:txBody>
      </p:sp>
      <p:sp>
        <p:nvSpPr>
          <p:cNvPr id="207" name="Line 271"/>
          <p:cNvSpPr>
            <a:spLocks noChangeShapeType="1"/>
          </p:cNvSpPr>
          <p:nvPr/>
        </p:nvSpPr>
        <p:spPr bwMode="auto">
          <a:xfrm flipV="1">
            <a:off x="6175375" y="5138738"/>
            <a:ext cx="339725" cy="3175"/>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a:latin typeface="Arial"/>
              <a:cs typeface="Arial"/>
            </a:endParaRPr>
          </a:p>
        </p:txBody>
      </p:sp>
      <p:sp>
        <p:nvSpPr>
          <p:cNvPr id="208" name="Line 272"/>
          <p:cNvSpPr>
            <a:spLocks noChangeShapeType="1"/>
          </p:cNvSpPr>
          <p:nvPr/>
        </p:nvSpPr>
        <p:spPr bwMode="auto">
          <a:xfrm>
            <a:off x="7364413" y="3983038"/>
            <a:ext cx="468312" cy="574675"/>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a:latin typeface="Arial"/>
              <a:cs typeface="Arial"/>
            </a:endParaRPr>
          </a:p>
        </p:txBody>
      </p:sp>
      <p:pic>
        <p:nvPicPr>
          <p:cNvPr id="209"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894513" y="3681413"/>
            <a:ext cx="712787" cy="303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grpSp>
        <p:nvGrpSpPr>
          <p:cNvPr id="56449" name="Group 906"/>
          <p:cNvGrpSpPr>
            <a:grpSpLocks/>
          </p:cNvGrpSpPr>
          <p:nvPr/>
        </p:nvGrpSpPr>
        <p:grpSpPr bwMode="auto">
          <a:xfrm>
            <a:off x="7707395" y="4551854"/>
            <a:ext cx="354740" cy="534865"/>
            <a:chOff x="4140" y="429"/>
            <a:chExt cx="1425" cy="2396"/>
          </a:xfrm>
        </p:grpSpPr>
        <p:sp>
          <p:nvSpPr>
            <p:cNvPr id="56472" name="Freeform 907"/>
            <p:cNvSpPr>
              <a:spLocks/>
            </p:cNvSpPr>
            <p:nvPr/>
          </p:nvSpPr>
          <p:spPr bwMode="auto">
            <a:xfrm>
              <a:off x="5268" y="433"/>
              <a:ext cx="283" cy="2286"/>
            </a:xfrm>
            <a:custGeom>
              <a:avLst/>
              <a:gdLst>
                <a:gd name="T0" fmla="*/ 21 w 354"/>
                <a:gd name="T1" fmla="*/ 0 h 2742"/>
                <a:gd name="T2" fmla="*/ 116 w 354"/>
                <a:gd name="T3" fmla="*/ 137 h 2742"/>
                <a:gd name="T4" fmla="*/ 114 w 354"/>
                <a:gd name="T5" fmla="*/ 1057 h 2742"/>
                <a:gd name="T6" fmla="*/ 0 w 354"/>
                <a:gd name="T7" fmla="*/ 1105 h 2742"/>
                <a:gd name="T8" fmla="*/ 21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endParaRPr lang="en-US"/>
            </a:p>
          </p:txBody>
        </p:sp>
        <p:sp>
          <p:nvSpPr>
            <p:cNvPr id="234" name="Rectangle 908"/>
            <p:cNvSpPr>
              <a:spLocks noChangeArrowheads="1"/>
            </p:cNvSpPr>
            <p:nvPr/>
          </p:nvSpPr>
          <p:spPr bwMode="auto">
            <a:xfrm>
              <a:off x="4210" y="427"/>
              <a:ext cx="1046"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a:solidFill>
                  <a:srgbClr val="000000"/>
                </a:solidFill>
                <a:latin typeface="Arial"/>
                <a:cs typeface="Arial"/>
              </a:endParaRPr>
            </a:p>
          </p:txBody>
        </p:sp>
        <p:sp>
          <p:nvSpPr>
            <p:cNvPr id="56474" name="Freeform 909"/>
            <p:cNvSpPr>
              <a:spLocks/>
            </p:cNvSpPr>
            <p:nvPr/>
          </p:nvSpPr>
          <p:spPr bwMode="auto">
            <a:xfrm>
              <a:off x="5321" y="570"/>
              <a:ext cx="169" cy="2115"/>
            </a:xfrm>
            <a:custGeom>
              <a:avLst/>
              <a:gdLst>
                <a:gd name="T0" fmla="*/ 2 w 211"/>
                <a:gd name="T1" fmla="*/ 0 h 2537"/>
                <a:gd name="T2" fmla="*/ 70 w 211"/>
                <a:gd name="T3" fmla="*/ 88 h 2537"/>
                <a:gd name="T4" fmla="*/ 2 w 211"/>
                <a:gd name="T5" fmla="*/ 1007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endParaRPr lang="en-US"/>
            </a:p>
          </p:txBody>
        </p:sp>
        <p:sp>
          <p:nvSpPr>
            <p:cNvPr id="56475" name="Freeform 910"/>
            <p:cNvSpPr>
              <a:spLocks/>
            </p:cNvSpPr>
            <p:nvPr/>
          </p:nvSpPr>
          <p:spPr bwMode="auto">
            <a:xfrm>
              <a:off x="5284" y="1640"/>
              <a:ext cx="263" cy="189"/>
            </a:xfrm>
            <a:custGeom>
              <a:avLst/>
              <a:gdLst>
                <a:gd name="T0" fmla="*/ 2 w 328"/>
                <a:gd name="T1" fmla="*/ 0 h 226"/>
                <a:gd name="T2" fmla="*/ 109 w 328"/>
                <a:gd name="T3" fmla="*/ 52 h 226"/>
                <a:gd name="T4" fmla="*/ 108 w 328"/>
                <a:gd name="T5" fmla="*/ 92 h 226"/>
                <a:gd name="T6" fmla="*/ 0 w 328"/>
                <a:gd name="T7" fmla="*/ 41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endParaRPr lang="en-US"/>
            </a:p>
          </p:txBody>
        </p:sp>
        <p:sp>
          <p:nvSpPr>
            <p:cNvPr id="237" name="Rectangle 911"/>
            <p:cNvSpPr>
              <a:spLocks noChangeArrowheads="1"/>
            </p:cNvSpPr>
            <p:nvPr/>
          </p:nvSpPr>
          <p:spPr bwMode="auto">
            <a:xfrm>
              <a:off x="4216" y="690"/>
              <a:ext cx="593" cy="43"/>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a:solidFill>
                  <a:srgbClr val="000000"/>
                </a:solidFill>
                <a:latin typeface="Arial"/>
                <a:cs typeface="Arial"/>
              </a:endParaRPr>
            </a:p>
          </p:txBody>
        </p:sp>
        <p:grpSp>
          <p:nvGrpSpPr>
            <p:cNvPr id="56477" name="Group 912"/>
            <p:cNvGrpSpPr>
              <a:grpSpLocks/>
            </p:cNvGrpSpPr>
            <p:nvPr/>
          </p:nvGrpSpPr>
          <p:grpSpPr bwMode="auto">
            <a:xfrm>
              <a:off x="4749" y="668"/>
              <a:ext cx="581" cy="145"/>
              <a:chOff x="614" y="2568"/>
              <a:chExt cx="725" cy="139"/>
            </a:xfrm>
          </p:grpSpPr>
          <p:sp>
            <p:nvSpPr>
              <p:cNvPr id="263" name="AutoShape 913"/>
              <p:cNvSpPr>
                <a:spLocks noChangeArrowheads="1"/>
              </p:cNvSpPr>
              <p:nvPr/>
            </p:nvSpPr>
            <p:spPr bwMode="auto">
              <a:xfrm>
                <a:off x="618" y="2569"/>
                <a:ext cx="724" cy="130"/>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a:solidFill>
                    <a:srgbClr val="000000"/>
                  </a:solidFill>
                  <a:latin typeface="Arial"/>
                  <a:cs typeface="Arial"/>
                </a:endParaRPr>
              </a:p>
            </p:txBody>
          </p:sp>
          <p:sp>
            <p:nvSpPr>
              <p:cNvPr id="264" name="AutoShape 914"/>
              <p:cNvSpPr>
                <a:spLocks noChangeArrowheads="1"/>
              </p:cNvSpPr>
              <p:nvPr/>
            </p:nvSpPr>
            <p:spPr bwMode="auto">
              <a:xfrm>
                <a:off x="633" y="2582"/>
                <a:ext cx="692" cy="102"/>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a:solidFill>
                    <a:srgbClr val="000000"/>
                  </a:solidFill>
                  <a:latin typeface="Arial"/>
                  <a:cs typeface="Arial"/>
                </a:endParaRPr>
              </a:p>
            </p:txBody>
          </p:sp>
        </p:grpSp>
        <p:sp>
          <p:nvSpPr>
            <p:cNvPr id="239" name="Rectangle 915"/>
            <p:cNvSpPr>
              <a:spLocks noChangeArrowheads="1"/>
            </p:cNvSpPr>
            <p:nvPr/>
          </p:nvSpPr>
          <p:spPr bwMode="auto">
            <a:xfrm>
              <a:off x="4229" y="1017"/>
              <a:ext cx="593" cy="50"/>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a:solidFill>
                  <a:srgbClr val="000000"/>
                </a:solidFill>
                <a:latin typeface="Arial"/>
                <a:cs typeface="Arial"/>
              </a:endParaRPr>
            </a:p>
          </p:txBody>
        </p:sp>
        <p:grpSp>
          <p:nvGrpSpPr>
            <p:cNvPr id="56479" name="Group 916"/>
            <p:cNvGrpSpPr>
              <a:grpSpLocks/>
            </p:cNvGrpSpPr>
            <p:nvPr/>
          </p:nvGrpSpPr>
          <p:grpSpPr bwMode="auto">
            <a:xfrm>
              <a:off x="4747" y="994"/>
              <a:ext cx="581" cy="134"/>
              <a:chOff x="614" y="2568"/>
              <a:chExt cx="725" cy="139"/>
            </a:xfrm>
          </p:grpSpPr>
          <p:sp>
            <p:nvSpPr>
              <p:cNvPr id="261" name="AutoShape 917"/>
              <p:cNvSpPr>
                <a:spLocks noChangeArrowheads="1"/>
              </p:cNvSpPr>
              <p:nvPr/>
            </p:nvSpPr>
            <p:spPr bwMode="auto">
              <a:xfrm>
                <a:off x="612" y="2562"/>
                <a:ext cx="732" cy="140"/>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a:solidFill>
                    <a:srgbClr val="000000"/>
                  </a:solidFill>
                  <a:latin typeface="Arial"/>
                  <a:cs typeface="Arial"/>
                </a:endParaRPr>
              </a:p>
            </p:txBody>
          </p:sp>
          <p:sp>
            <p:nvSpPr>
              <p:cNvPr id="262" name="AutoShape 918"/>
              <p:cNvSpPr>
                <a:spLocks noChangeArrowheads="1"/>
              </p:cNvSpPr>
              <p:nvPr/>
            </p:nvSpPr>
            <p:spPr bwMode="auto">
              <a:xfrm>
                <a:off x="628" y="2577"/>
                <a:ext cx="700"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a:solidFill>
                    <a:srgbClr val="000000"/>
                  </a:solidFill>
                  <a:latin typeface="Arial"/>
                  <a:cs typeface="Arial"/>
                </a:endParaRPr>
              </a:p>
            </p:txBody>
          </p:sp>
        </p:grpSp>
        <p:sp>
          <p:nvSpPr>
            <p:cNvPr id="241" name="Rectangle 919"/>
            <p:cNvSpPr>
              <a:spLocks noChangeArrowheads="1"/>
            </p:cNvSpPr>
            <p:nvPr/>
          </p:nvSpPr>
          <p:spPr bwMode="auto">
            <a:xfrm>
              <a:off x="4216" y="1358"/>
              <a:ext cx="599" cy="50"/>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a:solidFill>
                  <a:srgbClr val="000000"/>
                </a:solidFill>
                <a:latin typeface="Arial"/>
                <a:cs typeface="Arial"/>
              </a:endParaRPr>
            </a:p>
          </p:txBody>
        </p:sp>
        <p:sp>
          <p:nvSpPr>
            <p:cNvPr id="242" name="Rectangle 920"/>
            <p:cNvSpPr>
              <a:spLocks noChangeArrowheads="1"/>
            </p:cNvSpPr>
            <p:nvPr/>
          </p:nvSpPr>
          <p:spPr bwMode="auto">
            <a:xfrm>
              <a:off x="4229" y="1657"/>
              <a:ext cx="599" cy="43"/>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a:solidFill>
                  <a:srgbClr val="000000"/>
                </a:solidFill>
                <a:latin typeface="Arial"/>
                <a:cs typeface="Arial"/>
              </a:endParaRPr>
            </a:p>
          </p:txBody>
        </p:sp>
        <p:grpSp>
          <p:nvGrpSpPr>
            <p:cNvPr id="56482" name="Group 921"/>
            <p:cNvGrpSpPr>
              <a:grpSpLocks/>
            </p:cNvGrpSpPr>
            <p:nvPr/>
          </p:nvGrpSpPr>
          <p:grpSpPr bwMode="auto">
            <a:xfrm>
              <a:off x="4735" y="1627"/>
              <a:ext cx="582" cy="151"/>
              <a:chOff x="614" y="2568"/>
              <a:chExt cx="725" cy="139"/>
            </a:xfrm>
          </p:grpSpPr>
          <p:sp>
            <p:nvSpPr>
              <p:cNvPr id="259" name="AutoShape 922"/>
              <p:cNvSpPr>
                <a:spLocks noChangeArrowheads="1"/>
              </p:cNvSpPr>
              <p:nvPr/>
            </p:nvSpPr>
            <p:spPr bwMode="auto">
              <a:xfrm>
                <a:off x="619" y="2569"/>
                <a:ext cx="723" cy="137"/>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a:solidFill>
                    <a:srgbClr val="000000"/>
                  </a:solidFill>
                  <a:latin typeface="Arial"/>
                  <a:cs typeface="Arial"/>
                </a:endParaRPr>
              </a:p>
            </p:txBody>
          </p:sp>
          <p:sp>
            <p:nvSpPr>
              <p:cNvPr id="260" name="AutoShape 923"/>
              <p:cNvSpPr>
                <a:spLocks noChangeArrowheads="1"/>
              </p:cNvSpPr>
              <p:nvPr/>
            </p:nvSpPr>
            <p:spPr bwMode="auto">
              <a:xfrm>
                <a:off x="635" y="2589"/>
                <a:ext cx="691"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a:solidFill>
                    <a:srgbClr val="000000"/>
                  </a:solidFill>
                  <a:latin typeface="Arial"/>
                  <a:cs typeface="Arial"/>
                </a:endParaRPr>
              </a:p>
            </p:txBody>
          </p:sp>
        </p:grpSp>
        <p:sp>
          <p:nvSpPr>
            <p:cNvPr id="56483" name="Freeform 924"/>
            <p:cNvSpPr>
              <a:spLocks/>
            </p:cNvSpPr>
            <p:nvPr/>
          </p:nvSpPr>
          <p:spPr bwMode="auto">
            <a:xfrm>
              <a:off x="5288" y="1354"/>
              <a:ext cx="263" cy="188"/>
            </a:xfrm>
            <a:custGeom>
              <a:avLst/>
              <a:gdLst>
                <a:gd name="T0" fmla="*/ 2 w 328"/>
                <a:gd name="T1" fmla="*/ 0 h 226"/>
                <a:gd name="T2" fmla="*/ 109 w 328"/>
                <a:gd name="T3" fmla="*/ 51 h 226"/>
                <a:gd name="T4" fmla="*/ 108 w 328"/>
                <a:gd name="T5" fmla="*/ 90 h 226"/>
                <a:gd name="T6" fmla="*/ 0 w 328"/>
                <a:gd name="T7" fmla="*/ 3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endParaRPr lang="en-US"/>
            </a:p>
          </p:txBody>
        </p:sp>
        <p:grpSp>
          <p:nvGrpSpPr>
            <p:cNvPr id="56484" name="Group 925"/>
            <p:cNvGrpSpPr>
              <a:grpSpLocks/>
            </p:cNvGrpSpPr>
            <p:nvPr/>
          </p:nvGrpSpPr>
          <p:grpSpPr bwMode="auto">
            <a:xfrm>
              <a:off x="4739" y="1327"/>
              <a:ext cx="582" cy="139"/>
              <a:chOff x="614" y="2568"/>
              <a:chExt cx="725" cy="139"/>
            </a:xfrm>
          </p:grpSpPr>
          <p:sp>
            <p:nvSpPr>
              <p:cNvPr id="257" name="AutoShape 926"/>
              <p:cNvSpPr>
                <a:spLocks noChangeArrowheads="1"/>
              </p:cNvSpPr>
              <p:nvPr/>
            </p:nvSpPr>
            <p:spPr bwMode="auto">
              <a:xfrm>
                <a:off x="614" y="2564"/>
                <a:ext cx="723" cy="142"/>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a:solidFill>
                    <a:srgbClr val="000000"/>
                  </a:solidFill>
                  <a:latin typeface="Arial"/>
                  <a:cs typeface="Arial"/>
                </a:endParaRPr>
              </a:p>
            </p:txBody>
          </p:sp>
          <p:sp>
            <p:nvSpPr>
              <p:cNvPr id="258" name="AutoShape 927"/>
              <p:cNvSpPr>
                <a:spLocks noChangeArrowheads="1"/>
              </p:cNvSpPr>
              <p:nvPr/>
            </p:nvSpPr>
            <p:spPr bwMode="auto">
              <a:xfrm>
                <a:off x="630" y="2578"/>
                <a:ext cx="699"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a:solidFill>
                    <a:srgbClr val="000000"/>
                  </a:solidFill>
                  <a:latin typeface="Arial"/>
                  <a:cs typeface="Arial"/>
                </a:endParaRPr>
              </a:p>
            </p:txBody>
          </p:sp>
        </p:grpSp>
        <p:sp>
          <p:nvSpPr>
            <p:cNvPr id="246" name="Rectangle 928"/>
            <p:cNvSpPr>
              <a:spLocks noChangeArrowheads="1"/>
            </p:cNvSpPr>
            <p:nvPr/>
          </p:nvSpPr>
          <p:spPr bwMode="auto">
            <a:xfrm>
              <a:off x="5249" y="427"/>
              <a:ext cx="70"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a:solidFill>
                  <a:srgbClr val="000000"/>
                </a:solidFill>
                <a:latin typeface="Arial"/>
                <a:cs typeface="Arial"/>
              </a:endParaRPr>
            </a:p>
          </p:txBody>
        </p:sp>
        <p:sp>
          <p:nvSpPr>
            <p:cNvPr id="56486" name="Freeform 929"/>
            <p:cNvSpPr>
              <a:spLocks/>
            </p:cNvSpPr>
            <p:nvPr/>
          </p:nvSpPr>
          <p:spPr bwMode="auto">
            <a:xfrm>
              <a:off x="5312" y="1007"/>
              <a:ext cx="237" cy="213"/>
            </a:xfrm>
            <a:custGeom>
              <a:avLst/>
              <a:gdLst>
                <a:gd name="T0" fmla="*/ 2 w 296"/>
                <a:gd name="T1" fmla="*/ 0 h 256"/>
                <a:gd name="T2" fmla="*/ 96 w 296"/>
                <a:gd name="T3" fmla="*/ 57 h 256"/>
                <a:gd name="T4" fmla="*/ 98 w 296"/>
                <a:gd name="T5" fmla="*/ 102 h 256"/>
                <a:gd name="T6" fmla="*/ 0 w 296"/>
                <a:gd name="T7" fmla="*/ 39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endParaRPr lang="en-US"/>
            </a:p>
          </p:txBody>
        </p:sp>
        <p:sp>
          <p:nvSpPr>
            <p:cNvPr id="56487" name="Freeform 930"/>
            <p:cNvSpPr>
              <a:spLocks/>
            </p:cNvSpPr>
            <p:nvPr/>
          </p:nvSpPr>
          <p:spPr bwMode="auto">
            <a:xfrm>
              <a:off x="5315" y="680"/>
              <a:ext cx="244" cy="240"/>
            </a:xfrm>
            <a:custGeom>
              <a:avLst/>
              <a:gdLst>
                <a:gd name="T0" fmla="*/ 0 w 304"/>
                <a:gd name="T1" fmla="*/ 0 h 288"/>
                <a:gd name="T2" fmla="*/ 101 w 304"/>
                <a:gd name="T3" fmla="*/ 66 h 288"/>
                <a:gd name="T4" fmla="*/ 95 w 304"/>
                <a:gd name="T5" fmla="*/ 116 h 288"/>
                <a:gd name="T6" fmla="*/ 2 w 304"/>
                <a:gd name="T7" fmla="*/ 5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endParaRPr lang="en-US"/>
            </a:p>
          </p:txBody>
        </p:sp>
        <p:sp>
          <p:nvSpPr>
            <p:cNvPr id="249" name="Oval 931"/>
            <p:cNvSpPr>
              <a:spLocks noChangeArrowheads="1"/>
            </p:cNvSpPr>
            <p:nvPr/>
          </p:nvSpPr>
          <p:spPr bwMode="auto">
            <a:xfrm>
              <a:off x="5517" y="2603"/>
              <a:ext cx="51" cy="100"/>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a:solidFill>
                  <a:srgbClr val="000000"/>
                </a:solidFill>
                <a:latin typeface="Arial"/>
                <a:cs typeface="Arial"/>
              </a:endParaRPr>
            </a:p>
          </p:txBody>
        </p:sp>
        <p:sp>
          <p:nvSpPr>
            <p:cNvPr id="56489" name="Freeform 932"/>
            <p:cNvSpPr>
              <a:spLocks/>
            </p:cNvSpPr>
            <p:nvPr/>
          </p:nvSpPr>
          <p:spPr bwMode="auto">
            <a:xfrm>
              <a:off x="5302" y="2614"/>
              <a:ext cx="245" cy="200"/>
            </a:xfrm>
            <a:custGeom>
              <a:avLst/>
              <a:gdLst>
                <a:gd name="T0" fmla="*/ 0 w 306"/>
                <a:gd name="T1" fmla="*/ 43 h 240"/>
                <a:gd name="T2" fmla="*/ 2 w 306"/>
                <a:gd name="T3" fmla="*/ 97 h 240"/>
                <a:gd name="T4" fmla="*/ 101 w 306"/>
                <a:gd name="T5" fmla="*/ 44 h 240"/>
                <a:gd name="T6" fmla="*/ 98 w 306"/>
                <a:gd name="T7" fmla="*/ 0 h 240"/>
                <a:gd name="T8" fmla="*/ 0 w 306"/>
                <a:gd name="T9" fmla="*/ 43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endParaRPr lang="en-US"/>
            </a:p>
          </p:txBody>
        </p:sp>
        <p:sp>
          <p:nvSpPr>
            <p:cNvPr id="251" name="AutoShape 933"/>
            <p:cNvSpPr>
              <a:spLocks noChangeArrowheads="1"/>
            </p:cNvSpPr>
            <p:nvPr/>
          </p:nvSpPr>
          <p:spPr bwMode="auto">
            <a:xfrm>
              <a:off x="4140" y="2681"/>
              <a:ext cx="1199" cy="142"/>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a:solidFill>
                  <a:srgbClr val="000000"/>
                </a:solidFill>
                <a:latin typeface="Arial"/>
                <a:cs typeface="Arial"/>
              </a:endParaRPr>
            </a:p>
          </p:txBody>
        </p:sp>
        <p:sp>
          <p:nvSpPr>
            <p:cNvPr id="252" name="AutoShape 934"/>
            <p:cNvSpPr>
              <a:spLocks noChangeArrowheads="1"/>
            </p:cNvSpPr>
            <p:nvPr/>
          </p:nvSpPr>
          <p:spPr bwMode="auto">
            <a:xfrm>
              <a:off x="4210" y="2710"/>
              <a:ext cx="1065" cy="78"/>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a:solidFill>
                  <a:srgbClr val="000000"/>
                </a:solidFill>
                <a:latin typeface="Arial"/>
                <a:cs typeface="Arial"/>
              </a:endParaRPr>
            </a:p>
          </p:txBody>
        </p:sp>
        <p:sp>
          <p:nvSpPr>
            <p:cNvPr id="253" name="Oval 935"/>
            <p:cNvSpPr>
              <a:spLocks noChangeArrowheads="1"/>
            </p:cNvSpPr>
            <p:nvPr/>
          </p:nvSpPr>
          <p:spPr bwMode="auto">
            <a:xfrm>
              <a:off x="4305" y="2382"/>
              <a:ext cx="159" cy="142"/>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a:solidFill>
                  <a:srgbClr val="000000"/>
                </a:solidFill>
                <a:latin typeface="Arial"/>
                <a:cs typeface="Arial"/>
              </a:endParaRPr>
            </a:p>
          </p:txBody>
        </p:sp>
        <p:sp>
          <p:nvSpPr>
            <p:cNvPr id="254" name="Oval 936"/>
            <p:cNvSpPr>
              <a:spLocks noChangeArrowheads="1"/>
            </p:cNvSpPr>
            <p:nvPr/>
          </p:nvSpPr>
          <p:spPr bwMode="auto">
            <a:xfrm>
              <a:off x="4484" y="2382"/>
              <a:ext cx="159" cy="142"/>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eaLnBrk="1" hangingPunct="1">
                <a:defRPr/>
              </a:pPr>
              <a:endParaRPr lang="en-US">
                <a:solidFill>
                  <a:srgbClr val="FF0000"/>
                </a:solidFill>
                <a:latin typeface="Arial"/>
                <a:cs typeface="Arial"/>
              </a:endParaRPr>
            </a:p>
          </p:txBody>
        </p:sp>
        <p:sp>
          <p:nvSpPr>
            <p:cNvPr id="255" name="Oval 937"/>
            <p:cNvSpPr>
              <a:spLocks noChangeArrowheads="1"/>
            </p:cNvSpPr>
            <p:nvPr/>
          </p:nvSpPr>
          <p:spPr bwMode="auto">
            <a:xfrm>
              <a:off x="4663" y="2375"/>
              <a:ext cx="159" cy="149"/>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a:solidFill>
                  <a:srgbClr val="000000"/>
                </a:solidFill>
                <a:latin typeface="Arial"/>
                <a:cs typeface="Arial"/>
              </a:endParaRPr>
            </a:p>
          </p:txBody>
        </p:sp>
        <p:sp>
          <p:nvSpPr>
            <p:cNvPr id="256" name="Rectangle 938"/>
            <p:cNvSpPr>
              <a:spLocks noChangeArrowheads="1"/>
            </p:cNvSpPr>
            <p:nvPr/>
          </p:nvSpPr>
          <p:spPr bwMode="auto">
            <a:xfrm>
              <a:off x="5058" y="1835"/>
              <a:ext cx="89" cy="761"/>
            </a:xfrm>
            <a:prstGeom prst="rect">
              <a:avLst/>
            </a:prstGeom>
            <a:solidFill>
              <a:srgbClr val="292929"/>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a:solidFill>
                  <a:srgbClr val="000000"/>
                </a:solidFill>
                <a:latin typeface="Arial"/>
                <a:cs typeface="Arial"/>
              </a:endParaRPr>
            </a:p>
          </p:txBody>
        </p:sp>
      </p:grpSp>
      <p:grpSp>
        <p:nvGrpSpPr>
          <p:cNvPr id="56450" name="Group 44"/>
          <p:cNvGrpSpPr>
            <a:grpSpLocks/>
          </p:cNvGrpSpPr>
          <p:nvPr/>
        </p:nvGrpSpPr>
        <p:grpSpPr bwMode="auto">
          <a:xfrm>
            <a:off x="7190928" y="2171180"/>
            <a:ext cx="873545" cy="670537"/>
            <a:chOff x="-44" y="1473"/>
            <a:chExt cx="981" cy="1105"/>
          </a:xfrm>
        </p:grpSpPr>
        <p:pic>
          <p:nvPicPr>
            <p:cNvPr id="56470" name="Picture 45" descr="desktop_computer_stylized_medium"/>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56471" name="Freeform 46"/>
            <p:cNvSpPr>
              <a:spLocks/>
            </p:cNvSpPr>
            <p:nvPr/>
          </p:nvSpPr>
          <p:spPr bwMode="auto">
            <a:xfrm flipH="1">
              <a:off x="374" y="1579"/>
              <a:ext cx="477" cy="506"/>
            </a:xfrm>
            <a:custGeom>
              <a:avLst/>
              <a:gdLst>
                <a:gd name="T0" fmla="*/ 0 w 356"/>
                <a:gd name="T1" fmla="*/ 0 h 368"/>
                <a:gd name="T2" fmla="*/ 1296 w 356"/>
                <a:gd name="T3" fmla="*/ 69 h 368"/>
                <a:gd name="T4" fmla="*/ 1537 w 356"/>
                <a:gd name="T5" fmla="*/ 1447 h 368"/>
                <a:gd name="T6" fmla="*/ 339 w 356"/>
                <a:gd name="T7" fmla="*/ 1810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endParaRPr lang="en-US"/>
            </a:p>
          </p:txBody>
        </p:sp>
      </p:grpSp>
      <p:grpSp>
        <p:nvGrpSpPr>
          <p:cNvPr id="56451" name="Group 44"/>
          <p:cNvGrpSpPr>
            <a:grpSpLocks/>
          </p:cNvGrpSpPr>
          <p:nvPr/>
        </p:nvGrpSpPr>
        <p:grpSpPr bwMode="auto">
          <a:xfrm>
            <a:off x="6034088" y="2572384"/>
            <a:ext cx="873545" cy="670537"/>
            <a:chOff x="-44" y="1473"/>
            <a:chExt cx="981" cy="1105"/>
          </a:xfrm>
        </p:grpSpPr>
        <p:pic>
          <p:nvPicPr>
            <p:cNvPr id="56468" name="Picture 45" descr="desktop_computer_stylized_medium"/>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56469" name="Freeform 46"/>
            <p:cNvSpPr>
              <a:spLocks/>
            </p:cNvSpPr>
            <p:nvPr/>
          </p:nvSpPr>
          <p:spPr bwMode="auto">
            <a:xfrm flipH="1">
              <a:off x="374" y="1579"/>
              <a:ext cx="477" cy="506"/>
            </a:xfrm>
            <a:custGeom>
              <a:avLst/>
              <a:gdLst>
                <a:gd name="T0" fmla="*/ 0 w 356"/>
                <a:gd name="T1" fmla="*/ 0 h 368"/>
                <a:gd name="T2" fmla="*/ 1296 w 356"/>
                <a:gd name="T3" fmla="*/ 69 h 368"/>
                <a:gd name="T4" fmla="*/ 1537 w 356"/>
                <a:gd name="T5" fmla="*/ 1447 h 368"/>
                <a:gd name="T6" fmla="*/ 339 w 356"/>
                <a:gd name="T7" fmla="*/ 1810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endParaRPr lang="en-US"/>
            </a:p>
          </p:txBody>
        </p:sp>
      </p:grpSp>
      <p:sp>
        <p:nvSpPr>
          <p:cNvPr id="213" name="Line 272"/>
          <p:cNvSpPr>
            <a:spLocks noChangeShapeType="1"/>
          </p:cNvSpPr>
          <p:nvPr/>
        </p:nvSpPr>
        <p:spPr bwMode="auto">
          <a:xfrm>
            <a:off x="6689725" y="3170238"/>
            <a:ext cx="360363" cy="511175"/>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a:latin typeface="Arial"/>
              <a:cs typeface="Arial"/>
            </a:endParaRPr>
          </a:p>
        </p:txBody>
      </p:sp>
      <p:sp>
        <p:nvSpPr>
          <p:cNvPr id="214" name="Line 272"/>
          <p:cNvSpPr>
            <a:spLocks noChangeShapeType="1"/>
          </p:cNvSpPr>
          <p:nvPr/>
        </p:nvSpPr>
        <p:spPr bwMode="auto">
          <a:xfrm flipH="1">
            <a:off x="6897688" y="3975100"/>
            <a:ext cx="257175" cy="1006475"/>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a:latin typeface="Arial"/>
              <a:cs typeface="Arial"/>
            </a:endParaRPr>
          </a:p>
        </p:txBody>
      </p:sp>
      <p:sp>
        <p:nvSpPr>
          <p:cNvPr id="121" name="Line 252"/>
          <p:cNvSpPr>
            <a:spLocks noChangeShapeType="1"/>
          </p:cNvSpPr>
          <p:nvPr/>
        </p:nvSpPr>
        <p:spPr bwMode="auto">
          <a:xfrm flipV="1">
            <a:off x="3033713" y="2732088"/>
            <a:ext cx="327025" cy="962025"/>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a:latin typeface="Arial"/>
              <a:cs typeface="Arial"/>
            </a:endParaRPr>
          </a:p>
        </p:txBody>
      </p:sp>
      <p:sp>
        <p:nvSpPr>
          <p:cNvPr id="122" name="Line 254"/>
          <p:cNvSpPr>
            <a:spLocks noChangeShapeType="1"/>
          </p:cNvSpPr>
          <p:nvPr/>
        </p:nvSpPr>
        <p:spPr bwMode="auto">
          <a:xfrm flipV="1">
            <a:off x="3354388" y="3611563"/>
            <a:ext cx="182562" cy="195262"/>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a:latin typeface="Arial"/>
              <a:cs typeface="Arial"/>
            </a:endParaRPr>
          </a:p>
        </p:txBody>
      </p:sp>
      <p:sp>
        <p:nvSpPr>
          <p:cNvPr id="123" name="Line 255"/>
          <p:cNvSpPr>
            <a:spLocks noChangeShapeType="1"/>
          </p:cNvSpPr>
          <p:nvPr/>
        </p:nvSpPr>
        <p:spPr bwMode="auto">
          <a:xfrm flipV="1">
            <a:off x="4175125" y="3595688"/>
            <a:ext cx="339725" cy="1587"/>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a:latin typeface="Arial"/>
              <a:cs typeface="Arial"/>
            </a:endParaRPr>
          </a:p>
        </p:txBody>
      </p:sp>
      <p:sp>
        <p:nvSpPr>
          <p:cNvPr id="124" name="Line 256"/>
          <p:cNvSpPr>
            <a:spLocks noChangeShapeType="1"/>
          </p:cNvSpPr>
          <p:nvPr/>
        </p:nvSpPr>
        <p:spPr bwMode="auto">
          <a:xfrm flipV="1">
            <a:off x="2847975" y="5162550"/>
            <a:ext cx="339725" cy="3175"/>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a:latin typeface="Arial"/>
              <a:cs typeface="Arial"/>
            </a:endParaRPr>
          </a:p>
        </p:txBody>
      </p:sp>
      <p:sp>
        <p:nvSpPr>
          <p:cNvPr id="125" name="Line 271"/>
          <p:cNvSpPr>
            <a:spLocks noChangeShapeType="1"/>
          </p:cNvSpPr>
          <p:nvPr/>
        </p:nvSpPr>
        <p:spPr bwMode="auto">
          <a:xfrm flipV="1">
            <a:off x="2055726" y="5171156"/>
            <a:ext cx="339725" cy="3175"/>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a:latin typeface="Arial"/>
              <a:cs typeface="Arial"/>
            </a:endParaRPr>
          </a:p>
        </p:txBody>
      </p:sp>
      <p:sp>
        <p:nvSpPr>
          <p:cNvPr id="126" name="Line 272"/>
          <p:cNvSpPr>
            <a:spLocks noChangeShapeType="1"/>
          </p:cNvSpPr>
          <p:nvPr/>
        </p:nvSpPr>
        <p:spPr bwMode="auto">
          <a:xfrm>
            <a:off x="3151188" y="4002088"/>
            <a:ext cx="468312" cy="574675"/>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a:latin typeface="Arial"/>
              <a:cs typeface="Arial"/>
            </a:endParaRPr>
          </a:p>
        </p:txBody>
      </p:sp>
      <p:pic>
        <p:nvPicPr>
          <p:cNvPr id="127"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681288" y="3700463"/>
            <a:ext cx="712787" cy="303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grpSp>
        <p:nvGrpSpPr>
          <p:cNvPr id="56372" name="Group 906"/>
          <p:cNvGrpSpPr>
            <a:grpSpLocks/>
          </p:cNvGrpSpPr>
          <p:nvPr/>
        </p:nvGrpSpPr>
        <p:grpSpPr bwMode="auto">
          <a:xfrm>
            <a:off x="3494170" y="4570904"/>
            <a:ext cx="354740" cy="534865"/>
            <a:chOff x="4140" y="429"/>
            <a:chExt cx="1425" cy="2396"/>
          </a:xfrm>
        </p:grpSpPr>
        <p:sp>
          <p:nvSpPr>
            <p:cNvPr id="56395" name="Freeform 907"/>
            <p:cNvSpPr>
              <a:spLocks/>
            </p:cNvSpPr>
            <p:nvPr/>
          </p:nvSpPr>
          <p:spPr bwMode="auto">
            <a:xfrm>
              <a:off x="5268" y="433"/>
              <a:ext cx="283" cy="2286"/>
            </a:xfrm>
            <a:custGeom>
              <a:avLst/>
              <a:gdLst>
                <a:gd name="T0" fmla="*/ 21 w 354"/>
                <a:gd name="T1" fmla="*/ 0 h 2742"/>
                <a:gd name="T2" fmla="*/ 116 w 354"/>
                <a:gd name="T3" fmla="*/ 137 h 2742"/>
                <a:gd name="T4" fmla="*/ 114 w 354"/>
                <a:gd name="T5" fmla="*/ 1057 h 2742"/>
                <a:gd name="T6" fmla="*/ 0 w 354"/>
                <a:gd name="T7" fmla="*/ 1105 h 2742"/>
                <a:gd name="T8" fmla="*/ 21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endParaRPr lang="en-US"/>
            </a:p>
          </p:txBody>
        </p:sp>
        <p:sp>
          <p:nvSpPr>
            <p:cNvPr id="152" name="Rectangle 908"/>
            <p:cNvSpPr>
              <a:spLocks noChangeArrowheads="1"/>
            </p:cNvSpPr>
            <p:nvPr/>
          </p:nvSpPr>
          <p:spPr bwMode="auto">
            <a:xfrm>
              <a:off x="4210" y="427"/>
              <a:ext cx="1046"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a:solidFill>
                  <a:srgbClr val="000000"/>
                </a:solidFill>
                <a:latin typeface="Arial"/>
                <a:cs typeface="Arial"/>
              </a:endParaRPr>
            </a:p>
          </p:txBody>
        </p:sp>
        <p:sp>
          <p:nvSpPr>
            <p:cNvPr id="56397" name="Freeform 909"/>
            <p:cNvSpPr>
              <a:spLocks/>
            </p:cNvSpPr>
            <p:nvPr/>
          </p:nvSpPr>
          <p:spPr bwMode="auto">
            <a:xfrm>
              <a:off x="5321" y="570"/>
              <a:ext cx="169" cy="2115"/>
            </a:xfrm>
            <a:custGeom>
              <a:avLst/>
              <a:gdLst>
                <a:gd name="T0" fmla="*/ 2 w 211"/>
                <a:gd name="T1" fmla="*/ 0 h 2537"/>
                <a:gd name="T2" fmla="*/ 70 w 211"/>
                <a:gd name="T3" fmla="*/ 88 h 2537"/>
                <a:gd name="T4" fmla="*/ 2 w 211"/>
                <a:gd name="T5" fmla="*/ 1007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endParaRPr lang="en-US"/>
            </a:p>
          </p:txBody>
        </p:sp>
        <p:sp>
          <p:nvSpPr>
            <p:cNvPr id="56398" name="Freeform 910"/>
            <p:cNvSpPr>
              <a:spLocks/>
            </p:cNvSpPr>
            <p:nvPr/>
          </p:nvSpPr>
          <p:spPr bwMode="auto">
            <a:xfrm>
              <a:off x="5284" y="1640"/>
              <a:ext cx="263" cy="189"/>
            </a:xfrm>
            <a:custGeom>
              <a:avLst/>
              <a:gdLst>
                <a:gd name="T0" fmla="*/ 2 w 328"/>
                <a:gd name="T1" fmla="*/ 0 h 226"/>
                <a:gd name="T2" fmla="*/ 109 w 328"/>
                <a:gd name="T3" fmla="*/ 52 h 226"/>
                <a:gd name="T4" fmla="*/ 108 w 328"/>
                <a:gd name="T5" fmla="*/ 92 h 226"/>
                <a:gd name="T6" fmla="*/ 0 w 328"/>
                <a:gd name="T7" fmla="*/ 41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endParaRPr lang="en-US"/>
            </a:p>
          </p:txBody>
        </p:sp>
        <p:sp>
          <p:nvSpPr>
            <p:cNvPr id="155" name="Rectangle 911"/>
            <p:cNvSpPr>
              <a:spLocks noChangeArrowheads="1"/>
            </p:cNvSpPr>
            <p:nvPr/>
          </p:nvSpPr>
          <p:spPr bwMode="auto">
            <a:xfrm>
              <a:off x="4216" y="690"/>
              <a:ext cx="593" cy="43"/>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a:solidFill>
                  <a:srgbClr val="000000"/>
                </a:solidFill>
                <a:latin typeface="Arial"/>
                <a:cs typeface="Arial"/>
              </a:endParaRPr>
            </a:p>
          </p:txBody>
        </p:sp>
        <p:grpSp>
          <p:nvGrpSpPr>
            <p:cNvPr id="56400" name="Group 912"/>
            <p:cNvGrpSpPr>
              <a:grpSpLocks/>
            </p:cNvGrpSpPr>
            <p:nvPr/>
          </p:nvGrpSpPr>
          <p:grpSpPr bwMode="auto">
            <a:xfrm>
              <a:off x="4749" y="668"/>
              <a:ext cx="581" cy="145"/>
              <a:chOff x="614" y="2568"/>
              <a:chExt cx="725" cy="139"/>
            </a:xfrm>
          </p:grpSpPr>
          <p:sp>
            <p:nvSpPr>
              <p:cNvPr id="181" name="AutoShape 913"/>
              <p:cNvSpPr>
                <a:spLocks noChangeArrowheads="1"/>
              </p:cNvSpPr>
              <p:nvPr/>
            </p:nvSpPr>
            <p:spPr bwMode="auto">
              <a:xfrm>
                <a:off x="618" y="2569"/>
                <a:ext cx="724" cy="130"/>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a:solidFill>
                    <a:srgbClr val="000000"/>
                  </a:solidFill>
                  <a:latin typeface="Arial"/>
                  <a:cs typeface="Arial"/>
                </a:endParaRPr>
              </a:p>
            </p:txBody>
          </p:sp>
          <p:sp>
            <p:nvSpPr>
              <p:cNvPr id="182" name="AutoShape 914"/>
              <p:cNvSpPr>
                <a:spLocks noChangeArrowheads="1"/>
              </p:cNvSpPr>
              <p:nvPr/>
            </p:nvSpPr>
            <p:spPr bwMode="auto">
              <a:xfrm>
                <a:off x="633" y="2582"/>
                <a:ext cx="692" cy="102"/>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a:solidFill>
                    <a:srgbClr val="000000"/>
                  </a:solidFill>
                  <a:latin typeface="Arial"/>
                  <a:cs typeface="Arial"/>
                </a:endParaRPr>
              </a:p>
            </p:txBody>
          </p:sp>
        </p:grpSp>
        <p:sp>
          <p:nvSpPr>
            <p:cNvPr id="157" name="Rectangle 915"/>
            <p:cNvSpPr>
              <a:spLocks noChangeArrowheads="1"/>
            </p:cNvSpPr>
            <p:nvPr/>
          </p:nvSpPr>
          <p:spPr bwMode="auto">
            <a:xfrm>
              <a:off x="4229" y="1017"/>
              <a:ext cx="593" cy="50"/>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a:solidFill>
                  <a:srgbClr val="000000"/>
                </a:solidFill>
                <a:latin typeface="Arial"/>
                <a:cs typeface="Arial"/>
              </a:endParaRPr>
            </a:p>
          </p:txBody>
        </p:sp>
        <p:grpSp>
          <p:nvGrpSpPr>
            <p:cNvPr id="56402" name="Group 916"/>
            <p:cNvGrpSpPr>
              <a:grpSpLocks/>
            </p:cNvGrpSpPr>
            <p:nvPr/>
          </p:nvGrpSpPr>
          <p:grpSpPr bwMode="auto">
            <a:xfrm>
              <a:off x="4747" y="994"/>
              <a:ext cx="581" cy="134"/>
              <a:chOff x="614" y="2568"/>
              <a:chExt cx="725" cy="139"/>
            </a:xfrm>
          </p:grpSpPr>
          <p:sp>
            <p:nvSpPr>
              <p:cNvPr id="179" name="AutoShape 917"/>
              <p:cNvSpPr>
                <a:spLocks noChangeArrowheads="1"/>
              </p:cNvSpPr>
              <p:nvPr/>
            </p:nvSpPr>
            <p:spPr bwMode="auto">
              <a:xfrm>
                <a:off x="612" y="2562"/>
                <a:ext cx="732" cy="140"/>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a:solidFill>
                    <a:srgbClr val="000000"/>
                  </a:solidFill>
                  <a:latin typeface="Arial"/>
                  <a:cs typeface="Arial"/>
                </a:endParaRPr>
              </a:p>
            </p:txBody>
          </p:sp>
          <p:sp>
            <p:nvSpPr>
              <p:cNvPr id="180" name="AutoShape 918"/>
              <p:cNvSpPr>
                <a:spLocks noChangeArrowheads="1"/>
              </p:cNvSpPr>
              <p:nvPr/>
            </p:nvSpPr>
            <p:spPr bwMode="auto">
              <a:xfrm>
                <a:off x="628" y="2577"/>
                <a:ext cx="700"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a:solidFill>
                    <a:srgbClr val="000000"/>
                  </a:solidFill>
                  <a:latin typeface="Arial"/>
                  <a:cs typeface="Arial"/>
                </a:endParaRPr>
              </a:p>
            </p:txBody>
          </p:sp>
        </p:grpSp>
        <p:sp>
          <p:nvSpPr>
            <p:cNvPr id="159" name="Rectangle 919"/>
            <p:cNvSpPr>
              <a:spLocks noChangeArrowheads="1"/>
            </p:cNvSpPr>
            <p:nvPr/>
          </p:nvSpPr>
          <p:spPr bwMode="auto">
            <a:xfrm>
              <a:off x="4216" y="1358"/>
              <a:ext cx="599" cy="50"/>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a:solidFill>
                  <a:srgbClr val="000000"/>
                </a:solidFill>
                <a:latin typeface="Arial"/>
                <a:cs typeface="Arial"/>
              </a:endParaRPr>
            </a:p>
          </p:txBody>
        </p:sp>
        <p:sp>
          <p:nvSpPr>
            <p:cNvPr id="160" name="Rectangle 920"/>
            <p:cNvSpPr>
              <a:spLocks noChangeArrowheads="1"/>
            </p:cNvSpPr>
            <p:nvPr/>
          </p:nvSpPr>
          <p:spPr bwMode="auto">
            <a:xfrm>
              <a:off x="4229" y="1657"/>
              <a:ext cx="599" cy="43"/>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a:solidFill>
                  <a:srgbClr val="000000"/>
                </a:solidFill>
                <a:latin typeface="Arial"/>
                <a:cs typeface="Arial"/>
              </a:endParaRPr>
            </a:p>
          </p:txBody>
        </p:sp>
        <p:grpSp>
          <p:nvGrpSpPr>
            <p:cNvPr id="56405" name="Group 921"/>
            <p:cNvGrpSpPr>
              <a:grpSpLocks/>
            </p:cNvGrpSpPr>
            <p:nvPr/>
          </p:nvGrpSpPr>
          <p:grpSpPr bwMode="auto">
            <a:xfrm>
              <a:off x="4735" y="1627"/>
              <a:ext cx="582" cy="151"/>
              <a:chOff x="614" y="2568"/>
              <a:chExt cx="725" cy="139"/>
            </a:xfrm>
          </p:grpSpPr>
          <p:sp>
            <p:nvSpPr>
              <p:cNvPr id="177" name="AutoShape 922"/>
              <p:cNvSpPr>
                <a:spLocks noChangeArrowheads="1"/>
              </p:cNvSpPr>
              <p:nvPr/>
            </p:nvSpPr>
            <p:spPr bwMode="auto">
              <a:xfrm>
                <a:off x="619" y="2569"/>
                <a:ext cx="723" cy="137"/>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a:solidFill>
                    <a:srgbClr val="000000"/>
                  </a:solidFill>
                  <a:latin typeface="Arial"/>
                  <a:cs typeface="Arial"/>
                </a:endParaRPr>
              </a:p>
            </p:txBody>
          </p:sp>
          <p:sp>
            <p:nvSpPr>
              <p:cNvPr id="178" name="AutoShape 923"/>
              <p:cNvSpPr>
                <a:spLocks noChangeArrowheads="1"/>
              </p:cNvSpPr>
              <p:nvPr/>
            </p:nvSpPr>
            <p:spPr bwMode="auto">
              <a:xfrm>
                <a:off x="635" y="2589"/>
                <a:ext cx="691"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a:solidFill>
                    <a:srgbClr val="000000"/>
                  </a:solidFill>
                  <a:latin typeface="Arial"/>
                  <a:cs typeface="Arial"/>
                </a:endParaRPr>
              </a:p>
            </p:txBody>
          </p:sp>
        </p:grpSp>
        <p:sp>
          <p:nvSpPr>
            <p:cNvPr id="56406" name="Freeform 924"/>
            <p:cNvSpPr>
              <a:spLocks/>
            </p:cNvSpPr>
            <p:nvPr/>
          </p:nvSpPr>
          <p:spPr bwMode="auto">
            <a:xfrm>
              <a:off x="5288" y="1354"/>
              <a:ext cx="263" cy="188"/>
            </a:xfrm>
            <a:custGeom>
              <a:avLst/>
              <a:gdLst>
                <a:gd name="T0" fmla="*/ 2 w 328"/>
                <a:gd name="T1" fmla="*/ 0 h 226"/>
                <a:gd name="T2" fmla="*/ 109 w 328"/>
                <a:gd name="T3" fmla="*/ 51 h 226"/>
                <a:gd name="T4" fmla="*/ 108 w 328"/>
                <a:gd name="T5" fmla="*/ 90 h 226"/>
                <a:gd name="T6" fmla="*/ 0 w 328"/>
                <a:gd name="T7" fmla="*/ 3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endParaRPr lang="en-US"/>
            </a:p>
          </p:txBody>
        </p:sp>
        <p:grpSp>
          <p:nvGrpSpPr>
            <p:cNvPr id="56407" name="Group 925"/>
            <p:cNvGrpSpPr>
              <a:grpSpLocks/>
            </p:cNvGrpSpPr>
            <p:nvPr/>
          </p:nvGrpSpPr>
          <p:grpSpPr bwMode="auto">
            <a:xfrm>
              <a:off x="4739" y="1327"/>
              <a:ext cx="582" cy="139"/>
              <a:chOff x="614" y="2568"/>
              <a:chExt cx="725" cy="139"/>
            </a:xfrm>
          </p:grpSpPr>
          <p:sp>
            <p:nvSpPr>
              <p:cNvPr id="175" name="AutoShape 926"/>
              <p:cNvSpPr>
                <a:spLocks noChangeArrowheads="1"/>
              </p:cNvSpPr>
              <p:nvPr/>
            </p:nvSpPr>
            <p:spPr bwMode="auto">
              <a:xfrm>
                <a:off x="614" y="2564"/>
                <a:ext cx="723" cy="142"/>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a:solidFill>
                    <a:srgbClr val="000000"/>
                  </a:solidFill>
                  <a:latin typeface="Arial"/>
                  <a:cs typeface="Arial"/>
                </a:endParaRPr>
              </a:p>
            </p:txBody>
          </p:sp>
          <p:sp>
            <p:nvSpPr>
              <p:cNvPr id="176" name="AutoShape 927"/>
              <p:cNvSpPr>
                <a:spLocks noChangeArrowheads="1"/>
              </p:cNvSpPr>
              <p:nvPr/>
            </p:nvSpPr>
            <p:spPr bwMode="auto">
              <a:xfrm>
                <a:off x="630" y="2578"/>
                <a:ext cx="699"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a:solidFill>
                    <a:srgbClr val="000000"/>
                  </a:solidFill>
                  <a:latin typeface="Arial"/>
                  <a:cs typeface="Arial"/>
                </a:endParaRPr>
              </a:p>
            </p:txBody>
          </p:sp>
        </p:grpSp>
        <p:sp>
          <p:nvSpPr>
            <p:cNvPr id="164" name="Rectangle 928"/>
            <p:cNvSpPr>
              <a:spLocks noChangeArrowheads="1"/>
            </p:cNvSpPr>
            <p:nvPr/>
          </p:nvSpPr>
          <p:spPr bwMode="auto">
            <a:xfrm>
              <a:off x="5249" y="427"/>
              <a:ext cx="70"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a:solidFill>
                  <a:srgbClr val="000000"/>
                </a:solidFill>
                <a:latin typeface="Arial"/>
                <a:cs typeface="Arial"/>
              </a:endParaRPr>
            </a:p>
          </p:txBody>
        </p:sp>
        <p:sp>
          <p:nvSpPr>
            <p:cNvPr id="56409" name="Freeform 929"/>
            <p:cNvSpPr>
              <a:spLocks/>
            </p:cNvSpPr>
            <p:nvPr/>
          </p:nvSpPr>
          <p:spPr bwMode="auto">
            <a:xfrm>
              <a:off x="5312" y="1007"/>
              <a:ext cx="237" cy="213"/>
            </a:xfrm>
            <a:custGeom>
              <a:avLst/>
              <a:gdLst>
                <a:gd name="T0" fmla="*/ 2 w 296"/>
                <a:gd name="T1" fmla="*/ 0 h 256"/>
                <a:gd name="T2" fmla="*/ 96 w 296"/>
                <a:gd name="T3" fmla="*/ 57 h 256"/>
                <a:gd name="T4" fmla="*/ 98 w 296"/>
                <a:gd name="T5" fmla="*/ 102 h 256"/>
                <a:gd name="T6" fmla="*/ 0 w 296"/>
                <a:gd name="T7" fmla="*/ 39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endParaRPr lang="en-US"/>
            </a:p>
          </p:txBody>
        </p:sp>
        <p:sp>
          <p:nvSpPr>
            <p:cNvPr id="56410" name="Freeform 930"/>
            <p:cNvSpPr>
              <a:spLocks/>
            </p:cNvSpPr>
            <p:nvPr/>
          </p:nvSpPr>
          <p:spPr bwMode="auto">
            <a:xfrm>
              <a:off x="5315" y="680"/>
              <a:ext cx="244" cy="240"/>
            </a:xfrm>
            <a:custGeom>
              <a:avLst/>
              <a:gdLst>
                <a:gd name="T0" fmla="*/ 0 w 304"/>
                <a:gd name="T1" fmla="*/ 0 h 288"/>
                <a:gd name="T2" fmla="*/ 101 w 304"/>
                <a:gd name="T3" fmla="*/ 66 h 288"/>
                <a:gd name="T4" fmla="*/ 95 w 304"/>
                <a:gd name="T5" fmla="*/ 116 h 288"/>
                <a:gd name="T6" fmla="*/ 2 w 304"/>
                <a:gd name="T7" fmla="*/ 5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endParaRPr lang="en-US"/>
            </a:p>
          </p:txBody>
        </p:sp>
        <p:sp>
          <p:nvSpPr>
            <p:cNvPr id="167" name="Oval 931"/>
            <p:cNvSpPr>
              <a:spLocks noChangeArrowheads="1"/>
            </p:cNvSpPr>
            <p:nvPr/>
          </p:nvSpPr>
          <p:spPr bwMode="auto">
            <a:xfrm>
              <a:off x="5517" y="2603"/>
              <a:ext cx="51" cy="100"/>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a:solidFill>
                  <a:srgbClr val="000000"/>
                </a:solidFill>
                <a:latin typeface="Arial"/>
                <a:cs typeface="Arial"/>
              </a:endParaRPr>
            </a:p>
          </p:txBody>
        </p:sp>
        <p:sp>
          <p:nvSpPr>
            <p:cNvPr id="56412" name="Freeform 932"/>
            <p:cNvSpPr>
              <a:spLocks/>
            </p:cNvSpPr>
            <p:nvPr/>
          </p:nvSpPr>
          <p:spPr bwMode="auto">
            <a:xfrm>
              <a:off x="5302" y="2614"/>
              <a:ext cx="245" cy="200"/>
            </a:xfrm>
            <a:custGeom>
              <a:avLst/>
              <a:gdLst>
                <a:gd name="T0" fmla="*/ 0 w 306"/>
                <a:gd name="T1" fmla="*/ 43 h 240"/>
                <a:gd name="T2" fmla="*/ 2 w 306"/>
                <a:gd name="T3" fmla="*/ 97 h 240"/>
                <a:gd name="T4" fmla="*/ 101 w 306"/>
                <a:gd name="T5" fmla="*/ 44 h 240"/>
                <a:gd name="T6" fmla="*/ 98 w 306"/>
                <a:gd name="T7" fmla="*/ 0 h 240"/>
                <a:gd name="T8" fmla="*/ 0 w 306"/>
                <a:gd name="T9" fmla="*/ 43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endParaRPr lang="en-US"/>
            </a:p>
          </p:txBody>
        </p:sp>
        <p:sp>
          <p:nvSpPr>
            <p:cNvPr id="169" name="AutoShape 933"/>
            <p:cNvSpPr>
              <a:spLocks noChangeArrowheads="1"/>
            </p:cNvSpPr>
            <p:nvPr/>
          </p:nvSpPr>
          <p:spPr bwMode="auto">
            <a:xfrm>
              <a:off x="4140" y="2681"/>
              <a:ext cx="1199" cy="142"/>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a:solidFill>
                  <a:srgbClr val="000000"/>
                </a:solidFill>
                <a:latin typeface="Arial"/>
                <a:cs typeface="Arial"/>
              </a:endParaRPr>
            </a:p>
          </p:txBody>
        </p:sp>
        <p:sp>
          <p:nvSpPr>
            <p:cNvPr id="170" name="AutoShape 934"/>
            <p:cNvSpPr>
              <a:spLocks noChangeArrowheads="1"/>
            </p:cNvSpPr>
            <p:nvPr/>
          </p:nvSpPr>
          <p:spPr bwMode="auto">
            <a:xfrm>
              <a:off x="4210" y="2710"/>
              <a:ext cx="1065" cy="78"/>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a:solidFill>
                  <a:srgbClr val="000000"/>
                </a:solidFill>
                <a:latin typeface="Arial"/>
                <a:cs typeface="Arial"/>
              </a:endParaRPr>
            </a:p>
          </p:txBody>
        </p:sp>
        <p:sp>
          <p:nvSpPr>
            <p:cNvPr id="171" name="Oval 935"/>
            <p:cNvSpPr>
              <a:spLocks noChangeArrowheads="1"/>
            </p:cNvSpPr>
            <p:nvPr/>
          </p:nvSpPr>
          <p:spPr bwMode="auto">
            <a:xfrm>
              <a:off x="4305" y="2382"/>
              <a:ext cx="159" cy="142"/>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a:solidFill>
                  <a:srgbClr val="000000"/>
                </a:solidFill>
                <a:latin typeface="Arial"/>
                <a:cs typeface="Arial"/>
              </a:endParaRPr>
            </a:p>
          </p:txBody>
        </p:sp>
        <p:sp>
          <p:nvSpPr>
            <p:cNvPr id="172" name="Oval 936"/>
            <p:cNvSpPr>
              <a:spLocks noChangeArrowheads="1"/>
            </p:cNvSpPr>
            <p:nvPr/>
          </p:nvSpPr>
          <p:spPr bwMode="auto">
            <a:xfrm>
              <a:off x="4484" y="2382"/>
              <a:ext cx="159" cy="142"/>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eaLnBrk="1" hangingPunct="1">
                <a:defRPr/>
              </a:pPr>
              <a:endParaRPr lang="en-US">
                <a:solidFill>
                  <a:srgbClr val="FF0000"/>
                </a:solidFill>
                <a:latin typeface="Arial"/>
                <a:cs typeface="Arial"/>
              </a:endParaRPr>
            </a:p>
          </p:txBody>
        </p:sp>
        <p:sp>
          <p:nvSpPr>
            <p:cNvPr id="173" name="Oval 937"/>
            <p:cNvSpPr>
              <a:spLocks noChangeArrowheads="1"/>
            </p:cNvSpPr>
            <p:nvPr/>
          </p:nvSpPr>
          <p:spPr bwMode="auto">
            <a:xfrm>
              <a:off x="4663" y="2375"/>
              <a:ext cx="159" cy="149"/>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a:solidFill>
                  <a:srgbClr val="000000"/>
                </a:solidFill>
                <a:latin typeface="Arial"/>
                <a:cs typeface="Arial"/>
              </a:endParaRPr>
            </a:p>
          </p:txBody>
        </p:sp>
        <p:sp>
          <p:nvSpPr>
            <p:cNvPr id="174" name="Rectangle 938"/>
            <p:cNvSpPr>
              <a:spLocks noChangeArrowheads="1"/>
            </p:cNvSpPr>
            <p:nvPr/>
          </p:nvSpPr>
          <p:spPr bwMode="auto">
            <a:xfrm>
              <a:off x="5058" y="1835"/>
              <a:ext cx="89" cy="761"/>
            </a:xfrm>
            <a:prstGeom prst="rect">
              <a:avLst/>
            </a:prstGeom>
            <a:solidFill>
              <a:srgbClr val="292929"/>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a:solidFill>
                  <a:srgbClr val="000000"/>
                </a:solidFill>
                <a:latin typeface="Arial"/>
                <a:cs typeface="Arial"/>
              </a:endParaRPr>
            </a:p>
          </p:txBody>
        </p:sp>
      </p:grpSp>
      <p:grpSp>
        <p:nvGrpSpPr>
          <p:cNvPr id="56373" name="Group 44"/>
          <p:cNvGrpSpPr>
            <a:grpSpLocks/>
          </p:cNvGrpSpPr>
          <p:nvPr/>
        </p:nvGrpSpPr>
        <p:grpSpPr bwMode="auto">
          <a:xfrm>
            <a:off x="2977703" y="2190230"/>
            <a:ext cx="873545" cy="670537"/>
            <a:chOff x="-44" y="1473"/>
            <a:chExt cx="981" cy="1105"/>
          </a:xfrm>
        </p:grpSpPr>
        <p:pic>
          <p:nvPicPr>
            <p:cNvPr id="56393" name="Picture 45" descr="desktop_computer_stylized_medium"/>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56394" name="Freeform 46"/>
            <p:cNvSpPr>
              <a:spLocks/>
            </p:cNvSpPr>
            <p:nvPr/>
          </p:nvSpPr>
          <p:spPr bwMode="auto">
            <a:xfrm flipH="1">
              <a:off x="374" y="1579"/>
              <a:ext cx="477" cy="506"/>
            </a:xfrm>
            <a:custGeom>
              <a:avLst/>
              <a:gdLst>
                <a:gd name="T0" fmla="*/ 0 w 356"/>
                <a:gd name="T1" fmla="*/ 0 h 368"/>
                <a:gd name="T2" fmla="*/ 1296 w 356"/>
                <a:gd name="T3" fmla="*/ 69 h 368"/>
                <a:gd name="T4" fmla="*/ 1537 w 356"/>
                <a:gd name="T5" fmla="*/ 1447 h 368"/>
                <a:gd name="T6" fmla="*/ 339 w 356"/>
                <a:gd name="T7" fmla="*/ 1810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endParaRPr lang="en-US"/>
            </a:p>
          </p:txBody>
        </p:sp>
      </p:grpSp>
      <p:grpSp>
        <p:nvGrpSpPr>
          <p:cNvPr id="56374" name="Group 44"/>
          <p:cNvGrpSpPr>
            <a:grpSpLocks/>
          </p:cNvGrpSpPr>
          <p:nvPr/>
        </p:nvGrpSpPr>
        <p:grpSpPr bwMode="auto">
          <a:xfrm>
            <a:off x="1820863" y="2591434"/>
            <a:ext cx="873545" cy="670537"/>
            <a:chOff x="-44" y="1473"/>
            <a:chExt cx="981" cy="1105"/>
          </a:xfrm>
        </p:grpSpPr>
        <p:pic>
          <p:nvPicPr>
            <p:cNvPr id="56391" name="Picture 45" descr="desktop_computer_stylized_medium"/>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56392" name="Freeform 46"/>
            <p:cNvSpPr>
              <a:spLocks/>
            </p:cNvSpPr>
            <p:nvPr/>
          </p:nvSpPr>
          <p:spPr bwMode="auto">
            <a:xfrm flipH="1">
              <a:off x="374" y="1579"/>
              <a:ext cx="477" cy="506"/>
            </a:xfrm>
            <a:custGeom>
              <a:avLst/>
              <a:gdLst>
                <a:gd name="T0" fmla="*/ 0 w 356"/>
                <a:gd name="T1" fmla="*/ 0 h 368"/>
                <a:gd name="T2" fmla="*/ 1296 w 356"/>
                <a:gd name="T3" fmla="*/ 69 h 368"/>
                <a:gd name="T4" fmla="*/ 1537 w 356"/>
                <a:gd name="T5" fmla="*/ 1447 h 368"/>
                <a:gd name="T6" fmla="*/ 339 w 356"/>
                <a:gd name="T7" fmla="*/ 1810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endParaRPr lang="en-US"/>
            </a:p>
          </p:txBody>
        </p:sp>
      </p:grpSp>
      <p:sp>
        <p:nvSpPr>
          <p:cNvPr id="131" name="Line 272"/>
          <p:cNvSpPr>
            <a:spLocks noChangeShapeType="1"/>
          </p:cNvSpPr>
          <p:nvPr/>
        </p:nvSpPr>
        <p:spPr bwMode="auto">
          <a:xfrm>
            <a:off x="2476500" y="3189288"/>
            <a:ext cx="360363" cy="511175"/>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a:latin typeface="Arial"/>
              <a:cs typeface="Arial"/>
            </a:endParaRPr>
          </a:p>
        </p:txBody>
      </p:sp>
      <p:sp>
        <p:nvSpPr>
          <p:cNvPr id="132" name="Line 272"/>
          <p:cNvSpPr>
            <a:spLocks noChangeShapeType="1"/>
          </p:cNvSpPr>
          <p:nvPr/>
        </p:nvSpPr>
        <p:spPr bwMode="auto">
          <a:xfrm flipH="1">
            <a:off x="2684463" y="3994150"/>
            <a:ext cx="257175" cy="1006475"/>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a:latin typeface="Arial"/>
              <a:cs typeface="Arial"/>
            </a:endParaRPr>
          </a:p>
        </p:txBody>
      </p:sp>
      <p:pic>
        <p:nvPicPr>
          <p:cNvPr id="56323" name="Picture 24" descr="underline_base"/>
          <p:cNvPicPr>
            <a:picLocks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96900" y="767101"/>
            <a:ext cx="3656013" cy="1730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66562" name="Rectangle 2"/>
          <p:cNvSpPr>
            <a:spLocks noGrp="1" noChangeArrowheads="1"/>
          </p:cNvSpPr>
          <p:nvPr>
            <p:ph type="title"/>
          </p:nvPr>
        </p:nvSpPr>
        <p:spPr>
          <a:xfrm>
            <a:off x="533400" y="82888"/>
            <a:ext cx="4827588" cy="901700"/>
          </a:xfrm>
        </p:spPr>
        <p:txBody>
          <a:bodyPr/>
          <a:lstStyle/>
          <a:p>
            <a:pPr>
              <a:defRPr/>
            </a:pPr>
            <a:r>
              <a:rPr lang="en-US" sz="4400" dirty="0"/>
              <a:t>SNMP protocol</a:t>
            </a:r>
          </a:p>
        </p:txBody>
      </p:sp>
      <p:sp>
        <p:nvSpPr>
          <p:cNvPr id="66563" name="Rectangle 3"/>
          <p:cNvSpPr>
            <a:spLocks noGrp="1" noChangeArrowheads="1"/>
          </p:cNvSpPr>
          <p:nvPr>
            <p:ph type="body" idx="1"/>
          </p:nvPr>
        </p:nvSpPr>
        <p:spPr>
          <a:xfrm>
            <a:off x="597067" y="1156453"/>
            <a:ext cx="7772400" cy="603250"/>
          </a:xfrm>
        </p:spPr>
        <p:txBody>
          <a:bodyPr/>
          <a:lstStyle/>
          <a:p>
            <a:pPr>
              <a:buFont typeface="Wingdings" charset="0"/>
              <a:buNone/>
              <a:defRPr/>
            </a:pPr>
            <a:r>
              <a:rPr lang="en-US" sz="2400" dirty="0"/>
              <a:t>Two ways to convey MIB info, commands:</a:t>
            </a:r>
            <a:endParaRPr lang="en-US" dirty="0"/>
          </a:p>
        </p:txBody>
      </p:sp>
      <p:grpSp>
        <p:nvGrpSpPr>
          <p:cNvPr id="56328" name="Group 84"/>
          <p:cNvGrpSpPr>
            <a:grpSpLocks/>
          </p:cNvGrpSpPr>
          <p:nvPr/>
        </p:nvGrpSpPr>
        <p:grpSpPr bwMode="auto">
          <a:xfrm>
            <a:off x="925513" y="4475163"/>
            <a:ext cx="1704975" cy="627062"/>
            <a:chOff x="1189" y="3477"/>
            <a:chExt cx="1074" cy="395"/>
          </a:xfrm>
        </p:grpSpPr>
        <p:sp>
          <p:nvSpPr>
            <p:cNvPr id="66605" name="Oval 45"/>
            <p:cNvSpPr>
              <a:spLocks noChangeArrowheads="1"/>
            </p:cNvSpPr>
            <p:nvPr/>
          </p:nvSpPr>
          <p:spPr bwMode="auto">
            <a:xfrm>
              <a:off x="1189" y="3477"/>
              <a:ext cx="1074" cy="395"/>
            </a:xfrm>
            <a:prstGeom prst="ellipse">
              <a:avLst/>
            </a:prstGeom>
            <a:solidFill>
              <a:schemeClr val="bg1"/>
            </a:solidFill>
            <a:ln w="19050">
              <a:solidFill>
                <a:srgbClr val="FF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a:latin typeface="Arial"/>
                <a:cs typeface="Arial"/>
              </a:endParaRPr>
            </a:p>
          </p:txBody>
        </p:sp>
        <p:sp>
          <p:nvSpPr>
            <p:cNvPr id="66606" name="Text Box 46"/>
            <p:cNvSpPr txBox="1">
              <a:spLocks noChangeArrowheads="1"/>
            </p:cNvSpPr>
            <p:nvPr/>
          </p:nvSpPr>
          <p:spPr bwMode="auto">
            <a:xfrm>
              <a:off x="1216" y="3545"/>
              <a:ext cx="488" cy="231"/>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a:defRPr/>
              </a:pPr>
              <a:r>
                <a:rPr lang="en-US" sz="1800">
                  <a:latin typeface="Arial"/>
                  <a:cs typeface="Arial"/>
                </a:rPr>
                <a:t>agent</a:t>
              </a:r>
              <a:endParaRPr lang="en-US">
                <a:latin typeface="Arial"/>
                <a:cs typeface="Arial"/>
              </a:endParaRPr>
            </a:p>
          </p:txBody>
        </p:sp>
        <p:grpSp>
          <p:nvGrpSpPr>
            <p:cNvPr id="56360" name="Group 47"/>
            <p:cNvGrpSpPr>
              <a:grpSpLocks/>
            </p:cNvGrpSpPr>
            <p:nvPr/>
          </p:nvGrpSpPr>
          <p:grpSpPr bwMode="auto">
            <a:xfrm>
              <a:off x="1701" y="3547"/>
              <a:ext cx="399" cy="244"/>
              <a:chOff x="698" y="2006"/>
              <a:chExt cx="399" cy="244"/>
            </a:xfrm>
          </p:grpSpPr>
          <p:sp>
            <p:nvSpPr>
              <p:cNvPr id="66608" name="Rectangle 48"/>
              <p:cNvSpPr>
                <a:spLocks noChangeArrowheads="1"/>
              </p:cNvSpPr>
              <p:nvPr/>
            </p:nvSpPr>
            <p:spPr bwMode="auto">
              <a:xfrm>
                <a:off x="714" y="2016"/>
                <a:ext cx="372" cy="234"/>
              </a:xfrm>
              <a:prstGeom prst="rect">
                <a:avLst/>
              </a:prstGeom>
              <a:solidFill>
                <a:schemeClr val="accent2"/>
              </a:solidFill>
              <a:ln w="9525">
                <a:solidFill>
                  <a:schemeClr val="accent2"/>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a:latin typeface="Arial"/>
                  <a:cs typeface="Arial"/>
                </a:endParaRPr>
              </a:p>
            </p:txBody>
          </p:sp>
          <p:sp>
            <p:nvSpPr>
              <p:cNvPr id="66609" name="Text Box 49"/>
              <p:cNvSpPr txBox="1">
                <a:spLocks noChangeArrowheads="1"/>
              </p:cNvSpPr>
              <p:nvPr/>
            </p:nvSpPr>
            <p:spPr bwMode="auto">
              <a:xfrm>
                <a:off x="698" y="2006"/>
                <a:ext cx="399" cy="23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a:defRPr/>
                </a:pPr>
                <a:r>
                  <a:rPr lang="en-US" sz="1800">
                    <a:solidFill>
                      <a:schemeClr val="bg1"/>
                    </a:solidFill>
                    <a:latin typeface="Arial"/>
                    <a:cs typeface="Arial"/>
                  </a:rPr>
                  <a:t>data</a:t>
                </a:r>
                <a:endParaRPr lang="en-US">
                  <a:latin typeface="Arial"/>
                  <a:cs typeface="Arial"/>
                </a:endParaRPr>
              </a:p>
            </p:txBody>
          </p:sp>
        </p:grpSp>
      </p:grpSp>
      <p:sp>
        <p:nvSpPr>
          <p:cNvPr id="66629" name="Text Box 69"/>
          <p:cNvSpPr txBox="1">
            <a:spLocks noChangeArrowheads="1"/>
          </p:cNvSpPr>
          <p:nvPr/>
        </p:nvSpPr>
        <p:spPr bwMode="auto">
          <a:xfrm>
            <a:off x="1322388" y="5259388"/>
            <a:ext cx="1866900" cy="36671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algn="l">
              <a:defRPr/>
            </a:pPr>
            <a:r>
              <a:rPr lang="en-US" sz="1800" dirty="0">
                <a:latin typeface="Arial"/>
                <a:cs typeface="Arial"/>
              </a:rPr>
              <a:t>managed device</a:t>
            </a:r>
            <a:endParaRPr lang="en-US" dirty="0">
              <a:latin typeface="Arial"/>
              <a:cs typeface="Arial"/>
            </a:endParaRPr>
          </a:p>
        </p:txBody>
      </p:sp>
      <p:grpSp>
        <p:nvGrpSpPr>
          <p:cNvPr id="56330" name="Group 83"/>
          <p:cNvGrpSpPr>
            <a:grpSpLocks/>
          </p:cNvGrpSpPr>
          <p:nvPr/>
        </p:nvGrpSpPr>
        <p:grpSpPr bwMode="auto">
          <a:xfrm>
            <a:off x="839788" y="2232025"/>
            <a:ext cx="1941512" cy="646113"/>
            <a:chOff x="728" y="1420"/>
            <a:chExt cx="1223" cy="407"/>
          </a:xfrm>
        </p:grpSpPr>
        <p:sp>
          <p:nvSpPr>
            <p:cNvPr id="66637" name="Oval 77"/>
            <p:cNvSpPr>
              <a:spLocks noChangeArrowheads="1"/>
            </p:cNvSpPr>
            <p:nvPr/>
          </p:nvSpPr>
          <p:spPr bwMode="auto">
            <a:xfrm>
              <a:off x="728" y="1446"/>
              <a:ext cx="1223" cy="375"/>
            </a:xfrm>
            <a:prstGeom prst="ellipse">
              <a:avLst/>
            </a:prstGeom>
            <a:solidFill>
              <a:schemeClr val="bg1"/>
            </a:solidFill>
            <a:ln w="19050">
              <a:solidFill>
                <a:srgbClr val="FF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a:latin typeface="Arial"/>
                <a:cs typeface="Arial"/>
              </a:endParaRPr>
            </a:p>
          </p:txBody>
        </p:sp>
        <p:sp>
          <p:nvSpPr>
            <p:cNvPr id="66638" name="Text Box 78"/>
            <p:cNvSpPr txBox="1">
              <a:spLocks noChangeArrowheads="1"/>
            </p:cNvSpPr>
            <p:nvPr/>
          </p:nvSpPr>
          <p:spPr bwMode="auto">
            <a:xfrm>
              <a:off x="944" y="1420"/>
              <a:ext cx="755" cy="407"/>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a:defRPr/>
              </a:pPr>
              <a:r>
                <a:rPr lang="en-US" sz="1800">
                  <a:latin typeface="Arial"/>
                  <a:cs typeface="Arial"/>
                </a:rPr>
                <a:t>managing</a:t>
              </a:r>
            </a:p>
            <a:p>
              <a:pPr>
                <a:defRPr/>
              </a:pPr>
              <a:r>
                <a:rPr lang="en-US" sz="1800">
                  <a:latin typeface="Arial"/>
                  <a:cs typeface="Arial"/>
                </a:rPr>
                <a:t>entity</a:t>
              </a:r>
              <a:endParaRPr lang="en-US">
                <a:latin typeface="Arial"/>
                <a:cs typeface="Arial"/>
              </a:endParaRPr>
            </a:p>
          </p:txBody>
        </p:sp>
      </p:grpSp>
      <p:grpSp>
        <p:nvGrpSpPr>
          <p:cNvPr id="56331" name="Group 119"/>
          <p:cNvGrpSpPr>
            <a:grpSpLocks/>
          </p:cNvGrpSpPr>
          <p:nvPr/>
        </p:nvGrpSpPr>
        <p:grpSpPr bwMode="auto">
          <a:xfrm>
            <a:off x="5064125" y="4448175"/>
            <a:ext cx="1704975" cy="627063"/>
            <a:chOff x="1189" y="3477"/>
            <a:chExt cx="1074" cy="395"/>
          </a:xfrm>
        </p:grpSpPr>
        <p:sp>
          <p:nvSpPr>
            <p:cNvPr id="66680" name="Oval 120"/>
            <p:cNvSpPr>
              <a:spLocks noChangeArrowheads="1"/>
            </p:cNvSpPr>
            <p:nvPr/>
          </p:nvSpPr>
          <p:spPr bwMode="auto">
            <a:xfrm>
              <a:off x="1189" y="3477"/>
              <a:ext cx="1074" cy="395"/>
            </a:xfrm>
            <a:prstGeom prst="ellipse">
              <a:avLst/>
            </a:prstGeom>
            <a:solidFill>
              <a:schemeClr val="bg1"/>
            </a:solidFill>
            <a:ln w="19050">
              <a:solidFill>
                <a:srgbClr val="FF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a:latin typeface="Arial"/>
                <a:cs typeface="Arial"/>
              </a:endParaRPr>
            </a:p>
          </p:txBody>
        </p:sp>
        <p:sp>
          <p:nvSpPr>
            <p:cNvPr id="66681" name="Text Box 121"/>
            <p:cNvSpPr txBox="1">
              <a:spLocks noChangeArrowheads="1"/>
            </p:cNvSpPr>
            <p:nvPr/>
          </p:nvSpPr>
          <p:spPr bwMode="auto">
            <a:xfrm>
              <a:off x="1216" y="3545"/>
              <a:ext cx="488" cy="231"/>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a:defRPr/>
              </a:pPr>
              <a:r>
                <a:rPr lang="en-US" sz="1800">
                  <a:latin typeface="Arial"/>
                  <a:cs typeface="Arial"/>
                </a:rPr>
                <a:t>agent</a:t>
              </a:r>
              <a:endParaRPr lang="en-US">
                <a:latin typeface="Arial"/>
                <a:cs typeface="Arial"/>
              </a:endParaRPr>
            </a:p>
          </p:txBody>
        </p:sp>
        <p:grpSp>
          <p:nvGrpSpPr>
            <p:cNvPr id="56353" name="Group 122"/>
            <p:cNvGrpSpPr>
              <a:grpSpLocks/>
            </p:cNvGrpSpPr>
            <p:nvPr/>
          </p:nvGrpSpPr>
          <p:grpSpPr bwMode="auto">
            <a:xfrm>
              <a:off x="1701" y="3547"/>
              <a:ext cx="399" cy="244"/>
              <a:chOff x="698" y="2006"/>
              <a:chExt cx="399" cy="244"/>
            </a:xfrm>
          </p:grpSpPr>
          <p:sp>
            <p:nvSpPr>
              <p:cNvPr id="66683" name="Rectangle 123"/>
              <p:cNvSpPr>
                <a:spLocks noChangeArrowheads="1"/>
              </p:cNvSpPr>
              <p:nvPr/>
            </p:nvSpPr>
            <p:spPr bwMode="auto">
              <a:xfrm>
                <a:off x="714" y="2016"/>
                <a:ext cx="372" cy="234"/>
              </a:xfrm>
              <a:prstGeom prst="rect">
                <a:avLst/>
              </a:prstGeom>
              <a:solidFill>
                <a:schemeClr val="accent2"/>
              </a:solidFill>
              <a:ln w="9525">
                <a:solidFill>
                  <a:schemeClr val="accent2"/>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a:latin typeface="Arial"/>
                  <a:cs typeface="Arial"/>
                </a:endParaRPr>
              </a:p>
            </p:txBody>
          </p:sp>
          <p:sp>
            <p:nvSpPr>
              <p:cNvPr id="66684" name="Text Box 124"/>
              <p:cNvSpPr txBox="1">
                <a:spLocks noChangeArrowheads="1"/>
              </p:cNvSpPr>
              <p:nvPr/>
            </p:nvSpPr>
            <p:spPr bwMode="auto">
              <a:xfrm>
                <a:off x="698" y="2006"/>
                <a:ext cx="399" cy="23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a:defRPr/>
                </a:pPr>
                <a:r>
                  <a:rPr lang="en-US" sz="1800">
                    <a:solidFill>
                      <a:schemeClr val="bg1"/>
                    </a:solidFill>
                    <a:latin typeface="Arial"/>
                    <a:cs typeface="Arial"/>
                  </a:rPr>
                  <a:t>data</a:t>
                </a:r>
                <a:endParaRPr lang="en-US">
                  <a:latin typeface="Arial"/>
                  <a:cs typeface="Arial"/>
                </a:endParaRPr>
              </a:p>
            </p:txBody>
          </p:sp>
        </p:grpSp>
      </p:grpSp>
      <p:sp>
        <p:nvSpPr>
          <p:cNvPr id="66685" name="Text Box 125"/>
          <p:cNvSpPr txBox="1">
            <a:spLocks noChangeArrowheads="1"/>
          </p:cNvSpPr>
          <p:nvPr/>
        </p:nvSpPr>
        <p:spPr bwMode="auto">
          <a:xfrm>
            <a:off x="5461000" y="5232400"/>
            <a:ext cx="1878013" cy="369888"/>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algn="l">
              <a:defRPr/>
            </a:pPr>
            <a:r>
              <a:rPr lang="en-US" sz="1800" dirty="0">
                <a:latin typeface="Arial"/>
                <a:cs typeface="Arial"/>
              </a:rPr>
              <a:t>managed device</a:t>
            </a:r>
            <a:endParaRPr lang="en-US" dirty="0">
              <a:latin typeface="Arial"/>
              <a:cs typeface="Arial"/>
            </a:endParaRPr>
          </a:p>
        </p:txBody>
      </p:sp>
      <p:grpSp>
        <p:nvGrpSpPr>
          <p:cNvPr id="56333" name="Group 127"/>
          <p:cNvGrpSpPr>
            <a:grpSpLocks/>
          </p:cNvGrpSpPr>
          <p:nvPr/>
        </p:nvGrpSpPr>
        <p:grpSpPr bwMode="auto">
          <a:xfrm>
            <a:off x="4978400" y="2205038"/>
            <a:ext cx="1941513" cy="646112"/>
            <a:chOff x="728" y="1420"/>
            <a:chExt cx="1223" cy="407"/>
          </a:xfrm>
        </p:grpSpPr>
        <p:sp>
          <p:nvSpPr>
            <p:cNvPr id="66688" name="Oval 128"/>
            <p:cNvSpPr>
              <a:spLocks noChangeArrowheads="1"/>
            </p:cNvSpPr>
            <p:nvPr/>
          </p:nvSpPr>
          <p:spPr bwMode="auto">
            <a:xfrm>
              <a:off x="728" y="1446"/>
              <a:ext cx="1223" cy="375"/>
            </a:xfrm>
            <a:prstGeom prst="ellipse">
              <a:avLst/>
            </a:prstGeom>
            <a:solidFill>
              <a:schemeClr val="bg1"/>
            </a:solidFill>
            <a:ln w="19050">
              <a:solidFill>
                <a:srgbClr val="FF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a:latin typeface="Arial"/>
                <a:cs typeface="Arial"/>
              </a:endParaRPr>
            </a:p>
          </p:txBody>
        </p:sp>
        <p:sp>
          <p:nvSpPr>
            <p:cNvPr id="66689" name="Text Box 129"/>
            <p:cNvSpPr txBox="1">
              <a:spLocks noChangeArrowheads="1"/>
            </p:cNvSpPr>
            <p:nvPr/>
          </p:nvSpPr>
          <p:spPr bwMode="auto">
            <a:xfrm>
              <a:off x="944" y="1420"/>
              <a:ext cx="755" cy="407"/>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a:defRPr/>
              </a:pPr>
              <a:r>
                <a:rPr lang="en-US" sz="1800">
                  <a:latin typeface="Arial"/>
                  <a:cs typeface="Arial"/>
                </a:rPr>
                <a:t>managing</a:t>
              </a:r>
            </a:p>
            <a:p>
              <a:pPr>
                <a:defRPr/>
              </a:pPr>
              <a:r>
                <a:rPr lang="en-US" sz="1800">
                  <a:latin typeface="Arial"/>
                  <a:cs typeface="Arial"/>
                </a:rPr>
                <a:t>entity</a:t>
              </a:r>
              <a:endParaRPr lang="en-US">
                <a:latin typeface="Arial"/>
                <a:cs typeface="Arial"/>
              </a:endParaRPr>
            </a:p>
          </p:txBody>
        </p:sp>
      </p:grpSp>
      <p:grpSp>
        <p:nvGrpSpPr>
          <p:cNvPr id="7" name="Group 6"/>
          <p:cNvGrpSpPr>
            <a:grpSpLocks/>
          </p:cNvGrpSpPr>
          <p:nvPr/>
        </p:nvGrpSpPr>
        <p:grpSpPr bwMode="auto">
          <a:xfrm>
            <a:off x="5186363" y="2870200"/>
            <a:ext cx="2455681" cy="1538288"/>
            <a:chOff x="5186363" y="2870200"/>
            <a:chExt cx="2455681" cy="1538288"/>
          </a:xfrm>
        </p:grpSpPr>
        <p:sp>
          <p:nvSpPr>
            <p:cNvPr id="66705" name="Freeform 145"/>
            <p:cNvSpPr>
              <a:spLocks/>
            </p:cNvSpPr>
            <p:nvPr/>
          </p:nvSpPr>
          <p:spPr bwMode="auto">
            <a:xfrm>
              <a:off x="5784850" y="2870200"/>
              <a:ext cx="74613" cy="1538288"/>
            </a:xfrm>
            <a:custGeom>
              <a:avLst/>
              <a:gdLst>
                <a:gd name="T0" fmla="*/ 0 w 1"/>
                <a:gd name="T1" fmla="*/ 0 h 1044"/>
                <a:gd name="T2" fmla="*/ 0 w 1"/>
                <a:gd name="T3" fmla="*/ 1044 h 1044"/>
              </a:gdLst>
              <a:ahLst/>
              <a:cxnLst>
                <a:cxn ang="0">
                  <a:pos x="T0" y="T1"/>
                </a:cxn>
                <a:cxn ang="0">
                  <a:pos x="T2" y="T3"/>
                </a:cxn>
              </a:cxnLst>
              <a:rect l="0" t="0" r="r" b="b"/>
              <a:pathLst>
                <a:path w="1" h="1044">
                  <a:moveTo>
                    <a:pt x="0" y="0"/>
                  </a:moveTo>
                  <a:lnTo>
                    <a:pt x="0" y="1044"/>
                  </a:lnTo>
                </a:path>
              </a:pathLst>
            </a:custGeom>
            <a:noFill/>
            <a:ln w="38100">
              <a:solidFill>
                <a:srgbClr val="FF0000"/>
              </a:solidFill>
              <a:round/>
              <a:headEnd type="triangle" w="med" len="med"/>
              <a:tailEnd type="none" w="med" len="med"/>
            </a:ln>
            <a:effectLst/>
            <a:extLst>
              <a:ext uri="{909E8E84-426E-40dd-AFC4-6F175D3DCCD1}">
                <a14:hiddenFill xmlns:a14="http://schemas.microsoft.com/office/drawing/2010/main" xmlns="">
                  <a:solidFill>
                    <a:srgbClr val="FFFFFF"/>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a:latin typeface="Arial"/>
                <a:cs typeface="Arial"/>
              </a:endParaRPr>
            </a:p>
          </p:txBody>
        </p:sp>
        <p:sp>
          <p:nvSpPr>
            <p:cNvPr id="66706" name="Rectangle 146"/>
            <p:cNvSpPr>
              <a:spLocks noChangeArrowheads="1"/>
            </p:cNvSpPr>
            <p:nvPr/>
          </p:nvSpPr>
          <p:spPr bwMode="auto">
            <a:xfrm>
              <a:off x="5186363" y="3503613"/>
              <a:ext cx="1693862" cy="387350"/>
            </a:xfrm>
            <a:prstGeom prst="rect">
              <a:avLst/>
            </a:prstGeom>
            <a:solidFill>
              <a:srgbClr val="FFFFFF"/>
            </a:solidFill>
            <a:ln w="19050">
              <a:solidFill>
                <a:srgbClr val="FF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a:latin typeface="Arial"/>
                <a:cs typeface="Arial"/>
              </a:endParaRPr>
            </a:p>
          </p:txBody>
        </p:sp>
        <p:sp>
          <p:nvSpPr>
            <p:cNvPr id="66707" name="Text Box 147"/>
            <p:cNvSpPr txBox="1">
              <a:spLocks noChangeArrowheads="1"/>
            </p:cNvSpPr>
            <p:nvPr/>
          </p:nvSpPr>
          <p:spPr bwMode="auto">
            <a:xfrm>
              <a:off x="5384619" y="3466849"/>
              <a:ext cx="2257425" cy="45720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p>
              <a:pPr>
                <a:spcBef>
                  <a:spcPct val="50000"/>
                </a:spcBef>
                <a:defRPr/>
              </a:pPr>
              <a:r>
                <a:rPr lang="en-US" dirty="0">
                  <a:solidFill>
                    <a:srgbClr val="CC0000"/>
                  </a:solidFill>
                  <a:latin typeface="Arial"/>
                  <a:cs typeface="Arial"/>
                </a:rPr>
                <a:t>trap </a:t>
              </a:r>
              <a:r>
                <a:rPr lang="en-US" dirty="0" err="1">
                  <a:solidFill>
                    <a:srgbClr val="CC0000"/>
                  </a:solidFill>
                  <a:latin typeface="Arial"/>
                  <a:cs typeface="Arial"/>
                </a:rPr>
                <a:t>msg</a:t>
              </a:r>
              <a:endParaRPr lang="en-US" dirty="0">
                <a:solidFill>
                  <a:srgbClr val="CC0000"/>
                </a:solidFill>
                <a:latin typeface="Arial"/>
                <a:cs typeface="Arial"/>
              </a:endParaRPr>
            </a:p>
          </p:txBody>
        </p:sp>
      </p:grpSp>
      <p:grpSp>
        <p:nvGrpSpPr>
          <p:cNvPr id="2" name="Group 1"/>
          <p:cNvGrpSpPr>
            <a:grpSpLocks/>
          </p:cNvGrpSpPr>
          <p:nvPr/>
        </p:nvGrpSpPr>
        <p:grpSpPr bwMode="auto">
          <a:xfrm>
            <a:off x="261939" y="2786063"/>
            <a:ext cx="1601788" cy="1657350"/>
            <a:chOff x="419102" y="2801938"/>
            <a:chExt cx="1601788" cy="1657350"/>
          </a:xfrm>
        </p:grpSpPr>
        <p:sp>
          <p:nvSpPr>
            <p:cNvPr id="66635" name="Freeform 75"/>
            <p:cNvSpPr>
              <a:spLocks/>
            </p:cNvSpPr>
            <p:nvPr/>
          </p:nvSpPr>
          <p:spPr bwMode="auto">
            <a:xfrm>
              <a:off x="1143001" y="2801938"/>
              <a:ext cx="1587" cy="1657350"/>
            </a:xfrm>
            <a:custGeom>
              <a:avLst/>
              <a:gdLst>
                <a:gd name="T0" fmla="*/ 0 w 1"/>
                <a:gd name="T1" fmla="*/ 0 h 1044"/>
                <a:gd name="T2" fmla="*/ 0 w 1"/>
                <a:gd name="T3" fmla="*/ 1044 h 1044"/>
              </a:gdLst>
              <a:ahLst/>
              <a:cxnLst>
                <a:cxn ang="0">
                  <a:pos x="T0" y="T1"/>
                </a:cxn>
                <a:cxn ang="0">
                  <a:pos x="T2" y="T3"/>
                </a:cxn>
              </a:cxnLst>
              <a:rect l="0" t="0" r="r" b="b"/>
              <a:pathLst>
                <a:path w="1" h="1044">
                  <a:moveTo>
                    <a:pt x="0" y="0"/>
                  </a:moveTo>
                  <a:lnTo>
                    <a:pt x="0" y="1044"/>
                  </a:lnTo>
                </a:path>
              </a:pathLst>
            </a:custGeom>
            <a:noFill/>
            <a:ln w="38100">
              <a:solidFill>
                <a:srgbClr val="FF0000"/>
              </a:solidFill>
              <a:round/>
              <a:headEnd type="none" w="med" len="med"/>
              <a:tailEnd type="triangle" w="med" len="med"/>
            </a:ln>
            <a:effectLst/>
            <a:extLst>
              <a:ext uri="{909E8E84-426E-40dd-AFC4-6F175D3DCCD1}">
                <a14:hiddenFill xmlns:a14="http://schemas.microsoft.com/office/drawing/2010/main" xmlns="">
                  <a:solidFill>
                    <a:srgbClr val="FFFFFF"/>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a:latin typeface="Arial"/>
                <a:cs typeface="Arial"/>
              </a:endParaRPr>
            </a:p>
          </p:txBody>
        </p:sp>
        <p:grpSp>
          <p:nvGrpSpPr>
            <p:cNvPr id="56343" name="Group 148"/>
            <p:cNvGrpSpPr>
              <a:grpSpLocks/>
            </p:cNvGrpSpPr>
            <p:nvPr/>
          </p:nvGrpSpPr>
          <p:grpSpPr bwMode="auto">
            <a:xfrm>
              <a:off x="419102" y="3213100"/>
              <a:ext cx="1601788" cy="457200"/>
              <a:chOff x="3657" y="439"/>
              <a:chExt cx="1009" cy="288"/>
            </a:xfrm>
          </p:grpSpPr>
          <p:sp>
            <p:nvSpPr>
              <p:cNvPr id="66647" name="Rectangle 87"/>
              <p:cNvSpPr>
                <a:spLocks noChangeArrowheads="1"/>
              </p:cNvSpPr>
              <p:nvPr/>
            </p:nvSpPr>
            <p:spPr bwMode="auto">
              <a:xfrm>
                <a:off x="3657" y="446"/>
                <a:ext cx="844" cy="244"/>
              </a:xfrm>
              <a:prstGeom prst="rect">
                <a:avLst/>
              </a:prstGeom>
              <a:solidFill>
                <a:srgbClr val="FFFFFF"/>
              </a:solidFill>
              <a:ln w="19050">
                <a:solidFill>
                  <a:srgbClr val="FF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a:latin typeface="Arial"/>
                  <a:cs typeface="Arial"/>
                </a:endParaRPr>
              </a:p>
            </p:txBody>
          </p:sp>
          <p:sp>
            <p:nvSpPr>
              <p:cNvPr id="66646" name="Text Box 86"/>
              <p:cNvSpPr txBox="1">
                <a:spLocks noChangeArrowheads="1"/>
              </p:cNvSpPr>
              <p:nvPr/>
            </p:nvSpPr>
            <p:spPr bwMode="auto">
              <a:xfrm>
                <a:off x="3750" y="439"/>
                <a:ext cx="916" cy="288"/>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p>
                <a:pPr>
                  <a:spcBef>
                    <a:spcPct val="50000"/>
                  </a:spcBef>
                  <a:defRPr/>
                </a:pPr>
                <a:r>
                  <a:rPr lang="en-US" dirty="0">
                    <a:solidFill>
                      <a:srgbClr val="CC0000"/>
                    </a:solidFill>
                    <a:latin typeface="Arial"/>
                    <a:cs typeface="Arial"/>
                  </a:rPr>
                  <a:t>request</a:t>
                </a:r>
              </a:p>
            </p:txBody>
          </p:sp>
        </p:grpSp>
      </p:grpSp>
      <p:sp>
        <p:nvSpPr>
          <p:cNvPr id="66709" name="Text Box 149"/>
          <p:cNvSpPr txBox="1">
            <a:spLocks noChangeArrowheads="1"/>
          </p:cNvSpPr>
          <p:nvPr/>
        </p:nvSpPr>
        <p:spPr bwMode="auto">
          <a:xfrm>
            <a:off x="1687596" y="6047457"/>
            <a:ext cx="2609872" cy="36933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a:defRPr/>
            </a:pPr>
            <a:r>
              <a:rPr lang="en-US" dirty="0">
                <a:solidFill>
                  <a:srgbClr val="000099"/>
                </a:solidFill>
                <a:latin typeface="Arial"/>
                <a:cs typeface="Arial"/>
              </a:rPr>
              <a:t>request/response mode</a:t>
            </a:r>
          </a:p>
        </p:txBody>
      </p:sp>
      <p:sp>
        <p:nvSpPr>
          <p:cNvPr id="66710" name="Text Box 150"/>
          <p:cNvSpPr txBox="1">
            <a:spLocks noChangeArrowheads="1"/>
          </p:cNvSpPr>
          <p:nvPr/>
        </p:nvSpPr>
        <p:spPr bwMode="auto">
          <a:xfrm>
            <a:off x="6735512" y="6035674"/>
            <a:ext cx="1223975" cy="36933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a:defRPr/>
            </a:pPr>
            <a:r>
              <a:rPr lang="en-US" dirty="0">
                <a:solidFill>
                  <a:srgbClr val="000099"/>
                </a:solidFill>
                <a:latin typeface="Arial"/>
                <a:cs typeface="Arial"/>
              </a:rPr>
              <a:t>trap mode</a:t>
            </a:r>
          </a:p>
        </p:txBody>
      </p:sp>
      <p:grpSp>
        <p:nvGrpSpPr>
          <p:cNvPr id="6" name="Group 5"/>
          <p:cNvGrpSpPr>
            <a:grpSpLocks/>
          </p:cNvGrpSpPr>
          <p:nvPr/>
        </p:nvGrpSpPr>
        <p:grpSpPr bwMode="auto">
          <a:xfrm>
            <a:off x="1084263" y="2936875"/>
            <a:ext cx="2383238" cy="1466850"/>
            <a:chOff x="9064738" y="1353594"/>
            <a:chExt cx="2383238" cy="1466850"/>
          </a:xfrm>
        </p:grpSpPr>
        <p:sp>
          <p:nvSpPr>
            <p:cNvPr id="66649" name="Freeform 89"/>
            <p:cNvSpPr>
              <a:spLocks/>
            </p:cNvSpPr>
            <p:nvPr/>
          </p:nvSpPr>
          <p:spPr bwMode="auto">
            <a:xfrm>
              <a:off x="9820388" y="1353594"/>
              <a:ext cx="74612" cy="1466850"/>
            </a:xfrm>
            <a:custGeom>
              <a:avLst/>
              <a:gdLst>
                <a:gd name="T0" fmla="*/ 0 w 1"/>
                <a:gd name="T1" fmla="*/ 0 h 1044"/>
                <a:gd name="T2" fmla="*/ 0 w 1"/>
                <a:gd name="T3" fmla="*/ 1044 h 1044"/>
              </a:gdLst>
              <a:ahLst/>
              <a:cxnLst>
                <a:cxn ang="0">
                  <a:pos x="T0" y="T1"/>
                </a:cxn>
                <a:cxn ang="0">
                  <a:pos x="T2" y="T3"/>
                </a:cxn>
              </a:cxnLst>
              <a:rect l="0" t="0" r="r" b="b"/>
              <a:pathLst>
                <a:path w="1" h="1044">
                  <a:moveTo>
                    <a:pt x="0" y="0"/>
                  </a:moveTo>
                  <a:lnTo>
                    <a:pt x="0" y="1044"/>
                  </a:lnTo>
                </a:path>
              </a:pathLst>
            </a:custGeom>
            <a:noFill/>
            <a:ln w="38100">
              <a:solidFill>
                <a:srgbClr val="FF0000"/>
              </a:solidFill>
              <a:round/>
              <a:headEnd type="triangle" w="med" len="med"/>
              <a:tailEnd type="none" w="med" len="med"/>
            </a:ln>
            <a:effectLst/>
            <a:extLst>
              <a:ext uri="{909E8E84-426E-40dd-AFC4-6F175D3DCCD1}">
                <a14:hiddenFill xmlns:a14="http://schemas.microsoft.com/office/drawing/2010/main" xmlns="">
                  <a:solidFill>
                    <a:srgbClr val="FFFFFF"/>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a:latin typeface="Arial"/>
                <a:cs typeface="Arial"/>
              </a:endParaRPr>
            </a:p>
          </p:txBody>
        </p:sp>
        <p:sp>
          <p:nvSpPr>
            <p:cNvPr id="66651" name="Rectangle 91"/>
            <p:cNvSpPr>
              <a:spLocks noChangeArrowheads="1"/>
            </p:cNvSpPr>
            <p:nvPr/>
          </p:nvSpPr>
          <p:spPr bwMode="auto">
            <a:xfrm>
              <a:off x="9064738" y="2155282"/>
              <a:ext cx="1422400" cy="387350"/>
            </a:xfrm>
            <a:prstGeom prst="rect">
              <a:avLst/>
            </a:prstGeom>
            <a:solidFill>
              <a:srgbClr val="FFFFFF"/>
            </a:solidFill>
            <a:ln w="19050">
              <a:solidFill>
                <a:srgbClr val="FF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a:latin typeface="Arial"/>
                <a:cs typeface="Arial"/>
              </a:endParaRPr>
            </a:p>
          </p:txBody>
        </p:sp>
        <p:sp>
          <p:nvSpPr>
            <p:cNvPr id="66652" name="Text Box 92"/>
            <p:cNvSpPr txBox="1">
              <a:spLocks noChangeArrowheads="1"/>
            </p:cNvSpPr>
            <p:nvPr/>
          </p:nvSpPr>
          <p:spPr bwMode="auto">
            <a:xfrm>
              <a:off x="9190551" y="2152272"/>
              <a:ext cx="2257425" cy="45720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p>
              <a:pPr>
                <a:spcBef>
                  <a:spcPct val="50000"/>
                </a:spcBef>
                <a:defRPr/>
              </a:pPr>
              <a:r>
                <a:rPr lang="en-US" dirty="0">
                  <a:solidFill>
                    <a:srgbClr val="CC0000"/>
                  </a:solidFill>
                  <a:latin typeface="Arial"/>
                  <a:cs typeface="Arial"/>
                </a:rPr>
                <a:t>response</a:t>
              </a:r>
            </a:p>
          </p:txBody>
        </p:sp>
      </p:grpSp>
      <p:grpSp>
        <p:nvGrpSpPr>
          <p:cNvPr id="198" name="Group 327"/>
          <p:cNvGrpSpPr>
            <a:grpSpLocks/>
          </p:cNvGrpSpPr>
          <p:nvPr/>
        </p:nvGrpSpPr>
        <p:grpSpPr bwMode="auto">
          <a:xfrm>
            <a:off x="2365660" y="4961649"/>
            <a:ext cx="687402" cy="404025"/>
            <a:chOff x="1871277" y="1576300"/>
            <a:chExt cx="1128371" cy="437861"/>
          </a:xfrm>
        </p:grpSpPr>
        <p:sp>
          <p:nvSpPr>
            <p:cNvPr id="199" name="Oval 198"/>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00" name="Rectangle 199"/>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02" name="Oval 201"/>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10" name="Freeform 209"/>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11" name="Freeform 210"/>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12" name="Freeform 211"/>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15" name="Freeform 214"/>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21" name="Straight Connector 220"/>
            <p:cNvCxnSpPr>
              <a:endCxn id="202"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22" name="Straight Connector 221"/>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29" name="Group 327"/>
          <p:cNvGrpSpPr>
            <a:grpSpLocks/>
          </p:cNvGrpSpPr>
          <p:nvPr/>
        </p:nvGrpSpPr>
        <p:grpSpPr bwMode="auto">
          <a:xfrm>
            <a:off x="3534062" y="3389522"/>
            <a:ext cx="687402" cy="404025"/>
            <a:chOff x="1871277" y="1576300"/>
            <a:chExt cx="1128371" cy="437861"/>
          </a:xfrm>
        </p:grpSpPr>
        <p:sp>
          <p:nvSpPr>
            <p:cNvPr id="230" name="Oval 229"/>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31" name="Rectangle 230"/>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32" name="Oval 231"/>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33" name="Freeform 232"/>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35" name="Freeform 234"/>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36" name="Freeform 235"/>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38" name="Freeform 237"/>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40" name="Straight Connector 239"/>
            <p:cNvCxnSpPr>
              <a:endCxn id="232"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43" name="Straight Connector 242"/>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44" name="Group 327"/>
          <p:cNvGrpSpPr>
            <a:grpSpLocks/>
          </p:cNvGrpSpPr>
          <p:nvPr/>
        </p:nvGrpSpPr>
        <p:grpSpPr bwMode="auto">
          <a:xfrm>
            <a:off x="7670251" y="3394869"/>
            <a:ext cx="687402" cy="404025"/>
            <a:chOff x="1871277" y="1576300"/>
            <a:chExt cx="1128371" cy="437861"/>
          </a:xfrm>
        </p:grpSpPr>
        <p:sp>
          <p:nvSpPr>
            <p:cNvPr id="245" name="Oval 244"/>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47" name="Rectangle 246"/>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48" name="Oval 247"/>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50" name="Freeform 249"/>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70" name="Freeform 269"/>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71" name="Freeform 270"/>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78" name="Freeform 277"/>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79" name="Straight Connector 278"/>
            <p:cNvCxnSpPr>
              <a:endCxn id="248"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80" name="Straight Connector 279"/>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81" name="Group 327"/>
          <p:cNvGrpSpPr>
            <a:grpSpLocks/>
          </p:cNvGrpSpPr>
          <p:nvPr/>
        </p:nvGrpSpPr>
        <p:grpSpPr bwMode="auto">
          <a:xfrm>
            <a:off x="6525914" y="4937584"/>
            <a:ext cx="687402" cy="404025"/>
            <a:chOff x="1871277" y="1576300"/>
            <a:chExt cx="1128371" cy="437861"/>
          </a:xfrm>
        </p:grpSpPr>
        <p:sp>
          <p:nvSpPr>
            <p:cNvPr id="282" name="Oval 281"/>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83" name="Rectangle 282"/>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84" name="Oval 283"/>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85" name="Freeform 284"/>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86" name="Freeform 285"/>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87" name="Freeform 286"/>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88" name="Freeform 287"/>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89" name="Straight Connector 288"/>
            <p:cNvCxnSpPr>
              <a:endCxn id="284"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90" name="Straight Connector 289"/>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sp>
        <p:nvSpPr>
          <p:cNvPr id="293" name="Slide Number Placeholder 5"/>
          <p:cNvSpPr>
            <a:spLocks noGrp="1"/>
          </p:cNvSpPr>
          <p:nvPr>
            <p:ph type="sldNum" sz="quarter" idx="12"/>
          </p:nvPr>
        </p:nvSpPr>
        <p:spPr>
          <a:xfrm>
            <a:off x="8456154" y="6475895"/>
            <a:ext cx="548655" cy="272319"/>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200" dirty="0">
                <a:latin typeface="Tahoma" charset="0"/>
              </a:rPr>
              <a:t>5-</a:t>
            </a:r>
            <a:fld id="{8E8C6E93-DF5B-BC4B-80F9-500DED1EEDCC}" type="slidenum">
              <a:rPr lang="en-US" sz="1200">
                <a:latin typeface="Tahoma" charset="0"/>
              </a:rPr>
              <a:pPr/>
              <a:t>128</a:t>
            </a:fld>
            <a:endParaRPr lang="en-US" sz="1200" dirty="0">
              <a:latin typeface="Tahoma" charset="0"/>
            </a:endParaRPr>
          </a:p>
        </p:txBody>
      </p:sp>
      <p:sp>
        <p:nvSpPr>
          <p:cNvPr id="294" name="Footer Placeholder 2"/>
          <p:cNvSpPr>
            <a:spLocks noGrp="1"/>
          </p:cNvSpPr>
          <p:nvPr>
            <p:ph type="ftr" sz="quarter" idx="11"/>
          </p:nvPr>
        </p:nvSpPr>
        <p:spPr>
          <a:xfrm>
            <a:off x="6375496" y="6475081"/>
            <a:ext cx="2177473" cy="241541"/>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200" dirty="0">
                <a:solidFill>
                  <a:srgbClr val="000000"/>
                </a:solidFill>
                <a:latin typeface="Tahoma" charset="0"/>
                <a:cs typeface="Arial" charset="0"/>
              </a:rPr>
              <a:t>Network Layer: Control Plane</a:t>
            </a:r>
          </a:p>
        </p:txBody>
      </p:sp>
    </p:spTree>
    <p:extLst>
      <p:ext uri="{BB962C8B-B14F-4D97-AF65-F5344CB8AC3E}">
        <p14:creationId xmlns:p14="http://schemas.microsoft.com/office/powerpoint/2010/main" val="303718120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1"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up)">
                                      <p:cBhvr>
                                        <p:cTn id="7" dur="500"/>
                                        <p:tgtEl>
                                          <p:spTgt spid="2"/>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4" fill="hold"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wipe(down)">
                                      <p:cBhvr>
                                        <p:cTn id="12" dur="500"/>
                                        <p:tgtEl>
                                          <p:spTgt spid="6"/>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4" fill="hold"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wipe(down)">
                                      <p:cBhvr>
                                        <p:cTn id="1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8369" name="Picture 16" descr="underline_base"/>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93725" y="822325"/>
            <a:ext cx="7313613" cy="1730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67586" name="Rectangle 2"/>
          <p:cNvSpPr>
            <a:spLocks noGrp="1" noChangeArrowheads="1"/>
          </p:cNvSpPr>
          <p:nvPr>
            <p:ph type="title"/>
          </p:nvPr>
        </p:nvSpPr>
        <p:spPr>
          <a:xfrm>
            <a:off x="533400" y="0"/>
            <a:ext cx="7772400" cy="1143000"/>
          </a:xfrm>
        </p:spPr>
        <p:txBody>
          <a:bodyPr/>
          <a:lstStyle/>
          <a:p>
            <a:pPr>
              <a:defRPr/>
            </a:pPr>
            <a:r>
              <a:rPr lang="en-US" sz="4400" dirty="0"/>
              <a:t>SNMP protocol: message types</a:t>
            </a:r>
          </a:p>
        </p:txBody>
      </p:sp>
      <p:sp>
        <p:nvSpPr>
          <p:cNvPr id="67699" name="Text Box 115"/>
          <p:cNvSpPr txBox="1">
            <a:spLocks noChangeArrowheads="1"/>
          </p:cNvSpPr>
          <p:nvPr/>
        </p:nvSpPr>
        <p:spPr bwMode="auto">
          <a:xfrm>
            <a:off x="506413" y="1806575"/>
            <a:ext cx="2468562" cy="120015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algn="r">
              <a:defRPr/>
            </a:pPr>
            <a:r>
              <a:rPr lang="en-US">
                <a:latin typeface="Arial"/>
                <a:cs typeface="Arial"/>
              </a:rPr>
              <a:t>GetRequest</a:t>
            </a:r>
          </a:p>
          <a:p>
            <a:pPr algn="r">
              <a:defRPr/>
            </a:pPr>
            <a:r>
              <a:rPr lang="en-US">
                <a:latin typeface="Arial"/>
                <a:cs typeface="Arial"/>
              </a:rPr>
              <a:t>GetNextRequest</a:t>
            </a:r>
          </a:p>
          <a:p>
            <a:pPr algn="r">
              <a:defRPr/>
            </a:pPr>
            <a:r>
              <a:rPr lang="en-US">
                <a:latin typeface="Arial"/>
                <a:cs typeface="Arial"/>
              </a:rPr>
              <a:t>GetBulkRequest</a:t>
            </a:r>
          </a:p>
        </p:txBody>
      </p:sp>
      <p:sp>
        <p:nvSpPr>
          <p:cNvPr id="67700" name="Text Box 116"/>
          <p:cNvSpPr txBox="1">
            <a:spLocks noChangeArrowheads="1"/>
          </p:cNvSpPr>
          <p:nvPr/>
        </p:nvSpPr>
        <p:spPr bwMode="auto">
          <a:xfrm>
            <a:off x="3453732" y="1971675"/>
            <a:ext cx="4816756" cy="646331"/>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algn="l">
              <a:defRPr/>
            </a:pPr>
            <a:r>
              <a:rPr lang="en-US" dirty="0">
                <a:latin typeface="Arial"/>
                <a:cs typeface="Arial"/>
              </a:rPr>
              <a:t>manager-to-agent: </a:t>
            </a:r>
            <a:r>
              <a:rPr lang="ja-JP" altLang="en-US" dirty="0">
                <a:latin typeface="Arial"/>
                <a:cs typeface="Arial"/>
              </a:rPr>
              <a:t>“</a:t>
            </a:r>
            <a:r>
              <a:rPr lang="en-US" dirty="0">
                <a:latin typeface="Arial"/>
                <a:cs typeface="Arial"/>
              </a:rPr>
              <a:t>get me data</a:t>
            </a:r>
            <a:r>
              <a:rPr lang="ja-JP" altLang="en-US" dirty="0">
                <a:latin typeface="Arial"/>
                <a:cs typeface="Arial"/>
              </a:rPr>
              <a:t>”</a:t>
            </a:r>
            <a:endParaRPr lang="en-US" dirty="0">
              <a:latin typeface="Arial"/>
              <a:cs typeface="Arial"/>
            </a:endParaRPr>
          </a:p>
          <a:p>
            <a:pPr algn="l">
              <a:defRPr/>
            </a:pPr>
            <a:r>
              <a:rPr lang="en-US" dirty="0">
                <a:latin typeface="Arial"/>
                <a:cs typeface="Arial"/>
              </a:rPr>
              <a:t>(data instance, next data in list, block of data)</a:t>
            </a:r>
          </a:p>
        </p:txBody>
      </p:sp>
      <p:sp>
        <p:nvSpPr>
          <p:cNvPr id="67702" name="Text Box 118"/>
          <p:cNvSpPr txBox="1">
            <a:spLocks noChangeArrowheads="1"/>
          </p:cNvSpPr>
          <p:nvPr/>
        </p:nvSpPr>
        <p:spPr bwMode="auto">
          <a:xfrm>
            <a:off x="568325" y="1265238"/>
            <a:ext cx="2419350" cy="5238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algn="r">
              <a:defRPr/>
            </a:pPr>
            <a:r>
              <a:rPr lang="en-US" sz="2800" u="sng" dirty="0">
                <a:solidFill>
                  <a:srgbClr val="CC0000"/>
                </a:solidFill>
                <a:latin typeface="Arial"/>
                <a:cs typeface="Arial"/>
              </a:rPr>
              <a:t>Message type</a:t>
            </a:r>
            <a:endParaRPr lang="en-US" sz="2800" dirty="0">
              <a:solidFill>
                <a:srgbClr val="CC0000"/>
              </a:solidFill>
              <a:latin typeface="Arial"/>
              <a:cs typeface="Arial"/>
            </a:endParaRPr>
          </a:p>
        </p:txBody>
      </p:sp>
      <p:sp>
        <p:nvSpPr>
          <p:cNvPr id="67703" name="Text Box 119"/>
          <p:cNvSpPr txBox="1">
            <a:spLocks noChangeArrowheads="1"/>
          </p:cNvSpPr>
          <p:nvPr/>
        </p:nvSpPr>
        <p:spPr bwMode="auto">
          <a:xfrm>
            <a:off x="3614738" y="1263650"/>
            <a:ext cx="1562100" cy="5238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algn="l">
              <a:defRPr/>
            </a:pPr>
            <a:r>
              <a:rPr lang="en-US" sz="2800" u="sng" dirty="0">
                <a:solidFill>
                  <a:srgbClr val="CC0000"/>
                </a:solidFill>
                <a:latin typeface="Arial"/>
                <a:cs typeface="Arial"/>
              </a:rPr>
              <a:t>Function</a:t>
            </a:r>
            <a:endParaRPr lang="en-US" sz="2800" dirty="0">
              <a:solidFill>
                <a:srgbClr val="CC0000"/>
              </a:solidFill>
              <a:latin typeface="Arial"/>
              <a:cs typeface="Arial"/>
            </a:endParaRPr>
          </a:p>
        </p:txBody>
      </p:sp>
      <p:sp>
        <p:nvSpPr>
          <p:cNvPr id="67704" name="Line 120"/>
          <p:cNvSpPr>
            <a:spLocks noChangeShapeType="1"/>
          </p:cNvSpPr>
          <p:nvPr/>
        </p:nvSpPr>
        <p:spPr bwMode="auto">
          <a:xfrm>
            <a:off x="1330325" y="3081338"/>
            <a:ext cx="5373688" cy="0"/>
          </a:xfrm>
          <a:prstGeom prst="line">
            <a:avLst/>
          </a:prstGeom>
          <a:noFill/>
          <a:ln w="1270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a:latin typeface="Arial"/>
              <a:cs typeface="Arial"/>
            </a:endParaRPr>
          </a:p>
        </p:txBody>
      </p:sp>
      <p:sp>
        <p:nvSpPr>
          <p:cNvPr id="67705" name="Text Box 121"/>
          <p:cNvSpPr txBox="1">
            <a:spLocks noChangeArrowheads="1"/>
          </p:cNvSpPr>
          <p:nvPr/>
        </p:nvSpPr>
        <p:spPr bwMode="auto">
          <a:xfrm>
            <a:off x="361950" y="3225800"/>
            <a:ext cx="2578100" cy="45720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p>
            <a:pPr algn="r">
              <a:defRPr/>
            </a:pPr>
            <a:r>
              <a:rPr lang="en-US">
                <a:latin typeface="Arial"/>
                <a:cs typeface="Arial"/>
              </a:rPr>
              <a:t>InformRequest</a:t>
            </a:r>
          </a:p>
        </p:txBody>
      </p:sp>
      <p:sp>
        <p:nvSpPr>
          <p:cNvPr id="67706" name="Text Box 122"/>
          <p:cNvSpPr txBox="1">
            <a:spLocks noChangeArrowheads="1"/>
          </p:cNvSpPr>
          <p:nvPr/>
        </p:nvSpPr>
        <p:spPr bwMode="auto">
          <a:xfrm>
            <a:off x="3537786" y="3240088"/>
            <a:ext cx="4508500" cy="36933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p>
            <a:pPr>
              <a:defRPr/>
            </a:pPr>
            <a:r>
              <a:rPr lang="en-US" dirty="0">
                <a:latin typeface="Arial"/>
                <a:cs typeface="Arial"/>
              </a:rPr>
              <a:t>manager-to-manager: here</a:t>
            </a:r>
            <a:r>
              <a:rPr lang="ja-JP" altLang="en-US" dirty="0">
                <a:latin typeface="Arial"/>
                <a:cs typeface="Arial"/>
              </a:rPr>
              <a:t>’</a:t>
            </a:r>
            <a:r>
              <a:rPr lang="en-US" dirty="0">
                <a:latin typeface="Arial"/>
                <a:cs typeface="Arial"/>
              </a:rPr>
              <a:t>s MIB value</a:t>
            </a:r>
          </a:p>
        </p:txBody>
      </p:sp>
      <p:sp>
        <p:nvSpPr>
          <p:cNvPr id="67707" name="Line 123"/>
          <p:cNvSpPr>
            <a:spLocks noChangeShapeType="1"/>
          </p:cNvSpPr>
          <p:nvPr/>
        </p:nvSpPr>
        <p:spPr bwMode="auto">
          <a:xfrm>
            <a:off x="1363663" y="3797300"/>
            <a:ext cx="5373687" cy="0"/>
          </a:xfrm>
          <a:prstGeom prst="line">
            <a:avLst/>
          </a:prstGeom>
          <a:noFill/>
          <a:ln w="1270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a:latin typeface="Arial"/>
              <a:cs typeface="Arial"/>
            </a:endParaRPr>
          </a:p>
        </p:txBody>
      </p:sp>
      <p:sp>
        <p:nvSpPr>
          <p:cNvPr id="67708" name="Text Box 124"/>
          <p:cNvSpPr txBox="1">
            <a:spLocks noChangeArrowheads="1"/>
          </p:cNvSpPr>
          <p:nvPr/>
        </p:nvSpPr>
        <p:spPr bwMode="auto">
          <a:xfrm>
            <a:off x="417513" y="3886200"/>
            <a:ext cx="2578100" cy="45720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p>
            <a:pPr algn="r">
              <a:defRPr/>
            </a:pPr>
            <a:r>
              <a:rPr lang="en-US">
                <a:latin typeface="Arial"/>
                <a:cs typeface="Arial"/>
              </a:rPr>
              <a:t>SetRequest</a:t>
            </a:r>
          </a:p>
        </p:txBody>
      </p:sp>
      <p:sp>
        <p:nvSpPr>
          <p:cNvPr id="67709" name="Text Box 125"/>
          <p:cNvSpPr txBox="1">
            <a:spLocks noChangeArrowheads="1"/>
          </p:cNvSpPr>
          <p:nvPr/>
        </p:nvSpPr>
        <p:spPr bwMode="auto">
          <a:xfrm>
            <a:off x="3557923" y="3921794"/>
            <a:ext cx="4273550" cy="36933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p>
            <a:pPr>
              <a:defRPr/>
            </a:pPr>
            <a:r>
              <a:rPr lang="en-US" dirty="0">
                <a:latin typeface="Arial"/>
                <a:cs typeface="Arial"/>
              </a:rPr>
              <a:t>manager-to-agent: set MIB value</a:t>
            </a:r>
          </a:p>
        </p:txBody>
      </p:sp>
      <p:sp>
        <p:nvSpPr>
          <p:cNvPr id="67710" name="Line 126"/>
          <p:cNvSpPr>
            <a:spLocks noChangeShapeType="1"/>
          </p:cNvSpPr>
          <p:nvPr/>
        </p:nvSpPr>
        <p:spPr bwMode="auto">
          <a:xfrm>
            <a:off x="1327150" y="4491038"/>
            <a:ext cx="5373688" cy="0"/>
          </a:xfrm>
          <a:prstGeom prst="line">
            <a:avLst/>
          </a:prstGeom>
          <a:noFill/>
          <a:ln w="1270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a:latin typeface="Arial"/>
              <a:cs typeface="Arial"/>
            </a:endParaRPr>
          </a:p>
        </p:txBody>
      </p:sp>
      <p:sp>
        <p:nvSpPr>
          <p:cNvPr id="67711" name="Text Box 127"/>
          <p:cNvSpPr txBox="1">
            <a:spLocks noChangeArrowheads="1"/>
          </p:cNvSpPr>
          <p:nvPr/>
        </p:nvSpPr>
        <p:spPr bwMode="auto">
          <a:xfrm>
            <a:off x="395288" y="4675188"/>
            <a:ext cx="2578100" cy="45720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p>
            <a:pPr algn="r">
              <a:defRPr/>
            </a:pPr>
            <a:r>
              <a:rPr lang="en-US">
                <a:latin typeface="Arial"/>
                <a:cs typeface="Arial"/>
              </a:rPr>
              <a:t>Response</a:t>
            </a:r>
          </a:p>
        </p:txBody>
      </p:sp>
      <p:sp>
        <p:nvSpPr>
          <p:cNvPr id="67712" name="Text Box 128"/>
          <p:cNvSpPr txBox="1">
            <a:spLocks noChangeArrowheads="1"/>
          </p:cNvSpPr>
          <p:nvPr/>
        </p:nvSpPr>
        <p:spPr bwMode="auto">
          <a:xfrm>
            <a:off x="3516313" y="4578350"/>
            <a:ext cx="4237371" cy="646331"/>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p>
            <a:pPr algn="l">
              <a:defRPr/>
            </a:pPr>
            <a:r>
              <a:rPr lang="en-US" dirty="0">
                <a:latin typeface="Arial"/>
                <a:cs typeface="Arial"/>
              </a:rPr>
              <a:t>Agent-to-manager: value, response to </a:t>
            </a:r>
          </a:p>
          <a:p>
            <a:pPr algn="l">
              <a:defRPr/>
            </a:pPr>
            <a:r>
              <a:rPr lang="en-US" dirty="0">
                <a:latin typeface="Arial"/>
                <a:cs typeface="Arial"/>
              </a:rPr>
              <a:t>Request</a:t>
            </a:r>
          </a:p>
        </p:txBody>
      </p:sp>
      <p:sp>
        <p:nvSpPr>
          <p:cNvPr id="67713" name="Line 129"/>
          <p:cNvSpPr>
            <a:spLocks noChangeShapeType="1"/>
          </p:cNvSpPr>
          <p:nvPr/>
        </p:nvSpPr>
        <p:spPr bwMode="auto">
          <a:xfrm>
            <a:off x="1387475" y="5407025"/>
            <a:ext cx="5373688" cy="0"/>
          </a:xfrm>
          <a:prstGeom prst="line">
            <a:avLst/>
          </a:prstGeom>
          <a:noFill/>
          <a:ln w="1270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a:latin typeface="Arial"/>
              <a:cs typeface="Arial"/>
            </a:endParaRPr>
          </a:p>
        </p:txBody>
      </p:sp>
      <p:sp>
        <p:nvSpPr>
          <p:cNvPr id="67714" name="Text Box 130"/>
          <p:cNvSpPr txBox="1">
            <a:spLocks noChangeArrowheads="1"/>
          </p:cNvSpPr>
          <p:nvPr/>
        </p:nvSpPr>
        <p:spPr bwMode="auto">
          <a:xfrm>
            <a:off x="411163" y="5553075"/>
            <a:ext cx="2578100" cy="45720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p>
            <a:pPr algn="r">
              <a:defRPr/>
            </a:pPr>
            <a:r>
              <a:rPr lang="en-US">
                <a:latin typeface="Arial"/>
                <a:cs typeface="Arial"/>
              </a:rPr>
              <a:t>Trap</a:t>
            </a:r>
          </a:p>
        </p:txBody>
      </p:sp>
      <p:sp>
        <p:nvSpPr>
          <p:cNvPr id="67715" name="Line 131"/>
          <p:cNvSpPr>
            <a:spLocks noChangeShapeType="1"/>
          </p:cNvSpPr>
          <p:nvPr/>
        </p:nvSpPr>
        <p:spPr bwMode="auto">
          <a:xfrm>
            <a:off x="3279775" y="1352550"/>
            <a:ext cx="0" cy="4964113"/>
          </a:xfrm>
          <a:prstGeom prst="line">
            <a:avLst/>
          </a:prstGeom>
          <a:noFill/>
          <a:ln w="25400">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a:latin typeface="Arial"/>
              <a:cs typeface="Arial"/>
            </a:endParaRPr>
          </a:p>
        </p:txBody>
      </p:sp>
      <p:sp>
        <p:nvSpPr>
          <p:cNvPr id="67716" name="Text Box 132"/>
          <p:cNvSpPr txBox="1">
            <a:spLocks noChangeArrowheads="1"/>
          </p:cNvSpPr>
          <p:nvPr/>
        </p:nvSpPr>
        <p:spPr bwMode="auto">
          <a:xfrm>
            <a:off x="3505200" y="5541963"/>
            <a:ext cx="4792663" cy="646331"/>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p>
            <a:pPr algn="l">
              <a:defRPr/>
            </a:pPr>
            <a:r>
              <a:rPr lang="en-US" dirty="0">
                <a:latin typeface="Arial"/>
                <a:cs typeface="Arial"/>
              </a:rPr>
              <a:t>Agent-to-manager: inform manager</a:t>
            </a:r>
          </a:p>
          <a:p>
            <a:pPr algn="l">
              <a:defRPr/>
            </a:pPr>
            <a:r>
              <a:rPr lang="en-US" dirty="0">
                <a:latin typeface="Arial"/>
                <a:cs typeface="Arial"/>
              </a:rPr>
              <a:t>of exceptional event</a:t>
            </a:r>
          </a:p>
        </p:txBody>
      </p:sp>
      <p:sp>
        <p:nvSpPr>
          <p:cNvPr id="23" name="Slide Number Placeholder 5"/>
          <p:cNvSpPr>
            <a:spLocks noGrp="1"/>
          </p:cNvSpPr>
          <p:nvPr>
            <p:ph type="sldNum" sz="quarter" idx="12"/>
          </p:nvPr>
        </p:nvSpPr>
        <p:spPr>
          <a:xfrm>
            <a:off x="8456154" y="6475895"/>
            <a:ext cx="548655" cy="272319"/>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200" dirty="0">
                <a:latin typeface="Tahoma" charset="0"/>
              </a:rPr>
              <a:t>5-</a:t>
            </a:r>
            <a:fld id="{8E8C6E93-DF5B-BC4B-80F9-500DED1EEDCC}" type="slidenum">
              <a:rPr lang="en-US" sz="1200">
                <a:latin typeface="Tahoma" charset="0"/>
              </a:rPr>
              <a:pPr/>
              <a:t>129</a:t>
            </a:fld>
            <a:endParaRPr lang="en-US" sz="1200" dirty="0">
              <a:latin typeface="Tahoma" charset="0"/>
            </a:endParaRPr>
          </a:p>
        </p:txBody>
      </p:sp>
      <p:sp>
        <p:nvSpPr>
          <p:cNvPr id="24" name="Footer Placeholder 2"/>
          <p:cNvSpPr>
            <a:spLocks noGrp="1"/>
          </p:cNvSpPr>
          <p:nvPr>
            <p:ph type="ftr" sz="quarter" idx="11"/>
          </p:nvPr>
        </p:nvSpPr>
        <p:spPr>
          <a:xfrm>
            <a:off x="6375496" y="6475081"/>
            <a:ext cx="2177473" cy="241541"/>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200" dirty="0">
                <a:solidFill>
                  <a:srgbClr val="000000"/>
                </a:solidFill>
                <a:latin typeface="Tahoma" charset="0"/>
                <a:cs typeface="Arial" charset="0"/>
              </a:rPr>
              <a:t>Network Layer: Control Plane</a:t>
            </a:r>
          </a:p>
        </p:txBody>
      </p:sp>
    </p:spTree>
    <p:extLst>
      <p:ext uri="{BB962C8B-B14F-4D97-AF65-F5344CB8AC3E}">
        <p14:creationId xmlns:p14="http://schemas.microsoft.com/office/powerpoint/2010/main" val="1016214996"/>
      </p:ext>
    </p:extLst>
  </p:cSld>
  <p:clrMapOvr>
    <a:masterClrMapping/>
  </p:clrMapOvr>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0417" name="Picture 15" descr="underline_base"/>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98475" y="889000"/>
            <a:ext cx="7769225" cy="1730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68610" name="Rectangle 2"/>
          <p:cNvSpPr>
            <a:spLocks noGrp="1" noChangeArrowheads="1"/>
          </p:cNvSpPr>
          <p:nvPr>
            <p:ph type="title"/>
          </p:nvPr>
        </p:nvSpPr>
        <p:spPr>
          <a:xfrm>
            <a:off x="415925" y="219075"/>
            <a:ext cx="7772400" cy="835025"/>
          </a:xfrm>
        </p:spPr>
        <p:txBody>
          <a:bodyPr/>
          <a:lstStyle/>
          <a:p>
            <a:pPr>
              <a:defRPr/>
            </a:pPr>
            <a:r>
              <a:rPr lang="en-US" sz="4400" dirty="0"/>
              <a:t>SNMP protocol: message formats</a:t>
            </a:r>
          </a:p>
        </p:txBody>
      </p:sp>
      <p:sp>
        <p:nvSpPr>
          <p:cNvPr id="60421" name="Rectangle 1"/>
          <p:cNvSpPr>
            <a:spLocks noChangeArrowheads="1"/>
          </p:cNvSpPr>
          <p:nvPr/>
        </p:nvSpPr>
        <p:spPr bwMode="auto">
          <a:xfrm>
            <a:off x="939392" y="1751775"/>
            <a:ext cx="6943725" cy="1004888"/>
          </a:xfrm>
          <a:prstGeom prst="rect">
            <a:avLst/>
          </a:prstGeom>
          <a:solidFill>
            <a:srgbClr val="006633"/>
          </a:solidFill>
          <a:ln w="9525">
            <a:solidFill>
              <a:schemeClr val="bg1"/>
            </a:solidFill>
            <a:round/>
            <a:headEnd/>
            <a:tailEnd/>
          </a:ln>
        </p:spPr>
        <p:txBody>
          <a:bodyPr wrap="none"/>
          <a:lstStyle/>
          <a:p>
            <a:endParaRPr lang="en-US"/>
          </a:p>
        </p:txBody>
      </p:sp>
      <p:cxnSp>
        <p:nvCxnSpPr>
          <p:cNvPr id="9" name="Straight Connector 3"/>
          <p:cNvCxnSpPr>
            <a:cxnSpLocks noChangeShapeType="1"/>
          </p:cNvCxnSpPr>
          <p:nvPr/>
        </p:nvCxnSpPr>
        <p:spPr bwMode="auto">
          <a:xfrm>
            <a:off x="1856967" y="1756538"/>
            <a:ext cx="0" cy="1020762"/>
          </a:xfrm>
          <a:prstGeom prst="line">
            <a:avLst/>
          </a:prstGeom>
          <a:noFill/>
          <a:ln w="2540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sp>
        <p:nvSpPr>
          <p:cNvPr id="60423" name="TextBox 39"/>
          <p:cNvSpPr txBox="1">
            <a:spLocks noChangeArrowheads="1"/>
          </p:cNvSpPr>
          <p:nvPr/>
        </p:nvSpPr>
        <p:spPr bwMode="auto">
          <a:xfrm>
            <a:off x="7386229" y="2110550"/>
            <a:ext cx="496888" cy="2619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a:lnSpc>
                <a:spcPts val="1200"/>
              </a:lnSpc>
            </a:pPr>
            <a:r>
              <a:rPr lang="en-US" sz="1600" i="1">
                <a:solidFill>
                  <a:schemeClr val="bg1"/>
                </a:solidFill>
                <a:latin typeface="Arial" charset="0"/>
                <a:cs typeface="Arial" charset="0"/>
              </a:rPr>
              <a:t>….</a:t>
            </a:r>
          </a:p>
        </p:txBody>
      </p:sp>
      <p:sp>
        <p:nvSpPr>
          <p:cNvPr id="60424" name="TextBox 40"/>
          <p:cNvSpPr txBox="1">
            <a:spLocks noChangeArrowheads="1"/>
          </p:cNvSpPr>
          <p:nvPr/>
        </p:nvSpPr>
        <p:spPr bwMode="auto">
          <a:xfrm>
            <a:off x="1152117" y="1778763"/>
            <a:ext cx="584200" cy="9239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r>
              <a:rPr lang="en-US" sz="1800">
                <a:solidFill>
                  <a:schemeClr val="bg1"/>
                </a:solidFill>
                <a:latin typeface="Arial Narrow" charset="0"/>
                <a:cs typeface="Arial Narrow" charset="0"/>
              </a:rPr>
              <a:t>PDU</a:t>
            </a:r>
          </a:p>
          <a:p>
            <a:r>
              <a:rPr lang="en-US" sz="1800">
                <a:solidFill>
                  <a:schemeClr val="bg1"/>
                </a:solidFill>
                <a:latin typeface="Arial Narrow" charset="0"/>
                <a:cs typeface="Arial Narrow" charset="0"/>
              </a:rPr>
              <a:t>type</a:t>
            </a:r>
          </a:p>
          <a:p>
            <a:r>
              <a:rPr lang="en-US" sz="1800">
                <a:solidFill>
                  <a:schemeClr val="bg1"/>
                </a:solidFill>
                <a:latin typeface="Arial Narrow" charset="0"/>
                <a:cs typeface="Arial Narrow" charset="0"/>
              </a:rPr>
              <a:t>(0-3)</a:t>
            </a:r>
          </a:p>
        </p:txBody>
      </p:sp>
      <p:cxnSp>
        <p:nvCxnSpPr>
          <p:cNvPr id="20" name="Straight Connector 3"/>
          <p:cNvCxnSpPr>
            <a:cxnSpLocks noChangeShapeType="1"/>
          </p:cNvCxnSpPr>
          <p:nvPr/>
        </p:nvCxnSpPr>
        <p:spPr bwMode="auto">
          <a:xfrm>
            <a:off x="2750729" y="1743838"/>
            <a:ext cx="0" cy="1019175"/>
          </a:xfrm>
          <a:prstGeom prst="line">
            <a:avLst/>
          </a:prstGeom>
          <a:noFill/>
          <a:ln w="2540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21" name="Straight Connector 3"/>
          <p:cNvCxnSpPr>
            <a:cxnSpLocks noChangeShapeType="1"/>
          </p:cNvCxnSpPr>
          <p:nvPr/>
        </p:nvCxnSpPr>
        <p:spPr bwMode="auto">
          <a:xfrm>
            <a:off x="3644492" y="1735900"/>
            <a:ext cx="0" cy="1019175"/>
          </a:xfrm>
          <a:prstGeom prst="line">
            <a:avLst/>
          </a:prstGeom>
          <a:noFill/>
          <a:ln w="2540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22" name="Straight Connector 3"/>
          <p:cNvCxnSpPr>
            <a:cxnSpLocks noChangeShapeType="1"/>
          </p:cNvCxnSpPr>
          <p:nvPr/>
        </p:nvCxnSpPr>
        <p:spPr bwMode="auto">
          <a:xfrm>
            <a:off x="4546192" y="1758125"/>
            <a:ext cx="0" cy="1019175"/>
          </a:xfrm>
          <a:prstGeom prst="line">
            <a:avLst/>
          </a:prstGeom>
          <a:noFill/>
          <a:ln w="2540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23" name="Straight Connector 3"/>
          <p:cNvCxnSpPr>
            <a:cxnSpLocks noChangeShapeType="1"/>
          </p:cNvCxnSpPr>
          <p:nvPr/>
        </p:nvCxnSpPr>
        <p:spPr bwMode="auto">
          <a:xfrm>
            <a:off x="5255804" y="1750188"/>
            <a:ext cx="0" cy="1019175"/>
          </a:xfrm>
          <a:prstGeom prst="line">
            <a:avLst/>
          </a:prstGeom>
          <a:noFill/>
          <a:ln w="2540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24" name="Straight Connector 3"/>
          <p:cNvCxnSpPr>
            <a:cxnSpLocks noChangeShapeType="1"/>
          </p:cNvCxnSpPr>
          <p:nvPr/>
        </p:nvCxnSpPr>
        <p:spPr bwMode="auto">
          <a:xfrm>
            <a:off x="5978117" y="1742250"/>
            <a:ext cx="0" cy="1019175"/>
          </a:xfrm>
          <a:prstGeom prst="line">
            <a:avLst/>
          </a:prstGeom>
          <a:noFill/>
          <a:ln w="2540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25" name="Straight Connector 3"/>
          <p:cNvCxnSpPr>
            <a:cxnSpLocks noChangeShapeType="1"/>
          </p:cNvCxnSpPr>
          <p:nvPr/>
        </p:nvCxnSpPr>
        <p:spPr bwMode="auto">
          <a:xfrm>
            <a:off x="6681379" y="1734313"/>
            <a:ext cx="0" cy="1019175"/>
          </a:xfrm>
          <a:prstGeom prst="line">
            <a:avLst/>
          </a:prstGeom>
          <a:noFill/>
          <a:ln w="2540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26" name="Straight Connector 3"/>
          <p:cNvCxnSpPr>
            <a:cxnSpLocks noChangeShapeType="1"/>
          </p:cNvCxnSpPr>
          <p:nvPr/>
        </p:nvCxnSpPr>
        <p:spPr bwMode="auto">
          <a:xfrm>
            <a:off x="7403692" y="1761300"/>
            <a:ext cx="0" cy="1019175"/>
          </a:xfrm>
          <a:prstGeom prst="line">
            <a:avLst/>
          </a:prstGeom>
          <a:noFill/>
          <a:ln w="2540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sp>
        <p:nvSpPr>
          <p:cNvPr id="60432" name="TextBox 40"/>
          <p:cNvSpPr txBox="1">
            <a:spLocks noChangeArrowheads="1"/>
          </p:cNvSpPr>
          <p:nvPr/>
        </p:nvSpPr>
        <p:spPr bwMode="auto">
          <a:xfrm>
            <a:off x="1858554" y="1926400"/>
            <a:ext cx="889000" cy="6461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r>
              <a:rPr lang="en-US" sz="1800">
                <a:solidFill>
                  <a:schemeClr val="bg1"/>
                </a:solidFill>
                <a:latin typeface="Arial Narrow" charset="0"/>
                <a:cs typeface="Arial Narrow" charset="0"/>
              </a:rPr>
              <a:t>Request</a:t>
            </a:r>
          </a:p>
          <a:p>
            <a:r>
              <a:rPr lang="en-US" sz="1800">
                <a:solidFill>
                  <a:schemeClr val="bg1"/>
                </a:solidFill>
                <a:latin typeface="Arial Narrow" charset="0"/>
                <a:cs typeface="Arial Narrow" charset="0"/>
              </a:rPr>
              <a:t>ID</a:t>
            </a:r>
          </a:p>
        </p:txBody>
      </p:sp>
      <p:sp>
        <p:nvSpPr>
          <p:cNvPr id="60433" name="TextBox 40"/>
          <p:cNvSpPr txBox="1">
            <a:spLocks noChangeArrowheads="1"/>
          </p:cNvSpPr>
          <p:nvPr/>
        </p:nvSpPr>
        <p:spPr bwMode="auto">
          <a:xfrm>
            <a:off x="2842804" y="1781938"/>
            <a:ext cx="720725" cy="9223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r>
              <a:rPr lang="en-US" sz="1800">
                <a:solidFill>
                  <a:schemeClr val="bg1"/>
                </a:solidFill>
                <a:latin typeface="Arial Narrow" charset="0"/>
                <a:cs typeface="Arial Narrow" charset="0"/>
              </a:rPr>
              <a:t>Error</a:t>
            </a:r>
          </a:p>
          <a:p>
            <a:r>
              <a:rPr lang="en-US" sz="1800">
                <a:solidFill>
                  <a:schemeClr val="bg1"/>
                </a:solidFill>
                <a:latin typeface="Arial Narrow" charset="0"/>
                <a:cs typeface="Arial Narrow" charset="0"/>
              </a:rPr>
              <a:t>Status</a:t>
            </a:r>
          </a:p>
          <a:p>
            <a:r>
              <a:rPr lang="en-US" sz="1800">
                <a:solidFill>
                  <a:schemeClr val="bg1"/>
                </a:solidFill>
                <a:latin typeface="Arial Narrow" charset="0"/>
                <a:cs typeface="Arial Narrow" charset="0"/>
              </a:rPr>
              <a:t>(0-5)</a:t>
            </a:r>
          </a:p>
        </p:txBody>
      </p:sp>
      <p:sp>
        <p:nvSpPr>
          <p:cNvPr id="60434" name="TextBox 40"/>
          <p:cNvSpPr txBox="1">
            <a:spLocks noChangeArrowheads="1"/>
          </p:cNvSpPr>
          <p:nvPr/>
        </p:nvSpPr>
        <p:spPr bwMode="auto">
          <a:xfrm>
            <a:off x="3774667" y="1929575"/>
            <a:ext cx="647700" cy="6461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r>
              <a:rPr lang="en-US" sz="1800">
                <a:solidFill>
                  <a:schemeClr val="bg1"/>
                </a:solidFill>
                <a:latin typeface="Arial Narrow" charset="0"/>
                <a:cs typeface="Arial Narrow" charset="0"/>
              </a:rPr>
              <a:t>Error</a:t>
            </a:r>
          </a:p>
          <a:p>
            <a:r>
              <a:rPr lang="en-US" sz="1800">
                <a:solidFill>
                  <a:schemeClr val="bg1"/>
                </a:solidFill>
                <a:latin typeface="Arial Narrow" charset="0"/>
                <a:cs typeface="Arial Narrow" charset="0"/>
              </a:rPr>
              <a:t>Index</a:t>
            </a:r>
          </a:p>
        </p:txBody>
      </p:sp>
      <p:sp>
        <p:nvSpPr>
          <p:cNvPr id="60435" name="TextBox 40"/>
          <p:cNvSpPr txBox="1">
            <a:spLocks noChangeArrowheads="1"/>
          </p:cNvSpPr>
          <p:nvPr/>
        </p:nvSpPr>
        <p:spPr bwMode="auto">
          <a:xfrm>
            <a:off x="4549367" y="2064513"/>
            <a:ext cx="690562" cy="3683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r>
              <a:rPr lang="en-US" sz="1800">
                <a:solidFill>
                  <a:schemeClr val="bg1"/>
                </a:solidFill>
                <a:latin typeface="Arial Narrow" charset="0"/>
                <a:cs typeface="Arial Narrow" charset="0"/>
              </a:rPr>
              <a:t>Name</a:t>
            </a:r>
          </a:p>
        </p:txBody>
      </p:sp>
      <p:sp>
        <p:nvSpPr>
          <p:cNvPr id="60436" name="TextBox 40"/>
          <p:cNvSpPr txBox="1">
            <a:spLocks noChangeArrowheads="1"/>
          </p:cNvSpPr>
          <p:nvPr/>
        </p:nvSpPr>
        <p:spPr bwMode="auto">
          <a:xfrm>
            <a:off x="5289142" y="2074038"/>
            <a:ext cx="655637" cy="36988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r>
              <a:rPr lang="en-US" sz="1800">
                <a:solidFill>
                  <a:schemeClr val="bg1"/>
                </a:solidFill>
                <a:latin typeface="Arial Narrow" charset="0"/>
                <a:cs typeface="Arial Narrow" charset="0"/>
              </a:rPr>
              <a:t>Value</a:t>
            </a:r>
          </a:p>
        </p:txBody>
      </p:sp>
      <p:sp>
        <p:nvSpPr>
          <p:cNvPr id="60437" name="TextBox 40"/>
          <p:cNvSpPr txBox="1">
            <a:spLocks noChangeArrowheads="1"/>
          </p:cNvSpPr>
          <p:nvPr/>
        </p:nvSpPr>
        <p:spPr bwMode="auto">
          <a:xfrm>
            <a:off x="5984467" y="2074038"/>
            <a:ext cx="688975" cy="36988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r>
              <a:rPr lang="en-US" sz="1800">
                <a:solidFill>
                  <a:schemeClr val="bg1"/>
                </a:solidFill>
                <a:latin typeface="Arial Narrow" charset="0"/>
                <a:cs typeface="Arial Narrow" charset="0"/>
              </a:rPr>
              <a:t>Name</a:t>
            </a:r>
          </a:p>
        </p:txBody>
      </p:sp>
      <p:sp>
        <p:nvSpPr>
          <p:cNvPr id="60438" name="TextBox 40"/>
          <p:cNvSpPr txBox="1">
            <a:spLocks noChangeArrowheads="1"/>
          </p:cNvSpPr>
          <p:nvPr/>
        </p:nvSpPr>
        <p:spPr bwMode="auto">
          <a:xfrm>
            <a:off x="6717892" y="2083563"/>
            <a:ext cx="654050" cy="36988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r>
              <a:rPr lang="en-US" sz="1800">
                <a:solidFill>
                  <a:schemeClr val="bg1"/>
                </a:solidFill>
                <a:latin typeface="Arial Narrow" charset="0"/>
                <a:cs typeface="Arial Narrow" charset="0"/>
              </a:rPr>
              <a:t>Value</a:t>
            </a:r>
          </a:p>
        </p:txBody>
      </p:sp>
      <p:sp>
        <p:nvSpPr>
          <p:cNvPr id="60439" name="Rectangle 1"/>
          <p:cNvSpPr>
            <a:spLocks noChangeArrowheads="1"/>
          </p:cNvSpPr>
          <p:nvPr/>
        </p:nvSpPr>
        <p:spPr bwMode="auto">
          <a:xfrm>
            <a:off x="902879" y="3267838"/>
            <a:ext cx="6943725" cy="1004887"/>
          </a:xfrm>
          <a:prstGeom prst="rect">
            <a:avLst/>
          </a:prstGeom>
          <a:solidFill>
            <a:srgbClr val="006633"/>
          </a:solidFill>
          <a:ln w="9525">
            <a:solidFill>
              <a:schemeClr val="bg1"/>
            </a:solidFill>
            <a:round/>
            <a:headEnd/>
            <a:tailEnd/>
          </a:ln>
        </p:spPr>
        <p:txBody>
          <a:bodyPr wrap="none"/>
          <a:lstStyle/>
          <a:p>
            <a:endParaRPr lang="en-US"/>
          </a:p>
        </p:txBody>
      </p:sp>
      <p:cxnSp>
        <p:nvCxnSpPr>
          <p:cNvPr id="59" name="Straight Connector 3"/>
          <p:cNvCxnSpPr>
            <a:cxnSpLocks noChangeShapeType="1"/>
          </p:cNvCxnSpPr>
          <p:nvPr/>
        </p:nvCxnSpPr>
        <p:spPr bwMode="auto">
          <a:xfrm>
            <a:off x="1820454" y="3274188"/>
            <a:ext cx="0" cy="1019175"/>
          </a:xfrm>
          <a:prstGeom prst="line">
            <a:avLst/>
          </a:prstGeom>
          <a:noFill/>
          <a:ln w="2540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sp>
        <p:nvSpPr>
          <p:cNvPr id="60441" name="TextBox 39"/>
          <p:cNvSpPr txBox="1">
            <a:spLocks noChangeArrowheads="1"/>
          </p:cNvSpPr>
          <p:nvPr/>
        </p:nvSpPr>
        <p:spPr bwMode="auto">
          <a:xfrm>
            <a:off x="7349717" y="3628200"/>
            <a:ext cx="496887" cy="2603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a:lnSpc>
                <a:spcPts val="1200"/>
              </a:lnSpc>
            </a:pPr>
            <a:r>
              <a:rPr lang="en-US" sz="1600" i="1">
                <a:solidFill>
                  <a:schemeClr val="bg1"/>
                </a:solidFill>
                <a:latin typeface="Arial" charset="0"/>
                <a:cs typeface="Arial" charset="0"/>
              </a:rPr>
              <a:t>….</a:t>
            </a:r>
          </a:p>
        </p:txBody>
      </p:sp>
      <p:sp>
        <p:nvSpPr>
          <p:cNvPr id="60442" name="TextBox 40"/>
          <p:cNvSpPr txBox="1">
            <a:spLocks noChangeArrowheads="1"/>
          </p:cNvSpPr>
          <p:nvPr/>
        </p:nvSpPr>
        <p:spPr bwMode="auto">
          <a:xfrm>
            <a:off x="1115604" y="3296413"/>
            <a:ext cx="584200" cy="9223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r>
              <a:rPr lang="en-US" sz="1800">
                <a:solidFill>
                  <a:schemeClr val="bg1"/>
                </a:solidFill>
                <a:latin typeface="Arial Narrow" charset="0"/>
                <a:cs typeface="Arial Narrow" charset="0"/>
              </a:rPr>
              <a:t>PDU</a:t>
            </a:r>
          </a:p>
          <a:p>
            <a:r>
              <a:rPr lang="en-US" sz="1800">
                <a:solidFill>
                  <a:schemeClr val="bg1"/>
                </a:solidFill>
                <a:latin typeface="Arial Narrow" charset="0"/>
                <a:cs typeface="Arial Narrow" charset="0"/>
              </a:rPr>
              <a:t>type</a:t>
            </a:r>
          </a:p>
          <a:p>
            <a:r>
              <a:rPr lang="en-US" sz="1800">
                <a:solidFill>
                  <a:schemeClr val="bg1"/>
                </a:solidFill>
                <a:latin typeface="Arial Narrow" charset="0"/>
                <a:cs typeface="Arial Narrow" charset="0"/>
              </a:rPr>
              <a:t>4</a:t>
            </a:r>
          </a:p>
        </p:txBody>
      </p:sp>
      <p:cxnSp>
        <p:nvCxnSpPr>
          <p:cNvPr id="62" name="Straight Connector 3"/>
          <p:cNvCxnSpPr>
            <a:cxnSpLocks noChangeShapeType="1"/>
          </p:cNvCxnSpPr>
          <p:nvPr/>
        </p:nvCxnSpPr>
        <p:spPr bwMode="auto">
          <a:xfrm>
            <a:off x="2714217" y="3259900"/>
            <a:ext cx="0" cy="1019175"/>
          </a:xfrm>
          <a:prstGeom prst="line">
            <a:avLst/>
          </a:prstGeom>
          <a:noFill/>
          <a:ln w="2540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63" name="Straight Connector 3"/>
          <p:cNvCxnSpPr>
            <a:cxnSpLocks noChangeShapeType="1"/>
          </p:cNvCxnSpPr>
          <p:nvPr/>
        </p:nvCxnSpPr>
        <p:spPr bwMode="auto">
          <a:xfrm>
            <a:off x="3433354" y="3258313"/>
            <a:ext cx="0" cy="1020762"/>
          </a:xfrm>
          <a:prstGeom prst="line">
            <a:avLst/>
          </a:prstGeom>
          <a:noFill/>
          <a:ln w="2540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64" name="Straight Connector 3"/>
          <p:cNvCxnSpPr>
            <a:cxnSpLocks noChangeShapeType="1"/>
          </p:cNvCxnSpPr>
          <p:nvPr/>
        </p:nvCxnSpPr>
        <p:spPr bwMode="auto">
          <a:xfrm>
            <a:off x="4327117" y="3267838"/>
            <a:ext cx="0" cy="1019175"/>
          </a:xfrm>
          <a:prstGeom prst="line">
            <a:avLst/>
          </a:prstGeom>
          <a:noFill/>
          <a:ln w="2540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65" name="Straight Connector 3"/>
          <p:cNvCxnSpPr>
            <a:cxnSpLocks noChangeShapeType="1"/>
          </p:cNvCxnSpPr>
          <p:nvPr/>
        </p:nvCxnSpPr>
        <p:spPr bwMode="auto">
          <a:xfrm>
            <a:off x="5179604" y="3266250"/>
            <a:ext cx="0" cy="1019175"/>
          </a:xfrm>
          <a:prstGeom prst="line">
            <a:avLst/>
          </a:prstGeom>
          <a:noFill/>
          <a:ln w="2540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66" name="Straight Connector 3"/>
          <p:cNvCxnSpPr>
            <a:cxnSpLocks noChangeShapeType="1"/>
          </p:cNvCxnSpPr>
          <p:nvPr/>
        </p:nvCxnSpPr>
        <p:spPr bwMode="auto">
          <a:xfrm>
            <a:off x="6013042" y="3258313"/>
            <a:ext cx="0" cy="1019175"/>
          </a:xfrm>
          <a:prstGeom prst="line">
            <a:avLst/>
          </a:prstGeom>
          <a:noFill/>
          <a:ln w="2540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67" name="Straight Connector 3"/>
          <p:cNvCxnSpPr>
            <a:cxnSpLocks noChangeShapeType="1"/>
          </p:cNvCxnSpPr>
          <p:nvPr/>
        </p:nvCxnSpPr>
        <p:spPr bwMode="auto">
          <a:xfrm>
            <a:off x="6722654" y="3244025"/>
            <a:ext cx="0" cy="1019175"/>
          </a:xfrm>
          <a:prstGeom prst="line">
            <a:avLst/>
          </a:prstGeom>
          <a:noFill/>
          <a:ln w="2540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68" name="Straight Connector 3"/>
          <p:cNvCxnSpPr>
            <a:cxnSpLocks noChangeShapeType="1"/>
          </p:cNvCxnSpPr>
          <p:nvPr/>
        </p:nvCxnSpPr>
        <p:spPr bwMode="auto">
          <a:xfrm>
            <a:off x="7373529" y="3272600"/>
            <a:ext cx="0" cy="1019175"/>
          </a:xfrm>
          <a:prstGeom prst="line">
            <a:avLst/>
          </a:prstGeom>
          <a:noFill/>
          <a:ln w="2540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sp>
        <p:nvSpPr>
          <p:cNvPr id="60450" name="TextBox 40"/>
          <p:cNvSpPr txBox="1">
            <a:spLocks noChangeArrowheads="1"/>
          </p:cNvSpPr>
          <p:nvPr/>
        </p:nvSpPr>
        <p:spPr bwMode="auto">
          <a:xfrm>
            <a:off x="1788704" y="3578988"/>
            <a:ext cx="954088" cy="3381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r>
              <a:rPr lang="en-US" sz="1600">
                <a:solidFill>
                  <a:schemeClr val="bg1"/>
                </a:solidFill>
                <a:latin typeface="Arial Narrow" charset="0"/>
                <a:cs typeface="Arial Narrow" charset="0"/>
              </a:rPr>
              <a:t>Enterprise</a:t>
            </a:r>
          </a:p>
        </p:txBody>
      </p:sp>
      <p:sp>
        <p:nvSpPr>
          <p:cNvPr id="60451" name="TextBox 40"/>
          <p:cNvSpPr txBox="1">
            <a:spLocks noChangeArrowheads="1"/>
          </p:cNvSpPr>
          <p:nvPr/>
        </p:nvSpPr>
        <p:spPr bwMode="auto">
          <a:xfrm>
            <a:off x="2749142" y="3453575"/>
            <a:ext cx="679450" cy="6461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r>
              <a:rPr lang="en-US" sz="1800">
                <a:solidFill>
                  <a:schemeClr val="bg1"/>
                </a:solidFill>
                <a:latin typeface="Arial Narrow" charset="0"/>
                <a:cs typeface="Arial Narrow" charset="0"/>
              </a:rPr>
              <a:t>Agent</a:t>
            </a:r>
          </a:p>
          <a:p>
            <a:r>
              <a:rPr lang="en-US" sz="1800">
                <a:solidFill>
                  <a:schemeClr val="bg1"/>
                </a:solidFill>
                <a:latin typeface="Arial Narrow" charset="0"/>
                <a:cs typeface="Arial Narrow" charset="0"/>
              </a:rPr>
              <a:t>Addr</a:t>
            </a:r>
          </a:p>
        </p:txBody>
      </p:sp>
      <p:sp>
        <p:nvSpPr>
          <p:cNvPr id="60452" name="TextBox 40"/>
          <p:cNvSpPr txBox="1">
            <a:spLocks noChangeArrowheads="1"/>
          </p:cNvSpPr>
          <p:nvPr/>
        </p:nvSpPr>
        <p:spPr bwMode="auto">
          <a:xfrm>
            <a:off x="3563529" y="3317050"/>
            <a:ext cx="595313" cy="9223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r>
              <a:rPr lang="en-US" sz="1800">
                <a:solidFill>
                  <a:schemeClr val="bg1"/>
                </a:solidFill>
                <a:latin typeface="Arial Narrow" charset="0"/>
                <a:cs typeface="Arial Narrow" charset="0"/>
              </a:rPr>
              <a:t>Trap</a:t>
            </a:r>
          </a:p>
          <a:p>
            <a:r>
              <a:rPr lang="en-US" sz="1800">
                <a:solidFill>
                  <a:schemeClr val="bg1"/>
                </a:solidFill>
                <a:latin typeface="Arial Narrow" charset="0"/>
                <a:cs typeface="Arial Narrow" charset="0"/>
              </a:rPr>
              <a:t>Type</a:t>
            </a:r>
          </a:p>
          <a:p>
            <a:r>
              <a:rPr lang="en-US" sz="1800">
                <a:solidFill>
                  <a:schemeClr val="bg1"/>
                </a:solidFill>
                <a:latin typeface="Arial Narrow" charset="0"/>
                <a:cs typeface="Arial Narrow" charset="0"/>
              </a:rPr>
              <a:t>(0-7)</a:t>
            </a:r>
          </a:p>
        </p:txBody>
      </p:sp>
      <p:sp>
        <p:nvSpPr>
          <p:cNvPr id="60453" name="TextBox 40"/>
          <p:cNvSpPr txBox="1">
            <a:spLocks noChangeArrowheads="1"/>
          </p:cNvSpPr>
          <p:nvPr/>
        </p:nvSpPr>
        <p:spPr bwMode="auto">
          <a:xfrm>
            <a:off x="4330292" y="3458338"/>
            <a:ext cx="847725" cy="6461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r>
              <a:rPr lang="en-US" sz="1800">
                <a:solidFill>
                  <a:schemeClr val="bg1"/>
                </a:solidFill>
                <a:latin typeface="Arial Narrow" charset="0"/>
                <a:cs typeface="Arial Narrow" charset="0"/>
              </a:rPr>
              <a:t>Specific</a:t>
            </a:r>
          </a:p>
          <a:p>
            <a:r>
              <a:rPr lang="en-US" sz="1800">
                <a:solidFill>
                  <a:schemeClr val="bg1"/>
                </a:solidFill>
                <a:latin typeface="Arial Narrow" charset="0"/>
                <a:cs typeface="Arial Narrow" charset="0"/>
              </a:rPr>
              <a:t>code</a:t>
            </a:r>
          </a:p>
        </p:txBody>
      </p:sp>
      <p:sp>
        <p:nvSpPr>
          <p:cNvPr id="60454" name="TextBox 40"/>
          <p:cNvSpPr txBox="1">
            <a:spLocks noChangeArrowheads="1"/>
          </p:cNvSpPr>
          <p:nvPr/>
        </p:nvSpPr>
        <p:spPr bwMode="auto">
          <a:xfrm>
            <a:off x="5249454" y="3467863"/>
            <a:ext cx="700088" cy="6461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r>
              <a:rPr lang="en-US" sz="1800">
                <a:solidFill>
                  <a:schemeClr val="bg1"/>
                </a:solidFill>
                <a:latin typeface="Arial Narrow" charset="0"/>
                <a:cs typeface="Arial Narrow" charset="0"/>
              </a:rPr>
              <a:t>Time</a:t>
            </a:r>
          </a:p>
          <a:p>
            <a:r>
              <a:rPr lang="en-US" sz="1800">
                <a:solidFill>
                  <a:schemeClr val="bg1"/>
                </a:solidFill>
                <a:latin typeface="Arial Narrow" charset="0"/>
                <a:cs typeface="Arial Narrow" charset="0"/>
              </a:rPr>
              <a:t>stamp</a:t>
            </a:r>
          </a:p>
        </p:txBody>
      </p:sp>
      <p:sp>
        <p:nvSpPr>
          <p:cNvPr id="60455" name="TextBox 40"/>
          <p:cNvSpPr txBox="1">
            <a:spLocks noChangeArrowheads="1"/>
          </p:cNvSpPr>
          <p:nvPr/>
        </p:nvSpPr>
        <p:spPr bwMode="auto">
          <a:xfrm>
            <a:off x="6032092" y="3591688"/>
            <a:ext cx="688975" cy="3683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r>
              <a:rPr lang="en-US" sz="1800">
                <a:solidFill>
                  <a:schemeClr val="bg1"/>
                </a:solidFill>
                <a:latin typeface="Arial Narrow" charset="0"/>
                <a:cs typeface="Arial Narrow" charset="0"/>
              </a:rPr>
              <a:t>Name</a:t>
            </a:r>
          </a:p>
        </p:txBody>
      </p:sp>
      <p:sp>
        <p:nvSpPr>
          <p:cNvPr id="60456" name="TextBox 40"/>
          <p:cNvSpPr txBox="1">
            <a:spLocks noChangeArrowheads="1"/>
          </p:cNvSpPr>
          <p:nvPr/>
        </p:nvSpPr>
        <p:spPr bwMode="auto">
          <a:xfrm>
            <a:off x="6713129" y="3601213"/>
            <a:ext cx="655638" cy="36988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r>
              <a:rPr lang="en-US" sz="1800">
                <a:solidFill>
                  <a:schemeClr val="bg1"/>
                </a:solidFill>
                <a:latin typeface="Arial Narrow" charset="0"/>
                <a:cs typeface="Arial Narrow" charset="0"/>
              </a:rPr>
              <a:t>Value</a:t>
            </a:r>
          </a:p>
        </p:txBody>
      </p:sp>
      <p:cxnSp>
        <p:nvCxnSpPr>
          <p:cNvPr id="34" name="Straight Connector 33"/>
          <p:cNvCxnSpPr/>
          <p:nvPr/>
        </p:nvCxnSpPr>
        <p:spPr bwMode="auto">
          <a:xfrm>
            <a:off x="1836329" y="4482692"/>
            <a:ext cx="4170363" cy="0"/>
          </a:xfrm>
          <a:prstGeom prst="line">
            <a:avLst/>
          </a:prstGeom>
          <a:solidFill>
            <a:schemeClr val="accent1"/>
          </a:solidFill>
          <a:ln w="31750" cap="flat" cmpd="sng" algn="ctr">
            <a:solidFill>
              <a:srgbClr val="CC0000"/>
            </a:solidFill>
            <a:prstDash val="solid"/>
            <a:round/>
            <a:headEnd type="triangle" w="med" len="med"/>
            <a:tailEnd type="triangle" w="med" len="med"/>
          </a:ln>
          <a:effectLst/>
          <a:extLst>
            <a:ext uri="{AF507438-7753-43e0-B8FC-AC1667EBCBE1}">
              <a14:hiddenEffects xmlns:a14="http://schemas.microsoft.com/office/drawing/2010/main" xmlns="">
                <a:effectLst>
                  <a:outerShdw blurRad="63500" dist="35921" dir="2700000" algn="ctr" rotWithShape="0">
                    <a:schemeClr val="bg2"/>
                  </a:outerShdw>
                </a:effectLst>
              </a14:hiddenEffects>
            </a:ext>
          </a:extLst>
        </p:spPr>
      </p:cxnSp>
      <p:cxnSp>
        <p:nvCxnSpPr>
          <p:cNvPr id="78" name="Straight Connector 77"/>
          <p:cNvCxnSpPr/>
          <p:nvPr/>
        </p:nvCxnSpPr>
        <p:spPr bwMode="auto">
          <a:xfrm>
            <a:off x="6016217" y="4479517"/>
            <a:ext cx="1817687" cy="0"/>
          </a:xfrm>
          <a:prstGeom prst="line">
            <a:avLst/>
          </a:prstGeom>
          <a:solidFill>
            <a:schemeClr val="accent1"/>
          </a:solidFill>
          <a:ln w="31750" cap="flat" cmpd="sng" algn="ctr">
            <a:solidFill>
              <a:srgbClr val="CC0000"/>
            </a:solidFill>
            <a:prstDash val="solid"/>
            <a:round/>
            <a:headEnd type="triangle" w="med" len="med"/>
            <a:tailEnd type="triangle" w="med" len="med"/>
          </a:ln>
          <a:effectLst/>
          <a:extLst>
            <a:ext uri="{AF507438-7753-43e0-B8FC-AC1667EBCBE1}">
              <a14:hiddenEffects xmlns:a14="http://schemas.microsoft.com/office/drawing/2010/main" xmlns="">
                <a:effectLst>
                  <a:outerShdw blurRad="63500" dist="35921" dir="2700000" algn="ctr" rotWithShape="0">
                    <a:schemeClr val="bg2"/>
                  </a:outerShdw>
                </a:effectLst>
              </a14:hiddenEffects>
            </a:ext>
          </a:extLst>
        </p:spPr>
      </p:cxnSp>
      <p:cxnSp>
        <p:nvCxnSpPr>
          <p:cNvPr id="81" name="Straight Connector 80"/>
          <p:cNvCxnSpPr/>
          <p:nvPr/>
        </p:nvCxnSpPr>
        <p:spPr bwMode="auto">
          <a:xfrm>
            <a:off x="1831567" y="1537463"/>
            <a:ext cx="2709862" cy="0"/>
          </a:xfrm>
          <a:prstGeom prst="line">
            <a:avLst/>
          </a:prstGeom>
          <a:solidFill>
            <a:schemeClr val="accent1"/>
          </a:solidFill>
          <a:ln w="31750" cap="flat" cmpd="sng" algn="ctr">
            <a:solidFill>
              <a:srgbClr val="CC0000"/>
            </a:solidFill>
            <a:prstDash val="solid"/>
            <a:round/>
            <a:headEnd type="triangle" w="med" len="med"/>
            <a:tailEnd type="triangle" w="med" len="med"/>
          </a:ln>
          <a:effectLst/>
          <a:extLst>
            <a:ext uri="{AF507438-7753-43e0-B8FC-AC1667EBCBE1}">
              <a14:hiddenEffects xmlns:a14="http://schemas.microsoft.com/office/drawing/2010/main" xmlns="">
                <a:effectLst>
                  <a:outerShdw blurRad="63500" dist="35921" dir="2700000" algn="ctr" rotWithShape="0">
                    <a:schemeClr val="bg2"/>
                  </a:outerShdw>
                </a:effectLst>
              </a14:hiddenEffects>
            </a:ext>
          </a:extLst>
        </p:spPr>
      </p:cxnSp>
      <p:cxnSp>
        <p:nvCxnSpPr>
          <p:cNvPr id="83" name="Straight Connector 82"/>
          <p:cNvCxnSpPr/>
          <p:nvPr/>
        </p:nvCxnSpPr>
        <p:spPr bwMode="auto">
          <a:xfrm>
            <a:off x="4533492" y="1553338"/>
            <a:ext cx="3309937" cy="0"/>
          </a:xfrm>
          <a:prstGeom prst="line">
            <a:avLst/>
          </a:prstGeom>
          <a:solidFill>
            <a:schemeClr val="accent1"/>
          </a:solidFill>
          <a:ln w="31750" cap="flat" cmpd="sng" algn="ctr">
            <a:solidFill>
              <a:srgbClr val="CC0000"/>
            </a:solidFill>
            <a:prstDash val="solid"/>
            <a:round/>
            <a:headEnd type="triangle" w="med" len="med"/>
            <a:tailEnd type="triangle" w="med" len="med"/>
          </a:ln>
          <a:effectLst/>
          <a:extLst>
            <a:ext uri="{AF507438-7753-43e0-B8FC-AC1667EBCBE1}">
              <a14:hiddenEffects xmlns:a14="http://schemas.microsoft.com/office/drawing/2010/main" xmlns="">
                <a:effectLst>
                  <a:outerShdw blurRad="63500" dist="35921" dir="2700000" algn="ctr" rotWithShape="0">
                    <a:schemeClr val="bg2"/>
                  </a:outerShdw>
                </a:effectLst>
              </a14:hiddenEffects>
            </a:ext>
          </a:extLst>
        </p:spPr>
      </p:cxnSp>
      <p:sp>
        <p:nvSpPr>
          <p:cNvPr id="60461" name="TextBox 68612"/>
          <p:cNvSpPr txBox="1">
            <a:spLocks noChangeArrowheads="1"/>
          </p:cNvSpPr>
          <p:nvPr/>
        </p:nvSpPr>
        <p:spPr bwMode="auto">
          <a:xfrm>
            <a:off x="2401479" y="1345375"/>
            <a:ext cx="1711325" cy="369888"/>
          </a:xfrm>
          <a:prstGeom prst="rect">
            <a:avLst/>
          </a:prstGeom>
          <a:solidFill>
            <a:schemeClr val="bg1"/>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r>
              <a:rPr lang="en-US" sz="1800">
                <a:latin typeface="Arial" charset="0"/>
                <a:cs typeface="Arial" charset="0"/>
              </a:rPr>
              <a:t>Get/set header</a:t>
            </a:r>
          </a:p>
        </p:txBody>
      </p:sp>
      <p:sp>
        <p:nvSpPr>
          <p:cNvPr id="60462" name="TextBox 85"/>
          <p:cNvSpPr txBox="1">
            <a:spLocks noChangeArrowheads="1"/>
          </p:cNvSpPr>
          <p:nvPr/>
        </p:nvSpPr>
        <p:spPr bwMode="auto">
          <a:xfrm>
            <a:off x="5104992" y="1342200"/>
            <a:ext cx="2157412" cy="369888"/>
          </a:xfrm>
          <a:prstGeom prst="rect">
            <a:avLst/>
          </a:prstGeom>
          <a:solidFill>
            <a:schemeClr val="bg1"/>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r>
              <a:rPr lang="en-US" sz="1800">
                <a:latin typeface="Arial" charset="0"/>
                <a:cs typeface="Arial" charset="0"/>
              </a:rPr>
              <a:t>Variables to get/set</a:t>
            </a:r>
          </a:p>
        </p:txBody>
      </p:sp>
      <p:sp>
        <p:nvSpPr>
          <p:cNvPr id="60463" name="TextBox 87"/>
          <p:cNvSpPr txBox="1">
            <a:spLocks noChangeArrowheads="1"/>
          </p:cNvSpPr>
          <p:nvPr/>
        </p:nvSpPr>
        <p:spPr bwMode="auto">
          <a:xfrm>
            <a:off x="3246029" y="4290604"/>
            <a:ext cx="1433513" cy="368300"/>
          </a:xfrm>
          <a:prstGeom prst="rect">
            <a:avLst/>
          </a:prstGeom>
          <a:solidFill>
            <a:schemeClr val="bg1"/>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r>
              <a:rPr lang="en-US" sz="1800">
                <a:latin typeface="Arial" charset="0"/>
                <a:cs typeface="Arial" charset="0"/>
              </a:rPr>
              <a:t>Trap header</a:t>
            </a:r>
          </a:p>
        </p:txBody>
      </p:sp>
      <p:sp>
        <p:nvSpPr>
          <p:cNvPr id="60464" name="TextBox 88"/>
          <p:cNvSpPr txBox="1">
            <a:spLocks noChangeArrowheads="1"/>
          </p:cNvSpPr>
          <p:nvPr/>
        </p:nvSpPr>
        <p:spPr bwMode="auto">
          <a:xfrm>
            <a:off x="6282917" y="4279492"/>
            <a:ext cx="1087437" cy="369887"/>
          </a:xfrm>
          <a:prstGeom prst="rect">
            <a:avLst/>
          </a:prstGeom>
          <a:solidFill>
            <a:schemeClr val="bg1"/>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r>
              <a:rPr lang="en-US" sz="1800">
                <a:latin typeface="Arial" charset="0"/>
                <a:cs typeface="Arial" charset="0"/>
              </a:rPr>
              <a:t>Trap info</a:t>
            </a:r>
          </a:p>
        </p:txBody>
      </p:sp>
      <p:cxnSp>
        <p:nvCxnSpPr>
          <p:cNvPr id="90" name="Straight Connector 89"/>
          <p:cNvCxnSpPr/>
          <p:nvPr/>
        </p:nvCxnSpPr>
        <p:spPr bwMode="auto">
          <a:xfrm>
            <a:off x="913992" y="5083938"/>
            <a:ext cx="6932612" cy="0"/>
          </a:xfrm>
          <a:prstGeom prst="line">
            <a:avLst/>
          </a:prstGeom>
          <a:solidFill>
            <a:schemeClr val="accent1"/>
          </a:solidFill>
          <a:ln w="31750" cap="flat" cmpd="sng" algn="ctr">
            <a:solidFill>
              <a:srgbClr val="CC0000"/>
            </a:solidFill>
            <a:prstDash val="solid"/>
            <a:round/>
            <a:headEnd type="triangle" w="med" len="med"/>
            <a:tailEnd type="triangle" w="med" len="med"/>
          </a:ln>
          <a:effectLst/>
          <a:extLst>
            <a:ext uri="{AF507438-7753-43e0-B8FC-AC1667EBCBE1}">
              <a14:hiddenEffects xmlns:a14="http://schemas.microsoft.com/office/drawing/2010/main" xmlns="">
                <a:effectLst>
                  <a:outerShdw blurRad="63500" dist="35921" dir="2700000" algn="ctr" rotWithShape="0">
                    <a:schemeClr val="bg2"/>
                  </a:outerShdw>
                </a:effectLst>
              </a14:hiddenEffects>
            </a:ext>
          </a:extLst>
        </p:spPr>
      </p:cxnSp>
      <p:sp>
        <p:nvSpPr>
          <p:cNvPr id="60466" name="TextBox 91"/>
          <p:cNvSpPr txBox="1">
            <a:spLocks noChangeArrowheads="1"/>
          </p:cNvSpPr>
          <p:nvPr/>
        </p:nvSpPr>
        <p:spPr bwMode="auto">
          <a:xfrm>
            <a:off x="3641317" y="4896613"/>
            <a:ext cx="1398587" cy="369887"/>
          </a:xfrm>
          <a:prstGeom prst="rect">
            <a:avLst/>
          </a:prstGeom>
          <a:solidFill>
            <a:schemeClr val="bg1"/>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r>
              <a:rPr lang="en-US" sz="1800">
                <a:latin typeface="Arial" charset="0"/>
                <a:cs typeface="Arial" charset="0"/>
              </a:rPr>
              <a:t>SNMP PDU</a:t>
            </a:r>
          </a:p>
        </p:txBody>
      </p:sp>
      <p:sp>
        <p:nvSpPr>
          <p:cNvPr id="52" name="Slide Number Placeholder 5"/>
          <p:cNvSpPr>
            <a:spLocks noGrp="1"/>
          </p:cNvSpPr>
          <p:nvPr>
            <p:ph type="sldNum" sz="quarter" idx="12"/>
          </p:nvPr>
        </p:nvSpPr>
        <p:spPr>
          <a:xfrm>
            <a:off x="8456154" y="6475895"/>
            <a:ext cx="548655" cy="272319"/>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200" dirty="0">
                <a:latin typeface="Tahoma" charset="0"/>
              </a:rPr>
              <a:t>5-</a:t>
            </a:r>
            <a:fld id="{8E8C6E93-DF5B-BC4B-80F9-500DED1EEDCC}" type="slidenum">
              <a:rPr lang="en-US" sz="1200">
                <a:latin typeface="Tahoma" charset="0"/>
              </a:rPr>
              <a:pPr/>
              <a:t>130</a:t>
            </a:fld>
            <a:endParaRPr lang="en-US" sz="1200" dirty="0">
              <a:latin typeface="Tahoma" charset="0"/>
            </a:endParaRPr>
          </a:p>
        </p:txBody>
      </p:sp>
      <p:sp>
        <p:nvSpPr>
          <p:cNvPr id="53" name="Footer Placeholder 2"/>
          <p:cNvSpPr>
            <a:spLocks noGrp="1"/>
          </p:cNvSpPr>
          <p:nvPr>
            <p:ph type="ftr" sz="quarter" idx="11"/>
          </p:nvPr>
        </p:nvSpPr>
        <p:spPr>
          <a:xfrm>
            <a:off x="6375496" y="6475081"/>
            <a:ext cx="2177473" cy="241541"/>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200" dirty="0">
                <a:solidFill>
                  <a:srgbClr val="000000"/>
                </a:solidFill>
                <a:latin typeface="Tahoma" charset="0"/>
                <a:cs typeface="Arial" charset="0"/>
              </a:rPr>
              <a:t>Network Layer: Control Plane</a:t>
            </a:r>
          </a:p>
        </p:txBody>
      </p:sp>
      <p:sp>
        <p:nvSpPr>
          <p:cNvPr id="2" name="TextBox 1"/>
          <p:cNvSpPr txBox="1"/>
          <p:nvPr/>
        </p:nvSpPr>
        <p:spPr>
          <a:xfrm>
            <a:off x="655052" y="5708316"/>
            <a:ext cx="6138068" cy="369332"/>
          </a:xfrm>
          <a:prstGeom prst="rect">
            <a:avLst/>
          </a:prstGeom>
          <a:noFill/>
        </p:spPr>
        <p:txBody>
          <a:bodyPr wrap="none" rtlCol="0">
            <a:spAutoFit/>
          </a:bodyPr>
          <a:lstStyle/>
          <a:p>
            <a:r>
              <a:rPr lang="en-US" i="1" dirty="0"/>
              <a:t>More on network management: </a:t>
            </a:r>
            <a:r>
              <a:rPr lang="en-US" dirty="0"/>
              <a:t>see earlier editions of text!</a:t>
            </a:r>
          </a:p>
        </p:txBody>
      </p:sp>
    </p:spTree>
    <p:extLst>
      <p:ext uri="{BB962C8B-B14F-4D97-AF65-F5344CB8AC3E}">
        <p14:creationId xmlns:p14="http://schemas.microsoft.com/office/powerpoint/2010/main" val="2939853403"/>
      </p:ext>
    </p:extLst>
  </p:cSld>
  <p:clrMapOvr>
    <a:masterClrMapping/>
  </p:clrMapOvr>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1987" name="Picture 7"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60400" y="866696"/>
            <a:ext cx="4165600" cy="1894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053" name="Rectangle 2"/>
          <p:cNvSpPr>
            <a:spLocks noGrp="1" noChangeArrowheads="1"/>
          </p:cNvSpPr>
          <p:nvPr>
            <p:ph type="title"/>
          </p:nvPr>
        </p:nvSpPr>
        <p:spPr>
          <a:xfrm>
            <a:off x="533400" y="68184"/>
            <a:ext cx="7772400" cy="1143000"/>
          </a:xfrm>
        </p:spPr>
        <p:txBody>
          <a:bodyPr/>
          <a:lstStyle/>
          <a:p>
            <a:pPr>
              <a:defRPr/>
            </a:pPr>
            <a:r>
              <a:rPr lang="en-US" sz="4000" dirty="0">
                <a:cs typeface="+mj-cs"/>
              </a:rPr>
              <a:t>Chapter 5: </a:t>
            </a:r>
            <a:r>
              <a:rPr lang="en-US" sz="3600" dirty="0">
                <a:cs typeface="+mj-cs"/>
              </a:rPr>
              <a:t>summary</a:t>
            </a:r>
          </a:p>
        </p:txBody>
      </p:sp>
      <p:sp>
        <p:nvSpPr>
          <p:cNvPr id="2054" name="Rectangle 3"/>
          <p:cNvSpPr>
            <a:spLocks noGrp="1" noChangeArrowheads="1"/>
          </p:cNvSpPr>
          <p:nvPr>
            <p:ph type="body" idx="1"/>
          </p:nvPr>
        </p:nvSpPr>
        <p:spPr>
          <a:xfrm>
            <a:off x="640347" y="1199153"/>
            <a:ext cx="8503653" cy="3680326"/>
          </a:xfrm>
        </p:spPr>
        <p:txBody>
          <a:bodyPr/>
          <a:lstStyle/>
          <a:p>
            <a:pPr>
              <a:buFont typeface="Wingdings" charset="0"/>
              <a:buNone/>
              <a:defRPr/>
            </a:pPr>
            <a:r>
              <a:rPr lang="en-US" sz="3200" i="1" dirty="0">
                <a:solidFill>
                  <a:srgbClr val="CC0000"/>
                </a:solidFill>
                <a:cs typeface="+mn-cs"/>
              </a:rPr>
              <a:t>we’ve learned a lot!</a:t>
            </a:r>
            <a:endParaRPr lang="en-US" dirty="0">
              <a:cs typeface="+mn-cs"/>
            </a:endParaRPr>
          </a:p>
          <a:p>
            <a:pPr>
              <a:defRPr/>
            </a:pPr>
            <a:r>
              <a:rPr lang="en-US" dirty="0">
                <a:cs typeface="+mn-cs"/>
              </a:rPr>
              <a:t>approaches to network control plane</a:t>
            </a:r>
          </a:p>
          <a:p>
            <a:pPr marL="746125" lvl="1" indent="-346075">
              <a:buClr>
                <a:srgbClr val="000090"/>
              </a:buClr>
            </a:pPr>
            <a:r>
              <a:rPr lang="en-US" dirty="0">
                <a:cs typeface="Gill Sans MT"/>
              </a:rPr>
              <a:t>per-router control (traditional)</a:t>
            </a:r>
          </a:p>
          <a:p>
            <a:pPr marL="746125" lvl="1" indent="-346075">
              <a:buClr>
                <a:srgbClr val="000090"/>
              </a:buClr>
            </a:pPr>
            <a:r>
              <a:rPr lang="en-US" dirty="0">
                <a:cs typeface="Gill Sans MT"/>
              </a:rPr>
              <a:t>logically centralized control (software defined networking)</a:t>
            </a:r>
            <a:endParaRPr lang="en-US" dirty="0">
              <a:cs typeface="+mn-cs"/>
            </a:endParaRPr>
          </a:p>
          <a:p>
            <a:pPr>
              <a:defRPr/>
            </a:pPr>
            <a:r>
              <a:rPr lang="en-US" dirty="0">
                <a:cs typeface="+mn-cs"/>
              </a:rPr>
              <a:t>traditional routing algorithms</a:t>
            </a:r>
          </a:p>
          <a:p>
            <a:pPr lvl="1">
              <a:defRPr/>
            </a:pPr>
            <a:r>
              <a:rPr lang="en-US" dirty="0">
                <a:cs typeface="+mn-cs"/>
              </a:rPr>
              <a:t>implementation in Internet: OSPF, BGP</a:t>
            </a:r>
          </a:p>
          <a:p>
            <a:pPr>
              <a:defRPr/>
            </a:pPr>
            <a:r>
              <a:rPr lang="en-US" dirty="0">
                <a:cs typeface="+mn-cs"/>
              </a:rPr>
              <a:t>SDN controllers</a:t>
            </a:r>
          </a:p>
          <a:p>
            <a:pPr lvl="1">
              <a:defRPr/>
            </a:pPr>
            <a:r>
              <a:rPr lang="en-US" dirty="0">
                <a:cs typeface="+mn-cs"/>
              </a:rPr>
              <a:t>implementation in practice: ODL, ONOS</a:t>
            </a:r>
          </a:p>
          <a:p>
            <a:pPr>
              <a:defRPr/>
            </a:pPr>
            <a:r>
              <a:rPr lang="en-US" dirty="0"/>
              <a:t>Internet Control Message Protocol</a:t>
            </a:r>
            <a:endParaRPr lang="en-US" dirty="0">
              <a:cs typeface="+mn-cs"/>
            </a:endParaRPr>
          </a:p>
          <a:p>
            <a:pPr>
              <a:defRPr/>
            </a:pPr>
            <a:r>
              <a:rPr lang="en-US" dirty="0">
                <a:cs typeface="+mn-cs"/>
              </a:rPr>
              <a:t>network management</a:t>
            </a:r>
          </a:p>
          <a:p>
            <a:pPr marL="0" indent="0">
              <a:buNone/>
              <a:defRPr/>
            </a:pPr>
            <a:endParaRPr lang="en-US" dirty="0">
              <a:cs typeface="+mn-cs"/>
            </a:endParaRPr>
          </a:p>
        </p:txBody>
      </p:sp>
      <p:sp>
        <p:nvSpPr>
          <p:cNvPr id="2" name="TextBox 1"/>
          <p:cNvSpPr txBox="1"/>
          <p:nvPr/>
        </p:nvSpPr>
        <p:spPr>
          <a:xfrm>
            <a:off x="708530" y="5721690"/>
            <a:ext cx="3544746" cy="523220"/>
          </a:xfrm>
          <a:prstGeom prst="rect">
            <a:avLst/>
          </a:prstGeom>
          <a:noFill/>
        </p:spPr>
        <p:txBody>
          <a:bodyPr wrap="none" rtlCol="0">
            <a:spAutoFit/>
          </a:bodyPr>
          <a:lstStyle/>
          <a:p>
            <a:r>
              <a:rPr lang="en-US" sz="2800" i="1" dirty="0">
                <a:solidFill>
                  <a:srgbClr val="000099"/>
                </a:solidFill>
              </a:rPr>
              <a:t>next stop:  link layer!</a:t>
            </a:r>
          </a:p>
        </p:txBody>
      </p:sp>
      <p:sp>
        <p:nvSpPr>
          <p:cNvPr id="9" name="Slide Number Placeholder 5"/>
          <p:cNvSpPr>
            <a:spLocks noGrp="1"/>
          </p:cNvSpPr>
          <p:nvPr>
            <p:ph type="sldNum" sz="quarter" idx="12"/>
          </p:nvPr>
        </p:nvSpPr>
        <p:spPr>
          <a:xfrm>
            <a:off x="8456154" y="6475895"/>
            <a:ext cx="548655" cy="272319"/>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200" dirty="0">
                <a:latin typeface="Tahoma" charset="0"/>
              </a:rPr>
              <a:t>5-</a:t>
            </a:r>
            <a:fld id="{8E8C6E93-DF5B-BC4B-80F9-500DED1EEDCC}" type="slidenum">
              <a:rPr lang="en-US" sz="1200">
                <a:latin typeface="Tahoma" charset="0"/>
              </a:rPr>
              <a:pPr/>
              <a:t>131</a:t>
            </a:fld>
            <a:endParaRPr lang="en-US" sz="1200" dirty="0">
              <a:latin typeface="Tahoma" charset="0"/>
            </a:endParaRPr>
          </a:p>
        </p:txBody>
      </p:sp>
      <p:sp>
        <p:nvSpPr>
          <p:cNvPr id="10" name="Footer Placeholder 2"/>
          <p:cNvSpPr>
            <a:spLocks noGrp="1"/>
          </p:cNvSpPr>
          <p:nvPr>
            <p:ph type="ftr" sz="quarter" idx="11"/>
          </p:nvPr>
        </p:nvSpPr>
        <p:spPr>
          <a:xfrm>
            <a:off x="6375496" y="6475081"/>
            <a:ext cx="2177473" cy="241541"/>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200" dirty="0">
                <a:solidFill>
                  <a:srgbClr val="000000"/>
                </a:solidFill>
                <a:latin typeface="Tahoma" charset="0"/>
                <a:cs typeface="Arial" charset="0"/>
              </a:rPr>
              <a:t>Network Layer: Control Plane</a:t>
            </a:r>
          </a:p>
        </p:txBody>
      </p:sp>
    </p:spTree>
    <p:extLst>
      <p:ext uri="{BB962C8B-B14F-4D97-AF65-F5344CB8AC3E}">
        <p14:creationId xmlns:p14="http://schemas.microsoft.com/office/powerpoint/2010/main" val="3040500262"/>
      </p:ext>
    </p:extLst>
  </p:cSld>
  <p:clrMapOvr>
    <a:masterClrMapping/>
  </p:clrMapOvr>
</p:sld>
</file>

<file path=ppt/theme/theme1.xml><?xml version="1.0" encoding="utf-8"?>
<a:theme xmlns:a="http://schemas.openxmlformats.org/drawingml/2006/main" name="Default Design">
  <a:themeElements>
    <a:clrScheme name="Default Desig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Default Design">
      <a:majorFont>
        <a:latin typeface="Gill Sans MT"/>
        <a:ea typeface=""/>
        <a:cs typeface=""/>
      </a:majorFont>
      <a:minorFont>
        <a:latin typeface="Gill Sans MT"/>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gradFill>
          <a:gsLst>
            <a:gs pos="0">
              <a:schemeClr val="bg1">
                <a:lumMod val="95000"/>
              </a:schemeClr>
            </a:gs>
            <a:gs pos="100000">
              <a:schemeClr val="accent5">
                <a:lumMod val="75000"/>
              </a:schemeClr>
            </a:gs>
          </a:gsLst>
        </a:gradFill>
        <a:ln>
          <a:noFill/>
        </a:ln>
        <a:effectLst/>
      </a:spPr>
      <a:bodyPr anchor="ctr"/>
      <a:lstStyle>
        <a:defPPr algn="ctr">
          <a:defRPr dirty="0"/>
        </a:defPPr>
      </a:lstStyle>
      <a:style>
        <a:lnRef idx="1">
          <a:schemeClr val="accent1"/>
        </a:lnRef>
        <a:fillRef idx="3">
          <a:schemeClr val="accent1"/>
        </a:fillRef>
        <a:effectRef idx="2">
          <a:schemeClr val="accent1"/>
        </a:effectRef>
        <a:fontRef idx="minor">
          <a:schemeClr val="lt1"/>
        </a:fontRef>
      </a: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a:spPr>
      <a:bodyPr vert="horz" wrap="non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charset="0"/>
          </a:defRPr>
        </a:defPPr>
      </a:lstStyle>
    </a:lnDef>
  </a:objectDefaults>
  <a:extraClrSchemeLst>
    <a:extraClrScheme>
      <a:clrScheme name="Default Desig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Default Design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Default Desig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Default Desig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xml><?xml version="1.0" encoding="utf-8"?>
<a:theme xmlns:a="http://schemas.openxmlformats.org/drawingml/2006/main" name="1_Default Design">
  <a:themeElements>
    <a:clrScheme name="Default Desig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Default Design">
      <a:majorFont>
        <a:latin typeface="Comic Sans MS"/>
        <a:ea typeface=""/>
        <a:cs typeface=""/>
      </a:majorFont>
      <a:minorFont>
        <a:latin typeface="Comic Sans MS"/>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non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Comic Sans MS" pitchFamily="66"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non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Comic Sans MS" pitchFamily="66" charset="0"/>
          </a:defRPr>
        </a:defPPr>
      </a:lstStyle>
    </a:lnDef>
  </a:objectDefaults>
  <a:extraClrSchemeLst>
    <a:extraClrScheme>
      <a:clrScheme name="Default Desig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Default Design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Default Desig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Default Desig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xml><?xml version="1.0" encoding="utf-8"?>
<a:theme xmlns:a="http://schemas.openxmlformats.org/drawingml/2006/main" name="红利">
  <a:themeElements>
    <a:clrScheme name="Dividend">
      <a:dk1>
        <a:sysClr val="windowText" lastClr="000000"/>
      </a:dk1>
      <a:lt1>
        <a:sysClr val="window" lastClr="FFFFFF"/>
      </a:lt1>
      <a:dk2>
        <a:srgbClr val="3D3D3D"/>
      </a:dk2>
      <a:lt2>
        <a:srgbClr val="EBEBEB"/>
      </a:lt2>
      <a:accent1>
        <a:srgbClr val="4D1434"/>
      </a:accent1>
      <a:accent2>
        <a:srgbClr val="903163"/>
      </a:accent2>
      <a:accent3>
        <a:srgbClr val="B2324B"/>
      </a:accent3>
      <a:accent4>
        <a:srgbClr val="969FA7"/>
      </a:accent4>
      <a:accent5>
        <a:srgbClr val="66B1CE"/>
      </a:accent5>
      <a:accent6>
        <a:srgbClr val="40619D"/>
      </a:accent6>
      <a:hlink>
        <a:srgbClr val="828282"/>
      </a:hlink>
      <a:folHlink>
        <a:srgbClr val="A5A5A5"/>
      </a:folHlink>
    </a:clrScheme>
    <a:fontScheme name="Dividend">
      <a:majorFont>
        <a:latin typeface="Gill Sans MT" panose="020B0502020104020203"/>
        <a:ea typeface=""/>
        <a:cs typeface=""/>
        <a:font script="Grek" typeface="Corbel"/>
        <a:font script="Cyrl" typeface="Corbel"/>
        <a:font script="Jpan" typeface="HGｺﾞｼｯｸE"/>
        <a:font script="Hang" typeface="휴먼매직체"/>
        <a:font script="Hans" typeface="华文中宋"/>
        <a:font script="Hant" typeface="微軟正黑體"/>
        <a:font script="Arab" typeface="Majalla UI"/>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Gill Sans MT" panose="020B0502020104020203"/>
        <a:ea typeface=""/>
        <a:cs typeface=""/>
        <a:font script="Grek" typeface="Corbel"/>
        <a:font script="Cyrl" typeface="Corbel"/>
        <a:font script="Jpan" typeface="HGｺﾞｼｯｸE"/>
        <a:font script="Hang" typeface="휴먼매직체"/>
        <a:font script="Hans" typeface="华文中宋"/>
        <a:font script="Hant" typeface="微軟正黑體"/>
        <a:font script="Arab" typeface="Majalla UI"/>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Dividend">
      <a:fillStyleLst>
        <a:solidFill>
          <a:schemeClr val="phClr"/>
        </a:solidFill>
        <a:gradFill rotWithShape="1">
          <a:gsLst>
            <a:gs pos="0">
              <a:schemeClr val="phClr">
                <a:tint val="68000"/>
                <a:alpha val="90000"/>
                <a:lumMod val="100000"/>
              </a:schemeClr>
            </a:gs>
            <a:gs pos="100000">
              <a:schemeClr val="phClr">
                <a:tint val="90000"/>
                <a:lumMod val="95000"/>
              </a:schemeClr>
            </a:gs>
          </a:gsLst>
          <a:lin ang="5400000" scaled="1"/>
        </a:gradFill>
        <a:gradFill rotWithShape="1">
          <a:gsLst>
            <a:gs pos="0">
              <a:schemeClr val="phClr">
                <a:tint val="98000"/>
                <a:lumMod val="110000"/>
              </a:schemeClr>
            </a:gs>
            <a:gs pos="84000">
              <a:schemeClr val="phClr">
                <a:shade val="90000"/>
                <a:lumMod val="88000"/>
              </a:schemeClr>
            </a:gs>
          </a:gsLst>
          <a:lin ang="5400000" scaled="0"/>
        </a:gradFill>
      </a:fillStyleLst>
      <a:lnStyleLst>
        <a:ln w="12700" cap="rnd" cmpd="sng" algn="ctr">
          <a:solidFill>
            <a:schemeClr val="phClr">
              <a:lumMod val="90000"/>
            </a:schemeClr>
          </a:solidFill>
          <a:prstDash val="solid"/>
        </a:ln>
        <a:ln w="22225" cap="rnd" cmpd="sng" algn="ctr">
          <a:solidFill>
            <a:schemeClr val="phClr"/>
          </a:solidFill>
          <a:prstDash val="solid"/>
        </a:ln>
        <a:ln w="25400" cap="rnd" cmpd="sng" algn="ctr">
          <a:solidFill>
            <a:schemeClr val="phClr"/>
          </a:solidFill>
          <a:prstDash val="solid"/>
        </a:ln>
      </a:lnStyleLst>
      <a:effectStyleLst>
        <a:effectStyle>
          <a:effectLst/>
        </a:effectStyle>
        <a:effectStyle>
          <a:effectLst>
            <a:outerShdw blurRad="38100" dist="25400" dir="5400000" rotWithShape="0">
              <a:srgbClr val="000000">
                <a:alpha val="55000"/>
              </a:srgbClr>
            </a:outerShdw>
          </a:effectLst>
        </a:effectStyle>
        <a:effectStyle>
          <a:effectLst>
            <a:outerShdw blurRad="88900" dist="38100" dir="5040000" rotWithShape="0">
              <a:srgbClr val="000000">
                <a:alpha val="60000"/>
              </a:srgbClr>
            </a:outerShdw>
          </a:effectLst>
          <a:scene3d>
            <a:camera prst="orthographicFront">
              <a:rot lat="0" lon="0" rev="0"/>
            </a:camera>
            <a:lightRig rig="threePt" dir="tl">
              <a:rot lat="0" lon="0" rev="1200000"/>
            </a:lightRig>
          </a:scene3d>
          <a:sp3d>
            <a:bevelT w="38100" h="50800"/>
          </a:sp3d>
        </a:effectStyle>
      </a:effectStyleLst>
      <a:bgFillStyleLst>
        <a:solidFill>
          <a:schemeClr val="phClr"/>
        </a:solidFill>
        <a:gradFill rotWithShape="1">
          <a:gsLst>
            <a:gs pos="0">
              <a:schemeClr val="phClr">
                <a:tint val="90000"/>
                <a:lumMod val="110000"/>
              </a:schemeClr>
            </a:gs>
            <a:gs pos="88000">
              <a:schemeClr val="phClr">
                <a:shade val="94000"/>
                <a:satMod val="110000"/>
                <a:lumMod val="88000"/>
              </a:schemeClr>
            </a:gs>
          </a:gsLst>
          <a:lin ang="5400000" scaled="0"/>
        </a:gradFill>
        <a:gradFill rotWithShape="1">
          <a:gsLst>
            <a:gs pos="0">
              <a:schemeClr val="phClr">
                <a:tint val="90000"/>
                <a:lumMod val="110000"/>
              </a:schemeClr>
            </a:gs>
            <a:gs pos="100000">
              <a:schemeClr val="phClr">
                <a:shade val="98000"/>
                <a:satMod val="110000"/>
                <a:lumMod val="86000"/>
              </a:schemeClr>
            </a:gs>
          </a:gsLst>
          <a:path path="circle">
            <a:fillToRect l="50000" t="50000" r="100000" b="100000"/>
          </a:path>
        </a:gradFill>
      </a:bgFillStyleLst>
    </a:fmtScheme>
  </a:themeElements>
  <a:objectDefaults/>
  <a:extraClrSchemeLst/>
  <a:extLst>
    <a:ext uri="{05A4C25C-085E-4340-85A3-A5531E510DB2}">
      <thm15:themeFamily xmlns:thm15="http://schemas.microsoft.com/office/thememl/2012/main" name="Dividend" id="{9697A71B-4AB7-4A1A-BD5B-BB2D22835B57}" vid="{C21699FF-00E4-43C8-BBCC-D7E5536C3717}"/>
    </a:ext>
  </a:extLst>
</a:theme>
</file>

<file path=ppt/theme/theme4.xml><?xml version="1.0" encoding="utf-8"?>
<a:theme xmlns:a="http://schemas.openxmlformats.org/drawingml/2006/main" name="Office 主题​​">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5.xml><?xml version="1.0" encoding="utf-8"?>
<a:theme xmlns:a="http://schemas.openxmlformats.org/drawingml/2006/main" name="2_Default Design">
  <a:themeElements>
    <a:clrScheme name="1_Default Desig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1_Default Design">
      <a:majorFont>
        <a:latin typeface="Comic Sans MS"/>
        <a:ea typeface=""/>
        <a:cs typeface="Arial"/>
      </a:majorFont>
      <a:minorFont>
        <a:latin typeface="Comic Sans MS"/>
        <a:ea typeface=""/>
        <a:cs typeface="Arial"/>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non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Comic Sans MS" pitchFamily="66"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non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Comic Sans MS" pitchFamily="66" charset="0"/>
          </a:defRPr>
        </a:defPPr>
      </a:lstStyle>
    </a:lnDef>
  </a:objectDefaults>
  <a:extraClrSchemeLst>
    <a:extraClrScheme>
      <a:clrScheme name="1_Default Desig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1_Default Design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1_Default Design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1_Default Design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1_Default Desig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1_Default Desig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1_Default Desig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xml><?xml version="1.0" encoding="utf-8"?>
<a:theme xmlns:a="http://schemas.openxmlformats.org/drawingml/2006/main" name="1_Office 主题​​">
  <a:themeElements>
    <a:clrScheme name="Office">
      <a:dk1>
        <a:sysClr val="windowText" lastClr="000000"/>
      </a:dk1>
      <a:lt1>
        <a:sysClr val="window" lastClr="CCE8C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等线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等线"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7.xml><?xml version="1.0" encoding="utf-8"?>
<a:theme xmlns:a="http://schemas.openxmlformats.org/drawingml/2006/main" name="Office Theme">
  <a:themeElements>
    <a:clrScheme name="">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8.xml><?xml version="1.0" encoding="utf-8"?>
<a:theme xmlns:a="http://schemas.openxmlformats.org/drawingml/2006/main" name="Office Theme">
  <a:themeElements>
    <a:clrScheme name="">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emplate/>
  <TotalTime>17936</TotalTime>
  <Words>11474</Words>
  <Application>Microsoft Macintosh PowerPoint</Application>
  <PresentationFormat>全屏显示(4:3)</PresentationFormat>
  <Paragraphs>2702</Paragraphs>
  <Slides>131</Slides>
  <Notes>31</Notes>
  <HiddenSlides>33</HiddenSlides>
  <MMClips>2</MMClips>
  <ScaleCrop>false</ScaleCrop>
  <HeadingPairs>
    <vt:vector size="8" baseType="variant">
      <vt:variant>
        <vt:lpstr>已用的字体</vt:lpstr>
      </vt:variant>
      <vt:variant>
        <vt:i4>26</vt:i4>
      </vt:variant>
      <vt:variant>
        <vt:lpstr>主题</vt:lpstr>
      </vt:variant>
      <vt:variant>
        <vt:i4>6</vt:i4>
      </vt:variant>
      <vt:variant>
        <vt:lpstr>嵌入 OLE 服务器</vt:lpstr>
      </vt:variant>
      <vt:variant>
        <vt:i4>1</vt:i4>
      </vt:variant>
      <vt:variant>
        <vt:lpstr>幻灯片标题</vt:lpstr>
      </vt:variant>
      <vt:variant>
        <vt:i4>131</vt:i4>
      </vt:variant>
    </vt:vector>
  </HeadingPairs>
  <TitlesOfParts>
    <vt:vector size="164" baseType="lpstr">
      <vt:lpstr>华文楷体</vt:lpstr>
      <vt:lpstr>华文新魏</vt:lpstr>
      <vt:lpstr>KaiTi</vt:lpstr>
      <vt:lpstr>宋体</vt:lpstr>
      <vt:lpstr>FZKai-Z03</vt:lpstr>
      <vt:lpstr>Kaiti SC</vt:lpstr>
      <vt:lpstr>Libian SC</vt:lpstr>
      <vt:lpstr>PingFang SC</vt:lpstr>
      <vt:lpstr>Weibei SC</vt:lpstr>
      <vt:lpstr>等线</vt:lpstr>
      <vt:lpstr>微软雅黑</vt:lpstr>
      <vt:lpstr>微软雅黑</vt:lpstr>
      <vt:lpstr>Adelle Sans Devanagari</vt:lpstr>
      <vt:lpstr>Arial</vt:lpstr>
      <vt:lpstr>Arial Narrow</vt:lpstr>
      <vt:lpstr>Bodoni 72 Book</vt:lpstr>
      <vt:lpstr>Calibri</vt:lpstr>
      <vt:lpstr>Comic Sans MS</vt:lpstr>
      <vt:lpstr>Gill Sans</vt:lpstr>
      <vt:lpstr>Gill Sans MT</vt:lpstr>
      <vt:lpstr>Hiragino Sans GB W3</vt:lpstr>
      <vt:lpstr>Tahoma</vt:lpstr>
      <vt:lpstr>Times New Roman</vt:lpstr>
      <vt:lpstr>Wingdings</vt:lpstr>
      <vt:lpstr>Wingdings 2</vt:lpstr>
      <vt:lpstr>ZapfDingbats</vt:lpstr>
      <vt:lpstr>Default Design</vt:lpstr>
      <vt:lpstr>1_Default Design</vt:lpstr>
      <vt:lpstr>红利</vt:lpstr>
      <vt:lpstr>Office 主题​​</vt:lpstr>
      <vt:lpstr>2_Default Design</vt:lpstr>
      <vt:lpstr>1_Office 主题​​</vt:lpstr>
      <vt:lpstr>Clip</vt:lpstr>
      <vt:lpstr>PowerPoint 演示文稿</vt:lpstr>
      <vt:lpstr>Chapter 5: network layer control plane</vt:lpstr>
      <vt:lpstr>PowerPoint 演示文稿</vt:lpstr>
      <vt:lpstr>Network-layer functions</vt:lpstr>
      <vt:lpstr>PowerPoint 演示文稿</vt:lpstr>
      <vt:lpstr>PowerPoint 演示文稿</vt:lpstr>
      <vt:lpstr>PowerPoint 演示文稿</vt:lpstr>
      <vt:lpstr>Routing protocols</vt:lpstr>
      <vt:lpstr>Graph abstraction of the network</vt:lpstr>
      <vt:lpstr>Graph abstraction: costs</vt:lpstr>
      <vt:lpstr>Routing algorithm classification</vt:lpstr>
      <vt:lpstr>理想的路由算法</vt:lpstr>
      <vt:lpstr>关于“最佳路由” </vt:lpstr>
      <vt:lpstr>从自适应性考虑的算法分类</vt:lpstr>
      <vt:lpstr>分层角度的路由选择协议</vt:lpstr>
      <vt:lpstr>自治系统基本概念</vt:lpstr>
      <vt:lpstr>大类路由选择协议</vt:lpstr>
      <vt:lpstr>大类路由选择协议</vt:lpstr>
      <vt:lpstr>路由算法与协议</vt:lpstr>
      <vt:lpstr>关于网络、路由的应用</vt:lpstr>
      <vt:lpstr>关于网络、路由的应用</vt:lpstr>
      <vt:lpstr>关于网络、路由的应用</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A link-state routing algorithm</vt:lpstr>
      <vt:lpstr>A link-state routing algorithm</vt:lpstr>
      <vt:lpstr>Dijsktra’s algorithm</vt:lpstr>
      <vt:lpstr>Dijsktra’s algorithm</vt:lpstr>
      <vt:lpstr>PowerPoint 演示文稿</vt:lpstr>
      <vt:lpstr>Dijkstra’s algorithm: another example</vt:lpstr>
      <vt:lpstr>Dijkstra’s algorithm: another example</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Dijkstra’s algorithm: example (2) </vt:lpstr>
      <vt:lpstr>Dijkstra’s algorithm, discussion</vt:lpstr>
      <vt:lpstr>PowerPoint 演示文稿</vt:lpstr>
      <vt:lpstr>Distance vector algorithm </vt:lpstr>
      <vt:lpstr>Distance vector algorithm </vt:lpstr>
      <vt:lpstr>Bellman-Ford example </vt:lpstr>
      <vt:lpstr>Distance vector algorithm </vt:lpstr>
      <vt:lpstr>Distance vector algorithm </vt:lpstr>
      <vt:lpstr>Distance vector algorithm </vt:lpstr>
      <vt:lpstr>PowerPoint 演示文稿</vt:lpstr>
      <vt:lpstr>PowerPoint 演示文稿</vt:lpstr>
      <vt:lpstr>Distance vector: link cost changes</vt:lpstr>
      <vt:lpstr>Distance vector: link cost changes</vt:lpstr>
      <vt:lpstr>Comparison of LS and DV algorithms</vt:lpstr>
      <vt:lpstr>Chapter 4: Network Layer</vt:lpstr>
      <vt:lpstr>Intra-AS Routing</vt:lpstr>
      <vt:lpstr>RIP ( Routing Information Protocol)</vt:lpstr>
      <vt:lpstr>RIP: Example </vt:lpstr>
      <vt:lpstr>RIP: Example </vt:lpstr>
      <vt:lpstr>RIP: Link Failure and Recovery </vt:lpstr>
      <vt:lpstr>RIP Table processing</vt:lpstr>
      <vt:lpstr>PowerPoint 演示文稿</vt:lpstr>
      <vt:lpstr>Making routing scalable</vt:lpstr>
      <vt:lpstr>Internet approach to scalable routing</vt:lpstr>
      <vt:lpstr>Interconnected ASes</vt:lpstr>
      <vt:lpstr>Inter-AS tasks</vt:lpstr>
      <vt:lpstr>Intra-AS Routing</vt:lpstr>
      <vt:lpstr>OSPF (Open Shortest Path First)</vt:lpstr>
      <vt:lpstr>OSPF “advanced” features</vt:lpstr>
      <vt:lpstr>Hierarchical OSPF</vt:lpstr>
      <vt:lpstr>Hierarchical OSPF</vt:lpstr>
      <vt:lpstr>PowerPoint 演示文稿</vt:lpstr>
      <vt:lpstr>Internet inter-AS routing: BGP</vt:lpstr>
      <vt:lpstr>eBGP, iBGP connections</vt:lpstr>
      <vt:lpstr>BGP basics</vt:lpstr>
      <vt:lpstr>Path attributes and BGP routes</vt:lpstr>
      <vt:lpstr>BGP path advertisement</vt:lpstr>
      <vt:lpstr>BGP path advertisement</vt:lpstr>
      <vt:lpstr>BGP messages</vt:lpstr>
      <vt:lpstr>BGP, OSPF, forwarding table entries</vt:lpstr>
      <vt:lpstr>BGP, OSPF, forwarding table entries</vt:lpstr>
      <vt:lpstr>BGP route selection</vt:lpstr>
      <vt:lpstr>Hot Potato Routing</vt:lpstr>
      <vt:lpstr>BGP: achieving policy via advertisements</vt:lpstr>
      <vt:lpstr>BGP: achieving policy via advertisements</vt:lpstr>
      <vt:lpstr>Why different Intra-, Inter-AS routing ? </vt:lpstr>
      <vt:lpstr>PowerPoint 演示文稿</vt:lpstr>
      <vt:lpstr>PowerPoint 演示文稿</vt:lpstr>
      <vt:lpstr>PowerPoint 演示文稿</vt:lpstr>
      <vt:lpstr>PowerPoint 演示文稿</vt:lpstr>
      <vt:lpstr>PowerPoint 演示文稿</vt:lpstr>
      <vt:lpstr>Analogy: mainframe to PC evolution*</vt:lpstr>
      <vt:lpstr>Traffic engineering: difficult traditional routing</vt:lpstr>
      <vt:lpstr>Traffic engineering: difficult</vt:lpstr>
      <vt:lpstr>Traffic engineering: difficult</vt:lpstr>
      <vt:lpstr>PowerPoint 演示文稿</vt:lpstr>
      <vt:lpstr>PowerPoint 演示文稿</vt:lpstr>
      <vt:lpstr>PowerPoint 演示文稿</vt:lpstr>
      <vt:lpstr>PowerPoint 演示文稿</vt:lpstr>
      <vt:lpstr>PowerPoint 演示文稿</vt:lpstr>
      <vt:lpstr>OpenFlow protocol</vt:lpstr>
      <vt:lpstr>OpenFlow: controller-to-switch messages</vt:lpstr>
      <vt:lpstr>OpenFlow: switch-to-controller messages</vt:lpstr>
      <vt:lpstr>PowerPoint 演示文稿</vt:lpstr>
      <vt:lpstr>PowerPoint 演示文稿</vt:lpstr>
      <vt:lpstr>PowerPoint 演示文稿</vt:lpstr>
      <vt:lpstr>PowerPoint 演示文稿</vt:lpstr>
      <vt:lpstr>PowerPoint 演示文稿</vt:lpstr>
      <vt:lpstr>PowerPoint 演示文稿</vt:lpstr>
      <vt:lpstr>ICMP协议</vt:lpstr>
      <vt:lpstr>PowerPoint 演示文稿</vt:lpstr>
      <vt:lpstr>ICMP报文类型及功能</vt:lpstr>
      <vt:lpstr>差错报告报文</vt:lpstr>
      <vt:lpstr>Ping和ICMP</vt:lpstr>
      <vt:lpstr>Traceroute和ICMP</vt:lpstr>
      <vt:lpstr>Traceroute和ICMP</vt:lpstr>
      <vt:lpstr>ICMP: internet control message protocol</vt:lpstr>
      <vt:lpstr>Traceroute and ICMP</vt:lpstr>
      <vt:lpstr>PowerPoint 演示文稿</vt:lpstr>
      <vt:lpstr>What is network management?</vt:lpstr>
      <vt:lpstr>Infrastructure for network management</vt:lpstr>
      <vt:lpstr>SNMP protocol</vt:lpstr>
      <vt:lpstr>SNMP protocol: message types</vt:lpstr>
      <vt:lpstr>SNMP protocol: message formats</vt:lpstr>
      <vt:lpstr>Chapter 5: summary</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3rd Edition: Chapter 4</dc:title>
  <dc:creator>Jim Kurose and Keith Ross</dc:creator>
  <cp:lastModifiedBy>Min Zhu</cp:lastModifiedBy>
  <cp:revision>498</cp:revision>
  <cp:lastPrinted>2024-11-26T13:06:08Z</cp:lastPrinted>
  <dcterms:created xsi:type="dcterms:W3CDTF">1999-10-08T19:08:27Z</dcterms:created>
  <dcterms:modified xsi:type="dcterms:W3CDTF">2024-11-27T05:23:15Z</dcterms:modified>
</cp:coreProperties>
</file>